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charts/style2.xml" ContentType="application/vnd.ms-office.chartstyle+xml"/>
  <Override PartName="/ppt/charts/colors2.xml" ContentType="application/vnd.ms-office.chartcolorstyle+xml"/>
  <Override PartName="/ppt/charts/chart5.xml" ContentType="application/vnd.openxmlformats-officedocument.drawingml.chart+xml"/>
  <Override PartName="/ppt/charts/style3.xml" ContentType="application/vnd.ms-office.chartstyle+xml"/>
  <Override PartName="/ppt/charts/colors3.xml" ContentType="application/vnd.ms-office.chartcolorstyle+xml"/>
  <Override PartName="/ppt/charts/chart6.xml" ContentType="application/vnd.openxmlformats-officedocument.drawingml.chart+xml"/>
  <Override PartName="/ppt/charts/style4.xml" ContentType="application/vnd.ms-office.chartstyle+xml"/>
  <Override PartName="/ppt/charts/colors4.xml" ContentType="application/vnd.ms-office.chartcolorstyle+xml"/>
  <Override PartName="/ppt/charts/chart7.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notesSlides/vr_business_notes1.xml" ContentType="application/vnd.openxmlformats-officedocument.presentationml.notesSlide+xml"/>
  <Override PartName="/ppt/slides/vr_business_slide1.xml" ContentType="application/vnd.openxmlformats-officedocument.presentationml.slide+xml"/>
  <Override PartName="/ppt/notesSlides/vr_business_notes2.xml" ContentType="application/vnd.openxmlformats-officedocument.presentationml.notesSlide+xml"/>
  <Override PartName="/ppt/slides/vr_business_slide2.xml" ContentType="application/vnd.openxmlformats-officedocument.presentationml.slide+xml"/>
  <Override PartName="/ppt/diagrams/vr_business_data1.xml" ContentType="application/vnd.openxmlformats-officedocument.drawingml.diagramData+xml"/>
  <Override PartName="/ppt/tags/vr_business_tag1.xml" ContentType="application/vnd.openxmlformats-officedocument.presentationml.tags+xml"/>
  <Override PartName="/ppt/diagrams/vr_business_colors1.xml" ContentType="application/vnd.openxmlformats-officedocument.drawingml.diagramColors+xml"/>
  <Override PartName="/ppt/diagrams/vr_business_quickStyle1.xml" ContentType="application/vnd.openxmlformats-officedocument.drawingml.diagramStyle+xml"/>
  <Override PartName="/ppt/diagrams/vr_business_layout1.xml" ContentType="application/vnd.openxmlformats-officedocument.drawingml.diagramLayout+xml"/>
  <Override PartName="/ppt/notesSlides/vr_business_notes3.xml" ContentType="application/vnd.openxmlformats-officedocument.presentationml.notesSlide+xml"/>
  <Override PartName="/ppt/slides/vr_business_slide3.xml" ContentType="application/vnd.openxmlformats-officedocument.presentationml.slide+xml"/>
  <Override PartName="/ppt/notesSlides/vr_business_notes4.xml" ContentType="application/vnd.openxmlformats-officedocument.presentationml.notesSlide+xml"/>
  <Override PartName="/ppt/slides/vr_business_slide4.xml" ContentType="application/vnd.openxmlformats-officedocument.presentationml.slide+xml"/>
  <Override PartName="/ppt/notesSlides/vr_business_notes5.xml" ContentType="application/vnd.openxmlformats-officedocument.presentationml.notesSlide+xml"/>
  <Override PartName="/ppt/slides/vr_business_slide5.xml" ContentType="application/vnd.openxmlformats-officedocument.presentationml.slide+xml"/>
  <Override PartName="/ppt/tags/vr_business_tag39.xml" ContentType="application/vnd.openxmlformats-officedocument.presentationml.tags+xml"/>
  <Override PartName="/ppt/tags/vr_business_tag44.xml" ContentType="application/vnd.openxmlformats-officedocument.presentationml.tags+xml"/>
  <Override PartName="/ppt/tags/vr_business_tag49.xml" ContentType="application/vnd.openxmlformats-officedocument.presentationml.tags+xml"/>
  <Override PartName="/ppt/tags/vr_business_tag57.xml" ContentType="application/vnd.openxmlformats-officedocument.presentationml.tags+xml"/>
  <Override PartName="/ppt/tags/vr_business_tag34.xml" ContentType="application/vnd.openxmlformats-officedocument.presentationml.tags+xml"/>
  <Override PartName="/ppt/tags/vr_business_tag52.xml" ContentType="application/vnd.openxmlformats-officedocument.presentationml.tags+xml"/>
  <Override PartName="/ppt/tags/vr_business_tag38.xml" ContentType="application/vnd.openxmlformats-officedocument.presentationml.tags+xml"/>
  <Override PartName="/ppt/tags/vr_business_tag43.xml" ContentType="application/vnd.openxmlformats-officedocument.presentationml.tags+xml"/>
  <Override PartName="/ppt/tags/vr_business_tag48.xml" ContentType="application/vnd.openxmlformats-officedocument.presentationml.tags+xml"/>
  <Override PartName="/ppt/tags/vr_business_tag56.xml" ContentType="application/vnd.openxmlformats-officedocument.presentationml.tags+xml"/>
  <Override PartName="/ppt/tags/vr_business_tag33.xml" ContentType="application/vnd.openxmlformats-officedocument.presentationml.tags+xml"/>
  <Override PartName="/ppt/tags/vr_business_tag47.xml" ContentType="application/vnd.openxmlformats-officedocument.presentationml.tags+xml"/>
  <Override PartName="/ppt/tags/vr_business_tag51.xml" ContentType="application/vnd.openxmlformats-officedocument.presentationml.tags+xml"/>
  <Override PartName="/ppt/tags/vr_business_tag32.xml" ContentType="application/vnd.openxmlformats-officedocument.presentationml.tags+xml"/>
  <Override PartName="/ppt/tags/vr_business_tag37.xml" ContentType="application/vnd.openxmlformats-officedocument.presentationml.tags+xml"/>
  <Override PartName="/ppt/tags/vr_business_tag42.xml" ContentType="application/vnd.openxmlformats-officedocument.presentationml.tags+xml"/>
  <Override PartName="/ppt/tags/vr_business_tag55.xml" ContentType="application/vnd.openxmlformats-officedocument.presentationml.tags+xml"/>
  <Override PartName="/ppt/tags/vr_business_tag36.xml" ContentType="application/vnd.openxmlformats-officedocument.presentationml.tags+xml"/>
  <Override PartName="/ppt/tags/vr_business_tag46.xml" ContentType="application/vnd.openxmlformats-officedocument.presentationml.tags+xml"/>
  <Override PartName="/ppt/tags/vr_business_tag54.xml" ContentType="application/vnd.openxmlformats-officedocument.presentationml.tags+xml"/>
  <Override PartName="/ppt/tags/vr_business_tag41.xml" ContentType="application/vnd.openxmlformats-officedocument.presentationml.tags+xml"/>
  <Override PartName="/ppt/tags/vr_business_tag50.xml" ContentType="application/vnd.openxmlformats-officedocument.presentationml.tags+xml"/>
  <Override PartName="/ppt/tags/vr_business_tag35.xml" ContentType="application/vnd.openxmlformats-officedocument.presentationml.tags+xml"/>
  <Override PartName="/ppt/tags/vr_business_tag40.xml" ContentType="application/vnd.openxmlformats-officedocument.presentationml.tags+xml"/>
  <Override PartName="/ppt/tags/vr_business_tag45.xml" ContentType="application/vnd.openxmlformats-officedocument.presentationml.tags+xml"/>
  <Override PartName="/ppt/tags/vr_business_tag53.xml" ContentType="application/vnd.openxmlformats-officedocument.presentationml.tags+xml"/>
  <Override PartName="/ppt/notesSlides/vr_business_notes6.xml" ContentType="application/vnd.openxmlformats-officedocument.presentationml.notesSlide+xml"/>
  <Override PartName="/ppt/slides/vr_business_slide6.xml" ContentType="application/vnd.openxmlformats-officedocument.presentationml.slide+xml"/>
  <Override PartName="/ppt/notesSlides/vr_business_notes7.xml" ContentType="application/vnd.openxmlformats-officedocument.presentationml.notesSlide+xml"/>
  <Override PartName="/ppt/slides/vr_business_slide7.xml" ContentType="application/vnd.openxmlformats-officedocument.presentationml.slide+xml"/>
  <Override PartName="/ppt/notesSlides/vr_business_notes8.xml" ContentType="application/vnd.openxmlformats-officedocument.presentationml.notesSlide+xml"/>
  <Override PartName="/ppt/slides/vr_business_slide8.xml" ContentType="application/vnd.openxmlformats-officedocument.presentationml.slide+xml"/>
  <Override PartName="/ppt/notesSlides/vr_business_notes9.xml" ContentType="application/vnd.openxmlformats-officedocument.presentationml.notesSlide+xml"/>
  <Override PartName="/ppt/slides/vr_business_slide9.xml" ContentType="application/vnd.openxmlformats-officedocument.presentationml.slide+xml"/>
  <Override PartName="/ppt/notesSlides/vr_business_notes10.xml" ContentType="application/vnd.openxmlformats-officedocument.presentationml.notesSlide+xml"/>
  <Override PartName="/ppt/slides/vr_business_slide10.xml" ContentType="application/vnd.openxmlformats-officedocument.presentationml.slide+xml"/>
  <Override PartName="/ppt/notesSlides/vr_business_notes11.xml" ContentType="application/vnd.openxmlformats-officedocument.presentationml.notesSlide+xml"/>
  <Override PartName="/ppt/slides/vr_business_slide11.xml" ContentType="application/vnd.openxmlformats-officedocument.presentationml.slide+xml"/>
  <Override PartName="/ppt/notesSlides/vr_business_notes12.xml" ContentType="application/vnd.openxmlformats-officedocument.presentationml.notesSlide+xml"/>
  <Override PartName="/ppt/slides/vr_business_slide12.xml" ContentType="application/vnd.openxmlformats-officedocument.presentationml.slide+xml"/>
  <Override PartName="/ppt/notesSlides/vr_business_notes13.xml" ContentType="application/vnd.openxmlformats-officedocument.presentationml.notesSlide+xml"/>
  <Override PartName="/ppt/slides/vr_business_slide13.xml" ContentType="application/vnd.openxmlformats-officedocument.presentationml.slide+xml"/>
  <Override PartName="/ppt/notesSlides/vr_business_notes14.xml" ContentType="application/vnd.openxmlformats-officedocument.presentationml.notesSlide+xml"/>
  <Override PartName="/ppt/slides/vr_business_slide14.xml" ContentType="application/vnd.openxmlformats-officedocument.presentationml.slide+xml"/>
  <Override PartName="/ppt/notesSlides/vr_business_notes15.xml" ContentType="application/vnd.openxmlformats-officedocument.presentationml.notesSlide+xml"/>
  <Override PartName="/ppt/slides/vr_business_slide15.xml" ContentType="application/vnd.openxmlformats-officedocument.presentationml.slide+xml"/>
  <Override PartName="/ppt/notesSlides/vr_business_notes16.xml" ContentType="application/vnd.openxmlformats-officedocument.presentationml.notesSlide+xml"/>
  <Override PartName="/ppt/slides/vr_business_slide16.xml" ContentType="application/vnd.openxmlformats-officedocument.presentationml.slide+xml"/>
  <Override PartName="/ppt/notesSlides/vr_business_notes17.xml" ContentType="application/vnd.openxmlformats-officedocument.presentationml.notesSlide+xml"/>
  <Override PartName="/ppt/slides/vr_business_slide17.xml" ContentType="application/vnd.openxmlformats-officedocument.presentationml.slide+xml"/>
  <Override PartName="/ppt/diagrams/vr_business_data15.xml" ContentType="application/vnd.openxmlformats-officedocument.drawingml.diagramData+xml"/>
  <Override PartName="/ppt/diagrams/vr_business_data16.xml" ContentType="application/vnd.openxmlformats-officedocument.drawingml.diagramData+xml"/>
  <Override PartName="/ppt/diagrams/vr_business_data17.xml" ContentType="application/vnd.openxmlformats-officedocument.drawingml.diagramData+xml"/>
  <Override PartName="/ppt/diagrams/vr_business_colors18.xml" ContentType="application/vnd.openxmlformats-officedocument.drawingml.diagramColors+xml"/>
  <Override PartName="/ppt/diagrams/vr_business_data14.xml" ContentType="application/vnd.openxmlformats-officedocument.drawingml.diagramData+xml"/>
  <Override PartName="/ppt/diagrams/vr_business_colors17.xml" ContentType="application/vnd.openxmlformats-officedocument.drawingml.diagramColors+xml"/>
  <Override PartName="/ppt/diagrams/vr_business_quickStyle18.xml" ContentType="application/vnd.openxmlformats-officedocument.drawingml.diagramStyle+xml"/>
  <Override PartName="/ppt/diagrams/vr_business_colors16.xml" ContentType="application/vnd.openxmlformats-officedocument.drawingml.diagramColors+xml"/>
  <Override PartName="/ppt/diagrams/vr_business_quickStyle17.xml" ContentType="application/vnd.openxmlformats-officedocument.drawingml.diagramStyle+xml"/>
  <Override PartName="/ppt/diagrams/vr_business_colors14.xml" ContentType="application/vnd.openxmlformats-officedocument.drawingml.diagramColors+xml"/>
  <Override PartName="/ppt/diagrams/vr_business_colors15.xml" ContentType="application/vnd.openxmlformats-officedocument.drawingml.diagramColors+xml"/>
  <Override PartName="/ppt/diagrams/vr_business_layout18.xml" ContentType="application/vnd.openxmlformats-officedocument.drawingml.diagramLayout+xml"/>
  <Override PartName="/ppt/diagrams/vr_business_quickStyle14.xml" ContentType="application/vnd.openxmlformats-officedocument.drawingml.diagramStyle+xml"/>
  <Override PartName="/ppt/diagrams/vr_business_quickStyle16.xml" ContentType="application/vnd.openxmlformats-officedocument.drawingml.diagramStyle+xml"/>
  <Override PartName="/ppt/diagrams/vr_business_data18.xml" ContentType="application/vnd.openxmlformats-officedocument.drawingml.diagramData+xml"/>
  <Override PartName="/ppt/diagrams/vr_business_quickStyle15.xml" ContentType="application/vnd.openxmlformats-officedocument.drawingml.diagramStyle+xml"/>
  <Override PartName="/ppt/diagrams/vr_business_layout17.xml" ContentType="application/vnd.openxmlformats-officedocument.drawingml.diagramLayout+xml"/>
  <Override PartName="/ppt/diagrams/vr_business_layout14.xml" ContentType="application/vnd.openxmlformats-officedocument.drawingml.diagramLayout+xml"/>
  <Override PartName="/ppt/diagrams/vr_business_layout15.xml" ContentType="application/vnd.openxmlformats-officedocument.drawingml.diagramLayout+xml"/>
  <Override PartName="/ppt/diagrams/vr_business_layout16.xml" ContentType="application/vnd.openxmlformats-officedocument.drawingml.diagramLayout+xml"/>
  <Override PartName="/ppt/notesSlides/vr_business_notes18.xml" ContentType="application/vnd.openxmlformats-officedocument.presentationml.notesSlide+xml"/>
  <Override PartName="/ppt/slides/vr_business_slide18.xml" ContentType="application/vnd.openxmlformats-officedocument.presentationml.slide+xml"/>
  <Override PartName="/ppt/notesSlides/vr_business_notes19.xml" ContentType="application/vnd.openxmlformats-officedocument.presentationml.notesSlide+xml"/>
  <Override PartName="/ppt/slides/vr_business_slide19.xml" ContentType="application/vnd.openxmlformats-officedocument.presentationml.slide+xml"/>
  <Override PartName="/ppt/notesSlides/vr_business_notes20.xml" ContentType="application/vnd.openxmlformats-officedocument.presentationml.notesSlide+xml"/>
  <Override PartName="/ppt/slides/vr_business_slide20.xml" ContentType="application/vnd.openxmlformats-officedocument.presentationml.slide+xml"/>
  <Override PartName="/ppt/notesSlides/vr_business_notes21.xml" ContentType="application/vnd.openxmlformats-officedocument.presentationml.notesSlide+xml"/>
  <Override PartName="/ppt/slides/vr_business_slide21.xml" ContentType="application/vnd.openxmlformats-officedocument.presentationml.slide+xml"/>
  <Override PartName="/ppt/notesSlides/vr_business_notes22.xml" ContentType="application/vnd.openxmlformats-officedocument.presentationml.notesSlide+xml"/>
  <Override PartName="/ppt/slides/vr_business_slide22.xml" ContentType="application/vnd.openxmlformats-officedocument.presentationml.slide+xml"/>
  <Override PartName="/ppt/notesSlides/vr_business_notes23.xml" ContentType="application/vnd.openxmlformats-officedocument.presentationml.notesSlide+xml"/>
  <Override PartName="/ppt/slides/vr_business_slide23.xml" ContentType="application/vnd.openxmlformats-officedocument.presentationml.slide+xml"/>
  <Override PartName="/ppt/tags/vr_business_tag2.xml" ContentType="application/vnd.openxmlformats-officedocument.presentationml.tags+xml"/>
  <Override PartName="/ppt/notesSlides/vr_business_notes24.xml" ContentType="application/vnd.openxmlformats-officedocument.presentationml.notesSlide+xml"/>
  <Override PartName="/ppt/slides/vr_business_slide24.xml" ContentType="application/vnd.openxmlformats-officedocument.presentationml.slide+xml"/>
  <Override PartName="/ppt/notesSlides/vr_business_notes25.xml" ContentType="application/vnd.openxmlformats-officedocument.presentationml.notesSlide+xml"/>
  <Override PartName="/ppt/slides/vr_business_slide25.xml" ContentType="application/vnd.openxmlformats-officedocument.presentationml.slide+xml"/>
  <Override PartName="/ppt/notesSlides/vr_business_notes26.xml" ContentType="application/vnd.openxmlformats-officedocument.presentationml.notesSlide+xml"/>
  <Override PartName="/ppt/slides/vr_business_slide26.xml" ContentType="application/vnd.openxmlformats-officedocument.presentationml.slide+xml"/>
  <Override PartName="/ppt/notesSlides/vr_business_notes27.xml" ContentType="application/vnd.openxmlformats-officedocument.presentationml.notesSlide+xml"/>
  <Override PartName="/ppt/slides/vr_business_slide27.xml" ContentType="application/vnd.openxmlformats-officedocument.presentationml.slide+xml"/>
  <Override PartName="/ppt/notesSlides/vr_business_notes28.xml" ContentType="application/vnd.openxmlformats-officedocument.presentationml.notesSlide+xml"/>
  <Override PartName="/ppt/slides/vr_business_slide28.xml" ContentType="application/vnd.openxmlformats-officedocument.presentationml.slide+xml"/>
  <Override PartName="/ppt/notesSlides/vr_business_notes29.xml" ContentType="application/vnd.openxmlformats-officedocument.presentationml.notesSlide+xml"/>
  <Override PartName="/ppt/slides/vr_business_slide29.xml" ContentType="application/vnd.openxmlformats-officedocument.presentationml.slide+xml"/>
  <Override PartName="/ppt/notesSlides/vr_business_notes30.xml" ContentType="application/vnd.openxmlformats-officedocument.presentationml.notesSlide+xml"/>
  <Override PartName="/ppt/slides/vr_business_slide30.xml" ContentType="application/vnd.openxmlformats-officedocument.presentationml.slide+xml"/>
  <Override PartName="/ppt/notesSlides/vr_business_notes31.xml" ContentType="application/vnd.openxmlformats-officedocument.presentationml.notesSlide+xml"/>
  <Override PartName="/ppt/slides/vr_business_slide31.xml" ContentType="application/vnd.openxmlformats-officedocument.presentationml.slide+xml"/>
  <Override PartName="/ppt/notesSlides/vr_business_notes32.xml" ContentType="application/vnd.openxmlformats-officedocument.presentationml.notesSlide+xml"/>
  <Override PartName="/ppt/slides/vr_business_slide32.xml" ContentType="application/vnd.openxmlformats-officedocument.presentationml.slide+xml"/>
  <Override PartName="/ppt/tags/vr_business_tag5.xml" ContentType="application/vnd.openxmlformats-officedocument.presentationml.tags+xml"/>
  <Override PartName="/ppt/tags/vr_business_tag4.xml" ContentType="application/vnd.openxmlformats-officedocument.presentationml.tags+xml"/>
  <Override PartName="/ppt/tags/vr_business_tag3.xml" ContentType="application/vnd.openxmlformats-officedocument.presentationml.tags+xml"/>
  <Override PartName="/ppt/notesSlides/vr_business_notes33.xml" ContentType="application/vnd.openxmlformats-officedocument.presentationml.notesSlide+xml"/>
  <Override PartName="/ppt/slides/vr_business_slide33.xml" ContentType="application/vnd.openxmlformats-officedocument.presentationml.slide+xml"/>
  <Override PartName="/ppt/tags/vr_business_tag17.xml" ContentType="application/vnd.openxmlformats-officedocument.presentationml.tags+xml"/>
  <Override PartName="/ppt/notesSlides/vr_business_notes34.xml" ContentType="application/vnd.openxmlformats-officedocument.presentationml.notesSlide+xml"/>
  <Override PartName="/ppt/slides/vr_business_slide34.xml" ContentType="application/vnd.openxmlformats-officedocument.presentationml.slide+xml"/>
  <Override PartName="/ppt/tags/vr_business_tag18.xml" ContentType="application/vnd.openxmlformats-officedocument.presentationml.tags+xml"/>
  <Override PartName="/ppt/notesSlides/vr_business_notes35.xml" ContentType="application/vnd.openxmlformats-officedocument.presentationml.notesSlide+xml"/>
  <Override PartName="/ppt/slides/vr_business_slide35.xml" ContentType="application/vnd.openxmlformats-officedocument.presentationml.slide+xml"/>
  <Override PartName="/ppt/notesSlides/vr_business_notes36.xml" ContentType="application/vnd.openxmlformats-officedocument.presentationml.notesSlide+xml"/>
  <Override PartName="/ppt/slides/vr_business_slide36.xml" ContentType="application/vnd.openxmlformats-officedocument.presentationml.slide+xml"/>
  <Override PartName="/ppt/tags/vr_business_tag22.xml" ContentType="application/vnd.openxmlformats-officedocument.presentationml.tags+xml"/>
  <Override PartName="/ppt/tags/vr_business_tag21.xml" ContentType="application/vnd.openxmlformats-officedocument.presentationml.tags+xml"/>
  <Override PartName="/ppt/tags/vr_business_tag20.xml" ContentType="application/vnd.openxmlformats-officedocument.presentationml.tags+xml"/>
  <Override PartName="/ppt/tags/vr_business_tag23.xml" ContentType="application/vnd.openxmlformats-officedocument.presentationml.tags+xml"/>
  <Override PartName="/ppt/notesSlides/vr_business_notes37.xml" ContentType="application/vnd.openxmlformats-officedocument.presentationml.notesSlide+xml"/>
  <Override PartName="/ppt/slides/vr_business_slide37.xml" ContentType="application/vnd.openxmlformats-officedocument.presentationml.slide+xml"/>
  <Override PartName="/ppt/notesSlides/vr_business_notes38.xml" ContentType="application/vnd.openxmlformats-officedocument.presentationml.notesSlide+xml"/>
  <Override PartName="/ppt/slides/vr_business_slide38.xml" ContentType="application/vnd.openxmlformats-officedocument.presentationml.slide+xml"/>
  <Override PartName="/ppt/notesSlides/vr_business_notes39.xml" ContentType="application/vnd.openxmlformats-officedocument.presentationml.notesSlide+xml"/>
  <Override PartName="/ppt/slides/vr_business_slide39.xml" ContentType="application/vnd.openxmlformats-officedocument.presentationml.slide+xml"/>
  <Override PartName="/ppt/notesSlides/vr_business_notes40.xml" ContentType="application/vnd.openxmlformats-officedocument.presentationml.notesSlide+xml"/>
  <Override PartName="/ppt/slides/vr_business_slide40.xml" ContentType="application/vnd.openxmlformats-officedocument.presentationml.slide+xml"/>
  <Override PartName="/ppt/notesSlides/vr_business_notes41.xml" ContentType="application/vnd.openxmlformats-officedocument.presentationml.notesSlide+xml"/>
  <Override PartName="/ppt/slides/vr_business_slide41.xml" ContentType="application/vnd.openxmlformats-officedocument.presentationml.slide+xml"/>
  <Override PartName="/ppt/notesSlides/vr_business_notes42.xml" ContentType="application/vnd.openxmlformats-officedocument.presentationml.notesSlide+xml"/>
  <Override PartName="/ppt/slides/vr_business_slide42.xml" ContentType="application/vnd.openxmlformats-officedocument.presentationml.slide+xml"/>
  <Override PartName="/ppt/charts/vr_business_chart16.xml" ContentType="application/vnd.openxmlformats-officedocument.drawingml.chart+xml"/>
  <Override PartName="/ppt/charts/vr_business_colors16.xml" ContentType="application/vnd.ms-office.chartcolorstyle+xml"/>
  <Override PartName="/ppt/charts/vr_business_style16.xml" ContentType="application/vnd.ms-office.chartstyle+xml"/>
  <Override PartName="/ppt/charts/vr_business_chart17.xml" ContentType="application/vnd.openxmlformats-officedocument.drawingml.chart+xml"/>
  <Override PartName="/ppt/charts/vr_business_colors17.xml" ContentType="application/vnd.ms-office.chartcolorstyle+xml"/>
  <Override PartName="/ppt/charts/vr_business_style17.xml" ContentType="application/vnd.ms-office.chartstyle+xml"/>
  <Override PartName="/ppt/notesSlides/vr_business_notes43.xml" ContentType="application/vnd.openxmlformats-officedocument.presentationml.notesSlide+xml"/>
  <Override PartName="/ppt/slides/vr_business_slide43.xml" ContentType="application/vnd.openxmlformats-officedocument.presentationml.slide+xml"/>
  <Override PartName="/ppt/charts/vr_business_chart48.xml" ContentType="application/vnd.openxmlformats-officedocument.drawingml.chart+xml"/>
  <Override PartName="/ppt/charts/vr_business_colors48.xml" ContentType="application/vnd.ms-office.chartcolorstyle+xml"/>
  <Override PartName="/ppt/charts/vr_business_style48.xml" ContentType="application/vnd.ms-office.chartstyle+xml"/>
  <Override PartName="/ppt/notesSlides/vr_business_notes44.xml" ContentType="application/vnd.openxmlformats-officedocument.presentationml.notesSlide+xml"/>
  <Override PartName="/ppt/slides/vr_business_slide44.xml" ContentType="application/vnd.openxmlformats-officedocument.presentationml.slide+xml"/>
  <Override PartName="/ppt/charts/vr_business_chart57.xml" ContentType="application/vnd.openxmlformats-officedocument.drawingml.chart+xml"/>
  <Override PartName="/ppt/charts/vr_business_colors57.xml" ContentType="application/vnd.ms-office.chartcolorstyle+xml"/>
  <Override PartName="/ppt/charts/vr_business_style57.xml" ContentType="application/vnd.ms-office.chartstyle+xml"/>
  <Override PartName="/ppt/notesSlides/vr_business_notes45.xml" ContentType="application/vnd.openxmlformats-officedocument.presentationml.notesSlide+xml"/>
  <Override PartName="/ppt/slides/vr_business_slide45.xml" ContentType="application/vnd.openxmlformats-officedocument.presentationml.slide+xml"/>
  <Override PartName="/ppt/charts/vr_business_chart59.xml" ContentType="application/vnd.openxmlformats-officedocument.drawingml.chart+xml"/>
  <Override PartName="/ppt/charts/vr_business_colors59.xml" ContentType="application/vnd.ms-office.chartcolorstyle+xml"/>
  <Override PartName="/ppt/charts/vr_business_style59.xml" ContentType="application/vnd.ms-office.chartstyle+xml"/>
  <Override PartName="/ppt/notesSlides/vr_business_notes46.xml" ContentType="application/vnd.openxmlformats-officedocument.presentationml.notesSlide+xml"/>
  <Override PartName="/ppt/slides/vr_business_slide46.xml" ContentType="application/vnd.openxmlformats-officedocument.presentationml.slide+xml"/>
  <Override PartName="/ppt/charts/vr_business_chart65.xml" ContentType="application/vnd.openxmlformats-officedocument.drawingml.chart+xml"/>
  <Override PartName="/ppt/charts/vr_business_colors64.xml" ContentType="application/vnd.ms-office.chartcolorstyle+xml"/>
  <Override PartName="/ppt/charts/vr_business_style64.xml" ContentType="application/vnd.ms-office.chartstyle+xml"/>
  <Override PartName="/ppt/charts/vr_business_chart64.xml" ContentType="application/vnd.openxmlformats-officedocument.drawingml.chart+xml"/>
  <Override PartName="/ppt/charts/vr_business_colors63.xml" ContentType="application/vnd.ms-office.chartcolorstyle+xml"/>
  <Override PartName="/ppt/charts/vr_business_style63.xml" ContentType="application/vnd.ms-office.chartstyle+xml"/>
  <Override PartName="/ppt/notesSlides/vr_business_notes47.xml" ContentType="application/vnd.openxmlformats-officedocument.presentationml.notesSlide+xml"/>
  <Override PartName="/ppt/slides/vr_business_slide47.xml" ContentType="application/vnd.openxmlformats-officedocument.presentationml.slide+xml"/>
  <Override PartName="/ppt/charts/vr_business_chart87.xml" ContentType="application/vnd.openxmlformats-officedocument.drawingml.chart+xml"/>
  <Override PartName="/ppt/charts/vr_business_colors86.xml" ContentType="application/vnd.ms-office.chartcolorstyle+xml"/>
  <Override PartName="/ppt/charts/vr_business_style86.xml" ContentType="application/vnd.ms-office.chartstyle+xml"/>
  <Override PartName="/ppt/notesSlides/vr_business_notes48.xml" ContentType="application/vnd.openxmlformats-officedocument.presentationml.notesSlide+xml"/>
  <Override PartName="/ppt/slides/vr_business_slide48.xml" ContentType="application/vnd.openxmlformats-officedocument.presentationml.slide+xml"/>
  <Override PartName="/ppt/notesSlides/vr_icons_notes1.xml" ContentType="application/vnd.openxmlformats-officedocument.presentationml.notesSlide+xml"/>
  <Override PartName="/ppt/slides/vr_icons_slide1.xml" ContentType="application/vnd.openxmlformats-officedocument.presentationml.slide+xml"/>
  <Override PartName="/ppt/notesSlides/vr_icons_notes2.xml" ContentType="application/vnd.openxmlformats-officedocument.presentationml.notesSlide+xml"/>
  <Override PartName="/ppt/slides/vr_icons_slide2.xml" ContentType="application/vnd.openxmlformats-officedocument.presentationml.slide+xml"/>
  <Override PartName="/ppt/notesSlides/vr_icons_notes3.xml" ContentType="application/vnd.openxmlformats-officedocument.presentationml.notesSlide+xml"/>
  <Override PartName="/ppt/slides/vr_icons_slide3.xml" ContentType="application/vnd.openxmlformats-officedocument.presentationml.slide+xml"/>
  <Override PartName="/ppt/notesSlides/vr_icons_notes4.xml" ContentType="application/vnd.openxmlformats-officedocument.presentationml.notesSlide+xml"/>
  <Override PartName="/ppt/slides/vr_icons_slide4.xml" ContentType="application/vnd.openxmlformats-officedocument.presentationml.slide+xml"/>
  <Override PartName="/ppt/notesSlides/vr_icons_notes5.xml" ContentType="application/vnd.openxmlformats-officedocument.presentationml.notesSlide+xml"/>
  <Override PartName="/ppt/slides/vr_icons_slide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notesMasterIdLst>
    <p:notesMasterId r:id="rId58"/>
  </p:notesMasterIdLst>
  <p:handoutMasterIdLst>
    <p:handoutMasterId r:id="rId59"/>
  </p:handoutMasterIdLst>
  <p:sldIdLst>
    <p:sldId id="339" r:id="rId2"/>
    <p:sldId id="325" r:id="rId3"/>
    <p:sldId id="295" r:id="rId4"/>
    <p:sldId id="272" r:id="rId5"/>
    <p:sldId id="326" r:id="rId6"/>
    <p:sldId id="291" r:id="rId7"/>
    <p:sldId id="338" r:id="rId8"/>
    <p:sldId id="340" r:id="rId9"/>
    <p:sldId id="346" r:id="rId10"/>
    <p:sldId id="292" r:id="rId11"/>
    <p:sldId id="345" r:id="rId12"/>
    <p:sldId id="342" r:id="rId13"/>
    <p:sldId id="343" r:id="rId14"/>
    <p:sldId id="361" r:id="rId15"/>
    <p:sldId id="344" r:id="rId16"/>
    <p:sldId id="299" r:id="rId17"/>
    <p:sldId id="301" r:id="rId18"/>
    <p:sldId id="304" r:id="rId19"/>
    <p:sldId id="305" r:id="rId20"/>
    <p:sldId id="362" r:id="rId21"/>
    <p:sldId id="306" r:id="rId22"/>
    <p:sldId id="302" r:id="rId23"/>
    <p:sldId id="311" r:id="rId24"/>
    <p:sldId id="348" r:id="rId25"/>
    <p:sldId id="350" r:id="rId26"/>
    <p:sldId id="351" r:id="rId27"/>
    <p:sldId id="354" r:id="rId28"/>
    <p:sldId id="352" r:id="rId29"/>
    <p:sldId id="353" r:id="rId30"/>
    <p:sldId id="277" r:id="rId31"/>
    <p:sldId id="297" r:id="rId32"/>
    <p:sldId id="307" r:id="rId33"/>
    <p:sldId id="341" r:id="rId34"/>
    <p:sldId id="349" r:id="rId35"/>
    <p:sldId id="308" r:id="rId36"/>
    <p:sldId id="296" r:id="rId37"/>
    <p:sldId id="310" r:id="rId38"/>
    <p:sldId id="360" r:id="rId39"/>
    <p:sldId id="314" r:id="rId40"/>
    <p:sldId id="294" r:id="rId41"/>
    <p:sldId id="322" r:id="rId42"/>
    <p:sldId id="315" r:id="rId43"/>
    <p:sldId id="319" r:id="rId44"/>
    <p:sldId id="318" r:id="rId45"/>
    <p:sldId id="327" r:id="rId46"/>
    <p:sldId id="356" r:id="rId47"/>
    <p:sldId id="357" r:id="rId48"/>
    <p:sldId id="358" r:id="rId49"/>
    <p:sldId id="359" r:id="rId50"/>
    <p:sldId id="328" r:id="rId51"/>
    <p:sldId id="316" r:id="rId52"/>
    <p:sldId id="329" r:id="rId53"/>
    <p:sldId id="330" r:id="rId54"/>
    <p:sldId id="331" r:id="rId55"/>
    <p:sldId id="363" r:id="rId56"/>
    <p:sldId id="323" r:id="rId57"/>
    <p:sldId id="364" r:id="rIdUnified57"/>
    <p:sldId id="365" r:id="rIdUnified58"/>
    <p:sldId id="366" r:id="rIdUnified59"/>
    <p:sldId id="367" r:id="rIdUnified60"/>
    <p:sldId id="368" r:id="rIdUnified61"/>
    <p:sldId id="369" r:id="rIdUnified62"/>
    <p:sldId id="370" r:id="rIdUnified63"/>
    <p:sldId id="371" r:id="rIdUnified64"/>
    <p:sldId id="372" r:id="rIdUnified65"/>
    <p:sldId id="373" r:id="rIdUnified66"/>
    <p:sldId id="374" r:id="rIdUnified67"/>
    <p:sldId id="375" r:id="rIdUnified68"/>
    <p:sldId id="376" r:id="rIdUnified69"/>
    <p:sldId id="377" r:id="rIdUnified70"/>
    <p:sldId id="378" r:id="rIdUnified71"/>
    <p:sldId id="379" r:id="rIdUnified72"/>
    <p:sldId id="380" r:id="rIdUnified73"/>
    <p:sldId id="381" r:id="rIdUnified74"/>
    <p:sldId id="382" r:id="rIdUnified75"/>
    <p:sldId id="383" r:id="rIdUnified76"/>
    <p:sldId id="384" r:id="rIdUnified77"/>
    <p:sldId id="385" r:id="rIdUnified78"/>
    <p:sldId id="386" r:id="rIdUnified79"/>
    <p:sldId id="387" r:id="rIdUnified80"/>
    <p:sldId id="388" r:id="rIdUnified81"/>
    <p:sldId id="389" r:id="rIdUnified82"/>
    <p:sldId id="390" r:id="rIdUnified83"/>
    <p:sldId id="391" r:id="rIdUnified84"/>
    <p:sldId id="392" r:id="rIdUnified85"/>
    <p:sldId id="393" r:id="rIdUnified86"/>
    <p:sldId id="394" r:id="rIdUnified87"/>
    <p:sldId id="395" r:id="rIdUnified88"/>
    <p:sldId id="396" r:id="rIdUnified89"/>
    <p:sldId id="397" r:id="rIdUnified90"/>
    <p:sldId id="398" r:id="rIdUnified91"/>
    <p:sldId id="399" r:id="rIdUnified92"/>
    <p:sldId id="400" r:id="rIdUnified93"/>
    <p:sldId id="401" r:id="rIdUnified94"/>
    <p:sldId id="402" r:id="rIdUnified95"/>
    <p:sldId id="403" r:id="rIdUnified96"/>
    <p:sldId id="404" r:id="rIdUnified97"/>
    <p:sldId id="405" r:id="rIdUnified98"/>
    <p:sldId id="406" r:id="rIdUnified99"/>
    <p:sldId id="407" r:id="rIdUnified100"/>
    <p:sldId id="408" r:id="rIdUnified101"/>
    <p:sldId id="409" r:id="rIdUnified102"/>
    <p:sldId id="410" r:id="rIdUnified103"/>
    <p:sldId id="411" r:id="rIdUnified104"/>
    <p:sldId id="412" r:id="rIdUnified105"/>
    <p:sldId id="413" r:id="rIdUnified106"/>
    <p:sldId id="414" r:id="rIdUnified107"/>
    <p:sldId id="415" r:id="rIdUnified108"/>
    <p:sldId id="416" r:id="rIdUnified10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PT模板使用规范" id="{2D0BC75F-AEDB-445B-A8DF-6B2E50BC58C3}">
          <p14:sldIdLst>
            <p14:sldId id="339"/>
          </p14:sldIdLst>
        </p14:section>
        <p14:section name="封面" id="{8F77FA3A-588E-450A-B9CE-5A3267D68CEE}">
          <p14:sldIdLst>
            <p14:sldId id="325"/>
            <p14:sldId id="295"/>
          </p14:sldIdLst>
        </p14:section>
        <p14:section name="目录" id="{86DAC16A-7886-441B-AF52-1893A52FC4FB}">
          <p14:sldIdLst>
            <p14:sldId id="272"/>
          </p14:sldIdLst>
        </p14:section>
        <p14:section name="内容" id="{FD2D9871-9423-459C-8020-44B6B39BFAF9}">
          <p14:sldIdLst>
            <p14:sldId id="326"/>
            <p14:sldId id="291"/>
            <p14:sldId id="338"/>
            <p14:sldId id="340"/>
            <p14:sldId id="346"/>
            <p14:sldId id="292"/>
            <p14:sldId id="345"/>
            <p14:sldId id="342"/>
            <p14:sldId id="343"/>
            <p14:sldId id="361"/>
            <p14:sldId id="344"/>
            <p14:sldId id="299"/>
            <p14:sldId id="301"/>
            <p14:sldId id="304"/>
            <p14:sldId id="305"/>
            <p14:sldId id="362"/>
            <p14:sldId id="306"/>
            <p14:sldId id="302"/>
            <p14:sldId id="311"/>
            <p14:sldId id="348"/>
            <p14:sldId id="350"/>
            <p14:sldId id="351"/>
            <p14:sldId id="354"/>
            <p14:sldId id="352"/>
            <p14:sldId id="353"/>
            <p14:sldId id="277"/>
            <p14:sldId id="297"/>
            <p14:sldId id="307"/>
            <p14:sldId id="341"/>
            <p14:sldId id="349"/>
            <p14:sldId id="308"/>
            <p14:sldId id="296"/>
            <p14:sldId id="310"/>
            <p14:sldId id="360"/>
            <p14:sldId id="314"/>
            <p14:sldId id="294"/>
            <p14:sldId id="322"/>
            <p14:sldId id="315"/>
            <p14:sldId id="319"/>
            <p14:sldId id="318"/>
            <p14:sldId id="327"/>
            <p14:sldId id="356"/>
            <p14:sldId id="357"/>
            <p14:sldId id="358"/>
            <p14:sldId id="359"/>
            <p14:sldId id="328"/>
            <p14:sldId id="316"/>
            <p14:sldId id="329"/>
            <p14:sldId id="330"/>
            <p14:sldId id="331"/>
            <p14:sldId id="363"/>
          </p14:sldIdLst>
        </p14:section>
        <p14:section name="尾页" id="{503AC6C0-2CAA-4D28-94DD-FF6523EC42EB}">
          <p14:sldIdLst>
            <p14:sldId id="323"/>
          </p14:sldIdLst>
        </p14:section>
        <p14:section name="新增展示方式 R001–R048" id="{969D3EAB-66D7-495F-8635-3081294F8919}">
          <p14:sldIdLst>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Lst>
        </p14:section>
        <p14:section name="新增图标 ICO-001–ICO-432" id="{1A24C822-3C34-4ED4-91DF-863CCE8EA40D}">
          <p14:sldIdLst>
            <p14:sldId id="412"/>
            <p14:sldId id="413"/>
            <p14:sldId id="414"/>
            <p14:sldId id="415"/>
            <p14:sldId id="416"/>
          </p14:sldIdLst>
        </p14:section>
      </p14:sectionLst>
    </p:ext>
    <p:ext uri="{EFAFB233-063F-42B5-8137-9DF3F51BA10A}">
      <p15:sldGuideLst xmlns:p15="http://schemas.microsoft.com/office/powerpoint/2012/main">
        <p15:guide id="3" orient="horz" pos="2160" userDrawn="1">
          <p15:clr>
            <a:srgbClr val="A4A3A4"/>
          </p15:clr>
        </p15:guide>
        <p15:guide id="4"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景 迈" initials="景" lastIdx="1" clrIdx="0">
    <p:extLst>
      <p:ext uri="{19B8F6BF-5375-455C-9EA6-DF929625EA0E}">
        <p15:presenceInfo xmlns:p15="http://schemas.microsoft.com/office/powerpoint/2012/main" userId="9fe712a01b1e442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D01A1A"/>
    <a:srgbClr val="D71B1B"/>
    <a:srgbClr val="F1F1F1"/>
    <a:srgbClr val="F5F6F5"/>
    <a:srgbClr val="C51919"/>
    <a:srgbClr val="EFEFEF"/>
    <a:srgbClr val="F2F2F2"/>
    <a:srgbClr val="C8C8C8"/>
    <a:srgbClr val="E1E1E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46F890A9-2807-4EBB-B81D-B2AA78EC7F39}" styleName="深色样式 2 - 强调 5/强调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5202B0CA-FC54-4496-8BCA-5EF66A818D29}" styleName="深色样式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68" autoAdjust="0"/>
    <p:restoredTop sz="94575" autoAdjust="0"/>
  </p:normalViewPr>
  <p:slideViewPr>
    <p:cSldViewPr snapToGrid="0" showGuides="1">
      <p:cViewPr>
        <p:scale>
          <a:sx n="75" d="100"/>
          <a:sy n="75" d="100"/>
        </p:scale>
        <p:origin x="739" y="230"/>
      </p:cViewPr>
      <p:guideLst>
        <p:guide orient="horz" pos="2160"/>
        <p:guide pos="3840"/>
      </p:guideLst>
    </p:cSldViewPr>
  </p:slideViewPr>
  <p:notesTextViewPr>
    <p:cViewPr>
      <p:scale>
        <a:sx n="1" d="1"/>
        <a:sy n="1" d="1"/>
      </p:scale>
      <p:origin x="0" y="0"/>
    </p:cViewPr>
  </p:notesTextViewPr>
  <p:notesViewPr>
    <p:cSldViewPr snapToGrid="0" showGuides="1">
      <p:cViewPr varScale="1">
        <p:scale>
          <a:sx n="67" d="100"/>
          <a:sy n="67" d="100"/>
        </p:scale>
        <p:origin x="2856" y="53"/>
      </p:cViewPr>
      <p:guideLst/>
    </p:cSldViewPr>
  </p:notesViewPr>
  <p:gridSpacing cx="72008" cy="72008"/>
</p:viewPr>
</file>

<file path=ppt/_rels/presentation.xml.rels><?xml version="1.0" encoding="UTF-8" standalone="yes"?><Relationships xmlns="http://schemas.openxmlformats.org/package/2006/relationships"><Relationship Id="rId13" Type="http://schemas.openxmlformats.org/officeDocument/2006/relationships/slide" Target="slides/slide12.xml" /><Relationship Id="rId18" Type="http://schemas.openxmlformats.org/officeDocument/2006/relationships/slide" Target="slides/slide17.xml" /><Relationship Id="rId26" Type="http://schemas.openxmlformats.org/officeDocument/2006/relationships/slide" Target="slides/slide25.xml" /><Relationship Id="rId39" Type="http://schemas.openxmlformats.org/officeDocument/2006/relationships/slide" Target="slides/slide38.xml" /><Relationship Id="rId21" Type="http://schemas.openxmlformats.org/officeDocument/2006/relationships/slide" Target="slides/slide20.xml" /><Relationship Id="rId34" Type="http://schemas.openxmlformats.org/officeDocument/2006/relationships/slide" Target="slides/slide33.xml" /><Relationship Id="rId42" Type="http://schemas.openxmlformats.org/officeDocument/2006/relationships/slide" Target="slides/slide41.xml" /><Relationship Id="rId47" Type="http://schemas.openxmlformats.org/officeDocument/2006/relationships/slide" Target="slides/slide46.xml" /><Relationship Id="rId50" Type="http://schemas.openxmlformats.org/officeDocument/2006/relationships/slide" Target="slides/slide49.xml" /><Relationship Id="rId55" Type="http://schemas.openxmlformats.org/officeDocument/2006/relationships/slide" Target="slides/slide54.xml" /><Relationship Id="rId63" Type="http://schemas.openxmlformats.org/officeDocument/2006/relationships/theme" Target="theme/theme1.xml" /><Relationship Id="rId7" Type="http://schemas.openxmlformats.org/officeDocument/2006/relationships/slide" Target="slides/slide6.xml" /><Relationship Id="rId2" Type="http://schemas.openxmlformats.org/officeDocument/2006/relationships/slide" Target="slides/slide1.xml" /><Relationship Id="rId16" Type="http://schemas.openxmlformats.org/officeDocument/2006/relationships/slide" Target="slides/slide15.xml" /><Relationship Id="rId29" Type="http://schemas.openxmlformats.org/officeDocument/2006/relationships/slide" Target="slides/slide28.xml" /><Relationship Id="rId11" Type="http://schemas.openxmlformats.org/officeDocument/2006/relationships/slide" Target="slides/slide10.xml" /><Relationship Id="rId24" Type="http://schemas.openxmlformats.org/officeDocument/2006/relationships/slide" Target="slides/slide23.xml" /><Relationship Id="rId32" Type="http://schemas.openxmlformats.org/officeDocument/2006/relationships/slide" Target="slides/slide31.xml" /><Relationship Id="rId37" Type="http://schemas.openxmlformats.org/officeDocument/2006/relationships/slide" Target="slides/slide36.xml" /><Relationship Id="rId40" Type="http://schemas.openxmlformats.org/officeDocument/2006/relationships/slide" Target="slides/slide39.xml" /><Relationship Id="rId45" Type="http://schemas.openxmlformats.org/officeDocument/2006/relationships/slide" Target="slides/slide44.xml" /><Relationship Id="rId53" Type="http://schemas.openxmlformats.org/officeDocument/2006/relationships/slide" Target="slides/slide52.xml" /><Relationship Id="rId58" Type="http://schemas.openxmlformats.org/officeDocument/2006/relationships/notesMaster" Target="notesMasters/notesMaster1.xml" /><Relationship Id="rId5" Type="http://schemas.openxmlformats.org/officeDocument/2006/relationships/slide" Target="slides/slide4.xml" /><Relationship Id="rId61" Type="http://schemas.openxmlformats.org/officeDocument/2006/relationships/presProps" Target="presProps.xml" /><Relationship Id="rId19" Type="http://schemas.openxmlformats.org/officeDocument/2006/relationships/slide" Target="slides/slide18.xml" /><Relationship Id="rId14" Type="http://schemas.openxmlformats.org/officeDocument/2006/relationships/slide" Target="slides/slide13.xml" /><Relationship Id="rId22" Type="http://schemas.openxmlformats.org/officeDocument/2006/relationships/slide" Target="slides/slide21.xml" /><Relationship Id="rId27" Type="http://schemas.openxmlformats.org/officeDocument/2006/relationships/slide" Target="slides/slide26.xml" /><Relationship Id="rId30" Type="http://schemas.openxmlformats.org/officeDocument/2006/relationships/slide" Target="slides/slide29.xml" /><Relationship Id="rId35" Type="http://schemas.openxmlformats.org/officeDocument/2006/relationships/slide" Target="slides/slide34.xml" /><Relationship Id="rId43" Type="http://schemas.openxmlformats.org/officeDocument/2006/relationships/slide" Target="slides/slide42.xml" /><Relationship Id="rId48" Type="http://schemas.openxmlformats.org/officeDocument/2006/relationships/slide" Target="slides/slide47.xml" /><Relationship Id="rId56" Type="http://schemas.openxmlformats.org/officeDocument/2006/relationships/slide" Target="slides/slide55.xml" /><Relationship Id="rId64" Type="http://schemas.openxmlformats.org/officeDocument/2006/relationships/tableStyles" Target="tableStyles.xml" /><Relationship Id="rId8" Type="http://schemas.openxmlformats.org/officeDocument/2006/relationships/slide" Target="slides/slide7.xml" /><Relationship Id="rId51" Type="http://schemas.openxmlformats.org/officeDocument/2006/relationships/slide" Target="slides/slide50.xml" /><Relationship Id="rId3" Type="http://schemas.openxmlformats.org/officeDocument/2006/relationships/slide" Target="slides/slide2.xml" /><Relationship Id="rId12" Type="http://schemas.openxmlformats.org/officeDocument/2006/relationships/slide" Target="slides/slide11.xml" /><Relationship Id="rId17" Type="http://schemas.openxmlformats.org/officeDocument/2006/relationships/slide" Target="slides/slide16.xml" /><Relationship Id="rId25" Type="http://schemas.openxmlformats.org/officeDocument/2006/relationships/slide" Target="slides/slide24.xml" /><Relationship Id="rId33" Type="http://schemas.openxmlformats.org/officeDocument/2006/relationships/slide" Target="slides/slide32.xml" /><Relationship Id="rId38" Type="http://schemas.openxmlformats.org/officeDocument/2006/relationships/slide" Target="slides/slide37.xml" /><Relationship Id="rId46" Type="http://schemas.openxmlformats.org/officeDocument/2006/relationships/slide" Target="slides/slide45.xml" /><Relationship Id="rId59" Type="http://schemas.openxmlformats.org/officeDocument/2006/relationships/handoutMaster" Target="handoutMasters/handoutMaster1.xml" /><Relationship Id="rId20" Type="http://schemas.openxmlformats.org/officeDocument/2006/relationships/slide" Target="slides/slide19.xml" /><Relationship Id="rId41" Type="http://schemas.openxmlformats.org/officeDocument/2006/relationships/slide" Target="slides/slide40.xml" /><Relationship Id="rId54" Type="http://schemas.openxmlformats.org/officeDocument/2006/relationships/slide" Target="slides/slide53.xml" /><Relationship Id="rId62" Type="http://schemas.openxmlformats.org/officeDocument/2006/relationships/viewProps" Target="viewProps.xml" /><Relationship Id="rId1" Type="http://schemas.openxmlformats.org/officeDocument/2006/relationships/slideMaster" Target="slideMasters/slideMaster1.xml" /><Relationship Id="rId6" Type="http://schemas.openxmlformats.org/officeDocument/2006/relationships/slide" Target="slides/slide5.xml" /><Relationship Id="rId15" Type="http://schemas.openxmlformats.org/officeDocument/2006/relationships/slide" Target="slides/slide14.xml" /><Relationship Id="rId23" Type="http://schemas.openxmlformats.org/officeDocument/2006/relationships/slide" Target="slides/slide22.xml" /><Relationship Id="rId28" Type="http://schemas.openxmlformats.org/officeDocument/2006/relationships/slide" Target="slides/slide27.xml" /><Relationship Id="rId36" Type="http://schemas.openxmlformats.org/officeDocument/2006/relationships/slide" Target="slides/slide35.xml" /><Relationship Id="rId49" Type="http://schemas.openxmlformats.org/officeDocument/2006/relationships/slide" Target="slides/slide48.xml" /><Relationship Id="rId57" Type="http://schemas.openxmlformats.org/officeDocument/2006/relationships/slide" Target="slides/slide56.xml" /><Relationship Id="rId10" Type="http://schemas.openxmlformats.org/officeDocument/2006/relationships/slide" Target="slides/slide9.xml" /><Relationship Id="rId31" Type="http://schemas.openxmlformats.org/officeDocument/2006/relationships/slide" Target="slides/slide30.xml" /><Relationship Id="rId44" Type="http://schemas.openxmlformats.org/officeDocument/2006/relationships/slide" Target="slides/slide43.xml" /><Relationship Id="rId52" Type="http://schemas.openxmlformats.org/officeDocument/2006/relationships/slide" Target="slides/slide51.xml" /><Relationship Id="rId60" Type="http://schemas.openxmlformats.org/officeDocument/2006/relationships/commentAuthors" Target="commentAuthors.xml" /><Relationship Id="rId4" Type="http://schemas.openxmlformats.org/officeDocument/2006/relationships/slide" Target="slides/slide3.xml" /><Relationship Id="rId9" Type="http://schemas.openxmlformats.org/officeDocument/2006/relationships/slide" Target="slides/slide8.xml" /><Relationship Id="rIdUnified57" Type="http://schemas.openxmlformats.org/officeDocument/2006/relationships/slide" Target="slides/vr_business_slide1.xml" /><Relationship Id="rIdUnified58" Type="http://schemas.openxmlformats.org/officeDocument/2006/relationships/slide" Target="slides/vr_business_slide2.xml" /><Relationship Id="rIdUnified59" Type="http://schemas.openxmlformats.org/officeDocument/2006/relationships/slide" Target="slides/vr_business_slide3.xml" /><Relationship Id="rIdUnified60" Type="http://schemas.openxmlformats.org/officeDocument/2006/relationships/slide" Target="slides/vr_business_slide4.xml" /><Relationship Id="rIdUnified61" Type="http://schemas.openxmlformats.org/officeDocument/2006/relationships/slide" Target="slides/vr_business_slide5.xml" /><Relationship Id="rIdUnified62" Type="http://schemas.openxmlformats.org/officeDocument/2006/relationships/slide" Target="slides/vr_business_slide6.xml" /><Relationship Id="rIdUnified63" Type="http://schemas.openxmlformats.org/officeDocument/2006/relationships/slide" Target="slides/vr_business_slide7.xml" /><Relationship Id="rIdUnified64" Type="http://schemas.openxmlformats.org/officeDocument/2006/relationships/slide" Target="slides/vr_business_slide8.xml" /><Relationship Id="rIdUnified65" Type="http://schemas.openxmlformats.org/officeDocument/2006/relationships/slide" Target="slides/vr_business_slide9.xml" /><Relationship Id="rIdUnified66" Type="http://schemas.openxmlformats.org/officeDocument/2006/relationships/slide" Target="slides/vr_business_slide10.xml" /><Relationship Id="rIdUnified67" Type="http://schemas.openxmlformats.org/officeDocument/2006/relationships/slide" Target="slides/vr_business_slide11.xml" /><Relationship Id="rIdUnified68" Type="http://schemas.openxmlformats.org/officeDocument/2006/relationships/slide" Target="slides/vr_business_slide12.xml" /><Relationship Id="rIdUnified69" Type="http://schemas.openxmlformats.org/officeDocument/2006/relationships/slide" Target="slides/vr_business_slide13.xml" /><Relationship Id="rIdUnified70" Type="http://schemas.openxmlformats.org/officeDocument/2006/relationships/slide" Target="slides/vr_business_slide14.xml" /><Relationship Id="rIdUnified71" Type="http://schemas.openxmlformats.org/officeDocument/2006/relationships/slide" Target="slides/vr_business_slide15.xml" /><Relationship Id="rIdUnified72" Type="http://schemas.openxmlformats.org/officeDocument/2006/relationships/slide" Target="slides/vr_business_slide16.xml" /><Relationship Id="rIdUnified73" Type="http://schemas.openxmlformats.org/officeDocument/2006/relationships/slide" Target="slides/vr_business_slide17.xml" /><Relationship Id="rIdUnified74" Type="http://schemas.openxmlformats.org/officeDocument/2006/relationships/slide" Target="slides/vr_business_slide18.xml" /><Relationship Id="rIdUnified75" Type="http://schemas.openxmlformats.org/officeDocument/2006/relationships/slide" Target="slides/vr_business_slide19.xml" /><Relationship Id="rIdUnified76" Type="http://schemas.openxmlformats.org/officeDocument/2006/relationships/slide" Target="slides/vr_business_slide20.xml" /><Relationship Id="rIdUnified77" Type="http://schemas.openxmlformats.org/officeDocument/2006/relationships/slide" Target="slides/vr_business_slide21.xml" /><Relationship Id="rIdUnified78" Type="http://schemas.openxmlformats.org/officeDocument/2006/relationships/slide" Target="slides/vr_business_slide22.xml" /><Relationship Id="rIdUnified79" Type="http://schemas.openxmlformats.org/officeDocument/2006/relationships/slide" Target="slides/vr_business_slide23.xml" /><Relationship Id="rIdUnified80" Type="http://schemas.openxmlformats.org/officeDocument/2006/relationships/slide" Target="slides/vr_business_slide24.xml" /><Relationship Id="rIdUnified81" Type="http://schemas.openxmlformats.org/officeDocument/2006/relationships/slide" Target="slides/vr_business_slide25.xml" /><Relationship Id="rIdUnified82" Type="http://schemas.openxmlformats.org/officeDocument/2006/relationships/slide" Target="slides/vr_business_slide26.xml" /><Relationship Id="rIdUnified83" Type="http://schemas.openxmlformats.org/officeDocument/2006/relationships/slide" Target="slides/vr_business_slide27.xml" /><Relationship Id="rIdUnified84" Type="http://schemas.openxmlformats.org/officeDocument/2006/relationships/slide" Target="slides/vr_business_slide28.xml" /><Relationship Id="rIdUnified85" Type="http://schemas.openxmlformats.org/officeDocument/2006/relationships/slide" Target="slides/vr_business_slide29.xml" /><Relationship Id="rIdUnified86" Type="http://schemas.openxmlformats.org/officeDocument/2006/relationships/slide" Target="slides/vr_business_slide30.xml" /><Relationship Id="rIdUnified87" Type="http://schemas.openxmlformats.org/officeDocument/2006/relationships/slide" Target="slides/vr_business_slide31.xml" /><Relationship Id="rIdUnified88" Type="http://schemas.openxmlformats.org/officeDocument/2006/relationships/slide" Target="slides/vr_business_slide32.xml" /><Relationship Id="rIdUnified89" Type="http://schemas.openxmlformats.org/officeDocument/2006/relationships/slide" Target="slides/vr_business_slide33.xml" /><Relationship Id="rIdUnified90" Type="http://schemas.openxmlformats.org/officeDocument/2006/relationships/slide" Target="slides/vr_business_slide34.xml" /><Relationship Id="rIdUnified91" Type="http://schemas.openxmlformats.org/officeDocument/2006/relationships/slide" Target="slides/vr_business_slide35.xml" /><Relationship Id="rIdUnified92" Type="http://schemas.openxmlformats.org/officeDocument/2006/relationships/slide" Target="slides/vr_business_slide36.xml" /><Relationship Id="rIdUnified93" Type="http://schemas.openxmlformats.org/officeDocument/2006/relationships/slide" Target="slides/vr_business_slide37.xml" /><Relationship Id="rIdUnified94" Type="http://schemas.openxmlformats.org/officeDocument/2006/relationships/slide" Target="slides/vr_business_slide38.xml" /><Relationship Id="rIdUnified95" Type="http://schemas.openxmlformats.org/officeDocument/2006/relationships/slide" Target="slides/vr_business_slide39.xml" /><Relationship Id="rIdUnified96" Type="http://schemas.openxmlformats.org/officeDocument/2006/relationships/slide" Target="slides/vr_business_slide40.xml" /><Relationship Id="rIdUnified97" Type="http://schemas.openxmlformats.org/officeDocument/2006/relationships/slide" Target="slides/vr_business_slide41.xml" /><Relationship Id="rIdUnified98" Type="http://schemas.openxmlformats.org/officeDocument/2006/relationships/slide" Target="slides/vr_business_slide42.xml" /><Relationship Id="rIdUnified99" Type="http://schemas.openxmlformats.org/officeDocument/2006/relationships/slide" Target="slides/vr_business_slide43.xml" /><Relationship Id="rIdUnified100" Type="http://schemas.openxmlformats.org/officeDocument/2006/relationships/slide" Target="slides/vr_business_slide44.xml" /><Relationship Id="rIdUnified101" Type="http://schemas.openxmlformats.org/officeDocument/2006/relationships/slide" Target="slides/vr_business_slide45.xml" /><Relationship Id="rIdUnified102" Type="http://schemas.openxmlformats.org/officeDocument/2006/relationships/slide" Target="slides/vr_business_slide46.xml" /><Relationship Id="rIdUnified103" Type="http://schemas.openxmlformats.org/officeDocument/2006/relationships/slide" Target="slides/vr_business_slide47.xml" /><Relationship Id="rIdUnified104" Type="http://schemas.openxmlformats.org/officeDocument/2006/relationships/slide" Target="slides/vr_business_slide48.xml" /><Relationship Id="rIdUnified105" Type="http://schemas.openxmlformats.org/officeDocument/2006/relationships/slide" Target="slides/vr_icons_slide1.xml" /><Relationship Id="rIdUnified106" Type="http://schemas.openxmlformats.org/officeDocument/2006/relationships/slide" Target="slides/vr_icons_slide2.xml" /><Relationship Id="rIdUnified107" Type="http://schemas.openxmlformats.org/officeDocument/2006/relationships/slide" Target="slides/vr_icons_slide3.xml" /><Relationship Id="rIdUnified108" Type="http://schemas.openxmlformats.org/officeDocument/2006/relationships/slide" Target="slides/vr_icons_slide4.xml" /><Relationship Id="rIdUnified109" Type="http://schemas.openxmlformats.org/officeDocument/2006/relationships/slide" Target="slides/vr_icons_slide5.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2.xml"/><Relationship Id="rId1" Type="http://schemas.microsoft.com/office/2011/relationships/chartStyle" Target="style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3.xml"/><Relationship Id="rId1" Type="http://schemas.microsoft.com/office/2011/relationships/chartStyle" Target="style3.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4.xml"/><Relationship Id="rId1" Type="http://schemas.microsoft.com/office/2011/relationships/chartStyle" Target="style4.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5.xml"/><Relationship Id="rId1" Type="http://schemas.microsoft.com/office/2011/relationships/chartStyle" Target="style5.xml"/></Relationships>
</file>

<file path=ppt/charts/_rels/vr_business_chart16.xml.rels><?xml version="1.0" encoding="UTF-8" standalone="yes"?><Relationships xmlns="http://schemas.openxmlformats.org/package/2006/relationships"><Relationship Id="rId3" Type="http://schemas.openxmlformats.org/officeDocument/2006/relationships/package" Target="../embeddings/vr_business_Microsoft_Excel____15.xlsx" /><Relationship Id="rId2" Type="http://schemas.microsoft.com/office/2011/relationships/chartColorStyle" Target="vr_business_colors16.xml" /><Relationship Id="rId1" Type="http://schemas.microsoft.com/office/2011/relationships/chartStyle" Target="vr_business_style16.xml" /></Relationships>
</file>

<file path=ppt/charts/_rels/vr_business_chart17.xml.rels><?xml version="1.0" encoding="UTF-8" standalone="yes"?><Relationships xmlns="http://schemas.openxmlformats.org/package/2006/relationships"><Relationship Id="rId3" Type="http://schemas.openxmlformats.org/officeDocument/2006/relationships/package" Target="../embeddings/vr_business_Microsoft_Excel____16.xlsx" /><Relationship Id="rId2" Type="http://schemas.microsoft.com/office/2011/relationships/chartColorStyle" Target="vr_business_colors17.xml" /><Relationship Id="rId1" Type="http://schemas.microsoft.com/office/2011/relationships/chartStyle" Target="vr_business_style17.xml" /></Relationships>
</file>

<file path=ppt/charts/_rels/vr_business_chart48.xml.rels><?xml version="1.0" encoding="UTF-8" standalone="yes"?><Relationships xmlns="http://schemas.openxmlformats.org/package/2006/relationships"><Relationship Id="rId3" Type="http://schemas.openxmlformats.org/officeDocument/2006/relationships/package" Target="../embeddings/vr_business_Microsoft_Excel____47.xlsx" /><Relationship Id="rId2" Type="http://schemas.microsoft.com/office/2011/relationships/chartColorStyle" Target="vr_business_colors48.xml" /><Relationship Id="rId1" Type="http://schemas.microsoft.com/office/2011/relationships/chartStyle" Target="vr_business_style48.xml" /></Relationships>
</file>

<file path=ppt/charts/_rels/vr_business_chart57.xml.rels><?xml version="1.0" encoding="UTF-8" standalone="yes"?><Relationships xmlns="http://schemas.openxmlformats.org/package/2006/relationships"><Relationship Id="rId3" Type="http://schemas.openxmlformats.org/officeDocument/2006/relationships/package" Target="../embeddings/vr_business_Microsoft_Excel____56.xlsx" /><Relationship Id="rId2" Type="http://schemas.microsoft.com/office/2011/relationships/chartColorStyle" Target="vr_business_colors57.xml" /><Relationship Id="rId1" Type="http://schemas.microsoft.com/office/2011/relationships/chartStyle" Target="vr_business_style57.xml" /></Relationships>
</file>

<file path=ppt/charts/_rels/vr_business_chart59.xml.rels><?xml version="1.0" encoding="UTF-8" standalone="yes"?><Relationships xmlns="http://schemas.openxmlformats.org/package/2006/relationships"><Relationship Id="rId3" Type="http://schemas.openxmlformats.org/officeDocument/2006/relationships/package" Target="../embeddings/vr_business_Microsoft_Excel____58.xlsx" /><Relationship Id="rId2" Type="http://schemas.microsoft.com/office/2011/relationships/chartColorStyle" Target="vr_business_colors59.xml" /><Relationship Id="rId1" Type="http://schemas.microsoft.com/office/2011/relationships/chartStyle" Target="vr_business_style59.xml" /></Relationships>
</file>

<file path=ppt/charts/_rels/vr_business_chart64.xml.rels><?xml version="1.0" encoding="UTF-8" standalone="yes"?><Relationships xmlns="http://schemas.openxmlformats.org/package/2006/relationships"><Relationship Id="rId3" Type="http://schemas.openxmlformats.org/officeDocument/2006/relationships/package" Target="../embeddings/vr_business_Microsoft_Excel____63.xlsx" /><Relationship Id="rId2" Type="http://schemas.microsoft.com/office/2011/relationships/chartColorStyle" Target="vr_business_colors63.xml" /><Relationship Id="rId1" Type="http://schemas.microsoft.com/office/2011/relationships/chartStyle" Target="vr_business_style63.xml" /></Relationships>
</file>

<file path=ppt/charts/_rels/vr_business_chart65.xml.rels><?xml version="1.0" encoding="UTF-8" standalone="yes"?><Relationships xmlns="http://schemas.openxmlformats.org/package/2006/relationships"><Relationship Id="rId3" Type="http://schemas.openxmlformats.org/officeDocument/2006/relationships/package" Target="../embeddings/vr_business_Microsoft_Excel____64.xlsx" /><Relationship Id="rId2" Type="http://schemas.microsoft.com/office/2011/relationships/chartColorStyle" Target="vr_business_colors64.xml" /><Relationship Id="rId1" Type="http://schemas.microsoft.com/office/2011/relationships/chartStyle" Target="vr_business_style64.xml" /></Relationships>
</file>

<file path=ppt/charts/_rels/vr_business_chart87.xml.rels><?xml version="1.0" encoding="UTF-8" standalone="yes"?><Relationships xmlns="http://schemas.openxmlformats.org/package/2006/relationships"><Relationship Id="rId3" Type="http://schemas.openxmlformats.org/officeDocument/2006/relationships/package" Target="../embeddings/vr_business_Microsoft_Excel____86.xlsx" /><Relationship Id="rId2" Type="http://schemas.microsoft.com/office/2011/relationships/chartColorStyle" Target="vr_business_colors86.xml" /><Relationship Id="rId1" Type="http://schemas.microsoft.com/office/2011/relationships/chartStyle" Target="vr_business_style86.xml" /></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a:lstStyle/>
          <a:p>
            <a:endParaRPr lang="tr-TR"/>
          </a:p>
        </c:rich>
      </c:tx>
      <c:overlay val="1"/>
    </c:title>
    <c:autoTitleDeleted val="0"/>
    <c:plotArea>
      <c:layout>
        <c:manualLayout>
          <c:layoutTarget val="inner"/>
          <c:xMode val="edge"/>
          <c:yMode val="edge"/>
          <c:x val="7.1984800000000002E-2"/>
          <c:y val="5.4327400000000074E-2"/>
          <c:w val="0.9060319999999995"/>
          <c:h val="0.85404200000000052"/>
        </c:manualLayout>
      </c:layout>
      <c:lineChart>
        <c:grouping val="standard"/>
        <c:varyColors val="0"/>
        <c:ser>
          <c:idx val="0"/>
          <c:order val="0"/>
          <c:spPr>
            <a:ln w="19050" cap="flat">
              <a:solidFill>
                <a:schemeClr val="accent1"/>
              </a:solidFill>
              <a:prstDash val="solid"/>
              <a:miter lim="400000"/>
            </a:ln>
            <a:effectLst/>
          </c:spPr>
          <c:marker>
            <c:symbol val="circle"/>
            <c:size val="8"/>
            <c:spPr>
              <a:solidFill>
                <a:srgbClr val="FFFFFF"/>
              </a:solidFill>
              <a:ln w="12700" cap="flat">
                <a:solidFill>
                  <a:schemeClr val="accent1"/>
                </a:solidFill>
                <a:prstDash val="solid"/>
                <a:miter lim="400000"/>
              </a:ln>
              <a:effectLst/>
            </c:spPr>
          </c:marker>
          <c:val>
            <c:numRef>
              <c:f>Sheet1!$B$2:$G$2</c:f>
              <c:numCache>
                <c:formatCode>General</c:formatCode>
                <c:ptCount val="6"/>
                <c:pt idx="0">
                  <c:v>17</c:v>
                </c:pt>
                <c:pt idx="1">
                  <c:v>26</c:v>
                </c:pt>
                <c:pt idx="2">
                  <c:v>53</c:v>
                </c:pt>
                <c:pt idx="3">
                  <c:v>96</c:v>
                </c:pt>
                <c:pt idx="4">
                  <c:v>76</c:v>
                </c:pt>
                <c:pt idx="5">
                  <c:v>87</c:v>
                </c:pt>
              </c:numCache>
            </c:numRef>
          </c:val>
          <c:smooth val="0"/>
          <c:extLst>
            <c:ext xmlns:c15="http://schemas.microsoft.com/office/drawing/2012/chart" uri="{02D57815-91ED-43cb-92C2-25804820EDAC}">
              <c15:filteredSeriesTitle>
                <c15:tx>
                  <c:strRef>
                    <c:extLst xmlns:c16="http://schemas.microsoft.com/office/drawing/2014/chart">
                      <c:ext uri="{02D57815-91ED-43cb-92C2-25804820EDAC}">
                        <c15:formulaRef>
                          <c15:sqref>Sheet1!$A$2</c15:sqref>
                        </c15:formulaRef>
                      </c:ext>
                    </c:extLst>
                    <c:strCache>
                      <c:ptCount val="1"/>
                      <c:pt idx="0">
                        <c:v>Area 1</c:v>
                      </c:pt>
                    </c:strCache>
                  </c:strRef>
                </c15:tx>
              </c15:filteredSeriesTitle>
            </c:ext>
            <c:ext xmlns:c15="http://schemas.microsoft.com/office/drawing/2012/chart" uri="{02D57815-91ED-43cb-92C2-25804820EDAC}">
              <c15:filteredCategoryTitle>
                <c15:cat>
                  <c:strRef>
                    <c:extLst>
                      <c:ext uri="{02D57815-91ED-43cb-92C2-25804820EDAC}">
                        <c15:formulaRef>
                          <c15:sqref>Sheet1!$B$1:$G$1</c15:sqref>
                        </c15:formulaRef>
                      </c:ext>
                    </c:extLst>
                    <c:strCache>
                      <c:ptCount val="6"/>
                      <c:pt idx="0">
                        <c:v>Jan</c:v>
                      </c:pt>
                      <c:pt idx="1">
                        <c:v>Feb</c:v>
                      </c:pt>
                      <c:pt idx="2">
                        <c:v>Mar</c:v>
                      </c:pt>
                      <c:pt idx="3">
                        <c:v>April</c:v>
                      </c:pt>
                      <c:pt idx="4">
                        <c:v>May</c:v>
                      </c:pt>
                      <c:pt idx="5">
                        <c:v>Jun</c:v>
                      </c:pt>
                    </c:strCache>
                  </c:strRef>
                </c15:cat>
              </c15:filteredCategoryTitle>
            </c:ext>
            <c:ext xmlns:c16="http://schemas.microsoft.com/office/drawing/2014/chart" uri="{C3380CC4-5D6E-409C-BE32-E72D297353CC}">
              <c16:uniqueId val="{00000000-627E-4BDA-B2B5-1DADA4E463B7}"/>
            </c:ext>
          </c:extLst>
        </c:ser>
        <c:ser>
          <c:idx val="1"/>
          <c:order val="1"/>
          <c:spPr>
            <a:ln w="19050" cap="flat">
              <a:solidFill>
                <a:schemeClr val="accent2"/>
              </a:solidFill>
              <a:prstDash val="solid"/>
              <a:miter lim="400000"/>
            </a:ln>
            <a:effectLst/>
          </c:spPr>
          <c:marker>
            <c:symbol val="circle"/>
            <c:size val="8"/>
            <c:spPr>
              <a:solidFill>
                <a:srgbClr val="FFFFFF"/>
              </a:solidFill>
              <a:ln w="12700" cap="flat">
                <a:solidFill>
                  <a:schemeClr val="accent2"/>
                </a:solidFill>
                <a:prstDash val="solid"/>
                <a:miter lim="400000"/>
              </a:ln>
              <a:effectLst/>
            </c:spPr>
          </c:marker>
          <c:val>
            <c:numRef>
              <c:f>Sheet1!$B$3:$G$3</c:f>
              <c:numCache>
                <c:formatCode>General</c:formatCode>
                <c:ptCount val="6"/>
                <c:pt idx="0">
                  <c:v>55</c:v>
                </c:pt>
                <c:pt idx="1">
                  <c:v>43</c:v>
                </c:pt>
                <c:pt idx="2">
                  <c:v>70</c:v>
                </c:pt>
                <c:pt idx="3">
                  <c:v>58</c:v>
                </c:pt>
                <c:pt idx="4">
                  <c:v>43</c:v>
                </c:pt>
                <c:pt idx="5">
                  <c:v>23</c:v>
                </c:pt>
              </c:numCache>
            </c:numRef>
          </c:val>
          <c:smooth val="0"/>
          <c:extLst>
            <c:ext xmlns:c15="http://schemas.microsoft.com/office/drawing/2012/chart" uri="{02D57815-91ED-43cb-92C2-25804820EDAC}">
              <c15:filteredSeriesTitle>
                <c15:tx>
                  <c:strRef>
                    <c:extLst xmlns:c16="http://schemas.microsoft.com/office/drawing/2014/chart">
                      <c:ext uri="{02D57815-91ED-43cb-92C2-25804820EDAC}">
                        <c15:formulaRef>
                          <c15:sqref>Sheet1!$A$3</c15:sqref>
                        </c15:formulaRef>
                      </c:ext>
                    </c:extLst>
                    <c:strCache>
                      <c:ptCount val="1"/>
                      <c:pt idx="0">
                        <c:v>Area 2</c:v>
                      </c:pt>
                    </c:strCache>
                  </c:strRef>
                </c15:tx>
              </c15:filteredSeriesTitle>
            </c:ext>
            <c:ext xmlns:c15="http://schemas.microsoft.com/office/drawing/2012/chart" uri="{02D57815-91ED-43cb-92C2-25804820EDAC}">
              <c15:filteredCategoryTitle>
                <c15:cat>
                  <c:strRef>
                    <c:extLst>
                      <c:ext uri="{02D57815-91ED-43cb-92C2-25804820EDAC}">
                        <c15:formulaRef>
                          <c15:sqref>Sheet1!$B$1:$G$1</c15:sqref>
                        </c15:formulaRef>
                      </c:ext>
                    </c:extLst>
                    <c:strCache>
                      <c:ptCount val="6"/>
                      <c:pt idx="0">
                        <c:v>Jan</c:v>
                      </c:pt>
                      <c:pt idx="1">
                        <c:v>Feb</c:v>
                      </c:pt>
                      <c:pt idx="2">
                        <c:v>Mar</c:v>
                      </c:pt>
                      <c:pt idx="3">
                        <c:v>April</c:v>
                      </c:pt>
                      <c:pt idx="4">
                        <c:v>May</c:v>
                      </c:pt>
                      <c:pt idx="5">
                        <c:v>Jun</c:v>
                      </c:pt>
                    </c:strCache>
                  </c:strRef>
                </c15:cat>
              </c15:filteredCategoryTitle>
            </c:ext>
            <c:ext xmlns:c16="http://schemas.microsoft.com/office/drawing/2014/chart" uri="{C3380CC4-5D6E-409C-BE32-E72D297353CC}">
              <c16:uniqueId val="{00000001-627E-4BDA-B2B5-1DADA4E463B7}"/>
            </c:ext>
          </c:extLst>
        </c:ser>
        <c:ser>
          <c:idx val="2"/>
          <c:order val="2"/>
          <c:spPr>
            <a:ln w="19050" cap="flat">
              <a:solidFill>
                <a:schemeClr val="accent3"/>
              </a:solidFill>
              <a:prstDash val="solid"/>
              <a:miter lim="400000"/>
            </a:ln>
            <a:effectLst/>
          </c:spPr>
          <c:marker>
            <c:symbol val="circle"/>
            <c:size val="8"/>
            <c:spPr>
              <a:solidFill>
                <a:srgbClr val="FFFFFF"/>
              </a:solidFill>
              <a:ln w="12700" cap="flat">
                <a:solidFill>
                  <a:schemeClr val="accent3"/>
                </a:solidFill>
                <a:prstDash val="solid"/>
                <a:miter lim="400000"/>
              </a:ln>
              <a:effectLst/>
            </c:spPr>
          </c:marker>
          <c:val>
            <c:numRef>
              <c:f>Sheet1!$B$4:$G$4</c:f>
              <c:numCache>
                <c:formatCode>General</c:formatCode>
                <c:ptCount val="6"/>
                <c:pt idx="0">
                  <c:v>45</c:v>
                </c:pt>
                <c:pt idx="1">
                  <c:v>87</c:v>
                </c:pt>
                <c:pt idx="2">
                  <c:v>43</c:v>
                </c:pt>
                <c:pt idx="3">
                  <c:v>56</c:v>
                </c:pt>
                <c:pt idx="4">
                  <c:v>89</c:v>
                </c:pt>
                <c:pt idx="5">
                  <c:v>87</c:v>
                </c:pt>
              </c:numCache>
            </c:numRef>
          </c:val>
          <c:smooth val="0"/>
          <c:extLst>
            <c:ext xmlns:c15="http://schemas.microsoft.com/office/drawing/2012/chart" uri="{02D57815-91ED-43cb-92C2-25804820EDAC}">
              <c15:filteredSeriesTitle>
                <c15:tx>
                  <c:strRef>
                    <c:extLst xmlns:c16="http://schemas.microsoft.com/office/drawing/2014/chart">
                      <c:ext uri="{02D57815-91ED-43cb-92C2-25804820EDAC}">
                        <c15:formulaRef>
                          <c15:sqref>Sheet1!$A$4</c15:sqref>
                        </c15:formulaRef>
                      </c:ext>
                    </c:extLst>
                    <c:strCache>
                      <c:ptCount val="1"/>
                      <c:pt idx="0">
                        <c:v>Area 3</c:v>
                      </c:pt>
                    </c:strCache>
                  </c:strRef>
                </c15:tx>
              </c15:filteredSeriesTitle>
            </c:ext>
            <c:ext xmlns:c15="http://schemas.microsoft.com/office/drawing/2012/chart" uri="{02D57815-91ED-43cb-92C2-25804820EDAC}">
              <c15:filteredCategoryTitle>
                <c15:cat>
                  <c:strRef>
                    <c:extLst>
                      <c:ext uri="{02D57815-91ED-43cb-92C2-25804820EDAC}">
                        <c15:formulaRef>
                          <c15:sqref>Sheet1!$B$1:$G$1</c15:sqref>
                        </c15:formulaRef>
                      </c:ext>
                    </c:extLst>
                    <c:strCache>
                      <c:ptCount val="6"/>
                      <c:pt idx="0">
                        <c:v>Jan</c:v>
                      </c:pt>
                      <c:pt idx="1">
                        <c:v>Feb</c:v>
                      </c:pt>
                      <c:pt idx="2">
                        <c:v>Mar</c:v>
                      </c:pt>
                      <c:pt idx="3">
                        <c:v>April</c:v>
                      </c:pt>
                      <c:pt idx="4">
                        <c:v>May</c:v>
                      </c:pt>
                      <c:pt idx="5">
                        <c:v>Jun</c:v>
                      </c:pt>
                    </c:strCache>
                  </c:strRef>
                </c15:cat>
              </c15:filteredCategoryTitle>
            </c:ext>
            <c:ext xmlns:c16="http://schemas.microsoft.com/office/drawing/2014/chart" uri="{C3380CC4-5D6E-409C-BE32-E72D297353CC}">
              <c16:uniqueId val="{00000002-627E-4BDA-B2B5-1DADA4E463B7}"/>
            </c:ext>
          </c:extLst>
        </c:ser>
        <c:ser>
          <c:idx val="3"/>
          <c:order val="3"/>
          <c:spPr>
            <a:ln w="19050" cap="flat">
              <a:solidFill>
                <a:schemeClr val="accent4"/>
              </a:solidFill>
              <a:prstDash val="solid"/>
              <a:miter lim="400000"/>
            </a:ln>
            <a:effectLst/>
          </c:spPr>
          <c:marker>
            <c:symbol val="circle"/>
            <c:size val="8"/>
            <c:spPr>
              <a:solidFill>
                <a:srgbClr val="FFFFFF"/>
              </a:solidFill>
              <a:ln w="12700" cap="flat">
                <a:solidFill>
                  <a:schemeClr val="accent4"/>
                </a:solidFill>
                <a:prstDash val="solid"/>
                <a:miter lim="400000"/>
              </a:ln>
              <a:effectLst/>
            </c:spPr>
          </c:marker>
          <c:val>
            <c:numRef>
              <c:f>Sheet1!$B$5:$G$5</c:f>
              <c:numCache>
                <c:formatCode>General</c:formatCode>
                <c:ptCount val="6"/>
                <c:pt idx="0">
                  <c:v>20</c:v>
                </c:pt>
                <c:pt idx="1">
                  <c:v>41</c:v>
                </c:pt>
                <c:pt idx="2">
                  <c:v>45</c:v>
                </c:pt>
                <c:pt idx="3">
                  <c:v>78</c:v>
                </c:pt>
                <c:pt idx="4">
                  <c:v>23</c:v>
                </c:pt>
                <c:pt idx="5">
                  <c:v>78</c:v>
                </c:pt>
              </c:numCache>
            </c:numRef>
          </c:val>
          <c:smooth val="0"/>
          <c:extLst>
            <c:ext xmlns:c15="http://schemas.microsoft.com/office/drawing/2012/chart" uri="{02D57815-91ED-43cb-92C2-25804820EDAC}">
              <c15:filteredSeriesTitle>
                <c15:tx>
                  <c:strRef>
                    <c:extLst xmlns:c16="http://schemas.microsoft.com/office/drawing/2014/chart">
                      <c:ext uri="{02D57815-91ED-43cb-92C2-25804820EDAC}">
                        <c15:formulaRef>
                          <c15:sqref>Sheet1!$A$5</c15:sqref>
                        </c15:formulaRef>
                      </c:ext>
                    </c:extLst>
                    <c:strCache>
                      <c:ptCount val="1"/>
                      <c:pt idx="0">
                        <c:v>Area 4</c:v>
                      </c:pt>
                    </c:strCache>
                  </c:strRef>
                </c15:tx>
              </c15:filteredSeriesTitle>
            </c:ext>
            <c:ext xmlns:c15="http://schemas.microsoft.com/office/drawing/2012/chart" uri="{02D57815-91ED-43cb-92C2-25804820EDAC}">
              <c15:filteredCategoryTitle>
                <c15:cat>
                  <c:strRef>
                    <c:extLst>
                      <c:ext uri="{02D57815-91ED-43cb-92C2-25804820EDAC}">
                        <c15:formulaRef>
                          <c15:sqref>Sheet1!$B$1:$G$1</c15:sqref>
                        </c15:formulaRef>
                      </c:ext>
                    </c:extLst>
                    <c:strCache>
                      <c:ptCount val="6"/>
                      <c:pt idx="0">
                        <c:v>Jan</c:v>
                      </c:pt>
                      <c:pt idx="1">
                        <c:v>Feb</c:v>
                      </c:pt>
                      <c:pt idx="2">
                        <c:v>Mar</c:v>
                      </c:pt>
                      <c:pt idx="3">
                        <c:v>April</c:v>
                      </c:pt>
                      <c:pt idx="4">
                        <c:v>May</c:v>
                      </c:pt>
                      <c:pt idx="5">
                        <c:v>Jun</c:v>
                      </c:pt>
                    </c:strCache>
                  </c:strRef>
                </c15:cat>
              </c15:filteredCategoryTitle>
            </c:ext>
            <c:ext xmlns:c16="http://schemas.microsoft.com/office/drawing/2014/chart" uri="{C3380CC4-5D6E-409C-BE32-E72D297353CC}">
              <c16:uniqueId val="{00000003-627E-4BDA-B2B5-1DADA4E463B7}"/>
            </c:ext>
          </c:extLst>
        </c:ser>
        <c:dLbls>
          <c:showLegendKey val="0"/>
          <c:showVal val="0"/>
          <c:showCatName val="0"/>
          <c:showSerName val="0"/>
          <c:showPercent val="0"/>
          <c:showBubbleSize val="0"/>
        </c:dLbls>
        <c:marker val="1"/>
        <c:smooth val="0"/>
        <c:axId val="1515970112"/>
        <c:axId val="1506616928"/>
      </c:lineChart>
      <c:catAx>
        <c:axId val="1515970112"/>
        <c:scaling>
          <c:orientation val="minMax"/>
        </c:scaling>
        <c:delete val="0"/>
        <c:axPos val="b"/>
        <c:numFmt formatCode="General" sourceLinked="1"/>
        <c:majorTickMark val="none"/>
        <c:minorTickMark val="none"/>
        <c:tickLblPos val="low"/>
        <c:spPr>
          <a:ln w="19050" cap="flat">
            <a:solidFill>
              <a:schemeClr val="bg1">
                <a:lumMod val="65000"/>
              </a:schemeClr>
            </a:solidFill>
            <a:prstDash val="solid"/>
            <a:miter lim="400000"/>
          </a:ln>
        </c:spPr>
        <c:txPr>
          <a:bodyPr rot="0"/>
          <a:lstStyle/>
          <a:p>
            <a:pPr>
              <a:defRPr sz="1200">
                <a:solidFill>
                  <a:schemeClr val="tx1">
                    <a:lumMod val="75000"/>
                    <a:lumOff val="25000"/>
                  </a:schemeClr>
                </a:solidFill>
                <a:latin typeface="+mn-ea"/>
                <a:ea typeface="+mn-ea"/>
              </a:defRPr>
            </a:pPr>
            <a:endParaRPr lang="zh-CN"/>
          </a:p>
        </c:txPr>
        <c:crossAx val="1506616928"/>
        <c:crosses val="autoZero"/>
        <c:auto val="1"/>
        <c:lblAlgn val="ctr"/>
        <c:lblOffset val="100"/>
        <c:noMultiLvlLbl val="1"/>
      </c:catAx>
      <c:valAx>
        <c:axId val="1506616928"/>
        <c:scaling>
          <c:orientation val="minMax"/>
        </c:scaling>
        <c:delete val="0"/>
        <c:axPos val="l"/>
        <c:majorGridlines>
          <c:spPr>
            <a:ln w="12700" cap="flat">
              <a:solidFill>
                <a:schemeClr val="bg1">
                  <a:lumMod val="65000"/>
                </a:schemeClr>
              </a:solidFill>
              <a:custDash>
                <a:ds d="200000" sp="200000"/>
              </a:custDash>
              <a:miter lim="400000"/>
            </a:ln>
          </c:spPr>
        </c:majorGridlines>
        <c:numFmt formatCode="0" sourceLinked="0"/>
        <c:majorTickMark val="none"/>
        <c:minorTickMark val="none"/>
        <c:tickLblPos val="nextTo"/>
        <c:spPr>
          <a:ln w="12700" cap="flat">
            <a:noFill/>
            <a:prstDash val="solid"/>
            <a:miter lim="400000"/>
          </a:ln>
        </c:spPr>
        <c:txPr>
          <a:bodyPr rot="0"/>
          <a:lstStyle/>
          <a:p>
            <a:pPr>
              <a:defRPr sz="1200">
                <a:solidFill>
                  <a:schemeClr val="tx1">
                    <a:lumMod val="75000"/>
                    <a:lumOff val="25000"/>
                  </a:schemeClr>
                </a:solidFill>
                <a:latin typeface="+mn-lt"/>
              </a:defRPr>
            </a:pPr>
            <a:endParaRPr lang="zh-CN"/>
          </a:p>
        </c:txPr>
        <c:crossAx val="1515970112"/>
        <c:crosses val="autoZero"/>
        <c:crossBetween val="midCat"/>
        <c:majorUnit val="25"/>
        <c:minorUnit val="12.5"/>
      </c:valAx>
      <c:spPr>
        <a:noFill/>
        <a:ln w="12700" cap="flat">
          <a:noFill/>
          <a:miter lim="400000"/>
        </a:ln>
        <a:effectLst/>
      </c:spPr>
    </c:plotArea>
    <c:plotVisOnly val="1"/>
    <c:dispBlanksAs val="gap"/>
    <c:showDLblsOverMax val="1"/>
  </c:chart>
  <c:spPr>
    <a:noFill/>
    <a:ln>
      <a:noFill/>
    </a:ln>
    <a:effectLst/>
  </c:spPr>
  <c:txPr>
    <a:bodyPr/>
    <a:lstStyle/>
    <a:p>
      <a:pPr>
        <a:defRPr>
          <a:latin typeface="Arial" panose="020B0604020202020204" pitchFamily="34" charset="0"/>
          <a:ea typeface="微软雅黑" panose="020B0503020204020204" pitchFamily="34" charset="-122"/>
          <a:sym typeface="Arial" panose="020B0604020202020204" pitchFamily="34" charset="0"/>
        </a:defRPr>
      </a:pPr>
      <a:endParaRPr lang="zh-CN"/>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13559205398949"/>
          <c:y val="0"/>
          <c:w val="0.85019636439078494"/>
          <c:h val="0.77170969438042791"/>
        </c:manualLayout>
      </c:layout>
      <c:barChart>
        <c:barDir val="bar"/>
        <c:grouping val="stacked"/>
        <c:varyColors val="0"/>
        <c:ser>
          <c:idx val="0"/>
          <c:order val="0"/>
          <c:tx>
            <c:strRef>
              <c:f>Sheet1!$B$1</c:f>
              <c:strCache>
                <c:ptCount val="1"/>
                <c:pt idx="0">
                  <c:v>系列 1</c:v>
                </c:pt>
              </c:strCache>
            </c:strRef>
          </c:tx>
          <c:spPr>
            <a:solidFill>
              <a:schemeClr val="accent1"/>
            </a:solidFill>
            <a:effectLst/>
          </c:spPr>
          <c:invertIfNegative val="0"/>
          <c:dPt>
            <c:idx val="0"/>
            <c:invertIfNegative val="0"/>
            <c:bubble3D val="0"/>
            <c:spPr>
              <a:solidFill>
                <a:schemeClr val="accent2"/>
              </a:solidFill>
              <a:effectLst/>
            </c:spPr>
            <c:extLst>
              <c:ext xmlns:c16="http://schemas.microsoft.com/office/drawing/2014/chart" uri="{C3380CC4-5D6E-409C-BE32-E72D297353CC}">
                <c16:uniqueId val="{00000001-35DD-4764-8D1A-A7CDFBAFF423}"/>
              </c:ext>
            </c:extLst>
          </c:dPt>
          <c:dPt>
            <c:idx val="2"/>
            <c:invertIfNegative val="0"/>
            <c:bubble3D val="0"/>
            <c:spPr>
              <a:solidFill>
                <a:schemeClr val="accent4"/>
              </a:solidFill>
              <a:effectLst/>
            </c:spPr>
            <c:extLst>
              <c:ext xmlns:c16="http://schemas.microsoft.com/office/drawing/2014/chart" uri="{C3380CC4-5D6E-409C-BE32-E72D297353CC}">
                <c16:uniqueId val="{00000003-35DD-4764-8D1A-A7CDFBAFF423}"/>
              </c:ext>
            </c:extLst>
          </c:dPt>
          <c:dPt>
            <c:idx val="4"/>
            <c:invertIfNegative val="0"/>
            <c:bubble3D val="0"/>
            <c:spPr>
              <a:solidFill>
                <a:schemeClr val="accent2"/>
              </a:solidFill>
              <a:effectLst/>
            </c:spPr>
            <c:extLst>
              <c:ext xmlns:c16="http://schemas.microsoft.com/office/drawing/2014/chart" uri="{C3380CC4-5D6E-409C-BE32-E72D297353CC}">
                <c16:uniqueId val="{00000005-35DD-4764-8D1A-A7CDFBAFF423}"/>
              </c:ext>
            </c:extLst>
          </c:dPt>
          <c:dLbls>
            <c:spPr>
              <a:noFill/>
              <a:ln>
                <a:noFill/>
              </a:ln>
              <a:effectLst/>
            </c:spPr>
            <c:txPr>
              <a:bodyPr wrap="square" lIns="38100" tIns="19050" rIns="38100" bIns="19050" anchor="ctr">
                <a:spAutoFit/>
              </a:bodyPr>
              <a:lstStyle/>
              <a:p>
                <a:pPr>
                  <a:defRPr sz="1400">
                    <a:solidFill>
                      <a:schemeClr val="bg1"/>
                    </a:solidFill>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Sheet1!$A$2:$A$7</c:f>
              <c:strCache>
                <c:ptCount val="6"/>
                <c:pt idx="0">
                  <c:v>右键编辑数据</c:v>
                </c:pt>
                <c:pt idx="1">
                  <c:v>右键编辑数据</c:v>
                </c:pt>
                <c:pt idx="2">
                  <c:v>右键编辑数据</c:v>
                </c:pt>
                <c:pt idx="3">
                  <c:v>右键编辑数据</c:v>
                </c:pt>
                <c:pt idx="4">
                  <c:v>右键编辑数据</c:v>
                </c:pt>
                <c:pt idx="5">
                  <c:v>右键编辑数据</c:v>
                </c:pt>
              </c:strCache>
            </c:strRef>
          </c:cat>
          <c:val>
            <c:numRef>
              <c:f>Sheet1!$B$2:$B$7</c:f>
              <c:numCache>
                <c:formatCode>General</c:formatCode>
                <c:ptCount val="6"/>
                <c:pt idx="0">
                  <c:v>60</c:v>
                </c:pt>
                <c:pt idx="1">
                  <c:v>80</c:v>
                </c:pt>
                <c:pt idx="2">
                  <c:v>100</c:v>
                </c:pt>
                <c:pt idx="3">
                  <c:v>60</c:v>
                </c:pt>
                <c:pt idx="4">
                  <c:v>100</c:v>
                </c:pt>
                <c:pt idx="5">
                  <c:v>50</c:v>
                </c:pt>
              </c:numCache>
            </c:numRef>
          </c:val>
          <c:extLst>
            <c:ext xmlns:c16="http://schemas.microsoft.com/office/drawing/2014/chart" uri="{C3380CC4-5D6E-409C-BE32-E72D297353CC}">
              <c16:uniqueId val="{00000006-35DD-4764-8D1A-A7CDFBAFF423}"/>
            </c:ext>
          </c:extLst>
        </c:ser>
        <c:dLbls>
          <c:dLblPos val="ctr"/>
          <c:showLegendKey val="0"/>
          <c:showVal val="1"/>
          <c:showCatName val="0"/>
          <c:showSerName val="0"/>
          <c:showPercent val="0"/>
          <c:showBubbleSize val="0"/>
        </c:dLbls>
        <c:gapWidth val="50"/>
        <c:overlap val="100"/>
        <c:axId val="1603433040"/>
        <c:axId val="1603428688"/>
      </c:barChart>
      <c:catAx>
        <c:axId val="1603433040"/>
        <c:scaling>
          <c:orientation val="minMax"/>
        </c:scaling>
        <c:delete val="0"/>
        <c:axPos val="l"/>
        <c:numFmt formatCode="General" sourceLinked="1"/>
        <c:majorTickMark val="out"/>
        <c:minorTickMark val="none"/>
        <c:tickLblPos val="nextTo"/>
        <c:txPr>
          <a:bodyPr/>
          <a:lstStyle/>
          <a:p>
            <a:pPr>
              <a:defRPr sz="1050" b="0">
                <a:solidFill>
                  <a:schemeClr val="tx1">
                    <a:lumMod val="50000"/>
                    <a:lumOff val="50000"/>
                  </a:schemeClr>
                </a:solidFill>
                <a:latin typeface="微软雅黑" pitchFamily="34" charset="-122"/>
                <a:ea typeface="微软雅黑" pitchFamily="34" charset="-122"/>
              </a:defRPr>
            </a:pPr>
            <a:endParaRPr lang="zh-CN"/>
          </a:p>
        </c:txPr>
        <c:crossAx val="1603428688"/>
        <c:crosses val="autoZero"/>
        <c:auto val="1"/>
        <c:lblAlgn val="ctr"/>
        <c:lblOffset val="100"/>
        <c:noMultiLvlLbl val="0"/>
      </c:catAx>
      <c:valAx>
        <c:axId val="1603428688"/>
        <c:scaling>
          <c:orientation val="minMax"/>
        </c:scaling>
        <c:delete val="0"/>
        <c:axPos val="b"/>
        <c:numFmt formatCode="General" sourceLinked="1"/>
        <c:majorTickMark val="out"/>
        <c:minorTickMark val="none"/>
        <c:tickLblPos val="nextTo"/>
        <c:txPr>
          <a:bodyPr/>
          <a:lstStyle/>
          <a:p>
            <a:pPr>
              <a:defRPr sz="1200">
                <a:solidFill>
                  <a:schemeClr val="tx1">
                    <a:lumMod val="50000"/>
                    <a:lumOff val="50000"/>
                  </a:schemeClr>
                </a:solidFill>
                <a:latin typeface="Arial" pitchFamily="34" charset="0"/>
                <a:cs typeface="Arial" pitchFamily="34" charset="0"/>
              </a:defRPr>
            </a:pPr>
            <a:endParaRPr lang="zh-CN"/>
          </a:p>
        </c:txPr>
        <c:crossAx val="1603433040"/>
        <c:crosses val="autoZero"/>
        <c:crossBetween val="between"/>
      </c:valAx>
    </c:plotArea>
    <c:plotVisOnly val="1"/>
    <c:dispBlanksAs val="gap"/>
    <c:showDLblsOverMax val="0"/>
  </c:chart>
  <c:txPr>
    <a:bodyPr/>
    <a:lstStyle/>
    <a:p>
      <a:pPr>
        <a:defRPr sz="1800"/>
      </a:pPr>
      <a:endParaRPr lang="zh-CN"/>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61B3-4580-A8BB-30D425390AD6}"/>
            </c:ext>
          </c:extLst>
        </c:ser>
        <c:ser>
          <c:idx val="1"/>
          <c:order val="1"/>
          <c:tx>
            <c:strRef>
              <c:f>Sheet1!$C$1</c:f>
              <c:strCache>
                <c:ptCount val="1"/>
                <c:pt idx="0">
                  <c:v>列1</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numCache>
            </c:numRef>
          </c:val>
          <c:extLst>
            <c:ext xmlns:c16="http://schemas.microsoft.com/office/drawing/2014/chart" uri="{C3380CC4-5D6E-409C-BE32-E72D297353CC}">
              <c16:uniqueId val="{00000001-61B3-4580-A8BB-30D425390AD6}"/>
            </c:ext>
          </c:extLst>
        </c:ser>
        <c:ser>
          <c:idx val="2"/>
          <c:order val="2"/>
          <c:tx>
            <c:strRef>
              <c:f>Sheet1!$D$1</c:f>
              <c:strCache>
                <c:ptCount val="1"/>
                <c:pt idx="0">
                  <c:v>列2</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Sheet1!$D$2:$D$5</c:f>
              <c:numCache>
                <c:formatCode>General</c:formatCode>
                <c:ptCount val="4"/>
              </c:numCache>
            </c:numRef>
          </c:val>
          <c:extLst>
            <c:ext xmlns:c16="http://schemas.microsoft.com/office/drawing/2014/chart" uri="{C3380CC4-5D6E-409C-BE32-E72D297353CC}">
              <c16:uniqueId val="{00000002-61B3-4580-A8BB-30D425390AD6}"/>
            </c:ext>
          </c:extLst>
        </c:ser>
        <c:dLbls>
          <c:showLegendKey val="0"/>
          <c:showVal val="0"/>
          <c:showCatName val="0"/>
          <c:showSerName val="0"/>
          <c:showPercent val="0"/>
          <c:showBubbleSize val="0"/>
        </c:dLbls>
        <c:gapWidth val="175"/>
        <c:overlap val="40"/>
        <c:axId val="47701151"/>
        <c:axId val="47713631"/>
      </c:barChart>
      <c:catAx>
        <c:axId val="477011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7713631"/>
        <c:crosses val="autoZero"/>
        <c:auto val="1"/>
        <c:lblAlgn val="ctr"/>
        <c:lblOffset val="100"/>
        <c:noMultiLvlLbl val="0"/>
      </c:catAx>
      <c:valAx>
        <c:axId val="477136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770115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dPt>
            <c:idx val="0"/>
            <c:invertIfNegative val="0"/>
            <c:bubble3D val="0"/>
            <c:spPr>
              <a:solidFill>
                <a:schemeClr val="accent3"/>
              </a:solidFill>
              <a:ln>
                <a:noFill/>
              </a:ln>
              <a:effectLst/>
            </c:spPr>
            <c:extLst>
              <c:ext xmlns:c16="http://schemas.microsoft.com/office/drawing/2014/chart" uri="{C3380CC4-5D6E-409C-BE32-E72D297353CC}">
                <c16:uniqueId val="{00000003-E335-467D-9292-4B16B0A7ABEF}"/>
              </c:ext>
            </c:extLst>
          </c:dPt>
          <c:dPt>
            <c:idx val="1"/>
            <c:invertIfNegative val="0"/>
            <c:bubble3D val="0"/>
            <c:spPr>
              <a:solidFill>
                <a:schemeClr val="accent3"/>
              </a:solidFill>
              <a:ln>
                <a:noFill/>
              </a:ln>
              <a:effectLst/>
            </c:spPr>
            <c:extLst>
              <c:ext xmlns:c16="http://schemas.microsoft.com/office/drawing/2014/chart" uri="{C3380CC4-5D6E-409C-BE32-E72D297353CC}">
                <c16:uniqueId val="{00000004-E335-467D-9292-4B16B0A7ABEF}"/>
              </c:ext>
            </c:extLst>
          </c:dPt>
          <c:dPt>
            <c:idx val="2"/>
            <c:invertIfNegative val="0"/>
            <c:bubble3D val="0"/>
            <c:spPr>
              <a:solidFill>
                <a:schemeClr val="accent3"/>
              </a:solidFill>
              <a:ln>
                <a:noFill/>
              </a:ln>
              <a:effectLst/>
            </c:spPr>
            <c:extLst>
              <c:ext xmlns:c16="http://schemas.microsoft.com/office/drawing/2014/chart" uri="{C3380CC4-5D6E-409C-BE32-E72D297353CC}">
                <c16:uniqueId val="{00000005-E335-467D-9292-4B16B0A7ABEF}"/>
              </c:ext>
            </c:extLst>
          </c:dPt>
          <c:dPt>
            <c:idx val="3"/>
            <c:invertIfNegative val="0"/>
            <c:bubble3D val="0"/>
            <c:spPr>
              <a:solidFill>
                <a:schemeClr val="accent3"/>
              </a:solidFill>
              <a:ln>
                <a:noFill/>
              </a:ln>
              <a:effectLst/>
            </c:spPr>
            <c:extLst>
              <c:ext xmlns:c16="http://schemas.microsoft.com/office/drawing/2014/chart" uri="{C3380CC4-5D6E-409C-BE32-E72D297353CC}">
                <c16:uniqueId val="{00000006-E335-467D-9292-4B16B0A7ABEF}"/>
              </c:ext>
            </c:extLst>
          </c:dPt>
          <c:dLbls>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1">
                        <a:lumMod val="75000"/>
                        <a:lumOff val="25000"/>
                      </a:schemeClr>
                    </a:solidFill>
                    <a:latin typeface="+mn-lt"/>
                    <a:ea typeface="+mn-ea"/>
                    <a:cs typeface="+mn-cs"/>
                  </a:defRPr>
                </a:pPr>
                <a:endParaRPr lang="zh-CN"/>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335-467D-9292-4B16B0A7ABEF}"/>
            </c:ext>
          </c:extLst>
        </c:ser>
        <c:ser>
          <c:idx val="1"/>
          <c:order val="1"/>
          <c:tx>
            <c:strRef>
              <c:f>Sheet1!$C$1</c:f>
              <c:strCache>
                <c:ptCount val="1"/>
                <c:pt idx="0">
                  <c:v>列1</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numCache>
            </c:numRef>
          </c:val>
          <c:extLst>
            <c:ext xmlns:c16="http://schemas.microsoft.com/office/drawing/2014/chart" uri="{C3380CC4-5D6E-409C-BE32-E72D297353CC}">
              <c16:uniqueId val="{00000001-E335-467D-9292-4B16B0A7ABEF}"/>
            </c:ext>
          </c:extLst>
        </c:ser>
        <c:ser>
          <c:idx val="2"/>
          <c:order val="2"/>
          <c:tx>
            <c:strRef>
              <c:f>Sheet1!$D$1</c:f>
              <c:strCache>
                <c:ptCount val="1"/>
                <c:pt idx="0">
                  <c:v>列2</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Sheet1!$D$2:$D$5</c:f>
              <c:numCache>
                <c:formatCode>General</c:formatCode>
                <c:ptCount val="4"/>
              </c:numCache>
            </c:numRef>
          </c:val>
          <c:extLst>
            <c:ext xmlns:c16="http://schemas.microsoft.com/office/drawing/2014/chart" uri="{C3380CC4-5D6E-409C-BE32-E72D297353CC}">
              <c16:uniqueId val="{00000002-E335-467D-9292-4B16B0A7ABEF}"/>
            </c:ext>
          </c:extLst>
        </c:ser>
        <c:dLbls>
          <c:showLegendKey val="0"/>
          <c:showVal val="0"/>
          <c:showCatName val="0"/>
          <c:showSerName val="0"/>
          <c:showPercent val="0"/>
          <c:showBubbleSize val="0"/>
        </c:dLbls>
        <c:gapWidth val="175"/>
        <c:overlap val="40"/>
        <c:axId val="47701151"/>
        <c:axId val="47713631"/>
      </c:barChart>
      <c:catAx>
        <c:axId val="4770115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7713631"/>
        <c:crosses val="autoZero"/>
        <c:auto val="1"/>
        <c:lblAlgn val="ctr"/>
        <c:lblOffset val="100"/>
        <c:noMultiLvlLbl val="0"/>
      </c:catAx>
      <c:valAx>
        <c:axId val="4771363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770115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percentStacked"/>
        <c:varyColors val="0"/>
        <c:ser>
          <c:idx val="0"/>
          <c:order val="0"/>
          <c:tx>
            <c:strRef>
              <c:f>Sheet1!$B$1</c:f>
              <c:strCache>
                <c:ptCount val="1"/>
                <c:pt idx="0">
                  <c:v>系列 1</c:v>
                </c:pt>
              </c:strCache>
            </c:strRef>
          </c:tx>
          <c:spPr>
            <a:solidFill>
              <a:schemeClr val="accent1"/>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D7E-440A-8D90-8451D00F87BA}"/>
            </c:ext>
          </c:extLst>
        </c:ser>
        <c:ser>
          <c:idx val="1"/>
          <c:order val="1"/>
          <c:tx>
            <c:strRef>
              <c:f>Sheet1!$C$1</c:f>
              <c:strCache>
                <c:ptCount val="1"/>
                <c:pt idx="0">
                  <c:v>系列 2</c:v>
                </c:pt>
              </c:strCache>
            </c:strRef>
          </c:tx>
          <c:spPr>
            <a:solidFill>
              <a:schemeClr val="bg1">
                <a:lumMod val="85000"/>
              </a:schemeClr>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D7E-440A-8D90-8451D00F87BA}"/>
            </c:ext>
          </c:extLst>
        </c:ser>
        <c:ser>
          <c:idx val="2"/>
          <c:order val="2"/>
          <c:tx>
            <c:strRef>
              <c:f>Sheet1!$D$1</c:f>
              <c:strCache>
                <c:ptCount val="1"/>
                <c:pt idx="0">
                  <c:v>列1</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Sheet1!$D$2:$D$5</c:f>
              <c:numCache>
                <c:formatCode>General</c:formatCode>
                <c:ptCount val="4"/>
              </c:numCache>
            </c:numRef>
          </c:val>
          <c:extLst>
            <c:ext xmlns:c16="http://schemas.microsoft.com/office/drawing/2014/chart" uri="{C3380CC4-5D6E-409C-BE32-E72D297353CC}">
              <c16:uniqueId val="{00000002-2D7E-440A-8D90-8451D00F87BA}"/>
            </c:ext>
          </c:extLst>
        </c:ser>
        <c:dLbls>
          <c:showLegendKey val="0"/>
          <c:showVal val="0"/>
          <c:showCatName val="0"/>
          <c:showSerName val="0"/>
          <c:showPercent val="0"/>
          <c:showBubbleSize val="0"/>
        </c:dLbls>
        <c:gapWidth val="60"/>
        <c:overlap val="100"/>
        <c:axId val="49884959"/>
        <c:axId val="49882047"/>
      </c:barChart>
      <c:catAx>
        <c:axId val="498849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2047"/>
        <c:crosses val="autoZero"/>
        <c:auto val="1"/>
        <c:lblAlgn val="ctr"/>
        <c:lblOffset val="100"/>
        <c:noMultiLvlLbl val="0"/>
      </c:catAx>
      <c:valAx>
        <c:axId val="49882047"/>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4959"/>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percentStacked"/>
        <c:varyColors val="0"/>
        <c:ser>
          <c:idx val="0"/>
          <c:order val="0"/>
          <c:tx>
            <c:strRef>
              <c:f>Sheet1!$B$1</c:f>
              <c:strCache>
                <c:ptCount val="1"/>
                <c:pt idx="0">
                  <c:v>系列 1</c:v>
                </c:pt>
              </c:strCache>
            </c:strRef>
          </c:tx>
          <c:spPr>
            <a:solidFill>
              <a:schemeClr val="accent2"/>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FC8D-4645-BA58-8020B0F762C5}"/>
            </c:ext>
          </c:extLst>
        </c:ser>
        <c:ser>
          <c:idx val="1"/>
          <c:order val="1"/>
          <c:tx>
            <c:strRef>
              <c:f>Sheet1!$C$1</c:f>
              <c:strCache>
                <c:ptCount val="1"/>
                <c:pt idx="0">
                  <c:v>系列 2</c:v>
                </c:pt>
              </c:strCache>
            </c:strRef>
          </c:tx>
          <c:spPr>
            <a:solidFill>
              <a:schemeClr val="bg1">
                <a:lumMod val="85000"/>
              </a:schemeClr>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FC8D-4645-BA58-8020B0F762C5}"/>
            </c:ext>
          </c:extLst>
        </c:ser>
        <c:ser>
          <c:idx val="2"/>
          <c:order val="2"/>
          <c:tx>
            <c:strRef>
              <c:f>Sheet1!$D$1</c:f>
              <c:strCache>
                <c:ptCount val="1"/>
                <c:pt idx="0">
                  <c:v>列1</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Sheet1!$D$2:$D$5</c:f>
              <c:numCache>
                <c:formatCode>General</c:formatCode>
                <c:ptCount val="4"/>
              </c:numCache>
            </c:numRef>
          </c:val>
          <c:extLst>
            <c:ext xmlns:c16="http://schemas.microsoft.com/office/drawing/2014/chart" uri="{C3380CC4-5D6E-409C-BE32-E72D297353CC}">
              <c16:uniqueId val="{00000002-FC8D-4645-BA58-8020B0F762C5}"/>
            </c:ext>
          </c:extLst>
        </c:ser>
        <c:dLbls>
          <c:showLegendKey val="0"/>
          <c:showVal val="0"/>
          <c:showCatName val="0"/>
          <c:showSerName val="0"/>
          <c:showPercent val="0"/>
          <c:showBubbleSize val="0"/>
        </c:dLbls>
        <c:gapWidth val="60"/>
        <c:overlap val="100"/>
        <c:axId val="49884959"/>
        <c:axId val="49882047"/>
      </c:barChart>
      <c:catAx>
        <c:axId val="498849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2047"/>
        <c:crosses val="autoZero"/>
        <c:auto val="1"/>
        <c:lblAlgn val="ctr"/>
        <c:lblOffset val="100"/>
        <c:noMultiLvlLbl val="0"/>
      </c:catAx>
      <c:valAx>
        <c:axId val="49882047"/>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4959"/>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percentStacked"/>
        <c:varyColors val="0"/>
        <c:ser>
          <c:idx val="0"/>
          <c:order val="0"/>
          <c:tx>
            <c:strRef>
              <c:f>Sheet1!$B$1</c:f>
              <c:strCache>
                <c:ptCount val="1"/>
                <c:pt idx="0">
                  <c:v>系列 1</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8E0-4291-9D6E-EE9C773A7247}"/>
            </c:ext>
          </c:extLst>
        </c:ser>
        <c:ser>
          <c:idx val="1"/>
          <c:order val="1"/>
          <c:tx>
            <c:strRef>
              <c:f>Sheet1!$C$1</c:f>
              <c:strCache>
                <c:ptCount val="1"/>
                <c:pt idx="0">
                  <c:v>系列 2</c:v>
                </c:pt>
              </c:strCache>
            </c:strRef>
          </c:tx>
          <c:spPr>
            <a:solidFill>
              <a:schemeClr val="bg1">
                <a:lumMod val="85000"/>
              </a:schemeClr>
            </a:solidFill>
            <a:ln>
              <a:noFill/>
            </a:ln>
            <a:effectLst/>
          </c:spPr>
          <c:invertIfNegative val="0"/>
          <c:cat>
            <c:strRef>
              <c:f>Sheet1!$A$2:$A$5</c:f>
              <c:strCache>
                <c:ptCount val="4"/>
                <c:pt idx="0">
                  <c:v>类别 1</c:v>
                </c:pt>
                <c:pt idx="1">
                  <c:v>类别 2</c:v>
                </c:pt>
                <c:pt idx="2">
                  <c:v>类别 3</c:v>
                </c:pt>
                <c:pt idx="3">
                  <c:v>类别 4</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8E0-4291-9D6E-EE9C773A7247}"/>
            </c:ext>
          </c:extLst>
        </c:ser>
        <c:ser>
          <c:idx val="2"/>
          <c:order val="2"/>
          <c:tx>
            <c:strRef>
              <c:f>Sheet1!$D$1</c:f>
              <c:strCache>
                <c:ptCount val="1"/>
                <c:pt idx="0">
                  <c:v>列1</c:v>
                </c:pt>
              </c:strCache>
            </c:strRef>
          </c:tx>
          <c:spPr>
            <a:solidFill>
              <a:schemeClr val="accent3"/>
            </a:solidFill>
            <a:ln>
              <a:noFill/>
            </a:ln>
            <a:effectLst/>
          </c:spPr>
          <c:invertIfNegative val="0"/>
          <c:cat>
            <c:strRef>
              <c:f>Sheet1!$A$2:$A$5</c:f>
              <c:strCache>
                <c:ptCount val="4"/>
                <c:pt idx="0">
                  <c:v>类别 1</c:v>
                </c:pt>
                <c:pt idx="1">
                  <c:v>类别 2</c:v>
                </c:pt>
                <c:pt idx="2">
                  <c:v>类别 3</c:v>
                </c:pt>
                <c:pt idx="3">
                  <c:v>类别 4</c:v>
                </c:pt>
              </c:strCache>
            </c:strRef>
          </c:cat>
          <c:val>
            <c:numRef>
              <c:f>Sheet1!$D$2:$D$5</c:f>
              <c:numCache>
                <c:formatCode>General</c:formatCode>
                <c:ptCount val="4"/>
              </c:numCache>
            </c:numRef>
          </c:val>
          <c:extLst>
            <c:ext xmlns:c16="http://schemas.microsoft.com/office/drawing/2014/chart" uri="{C3380CC4-5D6E-409C-BE32-E72D297353CC}">
              <c16:uniqueId val="{00000002-A8E0-4291-9D6E-EE9C773A7247}"/>
            </c:ext>
          </c:extLst>
        </c:ser>
        <c:dLbls>
          <c:showLegendKey val="0"/>
          <c:showVal val="0"/>
          <c:showCatName val="0"/>
          <c:showSerName val="0"/>
          <c:showPercent val="0"/>
          <c:showBubbleSize val="0"/>
        </c:dLbls>
        <c:gapWidth val="60"/>
        <c:overlap val="100"/>
        <c:axId val="49884959"/>
        <c:axId val="49882047"/>
      </c:barChart>
      <c:catAx>
        <c:axId val="498849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2047"/>
        <c:crosses val="autoZero"/>
        <c:auto val="1"/>
        <c:lblAlgn val="ctr"/>
        <c:lblOffset val="100"/>
        <c:noMultiLvlLbl val="0"/>
      </c:catAx>
      <c:valAx>
        <c:axId val="49882047"/>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75000"/>
                    <a:lumOff val="25000"/>
                  </a:schemeClr>
                </a:solidFill>
                <a:latin typeface="+mn-lt"/>
                <a:ea typeface="+mn-ea"/>
                <a:cs typeface="+mn-cs"/>
              </a:defRPr>
            </a:pPr>
            <a:endParaRPr lang="zh-CN"/>
          </a:p>
        </c:txPr>
        <c:crossAx val="49884959"/>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vr_business_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销售占比</c:v>
                </c:pt>
              </c:strCache>
            </c:strRef>
          </c:tx>
          <c:dPt>
            <c:idx val="0"/>
            <c:bubble3D val="0"/>
            <c:spPr>
              <a:solidFill>
                <a:srgbClr val="336699"/>
              </a:solidFill>
              <a:ln w="19050">
                <a:solidFill>
                  <a:srgbClr val="FFFFFF"/>
                </a:solidFill>
              </a:ln>
              <a:effectLst/>
            </c:spPr>
            <c:extLst>
              <c:ext xmlns:c16="http://schemas.microsoft.com/office/drawing/2014/chart" uri="{C3380CC4-5D6E-409C-BE32-E72D297353CC}">
                <c16:uniqueId val="{00000001-1E90-9D46-9D2F-1AF03C5C3429}"/>
              </c:ext>
            </c:extLst>
          </c:dPt>
          <c:dPt>
            <c:idx val="1"/>
            <c:bubble3D val="0"/>
            <c:spPr>
              <a:solidFill>
                <a:srgbClr val="3494BA"/>
              </a:solidFill>
              <a:ln w="19050">
                <a:solidFill>
                  <a:srgbClr val="FFFFFF"/>
                </a:solidFill>
              </a:ln>
              <a:effectLst/>
            </c:spPr>
            <c:extLst>
              <c:ext xmlns:c16="http://schemas.microsoft.com/office/drawing/2014/chart" uri="{C3380CC4-5D6E-409C-BE32-E72D297353CC}">
                <c16:uniqueId val="{00000003-1E90-9D46-9D2F-1AF03C5C3429}"/>
              </c:ext>
            </c:extLst>
          </c:dPt>
          <c:dPt>
            <c:idx val="2"/>
            <c:bubble3D val="0"/>
            <c:spPr>
              <a:solidFill>
                <a:srgbClr val="58B6C0"/>
              </a:solidFill>
              <a:ln w="19050">
                <a:solidFill>
                  <a:srgbClr val="FFFFFF"/>
                </a:solidFill>
              </a:ln>
              <a:effectLst/>
            </c:spPr>
            <c:extLst>
              <c:ext xmlns:c16="http://schemas.microsoft.com/office/drawing/2014/chart" uri="{C3380CC4-5D6E-409C-BE32-E72D297353CC}">
                <c16:uniqueId val="{00000005-1E90-9D46-9D2F-1AF03C5C3429}"/>
              </c:ext>
            </c:extLst>
          </c:dPt>
          <c:dPt>
            <c:idx val="3"/>
            <c:bubble3D val="0"/>
            <c:spPr>
              <a:solidFill>
                <a:srgbClr val="75BDA7"/>
              </a:solidFill>
              <a:ln w="19050">
                <a:solidFill>
                  <a:srgbClr val="FFFFFF"/>
                </a:solidFill>
              </a:ln>
              <a:effectLst/>
            </c:spPr>
            <c:extLst>
              <c:ext xmlns:c16="http://schemas.microsoft.com/office/drawing/2014/chart" uri="{C3380CC4-5D6E-409C-BE32-E72D297353CC}">
                <c16:uniqueId val="{00000007-1E90-9D46-9D2F-1AF03C5C3429}"/>
              </c:ext>
            </c:extLst>
          </c:dPt>
          <c:dLbls>
            <c:spPr>
              <a:noFill/>
              <a:ln>
                <a:noFill/>
              </a:ln>
              <a:effectLst/>
            </c:spPr>
            <c:txPr>
              <a:bodyPr rot="0" spcFirstLastPara="1" vertOverflow="ellipsis" vert="horz" wrap="square" anchor="ctr" anchorCtr="1"/>
              <a:lstStyle/>
              <a:p>
                <a:pPr>
                  <a:defRPr sz="2000" b="0" i="0" u="none" strike="noStrike" kern="1200" baseline="0">
                    <a:solidFill>
                      <a:srgbClr val="FFFFFF"/>
                    </a:solidFill>
                    <a:latin typeface="微软雅黑" panose="020B0503020204020204" pitchFamily="34" charset="-122"/>
                    <a:ea typeface="微软雅黑" panose="020B0503020204020204" pitchFamily="34" charset="-122"/>
                    <a:cs typeface="微软雅黑" pitchFamily="18" charset="-122"/>
                  </a:defRPr>
                </a:pPr>
                <a:endParaRPr lang="zh-CN"/>
              </a:p>
            </c:txPr>
            <c:dLblPos val="ctr"/>
            <c:showLegendKey val="0"/>
            <c:showVal val="1"/>
            <c:showCatName val="0"/>
            <c:showSerName val="0"/>
            <c:showPercent val="0"/>
            <c:showBubbleSize val="0"/>
            <c:showLeaderLines val="1"/>
            <c:leaderLines>
              <c:spPr>
                <a:ln w="9525" cap="flat" cmpd="sng" algn="ctr">
                  <a:solidFill>
                    <a:srgbClr val="333333">
                      <a:lumMod val="35000"/>
                      <a:lumOff val="65000"/>
                    </a:srgbClr>
                  </a:solidFill>
                  <a:round/>
                </a:ln>
                <a:effectLst/>
              </c:spPr>
            </c:leaderLines>
            <c:extLst>
              <c:ext xmlns:c15="http://schemas.microsoft.com/office/drawing/2012/chart" uri="{CE6537A1-D6FC-4f65-9D91-7224C49458BB}"/>
            </c:extLst>
          </c:dLbls>
          <c:cat>
            <c:strRef>
              <c:f>Sheet1!$A$2:$A$5</c:f>
              <c:strCache>
                <c:ptCount val="4"/>
                <c:pt idx="0">
                  <c:v>公司产品A</c:v>
                </c:pt>
                <c:pt idx="1">
                  <c:v>公司产品B</c:v>
                </c:pt>
                <c:pt idx="2">
                  <c:v>公司产品C</c:v>
                </c:pt>
                <c:pt idx="3">
                  <c:v>公司产品D</c:v>
                </c:pt>
              </c:strCache>
            </c:strRef>
          </c:cat>
          <c:val>
            <c:numRef>
              <c:f>Sheet1!$B$2:$B$5</c:f>
              <c:numCache>
                <c:formatCode>0%</c:formatCode>
                <c:ptCount val="4"/>
                <c:pt idx="0">
                  <c:v>0.2</c:v>
                </c:pt>
                <c:pt idx="1">
                  <c:v>0.15</c:v>
                </c:pt>
                <c:pt idx="2">
                  <c:v>0.35</c:v>
                </c:pt>
                <c:pt idx="3">
                  <c:v>0.3</c:v>
                </c:pt>
              </c:numCache>
            </c:numRef>
          </c:val>
          <c:extLst>
            <c:ext xmlns:c16="http://schemas.microsoft.com/office/drawing/2014/chart" uri="{C3380CC4-5D6E-409C-BE32-E72D297353CC}">
              <c16:uniqueId val="{00000000-D723-7D46-8237-EFAB4D9ED1A5}"/>
            </c:ext>
          </c:extLst>
        </c:ser>
        <c:dLbls>
          <c:showLegendKey val="0"/>
          <c:showVal val="0"/>
          <c:showCatName val="0"/>
          <c:showSerName val="0"/>
          <c:showPercent val="0"/>
          <c:showBubbleSize val="0"/>
          <c:showLeaderLines val="1"/>
        </c:dLbls>
        <c:firstSliceAng val="0"/>
      </c:pieChart>
      <c:spPr>
        <a:noFill/>
        <a:ln>
          <a:noFill/>
        </a:ln>
        <a:effectLst/>
      </c:spPr>
    </c:plotArea>
    <c:legend>
      <c:legendPos val="b"/>
      <c:layout>
        <c:manualLayout>
          <c:xMode val="edge"/>
          <c:yMode val="edge"/>
          <c:x val="0.10376900948453416"/>
          <c:y val="0.81317758633348136"/>
          <c:w val="0.78875594497791257"/>
          <c:h val="0.18396615119198501"/>
        </c:manualLayout>
      </c:layout>
      <c:overlay val="0"/>
      <c:spPr>
        <a:noFill/>
        <a:ln>
          <a:noFill/>
        </a:ln>
        <a:effectLst/>
      </c:spPr>
      <c:txPr>
        <a:bodyPr rot="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微软雅黑" panose="020B0503020204020204" pitchFamily="34" charset="-122"/>
          <a:ea typeface="微软雅黑" panose="020B0503020204020204" pitchFamily="34" charset="-122"/>
          <a:cs typeface="微软雅黑" pitchFamily="18" charset="-122"/>
        </a:defRPr>
      </a:pPr>
      <a:endParaRPr lang="zh-CN"/>
    </a:p>
  </c:txPr>
  <c:externalData r:id="rId3">
    <c:autoUpdate val="0"/>
  </c:externalData>
</c:chartSpace>
</file>

<file path=ppt/charts/vr_business_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r>
              <a:rPr lang="zh-CN" b="0" dirty="0">
                <a:solidFill>
                  <a:srgbClr val="7A8C8E"/>
                </a:solidFill>
              </a:rPr>
              <a:t>公司产品季度销售图表示例</a:t>
            </a:r>
          </a:p>
        </c:rich>
      </c:tx>
      <c:overlay val="0"/>
      <c:spPr>
        <a:noFill/>
        <a:ln>
          <a:noFill/>
        </a:ln>
        <a:effectLst/>
      </c:spPr>
      <c:txPr>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title>
    <c:autoTitleDeleted val="0"/>
    <c:plotArea>
      <c:layout/>
      <c:barChart>
        <c:barDir val="col"/>
        <c:grouping val="clustered"/>
        <c:varyColors val="0"/>
        <c:ser>
          <c:idx val="0"/>
          <c:order val="0"/>
          <c:tx>
            <c:strRef>
              <c:f>Sheet1!$B$1</c:f>
              <c:strCache>
                <c:ptCount val="1"/>
                <c:pt idx="0">
                  <c:v>公司产品A</c:v>
                </c:pt>
              </c:strCache>
            </c:strRef>
          </c:tx>
          <c:spPr>
            <a:solidFill>
              <a:srgbClr val="3494BA"/>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F01-6A48-9F5A-AD415954C94B}"/>
            </c:ext>
          </c:extLst>
        </c:ser>
        <c:ser>
          <c:idx val="1"/>
          <c:order val="1"/>
          <c:tx>
            <c:strRef>
              <c:f>Sheet1!$C$1</c:f>
              <c:strCache>
                <c:ptCount val="1"/>
                <c:pt idx="0">
                  <c:v>公司产品B</c:v>
                </c:pt>
              </c:strCache>
            </c:strRef>
          </c:tx>
          <c:spPr>
            <a:solidFill>
              <a:srgbClr val="75BDA7"/>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F01-6A48-9F5A-AD415954C94B}"/>
            </c:ext>
          </c:extLst>
        </c:ser>
        <c:ser>
          <c:idx val="2"/>
          <c:order val="2"/>
          <c:tx>
            <c:strRef>
              <c:f>Sheet1!$D$1</c:f>
              <c:strCache>
                <c:ptCount val="1"/>
                <c:pt idx="0">
                  <c:v>公司产品C</c:v>
                </c:pt>
              </c:strCache>
            </c:strRef>
          </c:tx>
          <c:spPr>
            <a:solidFill>
              <a:srgbClr val="2683C6"/>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F01-6A48-9F5A-AD415954C94B}"/>
            </c:ext>
          </c:extLst>
        </c:ser>
        <c:ser>
          <c:idx val="3"/>
          <c:order val="3"/>
          <c:tx>
            <c:strRef>
              <c:f>Sheet1!$E$1</c:f>
              <c:strCache>
                <c:ptCount val="1"/>
                <c:pt idx="0">
                  <c:v>公司产品D</c:v>
                </c:pt>
              </c:strCache>
            </c:strRef>
          </c:tx>
          <c:spPr>
            <a:solidFill>
              <a:srgbClr val="3494BA">
                <a:lumMod val="60000"/>
              </a:srgbClr>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Sheet1!$E$2:$E$5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3-2F01-6A48-9F5A-AD415954C94B}"/>
            </c:ext>
          </c:extLst>
        </c:ser>
        <c:dLbls>
          <c:showLegendKey val="0"/>
          <c:showVal val="0"/>
          <c:showCatName val="0"/>
          <c:showSerName val="0"/>
          <c:showPercent val="0"/>
          <c:showBubbleSize val="0"/>
        </c:dLbls>
        <c:gapWidth val="304"/>
        <c:overlap val="-45"/>
        <c:axId val="1332439759"/>
        <c:axId val="756807504"/>
      </c:barChart>
      <c:catAx>
        <c:axId val="1332439759"/>
        <c:scaling>
          <c:orientation val="minMax"/>
        </c:scaling>
        <c:delete val="0"/>
        <c:axPos val="b"/>
        <c:numFmt formatCode="General" sourceLinked="1"/>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crossAx val="756807504"/>
        <c:crosses val="autoZero"/>
        <c:auto val="1"/>
        <c:lblAlgn val="ctr"/>
        <c:lblOffset val="100"/>
        <c:noMultiLvlLbl val="0"/>
      </c:catAx>
      <c:valAx>
        <c:axId val="756807504"/>
        <c:scaling>
          <c:orientation val="minMax"/>
        </c:scaling>
        <c:delete val="0"/>
        <c:axPos val="l"/>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crossAx val="133243975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微软雅黑" panose="020B0503020204020204" pitchFamily="34" charset="-122"/>
          <a:ea typeface="微软雅黑" panose="020B0503020204020204" pitchFamily="34" charset="-122"/>
          <a:cs typeface="微软雅黑" pitchFamily="18" charset="-122"/>
        </a:defRPr>
      </a:pPr>
      <a:endParaRPr lang="zh-CN"/>
    </a:p>
  </c:txPr>
  <c:externalData r:id="rId3">
    <c:autoUpdate val="0"/>
  </c:externalData>
</c:chartSpace>
</file>

<file path=ppt/charts/vr_business_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a</c:v>
                </c:pt>
              </c:strCache>
            </c:strRef>
          </c:tx>
          <c:spPr>
            <a:solidFill>
              <a:srgbClr val="336699"/>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4.3</c:v>
                </c:pt>
                <c:pt idx="1">
                  <c:v>2.5</c:v>
                </c:pt>
                <c:pt idx="2">
                  <c:v>3.5</c:v>
                </c:pt>
                <c:pt idx="3">
                  <c:v>1.2</c:v>
                </c:pt>
              </c:numCache>
            </c:numRef>
          </c:val>
          <c:extLst>
            <c:ext xmlns:c16="http://schemas.microsoft.com/office/drawing/2014/chart" uri="{C3380CC4-5D6E-409C-BE32-E72D297353CC}">
              <c16:uniqueId val="{00000000-ACCB-974E-9DCB-AACC3A55556D}"/>
            </c:ext>
          </c:extLst>
        </c:ser>
        <c:ser>
          <c:idx val="1"/>
          <c:order val="1"/>
          <c:tx>
            <c:strRef>
              <c:f>Sheet1!$C$1</c:f>
              <c:strCache>
                <c:ptCount val="1"/>
                <c:pt idx="0">
                  <c:v>b</c:v>
                </c:pt>
              </c:strCache>
            </c:strRef>
          </c:tx>
          <c:spPr>
            <a:solidFill>
              <a:srgbClr val="3494BA"/>
            </a:solidFill>
            <a:ln>
              <a:noFill/>
            </a:ln>
            <a:effectLst/>
          </c:spPr>
          <c:invertIfNegative val="0"/>
          <c:trendline>
            <c:spPr>
              <a:ln w="19050" cap="rnd">
                <a:solidFill>
                  <a:srgbClr val="3494BA"/>
                </a:solidFill>
                <a:prstDash val="sysDot"/>
              </a:ln>
              <a:effectLst/>
            </c:spPr>
            <c:trendlineType val="linear"/>
            <c:dispRSqr val="0"/>
            <c:dispEq val="0"/>
          </c:trendline>
          <c:cat>
            <c:strRef>
              <c:f>Sheet1!$A$2:$A$5</c:f>
              <c:strCache>
                <c:ptCount val="4"/>
                <c:pt idx="0">
                  <c:v>第一季度</c:v>
                </c:pt>
                <c:pt idx="1">
                  <c:v>第二季度</c:v>
                </c:pt>
                <c:pt idx="2">
                  <c:v>第三季度</c:v>
                </c:pt>
                <c:pt idx="3">
                  <c:v>第四季度</c:v>
                </c:pt>
              </c:strCache>
            </c:strRef>
          </c:cat>
          <c:val>
            <c:numRef>
              <c:f>Sheet1!$C$2:$C$5</c:f>
              <c:numCache>
                <c:formatCode>General</c:formatCode>
                <c:ptCount val="4"/>
                <c:pt idx="0">
                  <c:v>2.4</c:v>
                </c:pt>
                <c:pt idx="1">
                  <c:v>4.4000000000000004</c:v>
                </c:pt>
                <c:pt idx="2">
                  <c:v>2.5</c:v>
                </c:pt>
                <c:pt idx="3">
                  <c:v>2.8</c:v>
                </c:pt>
              </c:numCache>
            </c:numRef>
          </c:val>
          <c:extLst>
            <c:ext xmlns:c16="http://schemas.microsoft.com/office/drawing/2014/chart" uri="{C3380CC4-5D6E-409C-BE32-E72D297353CC}">
              <c16:uniqueId val="{00000001-ACCB-974E-9DCB-AACC3A55556D}"/>
            </c:ext>
          </c:extLst>
        </c:ser>
        <c:ser>
          <c:idx val="2"/>
          <c:order val="2"/>
          <c:tx>
            <c:strRef>
              <c:f>Sheet1!$D$1</c:f>
              <c:strCache>
                <c:ptCount val="1"/>
                <c:pt idx="0">
                  <c:v>c</c:v>
                </c:pt>
              </c:strCache>
            </c:strRef>
          </c:tx>
          <c:spPr>
            <a:solidFill>
              <a:srgbClr val="58B6C0"/>
            </a:solidFill>
            <a:ln>
              <a:noFill/>
            </a:ln>
            <a:effectLst/>
          </c:spPr>
          <c:invertIfNegative val="0"/>
          <c:cat>
            <c:strRef>
              <c:f>Sheet1!$A$2:$A$5</c:f>
              <c:strCache>
                <c:ptCount val="4"/>
                <c:pt idx="0">
                  <c:v>第一季度</c:v>
                </c:pt>
                <c:pt idx="1">
                  <c:v>第二季度</c:v>
                </c:pt>
                <c:pt idx="2">
                  <c:v>第三季度</c:v>
                </c:pt>
                <c:pt idx="3">
                  <c:v>第四季度</c:v>
                </c:pt>
              </c:strCache>
            </c:strRef>
          </c:cat>
          <c:val>
            <c:numRef>
              <c:f>Sheet1!$D$2:$D$5</c:f>
              <c:numCache>
                <c:formatCode>General</c:formatCode>
                <c:ptCount val="4"/>
                <c:pt idx="0">
                  <c:v>2</c:v>
                </c:pt>
                <c:pt idx="1">
                  <c:v>2</c:v>
                </c:pt>
                <c:pt idx="2">
                  <c:v>1.2</c:v>
                </c:pt>
                <c:pt idx="3">
                  <c:v>3.8</c:v>
                </c:pt>
              </c:numCache>
            </c:numRef>
          </c:val>
          <c:extLst>
            <c:ext xmlns:c16="http://schemas.microsoft.com/office/drawing/2014/chart" uri="{C3380CC4-5D6E-409C-BE32-E72D297353CC}">
              <c16:uniqueId val="{00000002-ACCB-974E-9DCB-AACC3A55556D}"/>
            </c:ext>
          </c:extLst>
        </c:ser>
        <c:dLbls>
          <c:showLegendKey val="0"/>
          <c:showVal val="0"/>
          <c:showCatName val="0"/>
          <c:showSerName val="0"/>
          <c:showPercent val="0"/>
          <c:showBubbleSize val="0"/>
        </c:dLbls>
        <c:gapWidth val="219"/>
        <c:overlap val="-27"/>
        <c:axId val="673977856"/>
        <c:axId val="267350336"/>
      </c:barChart>
      <c:catAx>
        <c:axId val="673977856"/>
        <c:scaling>
          <c:orientation val="minMax"/>
        </c:scaling>
        <c:delete val="0"/>
        <c:axPos val="b"/>
        <c:numFmt formatCode="General" sourceLinked="1"/>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1000"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67350336"/>
        <c:crosses val="autoZero"/>
        <c:auto val="1"/>
        <c:lblAlgn val="ctr"/>
        <c:lblOffset val="100"/>
        <c:noMultiLvlLbl val="0"/>
      </c:catAx>
      <c:valAx>
        <c:axId val="267350336"/>
        <c:scaling>
          <c:orientation val="minMax"/>
        </c:scaling>
        <c:delete val="1"/>
        <c:axPos val="l"/>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crossAx val="6739778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00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vr_business_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r>
              <a:rPr lang="zh-CN" altLang="en-US" dirty="0"/>
              <a:t>年度月销售额明细</a:t>
            </a:r>
            <a:endParaRPr lang="en-US" altLang="zh-CN" dirty="0"/>
          </a:p>
        </c:rich>
      </c:tx>
      <c:layout>
        <c:manualLayout>
          <c:xMode val="edge"/>
          <c:yMode val="edge"/>
          <c:x val="0.37991168102850692"/>
          <c:y val="0"/>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title>
    <c:autoTitleDeleted val="0"/>
    <c:plotArea>
      <c:layout>
        <c:manualLayout>
          <c:layoutTarget val="inner"/>
          <c:xMode val="edge"/>
          <c:yMode val="edge"/>
          <c:x val="2.6769918632510676E-2"/>
          <c:y val="7.9670756810266904E-2"/>
          <c:w val="0.98174031955821639"/>
          <c:h val="0.84586332145326326"/>
        </c:manualLayout>
      </c:layout>
      <c:barChart>
        <c:barDir val="col"/>
        <c:grouping val="clustered"/>
        <c:varyColors val="0"/>
        <c:ser>
          <c:idx val="0"/>
          <c:order val="0"/>
          <c:tx>
            <c:strRef>
              <c:f>Sheet1!$B$1</c:f>
              <c:strCache>
                <c:ptCount val="1"/>
                <c:pt idx="0">
                  <c:v>列1</c:v>
                </c:pt>
              </c:strCache>
            </c:strRef>
          </c:tx>
          <c:spPr>
            <a:solidFill>
              <a:srgbClr val="336699"/>
            </a:solidFill>
            <a:ln>
              <a:noFill/>
            </a:ln>
            <a:effectLst/>
          </c:spPr>
          <c:invertIfNegative val="0"/>
          <c:dPt>
            <c:idx val="4"/>
            <c:invertIfNegative val="0"/>
            <c:bubble3D val="0"/>
            <c:extLst>
              <c:ext xmlns:c16="http://schemas.microsoft.com/office/drawing/2014/chart" uri="{C3380CC4-5D6E-409C-BE32-E72D297353CC}">
                <c16:uniqueId val="{00000001-A5BB-C848-B885-9553025339BD}"/>
              </c:ext>
            </c:extLst>
          </c:dPt>
          <c:trendline>
            <c:spPr>
              <a:ln w="19050" cap="rnd">
                <a:solidFill>
                  <a:srgbClr val="336699"/>
                </a:solidFill>
                <a:prstDash val="sysDot"/>
              </a:ln>
              <a:effectLst/>
            </c:spPr>
            <c:trendlineType val="exp"/>
            <c:dispRSqr val="0"/>
            <c:dispEq val="0"/>
          </c:trendline>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78</c:v>
                </c:pt>
                <c:pt idx="1">
                  <c:v>47</c:v>
                </c:pt>
                <c:pt idx="2">
                  <c:v>88</c:v>
                </c:pt>
                <c:pt idx="3">
                  <c:v>98</c:v>
                </c:pt>
                <c:pt idx="4">
                  <c:v>38</c:v>
                </c:pt>
                <c:pt idx="5">
                  <c:v>46</c:v>
                </c:pt>
                <c:pt idx="6">
                  <c:v>56</c:v>
                </c:pt>
                <c:pt idx="7">
                  <c:v>77</c:v>
                </c:pt>
                <c:pt idx="8">
                  <c:v>98</c:v>
                </c:pt>
                <c:pt idx="9">
                  <c:v>102</c:v>
                </c:pt>
                <c:pt idx="10">
                  <c:v>140</c:v>
                </c:pt>
                <c:pt idx="11">
                  <c:v>98</c:v>
                </c:pt>
              </c:numCache>
            </c:numRef>
          </c:val>
          <c:extLst>
            <c:ext xmlns:c16="http://schemas.microsoft.com/office/drawing/2014/chart" uri="{C3380CC4-5D6E-409C-BE32-E72D297353CC}">
              <c16:uniqueId val="{00000000-A5BB-C848-B885-9553025339BD}"/>
            </c:ext>
          </c:extLst>
        </c:ser>
        <c:dLbls>
          <c:showLegendKey val="0"/>
          <c:showVal val="0"/>
          <c:showCatName val="0"/>
          <c:showSerName val="0"/>
          <c:showPercent val="0"/>
          <c:showBubbleSize val="0"/>
        </c:dLbls>
        <c:gapWidth val="219"/>
        <c:overlap val="-27"/>
        <c:axId val="2068220584"/>
        <c:axId val="2068223592"/>
      </c:barChart>
      <c:catAx>
        <c:axId val="2068220584"/>
        <c:scaling>
          <c:orientation val="minMax"/>
        </c:scaling>
        <c:delete val="0"/>
        <c:axPos val="b"/>
        <c:numFmt formatCode="General" sourceLinked="1"/>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068223592"/>
        <c:crosses val="autoZero"/>
        <c:auto val="1"/>
        <c:lblAlgn val="ctr"/>
        <c:lblOffset val="100"/>
        <c:noMultiLvlLbl val="0"/>
      </c:catAx>
      <c:valAx>
        <c:axId val="2068223592"/>
        <c:scaling>
          <c:orientation val="minMax"/>
        </c:scaling>
        <c:delete val="0"/>
        <c:axPos val="l"/>
        <c:majorGridlines>
          <c:spPr>
            <a:ln w="9525" cap="flat" cmpd="sng" algn="ctr">
              <a:solidFill>
                <a:srgbClr val="333333">
                  <a:lumMod val="15000"/>
                  <a:lumOff val="85000"/>
                </a:srgb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06822058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vr_business_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0028049182270134E-2"/>
          <c:y val="6.4739337746414022E-2"/>
          <c:w val="0.95601628886482026"/>
          <c:h val="0.81916993887234602"/>
        </c:manualLayout>
      </c:layout>
      <c:lineChart>
        <c:grouping val="standard"/>
        <c:varyColors val="0"/>
        <c:ser>
          <c:idx val="0"/>
          <c:order val="0"/>
          <c:tx>
            <c:strRef>
              <c:f>Sheet1!$B$1</c:f>
              <c:strCache>
                <c:ptCount val="1"/>
                <c:pt idx="0">
                  <c:v>Series 1</c:v>
                </c:pt>
              </c:strCache>
            </c:strRef>
          </c:tx>
          <c:spPr>
            <a:ln w="28575" cap="rnd">
              <a:solidFill>
                <a:srgbClr val="336699"/>
              </a:solidFill>
              <a:round/>
            </a:ln>
            <a:effectLst/>
          </c:spPr>
          <c:marker>
            <c:symbol val="none"/>
          </c:marker>
          <c:dLbls>
            <c:dLbl>
              <c:idx val="4"/>
              <c:layout>
                <c:manualLayout>
                  <c:x val="-3.5318644404008004E-2"/>
                  <c:y val="-9.797789086072285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8A2-4D44-B975-B1DBD1BB5228}"/>
                </c:ext>
              </c:extLst>
            </c:dLbl>
            <c:dLbl>
              <c:idx val="6"/>
              <c:layout>
                <c:manualLayout>
                  <c:x val="-1.4148627778228982E-2"/>
                  <c:y val="-8.990306071032437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8A2-4D44-B975-B1DBD1BB5228}"/>
                </c:ext>
              </c:extLst>
            </c:dLbl>
            <c:dLbl>
              <c:idx val="8"/>
              <c:layout>
                <c:manualLayout>
                  <c:x val="-2.4733636091118578E-2"/>
                  <c:y val="-9.797789086072292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8A2-4D44-B975-B1DBD1BB5228}"/>
                </c:ext>
              </c:extLst>
            </c:dLbl>
            <c:dLbl>
              <c:idx val="9"/>
              <c:layout>
                <c:manualLayout>
                  <c:x val="-2.9438084230180669E-2"/>
                  <c:y val="-8.182823055992588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8A2-4D44-B975-B1DBD1BB5228}"/>
                </c:ext>
              </c:extLst>
            </c:dLbl>
            <c:dLbl>
              <c:idx val="11"/>
              <c:layout>
                <c:manualLayout>
                  <c:x val="-1.4148627778229153E-2"/>
                  <c:y val="-0.10201530593592216"/>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8A2-4D44-B975-B1DBD1BB5228}"/>
                </c:ext>
              </c:extLst>
            </c:dLbl>
            <c:spPr>
              <a:noFill/>
              <a:ln>
                <a:noFill/>
              </a:ln>
              <a:effectLst/>
            </c:spPr>
            <c:txPr>
              <a:bodyPr rot="0" spcFirstLastPara="1" vertOverflow="ellipsis" vert="horz" wrap="square" anchor="ctr" anchorCtr="1"/>
              <a:lstStyle/>
              <a:p>
                <a:pPr>
                  <a:defRPr sz="1197" b="0" i="0" u="none" strike="noStrike" kern="1200" baseline="0">
                    <a:solidFill>
                      <a:srgbClr val="333333"/>
                    </a:solidFill>
                    <a:latin typeface="微软雅黑" panose="020B0503020204020204" pitchFamily="34" charset="-122"/>
                    <a:ea typeface="微软雅黑" panose="020B0503020204020204" pitchFamily="34" charset="-122"/>
                    <a:cs typeface="微软雅黑"/>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134</c:v>
                </c:pt>
                <c:pt idx="1">
                  <c:v>314</c:v>
                </c:pt>
                <c:pt idx="2">
                  <c:v>431</c:v>
                </c:pt>
                <c:pt idx="3">
                  <c:v>232</c:v>
                </c:pt>
                <c:pt idx="4">
                  <c:v>534</c:v>
                </c:pt>
                <c:pt idx="5">
                  <c:v>1435</c:v>
                </c:pt>
                <c:pt idx="6">
                  <c:v>645</c:v>
                </c:pt>
                <c:pt idx="7">
                  <c:v>546</c:v>
                </c:pt>
                <c:pt idx="8">
                  <c:v>435</c:v>
                </c:pt>
                <c:pt idx="9">
                  <c:v>867</c:v>
                </c:pt>
                <c:pt idx="10">
                  <c:v>1435</c:v>
                </c:pt>
                <c:pt idx="11">
                  <c:v>765</c:v>
                </c:pt>
              </c:numCache>
            </c:numRef>
          </c:val>
          <c:smooth val="0"/>
          <c:extLst>
            <c:ext xmlns:c16="http://schemas.microsoft.com/office/drawing/2014/chart" uri="{C3380CC4-5D6E-409C-BE32-E72D297353CC}">
              <c16:uniqueId val="{00000000-A8BF-B34E-A7EC-7FD5E5D30E39}"/>
            </c:ext>
          </c:extLst>
        </c:ser>
        <c:dLbls>
          <c:showLegendKey val="0"/>
          <c:showVal val="1"/>
          <c:showCatName val="0"/>
          <c:showSerName val="0"/>
          <c:showPercent val="0"/>
          <c:showBubbleSize val="0"/>
        </c:dLbls>
        <c:smooth val="0"/>
        <c:axId val="869837759"/>
        <c:axId val="869816959"/>
      </c:lineChart>
      <c:catAx>
        <c:axId val="869837759"/>
        <c:scaling>
          <c:orientation val="minMax"/>
        </c:scaling>
        <c:delete val="0"/>
        <c:axPos val="b"/>
        <c:numFmt formatCode="General" sourceLinked="1"/>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1197" b="0" i="0" u="none" strike="noStrike" kern="1200" baseline="0">
                <a:solidFill>
                  <a:srgbClr val="333333"/>
                </a:solidFill>
                <a:latin typeface="微软雅黑" panose="020B0503020204020204" pitchFamily="34" charset="-122"/>
                <a:ea typeface="微软雅黑" panose="020B0503020204020204" pitchFamily="34" charset="-122"/>
                <a:cs typeface="微软雅黑"/>
              </a:defRPr>
            </a:pPr>
            <a:endParaRPr lang="zh-CN"/>
          </a:p>
        </c:txPr>
        <c:crossAx val="869816959"/>
        <c:crosses val="autoZero"/>
        <c:auto val="1"/>
        <c:lblAlgn val="ctr"/>
        <c:lblOffset val="100"/>
        <c:noMultiLvlLbl val="0"/>
      </c:catAx>
      <c:valAx>
        <c:axId val="869816959"/>
        <c:scaling>
          <c:orientation val="minMax"/>
        </c:scaling>
        <c:delete val="0"/>
        <c:axPos val="l"/>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rgbClr val="333333"/>
                </a:solidFill>
                <a:latin typeface="微软雅黑" panose="020B0503020204020204" pitchFamily="34" charset="-122"/>
                <a:ea typeface="微软雅黑" panose="020B0503020204020204" pitchFamily="34" charset="-122"/>
                <a:cs typeface="微软雅黑"/>
              </a:defRPr>
            </a:pPr>
            <a:endParaRPr lang="zh-CN"/>
          </a:p>
        </c:txPr>
        <c:crossAx val="869837759"/>
        <c:crosses val="autoZero"/>
        <c:crossBetween val="between"/>
      </c:valAx>
      <c:spPr>
        <a:noFill/>
        <a:ln>
          <a:noFill/>
        </a:ln>
        <a:effectLst/>
      </c:spPr>
    </c:plotArea>
    <c:plotVisOnly val="1"/>
    <c:dispBlanksAs val="gap"/>
    <c:showDLblsOverMax val="0"/>
  </c:chart>
  <c:spPr>
    <a:solidFill>
      <a:srgbClr val="FFFFFF"/>
    </a:solidFill>
    <a:ln>
      <a:noFill/>
    </a:ln>
    <a:effectLst/>
  </c:spPr>
  <c:txPr>
    <a:bodyPr/>
    <a:lstStyle/>
    <a:p>
      <a:pPr>
        <a:defRPr>
          <a:solidFill>
            <a:srgbClr val="333333"/>
          </a:solidFill>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vr_business_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Series 1</c:v>
                </c:pt>
              </c:strCache>
            </c:strRef>
          </c:tx>
          <c:spPr>
            <a:solidFill>
              <a:srgbClr val="336699"/>
            </a:solidFill>
            <a:ln>
              <a:noFill/>
            </a:ln>
            <a:effectLst/>
          </c:spPr>
          <c:invertIfNegative val="0"/>
          <c:dPt>
            <c:idx val="0"/>
            <c:invertIfNegative val="0"/>
            <c:bubble3D val="0"/>
            <c:extLst>
              <c:ext xmlns:c16="http://schemas.microsoft.com/office/drawing/2014/chart" uri="{C3380CC4-5D6E-409C-BE32-E72D297353CC}">
                <c16:uniqueId val="{00000000-A6EF-D04E-858A-9BA738BA735B}"/>
              </c:ext>
            </c:extLst>
          </c:dPt>
          <c:dPt>
            <c:idx val="1"/>
            <c:invertIfNegative val="0"/>
            <c:bubble3D val="0"/>
            <c:extLst>
              <c:ext xmlns:c16="http://schemas.microsoft.com/office/drawing/2014/chart" uri="{C3380CC4-5D6E-409C-BE32-E72D297353CC}">
                <c16:uniqueId val="{00000001-A6EF-D04E-858A-9BA738BA735B}"/>
              </c:ext>
            </c:extLst>
          </c:dPt>
          <c:dPt>
            <c:idx val="2"/>
            <c:invertIfNegative val="0"/>
            <c:bubble3D val="0"/>
            <c:extLst>
              <c:ext xmlns:c16="http://schemas.microsoft.com/office/drawing/2014/chart" uri="{C3380CC4-5D6E-409C-BE32-E72D297353CC}">
                <c16:uniqueId val="{00000002-A6EF-D04E-858A-9BA738BA735B}"/>
              </c:ext>
            </c:extLst>
          </c:dPt>
          <c:dPt>
            <c:idx val="3"/>
            <c:invertIfNegative val="0"/>
            <c:bubble3D val="0"/>
            <c:extLst>
              <c:ext xmlns:c16="http://schemas.microsoft.com/office/drawing/2014/chart" uri="{C3380CC4-5D6E-409C-BE32-E72D297353CC}">
                <c16:uniqueId val="{00000003-A6EF-D04E-858A-9BA738BA735B}"/>
              </c:ext>
            </c:extLst>
          </c:dPt>
          <c:dPt>
            <c:idx val="4"/>
            <c:invertIfNegative val="0"/>
            <c:bubble3D val="0"/>
            <c:extLst>
              <c:ext xmlns:c16="http://schemas.microsoft.com/office/drawing/2014/chart" uri="{C3380CC4-5D6E-409C-BE32-E72D297353CC}">
                <c16:uniqueId val="{00000004-A6EF-D04E-858A-9BA738BA735B}"/>
              </c:ext>
            </c:extLst>
          </c:dPt>
          <c:dPt>
            <c:idx val="5"/>
            <c:invertIfNegative val="0"/>
            <c:bubble3D val="0"/>
            <c:extLst>
              <c:ext xmlns:c16="http://schemas.microsoft.com/office/drawing/2014/chart" uri="{C3380CC4-5D6E-409C-BE32-E72D297353CC}">
                <c16:uniqueId val="{00000005-A6EF-D04E-858A-9BA738BA735B}"/>
              </c:ext>
            </c:extLst>
          </c:dPt>
          <c:cat>
            <c:strRef>
              <c:f>Sheet1!$A$2:$A$7</c:f>
              <c:strCache>
                <c:ptCount val="6"/>
                <c:pt idx="0">
                  <c:v>其他支出</c:v>
                </c:pt>
                <c:pt idx="1">
                  <c:v>食品与饮料</c:v>
                </c:pt>
                <c:pt idx="2">
                  <c:v>娱乐和节目</c:v>
                </c:pt>
                <c:pt idx="3">
                  <c:v>礼品和奖品</c:v>
                </c:pt>
                <c:pt idx="4">
                  <c:v>宣传与市场</c:v>
                </c:pt>
                <c:pt idx="5">
                  <c:v>场地租赁
与装饰</c:v>
                </c:pt>
              </c:strCache>
            </c:strRef>
          </c:cat>
          <c:val>
            <c:numRef>
              <c:f>Sheet1!$B$2:$B$7</c:f>
              <c:numCache>
                <c:formatCode>General</c:formatCode>
                <c:ptCount val="6"/>
                <c:pt idx="0">
                  <c:v>4.3</c:v>
                </c:pt>
                <c:pt idx="1">
                  <c:v>2.5</c:v>
                </c:pt>
                <c:pt idx="2">
                  <c:v>3.5</c:v>
                </c:pt>
                <c:pt idx="3">
                  <c:v>4.5</c:v>
                </c:pt>
                <c:pt idx="4">
                  <c:v>5.3</c:v>
                </c:pt>
                <c:pt idx="5">
                  <c:v>4.8</c:v>
                </c:pt>
              </c:numCache>
            </c:numRef>
          </c:val>
          <c:extLst>
            <c:ext xmlns:c16="http://schemas.microsoft.com/office/drawing/2014/chart" uri="{C3380CC4-5D6E-409C-BE32-E72D297353CC}">
              <c16:uniqueId val="{00000006-A6EF-D04E-858A-9BA738BA735B}"/>
            </c:ext>
          </c:extLst>
        </c:ser>
        <c:dLbls>
          <c:showLegendKey val="0"/>
          <c:showVal val="0"/>
          <c:showCatName val="0"/>
          <c:showSerName val="0"/>
          <c:showPercent val="0"/>
          <c:showBubbleSize val="0"/>
        </c:dLbls>
        <c:gapWidth val="182"/>
        <c:axId val="2107737864"/>
        <c:axId val="2107734904"/>
      </c:barChart>
      <c:catAx>
        <c:axId val="2107737864"/>
        <c:scaling>
          <c:orientation val="minMax"/>
        </c:scaling>
        <c:delete val="0"/>
        <c:axPos val="l"/>
        <c:numFmt formatCode="General" sourceLinked="0"/>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900"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107734904"/>
        <c:crosses val="autoZero"/>
        <c:auto val="1"/>
        <c:lblAlgn val="ctr"/>
        <c:lblOffset val="100"/>
        <c:noMultiLvlLbl val="0"/>
      </c:catAx>
      <c:valAx>
        <c:axId val="2107734904"/>
        <c:scaling>
          <c:orientation val="minMax"/>
        </c:scaling>
        <c:delete val="0"/>
        <c:axPos val="b"/>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a:ea typeface="微软雅黑"/>
                <a:cs typeface="微软雅黑"/>
              </a:defRPr>
            </a:pPr>
            <a:endParaRPr lang="zh-CN"/>
          </a:p>
        </c:txPr>
        <c:crossAx val="21077378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zh-CN"/>
    </a:p>
  </c:txPr>
  <c:externalData r:id="rId3">
    <c:autoUpdate val="0"/>
  </c:externalData>
</c:chartSpace>
</file>

<file path=ppt/charts/vr_business_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Series 1</c:v>
                </c:pt>
              </c:strCache>
            </c:strRef>
          </c:tx>
          <c:spPr>
            <a:solidFill>
              <a:srgbClr val="3494BA"/>
            </a:solidFill>
            <a:ln>
              <a:noFill/>
            </a:ln>
            <a:effectLst/>
          </c:spPr>
          <c:invertIfNegative val="0"/>
          <c:dPt>
            <c:idx val="0"/>
            <c:invertIfNegative val="0"/>
            <c:bubble3D val="0"/>
            <c:extLst>
              <c:ext xmlns:c16="http://schemas.microsoft.com/office/drawing/2014/chart" uri="{C3380CC4-5D6E-409C-BE32-E72D297353CC}">
                <c16:uniqueId val="{00000000-F1CF-CB48-A71F-3B67E438C2E2}"/>
              </c:ext>
            </c:extLst>
          </c:dPt>
          <c:dPt>
            <c:idx val="1"/>
            <c:invertIfNegative val="0"/>
            <c:bubble3D val="0"/>
            <c:extLst>
              <c:ext xmlns:c16="http://schemas.microsoft.com/office/drawing/2014/chart" uri="{C3380CC4-5D6E-409C-BE32-E72D297353CC}">
                <c16:uniqueId val="{00000001-F1CF-CB48-A71F-3B67E438C2E2}"/>
              </c:ext>
            </c:extLst>
          </c:dPt>
          <c:dPt>
            <c:idx val="2"/>
            <c:invertIfNegative val="0"/>
            <c:bubble3D val="0"/>
            <c:extLst>
              <c:ext xmlns:c16="http://schemas.microsoft.com/office/drawing/2014/chart" uri="{C3380CC4-5D6E-409C-BE32-E72D297353CC}">
                <c16:uniqueId val="{00000002-F1CF-CB48-A71F-3B67E438C2E2}"/>
              </c:ext>
            </c:extLst>
          </c:dPt>
          <c:dPt>
            <c:idx val="3"/>
            <c:invertIfNegative val="0"/>
            <c:bubble3D val="0"/>
            <c:extLst>
              <c:ext xmlns:c16="http://schemas.microsoft.com/office/drawing/2014/chart" uri="{C3380CC4-5D6E-409C-BE32-E72D297353CC}">
                <c16:uniqueId val="{00000003-F1CF-CB48-A71F-3B67E438C2E2}"/>
              </c:ext>
            </c:extLst>
          </c:dPt>
          <c:dPt>
            <c:idx val="4"/>
            <c:invertIfNegative val="0"/>
            <c:bubble3D val="0"/>
            <c:extLst>
              <c:ext xmlns:c16="http://schemas.microsoft.com/office/drawing/2014/chart" uri="{C3380CC4-5D6E-409C-BE32-E72D297353CC}">
                <c16:uniqueId val="{00000004-F1CF-CB48-A71F-3B67E438C2E2}"/>
              </c:ext>
            </c:extLst>
          </c:dPt>
          <c:dPt>
            <c:idx val="5"/>
            <c:invertIfNegative val="0"/>
            <c:bubble3D val="0"/>
            <c:extLst>
              <c:ext xmlns:c16="http://schemas.microsoft.com/office/drawing/2014/chart" uri="{C3380CC4-5D6E-409C-BE32-E72D297353CC}">
                <c16:uniqueId val="{00000005-F1CF-CB48-A71F-3B67E438C2E2}"/>
              </c:ext>
            </c:extLst>
          </c:dPt>
          <c:cat>
            <c:strRef>
              <c:f>Sheet1!$A$2:$A$7</c:f>
              <c:strCache>
                <c:ptCount val="6"/>
                <c:pt idx="0">
                  <c:v>其他支出</c:v>
                </c:pt>
                <c:pt idx="1">
                  <c:v>人员住宿</c:v>
                </c:pt>
                <c:pt idx="2">
                  <c:v>媒体宣传</c:v>
                </c:pt>
                <c:pt idx="3">
                  <c:v>餐饮服务</c:v>
                </c:pt>
                <c:pt idx="4">
                  <c:v>培训内容
与资料</c:v>
                </c:pt>
                <c:pt idx="5">
                  <c:v>会议场地
与设施</c:v>
                </c:pt>
              </c:strCache>
            </c:strRef>
          </c:cat>
          <c:val>
            <c:numRef>
              <c:f>Sheet1!$B$2:$B$7</c:f>
              <c:numCache>
                <c:formatCode>General</c:formatCode>
                <c:ptCount val="6"/>
                <c:pt idx="0">
                  <c:v>4.3</c:v>
                </c:pt>
                <c:pt idx="1">
                  <c:v>2.5</c:v>
                </c:pt>
                <c:pt idx="2">
                  <c:v>3.5</c:v>
                </c:pt>
                <c:pt idx="3">
                  <c:v>4.5</c:v>
                </c:pt>
                <c:pt idx="4">
                  <c:v>5.3</c:v>
                </c:pt>
                <c:pt idx="5">
                  <c:v>4.8</c:v>
                </c:pt>
              </c:numCache>
            </c:numRef>
          </c:val>
          <c:extLst>
            <c:ext xmlns:c16="http://schemas.microsoft.com/office/drawing/2014/chart" uri="{C3380CC4-5D6E-409C-BE32-E72D297353CC}">
              <c16:uniqueId val="{00000006-F1CF-CB48-A71F-3B67E438C2E2}"/>
            </c:ext>
          </c:extLst>
        </c:ser>
        <c:dLbls>
          <c:showLegendKey val="0"/>
          <c:showVal val="0"/>
          <c:showCatName val="0"/>
          <c:showSerName val="0"/>
          <c:showPercent val="0"/>
          <c:showBubbleSize val="0"/>
        </c:dLbls>
        <c:gapWidth val="182"/>
        <c:axId val="2107737864"/>
        <c:axId val="2107734904"/>
      </c:barChart>
      <c:catAx>
        <c:axId val="2107737864"/>
        <c:scaling>
          <c:orientation val="minMax"/>
        </c:scaling>
        <c:delete val="0"/>
        <c:axPos val="l"/>
        <c:numFmt formatCode="General" sourceLinked="0"/>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900"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107734904"/>
        <c:crosses val="autoZero"/>
        <c:auto val="1"/>
        <c:lblAlgn val="ctr"/>
        <c:lblOffset val="100"/>
        <c:noMultiLvlLbl val="0"/>
      </c:catAx>
      <c:valAx>
        <c:axId val="2107734904"/>
        <c:scaling>
          <c:orientation val="minMax"/>
        </c:scaling>
        <c:delete val="0"/>
        <c:axPos val="b"/>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a:defRPr>
            </a:pPr>
            <a:endParaRPr lang="zh-CN"/>
          </a:p>
        </c:txPr>
        <c:crossAx val="2107737864"/>
        <c:crosses val="autoZero"/>
        <c:crossBetween val="between"/>
      </c:valAx>
      <c:spPr>
        <a:noFill/>
        <a:ln>
          <a:noFill/>
        </a:ln>
        <a:effectLst/>
      </c:spPr>
    </c:plotArea>
    <c:plotVisOnly val="1"/>
    <c:dispBlanksAs val="gap"/>
    <c:showDLblsOverMax val="0"/>
  </c:chart>
  <c:spPr>
    <a:noFill/>
    <a:ln>
      <a:noFill/>
    </a:ln>
    <a:effectLst/>
  </c:spPr>
  <c:txPr>
    <a:bodyPr/>
    <a:lstStyle/>
    <a:p>
      <a:pPr>
        <a:defRPr sz="900">
          <a:latin typeface="微软雅黑" panose="020B0503020204020204" pitchFamily="34" charset="-122"/>
          <a:ea typeface="微软雅黑" panose="020B0503020204020204" pitchFamily="34" charset="-122"/>
        </a:defRPr>
      </a:pPr>
      <a:endParaRPr lang="zh-CN"/>
    </a:p>
  </c:txPr>
  <c:externalData r:id="rId3">
    <c:autoUpdate val="0"/>
  </c:externalData>
</c:chartSpace>
</file>

<file path=ppt/charts/vr_business_chart8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r>
              <a:rPr lang="zh-CN"/>
              <a:t>项目部</a:t>
            </a:r>
            <a:r>
              <a:rPr lang="en-US"/>
              <a:t>2024</a:t>
            </a:r>
            <a:r>
              <a:rPr lang="zh-CN"/>
              <a:t>年季度销售情况</a:t>
            </a:r>
          </a:p>
        </c:rich>
      </c:tx>
      <c:overlay val="0"/>
      <c:spPr>
        <a:noFill/>
        <a:ln>
          <a:noFill/>
        </a:ln>
        <a:effectLst/>
      </c:spPr>
      <c:txPr>
        <a:bodyPr rot="0" spcFirstLastPara="1" vertOverflow="ellipsis" vert="horz" wrap="square" anchor="ctr" anchorCtr="1"/>
        <a:lstStyle/>
        <a:p>
          <a:pPr>
            <a:defRPr sz="1862" b="0" i="0" u="none" strike="noStrike" kern="1200" spc="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title>
    <c:autoTitleDeleted val="0"/>
    <c:plotArea>
      <c:layout/>
      <c:barChart>
        <c:barDir val="col"/>
        <c:grouping val="clustered"/>
        <c:varyColors val="0"/>
        <c:ser>
          <c:idx val="0"/>
          <c:order val="0"/>
          <c:tx>
            <c:strRef>
              <c:f>Sheet1!$B$1</c:f>
              <c:strCache>
                <c:ptCount val="1"/>
                <c:pt idx="0">
                  <c:v>项目1部</c:v>
                </c:pt>
              </c:strCache>
            </c:strRef>
          </c:tx>
          <c:spPr>
            <a:solidFill>
              <a:srgbClr val="336699"/>
            </a:solidFill>
            <a:ln>
              <a:noFill/>
            </a:ln>
            <a:effectLst/>
          </c:spPr>
          <c:invertIfNegative val="0"/>
          <c:trendline>
            <c:spPr>
              <a:ln w="19050" cap="rnd">
                <a:solidFill>
                  <a:srgbClr val="336699"/>
                </a:solidFill>
                <a:prstDash val="sysDot"/>
              </a:ln>
              <a:effectLst/>
            </c:spPr>
            <c:trendlineType val="exp"/>
            <c:dispRSqr val="0"/>
            <c:dispEq val="0"/>
          </c:trendline>
          <c:cat>
            <c:strRef>
              <c:f>Sheet1!$A$2:$A$4</c:f>
              <c:strCache>
                <c:ptCount val="3"/>
                <c:pt idx="0">
                  <c:v>4月</c:v>
                </c:pt>
                <c:pt idx="1">
                  <c:v>5月</c:v>
                </c:pt>
                <c:pt idx="2">
                  <c:v>6月</c:v>
                </c:pt>
              </c:strCache>
            </c:strRef>
          </c:cat>
          <c:val>
            <c:numRef>
              <c:f>Sheet1!$B$2:$B$4</c:f>
              <c:numCache>
                <c:formatCode>General</c:formatCode>
                <c:ptCount val="3"/>
                <c:pt idx="0">
                  <c:v>4.3</c:v>
                </c:pt>
                <c:pt idx="1">
                  <c:v>2.5</c:v>
                </c:pt>
                <c:pt idx="2">
                  <c:v>3.5</c:v>
                </c:pt>
              </c:numCache>
            </c:numRef>
          </c:val>
          <c:extLst>
            <c:ext xmlns:c16="http://schemas.microsoft.com/office/drawing/2014/chart" uri="{C3380CC4-5D6E-409C-BE32-E72D297353CC}">
              <c16:uniqueId val="{00000000-AFB6-8D48-A88D-CE06724A0900}"/>
            </c:ext>
          </c:extLst>
        </c:ser>
        <c:ser>
          <c:idx val="1"/>
          <c:order val="1"/>
          <c:tx>
            <c:strRef>
              <c:f>Sheet1!$C$1</c:f>
              <c:strCache>
                <c:ptCount val="1"/>
                <c:pt idx="0">
                  <c:v>项目2部</c:v>
                </c:pt>
              </c:strCache>
            </c:strRef>
          </c:tx>
          <c:spPr>
            <a:solidFill>
              <a:srgbClr val="3494BA"/>
            </a:solidFill>
            <a:ln>
              <a:noFill/>
            </a:ln>
            <a:effectLst/>
          </c:spPr>
          <c:invertIfNegative val="0"/>
          <c:cat>
            <c:strRef>
              <c:f>Sheet1!$A$2:$A$4</c:f>
              <c:strCache>
                <c:ptCount val="3"/>
                <c:pt idx="0">
                  <c:v>4月</c:v>
                </c:pt>
                <c:pt idx="1">
                  <c:v>5月</c:v>
                </c:pt>
                <c:pt idx="2">
                  <c:v>6月</c:v>
                </c:pt>
              </c:strCache>
            </c:strRef>
          </c:cat>
          <c:val>
            <c:numRef>
              <c:f>Sheet1!$C$2:$C$4</c:f>
              <c:numCache>
                <c:formatCode>General</c:formatCode>
                <c:ptCount val="3"/>
                <c:pt idx="0">
                  <c:v>2.4</c:v>
                </c:pt>
                <c:pt idx="1">
                  <c:v>4.4000000000000004</c:v>
                </c:pt>
                <c:pt idx="2">
                  <c:v>1.8</c:v>
                </c:pt>
              </c:numCache>
            </c:numRef>
          </c:val>
          <c:extLst>
            <c:ext xmlns:c16="http://schemas.microsoft.com/office/drawing/2014/chart" uri="{C3380CC4-5D6E-409C-BE32-E72D297353CC}">
              <c16:uniqueId val="{00000001-AFB6-8D48-A88D-CE06724A0900}"/>
            </c:ext>
          </c:extLst>
        </c:ser>
        <c:ser>
          <c:idx val="2"/>
          <c:order val="2"/>
          <c:tx>
            <c:strRef>
              <c:f>Sheet1!$D$1</c:f>
              <c:strCache>
                <c:ptCount val="1"/>
                <c:pt idx="0">
                  <c:v>项目2部2</c:v>
                </c:pt>
              </c:strCache>
            </c:strRef>
          </c:tx>
          <c:spPr>
            <a:solidFill>
              <a:srgbClr val="75BDA7"/>
            </a:solidFill>
            <a:ln>
              <a:noFill/>
            </a:ln>
            <a:effectLst/>
          </c:spPr>
          <c:invertIfNegative val="0"/>
          <c:cat>
            <c:strRef>
              <c:f>Sheet1!$A$2:$A$4</c:f>
              <c:strCache>
                <c:ptCount val="3"/>
                <c:pt idx="0">
                  <c:v>4月</c:v>
                </c:pt>
                <c:pt idx="1">
                  <c:v>5月</c:v>
                </c:pt>
                <c:pt idx="2">
                  <c:v>6月</c:v>
                </c:pt>
              </c:strCache>
            </c:strRef>
          </c:cat>
          <c:val>
            <c:numRef>
              <c:f>Sheet1!$D$2:$D$4</c:f>
              <c:numCache>
                <c:formatCode>General</c:formatCode>
                <c:ptCount val="3"/>
                <c:pt idx="0">
                  <c:v>2</c:v>
                </c:pt>
                <c:pt idx="1">
                  <c:v>2</c:v>
                </c:pt>
                <c:pt idx="2">
                  <c:v>3</c:v>
                </c:pt>
              </c:numCache>
            </c:numRef>
          </c:val>
          <c:extLst>
            <c:ext xmlns:c16="http://schemas.microsoft.com/office/drawing/2014/chart" uri="{C3380CC4-5D6E-409C-BE32-E72D297353CC}">
              <c16:uniqueId val="{00000002-AFB6-8D48-A88D-CE06724A0900}"/>
            </c:ext>
          </c:extLst>
        </c:ser>
        <c:dLbls>
          <c:showLegendKey val="0"/>
          <c:showVal val="0"/>
          <c:showCatName val="0"/>
          <c:showSerName val="0"/>
          <c:showPercent val="0"/>
          <c:showBubbleSize val="0"/>
        </c:dLbls>
        <c:gapWidth val="219"/>
        <c:axId val="114715008"/>
        <c:axId val="114716720"/>
      </c:barChart>
      <c:catAx>
        <c:axId val="114715008"/>
        <c:scaling>
          <c:orientation val="minMax"/>
        </c:scaling>
        <c:delete val="0"/>
        <c:axPos val="b"/>
        <c:numFmt formatCode="General" sourceLinked="1"/>
        <c:majorTickMark val="none"/>
        <c:minorTickMark val="none"/>
        <c:tickLblPos val="nextTo"/>
        <c:spPr>
          <a:noFill/>
          <a:ln w="9525" cap="flat" cmpd="sng" algn="ctr">
            <a:solidFill>
              <a:srgbClr val="333333">
                <a:lumMod val="15000"/>
                <a:lumOff val="85000"/>
              </a:srgbClr>
            </a:solidFill>
            <a:round/>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crossAx val="114716720"/>
        <c:crosses val="autoZero"/>
        <c:auto val="1"/>
        <c:lblAlgn val="ctr"/>
        <c:lblOffset val="100"/>
        <c:noMultiLvlLbl val="0"/>
      </c:catAx>
      <c:valAx>
        <c:axId val="114716720"/>
        <c:scaling>
          <c:orientation val="minMax"/>
        </c:scaling>
        <c:delete val="0"/>
        <c:axPos val="l"/>
        <c:majorGridlines>
          <c:spPr>
            <a:ln w="9525" cap="flat" cmpd="sng" algn="ctr">
              <a:solidFill>
                <a:srgbClr val="333333">
                  <a:lumMod val="15000"/>
                  <a:lumOff val="85000"/>
                </a:srgb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crossAx val="11471500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rgbClr val="333333">
                  <a:lumMod val="65000"/>
                  <a:lumOff val="35000"/>
                </a:srgbClr>
              </a:solidFill>
              <a:latin typeface="微软雅黑" panose="020B0503020204020204" pitchFamily="34" charset="-122"/>
              <a:ea typeface="微软雅黑" panose="020B0503020204020204" pitchFamily="34" charset="-122"/>
              <a:cs typeface="微软雅黑" pitchFamily="18" charset="-122"/>
            </a:defRPr>
          </a:pPr>
          <a:endParaRPr lang="zh-CN"/>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微软雅黑" panose="020B0503020204020204" pitchFamily="34" charset="-122"/>
          <a:ea typeface="微软雅黑" panose="020B0503020204020204" pitchFamily="34" charset="-122"/>
          <a:cs typeface="微软雅黑" pitchFamily="18" charset="-122"/>
        </a:defRPr>
      </a:pPr>
      <a:endParaRPr lang="zh-CN"/>
    </a:p>
  </c:txPr>
  <c:externalData r:id="rId3">
    <c:autoUpdate val="0"/>
  </c:externalData>
</c:chartSpace>
</file>

<file path=ppt/charts/vr_business_colors16.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17.xml><?xml version="1.0" encoding="utf-8"?>
<cs:colorStyle xmlns:cs="http://schemas.microsoft.com/office/drawing/2012/chartStyle" xmlns:a="http://schemas.openxmlformats.org/drawingml/2006/main" meth="cycle" id="12">
  <a:srgbClr val="3494BA"/>
  <a:srgbClr val="75BDA7"/>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48.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57.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59.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63.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64.xml><?xml version="1.0" encoding="utf-8"?>
<cs:colorStyle xmlns:cs="http://schemas.microsoft.com/office/drawing/2012/chartStyle" xmlns:a="http://schemas.openxmlformats.org/drawingml/2006/main" meth="cycle" id="12">
  <a:srgbClr val="3494BA"/>
  <a:srgbClr val="75BDA7"/>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colors86.xml><?xml version="1.0" encoding="utf-8"?>
<cs:colorStyle xmlns:cs="http://schemas.microsoft.com/office/drawing/2012/chartStyle" xmlns:a="http://schemas.openxmlformats.org/drawingml/2006/main" meth="cycle" id="10">
  <a:srgbClr val="336699"/>
  <a:srgbClr val="3494BA"/>
  <a:srgbClr val="58B6C0"/>
  <a:srgbClr val="75BDA7"/>
  <a:srgbClr val="7A8C8E"/>
  <a:srgbClr val="2683C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vr_business_style16.xml><?xml version="1.0" encoding="utf-8"?>
<cs:chartStyle xmlns:cs="http://schemas.microsoft.com/office/drawing/2012/chartStyle" xmlns:a="http://schemas.openxmlformats.org/drawingml/2006/main" id="251">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197"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spPr>
      <a:ln w="19050">
        <a:solidFill>
          <a:srgbClr val="FFFFFF"/>
        </a:solidFill>
      </a:ln>
    </cs:spPr>
  </cs:dataPoint>
  <cs:dataPoint3D>
    <cs:lnRef idx="0"/>
    <cs:fillRef idx="1">
      <cs:styleClr val="auto"/>
    </cs:fillRef>
    <cs:effectRef idx="0"/>
    <cs:fontRef idx="minor">
      <a:srgbClr val="333333"/>
    </cs:fontRef>
    <cs:spPr>
      <a:ln w="25400">
        <a:solidFill>
          <a:srgbClr val="FFFFFF"/>
        </a:solidFill>
      </a:ln>
    </cs:spPr>
  </cs:dataPoint3D>
  <cs:dataPointLine>
    <cs:lnRef idx="0">
      <cs:styleClr val="auto"/>
    </cs:lnRef>
    <cs:fillRef idx="0"/>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0"/>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75000"/>
          <a:lumOff val="25000"/>
        </a:srgbClr>
      </a:solidFill>
      <a:ln w="9525" cap="flat" cmpd="sng" algn="ctr">
        <a:solidFill>
          <a:srgbClr val="333333">
            <a:lumMod val="65000"/>
            <a:lumOff val="35000"/>
          </a:srgbClr>
        </a:solidFill>
        <a:round/>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50000"/>
            <a:lumOff val="50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cap="flat" cmpd="sng" algn="ctr">
        <a:solidFill>
          <a:srgbClr val="333333">
            <a:lumMod val="65000"/>
            <a:lumOff val="35000"/>
          </a:srgbClr>
        </a:solidFill>
        <a:round/>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17.xml><?xml version="1.0" encoding="utf-8"?>
<cs:chartStyle xmlns:cs="http://schemas.microsoft.com/office/drawing/2012/chartStyle" xmlns:a="http://schemas.openxmlformats.org/drawingml/2006/main" id="201">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65000"/>
          <a:lumOff val="35000"/>
        </a:srgbClr>
      </a:solidFill>
      <a:ln w="9525">
        <a:solidFill>
          <a:srgbClr val="333333">
            <a:lumMod val="65000"/>
            <a:lumOff val="35000"/>
          </a:srgbClr>
        </a:solidFill>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75000"/>
            <a:lumOff val="25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a:solidFill>
          <a:srgbClr val="333333">
            <a:lumMod val="15000"/>
            <a:lumOff val="85000"/>
          </a:srgbClr>
        </a:solidFill>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48.xml><?xml version="1.0" encoding="utf-8"?>
<cs:chartStyle xmlns:cs="http://schemas.microsoft.com/office/drawing/2012/chartStyle" xmlns:a="http://schemas.openxmlformats.org/drawingml/2006/main" id="201">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65000"/>
          <a:lumOff val="35000"/>
        </a:srgbClr>
      </a:solidFill>
      <a:ln w="9525">
        <a:solidFill>
          <a:srgbClr val="333333">
            <a:lumMod val="65000"/>
            <a:lumOff val="35000"/>
          </a:srgbClr>
        </a:solidFill>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75000"/>
            <a:lumOff val="25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a:solidFill>
          <a:srgbClr val="333333">
            <a:lumMod val="15000"/>
            <a:lumOff val="85000"/>
          </a:srgbClr>
        </a:solidFill>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57.xml><?xml version="1.0" encoding="utf-8"?>
<cs:chartStyle xmlns:cs="http://schemas.microsoft.com/office/drawing/2012/chartStyle" xmlns:a="http://schemas.openxmlformats.org/drawingml/2006/main" id="201">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65000"/>
          <a:lumOff val="35000"/>
        </a:srgbClr>
      </a:solidFill>
      <a:ln w="9525">
        <a:solidFill>
          <a:srgbClr val="333333">
            <a:lumMod val="65000"/>
            <a:lumOff val="35000"/>
          </a:srgbClr>
        </a:solidFill>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75000"/>
            <a:lumOff val="25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a:solidFill>
          <a:srgbClr val="333333">
            <a:lumMod val="15000"/>
            <a:lumOff val="85000"/>
          </a:srgbClr>
        </a:solidFill>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59.xml><?xml version="1.0" encoding="utf-8"?>
<cs:chartStyle xmlns:cs="http://schemas.microsoft.com/office/drawing/2012/chartStyle" xmlns:a="http://schemas.openxmlformats.org/drawingml/2006/main" id="322">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75000"/>
          <a:lumOff val="25000"/>
        </a:srgbClr>
      </a:solidFill>
      <a:ln w="9525" cap="flat" cmpd="sng" algn="ctr">
        <a:solidFill>
          <a:srgbClr val="333333">
            <a:lumMod val="65000"/>
            <a:lumOff val="35000"/>
          </a:srgbClr>
        </a:solidFill>
        <a:round/>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75000"/>
            <a:lumOff val="25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cap="flat" cmpd="sng" algn="ctr">
        <a:solidFill>
          <a:srgbClr val="333333">
            <a:lumMod val="65000"/>
            <a:lumOff val="35000"/>
          </a:srgbClr>
        </a:solidFill>
        <a:round/>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63.xml><?xml version="1.0" encoding="utf-8"?>
<cs:chartStyle xmlns:cs="http://schemas.microsoft.com/office/drawing/2012/chartStyle" xmlns:a="http://schemas.openxmlformats.org/drawingml/2006/main" id="216">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75000"/>
          <a:lumOff val="25000"/>
        </a:srgbClr>
      </a:solidFill>
      <a:ln w="9525" cap="flat" cmpd="sng" algn="ctr">
        <a:solidFill>
          <a:srgbClr val="333333">
            <a:lumMod val="65000"/>
            <a:lumOff val="35000"/>
          </a:srgbClr>
        </a:solidFill>
        <a:round/>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50000"/>
            <a:lumOff val="50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cap="flat" cmpd="sng" algn="ctr">
        <a:solidFill>
          <a:srgbClr val="333333">
            <a:lumMod val="65000"/>
            <a:lumOff val="35000"/>
          </a:srgbClr>
        </a:solidFill>
        <a:round/>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64.xml><?xml version="1.0" encoding="utf-8"?>
<cs:chartStyle xmlns:cs="http://schemas.microsoft.com/office/drawing/2012/chartStyle" xmlns:a="http://schemas.openxmlformats.org/drawingml/2006/main" id="216">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75000"/>
          <a:lumOff val="25000"/>
        </a:srgbClr>
      </a:solidFill>
      <a:ln w="9525" cap="flat" cmpd="sng" algn="ctr">
        <a:solidFill>
          <a:srgbClr val="333333">
            <a:lumMod val="65000"/>
            <a:lumOff val="35000"/>
          </a:srgbClr>
        </a:solidFill>
        <a:round/>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50000"/>
            <a:lumOff val="50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cap="flat" cmpd="sng" algn="ctr">
        <a:solidFill>
          <a:srgbClr val="333333">
            <a:lumMod val="65000"/>
            <a:lumOff val="35000"/>
          </a:srgbClr>
        </a:solidFill>
        <a:round/>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charts/vr_business_style86.xml><?xml version="1.0" encoding="utf-8"?>
<cs:chartStyle xmlns:cs="http://schemas.microsoft.com/office/drawing/2012/chartStyle" xmlns:a="http://schemas.openxmlformats.org/drawingml/2006/main" id="332">
  <cs:axisTitle>
    <cs:lnRef idx="0"/>
    <cs:fillRef idx="0"/>
    <cs:effectRef idx="0"/>
    <cs:fontRef idx="minor">
      <a:srgbClr val="333333">
        <a:lumMod val="65000"/>
        <a:lumOff val="35000"/>
      </a:srgbClr>
    </cs:fontRef>
    <cs:defRPr sz="1330" kern="1200"/>
  </cs:axisTitle>
  <cs:categoryAxis>
    <cs:lnRef idx="0"/>
    <cs:fillRef idx="0"/>
    <cs:effectRef idx="0"/>
    <cs:fontRef idx="minor">
      <a:srgbClr val="333333">
        <a:lumMod val="65000"/>
        <a:lumOff val="35000"/>
      </a:srgbClr>
    </cs:fontRef>
    <cs:spPr>
      <a:ln w="9525" cap="flat" cmpd="sng" algn="ctr">
        <a:solidFill>
          <a:srgbClr val="333333">
            <a:lumMod val="15000"/>
            <a:lumOff val="85000"/>
          </a:srgbClr>
        </a:solidFill>
        <a:round/>
      </a:ln>
    </cs:spPr>
    <cs:defRPr sz="1197" kern="1200"/>
  </cs:categoryAxis>
  <cs:chartArea mods="allowNoFillOverride allowNoLineOverride">
    <cs:lnRef idx="0"/>
    <cs:fillRef idx="0"/>
    <cs:effectRef idx="0"/>
    <cs:fontRef idx="minor">
      <a:srgbClr val="333333"/>
    </cs:fontRef>
    <cs:spPr>
      <a:solidFill>
        <a:srgbClr val="FFFFFF"/>
      </a:solidFill>
      <a:ln w="9525" cap="flat" cmpd="sng" algn="ctr">
        <a:solidFill>
          <a:srgbClr val="333333">
            <a:lumMod val="15000"/>
            <a:lumOff val="85000"/>
          </a:srgbClr>
        </a:solidFill>
        <a:round/>
      </a:ln>
    </cs:spPr>
    <cs:defRPr sz="1330" kern="1200"/>
  </cs:chartArea>
  <cs:dataLabel>
    <cs:lnRef idx="0"/>
    <cs:fillRef idx="0"/>
    <cs:effectRef idx="0"/>
    <cs:fontRef idx="minor">
      <a:srgbClr val="333333">
        <a:lumMod val="75000"/>
        <a:lumOff val="25000"/>
      </a:srgbClr>
    </cs:fontRef>
    <cs:defRPr sz="1197" kern="1200"/>
  </cs:dataLabel>
  <cs:dataLabelCallout>
    <cs:lnRef idx="0"/>
    <cs:fillRef idx="0"/>
    <cs:effectRef idx="0"/>
    <cs:fontRef idx="minor">
      <a:srgbClr val="333333">
        <a:lumMod val="65000"/>
        <a:lumOff val="35000"/>
      </a:srgbClr>
    </cs:fontRef>
    <cs:spPr>
      <a:solidFill>
        <a:srgbClr val="FFFFFF"/>
      </a:solidFill>
      <a:ln>
        <a:solidFill>
          <a:srgbClr val="333333">
            <a:lumMod val="25000"/>
            <a:lumOff val="75000"/>
          </a:srgb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rgbClr val="333333"/>
    </cs:fontRef>
  </cs:dataPoint>
  <cs:dataPoint3D>
    <cs:lnRef idx="0"/>
    <cs:fillRef idx="1">
      <cs:styleClr val="auto"/>
    </cs:fillRef>
    <cs:effectRef idx="0"/>
    <cs:fontRef idx="minor">
      <a:srgbClr val="333333"/>
    </cs:fontRef>
  </cs:dataPoint3D>
  <cs:dataPointLine>
    <cs:lnRef idx="0">
      <cs:styleClr val="auto"/>
    </cs:lnRef>
    <cs:fillRef idx="1"/>
    <cs:effectRef idx="0"/>
    <cs:fontRef idx="minor">
      <a:srgbClr val="333333"/>
    </cs:fontRef>
    <cs:spPr>
      <a:ln w="28575" cap="rnd">
        <a:solidFill>
          <a:schemeClr val="phClr"/>
        </a:solidFill>
        <a:round/>
      </a:ln>
    </cs:spPr>
  </cs:dataPointLine>
  <cs:dataPointMarker>
    <cs:lnRef idx="0">
      <cs:styleClr val="auto"/>
    </cs:lnRef>
    <cs:fillRef idx="1">
      <cs:styleClr val="auto"/>
    </cs:fillRef>
    <cs:effectRef idx="0"/>
    <cs:fontRef idx="minor">
      <a:srgbClr val="333333"/>
    </cs:fontRef>
    <cs:spPr>
      <a:ln w="9525">
        <a:solidFill>
          <a:schemeClr val="phClr"/>
        </a:solidFill>
      </a:ln>
    </cs:spPr>
  </cs:dataPointMarker>
  <cs:dataPointMarkerLayout symbol="circle" size="5"/>
  <cs:dataPointWireframe>
    <cs:lnRef idx="0">
      <cs:styleClr val="auto"/>
    </cs:lnRef>
    <cs:fillRef idx="1"/>
    <cs:effectRef idx="0"/>
    <cs:fontRef idx="minor">
      <a:srgbClr val="333333"/>
    </cs:fontRef>
    <cs:spPr>
      <a:ln w="9525" cap="rnd">
        <a:solidFill>
          <a:schemeClr val="phClr"/>
        </a:solidFill>
        <a:round/>
      </a:ln>
    </cs:spPr>
  </cs:dataPointWireframe>
  <cs:dataTable>
    <cs:lnRef idx="0"/>
    <cs:fillRef idx="0"/>
    <cs:effectRef idx="0"/>
    <cs:fontRef idx="minor">
      <a:srgbClr val="333333">
        <a:lumMod val="65000"/>
        <a:lumOff val="35000"/>
      </a:srgbClr>
    </cs:fontRef>
    <cs:spPr>
      <a:noFill/>
      <a:ln w="9525" cap="flat" cmpd="sng" algn="ctr">
        <a:solidFill>
          <a:srgbClr val="333333">
            <a:lumMod val="15000"/>
            <a:lumOff val="85000"/>
          </a:srgbClr>
        </a:solidFill>
        <a:round/>
      </a:ln>
    </cs:spPr>
    <cs:defRPr sz="1197" kern="1200"/>
  </cs:dataTable>
  <cs:downBar>
    <cs:lnRef idx="0"/>
    <cs:fillRef idx="0"/>
    <cs:effectRef idx="0"/>
    <cs:fontRef idx="minor">
      <a:srgbClr val="333333"/>
    </cs:fontRef>
    <cs:spPr>
      <a:solidFill>
        <a:srgbClr val="333333">
          <a:lumMod val="65000"/>
          <a:lumOff val="35000"/>
        </a:srgbClr>
      </a:solidFill>
      <a:ln w="9525">
        <a:solidFill>
          <a:srgbClr val="333333">
            <a:lumMod val="65000"/>
            <a:lumOff val="35000"/>
          </a:srgbClr>
        </a:solidFill>
      </a:ln>
    </cs:spPr>
  </cs:downBar>
  <cs:dropLine>
    <cs:lnRef idx="0"/>
    <cs:fillRef idx="0"/>
    <cs:effectRef idx="0"/>
    <cs:fontRef idx="minor">
      <a:srgbClr val="333333"/>
    </cs:fontRef>
    <cs:spPr>
      <a:ln w="9525" cap="flat" cmpd="sng" algn="ctr">
        <a:solidFill>
          <a:srgbClr val="333333">
            <a:lumMod val="35000"/>
            <a:lumOff val="65000"/>
          </a:srgbClr>
        </a:solidFill>
        <a:round/>
      </a:ln>
    </cs:spPr>
  </cs:dropLine>
  <cs:errorBar>
    <cs:lnRef idx="0"/>
    <cs:fillRef idx="0"/>
    <cs:effectRef idx="0"/>
    <cs:fontRef idx="minor">
      <a:srgbClr val="333333"/>
    </cs:fontRef>
    <cs:spPr>
      <a:ln w="9525" cap="flat" cmpd="sng" algn="ctr">
        <a:solidFill>
          <a:srgbClr val="333333">
            <a:lumMod val="65000"/>
            <a:lumOff val="35000"/>
          </a:srgbClr>
        </a:solidFill>
        <a:round/>
      </a:ln>
    </cs:spPr>
  </cs:errorBar>
  <cs:floor>
    <cs:lnRef idx="0"/>
    <cs:fillRef idx="0"/>
    <cs:effectRef idx="0"/>
    <cs:fontRef idx="minor">
      <a:srgbClr val="333333"/>
    </cs:fontRef>
    <cs:spPr>
      <a:noFill/>
      <a:ln>
        <a:noFill/>
      </a:ln>
    </cs:spPr>
  </cs:floor>
  <cs:gridlineMajor>
    <cs:lnRef idx="0"/>
    <cs:fillRef idx="0"/>
    <cs:effectRef idx="0"/>
    <cs:fontRef idx="minor">
      <a:srgbClr val="333333"/>
    </cs:fontRef>
    <cs:spPr>
      <a:ln w="9525" cap="flat" cmpd="sng" algn="ctr">
        <a:solidFill>
          <a:srgbClr val="333333">
            <a:lumMod val="15000"/>
            <a:lumOff val="85000"/>
          </a:srgbClr>
        </a:solidFill>
        <a:round/>
      </a:ln>
    </cs:spPr>
  </cs:gridlineMajor>
  <cs:gridlineMinor>
    <cs:lnRef idx="0"/>
    <cs:fillRef idx="0"/>
    <cs:effectRef idx="0"/>
    <cs:fontRef idx="minor">
      <a:srgbClr val="333333"/>
    </cs:fontRef>
    <cs:spPr>
      <a:ln w="9525" cap="flat" cmpd="sng" algn="ctr">
        <a:solidFill>
          <a:srgbClr val="333333">
            <a:lumMod val="5000"/>
            <a:lumOff val="95000"/>
          </a:srgbClr>
        </a:solidFill>
        <a:round/>
      </a:ln>
    </cs:spPr>
  </cs:gridlineMinor>
  <cs:hiLoLine>
    <cs:lnRef idx="0"/>
    <cs:fillRef idx="0"/>
    <cs:effectRef idx="0"/>
    <cs:fontRef idx="minor">
      <a:srgbClr val="333333"/>
    </cs:fontRef>
    <cs:spPr>
      <a:ln w="9525" cap="flat" cmpd="sng" algn="ctr">
        <a:solidFill>
          <a:srgbClr val="333333">
            <a:lumMod val="75000"/>
            <a:lumOff val="25000"/>
          </a:srgbClr>
        </a:solidFill>
        <a:round/>
      </a:ln>
    </cs:spPr>
  </cs:hiLoLine>
  <cs:leaderLine>
    <cs:lnRef idx="0"/>
    <cs:fillRef idx="0"/>
    <cs:effectRef idx="0"/>
    <cs:fontRef idx="minor">
      <a:srgbClr val="333333"/>
    </cs:fontRef>
    <cs:spPr>
      <a:ln w="9525" cap="flat" cmpd="sng" algn="ctr">
        <a:solidFill>
          <a:srgbClr val="333333">
            <a:lumMod val="35000"/>
            <a:lumOff val="65000"/>
          </a:srgbClr>
        </a:solidFill>
        <a:round/>
      </a:ln>
    </cs:spPr>
  </cs:leaderLine>
  <cs:legend>
    <cs:lnRef idx="0"/>
    <cs:fillRef idx="0"/>
    <cs:effectRef idx="0"/>
    <cs:fontRef idx="minor">
      <a:srgbClr val="333333">
        <a:lumMod val="65000"/>
        <a:lumOff val="35000"/>
      </a:srgbClr>
    </cs:fontRef>
    <cs:defRPr sz="1197" kern="1200"/>
  </cs:legend>
  <cs:plotArea mods="allowNoFillOverride allowNoLineOverride">
    <cs:lnRef idx="0"/>
    <cs:fillRef idx="0"/>
    <cs:effectRef idx="0"/>
    <cs:fontRef idx="minor">
      <a:srgbClr val="333333"/>
    </cs:fontRef>
  </cs:plotArea>
  <cs:plotArea3D mods="allowNoFillOverride allowNoLineOverride">
    <cs:lnRef idx="0"/>
    <cs:fillRef idx="0"/>
    <cs:effectRef idx="0"/>
    <cs:fontRef idx="minor">
      <a:srgbClr val="333333"/>
    </cs:fontRef>
  </cs:plotArea3D>
  <cs:seriesAxis>
    <cs:lnRef idx="0"/>
    <cs:fillRef idx="0"/>
    <cs:effectRef idx="0"/>
    <cs:fontRef idx="minor">
      <a:srgbClr val="333333">
        <a:lumMod val="65000"/>
        <a:lumOff val="35000"/>
      </a:srgbClr>
    </cs:fontRef>
    <cs:defRPr sz="1197" kern="1200"/>
  </cs:seriesAxis>
  <cs:seriesLine>
    <cs:lnRef idx="0"/>
    <cs:fillRef idx="0"/>
    <cs:effectRef idx="0"/>
    <cs:fontRef idx="minor">
      <a:srgbClr val="333333"/>
    </cs:fontRef>
    <cs:spPr>
      <a:ln w="9525" cap="flat" cmpd="sng" algn="ctr">
        <a:solidFill>
          <a:srgbClr val="333333">
            <a:lumMod val="35000"/>
            <a:lumOff val="65000"/>
          </a:srgbClr>
        </a:solidFill>
        <a:round/>
      </a:ln>
    </cs:spPr>
  </cs:seriesLine>
  <cs:title>
    <cs:lnRef idx="0"/>
    <cs:fillRef idx="0"/>
    <cs:effectRef idx="0"/>
    <cs:fontRef idx="minor">
      <a:srgbClr val="333333">
        <a:lumMod val="65000"/>
        <a:lumOff val="35000"/>
      </a:srgbClr>
    </cs:fontRef>
    <cs:defRPr sz="1862" b="0" kern="1200" spc="0" baseline="0"/>
  </cs:title>
  <cs:trendline>
    <cs:lnRef idx="0">
      <cs:styleClr val="auto"/>
    </cs:lnRef>
    <cs:fillRef idx="0"/>
    <cs:effectRef idx="0"/>
    <cs:fontRef idx="minor">
      <a:srgbClr val="333333"/>
    </cs:fontRef>
    <cs:spPr>
      <a:ln w="19050" cap="rnd">
        <a:solidFill>
          <a:schemeClr val="phClr"/>
        </a:solidFill>
        <a:prstDash val="sysDot"/>
      </a:ln>
    </cs:spPr>
  </cs:trendline>
  <cs:trendlineLabel>
    <cs:lnRef idx="0"/>
    <cs:fillRef idx="0"/>
    <cs:effectRef idx="0"/>
    <cs:fontRef idx="minor">
      <a:srgbClr val="333333">
        <a:lumMod val="65000"/>
        <a:lumOff val="35000"/>
      </a:srgbClr>
    </cs:fontRef>
    <cs:defRPr sz="1197" kern="1200"/>
  </cs:trendlineLabel>
  <cs:upBar>
    <cs:lnRef idx="0"/>
    <cs:fillRef idx="0"/>
    <cs:effectRef idx="0"/>
    <cs:fontRef idx="minor">
      <a:srgbClr val="333333"/>
    </cs:fontRef>
    <cs:spPr>
      <a:solidFill>
        <a:srgbClr val="FFFFFF"/>
      </a:solidFill>
      <a:ln w="9525">
        <a:solidFill>
          <a:srgbClr val="333333">
            <a:lumMod val="15000"/>
            <a:lumOff val="85000"/>
          </a:srgbClr>
        </a:solidFill>
      </a:ln>
    </cs:spPr>
  </cs:upBar>
  <cs:valueAxis>
    <cs:lnRef idx="0"/>
    <cs:fillRef idx="0"/>
    <cs:effectRef idx="0"/>
    <cs:fontRef idx="minor">
      <a:srgbClr val="333333">
        <a:lumMod val="65000"/>
        <a:lumOff val="35000"/>
      </a:srgbClr>
    </cs:fontRef>
    <cs:defRPr sz="1197" kern="1200"/>
  </cs:valueAxis>
  <cs:wall>
    <cs:lnRef idx="0"/>
    <cs:fillRef idx="0"/>
    <cs:effectRef idx="0"/>
    <cs:fontRef idx="minor">
      <a:srgbClr val="333333"/>
    </cs:fontRef>
    <cs:spPr>
      <a:noFill/>
      <a:ln>
        <a:noFill/>
      </a:ln>
    </cs:spPr>
  </cs:wall>
</cs:chartStyle>
</file>

<file path=ppt/diagrams/vr_business_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rgbClr val="336699"/>
    </dgm:fillClrLst>
    <dgm:linClrLst meth="repeat">
      <a:srgbClr val="FFFFFF"/>
    </dgm:linClrLst>
    <dgm:effectClrLst/>
    <dgm:txLinClrLst/>
    <dgm:txFillClrLst/>
    <dgm:txEffectClrLst/>
  </dgm:styleLbl>
  <dgm:styleLbl name="alignNode1">
    <dgm:fillClrLst meth="repeat">
      <a:srgbClr val="336699"/>
    </dgm:fillClrLst>
    <dgm:linClrLst meth="repeat">
      <a:srgbClr val="336699"/>
    </dgm:linClrLst>
    <dgm:effectClrLst/>
    <dgm:txLinClrLst/>
    <dgm:txFillClrLst/>
    <dgm:txEffectClrLst/>
  </dgm:styleLbl>
  <dgm:styleLbl name="node1">
    <dgm:fillClrLst meth="repeat">
      <a:srgbClr val="336699"/>
    </dgm:fillClrLst>
    <dgm:linClrLst meth="repeat">
      <a:srgbClr val="FFFFFF"/>
    </dgm:linClrLst>
    <dgm:effectClrLst/>
    <dgm:txLinClrLst/>
    <dgm:txFillClrLst/>
    <dgm:txEffectClrLst/>
  </dgm:styleLbl>
  <dgm:styleLbl name="lnNode1">
    <dgm:fillClrLst meth="repeat">
      <a:srgbClr val="336699"/>
    </dgm:fillClrLst>
    <dgm:linClrLst meth="repeat">
      <a:srgbClr val="FFFFFF"/>
    </dgm:linClrLst>
    <dgm:effectClrLst/>
    <dgm:txLinClrLst/>
    <dgm:txFillClrLst/>
    <dgm:txEffectClrLst/>
  </dgm:styleLbl>
  <dgm:styleLbl name="vennNode1">
    <dgm:fillClrLst meth="repeat">
      <a:srgbClr val="336699">
        <a:alpha val="50000"/>
      </a:srgbClr>
    </dgm:fillClrLst>
    <dgm:linClrLst meth="repeat">
      <a:srgbClr val="FFFFFF"/>
    </dgm:linClrLst>
    <dgm:effectClrLst/>
    <dgm:txLinClrLst/>
    <dgm:txFillClrLst/>
    <dgm:txEffectClrLst/>
  </dgm:styleLbl>
  <dgm:styleLbl name="node2">
    <dgm:fillClrLst meth="repeat">
      <a:srgbClr val="336699"/>
    </dgm:fillClrLst>
    <dgm:linClrLst meth="repeat">
      <a:srgbClr val="FFFFFF"/>
    </dgm:linClrLst>
    <dgm:effectClrLst/>
    <dgm:txLinClrLst/>
    <dgm:txFillClrLst/>
    <dgm:txEffectClrLst/>
  </dgm:styleLbl>
  <dgm:styleLbl name="node3">
    <dgm:fillClrLst meth="repeat">
      <a:srgbClr val="336699"/>
    </dgm:fillClrLst>
    <dgm:linClrLst meth="repeat">
      <a:srgbClr val="FFFFFF"/>
    </dgm:linClrLst>
    <dgm:effectClrLst/>
    <dgm:txLinClrLst/>
    <dgm:txFillClrLst/>
    <dgm:txEffectClrLst/>
  </dgm:styleLbl>
  <dgm:styleLbl name="node4">
    <dgm:fillClrLst meth="repeat">
      <a:srgbClr val="336699"/>
    </dgm:fillClrLst>
    <dgm:linClrLst meth="repeat">
      <a:srgbClr val="FFFFFF"/>
    </dgm:linClrLst>
    <dgm:effectClrLst/>
    <dgm:txLinClrLst/>
    <dgm:txFillClrLst/>
    <dgm:txEffectClrLst/>
  </dgm:styleLbl>
  <dgm:styleLbl name="fgImgPlace1">
    <dgm:fillClrLst meth="repeat">
      <a:srgbClr val="336699">
        <a:tint val="50000"/>
      </a:srgbClr>
    </dgm:fillClrLst>
    <dgm:linClrLst meth="repeat">
      <a:srgbClr val="FFFFFF"/>
    </dgm:linClrLst>
    <dgm:effectClrLst/>
    <dgm:txLinClrLst/>
    <dgm:txFillClrLst meth="repeat">
      <a:srgbClr val="FFFFFF"/>
    </dgm:txFillClrLst>
    <dgm:txEffectClrLst/>
  </dgm:styleLbl>
  <dgm:styleLbl name="alignImgPlace1">
    <dgm:fillClrLst meth="repeat">
      <a:srgbClr val="336699">
        <a:tint val="50000"/>
      </a:srgbClr>
    </dgm:fillClrLst>
    <dgm:linClrLst meth="repeat">
      <a:srgbClr val="FFFFFF"/>
    </dgm:linClrLst>
    <dgm:effectClrLst/>
    <dgm:txLinClrLst/>
    <dgm:txFillClrLst meth="repeat">
      <a:srgbClr val="FFFFFF"/>
    </dgm:txFillClrLst>
    <dgm:txEffectClrLst/>
  </dgm:styleLbl>
  <dgm:styleLbl name="bgImgPlace1">
    <dgm:fillClrLst meth="repeat">
      <a:srgbClr val="336699">
        <a:tint val="50000"/>
      </a:srgbClr>
    </dgm:fillClrLst>
    <dgm:linClrLst meth="repeat">
      <a:srgbClr val="FFFFFF"/>
    </dgm:linClrLst>
    <dgm:effectClrLst/>
    <dgm:txLinClrLst/>
    <dgm:txFillClrLst meth="repeat">
      <a:srgbClr val="FFFFFF"/>
    </dgm:txFillClrLst>
    <dgm:txEffectClrLst/>
  </dgm:styleLbl>
  <dgm:styleLbl name="sibTrans2D1">
    <dgm:fillClrLst meth="repeat">
      <a:srgbClr val="336699">
        <a:tint val="60000"/>
      </a:srgbClr>
    </dgm:fillClrLst>
    <dgm:linClrLst meth="repeat">
      <a:srgbClr val="336699">
        <a:tint val="60000"/>
      </a:srgbClr>
    </dgm:linClrLst>
    <dgm:effectClrLst/>
    <dgm:txLinClrLst/>
    <dgm:txFillClrLst/>
    <dgm:txEffectClrLst/>
  </dgm:styleLbl>
  <dgm:styleLbl name="fgSibTrans2D1">
    <dgm:fillClrLst meth="repeat">
      <a:srgbClr val="336699">
        <a:tint val="60000"/>
      </a:srgbClr>
    </dgm:fillClrLst>
    <dgm:linClrLst meth="repeat">
      <a:srgbClr val="336699">
        <a:tint val="60000"/>
      </a:srgbClr>
    </dgm:linClrLst>
    <dgm:effectClrLst/>
    <dgm:txLinClrLst/>
    <dgm:txFillClrLst/>
    <dgm:txEffectClrLst/>
  </dgm:styleLbl>
  <dgm:styleLbl name="bgSibTrans2D1">
    <dgm:fillClrLst meth="repeat">
      <a:srgbClr val="336699">
        <a:tint val="60000"/>
      </a:srgbClr>
    </dgm:fillClrLst>
    <dgm:linClrLst meth="repeat">
      <a:srgbClr val="336699">
        <a:tint val="60000"/>
      </a:srgbClr>
    </dgm:linClrLst>
    <dgm:effectClrLst/>
    <dgm:txLinClrLst/>
    <dgm:txFillClrLst/>
    <dgm:txEffectClrLst/>
  </dgm:styleLbl>
  <dgm:styleLbl name="sibTrans1D1">
    <dgm:fillClrLst meth="repeat">
      <a:srgbClr val="336699"/>
    </dgm:fillClrLst>
    <dgm:linClrLst meth="repeat">
      <a:srgbClr val="336699"/>
    </dgm:linClrLst>
    <dgm:effectClrLst/>
    <dgm:txLinClrLst/>
    <dgm:txFillClrLst meth="repeat">
      <a:srgbClr val="333333"/>
    </dgm:txFillClrLst>
    <dgm:txEffectClrLst/>
  </dgm:styleLbl>
  <dgm:styleLbl name="callout">
    <dgm:fillClrLst meth="repeat">
      <a:srgbClr val="336699"/>
    </dgm:fillClrLst>
    <dgm:linClrLst meth="repeat">
      <a:srgbClr val="336699">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36699"/>
    </dgm:fillClrLst>
    <dgm:linClrLst meth="repeat">
      <a:srgbClr val="FFFFFF"/>
    </dgm:linClrLst>
    <dgm:effectClrLst/>
    <dgm:txLinClrLst/>
    <dgm:txFillClrLst/>
    <dgm:txEffectClrLst/>
  </dgm:styleLbl>
  <dgm:styleLbl name="asst2">
    <dgm:fillClrLst meth="repeat">
      <a:srgbClr val="336699"/>
    </dgm:fillClrLst>
    <dgm:linClrLst meth="repeat">
      <a:srgbClr val="FFFFFF"/>
    </dgm:linClrLst>
    <dgm:effectClrLst/>
    <dgm:txLinClrLst/>
    <dgm:txFillClrLst/>
    <dgm:txEffectClrLst/>
  </dgm:styleLbl>
  <dgm:styleLbl name="asst3">
    <dgm:fillClrLst meth="repeat">
      <a:srgbClr val="336699"/>
    </dgm:fillClrLst>
    <dgm:linClrLst meth="repeat">
      <a:srgbClr val="FFFFFF"/>
    </dgm:linClrLst>
    <dgm:effectClrLst/>
    <dgm:txLinClrLst/>
    <dgm:txFillClrLst/>
    <dgm:txEffectClrLst/>
  </dgm:styleLbl>
  <dgm:styleLbl name="asst4">
    <dgm:fillClrLst meth="repeat">
      <a:srgbClr val="336699"/>
    </dgm:fillClrLst>
    <dgm:linClrLst meth="repeat">
      <a:srgbClr val="FFFFFF"/>
    </dgm:linClrLst>
    <dgm:effectClrLst/>
    <dgm:txLinClrLst/>
    <dgm:txFillClrLst/>
    <dgm:txEffectClrLst/>
  </dgm:styleLbl>
  <dgm:styleLbl name="parChTrans2D1">
    <dgm:fillClrLst meth="repeat">
      <a:srgbClr val="336699">
        <a:tint val="60000"/>
      </a:srgbClr>
    </dgm:fillClrLst>
    <dgm:linClrLst meth="repeat">
      <a:srgbClr val="336699">
        <a:tint val="60000"/>
      </a:srgbClr>
    </dgm:linClrLst>
    <dgm:effectClrLst/>
    <dgm:txLinClrLst/>
    <dgm:txFillClrLst meth="repeat">
      <a:srgbClr val="FFFFFF"/>
    </dgm:txFillClrLst>
    <dgm:txEffectClrLst/>
  </dgm:styleLbl>
  <dgm:styleLbl name="parChTrans2D2">
    <dgm:fillClrLst meth="repeat">
      <a:srgbClr val="336699"/>
    </dgm:fillClrLst>
    <dgm:linClrLst meth="repeat">
      <a:srgbClr val="336699"/>
    </dgm:linClrLst>
    <dgm:effectClrLst/>
    <dgm:txLinClrLst/>
    <dgm:txFillClrLst meth="repeat">
      <a:srgbClr val="FFFFFF"/>
    </dgm:txFillClrLst>
    <dgm:txEffectClrLst/>
  </dgm:styleLbl>
  <dgm:styleLbl name="parChTrans2D3">
    <dgm:fillClrLst meth="repeat">
      <a:srgbClr val="336699"/>
    </dgm:fillClrLst>
    <dgm:linClrLst meth="repeat">
      <a:srgbClr val="336699"/>
    </dgm:linClrLst>
    <dgm:effectClrLst/>
    <dgm:txLinClrLst/>
    <dgm:txFillClrLst meth="repeat">
      <a:srgbClr val="FFFFFF"/>
    </dgm:txFillClrLst>
    <dgm:txEffectClrLst/>
  </dgm:styleLbl>
  <dgm:styleLbl name="parChTrans2D4">
    <dgm:fillClrLst meth="repeat">
      <a:srgbClr val="336699"/>
    </dgm:fillClrLst>
    <dgm:linClrLst meth="repeat">
      <a:srgbClr val="336699"/>
    </dgm:linClrLst>
    <dgm:effectClrLst/>
    <dgm:txLinClrLst/>
    <dgm:txFillClrLst meth="repeat">
      <a:srgbClr val="FFFFFF"/>
    </dgm:txFillClrLst>
    <dgm:txEffectClrLst/>
  </dgm:styleLbl>
  <dgm:styleLbl name="parChTrans1D1">
    <dgm:fillClrLst meth="repeat">
      <a:srgbClr val="336699"/>
    </dgm:fillClrLst>
    <dgm:linClrLst meth="repeat">
      <a:srgbClr val="336699">
        <a:shade val="60000"/>
      </a:srgbClr>
    </dgm:linClrLst>
    <dgm:effectClrLst/>
    <dgm:txLinClrLst/>
    <dgm:txFillClrLst meth="repeat">
      <a:srgbClr val="333333"/>
    </dgm:txFillClrLst>
    <dgm:txEffectClrLst/>
  </dgm:styleLbl>
  <dgm:styleLbl name="parChTrans1D2">
    <dgm:fillClrLst meth="repeat">
      <a:srgbClr val="336699"/>
    </dgm:fillClrLst>
    <dgm:linClrLst meth="repeat">
      <a:srgbClr val="336699">
        <a:shade val="60000"/>
      </a:srgbClr>
    </dgm:linClrLst>
    <dgm:effectClrLst/>
    <dgm:txLinClrLst/>
    <dgm:txFillClrLst meth="repeat">
      <a:srgbClr val="333333"/>
    </dgm:txFillClrLst>
    <dgm:txEffectClrLst/>
  </dgm:styleLbl>
  <dgm:styleLbl name="parChTrans1D3">
    <dgm:fillClrLst meth="repeat">
      <a:srgbClr val="336699"/>
    </dgm:fillClrLst>
    <dgm:linClrLst meth="repeat">
      <a:srgbClr val="336699">
        <a:shade val="80000"/>
      </a:srgbClr>
    </dgm:linClrLst>
    <dgm:effectClrLst/>
    <dgm:txLinClrLst/>
    <dgm:txFillClrLst meth="repeat">
      <a:srgbClr val="333333"/>
    </dgm:txFillClrLst>
    <dgm:txEffectClrLst/>
  </dgm:styleLbl>
  <dgm:styleLbl name="parChTrans1D4">
    <dgm:fillClrLst meth="repeat">
      <a:srgbClr val="336699"/>
    </dgm:fillClrLst>
    <dgm:linClrLst meth="repeat">
      <a:srgbClr val="336699">
        <a:shade val="80000"/>
      </a:srgbClr>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36699"/>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36699"/>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36699"/>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36699"/>
    </dgm:linClrLst>
    <dgm:effectClrLst/>
    <dgm:txLinClrLst/>
    <dgm:txFillClrLst meth="repeat">
      <a:srgbClr val="333333"/>
    </dgm:txFillClrLst>
    <dgm:txEffectClrLst/>
  </dgm:styleLbl>
  <dgm:styleLbl name="solidFgAcc1">
    <dgm:fillClrLst meth="repeat">
      <a:srgbClr val="FFFFFF"/>
    </dgm:fillClrLst>
    <dgm:linClrLst meth="repeat">
      <a:srgbClr val="336699"/>
    </dgm:linClrLst>
    <dgm:effectClrLst/>
    <dgm:txLinClrLst/>
    <dgm:txFillClrLst meth="repeat">
      <a:srgbClr val="333333"/>
    </dgm:txFillClrLst>
    <dgm:txEffectClrLst/>
  </dgm:styleLbl>
  <dgm:styleLbl name="solidAlignAcc1">
    <dgm:fillClrLst meth="repeat">
      <a:srgbClr val="FFFFFF"/>
    </dgm:fillClrLst>
    <dgm:linClrLst meth="repeat">
      <a:srgbClr val="336699"/>
    </dgm:linClrLst>
    <dgm:effectClrLst/>
    <dgm:txLinClrLst/>
    <dgm:txFillClrLst meth="repeat">
      <a:srgbClr val="333333"/>
    </dgm:txFillClrLst>
    <dgm:txEffectClrLst/>
  </dgm:styleLbl>
  <dgm:styleLbl name="solidBgAcc1">
    <dgm:fillClrLst meth="repeat">
      <a:srgbClr val="FFFFFF"/>
    </dgm:fillClrLst>
    <dgm:linClrLst meth="repeat">
      <a:srgbClr val="336699"/>
    </dgm:linClrLst>
    <dgm:effectClrLst/>
    <dgm:txLinClrLst/>
    <dgm:txFillClrLst meth="repeat">
      <a:srgbClr val="333333"/>
    </dgm:txFillClrLst>
    <dgm:txEffectClrLst/>
  </dgm:styleLbl>
  <dgm:styleLbl name="fgAccFollowNode1">
    <dgm:fillClrLst meth="repeat">
      <a:srgbClr val="336699">
        <a:alpha val="90000"/>
        <a:tint val="40000"/>
      </a:srgbClr>
    </dgm:fillClrLst>
    <dgm:linClrLst meth="repeat">
      <a:srgbClr val="336699">
        <a:alpha val="90000"/>
        <a:tint val="40000"/>
      </a:srgbClr>
    </dgm:linClrLst>
    <dgm:effectClrLst/>
    <dgm:txLinClrLst/>
    <dgm:txFillClrLst meth="repeat">
      <a:srgbClr val="333333"/>
    </dgm:txFillClrLst>
    <dgm:txEffectClrLst/>
  </dgm:styleLbl>
  <dgm:styleLbl name="alignAccFollowNode1">
    <dgm:fillClrLst meth="repeat">
      <a:srgbClr val="336699">
        <a:alpha val="90000"/>
        <a:tint val="40000"/>
      </a:srgbClr>
    </dgm:fillClrLst>
    <dgm:linClrLst meth="repeat">
      <a:srgbClr val="336699">
        <a:alpha val="90000"/>
        <a:tint val="40000"/>
      </a:srgbClr>
    </dgm:linClrLst>
    <dgm:effectClrLst/>
    <dgm:txLinClrLst/>
    <dgm:txFillClrLst meth="repeat">
      <a:srgbClr val="333333"/>
    </dgm:txFillClrLst>
    <dgm:txEffectClrLst/>
  </dgm:styleLbl>
  <dgm:styleLbl name="bgAccFollowNode1">
    <dgm:fillClrLst meth="repeat">
      <a:srgbClr val="336699">
        <a:alpha val="90000"/>
        <a:tint val="40000"/>
      </a:srgbClr>
    </dgm:fillClrLst>
    <dgm:linClrLst meth="repeat">
      <a:srgbClr val="336699">
        <a:alpha val="90000"/>
        <a:tint val="40000"/>
      </a:srgbClr>
    </dgm:linClrLst>
    <dgm:effectClrLst/>
    <dgm:txLinClrLst/>
    <dgm:txFillClrLst meth="repeat">
      <a:srgbClr val="333333"/>
    </dgm:txFillClrLst>
    <dgm:txEffectClrLst/>
  </dgm:styleLbl>
  <dgm:styleLbl name="fgAcc0">
    <dgm:fillClrLst meth="repeat">
      <a:srgbClr val="FFFFFF">
        <a:alpha val="90000"/>
      </a:srgbClr>
    </dgm:fillClrLst>
    <dgm:linClrLst meth="repeat">
      <a:srgbClr val="336699"/>
    </dgm:linClrLst>
    <dgm:effectClrLst/>
    <dgm:txLinClrLst/>
    <dgm:txFillClrLst meth="repeat">
      <a:srgbClr val="333333"/>
    </dgm:txFillClrLst>
    <dgm:txEffectClrLst/>
  </dgm:styleLbl>
  <dgm:styleLbl name="fgAcc2">
    <dgm:fillClrLst meth="repeat">
      <a:srgbClr val="FFFFFF">
        <a:alpha val="90000"/>
      </a:srgbClr>
    </dgm:fillClrLst>
    <dgm:linClrLst meth="repeat">
      <a:srgbClr val="336699"/>
    </dgm:linClrLst>
    <dgm:effectClrLst/>
    <dgm:txLinClrLst/>
    <dgm:txFillClrLst meth="repeat">
      <a:srgbClr val="333333"/>
    </dgm:txFillClrLst>
    <dgm:txEffectClrLst/>
  </dgm:styleLbl>
  <dgm:styleLbl name="fgAcc3">
    <dgm:fillClrLst meth="repeat">
      <a:srgbClr val="FFFFFF">
        <a:alpha val="90000"/>
      </a:srgbClr>
    </dgm:fillClrLst>
    <dgm:linClrLst meth="repeat">
      <a:srgbClr val="336699"/>
    </dgm:linClrLst>
    <dgm:effectClrLst/>
    <dgm:txLinClrLst/>
    <dgm:txFillClrLst meth="repeat">
      <a:srgbClr val="333333"/>
    </dgm:txFillClrLst>
    <dgm:txEffectClrLst/>
  </dgm:styleLbl>
  <dgm:styleLbl name="fgAcc4">
    <dgm:fillClrLst meth="repeat">
      <a:srgbClr val="FFFFFF">
        <a:alpha val="90000"/>
      </a:srgbClr>
    </dgm:fillClrLst>
    <dgm:linClrLst meth="repeat">
      <a:srgbClr val="336699"/>
    </dgm:linClrLst>
    <dgm:effectClrLst/>
    <dgm:txLinClrLst/>
    <dgm:txFillClrLst meth="repeat">
      <a:srgbClr val="333333"/>
    </dgm:txFillClrLst>
    <dgm:txEffectClrLst/>
  </dgm:styleLbl>
  <dgm:styleLbl name="bgShp">
    <dgm:fillClrLst meth="repeat">
      <a:srgbClr val="336699">
        <a:tint val="40000"/>
      </a:srgbClr>
    </dgm:fillClrLst>
    <dgm:linClrLst meth="repeat">
      <a:srgbClr val="336699"/>
    </dgm:linClrLst>
    <dgm:effectClrLst/>
    <dgm:txLinClrLst/>
    <dgm:txFillClrLst meth="repeat">
      <a:srgbClr val="333333"/>
    </dgm:txFillClrLst>
    <dgm:txEffectClrLst/>
  </dgm:styleLbl>
  <dgm:styleLbl name="dkBgShp">
    <dgm:fillClrLst meth="repeat">
      <a:srgbClr val="336699">
        <a:shade val="80000"/>
      </a:srgbClr>
    </dgm:fillClrLst>
    <dgm:linClrLst meth="repeat">
      <a:srgbClr val="336699"/>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36699"/>
    </dgm:linClrLst>
    <dgm:effectClrLst/>
    <dgm:txLinClrLst/>
    <dgm:txFillClrLst meth="repeat">
      <a:srgbClr val="FFFFFF"/>
    </dgm:txFillClrLst>
    <dgm:txEffectClrLst/>
  </dgm:styleLbl>
  <dgm:styleLbl name="fgShp">
    <dgm:fillClrLst meth="repeat">
      <a:srgbClr val="336699">
        <a:tint val="6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colors1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rgbClr val="336699"/>
    </dgm:fillClrLst>
    <dgm:linClrLst meth="repeat">
      <a:srgbClr val="FFFFFF"/>
    </dgm:linClrLst>
    <dgm:effectClrLst/>
    <dgm:txLinClrLst/>
    <dgm:txFillClrLst/>
    <dgm:txEffectClrLst/>
  </dgm:styleLbl>
  <dgm:styleLbl name="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alignNode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dgm:txEffectClrLst/>
  </dgm:styleLbl>
  <dgm:styleLbl name="ln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vennNode1">
    <dgm:fillClrLst meth="repeat">
      <a:srgbClr val="3494BA">
        <a:alpha val="50000"/>
      </a:srgbClr>
      <a:srgbClr val="58B6C0">
        <a:alpha val="50000"/>
      </a:srgbClr>
      <a:srgbClr val="75BDA7">
        <a:alpha val="50000"/>
      </a:srgbClr>
      <a:srgbClr val="7A8C8E">
        <a:alpha val="50000"/>
      </a:srgbClr>
      <a:srgbClr val="2683C6">
        <a:alpha val="50000"/>
      </a:srgbClr>
    </dgm:fillClrLst>
    <dgm:linClrLst meth="repeat">
      <a:srgbClr val="FFFFFF"/>
    </dgm:linClrLst>
    <dgm:effectClrLst/>
    <dgm:txLinClrLst/>
    <dgm:txFillClrLst/>
    <dgm:txEffectClrLst/>
  </dgm:styleLbl>
  <dgm:styleLbl name="node2">
    <dgm:fillClrLst>
      <a:srgbClr val="3494BA"/>
    </dgm:fillClrLst>
    <dgm:linClrLst meth="repeat">
      <a:srgbClr val="FFFFFF"/>
    </dgm:linClrLst>
    <dgm:effectClrLst/>
    <dgm:txLinClrLst/>
    <dgm:txFillClrLst/>
    <dgm:txEffectClrLst/>
  </dgm:styleLbl>
  <dgm:styleLbl name="node3">
    <dgm:fillClrLst>
      <a:srgbClr val="58B6C0"/>
    </dgm:fillClrLst>
    <dgm:linClrLst meth="repeat">
      <a:srgbClr val="FFFFFF"/>
    </dgm:linClrLst>
    <dgm:effectClrLst/>
    <dgm:txLinClrLst/>
    <dgm:txFillClrLst/>
    <dgm:txEffectClrLst/>
  </dgm:styleLbl>
  <dgm:styleLbl name="node4">
    <dgm:fillClrLst>
      <a:srgbClr val="75BDA7"/>
    </dgm:fillClrLst>
    <dgm:linClrLst meth="repeat">
      <a:srgbClr val="FFFFFF"/>
    </dgm:linClrLst>
    <dgm:effectClrLst/>
    <dgm:txLinClrLst/>
    <dgm:txFillClrLst/>
    <dgm:txEffectClrLst/>
  </dgm:styleLbl>
  <dgm:styleLbl name="fgImgPlace1">
    <dgm:fillClrLst meth="repeat">
      <a:srgbClr val="3494BA">
        <a:tint val="50000"/>
      </a:srgbClr>
      <a:srgbClr val="58B6C0">
        <a:tint val="50000"/>
      </a:srgbClr>
      <a:srgbClr val="75BDA7">
        <a:tint val="50000"/>
      </a:srgbClr>
      <a:srgbClr val="7A8C8E">
        <a:tint val="50000"/>
      </a:srgbClr>
      <a:srgbClr val="2683C6">
        <a:tint val="50000"/>
      </a:srgbClr>
    </dgm:fillClrLst>
    <dgm:linClrLst meth="repeat">
      <a:srgbClr val="FFFFFF"/>
    </dgm:linClrLst>
    <dgm:effectClrLst/>
    <dgm:txLinClrLst/>
    <dgm:txFillClrLst meth="repeat">
      <a:srgbClr val="FFFFFF"/>
    </dgm:txFillClrLst>
    <dgm:txEffectClrLst/>
  </dgm:styleLbl>
  <dgm:styleLbl name="align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bg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sibTrans2D1">
    <dgm:fillClrLst meth="repeat">
      <a:srgbClr val="3494BA"/>
      <a:srgbClr val="58B6C0"/>
      <a:srgbClr val="75BDA7"/>
      <a:srgbClr val="7A8C8E"/>
      <a:srgbClr val="2683C6"/>
    </dgm:fillClrLst>
    <dgm:linClrLst meth="cycle">
      <a:srgbClr val="FFFFFF"/>
    </dgm:linClrLst>
    <dgm:effectClrLst/>
    <dgm:txLinClrLst/>
    <dgm:txFillClrLst/>
    <dgm:txEffectClrLst/>
  </dgm:styleLbl>
  <dgm:styleLbl name="f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b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sibTrans1D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allout">
    <dgm:fillClrLst meth="repeat">
      <a:srgbClr val="3494BA"/>
    </dgm:fillClrLst>
    <dgm:linClrLst meth="repeat">
      <a:srgbClr val="3494BA">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494BA"/>
    </dgm:fillClrLst>
    <dgm:linClrLst meth="repeat">
      <a:srgbClr val="FFFFFF"/>
    </dgm:linClrLst>
    <dgm:effectClrLst/>
    <dgm:txLinClrLst/>
    <dgm:txFillClrLst/>
    <dgm:txEffectClrLst/>
  </dgm:styleLbl>
  <dgm:styleLbl name="asst2">
    <dgm:fillClrLst>
      <a:srgbClr val="58B6C0"/>
    </dgm:fillClrLst>
    <dgm:linClrLst meth="repeat">
      <a:srgbClr val="FFFFFF"/>
    </dgm:linClrLst>
    <dgm:effectClrLst/>
    <dgm:txLinClrLst/>
    <dgm:txFillClrLst/>
    <dgm:txEffectClrLst/>
  </dgm:styleLbl>
  <dgm:styleLbl name="asst3">
    <dgm:fillClrLst>
      <a:srgbClr val="75BDA7"/>
    </dgm:fillClrLst>
    <dgm:linClrLst meth="repeat">
      <a:srgbClr val="FFFFFF"/>
    </dgm:linClrLst>
    <dgm:effectClrLst/>
    <dgm:txLinClrLst/>
    <dgm:txFillClrLst/>
    <dgm:txEffectClrLst/>
  </dgm:styleLbl>
  <dgm:styleLbl name="asst4">
    <dgm:fillClrLst>
      <a:srgbClr val="7A8C8E"/>
    </dgm:fillClrLst>
    <dgm:linClrLst meth="repeat">
      <a:srgbClr val="FFFFFF"/>
    </dgm:linClrLst>
    <dgm:effectClrLst/>
    <dgm:txLinClrLst/>
    <dgm:txFillClrLst/>
    <dgm:txEffectClrLst/>
  </dgm:styleLbl>
  <dgm:styleLbl name="parChTrans2D1">
    <dgm:fillClrLst meth="repeat">
      <a:srgbClr val="3494BA"/>
    </dgm:fillClrLst>
    <dgm:linClrLst meth="repeat">
      <a:srgbClr val="FFFFFF"/>
    </dgm:linClrLst>
    <dgm:effectClrLst/>
    <dgm:txLinClrLst/>
    <dgm:txFillClrLst meth="repeat">
      <a:srgbClr val="FFFFFF"/>
    </dgm:txFillClrLst>
    <dgm:txEffectClrLst/>
  </dgm:styleLbl>
  <dgm:styleLbl name="parChTrans2D2">
    <dgm:fillClrLst meth="repeat">
      <a:srgbClr val="58B6C0"/>
    </dgm:fillClrLst>
    <dgm:linClrLst meth="repeat">
      <a:srgbClr val="FFFFFF"/>
    </dgm:linClrLst>
    <dgm:effectClrLst/>
    <dgm:txLinClrLst/>
    <dgm:txFillClrLst/>
    <dgm:txEffectClrLst/>
  </dgm:styleLbl>
  <dgm:styleLbl name="parChTrans2D3">
    <dgm:fillClrLst meth="repeat">
      <a:srgbClr val="75BDA7"/>
    </dgm:fillClrLst>
    <dgm:linClrLst meth="repeat">
      <a:srgbClr val="FFFFFF"/>
    </dgm:linClrLst>
    <dgm:effectClrLst/>
    <dgm:txLinClrLst/>
    <dgm:txFillClrLst/>
    <dgm:txEffectClrLst/>
  </dgm:styleLbl>
  <dgm:styleLbl name="parChTrans2D4">
    <dgm:fillClrLst meth="repeat">
      <a:srgbClr val="7A8C8E"/>
    </dgm:fillClrLst>
    <dgm:linClrLst meth="repeat">
      <a:srgbClr val="FFFFFF"/>
    </dgm:linClrLst>
    <dgm:effectClrLst/>
    <dgm:txLinClrLst/>
    <dgm:txFillClrLst meth="repeat">
      <a:srgbClr val="FFFFFF"/>
    </dgm:txFillClrLst>
    <dgm:txEffectClrLst/>
  </dgm:styleLbl>
  <dgm:styleLbl name="parChTrans1D1">
    <dgm:fillClrLst meth="repeat">
      <a:srgbClr val="3494BA"/>
    </dgm:fillClrLst>
    <dgm:linClrLst meth="repeat">
      <a:srgbClr val="336699"/>
    </dgm:linClrLst>
    <dgm:effectClrLst/>
    <dgm:txLinClrLst/>
    <dgm:txFillClrLst meth="repeat">
      <a:srgbClr val="333333"/>
    </dgm:txFillClrLst>
    <dgm:txEffectClrLst/>
  </dgm:styleLbl>
  <dgm:styleLbl name="parChTrans1D2">
    <dgm:fillClrLst meth="repeat">
      <a:srgbClr val="58B6C0">
        <a:tint val="90000"/>
      </a:srgbClr>
    </dgm:fillClrLst>
    <dgm:linClrLst meth="repeat">
      <a:srgbClr val="3494BA"/>
    </dgm:linClrLst>
    <dgm:effectClrLst/>
    <dgm:txLinClrLst/>
    <dgm:txFillClrLst meth="repeat">
      <a:srgbClr val="333333"/>
    </dgm:txFillClrLst>
    <dgm:txEffectClrLst/>
  </dgm:styleLbl>
  <dgm:styleLbl name="parChTrans1D3">
    <dgm:fillClrLst meth="repeat">
      <a:srgbClr val="75BDA7">
        <a:tint val="70000"/>
      </a:srgbClr>
    </dgm:fillClrLst>
    <dgm:linClrLst meth="repeat">
      <a:srgbClr val="58B6C0"/>
    </dgm:linClrLst>
    <dgm:effectClrLst/>
    <dgm:txLinClrLst/>
    <dgm:txFillClrLst meth="repeat">
      <a:srgbClr val="333333"/>
    </dgm:txFillClrLst>
    <dgm:txEffectClrLst/>
  </dgm:styleLbl>
  <dgm:styleLbl name="parChTrans1D4">
    <dgm:fillClrLst meth="repeat">
      <a:srgbClr val="7A8C8E">
        <a:tint val="50000"/>
      </a:srgbClr>
    </dgm:fillClrLst>
    <dgm:linClrLst meth="repeat">
      <a:srgbClr val="75BDA7"/>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F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Align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B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f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align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b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fgAcc0">
    <dgm:fillClrLst meth="repeat">
      <a:srgbClr val="FFFFFF">
        <a:alpha val="90000"/>
      </a:srgbClr>
    </dgm:fillClrLst>
    <dgm:linClrLst>
      <a:srgbClr val="336699"/>
    </dgm:linClrLst>
    <dgm:effectClrLst/>
    <dgm:txLinClrLst/>
    <dgm:txFillClrLst meth="repeat">
      <a:srgbClr val="333333"/>
    </dgm:txFillClrLst>
    <dgm:txEffectClrLst/>
  </dgm:styleLbl>
  <dgm:styleLbl name="fgAcc2">
    <dgm:fillClrLst meth="repeat">
      <a:srgbClr val="FFFFFF">
        <a:alpha val="90000"/>
      </a:srgbClr>
    </dgm:fillClrLst>
    <dgm:linClrLst>
      <a:srgbClr val="3494BA"/>
    </dgm:linClrLst>
    <dgm:effectClrLst/>
    <dgm:txLinClrLst/>
    <dgm:txFillClrLst meth="repeat">
      <a:srgbClr val="333333"/>
    </dgm:txFillClrLst>
    <dgm:txEffectClrLst/>
  </dgm:styleLbl>
  <dgm:styleLbl name="fgAcc3">
    <dgm:fillClrLst meth="repeat">
      <a:srgbClr val="FFFFFF">
        <a:alpha val="90000"/>
      </a:srgbClr>
    </dgm:fillClrLst>
    <dgm:linClrLst>
      <a:srgbClr val="58B6C0"/>
    </dgm:linClrLst>
    <dgm:effectClrLst/>
    <dgm:txLinClrLst/>
    <dgm:txFillClrLst meth="repeat">
      <a:srgbClr val="333333"/>
    </dgm:txFillClrLst>
    <dgm:txEffectClrLst/>
  </dgm:styleLbl>
  <dgm:styleLbl name="fgAcc4">
    <dgm:fillClrLst meth="repeat">
      <a:srgbClr val="FFFFFF">
        <a:alpha val="90000"/>
      </a:srgbClr>
    </dgm:fillClrLst>
    <dgm:linClrLst>
      <a:srgbClr val="75BDA7"/>
    </dgm:linClrLst>
    <dgm:effectClrLst/>
    <dgm:txLinClrLst/>
    <dgm:txFillClrLst meth="repeat">
      <a:srgbClr val="333333"/>
    </dgm:txFillClrLst>
    <dgm:txEffectClrLst/>
  </dgm:styleLbl>
  <dgm:styleLbl name="bgShp">
    <dgm:fillClrLst meth="repeat">
      <a:srgbClr val="3494BA">
        <a:tint val="40000"/>
      </a:srgbClr>
    </dgm:fillClrLst>
    <dgm:linClrLst meth="repeat">
      <a:srgbClr val="333333"/>
    </dgm:linClrLst>
    <dgm:effectClrLst/>
    <dgm:txLinClrLst/>
    <dgm:txFillClrLst meth="repeat">
      <a:srgbClr val="333333"/>
    </dgm:txFillClrLst>
    <dgm:txEffectClrLst/>
  </dgm:styleLbl>
  <dgm:styleLbl name="dkBgShp">
    <dgm:fillClrLst meth="repeat">
      <a:srgbClr val="3494BA">
        <a:shade val="90000"/>
      </a:srgbClr>
    </dgm:fillClrLst>
    <dgm:linClrLst meth="repeat">
      <a:srgbClr val="333333"/>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494BA"/>
    </dgm:linClrLst>
    <dgm:effectClrLst/>
    <dgm:txLinClrLst/>
    <dgm:txFillClrLst meth="repeat">
      <a:srgbClr val="FFFFFF"/>
    </dgm:txFillClrLst>
    <dgm:txEffectClrLst/>
  </dgm:styleLbl>
  <dgm:styleLbl name="fgShp">
    <dgm:fillClrLst meth="repeat">
      <a:srgbClr val="3494BA">
        <a:tint val="4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colors1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rgbClr val="336699"/>
    </dgm:fillClrLst>
    <dgm:linClrLst meth="repeat">
      <a:srgbClr val="FFFFFF"/>
    </dgm:linClrLst>
    <dgm:effectClrLst/>
    <dgm:txLinClrLst/>
    <dgm:txFillClrLst/>
    <dgm:txEffectClrLst/>
  </dgm:styleLbl>
  <dgm:styleLbl name="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alignNode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dgm:txEffectClrLst/>
  </dgm:styleLbl>
  <dgm:styleLbl name="ln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vennNode1">
    <dgm:fillClrLst meth="repeat">
      <a:srgbClr val="3494BA">
        <a:alpha val="50000"/>
      </a:srgbClr>
      <a:srgbClr val="58B6C0">
        <a:alpha val="50000"/>
      </a:srgbClr>
      <a:srgbClr val="75BDA7">
        <a:alpha val="50000"/>
      </a:srgbClr>
      <a:srgbClr val="7A8C8E">
        <a:alpha val="50000"/>
      </a:srgbClr>
      <a:srgbClr val="2683C6">
        <a:alpha val="50000"/>
      </a:srgbClr>
    </dgm:fillClrLst>
    <dgm:linClrLst meth="repeat">
      <a:srgbClr val="FFFFFF"/>
    </dgm:linClrLst>
    <dgm:effectClrLst/>
    <dgm:txLinClrLst/>
    <dgm:txFillClrLst/>
    <dgm:txEffectClrLst/>
  </dgm:styleLbl>
  <dgm:styleLbl name="node2">
    <dgm:fillClrLst>
      <a:srgbClr val="3494BA"/>
    </dgm:fillClrLst>
    <dgm:linClrLst meth="repeat">
      <a:srgbClr val="FFFFFF"/>
    </dgm:linClrLst>
    <dgm:effectClrLst/>
    <dgm:txLinClrLst/>
    <dgm:txFillClrLst/>
    <dgm:txEffectClrLst/>
  </dgm:styleLbl>
  <dgm:styleLbl name="node3">
    <dgm:fillClrLst>
      <a:srgbClr val="58B6C0"/>
    </dgm:fillClrLst>
    <dgm:linClrLst meth="repeat">
      <a:srgbClr val="FFFFFF"/>
    </dgm:linClrLst>
    <dgm:effectClrLst/>
    <dgm:txLinClrLst/>
    <dgm:txFillClrLst/>
    <dgm:txEffectClrLst/>
  </dgm:styleLbl>
  <dgm:styleLbl name="node4">
    <dgm:fillClrLst>
      <a:srgbClr val="75BDA7"/>
    </dgm:fillClrLst>
    <dgm:linClrLst meth="repeat">
      <a:srgbClr val="FFFFFF"/>
    </dgm:linClrLst>
    <dgm:effectClrLst/>
    <dgm:txLinClrLst/>
    <dgm:txFillClrLst/>
    <dgm:txEffectClrLst/>
  </dgm:styleLbl>
  <dgm:styleLbl name="fgImgPlace1">
    <dgm:fillClrLst meth="repeat">
      <a:srgbClr val="3494BA">
        <a:tint val="50000"/>
      </a:srgbClr>
      <a:srgbClr val="58B6C0">
        <a:tint val="50000"/>
      </a:srgbClr>
      <a:srgbClr val="75BDA7">
        <a:tint val="50000"/>
      </a:srgbClr>
      <a:srgbClr val="7A8C8E">
        <a:tint val="50000"/>
      </a:srgbClr>
      <a:srgbClr val="2683C6">
        <a:tint val="50000"/>
      </a:srgbClr>
    </dgm:fillClrLst>
    <dgm:linClrLst meth="repeat">
      <a:srgbClr val="FFFFFF"/>
    </dgm:linClrLst>
    <dgm:effectClrLst/>
    <dgm:txLinClrLst/>
    <dgm:txFillClrLst meth="repeat">
      <a:srgbClr val="FFFFFF"/>
    </dgm:txFillClrLst>
    <dgm:txEffectClrLst/>
  </dgm:styleLbl>
  <dgm:styleLbl name="align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bg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sibTrans2D1">
    <dgm:fillClrLst meth="repeat">
      <a:srgbClr val="3494BA"/>
      <a:srgbClr val="58B6C0"/>
      <a:srgbClr val="75BDA7"/>
      <a:srgbClr val="7A8C8E"/>
      <a:srgbClr val="2683C6"/>
    </dgm:fillClrLst>
    <dgm:linClrLst meth="cycle">
      <a:srgbClr val="FFFFFF"/>
    </dgm:linClrLst>
    <dgm:effectClrLst/>
    <dgm:txLinClrLst/>
    <dgm:txFillClrLst/>
    <dgm:txEffectClrLst/>
  </dgm:styleLbl>
  <dgm:styleLbl name="f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b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sibTrans1D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allout">
    <dgm:fillClrLst meth="repeat">
      <a:srgbClr val="3494BA"/>
    </dgm:fillClrLst>
    <dgm:linClrLst meth="repeat">
      <a:srgbClr val="3494BA">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494BA"/>
    </dgm:fillClrLst>
    <dgm:linClrLst meth="repeat">
      <a:srgbClr val="FFFFFF"/>
    </dgm:linClrLst>
    <dgm:effectClrLst/>
    <dgm:txLinClrLst/>
    <dgm:txFillClrLst/>
    <dgm:txEffectClrLst/>
  </dgm:styleLbl>
  <dgm:styleLbl name="asst2">
    <dgm:fillClrLst>
      <a:srgbClr val="58B6C0"/>
    </dgm:fillClrLst>
    <dgm:linClrLst meth="repeat">
      <a:srgbClr val="FFFFFF"/>
    </dgm:linClrLst>
    <dgm:effectClrLst/>
    <dgm:txLinClrLst/>
    <dgm:txFillClrLst/>
    <dgm:txEffectClrLst/>
  </dgm:styleLbl>
  <dgm:styleLbl name="asst3">
    <dgm:fillClrLst>
      <a:srgbClr val="75BDA7"/>
    </dgm:fillClrLst>
    <dgm:linClrLst meth="repeat">
      <a:srgbClr val="FFFFFF"/>
    </dgm:linClrLst>
    <dgm:effectClrLst/>
    <dgm:txLinClrLst/>
    <dgm:txFillClrLst/>
    <dgm:txEffectClrLst/>
  </dgm:styleLbl>
  <dgm:styleLbl name="asst4">
    <dgm:fillClrLst>
      <a:srgbClr val="7A8C8E"/>
    </dgm:fillClrLst>
    <dgm:linClrLst meth="repeat">
      <a:srgbClr val="FFFFFF"/>
    </dgm:linClrLst>
    <dgm:effectClrLst/>
    <dgm:txLinClrLst/>
    <dgm:txFillClrLst/>
    <dgm:txEffectClrLst/>
  </dgm:styleLbl>
  <dgm:styleLbl name="parChTrans2D1">
    <dgm:fillClrLst meth="repeat">
      <a:srgbClr val="3494BA"/>
    </dgm:fillClrLst>
    <dgm:linClrLst meth="repeat">
      <a:srgbClr val="FFFFFF"/>
    </dgm:linClrLst>
    <dgm:effectClrLst/>
    <dgm:txLinClrLst/>
    <dgm:txFillClrLst meth="repeat">
      <a:srgbClr val="FFFFFF"/>
    </dgm:txFillClrLst>
    <dgm:txEffectClrLst/>
  </dgm:styleLbl>
  <dgm:styleLbl name="parChTrans2D2">
    <dgm:fillClrLst meth="repeat">
      <a:srgbClr val="58B6C0"/>
    </dgm:fillClrLst>
    <dgm:linClrLst meth="repeat">
      <a:srgbClr val="FFFFFF"/>
    </dgm:linClrLst>
    <dgm:effectClrLst/>
    <dgm:txLinClrLst/>
    <dgm:txFillClrLst/>
    <dgm:txEffectClrLst/>
  </dgm:styleLbl>
  <dgm:styleLbl name="parChTrans2D3">
    <dgm:fillClrLst meth="repeat">
      <a:srgbClr val="75BDA7"/>
    </dgm:fillClrLst>
    <dgm:linClrLst meth="repeat">
      <a:srgbClr val="FFFFFF"/>
    </dgm:linClrLst>
    <dgm:effectClrLst/>
    <dgm:txLinClrLst/>
    <dgm:txFillClrLst/>
    <dgm:txEffectClrLst/>
  </dgm:styleLbl>
  <dgm:styleLbl name="parChTrans2D4">
    <dgm:fillClrLst meth="repeat">
      <a:srgbClr val="7A8C8E"/>
    </dgm:fillClrLst>
    <dgm:linClrLst meth="repeat">
      <a:srgbClr val="FFFFFF"/>
    </dgm:linClrLst>
    <dgm:effectClrLst/>
    <dgm:txLinClrLst/>
    <dgm:txFillClrLst meth="repeat">
      <a:srgbClr val="FFFFFF"/>
    </dgm:txFillClrLst>
    <dgm:txEffectClrLst/>
  </dgm:styleLbl>
  <dgm:styleLbl name="parChTrans1D1">
    <dgm:fillClrLst meth="repeat">
      <a:srgbClr val="3494BA"/>
    </dgm:fillClrLst>
    <dgm:linClrLst meth="repeat">
      <a:srgbClr val="336699"/>
    </dgm:linClrLst>
    <dgm:effectClrLst/>
    <dgm:txLinClrLst/>
    <dgm:txFillClrLst meth="repeat">
      <a:srgbClr val="333333"/>
    </dgm:txFillClrLst>
    <dgm:txEffectClrLst/>
  </dgm:styleLbl>
  <dgm:styleLbl name="parChTrans1D2">
    <dgm:fillClrLst meth="repeat">
      <a:srgbClr val="58B6C0">
        <a:tint val="90000"/>
      </a:srgbClr>
    </dgm:fillClrLst>
    <dgm:linClrLst meth="repeat">
      <a:srgbClr val="3494BA"/>
    </dgm:linClrLst>
    <dgm:effectClrLst/>
    <dgm:txLinClrLst/>
    <dgm:txFillClrLst meth="repeat">
      <a:srgbClr val="333333"/>
    </dgm:txFillClrLst>
    <dgm:txEffectClrLst/>
  </dgm:styleLbl>
  <dgm:styleLbl name="parChTrans1D3">
    <dgm:fillClrLst meth="repeat">
      <a:srgbClr val="75BDA7">
        <a:tint val="70000"/>
      </a:srgbClr>
    </dgm:fillClrLst>
    <dgm:linClrLst meth="repeat">
      <a:srgbClr val="58B6C0"/>
    </dgm:linClrLst>
    <dgm:effectClrLst/>
    <dgm:txLinClrLst/>
    <dgm:txFillClrLst meth="repeat">
      <a:srgbClr val="333333"/>
    </dgm:txFillClrLst>
    <dgm:txEffectClrLst/>
  </dgm:styleLbl>
  <dgm:styleLbl name="parChTrans1D4">
    <dgm:fillClrLst meth="repeat">
      <a:srgbClr val="7A8C8E">
        <a:tint val="50000"/>
      </a:srgbClr>
    </dgm:fillClrLst>
    <dgm:linClrLst meth="repeat">
      <a:srgbClr val="75BDA7"/>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F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Align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B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f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align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b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fgAcc0">
    <dgm:fillClrLst meth="repeat">
      <a:srgbClr val="FFFFFF">
        <a:alpha val="90000"/>
      </a:srgbClr>
    </dgm:fillClrLst>
    <dgm:linClrLst>
      <a:srgbClr val="336699"/>
    </dgm:linClrLst>
    <dgm:effectClrLst/>
    <dgm:txLinClrLst/>
    <dgm:txFillClrLst meth="repeat">
      <a:srgbClr val="333333"/>
    </dgm:txFillClrLst>
    <dgm:txEffectClrLst/>
  </dgm:styleLbl>
  <dgm:styleLbl name="fgAcc2">
    <dgm:fillClrLst meth="repeat">
      <a:srgbClr val="FFFFFF">
        <a:alpha val="90000"/>
      </a:srgbClr>
    </dgm:fillClrLst>
    <dgm:linClrLst>
      <a:srgbClr val="3494BA"/>
    </dgm:linClrLst>
    <dgm:effectClrLst/>
    <dgm:txLinClrLst/>
    <dgm:txFillClrLst meth="repeat">
      <a:srgbClr val="333333"/>
    </dgm:txFillClrLst>
    <dgm:txEffectClrLst/>
  </dgm:styleLbl>
  <dgm:styleLbl name="fgAcc3">
    <dgm:fillClrLst meth="repeat">
      <a:srgbClr val="FFFFFF">
        <a:alpha val="90000"/>
      </a:srgbClr>
    </dgm:fillClrLst>
    <dgm:linClrLst>
      <a:srgbClr val="58B6C0"/>
    </dgm:linClrLst>
    <dgm:effectClrLst/>
    <dgm:txLinClrLst/>
    <dgm:txFillClrLst meth="repeat">
      <a:srgbClr val="333333"/>
    </dgm:txFillClrLst>
    <dgm:txEffectClrLst/>
  </dgm:styleLbl>
  <dgm:styleLbl name="fgAcc4">
    <dgm:fillClrLst meth="repeat">
      <a:srgbClr val="FFFFFF">
        <a:alpha val="90000"/>
      </a:srgbClr>
    </dgm:fillClrLst>
    <dgm:linClrLst>
      <a:srgbClr val="75BDA7"/>
    </dgm:linClrLst>
    <dgm:effectClrLst/>
    <dgm:txLinClrLst/>
    <dgm:txFillClrLst meth="repeat">
      <a:srgbClr val="333333"/>
    </dgm:txFillClrLst>
    <dgm:txEffectClrLst/>
  </dgm:styleLbl>
  <dgm:styleLbl name="bgShp">
    <dgm:fillClrLst meth="repeat">
      <a:srgbClr val="3494BA">
        <a:tint val="40000"/>
      </a:srgbClr>
    </dgm:fillClrLst>
    <dgm:linClrLst meth="repeat">
      <a:srgbClr val="333333"/>
    </dgm:linClrLst>
    <dgm:effectClrLst/>
    <dgm:txLinClrLst/>
    <dgm:txFillClrLst meth="repeat">
      <a:srgbClr val="333333"/>
    </dgm:txFillClrLst>
    <dgm:txEffectClrLst/>
  </dgm:styleLbl>
  <dgm:styleLbl name="dkBgShp">
    <dgm:fillClrLst meth="repeat">
      <a:srgbClr val="3494BA">
        <a:shade val="90000"/>
      </a:srgbClr>
    </dgm:fillClrLst>
    <dgm:linClrLst meth="repeat">
      <a:srgbClr val="333333"/>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494BA"/>
    </dgm:linClrLst>
    <dgm:effectClrLst/>
    <dgm:txLinClrLst/>
    <dgm:txFillClrLst meth="repeat">
      <a:srgbClr val="FFFFFF"/>
    </dgm:txFillClrLst>
    <dgm:txEffectClrLst/>
  </dgm:styleLbl>
  <dgm:styleLbl name="fgShp">
    <dgm:fillClrLst meth="repeat">
      <a:srgbClr val="3494BA">
        <a:tint val="4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colors1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rgbClr val="336699"/>
    </dgm:fillClrLst>
    <dgm:linClrLst meth="repeat">
      <a:srgbClr val="FFFFFF"/>
    </dgm:linClrLst>
    <dgm:effectClrLst/>
    <dgm:txLinClrLst/>
    <dgm:txFillClrLst/>
    <dgm:txEffectClrLst/>
  </dgm:styleLbl>
  <dgm:styleLbl name="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alignNode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dgm:txEffectClrLst/>
  </dgm:styleLbl>
  <dgm:styleLbl name="ln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vennNode1">
    <dgm:fillClrLst meth="repeat">
      <a:srgbClr val="3494BA">
        <a:alpha val="50000"/>
      </a:srgbClr>
      <a:srgbClr val="58B6C0">
        <a:alpha val="50000"/>
      </a:srgbClr>
      <a:srgbClr val="75BDA7">
        <a:alpha val="50000"/>
      </a:srgbClr>
      <a:srgbClr val="7A8C8E">
        <a:alpha val="50000"/>
      </a:srgbClr>
      <a:srgbClr val="2683C6">
        <a:alpha val="50000"/>
      </a:srgbClr>
    </dgm:fillClrLst>
    <dgm:linClrLst meth="repeat">
      <a:srgbClr val="FFFFFF"/>
    </dgm:linClrLst>
    <dgm:effectClrLst/>
    <dgm:txLinClrLst/>
    <dgm:txFillClrLst/>
    <dgm:txEffectClrLst/>
  </dgm:styleLbl>
  <dgm:styleLbl name="node2">
    <dgm:fillClrLst>
      <a:srgbClr val="3494BA"/>
    </dgm:fillClrLst>
    <dgm:linClrLst meth="repeat">
      <a:srgbClr val="FFFFFF"/>
    </dgm:linClrLst>
    <dgm:effectClrLst/>
    <dgm:txLinClrLst/>
    <dgm:txFillClrLst/>
    <dgm:txEffectClrLst/>
  </dgm:styleLbl>
  <dgm:styleLbl name="node3">
    <dgm:fillClrLst>
      <a:srgbClr val="58B6C0"/>
    </dgm:fillClrLst>
    <dgm:linClrLst meth="repeat">
      <a:srgbClr val="FFFFFF"/>
    </dgm:linClrLst>
    <dgm:effectClrLst/>
    <dgm:txLinClrLst/>
    <dgm:txFillClrLst/>
    <dgm:txEffectClrLst/>
  </dgm:styleLbl>
  <dgm:styleLbl name="node4">
    <dgm:fillClrLst>
      <a:srgbClr val="75BDA7"/>
    </dgm:fillClrLst>
    <dgm:linClrLst meth="repeat">
      <a:srgbClr val="FFFFFF"/>
    </dgm:linClrLst>
    <dgm:effectClrLst/>
    <dgm:txLinClrLst/>
    <dgm:txFillClrLst/>
    <dgm:txEffectClrLst/>
  </dgm:styleLbl>
  <dgm:styleLbl name="fgImgPlace1">
    <dgm:fillClrLst meth="repeat">
      <a:srgbClr val="3494BA">
        <a:tint val="50000"/>
      </a:srgbClr>
      <a:srgbClr val="58B6C0">
        <a:tint val="50000"/>
      </a:srgbClr>
      <a:srgbClr val="75BDA7">
        <a:tint val="50000"/>
      </a:srgbClr>
      <a:srgbClr val="7A8C8E">
        <a:tint val="50000"/>
      </a:srgbClr>
      <a:srgbClr val="2683C6">
        <a:tint val="50000"/>
      </a:srgbClr>
    </dgm:fillClrLst>
    <dgm:linClrLst meth="repeat">
      <a:srgbClr val="FFFFFF"/>
    </dgm:linClrLst>
    <dgm:effectClrLst/>
    <dgm:txLinClrLst/>
    <dgm:txFillClrLst meth="repeat">
      <a:srgbClr val="FFFFFF"/>
    </dgm:txFillClrLst>
    <dgm:txEffectClrLst/>
  </dgm:styleLbl>
  <dgm:styleLbl name="align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bg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sibTrans2D1">
    <dgm:fillClrLst meth="repeat">
      <a:srgbClr val="3494BA"/>
      <a:srgbClr val="58B6C0"/>
      <a:srgbClr val="75BDA7"/>
      <a:srgbClr val="7A8C8E"/>
      <a:srgbClr val="2683C6"/>
    </dgm:fillClrLst>
    <dgm:linClrLst meth="cycle">
      <a:srgbClr val="FFFFFF"/>
    </dgm:linClrLst>
    <dgm:effectClrLst/>
    <dgm:txLinClrLst/>
    <dgm:txFillClrLst/>
    <dgm:txEffectClrLst/>
  </dgm:styleLbl>
  <dgm:styleLbl name="f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b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sibTrans1D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allout">
    <dgm:fillClrLst meth="repeat">
      <a:srgbClr val="3494BA"/>
    </dgm:fillClrLst>
    <dgm:linClrLst meth="repeat">
      <a:srgbClr val="3494BA">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494BA"/>
    </dgm:fillClrLst>
    <dgm:linClrLst meth="repeat">
      <a:srgbClr val="FFFFFF"/>
    </dgm:linClrLst>
    <dgm:effectClrLst/>
    <dgm:txLinClrLst/>
    <dgm:txFillClrLst/>
    <dgm:txEffectClrLst/>
  </dgm:styleLbl>
  <dgm:styleLbl name="asst2">
    <dgm:fillClrLst>
      <a:srgbClr val="58B6C0"/>
    </dgm:fillClrLst>
    <dgm:linClrLst meth="repeat">
      <a:srgbClr val="FFFFFF"/>
    </dgm:linClrLst>
    <dgm:effectClrLst/>
    <dgm:txLinClrLst/>
    <dgm:txFillClrLst/>
    <dgm:txEffectClrLst/>
  </dgm:styleLbl>
  <dgm:styleLbl name="asst3">
    <dgm:fillClrLst>
      <a:srgbClr val="75BDA7"/>
    </dgm:fillClrLst>
    <dgm:linClrLst meth="repeat">
      <a:srgbClr val="FFFFFF"/>
    </dgm:linClrLst>
    <dgm:effectClrLst/>
    <dgm:txLinClrLst/>
    <dgm:txFillClrLst/>
    <dgm:txEffectClrLst/>
  </dgm:styleLbl>
  <dgm:styleLbl name="asst4">
    <dgm:fillClrLst>
      <a:srgbClr val="7A8C8E"/>
    </dgm:fillClrLst>
    <dgm:linClrLst meth="repeat">
      <a:srgbClr val="FFFFFF"/>
    </dgm:linClrLst>
    <dgm:effectClrLst/>
    <dgm:txLinClrLst/>
    <dgm:txFillClrLst/>
    <dgm:txEffectClrLst/>
  </dgm:styleLbl>
  <dgm:styleLbl name="parChTrans2D1">
    <dgm:fillClrLst meth="repeat">
      <a:srgbClr val="3494BA"/>
    </dgm:fillClrLst>
    <dgm:linClrLst meth="repeat">
      <a:srgbClr val="FFFFFF"/>
    </dgm:linClrLst>
    <dgm:effectClrLst/>
    <dgm:txLinClrLst/>
    <dgm:txFillClrLst meth="repeat">
      <a:srgbClr val="FFFFFF"/>
    </dgm:txFillClrLst>
    <dgm:txEffectClrLst/>
  </dgm:styleLbl>
  <dgm:styleLbl name="parChTrans2D2">
    <dgm:fillClrLst meth="repeat">
      <a:srgbClr val="58B6C0"/>
    </dgm:fillClrLst>
    <dgm:linClrLst meth="repeat">
      <a:srgbClr val="FFFFFF"/>
    </dgm:linClrLst>
    <dgm:effectClrLst/>
    <dgm:txLinClrLst/>
    <dgm:txFillClrLst/>
    <dgm:txEffectClrLst/>
  </dgm:styleLbl>
  <dgm:styleLbl name="parChTrans2D3">
    <dgm:fillClrLst meth="repeat">
      <a:srgbClr val="75BDA7"/>
    </dgm:fillClrLst>
    <dgm:linClrLst meth="repeat">
      <a:srgbClr val="FFFFFF"/>
    </dgm:linClrLst>
    <dgm:effectClrLst/>
    <dgm:txLinClrLst/>
    <dgm:txFillClrLst/>
    <dgm:txEffectClrLst/>
  </dgm:styleLbl>
  <dgm:styleLbl name="parChTrans2D4">
    <dgm:fillClrLst meth="repeat">
      <a:srgbClr val="7A8C8E"/>
    </dgm:fillClrLst>
    <dgm:linClrLst meth="repeat">
      <a:srgbClr val="FFFFFF"/>
    </dgm:linClrLst>
    <dgm:effectClrLst/>
    <dgm:txLinClrLst/>
    <dgm:txFillClrLst meth="repeat">
      <a:srgbClr val="FFFFFF"/>
    </dgm:txFillClrLst>
    <dgm:txEffectClrLst/>
  </dgm:styleLbl>
  <dgm:styleLbl name="parChTrans1D1">
    <dgm:fillClrLst meth="repeat">
      <a:srgbClr val="3494BA"/>
    </dgm:fillClrLst>
    <dgm:linClrLst meth="repeat">
      <a:srgbClr val="336699"/>
    </dgm:linClrLst>
    <dgm:effectClrLst/>
    <dgm:txLinClrLst/>
    <dgm:txFillClrLst meth="repeat">
      <a:srgbClr val="333333"/>
    </dgm:txFillClrLst>
    <dgm:txEffectClrLst/>
  </dgm:styleLbl>
  <dgm:styleLbl name="parChTrans1D2">
    <dgm:fillClrLst meth="repeat">
      <a:srgbClr val="58B6C0">
        <a:tint val="90000"/>
      </a:srgbClr>
    </dgm:fillClrLst>
    <dgm:linClrLst meth="repeat">
      <a:srgbClr val="3494BA"/>
    </dgm:linClrLst>
    <dgm:effectClrLst/>
    <dgm:txLinClrLst/>
    <dgm:txFillClrLst meth="repeat">
      <a:srgbClr val="333333"/>
    </dgm:txFillClrLst>
    <dgm:txEffectClrLst/>
  </dgm:styleLbl>
  <dgm:styleLbl name="parChTrans1D3">
    <dgm:fillClrLst meth="repeat">
      <a:srgbClr val="75BDA7">
        <a:tint val="70000"/>
      </a:srgbClr>
    </dgm:fillClrLst>
    <dgm:linClrLst meth="repeat">
      <a:srgbClr val="58B6C0"/>
    </dgm:linClrLst>
    <dgm:effectClrLst/>
    <dgm:txLinClrLst/>
    <dgm:txFillClrLst meth="repeat">
      <a:srgbClr val="333333"/>
    </dgm:txFillClrLst>
    <dgm:txEffectClrLst/>
  </dgm:styleLbl>
  <dgm:styleLbl name="parChTrans1D4">
    <dgm:fillClrLst meth="repeat">
      <a:srgbClr val="7A8C8E">
        <a:tint val="50000"/>
      </a:srgbClr>
    </dgm:fillClrLst>
    <dgm:linClrLst meth="repeat">
      <a:srgbClr val="75BDA7"/>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F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Align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B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f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align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b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fgAcc0">
    <dgm:fillClrLst meth="repeat">
      <a:srgbClr val="FFFFFF">
        <a:alpha val="90000"/>
      </a:srgbClr>
    </dgm:fillClrLst>
    <dgm:linClrLst>
      <a:srgbClr val="336699"/>
    </dgm:linClrLst>
    <dgm:effectClrLst/>
    <dgm:txLinClrLst/>
    <dgm:txFillClrLst meth="repeat">
      <a:srgbClr val="333333"/>
    </dgm:txFillClrLst>
    <dgm:txEffectClrLst/>
  </dgm:styleLbl>
  <dgm:styleLbl name="fgAcc2">
    <dgm:fillClrLst meth="repeat">
      <a:srgbClr val="FFFFFF">
        <a:alpha val="90000"/>
      </a:srgbClr>
    </dgm:fillClrLst>
    <dgm:linClrLst>
      <a:srgbClr val="3494BA"/>
    </dgm:linClrLst>
    <dgm:effectClrLst/>
    <dgm:txLinClrLst/>
    <dgm:txFillClrLst meth="repeat">
      <a:srgbClr val="333333"/>
    </dgm:txFillClrLst>
    <dgm:txEffectClrLst/>
  </dgm:styleLbl>
  <dgm:styleLbl name="fgAcc3">
    <dgm:fillClrLst meth="repeat">
      <a:srgbClr val="FFFFFF">
        <a:alpha val="90000"/>
      </a:srgbClr>
    </dgm:fillClrLst>
    <dgm:linClrLst>
      <a:srgbClr val="58B6C0"/>
    </dgm:linClrLst>
    <dgm:effectClrLst/>
    <dgm:txLinClrLst/>
    <dgm:txFillClrLst meth="repeat">
      <a:srgbClr val="333333"/>
    </dgm:txFillClrLst>
    <dgm:txEffectClrLst/>
  </dgm:styleLbl>
  <dgm:styleLbl name="fgAcc4">
    <dgm:fillClrLst meth="repeat">
      <a:srgbClr val="FFFFFF">
        <a:alpha val="90000"/>
      </a:srgbClr>
    </dgm:fillClrLst>
    <dgm:linClrLst>
      <a:srgbClr val="75BDA7"/>
    </dgm:linClrLst>
    <dgm:effectClrLst/>
    <dgm:txLinClrLst/>
    <dgm:txFillClrLst meth="repeat">
      <a:srgbClr val="333333"/>
    </dgm:txFillClrLst>
    <dgm:txEffectClrLst/>
  </dgm:styleLbl>
  <dgm:styleLbl name="bgShp">
    <dgm:fillClrLst meth="repeat">
      <a:srgbClr val="3494BA">
        <a:tint val="40000"/>
      </a:srgbClr>
    </dgm:fillClrLst>
    <dgm:linClrLst meth="repeat">
      <a:srgbClr val="333333"/>
    </dgm:linClrLst>
    <dgm:effectClrLst/>
    <dgm:txLinClrLst/>
    <dgm:txFillClrLst meth="repeat">
      <a:srgbClr val="333333"/>
    </dgm:txFillClrLst>
    <dgm:txEffectClrLst/>
  </dgm:styleLbl>
  <dgm:styleLbl name="dkBgShp">
    <dgm:fillClrLst meth="repeat">
      <a:srgbClr val="3494BA">
        <a:shade val="90000"/>
      </a:srgbClr>
    </dgm:fillClrLst>
    <dgm:linClrLst meth="repeat">
      <a:srgbClr val="333333"/>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494BA"/>
    </dgm:linClrLst>
    <dgm:effectClrLst/>
    <dgm:txLinClrLst/>
    <dgm:txFillClrLst meth="repeat">
      <a:srgbClr val="FFFFFF"/>
    </dgm:txFillClrLst>
    <dgm:txEffectClrLst/>
  </dgm:styleLbl>
  <dgm:styleLbl name="fgShp">
    <dgm:fillClrLst meth="repeat">
      <a:srgbClr val="3494BA">
        <a:tint val="4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colors1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rgbClr val="336699"/>
    </dgm:fillClrLst>
    <dgm:linClrLst meth="repeat">
      <a:srgbClr val="FFFFFF"/>
    </dgm:linClrLst>
    <dgm:effectClrLst/>
    <dgm:txLinClrLst/>
    <dgm:txFillClrLst/>
    <dgm:txEffectClrLst/>
  </dgm:styleLbl>
  <dgm:styleLbl name="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alignNode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dgm:txEffectClrLst/>
  </dgm:styleLbl>
  <dgm:styleLbl name="ln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vennNode1">
    <dgm:fillClrLst meth="repeat">
      <a:srgbClr val="3494BA">
        <a:alpha val="50000"/>
      </a:srgbClr>
      <a:srgbClr val="58B6C0">
        <a:alpha val="50000"/>
      </a:srgbClr>
      <a:srgbClr val="75BDA7">
        <a:alpha val="50000"/>
      </a:srgbClr>
      <a:srgbClr val="7A8C8E">
        <a:alpha val="50000"/>
      </a:srgbClr>
      <a:srgbClr val="2683C6">
        <a:alpha val="50000"/>
      </a:srgbClr>
    </dgm:fillClrLst>
    <dgm:linClrLst meth="repeat">
      <a:srgbClr val="FFFFFF"/>
    </dgm:linClrLst>
    <dgm:effectClrLst/>
    <dgm:txLinClrLst/>
    <dgm:txFillClrLst/>
    <dgm:txEffectClrLst/>
  </dgm:styleLbl>
  <dgm:styleLbl name="node2">
    <dgm:fillClrLst>
      <a:srgbClr val="3494BA"/>
    </dgm:fillClrLst>
    <dgm:linClrLst meth="repeat">
      <a:srgbClr val="FFFFFF"/>
    </dgm:linClrLst>
    <dgm:effectClrLst/>
    <dgm:txLinClrLst/>
    <dgm:txFillClrLst/>
    <dgm:txEffectClrLst/>
  </dgm:styleLbl>
  <dgm:styleLbl name="node3">
    <dgm:fillClrLst>
      <a:srgbClr val="58B6C0"/>
    </dgm:fillClrLst>
    <dgm:linClrLst meth="repeat">
      <a:srgbClr val="FFFFFF"/>
    </dgm:linClrLst>
    <dgm:effectClrLst/>
    <dgm:txLinClrLst/>
    <dgm:txFillClrLst/>
    <dgm:txEffectClrLst/>
  </dgm:styleLbl>
  <dgm:styleLbl name="node4">
    <dgm:fillClrLst>
      <a:srgbClr val="75BDA7"/>
    </dgm:fillClrLst>
    <dgm:linClrLst meth="repeat">
      <a:srgbClr val="FFFFFF"/>
    </dgm:linClrLst>
    <dgm:effectClrLst/>
    <dgm:txLinClrLst/>
    <dgm:txFillClrLst/>
    <dgm:txEffectClrLst/>
  </dgm:styleLbl>
  <dgm:styleLbl name="fgImgPlace1">
    <dgm:fillClrLst meth="repeat">
      <a:srgbClr val="3494BA">
        <a:tint val="50000"/>
      </a:srgbClr>
      <a:srgbClr val="58B6C0">
        <a:tint val="50000"/>
      </a:srgbClr>
      <a:srgbClr val="75BDA7">
        <a:tint val="50000"/>
      </a:srgbClr>
      <a:srgbClr val="7A8C8E">
        <a:tint val="50000"/>
      </a:srgbClr>
      <a:srgbClr val="2683C6">
        <a:tint val="50000"/>
      </a:srgbClr>
    </dgm:fillClrLst>
    <dgm:linClrLst meth="repeat">
      <a:srgbClr val="FFFFFF"/>
    </dgm:linClrLst>
    <dgm:effectClrLst/>
    <dgm:txLinClrLst/>
    <dgm:txFillClrLst meth="repeat">
      <a:srgbClr val="FFFFFF"/>
    </dgm:txFillClrLst>
    <dgm:txEffectClrLst/>
  </dgm:styleLbl>
  <dgm:styleLbl name="align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bg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sibTrans2D1">
    <dgm:fillClrLst meth="repeat">
      <a:srgbClr val="3494BA"/>
      <a:srgbClr val="58B6C0"/>
      <a:srgbClr val="75BDA7"/>
      <a:srgbClr val="7A8C8E"/>
      <a:srgbClr val="2683C6"/>
    </dgm:fillClrLst>
    <dgm:linClrLst meth="cycle">
      <a:srgbClr val="FFFFFF"/>
    </dgm:linClrLst>
    <dgm:effectClrLst/>
    <dgm:txLinClrLst/>
    <dgm:txFillClrLst/>
    <dgm:txEffectClrLst/>
  </dgm:styleLbl>
  <dgm:styleLbl name="f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b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sibTrans1D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allout">
    <dgm:fillClrLst meth="repeat">
      <a:srgbClr val="3494BA"/>
    </dgm:fillClrLst>
    <dgm:linClrLst meth="repeat">
      <a:srgbClr val="3494BA">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494BA"/>
    </dgm:fillClrLst>
    <dgm:linClrLst meth="repeat">
      <a:srgbClr val="FFFFFF"/>
    </dgm:linClrLst>
    <dgm:effectClrLst/>
    <dgm:txLinClrLst/>
    <dgm:txFillClrLst/>
    <dgm:txEffectClrLst/>
  </dgm:styleLbl>
  <dgm:styleLbl name="asst2">
    <dgm:fillClrLst>
      <a:srgbClr val="58B6C0"/>
    </dgm:fillClrLst>
    <dgm:linClrLst meth="repeat">
      <a:srgbClr val="FFFFFF"/>
    </dgm:linClrLst>
    <dgm:effectClrLst/>
    <dgm:txLinClrLst/>
    <dgm:txFillClrLst/>
    <dgm:txEffectClrLst/>
  </dgm:styleLbl>
  <dgm:styleLbl name="asst3">
    <dgm:fillClrLst>
      <a:srgbClr val="75BDA7"/>
    </dgm:fillClrLst>
    <dgm:linClrLst meth="repeat">
      <a:srgbClr val="FFFFFF"/>
    </dgm:linClrLst>
    <dgm:effectClrLst/>
    <dgm:txLinClrLst/>
    <dgm:txFillClrLst/>
    <dgm:txEffectClrLst/>
  </dgm:styleLbl>
  <dgm:styleLbl name="asst4">
    <dgm:fillClrLst>
      <a:srgbClr val="7A8C8E"/>
    </dgm:fillClrLst>
    <dgm:linClrLst meth="repeat">
      <a:srgbClr val="FFFFFF"/>
    </dgm:linClrLst>
    <dgm:effectClrLst/>
    <dgm:txLinClrLst/>
    <dgm:txFillClrLst/>
    <dgm:txEffectClrLst/>
  </dgm:styleLbl>
  <dgm:styleLbl name="parChTrans2D1">
    <dgm:fillClrLst meth="repeat">
      <a:srgbClr val="3494BA"/>
    </dgm:fillClrLst>
    <dgm:linClrLst meth="repeat">
      <a:srgbClr val="FFFFFF"/>
    </dgm:linClrLst>
    <dgm:effectClrLst/>
    <dgm:txLinClrLst/>
    <dgm:txFillClrLst meth="repeat">
      <a:srgbClr val="FFFFFF"/>
    </dgm:txFillClrLst>
    <dgm:txEffectClrLst/>
  </dgm:styleLbl>
  <dgm:styleLbl name="parChTrans2D2">
    <dgm:fillClrLst meth="repeat">
      <a:srgbClr val="58B6C0"/>
    </dgm:fillClrLst>
    <dgm:linClrLst meth="repeat">
      <a:srgbClr val="FFFFFF"/>
    </dgm:linClrLst>
    <dgm:effectClrLst/>
    <dgm:txLinClrLst/>
    <dgm:txFillClrLst/>
    <dgm:txEffectClrLst/>
  </dgm:styleLbl>
  <dgm:styleLbl name="parChTrans2D3">
    <dgm:fillClrLst meth="repeat">
      <a:srgbClr val="75BDA7"/>
    </dgm:fillClrLst>
    <dgm:linClrLst meth="repeat">
      <a:srgbClr val="FFFFFF"/>
    </dgm:linClrLst>
    <dgm:effectClrLst/>
    <dgm:txLinClrLst/>
    <dgm:txFillClrLst/>
    <dgm:txEffectClrLst/>
  </dgm:styleLbl>
  <dgm:styleLbl name="parChTrans2D4">
    <dgm:fillClrLst meth="repeat">
      <a:srgbClr val="7A8C8E"/>
    </dgm:fillClrLst>
    <dgm:linClrLst meth="repeat">
      <a:srgbClr val="FFFFFF"/>
    </dgm:linClrLst>
    <dgm:effectClrLst/>
    <dgm:txLinClrLst/>
    <dgm:txFillClrLst meth="repeat">
      <a:srgbClr val="FFFFFF"/>
    </dgm:txFillClrLst>
    <dgm:txEffectClrLst/>
  </dgm:styleLbl>
  <dgm:styleLbl name="parChTrans1D1">
    <dgm:fillClrLst meth="repeat">
      <a:srgbClr val="3494BA"/>
    </dgm:fillClrLst>
    <dgm:linClrLst meth="repeat">
      <a:srgbClr val="336699"/>
    </dgm:linClrLst>
    <dgm:effectClrLst/>
    <dgm:txLinClrLst/>
    <dgm:txFillClrLst meth="repeat">
      <a:srgbClr val="333333"/>
    </dgm:txFillClrLst>
    <dgm:txEffectClrLst/>
  </dgm:styleLbl>
  <dgm:styleLbl name="parChTrans1D2">
    <dgm:fillClrLst meth="repeat">
      <a:srgbClr val="58B6C0">
        <a:tint val="90000"/>
      </a:srgbClr>
    </dgm:fillClrLst>
    <dgm:linClrLst meth="repeat">
      <a:srgbClr val="3494BA"/>
    </dgm:linClrLst>
    <dgm:effectClrLst/>
    <dgm:txLinClrLst/>
    <dgm:txFillClrLst meth="repeat">
      <a:srgbClr val="333333"/>
    </dgm:txFillClrLst>
    <dgm:txEffectClrLst/>
  </dgm:styleLbl>
  <dgm:styleLbl name="parChTrans1D3">
    <dgm:fillClrLst meth="repeat">
      <a:srgbClr val="75BDA7">
        <a:tint val="70000"/>
      </a:srgbClr>
    </dgm:fillClrLst>
    <dgm:linClrLst meth="repeat">
      <a:srgbClr val="58B6C0"/>
    </dgm:linClrLst>
    <dgm:effectClrLst/>
    <dgm:txLinClrLst/>
    <dgm:txFillClrLst meth="repeat">
      <a:srgbClr val="333333"/>
    </dgm:txFillClrLst>
    <dgm:txEffectClrLst/>
  </dgm:styleLbl>
  <dgm:styleLbl name="parChTrans1D4">
    <dgm:fillClrLst meth="repeat">
      <a:srgbClr val="7A8C8E">
        <a:tint val="50000"/>
      </a:srgbClr>
    </dgm:fillClrLst>
    <dgm:linClrLst meth="repeat">
      <a:srgbClr val="75BDA7"/>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F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Align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B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f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align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b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fgAcc0">
    <dgm:fillClrLst meth="repeat">
      <a:srgbClr val="FFFFFF">
        <a:alpha val="90000"/>
      </a:srgbClr>
    </dgm:fillClrLst>
    <dgm:linClrLst>
      <a:srgbClr val="336699"/>
    </dgm:linClrLst>
    <dgm:effectClrLst/>
    <dgm:txLinClrLst/>
    <dgm:txFillClrLst meth="repeat">
      <a:srgbClr val="333333"/>
    </dgm:txFillClrLst>
    <dgm:txEffectClrLst/>
  </dgm:styleLbl>
  <dgm:styleLbl name="fgAcc2">
    <dgm:fillClrLst meth="repeat">
      <a:srgbClr val="FFFFFF">
        <a:alpha val="90000"/>
      </a:srgbClr>
    </dgm:fillClrLst>
    <dgm:linClrLst>
      <a:srgbClr val="3494BA"/>
    </dgm:linClrLst>
    <dgm:effectClrLst/>
    <dgm:txLinClrLst/>
    <dgm:txFillClrLst meth="repeat">
      <a:srgbClr val="333333"/>
    </dgm:txFillClrLst>
    <dgm:txEffectClrLst/>
  </dgm:styleLbl>
  <dgm:styleLbl name="fgAcc3">
    <dgm:fillClrLst meth="repeat">
      <a:srgbClr val="FFFFFF">
        <a:alpha val="90000"/>
      </a:srgbClr>
    </dgm:fillClrLst>
    <dgm:linClrLst>
      <a:srgbClr val="58B6C0"/>
    </dgm:linClrLst>
    <dgm:effectClrLst/>
    <dgm:txLinClrLst/>
    <dgm:txFillClrLst meth="repeat">
      <a:srgbClr val="333333"/>
    </dgm:txFillClrLst>
    <dgm:txEffectClrLst/>
  </dgm:styleLbl>
  <dgm:styleLbl name="fgAcc4">
    <dgm:fillClrLst meth="repeat">
      <a:srgbClr val="FFFFFF">
        <a:alpha val="90000"/>
      </a:srgbClr>
    </dgm:fillClrLst>
    <dgm:linClrLst>
      <a:srgbClr val="75BDA7"/>
    </dgm:linClrLst>
    <dgm:effectClrLst/>
    <dgm:txLinClrLst/>
    <dgm:txFillClrLst meth="repeat">
      <a:srgbClr val="333333"/>
    </dgm:txFillClrLst>
    <dgm:txEffectClrLst/>
  </dgm:styleLbl>
  <dgm:styleLbl name="bgShp">
    <dgm:fillClrLst meth="repeat">
      <a:srgbClr val="3494BA">
        <a:tint val="40000"/>
      </a:srgbClr>
    </dgm:fillClrLst>
    <dgm:linClrLst meth="repeat">
      <a:srgbClr val="333333"/>
    </dgm:linClrLst>
    <dgm:effectClrLst/>
    <dgm:txLinClrLst/>
    <dgm:txFillClrLst meth="repeat">
      <a:srgbClr val="333333"/>
    </dgm:txFillClrLst>
    <dgm:txEffectClrLst/>
  </dgm:styleLbl>
  <dgm:styleLbl name="dkBgShp">
    <dgm:fillClrLst meth="repeat">
      <a:srgbClr val="3494BA">
        <a:shade val="90000"/>
      </a:srgbClr>
    </dgm:fillClrLst>
    <dgm:linClrLst meth="repeat">
      <a:srgbClr val="333333"/>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494BA"/>
    </dgm:linClrLst>
    <dgm:effectClrLst/>
    <dgm:txLinClrLst/>
    <dgm:txFillClrLst meth="repeat">
      <a:srgbClr val="FFFFFF"/>
    </dgm:txFillClrLst>
    <dgm:txEffectClrLst/>
  </dgm:styleLbl>
  <dgm:styleLbl name="fgShp">
    <dgm:fillClrLst meth="repeat">
      <a:srgbClr val="3494BA">
        <a:tint val="4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colors1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rgbClr val="336699"/>
    </dgm:fillClrLst>
    <dgm:linClrLst meth="repeat">
      <a:srgbClr val="FFFFFF"/>
    </dgm:linClrLst>
    <dgm:effectClrLst/>
    <dgm:txLinClrLst/>
    <dgm:txFillClrLst/>
    <dgm:txEffectClrLst/>
  </dgm:styleLbl>
  <dgm:styleLbl name="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alignNode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dgm:txEffectClrLst/>
  </dgm:styleLbl>
  <dgm:styleLbl name="lnNode1">
    <dgm:fillClrLst meth="repeat">
      <a:srgbClr val="3494BA"/>
      <a:srgbClr val="58B6C0"/>
      <a:srgbClr val="75BDA7"/>
      <a:srgbClr val="7A8C8E"/>
      <a:srgbClr val="2683C6"/>
    </dgm:fillClrLst>
    <dgm:linClrLst meth="repeat">
      <a:srgbClr val="FFFFFF"/>
    </dgm:linClrLst>
    <dgm:effectClrLst/>
    <dgm:txLinClrLst/>
    <dgm:txFillClrLst/>
    <dgm:txEffectClrLst/>
  </dgm:styleLbl>
  <dgm:styleLbl name="vennNode1">
    <dgm:fillClrLst meth="repeat">
      <a:srgbClr val="3494BA">
        <a:alpha val="50000"/>
      </a:srgbClr>
      <a:srgbClr val="58B6C0">
        <a:alpha val="50000"/>
      </a:srgbClr>
      <a:srgbClr val="75BDA7">
        <a:alpha val="50000"/>
      </a:srgbClr>
      <a:srgbClr val="7A8C8E">
        <a:alpha val="50000"/>
      </a:srgbClr>
      <a:srgbClr val="2683C6">
        <a:alpha val="50000"/>
      </a:srgbClr>
    </dgm:fillClrLst>
    <dgm:linClrLst meth="repeat">
      <a:srgbClr val="FFFFFF"/>
    </dgm:linClrLst>
    <dgm:effectClrLst/>
    <dgm:txLinClrLst/>
    <dgm:txFillClrLst/>
    <dgm:txEffectClrLst/>
  </dgm:styleLbl>
  <dgm:styleLbl name="node2">
    <dgm:fillClrLst>
      <a:srgbClr val="3494BA"/>
    </dgm:fillClrLst>
    <dgm:linClrLst meth="repeat">
      <a:srgbClr val="FFFFFF"/>
    </dgm:linClrLst>
    <dgm:effectClrLst/>
    <dgm:txLinClrLst/>
    <dgm:txFillClrLst/>
    <dgm:txEffectClrLst/>
  </dgm:styleLbl>
  <dgm:styleLbl name="node3">
    <dgm:fillClrLst>
      <a:srgbClr val="58B6C0"/>
    </dgm:fillClrLst>
    <dgm:linClrLst meth="repeat">
      <a:srgbClr val="FFFFFF"/>
    </dgm:linClrLst>
    <dgm:effectClrLst/>
    <dgm:txLinClrLst/>
    <dgm:txFillClrLst/>
    <dgm:txEffectClrLst/>
  </dgm:styleLbl>
  <dgm:styleLbl name="node4">
    <dgm:fillClrLst>
      <a:srgbClr val="75BDA7"/>
    </dgm:fillClrLst>
    <dgm:linClrLst meth="repeat">
      <a:srgbClr val="FFFFFF"/>
    </dgm:linClrLst>
    <dgm:effectClrLst/>
    <dgm:txLinClrLst/>
    <dgm:txFillClrLst/>
    <dgm:txEffectClrLst/>
  </dgm:styleLbl>
  <dgm:styleLbl name="fgImgPlace1">
    <dgm:fillClrLst meth="repeat">
      <a:srgbClr val="3494BA">
        <a:tint val="50000"/>
      </a:srgbClr>
      <a:srgbClr val="58B6C0">
        <a:tint val="50000"/>
      </a:srgbClr>
      <a:srgbClr val="75BDA7">
        <a:tint val="50000"/>
      </a:srgbClr>
      <a:srgbClr val="7A8C8E">
        <a:tint val="50000"/>
      </a:srgbClr>
      <a:srgbClr val="2683C6">
        <a:tint val="50000"/>
      </a:srgbClr>
    </dgm:fillClrLst>
    <dgm:linClrLst meth="repeat">
      <a:srgbClr val="FFFFFF"/>
    </dgm:linClrLst>
    <dgm:effectClrLst/>
    <dgm:txLinClrLst/>
    <dgm:txFillClrLst meth="repeat">
      <a:srgbClr val="FFFFFF"/>
    </dgm:txFillClrLst>
    <dgm:txEffectClrLst/>
  </dgm:styleLbl>
  <dgm:styleLbl name="align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bgImgPlace1">
    <dgm:fillClrLst>
      <a:srgbClr val="336699">
        <a:tint val="50000"/>
      </a:srgbClr>
      <a:srgbClr val="3494BA">
        <a:tint val="20000"/>
      </a:srgbClr>
    </dgm:fillClrLst>
    <dgm:linClrLst meth="repeat">
      <a:srgbClr val="FFFFFF"/>
    </dgm:linClrLst>
    <dgm:effectClrLst/>
    <dgm:txLinClrLst/>
    <dgm:txFillClrLst meth="repeat">
      <a:srgbClr val="FFFFFF"/>
    </dgm:txFillClrLst>
    <dgm:txEffectClrLst/>
  </dgm:styleLbl>
  <dgm:styleLbl name="sibTrans2D1">
    <dgm:fillClrLst meth="repeat">
      <a:srgbClr val="3494BA"/>
      <a:srgbClr val="58B6C0"/>
      <a:srgbClr val="75BDA7"/>
      <a:srgbClr val="7A8C8E"/>
      <a:srgbClr val="2683C6"/>
    </dgm:fillClrLst>
    <dgm:linClrLst meth="cycle">
      <a:srgbClr val="FFFFFF"/>
    </dgm:linClrLst>
    <dgm:effectClrLst/>
    <dgm:txLinClrLst/>
    <dgm:txFillClrLst/>
    <dgm:txEffectClrLst/>
  </dgm:styleLbl>
  <dgm:styleLbl name="f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bgSibTrans2D1">
    <dgm:fillClrLst meth="repeat">
      <a:srgbClr val="3494BA"/>
      <a:srgbClr val="58B6C0"/>
      <a:srgbClr val="75BDA7"/>
      <a:srgbClr val="7A8C8E"/>
      <a:srgbClr val="2683C6"/>
    </dgm:fillClrLst>
    <dgm:linClrLst meth="cycle">
      <a:srgbClr val="FFFFFF"/>
    </dgm:linClrLst>
    <dgm:effectClrLst/>
    <dgm:txLinClrLst/>
    <dgm:txFillClrLst meth="repeat">
      <a:srgbClr val="FFFFFF"/>
    </dgm:txFillClrLst>
    <dgm:txEffectClrLst/>
  </dgm:styleLbl>
  <dgm:styleLbl name="sibTrans1D1">
    <dgm:fillClrLst meth="repeat">
      <a:srgbClr val="3494BA"/>
      <a:srgbClr val="58B6C0"/>
      <a:srgbClr val="75BDA7"/>
      <a:srgbClr val="7A8C8E"/>
      <a:srgbClr val="2683C6"/>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allout">
    <dgm:fillClrLst meth="repeat">
      <a:srgbClr val="3494BA"/>
    </dgm:fillClrLst>
    <dgm:linClrLst meth="repeat">
      <a:srgbClr val="3494BA">
        <a:tint val="50000"/>
      </a:srgbClr>
    </dgm:linClrLst>
    <dgm:effectClrLst/>
    <dgm:txLinClrLst/>
    <dgm:txFillClrLst meth="repeat">
      <a:srgbClr val="333333"/>
    </dgm:txFillClrLst>
    <dgm:txEffectClrLst/>
  </dgm:styleLbl>
  <dgm:styleLbl name="asst0">
    <dgm:fillClrLst meth="repeat">
      <a:srgbClr val="336699"/>
    </dgm:fillClrLst>
    <dgm:linClrLst meth="repeat">
      <a:srgbClr val="FFFFFF"/>
    </dgm:linClrLst>
    <dgm:effectClrLst/>
    <dgm:txLinClrLst/>
    <dgm:txFillClrLst/>
    <dgm:txEffectClrLst/>
  </dgm:styleLbl>
  <dgm:styleLbl name="asst1">
    <dgm:fillClrLst meth="repeat">
      <a:srgbClr val="3494BA"/>
    </dgm:fillClrLst>
    <dgm:linClrLst meth="repeat">
      <a:srgbClr val="FFFFFF"/>
    </dgm:linClrLst>
    <dgm:effectClrLst/>
    <dgm:txLinClrLst/>
    <dgm:txFillClrLst/>
    <dgm:txEffectClrLst/>
  </dgm:styleLbl>
  <dgm:styleLbl name="asst2">
    <dgm:fillClrLst>
      <a:srgbClr val="58B6C0"/>
    </dgm:fillClrLst>
    <dgm:linClrLst meth="repeat">
      <a:srgbClr val="FFFFFF"/>
    </dgm:linClrLst>
    <dgm:effectClrLst/>
    <dgm:txLinClrLst/>
    <dgm:txFillClrLst/>
    <dgm:txEffectClrLst/>
  </dgm:styleLbl>
  <dgm:styleLbl name="asst3">
    <dgm:fillClrLst>
      <a:srgbClr val="75BDA7"/>
    </dgm:fillClrLst>
    <dgm:linClrLst meth="repeat">
      <a:srgbClr val="FFFFFF"/>
    </dgm:linClrLst>
    <dgm:effectClrLst/>
    <dgm:txLinClrLst/>
    <dgm:txFillClrLst/>
    <dgm:txEffectClrLst/>
  </dgm:styleLbl>
  <dgm:styleLbl name="asst4">
    <dgm:fillClrLst>
      <a:srgbClr val="7A8C8E"/>
    </dgm:fillClrLst>
    <dgm:linClrLst meth="repeat">
      <a:srgbClr val="FFFFFF"/>
    </dgm:linClrLst>
    <dgm:effectClrLst/>
    <dgm:txLinClrLst/>
    <dgm:txFillClrLst/>
    <dgm:txEffectClrLst/>
  </dgm:styleLbl>
  <dgm:styleLbl name="parChTrans2D1">
    <dgm:fillClrLst meth="repeat">
      <a:srgbClr val="3494BA"/>
    </dgm:fillClrLst>
    <dgm:linClrLst meth="repeat">
      <a:srgbClr val="FFFFFF"/>
    </dgm:linClrLst>
    <dgm:effectClrLst/>
    <dgm:txLinClrLst/>
    <dgm:txFillClrLst meth="repeat">
      <a:srgbClr val="FFFFFF"/>
    </dgm:txFillClrLst>
    <dgm:txEffectClrLst/>
  </dgm:styleLbl>
  <dgm:styleLbl name="parChTrans2D2">
    <dgm:fillClrLst meth="repeat">
      <a:srgbClr val="58B6C0"/>
    </dgm:fillClrLst>
    <dgm:linClrLst meth="repeat">
      <a:srgbClr val="FFFFFF"/>
    </dgm:linClrLst>
    <dgm:effectClrLst/>
    <dgm:txLinClrLst/>
    <dgm:txFillClrLst/>
    <dgm:txEffectClrLst/>
  </dgm:styleLbl>
  <dgm:styleLbl name="parChTrans2D3">
    <dgm:fillClrLst meth="repeat">
      <a:srgbClr val="75BDA7"/>
    </dgm:fillClrLst>
    <dgm:linClrLst meth="repeat">
      <a:srgbClr val="FFFFFF"/>
    </dgm:linClrLst>
    <dgm:effectClrLst/>
    <dgm:txLinClrLst/>
    <dgm:txFillClrLst/>
    <dgm:txEffectClrLst/>
  </dgm:styleLbl>
  <dgm:styleLbl name="parChTrans2D4">
    <dgm:fillClrLst meth="repeat">
      <a:srgbClr val="7A8C8E"/>
    </dgm:fillClrLst>
    <dgm:linClrLst meth="repeat">
      <a:srgbClr val="FFFFFF"/>
    </dgm:linClrLst>
    <dgm:effectClrLst/>
    <dgm:txLinClrLst/>
    <dgm:txFillClrLst meth="repeat">
      <a:srgbClr val="FFFFFF"/>
    </dgm:txFillClrLst>
    <dgm:txEffectClrLst/>
  </dgm:styleLbl>
  <dgm:styleLbl name="parChTrans1D1">
    <dgm:fillClrLst meth="repeat">
      <a:srgbClr val="3494BA"/>
    </dgm:fillClrLst>
    <dgm:linClrLst meth="repeat">
      <a:srgbClr val="336699"/>
    </dgm:linClrLst>
    <dgm:effectClrLst/>
    <dgm:txLinClrLst/>
    <dgm:txFillClrLst meth="repeat">
      <a:srgbClr val="333333"/>
    </dgm:txFillClrLst>
    <dgm:txEffectClrLst/>
  </dgm:styleLbl>
  <dgm:styleLbl name="parChTrans1D2">
    <dgm:fillClrLst meth="repeat">
      <a:srgbClr val="58B6C0">
        <a:tint val="90000"/>
      </a:srgbClr>
    </dgm:fillClrLst>
    <dgm:linClrLst meth="repeat">
      <a:srgbClr val="3494BA"/>
    </dgm:linClrLst>
    <dgm:effectClrLst/>
    <dgm:txLinClrLst/>
    <dgm:txFillClrLst meth="repeat">
      <a:srgbClr val="333333"/>
    </dgm:txFillClrLst>
    <dgm:txEffectClrLst/>
  </dgm:styleLbl>
  <dgm:styleLbl name="parChTrans1D3">
    <dgm:fillClrLst meth="repeat">
      <a:srgbClr val="75BDA7">
        <a:tint val="70000"/>
      </a:srgbClr>
    </dgm:fillClrLst>
    <dgm:linClrLst meth="repeat">
      <a:srgbClr val="58B6C0"/>
    </dgm:linClrLst>
    <dgm:effectClrLst/>
    <dgm:txLinClrLst/>
    <dgm:txFillClrLst meth="repeat">
      <a:srgbClr val="333333"/>
    </dgm:txFillClrLst>
    <dgm:txEffectClrLst/>
  </dgm:styleLbl>
  <dgm:styleLbl name="parChTrans1D4">
    <dgm:fillClrLst meth="repeat">
      <a:srgbClr val="7A8C8E">
        <a:tint val="50000"/>
      </a:srgbClr>
    </dgm:fillClrLst>
    <dgm:linClrLst meth="repeat">
      <a:srgbClr val="75BDA7"/>
    </dgm:linClrLst>
    <dgm:effectClrLst/>
    <dgm:txLinClrLst/>
    <dgm:txFillClrLst meth="repeat">
      <a:srgbClr val="333333"/>
    </dgm:txFillClrLst>
    <dgm:txEffectClrLst/>
  </dgm:styleLbl>
  <dgm:styleLbl name="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conF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align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trAlignAcc1">
    <dgm:fillClrLst meth="repeat">
      <a:srgbClr val="FFFFFF">
        <a:alpha val="40000"/>
      </a:srgbClr>
    </dgm:fillClrLst>
    <dgm:linClrLst meth="repeat">
      <a:srgbClr val="336699"/>
    </dgm:linClrLst>
    <dgm:effectClrLst/>
    <dgm:txLinClrLst/>
    <dgm:txFillClrLst meth="repeat">
      <a:srgbClr val="333333"/>
    </dgm:txFillClrLst>
    <dgm:txEffectClrLst/>
  </dgm:styleLbl>
  <dgm:styleLbl name="bgAcc1">
    <dgm:fillClrLst meth="repeat">
      <a:srgbClr val="FFFFFF">
        <a:alpha val="90000"/>
      </a:srgbClr>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F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Align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solidBgAcc1">
    <dgm:fillClrLst meth="repeat">
      <a:srgbClr val="FFFFFF"/>
    </dgm:fillClrLst>
    <dgm:linClrLst meth="repeat">
      <a:srgbClr val="3494BA"/>
      <a:srgbClr val="58B6C0"/>
      <a:srgbClr val="75BDA7"/>
      <a:srgbClr val="7A8C8E"/>
      <a:srgbClr val="2683C6"/>
    </dgm:linClrLst>
    <dgm:effectClrLst/>
    <dgm:txLinClrLst/>
    <dgm:txFillClrLst meth="repeat">
      <a:srgbClr val="333333"/>
    </dgm:txFillClrLst>
    <dgm:txEffectClrLst/>
  </dgm:styleLbl>
  <dgm:styleLbl name="f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align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bgAccFollowNode1">
    <dgm:fill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fillClrLst>
    <dgm:linClrLst meth="repeat">
      <a:srgbClr val="3494BA">
        <a:tint val="40000"/>
        <a:alpha val="90000"/>
      </a:srgbClr>
      <a:srgbClr val="58B6C0">
        <a:tint val="40000"/>
        <a:alpha val="90000"/>
      </a:srgbClr>
      <a:srgbClr val="75BDA7">
        <a:tint val="40000"/>
        <a:alpha val="90000"/>
      </a:srgbClr>
      <a:srgbClr val="7A8C8E">
        <a:tint val="40000"/>
        <a:alpha val="90000"/>
      </a:srgbClr>
      <a:srgbClr val="2683C6">
        <a:tint val="40000"/>
        <a:alpha val="90000"/>
      </a:srgbClr>
    </dgm:linClrLst>
    <dgm:effectClrLst/>
    <dgm:txLinClrLst/>
    <dgm:txFillClrLst meth="repeat">
      <a:srgbClr val="333333"/>
    </dgm:txFillClrLst>
    <dgm:txEffectClrLst/>
  </dgm:styleLbl>
  <dgm:styleLbl name="fgAcc0">
    <dgm:fillClrLst meth="repeat">
      <a:srgbClr val="FFFFFF">
        <a:alpha val="90000"/>
      </a:srgbClr>
    </dgm:fillClrLst>
    <dgm:linClrLst>
      <a:srgbClr val="336699"/>
    </dgm:linClrLst>
    <dgm:effectClrLst/>
    <dgm:txLinClrLst/>
    <dgm:txFillClrLst meth="repeat">
      <a:srgbClr val="333333"/>
    </dgm:txFillClrLst>
    <dgm:txEffectClrLst/>
  </dgm:styleLbl>
  <dgm:styleLbl name="fgAcc2">
    <dgm:fillClrLst meth="repeat">
      <a:srgbClr val="FFFFFF">
        <a:alpha val="90000"/>
      </a:srgbClr>
    </dgm:fillClrLst>
    <dgm:linClrLst>
      <a:srgbClr val="3494BA"/>
    </dgm:linClrLst>
    <dgm:effectClrLst/>
    <dgm:txLinClrLst/>
    <dgm:txFillClrLst meth="repeat">
      <a:srgbClr val="333333"/>
    </dgm:txFillClrLst>
    <dgm:txEffectClrLst/>
  </dgm:styleLbl>
  <dgm:styleLbl name="fgAcc3">
    <dgm:fillClrLst meth="repeat">
      <a:srgbClr val="FFFFFF">
        <a:alpha val="90000"/>
      </a:srgbClr>
    </dgm:fillClrLst>
    <dgm:linClrLst>
      <a:srgbClr val="58B6C0"/>
    </dgm:linClrLst>
    <dgm:effectClrLst/>
    <dgm:txLinClrLst/>
    <dgm:txFillClrLst meth="repeat">
      <a:srgbClr val="333333"/>
    </dgm:txFillClrLst>
    <dgm:txEffectClrLst/>
  </dgm:styleLbl>
  <dgm:styleLbl name="fgAcc4">
    <dgm:fillClrLst meth="repeat">
      <a:srgbClr val="FFFFFF">
        <a:alpha val="90000"/>
      </a:srgbClr>
    </dgm:fillClrLst>
    <dgm:linClrLst>
      <a:srgbClr val="75BDA7"/>
    </dgm:linClrLst>
    <dgm:effectClrLst/>
    <dgm:txLinClrLst/>
    <dgm:txFillClrLst meth="repeat">
      <a:srgbClr val="333333"/>
    </dgm:txFillClrLst>
    <dgm:txEffectClrLst/>
  </dgm:styleLbl>
  <dgm:styleLbl name="bgShp">
    <dgm:fillClrLst meth="repeat">
      <a:srgbClr val="3494BA">
        <a:tint val="40000"/>
      </a:srgbClr>
    </dgm:fillClrLst>
    <dgm:linClrLst meth="repeat">
      <a:srgbClr val="333333"/>
    </dgm:linClrLst>
    <dgm:effectClrLst/>
    <dgm:txLinClrLst/>
    <dgm:txFillClrLst meth="repeat">
      <a:srgbClr val="333333"/>
    </dgm:txFillClrLst>
    <dgm:txEffectClrLst/>
  </dgm:styleLbl>
  <dgm:styleLbl name="dkBgShp">
    <dgm:fillClrLst meth="repeat">
      <a:srgbClr val="3494BA">
        <a:shade val="90000"/>
      </a:srgbClr>
    </dgm:fillClrLst>
    <dgm:linClrLst meth="repeat">
      <a:srgbClr val="333333"/>
    </dgm:linClrLst>
    <dgm:effectClrLst/>
    <dgm:txLinClrLst/>
    <dgm:txFillClrLst meth="repeat">
      <a:srgbClr val="FFFFFF"/>
    </dgm:txFillClrLst>
    <dgm:txEffectClrLst/>
  </dgm:styleLbl>
  <dgm:styleLbl name="trBgShp">
    <dgm:fillClrLst meth="repeat">
      <a:srgbClr val="336699">
        <a:tint val="50000"/>
        <a:alpha val="40000"/>
      </a:srgbClr>
    </dgm:fillClrLst>
    <dgm:linClrLst meth="repeat">
      <a:srgbClr val="3494BA"/>
    </dgm:linClrLst>
    <dgm:effectClrLst/>
    <dgm:txLinClrLst/>
    <dgm:txFillClrLst meth="repeat">
      <a:srgbClr val="FFFFFF"/>
    </dgm:txFillClrLst>
    <dgm:txEffectClrLst/>
  </dgm:styleLbl>
  <dgm:styleLbl name="fgShp">
    <dgm:fillClrLst meth="repeat">
      <a:srgbClr val="3494BA">
        <a:tint val="40000"/>
      </a:srgbClr>
    </dgm:fillClrLst>
    <dgm:linClrLst meth="repeat">
      <a:srgbClr val="FFFFFF"/>
    </dgm:linClrLst>
    <dgm:effectClrLst/>
    <dgm:txLinClrLst/>
    <dgm:txFillClrLst meth="repeat">
      <a:srgbClr val="333333"/>
    </dgm:txFillClrLst>
    <dgm:txEffectClrLst/>
  </dgm:styleLbl>
  <dgm:styleLbl name="revTx">
    <dgm:fillClrLst meth="repeat">
      <a:srgbClr val="FFFFFF">
        <a:alpha val="0"/>
      </a:srgbClr>
    </dgm:fillClrLst>
    <dgm:linClrLst meth="repeat">
      <a:srgbClr val="333333">
        <a:alpha val="0"/>
      </a:srgbClr>
    </dgm:linClrLst>
    <dgm:effectClrLst/>
    <dgm:txLinClrLst/>
    <dgm:txFillClrLst meth="repeat">
      <a:srgbClr val="333333"/>
    </dgm:txFillClrLst>
    <dgm:txEffectClrLst/>
  </dgm:styleLbl>
</dgm:colorsDef>
</file>

<file path=ppt/diagrams/vr_business_data1.xml><?xml version="1.0" encoding="utf-8"?>
<dgm:dataModel xmlns:dgm="http://schemas.openxmlformats.org/drawingml/2006/diagram" xmlns:a="http://schemas.openxmlformats.org/drawingml/2006/main">
  <dgm:ptLst>
    <dgm:pt modelId="{78EBB3D9-AE09-3440-BCC8-C49127743C3C}" type="doc">
      <dgm:prSet loTypeId="urn:microsoft.com/office/officeart/2005/8/layout/chevron1" loCatId="" qsTypeId="urn:microsoft.com/office/officeart/2005/8/quickstyle/simple1" qsCatId="simple" csTypeId="urn:microsoft.com/office/officeart/2005/8/colors/accent1_2" csCatId="accent1" phldr="1"/>
      <dgm:spPr/>
    </dgm:pt>
    <dgm:pt modelId="{7E6F4D21-6769-0941-9A93-A3951308ACE7}">
      <dgm:prSet phldrT="[文本]" custT="1"/>
      <dgm:spPr>
        <a:solidFill>
          <a:srgbClr val="336699"/>
        </a:solidFill>
      </dgm:spPr>
      <dgm:t>
        <a:bodyPr/>
        <a:lstStyle/>
        <a:p>
          <a:r>
            <a:rPr lang="zh-CN" altLang="en-US" sz="1800" b="0" i="0" dirty="0">
              <a:latin typeface="微软雅黑" pitchFamily="18" charset="-122"/>
              <a:ea typeface="微软雅黑" pitchFamily="18" charset="-122"/>
              <a:cs typeface="微软雅黑" pitchFamily="18" charset="-122"/>
            </a:rPr>
            <a:t>市场调研</a:t>
          </a:r>
        </a:p>
      </dgm:t>
    </dgm:pt>
    <dgm:pt modelId="{EB72E692-AB00-1248-9313-71708C687B93}" type="parTrans" cxnId="{5807D99C-73BF-0F4F-9129-F6FE320633BF}">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4EF44792-731E-1B43-A298-D06040A8BA51}" type="sibTrans" cxnId="{5807D99C-73BF-0F4F-9129-F6FE320633BF}">
      <dgm:prSet custT="1"/>
      <dgm:spPr/>
      <dgm:t>
        <a:bodyPr/>
        <a:lstStyle/>
        <a:p>
          <a:endParaRPr lang="zh-CN" altLang="en-US" sz="1800" b="0" i="0">
            <a:latin typeface="微软雅黑" pitchFamily="18" charset="-122"/>
            <a:ea typeface="微软雅黑" pitchFamily="18" charset="-122"/>
            <a:cs typeface="微软雅黑" pitchFamily="18" charset="-122"/>
          </a:endParaRPr>
        </a:p>
      </dgm:t>
    </dgm:pt>
    <dgm:pt modelId="{590213BB-43F4-634F-96FB-D5FC9C670C84}">
      <dgm:prSet phldrT="[文本]" custT="1"/>
      <dgm:spPr>
        <a:solidFill>
          <a:srgbClr val="75BDA7"/>
        </a:solidFill>
      </dgm:spPr>
      <dgm:t>
        <a:bodyPr/>
        <a:lstStyle/>
        <a:p>
          <a:r>
            <a:rPr lang="zh-CN" altLang="en-US" sz="1800" b="0" i="0" dirty="0">
              <a:latin typeface="微软雅黑" pitchFamily="18" charset="-122"/>
              <a:ea typeface="微软雅黑" pitchFamily="18" charset="-122"/>
              <a:cs typeface="微软雅黑" pitchFamily="18" charset="-122"/>
            </a:rPr>
            <a:t>具体执行</a:t>
          </a:r>
        </a:p>
      </dgm:t>
    </dgm:pt>
    <dgm:pt modelId="{AE36D7B5-82AC-A44D-975F-7F9B406BEB49}" type="parTrans" cxnId="{298C1887-4586-0C45-AE8C-536BB073E3A8}">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FED04B2F-6F42-5E4F-A978-8D6424A80C3B}" type="sibTrans" cxnId="{298C1887-4586-0C45-AE8C-536BB073E3A8}">
      <dgm:prSet custT="1"/>
      <dgm:spPr/>
      <dgm:t>
        <a:bodyPr/>
        <a:lstStyle/>
        <a:p>
          <a:endParaRPr lang="zh-CN" altLang="en-US" sz="1800" b="0" i="0">
            <a:latin typeface="微软雅黑" pitchFamily="18" charset="-122"/>
            <a:ea typeface="微软雅黑" pitchFamily="18" charset="-122"/>
            <a:cs typeface="微软雅黑" pitchFamily="18" charset="-122"/>
          </a:endParaRPr>
        </a:p>
      </dgm:t>
    </dgm:pt>
    <dgm:pt modelId="{F8CD2EA3-9177-0242-82B1-3A8414D59956}">
      <dgm:prSet phldrT="[文本]" custT="1"/>
      <dgm:spPr>
        <a:solidFill>
          <a:srgbClr val="336699"/>
        </a:solidFill>
      </dgm:spPr>
      <dgm:t>
        <a:bodyPr/>
        <a:lstStyle/>
        <a:p>
          <a:r>
            <a:rPr lang="zh-CN" altLang="en-US" sz="1800" b="0" i="0" dirty="0">
              <a:latin typeface="微软雅黑" pitchFamily="18" charset="-122"/>
              <a:ea typeface="微软雅黑" pitchFamily="18" charset="-122"/>
              <a:cs typeface="微软雅黑" pitchFamily="18" charset="-122"/>
            </a:rPr>
            <a:t>任务优化</a:t>
          </a:r>
        </a:p>
      </dgm:t>
    </dgm:pt>
    <dgm:pt modelId="{F34F89ED-A9F4-FF41-AEEE-4AD832BD75E2}" type="parTrans" cxnId="{E67973C5-EFBC-A449-9443-CD3B5A506248}">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69CA7B5A-B665-184A-8613-48113DB74835}" type="sibTrans" cxnId="{E67973C5-EFBC-A449-9443-CD3B5A506248}">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715D22FE-38DB-414D-8F0B-AEF985ED455A}">
      <dgm:prSet phldrT="[文本]" custT="1"/>
      <dgm:spPr>
        <a:solidFill>
          <a:srgbClr val="336699"/>
        </a:solidFill>
      </dgm:spPr>
      <dgm:t>
        <a:bodyPr/>
        <a:lstStyle/>
        <a:p>
          <a:r>
            <a:rPr lang="zh-CN" altLang="en-US" sz="1800" b="0" i="0" dirty="0">
              <a:latin typeface="微软雅黑" pitchFamily="18" charset="-122"/>
              <a:ea typeface="微软雅黑" pitchFamily="18" charset="-122"/>
              <a:cs typeface="微软雅黑" pitchFamily="18" charset="-122"/>
            </a:rPr>
            <a:t>品牌推广</a:t>
          </a:r>
        </a:p>
      </dgm:t>
    </dgm:pt>
    <dgm:pt modelId="{B2926F16-3559-D849-AB44-D4FE8BAC22D2}" type="parTrans" cxnId="{F3134E37-694D-5248-8E4C-6FD3E3144A0B}">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BADFFF07-F73A-AE4B-B938-32355EE72DAB}" type="sibTrans" cxnId="{F3134E37-694D-5248-8E4C-6FD3E3144A0B}">
      <dgm:prSet custT="1"/>
      <dgm:spPr/>
      <dgm:t>
        <a:bodyPr/>
        <a:lstStyle/>
        <a:p>
          <a:endParaRPr lang="zh-CN" altLang="en-US" sz="1800" b="0" i="0">
            <a:latin typeface="微软雅黑" pitchFamily="18" charset="-122"/>
            <a:ea typeface="微软雅黑" pitchFamily="18" charset="-122"/>
            <a:cs typeface="微软雅黑" pitchFamily="18" charset="-122"/>
          </a:endParaRPr>
        </a:p>
      </dgm:t>
    </dgm:pt>
    <dgm:pt modelId="{067F3D66-0FAD-B14B-984B-83AE23380D4A}">
      <dgm:prSet custT="1"/>
      <dgm:spPr>
        <a:solidFill>
          <a:srgbClr val="336699"/>
        </a:solidFill>
      </dgm:spPr>
      <dgm:t>
        <a:bodyPr/>
        <a:lstStyle/>
        <a:p>
          <a:r>
            <a:rPr lang="zh-CN" altLang="en-US" sz="1800" b="0" i="0" dirty="0">
              <a:latin typeface="微软雅黑" pitchFamily="18" charset="-122"/>
              <a:ea typeface="微软雅黑" pitchFamily="18" charset="-122"/>
              <a:cs typeface="微软雅黑" pitchFamily="18" charset="-122"/>
            </a:rPr>
            <a:t>项目复盘</a:t>
          </a:r>
        </a:p>
      </dgm:t>
    </dgm:pt>
    <dgm:pt modelId="{29EF5723-E572-564C-9950-23848A688B88}" type="parTrans" cxnId="{E2BC588D-D2D3-7044-804F-67FBBB3236F1}">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34043095-2940-CD42-83A6-B3E9367C5C5D}" type="sibTrans" cxnId="{E2BC588D-D2D3-7044-804F-67FBBB3236F1}">
      <dgm:prSet/>
      <dgm:spPr/>
      <dgm:t>
        <a:bodyPr/>
        <a:lstStyle/>
        <a:p>
          <a:endParaRPr lang="zh-CN" altLang="en-US" sz="1800" b="0" i="0">
            <a:latin typeface="微软雅黑" pitchFamily="18" charset="-122"/>
            <a:ea typeface="微软雅黑" pitchFamily="18" charset="-122"/>
            <a:cs typeface="微软雅黑" pitchFamily="18" charset="-122"/>
          </a:endParaRPr>
        </a:p>
      </dgm:t>
    </dgm:pt>
    <dgm:pt modelId="{27917043-0CA6-BE42-9238-5C35794C56D0}" type="pres">
      <dgm:prSet presAssocID="{78EBB3D9-AE09-3440-BCC8-C49127743C3C}" presName="Name0" presStyleCnt="0">
        <dgm:presLayoutVars>
          <dgm:dir/>
          <dgm:animLvl val="lvl"/>
          <dgm:resizeHandles val="exact"/>
        </dgm:presLayoutVars>
      </dgm:prSet>
      <dgm:spPr/>
    </dgm:pt>
    <dgm:pt modelId="{DB977D93-B99D-9248-91C9-6EB8B87676FF}" type="pres">
      <dgm:prSet presAssocID="{7E6F4D21-6769-0941-9A93-A3951308ACE7}" presName="parTxOnly" presStyleLbl="node1" presStyleIdx="0" presStyleCnt="5">
        <dgm:presLayoutVars>
          <dgm:chMax val="0"/>
          <dgm:chPref val="0"/>
          <dgm:bulletEnabled val="1"/>
        </dgm:presLayoutVars>
      </dgm:prSet>
      <dgm:spPr/>
    </dgm:pt>
    <dgm:pt modelId="{1ABDF3E2-2361-784B-AD81-1044B28F5143}" type="pres">
      <dgm:prSet presAssocID="{4EF44792-731E-1B43-A298-D06040A8BA51}" presName="parTxOnlySpace" presStyleCnt="0"/>
      <dgm:spPr/>
    </dgm:pt>
    <dgm:pt modelId="{43D7D173-C339-C94F-A851-F62F8946E15A}" type="pres">
      <dgm:prSet presAssocID="{715D22FE-38DB-414D-8F0B-AEF985ED455A}" presName="parTxOnly" presStyleLbl="node1" presStyleIdx="1" presStyleCnt="5">
        <dgm:presLayoutVars>
          <dgm:chMax val="0"/>
          <dgm:chPref val="0"/>
          <dgm:bulletEnabled val="1"/>
        </dgm:presLayoutVars>
      </dgm:prSet>
      <dgm:spPr/>
    </dgm:pt>
    <dgm:pt modelId="{7B80AFD1-6D71-3A40-8972-5548E00BE938}" type="pres">
      <dgm:prSet presAssocID="{BADFFF07-F73A-AE4B-B938-32355EE72DAB}" presName="parTxOnlySpace" presStyleCnt="0"/>
      <dgm:spPr/>
    </dgm:pt>
    <dgm:pt modelId="{9D361669-022B-A945-9EA7-147F33286CAB}" type="pres">
      <dgm:prSet presAssocID="{590213BB-43F4-634F-96FB-D5FC9C670C84}" presName="parTxOnly" presStyleLbl="node1" presStyleIdx="2" presStyleCnt="5" custScaleX="198580">
        <dgm:presLayoutVars>
          <dgm:chMax val="0"/>
          <dgm:chPref val="0"/>
          <dgm:bulletEnabled val="1"/>
        </dgm:presLayoutVars>
      </dgm:prSet>
      <dgm:spPr/>
    </dgm:pt>
    <dgm:pt modelId="{254E533F-4A3D-8A46-AFB0-938A97E93DB3}" type="pres">
      <dgm:prSet presAssocID="{FED04B2F-6F42-5E4F-A978-8D6424A80C3B}" presName="parTxOnlySpace" presStyleCnt="0"/>
      <dgm:spPr/>
    </dgm:pt>
    <dgm:pt modelId="{6E717436-D063-3749-9C88-0CC905DDF1C0}" type="pres">
      <dgm:prSet presAssocID="{F8CD2EA3-9177-0242-82B1-3A8414D59956}" presName="parTxOnly" presStyleLbl="node1" presStyleIdx="3" presStyleCnt="5">
        <dgm:presLayoutVars>
          <dgm:chMax val="0"/>
          <dgm:chPref val="0"/>
          <dgm:bulletEnabled val="1"/>
        </dgm:presLayoutVars>
      </dgm:prSet>
      <dgm:spPr/>
    </dgm:pt>
    <dgm:pt modelId="{06712DE8-9204-FD41-8023-38C1731C3E19}" type="pres">
      <dgm:prSet presAssocID="{69CA7B5A-B665-184A-8613-48113DB74835}" presName="parTxOnlySpace" presStyleCnt="0"/>
      <dgm:spPr/>
    </dgm:pt>
    <dgm:pt modelId="{1CCC80E1-18E1-BB46-8114-FBF426B07833}" type="pres">
      <dgm:prSet presAssocID="{067F3D66-0FAD-B14B-984B-83AE23380D4A}" presName="parTxOnly" presStyleLbl="node1" presStyleIdx="4" presStyleCnt="5" custLinFactNeighborY="-75000">
        <dgm:presLayoutVars>
          <dgm:chMax val="0"/>
          <dgm:chPref val="0"/>
          <dgm:bulletEnabled val="1"/>
        </dgm:presLayoutVars>
      </dgm:prSet>
      <dgm:spPr/>
    </dgm:pt>
  </dgm:ptLst>
  <dgm:cxnLst>
    <dgm:cxn modelId="{F3134E37-694D-5248-8E4C-6FD3E3144A0B}" srcId="{78EBB3D9-AE09-3440-BCC8-C49127743C3C}" destId="{715D22FE-38DB-414D-8F0B-AEF985ED455A}" srcOrd="1" destOrd="0" parTransId="{B2926F16-3559-D849-AB44-D4FE8BAC22D2}" sibTransId="{BADFFF07-F73A-AE4B-B938-32355EE72DAB}"/>
    <dgm:cxn modelId="{E7B8F537-487F-4E4E-87FB-BBB9EF1EAB7E}" type="presOf" srcId="{F8CD2EA3-9177-0242-82B1-3A8414D59956}" destId="{6E717436-D063-3749-9C88-0CC905DDF1C0}" srcOrd="0" destOrd="0" presId="urn:microsoft.com/office/officeart/2005/8/layout/chevron1"/>
    <dgm:cxn modelId="{298C1887-4586-0C45-AE8C-536BB073E3A8}" srcId="{78EBB3D9-AE09-3440-BCC8-C49127743C3C}" destId="{590213BB-43F4-634F-96FB-D5FC9C670C84}" srcOrd="2" destOrd="0" parTransId="{AE36D7B5-82AC-A44D-975F-7F9B406BEB49}" sibTransId="{FED04B2F-6F42-5E4F-A978-8D6424A80C3B}"/>
    <dgm:cxn modelId="{E2BC588D-D2D3-7044-804F-67FBBB3236F1}" srcId="{78EBB3D9-AE09-3440-BCC8-C49127743C3C}" destId="{067F3D66-0FAD-B14B-984B-83AE23380D4A}" srcOrd="4" destOrd="0" parTransId="{29EF5723-E572-564C-9950-23848A688B88}" sibTransId="{34043095-2940-CD42-83A6-B3E9367C5C5D}"/>
    <dgm:cxn modelId="{5807D99C-73BF-0F4F-9129-F6FE320633BF}" srcId="{78EBB3D9-AE09-3440-BCC8-C49127743C3C}" destId="{7E6F4D21-6769-0941-9A93-A3951308ACE7}" srcOrd="0" destOrd="0" parTransId="{EB72E692-AB00-1248-9313-71708C687B93}" sibTransId="{4EF44792-731E-1B43-A298-D06040A8BA51}"/>
    <dgm:cxn modelId="{CDBF69AE-1F8B-4540-83A6-41AACDC841C9}" type="presOf" srcId="{590213BB-43F4-634F-96FB-D5FC9C670C84}" destId="{9D361669-022B-A945-9EA7-147F33286CAB}" srcOrd="0" destOrd="0" presId="urn:microsoft.com/office/officeart/2005/8/layout/chevron1"/>
    <dgm:cxn modelId="{E67973C5-EFBC-A449-9443-CD3B5A506248}" srcId="{78EBB3D9-AE09-3440-BCC8-C49127743C3C}" destId="{F8CD2EA3-9177-0242-82B1-3A8414D59956}" srcOrd="3" destOrd="0" parTransId="{F34F89ED-A9F4-FF41-AEEE-4AD832BD75E2}" sibTransId="{69CA7B5A-B665-184A-8613-48113DB74835}"/>
    <dgm:cxn modelId="{72EA4ED0-FB9C-404D-AE27-56BC63F718F1}" type="presOf" srcId="{067F3D66-0FAD-B14B-984B-83AE23380D4A}" destId="{1CCC80E1-18E1-BB46-8114-FBF426B07833}" srcOrd="0" destOrd="0" presId="urn:microsoft.com/office/officeart/2005/8/layout/chevron1"/>
    <dgm:cxn modelId="{DBEA1FD1-2C05-CB47-945F-45A35303AAF9}" type="presOf" srcId="{7E6F4D21-6769-0941-9A93-A3951308ACE7}" destId="{DB977D93-B99D-9248-91C9-6EB8B87676FF}" srcOrd="0" destOrd="0" presId="urn:microsoft.com/office/officeart/2005/8/layout/chevron1"/>
    <dgm:cxn modelId="{8D1AB0E2-AAE3-E341-8913-C29395E51593}" type="presOf" srcId="{78EBB3D9-AE09-3440-BCC8-C49127743C3C}" destId="{27917043-0CA6-BE42-9238-5C35794C56D0}" srcOrd="0" destOrd="0" presId="urn:microsoft.com/office/officeart/2005/8/layout/chevron1"/>
    <dgm:cxn modelId="{5747FDE4-7352-3E44-AE13-2C8D36E3D010}" type="presOf" srcId="{715D22FE-38DB-414D-8F0B-AEF985ED455A}" destId="{43D7D173-C339-C94F-A851-F62F8946E15A}" srcOrd="0" destOrd="0" presId="urn:microsoft.com/office/officeart/2005/8/layout/chevron1"/>
    <dgm:cxn modelId="{65E54ED2-EE92-F446-924A-1585609FE735}" type="presParOf" srcId="{27917043-0CA6-BE42-9238-5C35794C56D0}" destId="{DB977D93-B99D-9248-91C9-6EB8B87676FF}" srcOrd="0" destOrd="0" presId="urn:microsoft.com/office/officeart/2005/8/layout/chevron1"/>
    <dgm:cxn modelId="{31884F6D-0DD0-934A-851C-D3758FCF01CE}" type="presParOf" srcId="{27917043-0CA6-BE42-9238-5C35794C56D0}" destId="{1ABDF3E2-2361-784B-AD81-1044B28F5143}" srcOrd="1" destOrd="0" presId="urn:microsoft.com/office/officeart/2005/8/layout/chevron1"/>
    <dgm:cxn modelId="{E5B8A61F-41D0-954E-824E-E49FADB68B2B}" type="presParOf" srcId="{27917043-0CA6-BE42-9238-5C35794C56D0}" destId="{43D7D173-C339-C94F-A851-F62F8946E15A}" srcOrd="2" destOrd="0" presId="urn:microsoft.com/office/officeart/2005/8/layout/chevron1"/>
    <dgm:cxn modelId="{148AF8AE-4F32-C548-80A6-50F11B68798A}" type="presParOf" srcId="{27917043-0CA6-BE42-9238-5C35794C56D0}" destId="{7B80AFD1-6D71-3A40-8972-5548E00BE938}" srcOrd="3" destOrd="0" presId="urn:microsoft.com/office/officeart/2005/8/layout/chevron1"/>
    <dgm:cxn modelId="{1E3CAFFB-0F38-1C4C-8DBD-6FFC8A952C5D}" type="presParOf" srcId="{27917043-0CA6-BE42-9238-5C35794C56D0}" destId="{9D361669-022B-A945-9EA7-147F33286CAB}" srcOrd="4" destOrd="0" presId="urn:microsoft.com/office/officeart/2005/8/layout/chevron1"/>
    <dgm:cxn modelId="{1C265B47-CB31-A049-B798-75BD91C4147D}" type="presParOf" srcId="{27917043-0CA6-BE42-9238-5C35794C56D0}" destId="{254E533F-4A3D-8A46-AFB0-938A97E93DB3}" srcOrd="5" destOrd="0" presId="urn:microsoft.com/office/officeart/2005/8/layout/chevron1"/>
    <dgm:cxn modelId="{9FB1AD1A-EF4F-0B4A-9E12-9D68BC10A9EE}" type="presParOf" srcId="{27917043-0CA6-BE42-9238-5C35794C56D0}" destId="{6E717436-D063-3749-9C88-0CC905DDF1C0}" srcOrd="6" destOrd="0" presId="urn:microsoft.com/office/officeart/2005/8/layout/chevron1"/>
    <dgm:cxn modelId="{3B775B7A-B278-604F-9160-10536C0C0133}" type="presParOf" srcId="{27917043-0CA6-BE42-9238-5C35794C56D0}" destId="{06712DE8-9204-FD41-8023-38C1731C3E19}" srcOrd="7" destOrd="0" presId="urn:microsoft.com/office/officeart/2005/8/layout/chevron1"/>
    <dgm:cxn modelId="{94634AA1-E981-D044-AE2F-8F1B60815CD3}" type="presParOf" srcId="{27917043-0CA6-BE42-9238-5C35794C56D0}" destId="{1CCC80E1-18E1-BB46-8114-FBF426B07833}"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vr_business_data14.xml><?xml version="1.0" encoding="utf-8"?>
<dgm:dataModel xmlns:dgm="http://schemas.openxmlformats.org/drawingml/2006/diagram" xmlns:a="http://schemas.openxmlformats.org/drawingml/2006/main">
  <dgm:ptLst>
    <dgm:pt modelId="{B7E6E9B9-9D4E-CE4A-9342-EB796383E4ED}" type="doc">
      <dgm:prSet loTypeId="urn:microsoft.com/office/officeart/2005/8/layout/process1" loCatId="" qsTypeId="urn:microsoft.com/office/officeart/2005/8/quickstyle/simple4" qsCatId="simple" csTypeId="urn:microsoft.com/office/officeart/2005/8/colors/colorful1" csCatId="colorful" phldr="1"/>
      <dgm:spPr/>
    </dgm:pt>
    <dgm:pt modelId="{D45931C7-ACCD-1242-BCEF-F15A7CCC6D38}">
      <dgm:prSet phldrT="[文本]" custT="1"/>
      <dgm:spPr/>
      <dgm:t>
        <a:bodyPr/>
        <a:lstStyle/>
        <a:p>
          <a:r>
            <a:rPr lang="zh-CN" altLang="en-US" sz="900" dirty="0">
              <a:latin typeface="微软雅黑" panose="020B0503020204020204" pitchFamily="34" charset="-122"/>
              <a:ea typeface="微软雅黑" panose="020B0503020204020204" pitchFamily="34" charset="-122"/>
            </a:rPr>
            <a:t>逻辑</a:t>
          </a:r>
        </a:p>
      </dgm:t>
    </dgm:pt>
    <dgm:pt modelId="{89B217C3-3BF9-3849-B80C-5522A21D4386}" type="parTrans" cxnId="{213C1DDF-840B-FD4F-BEE1-83E419591A77}">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4298F05-5576-5843-A64C-B418E775F93C}" type="sibTrans" cxnId="{213C1DDF-840B-FD4F-BEE1-83E419591A77}">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7037AC25-8A9C-3548-A162-0E39DC656EFE}">
      <dgm:prSet phldrT="[文本]" custT="1"/>
      <dgm:spPr/>
      <dgm:t>
        <a:bodyPr/>
        <a:lstStyle/>
        <a:p>
          <a:r>
            <a:rPr lang="zh-CN" altLang="en-US" sz="900" dirty="0">
              <a:latin typeface="微软雅黑" panose="020B0503020204020204" pitchFamily="34" charset="-122"/>
              <a:ea typeface="微软雅黑" panose="020B0503020204020204" pitchFamily="34" charset="-122"/>
            </a:rPr>
            <a:t>文案</a:t>
          </a:r>
        </a:p>
      </dgm:t>
    </dgm:pt>
    <dgm:pt modelId="{5033366C-54C2-0842-8CD8-1EAB2F7F8B02}" type="parTrans" cxnId="{F1055702-715D-CD4D-850A-CE89A138E1B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09C1BA7-72B8-FD4E-B491-B3325FA07577}" type="sibTrans" cxnId="{F1055702-715D-CD4D-850A-CE89A138E1B6}">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8B765B67-66CE-5B4B-984A-29FAD9C41DBD}">
      <dgm:prSet phldrT="[文本]" custT="1"/>
      <dgm:spPr/>
      <dgm:t>
        <a:bodyPr/>
        <a:lstStyle/>
        <a:p>
          <a:r>
            <a:rPr lang="zh-CN" altLang="en-US" sz="900" dirty="0">
              <a:latin typeface="微软雅黑" panose="020B0503020204020204" pitchFamily="34" charset="-122"/>
              <a:ea typeface="微软雅黑" panose="020B0503020204020204" pitchFamily="34" charset="-122"/>
            </a:rPr>
            <a:t>校对</a:t>
          </a:r>
        </a:p>
      </dgm:t>
    </dgm:pt>
    <dgm:pt modelId="{E9A60079-39C8-994B-9B7E-4D8A74D782CA}" type="par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6C11DD5-520D-1244-84F8-0B008FBCED5C}" type="sib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A63FA331-E65E-F240-A158-66864703B166}" type="pres">
      <dgm:prSet presAssocID="{B7E6E9B9-9D4E-CE4A-9342-EB796383E4ED}" presName="Name0" presStyleCnt="0">
        <dgm:presLayoutVars>
          <dgm:dir/>
          <dgm:resizeHandles val="exact"/>
        </dgm:presLayoutVars>
      </dgm:prSet>
      <dgm:spPr/>
    </dgm:pt>
    <dgm:pt modelId="{0C384EC2-CC95-5546-B7FD-90A4700F07E2}" type="pres">
      <dgm:prSet presAssocID="{D45931C7-ACCD-1242-BCEF-F15A7CCC6D38}" presName="node" presStyleLbl="node1" presStyleIdx="0" presStyleCnt="3">
        <dgm:presLayoutVars>
          <dgm:bulletEnabled val="1"/>
        </dgm:presLayoutVars>
      </dgm:prSet>
      <dgm:spPr/>
    </dgm:pt>
    <dgm:pt modelId="{442497E6-DAFC-7A4F-AAE0-6276F2E74D7B}" type="pres">
      <dgm:prSet presAssocID="{34298F05-5576-5843-A64C-B418E775F93C}" presName="sibTrans" presStyleLbl="sibTrans2D1" presStyleIdx="0" presStyleCnt="2"/>
      <dgm:spPr/>
    </dgm:pt>
    <dgm:pt modelId="{CA9D0255-88BC-7D44-AC69-16C936F093A5}" type="pres">
      <dgm:prSet presAssocID="{34298F05-5576-5843-A64C-B418E775F93C}" presName="connectorText" presStyleLbl="sibTrans2D1" presStyleIdx="0" presStyleCnt="2"/>
      <dgm:spPr/>
    </dgm:pt>
    <dgm:pt modelId="{C34A2267-0FA5-A741-A91B-579F2073E3C8}" type="pres">
      <dgm:prSet presAssocID="{7037AC25-8A9C-3548-A162-0E39DC656EFE}" presName="node" presStyleLbl="node1" presStyleIdx="1" presStyleCnt="3">
        <dgm:presLayoutVars>
          <dgm:bulletEnabled val="1"/>
        </dgm:presLayoutVars>
      </dgm:prSet>
      <dgm:spPr/>
    </dgm:pt>
    <dgm:pt modelId="{B3E80444-54CB-CC45-99AA-0B91C2065594}" type="pres">
      <dgm:prSet presAssocID="{309C1BA7-72B8-FD4E-B491-B3325FA07577}" presName="sibTrans" presStyleLbl="sibTrans2D1" presStyleIdx="1" presStyleCnt="2"/>
      <dgm:spPr/>
    </dgm:pt>
    <dgm:pt modelId="{BF1D669F-8B9C-B243-AC79-0175FAD9196A}" type="pres">
      <dgm:prSet presAssocID="{309C1BA7-72B8-FD4E-B491-B3325FA07577}" presName="connectorText" presStyleLbl="sibTrans2D1" presStyleIdx="1" presStyleCnt="2"/>
      <dgm:spPr/>
    </dgm:pt>
    <dgm:pt modelId="{B4E91B4F-A588-F54C-9041-E3D81CB20B62}" type="pres">
      <dgm:prSet presAssocID="{8B765B67-66CE-5B4B-984A-29FAD9C41DBD}" presName="node" presStyleLbl="node1" presStyleIdx="2" presStyleCnt="3" custLinFactNeighborY="1417">
        <dgm:presLayoutVars>
          <dgm:bulletEnabled val="1"/>
        </dgm:presLayoutVars>
      </dgm:prSet>
      <dgm:spPr/>
    </dgm:pt>
  </dgm:ptLst>
  <dgm:cxnLst>
    <dgm:cxn modelId="{F1055702-715D-CD4D-850A-CE89A138E1B6}" srcId="{B7E6E9B9-9D4E-CE4A-9342-EB796383E4ED}" destId="{7037AC25-8A9C-3548-A162-0E39DC656EFE}" srcOrd="1" destOrd="0" parTransId="{5033366C-54C2-0842-8CD8-1EAB2F7F8B02}" sibTransId="{309C1BA7-72B8-FD4E-B491-B3325FA07577}"/>
    <dgm:cxn modelId="{6877F504-7991-4E49-A0EA-324F69728EDC}" type="presOf" srcId="{309C1BA7-72B8-FD4E-B491-B3325FA07577}" destId="{B3E80444-54CB-CC45-99AA-0B91C2065594}" srcOrd="0" destOrd="0" presId="urn:microsoft.com/office/officeart/2005/8/layout/process1"/>
    <dgm:cxn modelId="{02E9BF1D-D57A-4841-BCEF-3279986F49B4}" type="presOf" srcId="{34298F05-5576-5843-A64C-B418E775F93C}" destId="{442497E6-DAFC-7A4F-AAE0-6276F2E74D7B}" srcOrd="0" destOrd="0" presId="urn:microsoft.com/office/officeart/2005/8/layout/process1"/>
    <dgm:cxn modelId="{FF3F2738-5480-D343-9175-C29C6A0F2A5A}" type="presOf" srcId="{D45931C7-ACCD-1242-BCEF-F15A7CCC6D38}" destId="{0C384EC2-CC95-5546-B7FD-90A4700F07E2}" srcOrd="0" destOrd="0" presId="urn:microsoft.com/office/officeart/2005/8/layout/process1"/>
    <dgm:cxn modelId="{E5553461-BA6A-554B-AF6D-355F0E0B7785}" type="presOf" srcId="{7037AC25-8A9C-3548-A162-0E39DC656EFE}" destId="{C34A2267-0FA5-A741-A91B-579F2073E3C8}" srcOrd="0" destOrd="0" presId="urn:microsoft.com/office/officeart/2005/8/layout/process1"/>
    <dgm:cxn modelId="{25843D62-0F79-AD4F-8781-83CE55A248B7}" type="presOf" srcId="{309C1BA7-72B8-FD4E-B491-B3325FA07577}" destId="{BF1D669F-8B9C-B243-AC79-0175FAD9196A}" srcOrd="1" destOrd="0" presId="urn:microsoft.com/office/officeart/2005/8/layout/process1"/>
    <dgm:cxn modelId="{B2AE80C6-D92E-2E4D-B446-AFD21EEBF8F6}" type="presOf" srcId="{8B765B67-66CE-5B4B-984A-29FAD9C41DBD}" destId="{B4E91B4F-A588-F54C-9041-E3D81CB20B62}" srcOrd="0" destOrd="0" presId="urn:microsoft.com/office/officeart/2005/8/layout/process1"/>
    <dgm:cxn modelId="{333A17D1-780A-4F4F-9673-6A191671CAB5}" type="presOf" srcId="{34298F05-5576-5843-A64C-B418E775F93C}" destId="{CA9D0255-88BC-7D44-AC69-16C936F093A5}" srcOrd="1" destOrd="0" presId="urn:microsoft.com/office/officeart/2005/8/layout/process1"/>
    <dgm:cxn modelId="{C954EBD7-CF21-E447-8067-2633A81EC1AD}" type="presOf" srcId="{B7E6E9B9-9D4E-CE4A-9342-EB796383E4ED}" destId="{A63FA331-E65E-F240-A158-66864703B166}" srcOrd="0" destOrd="0" presId="urn:microsoft.com/office/officeart/2005/8/layout/process1"/>
    <dgm:cxn modelId="{213C1DDF-840B-FD4F-BEE1-83E419591A77}" srcId="{B7E6E9B9-9D4E-CE4A-9342-EB796383E4ED}" destId="{D45931C7-ACCD-1242-BCEF-F15A7CCC6D38}" srcOrd="0" destOrd="0" parTransId="{89B217C3-3BF9-3849-B80C-5522A21D4386}" sibTransId="{34298F05-5576-5843-A64C-B418E775F93C}"/>
    <dgm:cxn modelId="{1F1E48E4-0B3A-134A-8E72-21A50A0DD166}" srcId="{B7E6E9B9-9D4E-CE4A-9342-EB796383E4ED}" destId="{8B765B67-66CE-5B4B-984A-29FAD9C41DBD}" srcOrd="2" destOrd="0" parTransId="{E9A60079-39C8-994B-9B7E-4D8A74D782CA}" sibTransId="{36C11DD5-520D-1244-84F8-0B008FBCED5C}"/>
    <dgm:cxn modelId="{13619123-990D-BF41-BF82-D19FB33489CA}" type="presParOf" srcId="{A63FA331-E65E-F240-A158-66864703B166}" destId="{0C384EC2-CC95-5546-B7FD-90A4700F07E2}" srcOrd="0" destOrd="0" presId="urn:microsoft.com/office/officeart/2005/8/layout/process1"/>
    <dgm:cxn modelId="{A756419C-EA43-D642-8899-D73E1FC2078B}" type="presParOf" srcId="{A63FA331-E65E-F240-A158-66864703B166}" destId="{442497E6-DAFC-7A4F-AAE0-6276F2E74D7B}" srcOrd="1" destOrd="0" presId="urn:microsoft.com/office/officeart/2005/8/layout/process1"/>
    <dgm:cxn modelId="{3B0BB6A2-4470-9043-AEED-AB453205122C}" type="presParOf" srcId="{442497E6-DAFC-7A4F-AAE0-6276F2E74D7B}" destId="{CA9D0255-88BC-7D44-AC69-16C936F093A5}" srcOrd="0" destOrd="0" presId="urn:microsoft.com/office/officeart/2005/8/layout/process1"/>
    <dgm:cxn modelId="{7B9D98AC-A241-094D-B3B2-2674E6A3DC1A}" type="presParOf" srcId="{A63FA331-E65E-F240-A158-66864703B166}" destId="{C34A2267-0FA5-A741-A91B-579F2073E3C8}" srcOrd="2" destOrd="0" presId="urn:microsoft.com/office/officeart/2005/8/layout/process1"/>
    <dgm:cxn modelId="{FDAE65C1-C008-DC44-8A05-89E1D3C64461}" type="presParOf" srcId="{A63FA331-E65E-F240-A158-66864703B166}" destId="{B3E80444-54CB-CC45-99AA-0B91C2065594}" srcOrd="3" destOrd="0" presId="urn:microsoft.com/office/officeart/2005/8/layout/process1"/>
    <dgm:cxn modelId="{D3F871D7-9720-B94C-85C6-C9E855873FC2}" type="presParOf" srcId="{B3E80444-54CB-CC45-99AA-0B91C2065594}" destId="{BF1D669F-8B9C-B243-AC79-0175FAD9196A}" srcOrd="0" destOrd="0" presId="urn:microsoft.com/office/officeart/2005/8/layout/process1"/>
    <dgm:cxn modelId="{F7C67B9B-C230-2E48-8619-13D23D7C2D39}" type="presParOf" srcId="{A63FA331-E65E-F240-A158-66864703B166}" destId="{B4E91B4F-A588-F54C-9041-E3D81CB20B62}" srcOrd="4"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vr_business_data15.xml><?xml version="1.0" encoding="utf-8"?>
<dgm:dataModel xmlns:dgm="http://schemas.openxmlformats.org/drawingml/2006/diagram" xmlns:a="http://schemas.openxmlformats.org/drawingml/2006/main">
  <dgm:ptLst>
    <dgm:pt modelId="{B7E6E9B9-9D4E-CE4A-9342-EB796383E4ED}" type="doc">
      <dgm:prSet loTypeId="urn:microsoft.com/office/officeart/2005/8/layout/process1" loCatId="" qsTypeId="urn:microsoft.com/office/officeart/2005/8/quickstyle/simple4" qsCatId="simple" csTypeId="urn:microsoft.com/office/officeart/2005/8/colors/colorful1" csCatId="colorful" phldr="1"/>
      <dgm:spPr/>
    </dgm:pt>
    <dgm:pt modelId="{D45931C7-ACCD-1242-BCEF-F15A7CCC6D38}">
      <dgm:prSet phldrT="[文本]" custT="1"/>
      <dgm:spPr/>
      <dgm:t>
        <a:bodyPr/>
        <a:lstStyle/>
        <a:p>
          <a:r>
            <a:rPr lang="zh-CN" altLang="en-US" sz="900" dirty="0">
              <a:latin typeface="微软雅黑" panose="020B0503020204020204" pitchFamily="34" charset="-122"/>
              <a:ea typeface="微软雅黑" panose="020B0503020204020204" pitchFamily="34" charset="-122"/>
            </a:rPr>
            <a:t>动线</a:t>
          </a:r>
        </a:p>
      </dgm:t>
    </dgm:pt>
    <dgm:pt modelId="{89B217C3-3BF9-3849-B80C-5522A21D4386}" type="parTrans" cxnId="{213C1DDF-840B-FD4F-BEE1-83E419591A77}">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4298F05-5576-5843-A64C-B418E775F93C}" type="sibTrans" cxnId="{213C1DDF-840B-FD4F-BEE1-83E419591A77}">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7037AC25-8A9C-3548-A162-0E39DC656EFE}">
      <dgm:prSet phldrT="[文本]" custT="1"/>
      <dgm:spPr/>
      <dgm:t>
        <a:bodyPr/>
        <a:lstStyle/>
        <a:p>
          <a:r>
            <a:rPr lang="zh-CN" altLang="en-US" sz="900" dirty="0">
              <a:latin typeface="微软雅黑" panose="020B0503020204020204" pitchFamily="34" charset="-122"/>
              <a:ea typeface="微软雅黑" panose="020B0503020204020204" pitchFamily="34" charset="-122"/>
            </a:rPr>
            <a:t>展陈</a:t>
          </a:r>
        </a:p>
      </dgm:t>
    </dgm:pt>
    <dgm:pt modelId="{5033366C-54C2-0842-8CD8-1EAB2F7F8B02}" type="parTrans" cxnId="{F1055702-715D-CD4D-850A-CE89A138E1B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09C1BA7-72B8-FD4E-B491-B3325FA07577}" type="sibTrans" cxnId="{F1055702-715D-CD4D-850A-CE89A138E1B6}">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8B765B67-66CE-5B4B-984A-29FAD9C41DBD}">
      <dgm:prSet phldrT="[文本]" custT="1"/>
      <dgm:spPr/>
      <dgm:t>
        <a:bodyPr/>
        <a:lstStyle/>
        <a:p>
          <a:r>
            <a:rPr lang="zh-CN" altLang="en-US" sz="900" dirty="0">
              <a:latin typeface="微软雅黑" panose="020B0503020204020204" pitchFamily="34" charset="-122"/>
              <a:ea typeface="微软雅黑" panose="020B0503020204020204" pitchFamily="34" charset="-122"/>
            </a:rPr>
            <a:t>效果图</a:t>
          </a:r>
        </a:p>
      </dgm:t>
    </dgm:pt>
    <dgm:pt modelId="{E9A60079-39C8-994B-9B7E-4D8A74D782CA}" type="par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6C11DD5-520D-1244-84F8-0B008FBCED5C}" type="sib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A63FA331-E65E-F240-A158-66864703B166}" type="pres">
      <dgm:prSet presAssocID="{B7E6E9B9-9D4E-CE4A-9342-EB796383E4ED}" presName="Name0" presStyleCnt="0">
        <dgm:presLayoutVars>
          <dgm:dir/>
          <dgm:resizeHandles val="exact"/>
        </dgm:presLayoutVars>
      </dgm:prSet>
      <dgm:spPr/>
    </dgm:pt>
    <dgm:pt modelId="{0C384EC2-CC95-5546-B7FD-90A4700F07E2}" type="pres">
      <dgm:prSet presAssocID="{D45931C7-ACCD-1242-BCEF-F15A7CCC6D38}" presName="node" presStyleLbl="node1" presStyleIdx="0" presStyleCnt="3">
        <dgm:presLayoutVars>
          <dgm:bulletEnabled val="1"/>
        </dgm:presLayoutVars>
      </dgm:prSet>
      <dgm:spPr/>
    </dgm:pt>
    <dgm:pt modelId="{442497E6-DAFC-7A4F-AAE0-6276F2E74D7B}" type="pres">
      <dgm:prSet presAssocID="{34298F05-5576-5843-A64C-B418E775F93C}" presName="sibTrans" presStyleLbl="sibTrans2D1" presStyleIdx="0" presStyleCnt="2"/>
      <dgm:spPr/>
    </dgm:pt>
    <dgm:pt modelId="{CA9D0255-88BC-7D44-AC69-16C936F093A5}" type="pres">
      <dgm:prSet presAssocID="{34298F05-5576-5843-A64C-B418E775F93C}" presName="connectorText" presStyleLbl="sibTrans2D1" presStyleIdx="0" presStyleCnt="2"/>
      <dgm:spPr/>
    </dgm:pt>
    <dgm:pt modelId="{C34A2267-0FA5-A741-A91B-579F2073E3C8}" type="pres">
      <dgm:prSet presAssocID="{7037AC25-8A9C-3548-A162-0E39DC656EFE}" presName="node" presStyleLbl="node1" presStyleIdx="1" presStyleCnt="3">
        <dgm:presLayoutVars>
          <dgm:bulletEnabled val="1"/>
        </dgm:presLayoutVars>
      </dgm:prSet>
      <dgm:spPr/>
    </dgm:pt>
    <dgm:pt modelId="{B3E80444-54CB-CC45-99AA-0B91C2065594}" type="pres">
      <dgm:prSet presAssocID="{309C1BA7-72B8-FD4E-B491-B3325FA07577}" presName="sibTrans" presStyleLbl="sibTrans2D1" presStyleIdx="1" presStyleCnt="2"/>
      <dgm:spPr/>
    </dgm:pt>
    <dgm:pt modelId="{BF1D669F-8B9C-B243-AC79-0175FAD9196A}" type="pres">
      <dgm:prSet presAssocID="{309C1BA7-72B8-FD4E-B491-B3325FA07577}" presName="connectorText" presStyleLbl="sibTrans2D1" presStyleIdx="1" presStyleCnt="2"/>
      <dgm:spPr/>
    </dgm:pt>
    <dgm:pt modelId="{B4E91B4F-A588-F54C-9041-E3D81CB20B62}" type="pres">
      <dgm:prSet presAssocID="{8B765B67-66CE-5B4B-984A-29FAD9C41DBD}" presName="node" presStyleLbl="node1" presStyleIdx="2" presStyleCnt="3" custLinFactNeighborY="0">
        <dgm:presLayoutVars>
          <dgm:bulletEnabled val="1"/>
        </dgm:presLayoutVars>
      </dgm:prSet>
      <dgm:spPr/>
    </dgm:pt>
  </dgm:ptLst>
  <dgm:cxnLst>
    <dgm:cxn modelId="{F1055702-715D-CD4D-850A-CE89A138E1B6}" srcId="{B7E6E9B9-9D4E-CE4A-9342-EB796383E4ED}" destId="{7037AC25-8A9C-3548-A162-0E39DC656EFE}" srcOrd="1" destOrd="0" parTransId="{5033366C-54C2-0842-8CD8-1EAB2F7F8B02}" sibTransId="{309C1BA7-72B8-FD4E-B491-B3325FA07577}"/>
    <dgm:cxn modelId="{6877F504-7991-4E49-A0EA-324F69728EDC}" type="presOf" srcId="{309C1BA7-72B8-FD4E-B491-B3325FA07577}" destId="{B3E80444-54CB-CC45-99AA-0B91C2065594}" srcOrd="0" destOrd="0" presId="urn:microsoft.com/office/officeart/2005/8/layout/process1"/>
    <dgm:cxn modelId="{02E9BF1D-D57A-4841-BCEF-3279986F49B4}" type="presOf" srcId="{34298F05-5576-5843-A64C-B418E775F93C}" destId="{442497E6-DAFC-7A4F-AAE0-6276F2E74D7B}" srcOrd="0" destOrd="0" presId="urn:microsoft.com/office/officeart/2005/8/layout/process1"/>
    <dgm:cxn modelId="{FF3F2738-5480-D343-9175-C29C6A0F2A5A}" type="presOf" srcId="{D45931C7-ACCD-1242-BCEF-F15A7CCC6D38}" destId="{0C384EC2-CC95-5546-B7FD-90A4700F07E2}" srcOrd="0" destOrd="0" presId="urn:microsoft.com/office/officeart/2005/8/layout/process1"/>
    <dgm:cxn modelId="{E5553461-BA6A-554B-AF6D-355F0E0B7785}" type="presOf" srcId="{7037AC25-8A9C-3548-A162-0E39DC656EFE}" destId="{C34A2267-0FA5-A741-A91B-579F2073E3C8}" srcOrd="0" destOrd="0" presId="urn:microsoft.com/office/officeart/2005/8/layout/process1"/>
    <dgm:cxn modelId="{25843D62-0F79-AD4F-8781-83CE55A248B7}" type="presOf" srcId="{309C1BA7-72B8-FD4E-B491-B3325FA07577}" destId="{BF1D669F-8B9C-B243-AC79-0175FAD9196A}" srcOrd="1" destOrd="0" presId="urn:microsoft.com/office/officeart/2005/8/layout/process1"/>
    <dgm:cxn modelId="{B2AE80C6-D92E-2E4D-B446-AFD21EEBF8F6}" type="presOf" srcId="{8B765B67-66CE-5B4B-984A-29FAD9C41DBD}" destId="{B4E91B4F-A588-F54C-9041-E3D81CB20B62}" srcOrd="0" destOrd="0" presId="urn:microsoft.com/office/officeart/2005/8/layout/process1"/>
    <dgm:cxn modelId="{333A17D1-780A-4F4F-9673-6A191671CAB5}" type="presOf" srcId="{34298F05-5576-5843-A64C-B418E775F93C}" destId="{CA9D0255-88BC-7D44-AC69-16C936F093A5}" srcOrd="1" destOrd="0" presId="urn:microsoft.com/office/officeart/2005/8/layout/process1"/>
    <dgm:cxn modelId="{C954EBD7-CF21-E447-8067-2633A81EC1AD}" type="presOf" srcId="{B7E6E9B9-9D4E-CE4A-9342-EB796383E4ED}" destId="{A63FA331-E65E-F240-A158-66864703B166}" srcOrd="0" destOrd="0" presId="urn:microsoft.com/office/officeart/2005/8/layout/process1"/>
    <dgm:cxn modelId="{213C1DDF-840B-FD4F-BEE1-83E419591A77}" srcId="{B7E6E9B9-9D4E-CE4A-9342-EB796383E4ED}" destId="{D45931C7-ACCD-1242-BCEF-F15A7CCC6D38}" srcOrd="0" destOrd="0" parTransId="{89B217C3-3BF9-3849-B80C-5522A21D4386}" sibTransId="{34298F05-5576-5843-A64C-B418E775F93C}"/>
    <dgm:cxn modelId="{1F1E48E4-0B3A-134A-8E72-21A50A0DD166}" srcId="{B7E6E9B9-9D4E-CE4A-9342-EB796383E4ED}" destId="{8B765B67-66CE-5B4B-984A-29FAD9C41DBD}" srcOrd="2" destOrd="0" parTransId="{E9A60079-39C8-994B-9B7E-4D8A74D782CA}" sibTransId="{36C11DD5-520D-1244-84F8-0B008FBCED5C}"/>
    <dgm:cxn modelId="{13619123-990D-BF41-BF82-D19FB33489CA}" type="presParOf" srcId="{A63FA331-E65E-F240-A158-66864703B166}" destId="{0C384EC2-CC95-5546-B7FD-90A4700F07E2}" srcOrd="0" destOrd="0" presId="urn:microsoft.com/office/officeart/2005/8/layout/process1"/>
    <dgm:cxn modelId="{A756419C-EA43-D642-8899-D73E1FC2078B}" type="presParOf" srcId="{A63FA331-E65E-F240-A158-66864703B166}" destId="{442497E6-DAFC-7A4F-AAE0-6276F2E74D7B}" srcOrd="1" destOrd="0" presId="urn:microsoft.com/office/officeart/2005/8/layout/process1"/>
    <dgm:cxn modelId="{3B0BB6A2-4470-9043-AEED-AB453205122C}" type="presParOf" srcId="{442497E6-DAFC-7A4F-AAE0-6276F2E74D7B}" destId="{CA9D0255-88BC-7D44-AC69-16C936F093A5}" srcOrd="0" destOrd="0" presId="urn:microsoft.com/office/officeart/2005/8/layout/process1"/>
    <dgm:cxn modelId="{7B9D98AC-A241-094D-B3B2-2674E6A3DC1A}" type="presParOf" srcId="{A63FA331-E65E-F240-A158-66864703B166}" destId="{C34A2267-0FA5-A741-A91B-579F2073E3C8}" srcOrd="2" destOrd="0" presId="urn:microsoft.com/office/officeart/2005/8/layout/process1"/>
    <dgm:cxn modelId="{FDAE65C1-C008-DC44-8A05-89E1D3C64461}" type="presParOf" srcId="{A63FA331-E65E-F240-A158-66864703B166}" destId="{B3E80444-54CB-CC45-99AA-0B91C2065594}" srcOrd="3" destOrd="0" presId="urn:microsoft.com/office/officeart/2005/8/layout/process1"/>
    <dgm:cxn modelId="{D3F871D7-9720-B94C-85C6-C9E855873FC2}" type="presParOf" srcId="{B3E80444-54CB-CC45-99AA-0B91C2065594}" destId="{BF1D669F-8B9C-B243-AC79-0175FAD9196A}" srcOrd="0" destOrd="0" presId="urn:microsoft.com/office/officeart/2005/8/layout/process1"/>
    <dgm:cxn modelId="{F7C67B9B-C230-2E48-8619-13D23D7C2D39}" type="presParOf" srcId="{A63FA331-E65E-F240-A158-66864703B166}" destId="{B4E91B4F-A588-F54C-9041-E3D81CB20B62}" srcOrd="4" destOrd="0" presId="urn:microsoft.com/office/officeart/2005/8/layout/process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vr_business_data16.xml><?xml version="1.0" encoding="utf-8"?>
<dgm:dataModel xmlns:dgm="http://schemas.openxmlformats.org/drawingml/2006/diagram" xmlns:a="http://schemas.openxmlformats.org/drawingml/2006/main">
  <dgm:ptLst>
    <dgm:pt modelId="{B7E6E9B9-9D4E-CE4A-9342-EB796383E4ED}" type="doc">
      <dgm:prSet loTypeId="urn:microsoft.com/office/officeart/2005/8/layout/process1" loCatId="" qsTypeId="urn:microsoft.com/office/officeart/2005/8/quickstyle/simple4" qsCatId="simple" csTypeId="urn:microsoft.com/office/officeart/2005/8/colors/colorful1" csCatId="colorful" phldr="1"/>
      <dgm:spPr/>
    </dgm:pt>
    <dgm:pt modelId="{D45931C7-ACCD-1242-BCEF-F15A7CCC6D38}">
      <dgm:prSet phldrT="[文本]" custT="1"/>
      <dgm:spPr/>
      <dgm:t>
        <a:bodyPr/>
        <a:lstStyle/>
        <a:p>
          <a:r>
            <a:rPr lang="zh-CN" altLang="en-US" sz="900" dirty="0">
              <a:latin typeface="微软雅黑" panose="020B0503020204020204" pitchFamily="34" charset="-122"/>
              <a:ea typeface="微软雅黑" panose="020B0503020204020204" pitchFamily="34" charset="-122"/>
            </a:rPr>
            <a:t>标志</a:t>
          </a:r>
        </a:p>
      </dgm:t>
    </dgm:pt>
    <dgm:pt modelId="{89B217C3-3BF9-3849-B80C-5522A21D4386}" type="parTrans" cxnId="{213C1DDF-840B-FD4F-BEE1-83E419591A77}">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4298F05-5576-5843-A64C-B418E775F93C}" type="sibTrans" cxnId="{213C1DDF-840B-FD4F-BEE1-83E419591A77}">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7037AC25-8A9C-3548-A162-0E39DC656EFE}">
      <dgm:prSet phldrT="[文本]" custT="1"/>
      <dgm:spPr/>
      <dgm:t>
        <a:bodyPr/>
        <a:lstStyle/>
        <a:p>
          <a:r>
            <a:rPr lang="zh-CN" altLang="en-US" sz="900" dirty="0">
              <a:latin typeface="微软雅黑" panose="020B0503020204020204" pitchFamily="34" charset="-122"/>
              <a:ea typeface="微软雅黑" panose="020B0503020204020204" pitchFamily="34" charset="-122"/>
            </a:rPr>
            <a:t>色系</a:t>
          </a:r>
        </a:p>
      </dgm:t>
    </dgm:pt>
    <dgm:pt modelId="{5033366C-54C2-0842-8CD8-1EAB2F7F8B02}" type="parTrans" cxnId="{F1055702-715D-CD4D-850A-CE89A138E1B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09C1BA7-72B8-FD4E-B491-B3325FA07577}" type="sibTrans" cxnId="{F1055702-715D-CD4D-850A-CE89A138E1B6}">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8B765B67-66CE-5B4B-984A-29FAD9C41DBD}">
      <dgm:prSet phldrT="[文本]" custT="1"/>
      <dgm:spPr/>
      <dgm:t>
        <a:bodyPr/>
        <a:lstStyle/>
        <a:p>
          <a:r>
            <a:rPr lang="zh-CN" altLang="en-US" sz="900" dirty="0">
              <a:latin typeface="微软雅黑" panose="020B0503020204020204" pitchFamily="34" charset="-122"/>
              <a:ea typeface="微软雅黑" panose="020B0503020204020204" pitchFamily="34" charset="-122"/>
            </a:rPr>
            <a:t>排版</a:t>
          </a:r>
        </a:p>
      </dgm:t>
    </dgm:pt>
    <dgm:pt modelId="{E9A60079-39C8-994B-9B7E-4D8A74D782CA}" type="par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6C11DD5-520D-1244-84F8-0B008FBCED5C}" type="sib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A63FA331-E65E-F240-A158-66864703B166}" type="pres">
      <dgm:prSet presAssocID="{B7E6E9B9-9D4E-CE4A-9342-EB796383E4ED}" presName="Name0" presStyleCnt="0">
        <dgm:presLayoutVars>
          <dgm:dir/>
          <dgm:resizeHandles val="exact"/>
        </dgm:presLayoutVars>
      </dgm:prSet>
      <dgm:spPr/>
    </dgm:pt>
    <dgm:pt modelId="{0C384EC2-CC95-5546-B7FD-90A4700F07E2}" type="pres">
      <dgm:prSet presAssocID="{D45931C7-ACCD-1242-BCEF-F15A7CCC6D38}" presName="node" presStyleLbl="node1" presStyleIdx="0" presStyleCnt="3" custLinFactX="-10520" custLinFactNeighborX="-100000">
        <dgm:presLayoutVars>
          <dgm:bulletEnabled val="1"/>
        </dgm:presLayoutVars>
      </dgm:prSet>
      <dgm:spPr/>
    </dgm:pt>
    <dgm:pt modelId="{442497E6-DAFC-7A4F-AAE0-6276F2E74D7B}" type="pres">
      <dgm:prSet presAssocID="{34298F05-5576-5843-A64C-B418E775F93C}" presName="sibTrans" presStyleLbl="sibTrans2D1" presStyleIdx="0" presStyleCnt="2"/>
      <dgm:spPr/>
    </dgm:pt>
    <dgm:pt modelId="{CA9D0255-88BC-7D44-AC69-16C936F093A5}" type="pres">
      <dgm:prSet presAssocID="{34298F05-5576-5843-A64C-B418E775F93C}" presName="connectorText" presStyleLbl="sibTrans2D1" presStyleIdx="0" presStyleCnt="2"/>
      <dgm:spPr/>
    </dgm:pt>
    <dgm:pt modelId="{C34A2267-0FA5-A741-A91B-579F2073E3C8}" type="pres">
      <dgm:prSet presAssocID="{7037AC25-8A9C-3548-A162-0E39DC656EFE}" presName="node" presStyleLbl="node1" presStyleIdx="1" presStyleCnt="3">
        <dgm:presLayoutVars>
          <dgm:bulletEnabled val="1"/>
        </dgm:presLayoutVars>
      </dgm:prSet>
      <dgm:spPr/>
    </dgm:pt>
    <dgm:pt modelId="{B3E80444-54CB-CC45-99AA-0B91C2065594}" type="pres">
      <dgm:prSet presAssocID="{309C1BA7-72B8-FD4E-B491-B3325FA07577}" presName="sibTrans" presStyleLbl="sibTrans2D1" presStyleIdx="1" presStyleCnt="2"/>
      <dgm:spPr/>
    </dgm:pt>
    <dgm:pt modelId="{BF1D669F-8B9C-B243-AC79-0175FAD9196A}" type="pres">
      <dgm:prSet presAssocID="{309C1BA7-72B8-FD4E-B491-B3325FA07577}" presName="connectorText" presStyleLbl="sibTrans2D1" presStyleIdx="1" presStyleCnt="2"/>
      <dgm:spPr/>
    </dgm:pt>
    <dgm:pt modelId="{B4E91B4F-A588-F54C-9041-E3D81CB20B62}" type="pres">
      <dgm:prSet presAssocID="{8B765B67-66CE-5B4B-984A-29FAD9C41DBD}" presName="node" presStyleLbl="node1" presStyleIdx="2" presStyleCnt="3" custLinFactNeighborY="0">
        <dgm:presLayoutVars>
          <dgm:bulletEnabled val="1"/>
        </dgm:presLayoutVars>
      </dgm:prSet>
      <dgm:spPr/>
    </dgm:pt>
  </dgm:ptLst>
  <dgm:cxnLst>
    <dgm:cxn modelId="{F1055702-715D-CD4D-850A-CE89A138E1B6}" srcId="{B7E6E9B9-9D4E-CE4A-9342-EB796383E4ED}" destId="{7037AC25-8A9C-3548-A162-0E39DC656EFE}" srcOrd="1" destOrd="0" parTransId="{5033366C-54C2-0842-8CD8-1EAB2F7F8B02}" sibTransId="{309C1BA7-72B8-FD4E-B491-B3325FA07577}"/>
    <dgm:cxn modelId="{6877F504-7991-4E49-A0EA-324F69728EDC}" type="presOf" srcId="{309C1BA7-72B8-FD4E-B491-B3325FA07577}" destId="{B3E80444-54CB-CC45-99AA-0B91C2065594}" srcOrd="0" destOrd="0" presId="urn:microsoft.com/office/officeart/2005/8/layout/process1"/>
    <dgm:cxn modelId="{02E9BF1D-D57A-4841-BCEF-3279986F49B4}" type="presOf" srcId="{34298F05-5576-5843-A64C-B418E775F93C}" destId="{442497E6-DAFC-7A4F-AAE0-6276F2E74D7B}" srcOrd="0" destOrd="0" presId="urn:microsoft.com/office/officeart/2005/8/layout/process1"/>
    <dgm:cxn modelId="{FF3F2738-5480-D343-9175-C29C6A0F2A5A}" type="presOf" srcId="{D45931C7-ACCD-1242-BCEF-F15A7CCC6D38}" destId="{0C384EC2-CC95-5546-B7FD-90A4700F07E2}" srcOrd="0" destOrd="0" presId="urn:microsoft.com/office/officeart/2005/8/layout/process1"/>
    <dgm:cxn modelId="{E5553461-BA6A-554B-AF6D-355F0E0B7785}" type="presOf" srcId="{7037AC25-8A9C-3548-A162-0E39DC656EFE}" destId="{C34A2267-0FA5-A741-A91B-579F2073E3C8}" srcOrd="0" destOrd="0" presId="urn:microsoft.com/office/officeart/2005/8/layout/process1"/>
    <dgm:cxn modelId="{25843D62-0F79-AD4F-8781-83CE55A248B7}" type="presOf" srcId="{309C1BA7-72B8-FD4E-B491-B3325FA07577}" destId="{BF1D669F-8B9C-B243-AC79-0175FAD9196A}" srcOrd="1" destOrd="0" presId="urn:microsoft.com/office/officeart/2005/8/layout/process1"/>
    <dgm:cxn modelId="{B2AE80C6-D92E-2E4D-B446-AFD21EEBF8F6}" type="presOf" srcId="{8B765B67-66CE-5B4B-984A-29FAD9C41DBD}" destId="{B4E91B4F-A588-F54C-9041-E3D81CB20B62}" srcOrd="0" destOrd="0" presId="urn:microsoft.com/office/officeart/2005/8/layout/process1"/>
    <dgm:cxn modelId="{333A17D1-780A-4F4F-9673-6A191671CAB5}" type="presOf" srcId="{34298F05-5576-5843-A64C-B418E775F93C}" destId="{CA9D0255-88BC-7D44-AC69-16C936F093A5}" srcOrd="1" destOrd="0" presId="urn:microsoft.com/office/officeart/2005/8/layout/process1"/>
    <dgm:cxn modelId="{C954EBD7-CF21-E447-8067-2633A81EC1AD}" type="presOf" srcId="{B7E6E9B9-9D4E-CE4A-9342-EB796383E4ED}" destId="{A63FA331-E65E-F240-A158-66864703B166}" srcOrd="0" destOrd="0" presId="urn:microsoft.com/office/officeart/2005/8/layout/process1"/>
    <dgm:cxn modelId="{213C1DDF-840B-FD4F-BEE1-83E419591A77}" srcId="{B7E6E9B9-9D4E-CE4A-9342-EB796383E4ED}" destId="{D45931C7-ACCD-1242-BCEF-F15A7CCC6D38}" srcOrd="0" destOrd="0" parTransId="{89B217C3-3BF9-3849-B80C-5522A21D4386}" sibTransId="{34298F05-5576-5843-A64C-B418E775F93C}"/>
    <dgm:cxn modelId="{1F1E48E4-0B3A-134A-8E72-21A50A0DD166}" srcId="{B7E6E9B9-9D4E-CE4A-9342-EB796383E4ED}" destId="{8B765B67-66CE-5B4B-984A-29FAD9C41DBD}" srcOrd="2" destOrd="0" parTransId="{E9A60079-39C8-994B-9B7E-4D8A74D782CA}" sibTransId="{36C11DD5-520D-1244-84F8-0B008FBCED5C}"/>
    <dgm:cxn modelId="{13619123-990D-BF41-BF82-D19FB33489CA}" type="presParOf" srcId="{A63FA331-E65E-F240-A158-66864703B166}" destId="{0C384EC2-CC95-5546-B7FD-90A4700F07E2}" srcOrd="0" destOrd="0" presId="urn:microsoft.com/office/officeart/2005/8/layout/process1"/>
    <dgm:cxn modelId="{A756419C-EA43-D642-8899-D73E1FC2078B}" type="presParOf" srcId="{A63FA331-E65E-F240-A158-66864703B166}" destId="{442497E6-DAFC-7A4F-AAE0-6276F2E74D7B}" srcOrd="1" destOrd="0" presId="urn:microsoft.com/office/officeart/2005/8/layout/process1"/>
    <dgm:cxn modelId="{3B0BB6A2-4470-9043-AEED-AB453205122C}" type="presParOf" srcId="{442497E6-DAFC-7A4F-AAE0-6276F2E74D7B}" destId="{CA9D0255-88BC-7D44-AC69-16C936F093A5}" srcOrd="0" destOrd="0" presId="urn:microsoft.com/office/officeart/2005/8/layout/process1"/>
    <dgm:cxn modelId="{7B9D98AC-A241-094D-B3B2-2674E6A3DC1A}" type="presParOf" srcId="{A63FA331-E65E-F240-A158-66864703B166}" destId="{C34A2267-0FA5-A741-A91B-579F2073E3C8}" srcOrd="2" destOrd="0" presId="urn:microsoft.com/office/officeart/2005/8/layout/process1"/>
    <dgm:cxn modelId="{FDAE65C1-C008-DC44-8A05-89E1D3C64461}" type="presParOf" srcId="{A63FA331-E65E-F240-A158-66864703B166}" destId="{B3E80444-54CB-CC45-99AA-0B91C2065594}" srcOrd="3" destOrd="0" presId="urn:microsoft.com/office/officeart/2005/8/layout/process1"/>
    <dgm:cxn modelId="{D3F871D7-9720-B94C-85C6-C9E855873FC2}" type="presParOf" srcId="{B3E80444-54CB-CC45-99AA-0B91C2065594}" destId="{BF1D669F-8B9C-B243-AC79-0175FAD9196A}" srcOrd="0" destOrd="0" presId="urn:microsoft.com/office/officeart/2005/8/layout/process1"/>
    <dgm:cxn modelId="{F7C67B9B-C230-2E48-8619-13D23D7C2D39}" type="presParOf" srcId="{A63FA331-E65E-F240-A158-66864703B166}" destId="{B4E91B4F-A588-F54C-9041-E3D81CB20B62}" srcOrd="4"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vr_business_data17.xml><?xml version="1.0" encoding="utf-8"?>
<dgm:dataModel xmlns:dgm="http://schemas.openxmlformats.org/drawingml/2006/diagram" xmlns:a="http://schemas.openxmlformats.org/drawingml/2006/main">
  <dgm:ptLst>
    <dgm:pt modelId="{B7E6E9B9-9D4E-CE4A-9342-EB796383E4ED}" type="doc">
      <dgm:prSet loTypeId="urn:microsoft.com/office/officeart/2005/8/layout/process1" loCatId="" qsTypeId="urn:microsoft.com/office/officeart/2005/8/quickstyle/simple4" qsCatId="simple" csTypeId="urn:microsoft.com/office/officeart/2005/8/colors/colorful1" csCatId="colorful" phldr="1"/>
      <dgm:spPr/>
    </dgm:pt>
    <dgm:pt modelId="{D45931C7-ACCD-1242-BCEF-F15A7CCC6D38}">
      <dgm:prSet phldrT="[文本]" custT="1"/>
      <dgm:spPr/>
      <dgm:t>
        <a:bodyPr/>
        <a:lstStyle/>
        <a:p>
          <a:r>
            <a:rPr lang="en-US" altLang="zh-CN" sz="900" dirty="0">
              <a:latin typeface="微软雅黑" panose="020B0503020204020204" pitchFamily="34" charset="-122"/>
              <a:ea typeface="微软雅黑" panose="020B0503020204020204" pitchFamily="34" charset="-122"/>
            </a:rPr>
            <a:t>IP</a:t>
          </a:r>
          <a:r>
            <a:rPr lang="zh-CN" altLang="en-US" sz="900" dirty="0">
              <a:latin typeface="微软雅黑" panose="020B0503020204020204" pitchFamily="34" charset="-122"/>
              <a:ea typeface="微软雅黑" panose="020B0503020204020204" pitchFamily="34" charset="-122"/>
            </a:rPr>
            <a:t>形象</a:t>
          </a:r>
        </a:p>
      </dgm:t>
    </dgm:pt>
    <dgm:pt modelId="{89B217C3-3BF9-3849-B80C-5522A21D4386}" type="parTrans" cxnId="{213C1DDF-840B-FD4F-BEE1-83E419591A77}">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4298F05-5576-5843-A64C-B418E775F93C}" type="sibTrans" cxnId="{213C1DDF-840B-FD4F-BEE1-83E419591A77}">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7037AC25-8A9C-3548-A162-0E39DC656EFE}">
      <dgm:prSet phldrT="[文本]" custT="1"/>
      <dgm:spPr/>
      <dgm:t>
        <a:bodyPr/>
        <a:lstStyle/>
        <a:p>
          <a:r>
            <a:rPr lang="zh-CN" altLang="en-US" sz="900" dirty="0">
              <a:latin typeface="微软雅黑" panose="020B0503020204020204" pitchFamily="34" charset="-122"/>
              <a:ea typeface="微软雅黑" panose="020B0503020204020204" pitchFamily="34" charset="-122"/>
            </a:rPr>
            <a:t>人文</a:t>
          </a:r>
        </a:p>
      </dgm:t>
    </dgm:pt>
    <dgm:pt modelId="{5033366C-54C2-0842-8CD8-1EAB2F7F8B02}" type="parTrans" cxnId="{F1055702-715D-CD4D-850A-CE89A138E1B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09C1BA7-72B8-FD4E-B491-B3325FA07577}" type="sibTrans" cxnId="{F1055702-715D-CD4D-850A-CE89A138E1B6}">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8B765B67-66CE-5B4B-984A-29FAD9C41DBD}">
      <dgm:prSet phldrT="[文本]" custT="1"/>
      <dgm:spPr/>
      <dgm:t>
        <a:bodyPr/>
        <a:lstStyle/>
        <a:p>
          <a:r>
            <a:rPr lang="zh-CN" altLang="en-US" sz="900" dirty="0">
              <a:latin typeface="微软雅黑" panose="020B0503020204020204" pitchFamily="34" charset="-122"/>
              <a:ea typeface="微软雅黑" panose="020B0503020204020204" pitchFamily="34" charset="-122"/>
            </a:rPr>
            <a:t>元素</a:t>
          </a:r>
        </a:p>
      </dgm:t>
    </dgm:pt>
    <dgm:pt modelId="{E9A60079-39C8-994B-9B7E-4D8A74D782CA}" type="par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6C11DD5-520D-1244-84F8-0B008FBCED5C}" type="sib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A63FA331-E65E-F240-A158-66864703B166}" type="pres">
      <dgm:prSet presAssocID="{B7E6E9B9-9D4E-CE4A-9342-EB796383E4ED}" presName="Name0" presStyleCnt="0">
        <dgm:presLayoutVars>
          <dgm:dir/>
          <dgm:resizeHandles val="exact"/>
        </dgm:presLayoutVars>
      </dgm:prSet>
      <dgm:spPr/>
    </dgm:pt>
    <dgm:pt modelId="{0C384EC2-CC95-5546-B7FD-90A4700F07E2}" type="pres">
      <dgm:prSet presAssocID="{D45931C7-ACCD-1242-BCEF-F15A7CCC6D38}" presName="node" presStyleLbl="node1" presStyleIdx="0" presStyleCnt="3">
        <dgm:presLayoutVars>
          <dgm:bulletEnabled val="1"/>
        </dgm:presLayoutVars>
      </dgm:prSet>
      <dgm:spPr/>
    </dgm:pt>
    <dgm:pt modelId="{442497E6-DAFC-7A4F-AAE0-6276F2E74D7B}" type="pres">
      <dgm:prSet presAssocID="{34298F05-5576-5843-A64C-B418E775F93C}" presName="sibTrans" presStyleLbl="sibTrans2D1" presStyleIdx="0" presStyleCnt="2"/>
      <dgm:spPr/>
    </dgm:pt>
    <dgm:pt modelId="{CA9D0255-88BC-7D44-AC69-16C936F093A5}" type="pres">
      <dgm:prSet presAssocID="{34298F05-5576-5843-A64C-B418E775F93C}" presName="connectorText" presStyleLbl="sibTrans2D1" presStyleIdx="0" presStyleCnt="2"/>
      <dgm:spPr/>
    </dgm:pt>
    <dgm:pt modelId="{C34A2267-0FA5-A741-A91B-579F2073E3C8}" type="pres">
      <dgm:prSet presAssocID="{7037AC25-8A9C-3548-A162-0E39DC656EFE}" presName="node" presStyleLbl="node1" presStyleIdx="1" presStyleCnt="3">
        <dgm:presLayoutVars>
          <dgm:bulletEnabled val="1"/>
        </dgm:presLayoutVars>
      </dgm:prSet>
      <dgm:spPr/>
    </dgm:pt>
    <dgm:pt modelId="{B3E80444-54CB-CC45-99AA-0B91C2065594}" type="pres">
      <dgm:prSet presAssocID="{309C1BA7-72B8-FD4E-B491-B3325FA07577}" presName="sibTrans" presStyleLbl="sibTrans2D1" presStyleIdx="1" presStyleCnt="2"/>
      <dgm:spPr/>
    </dgm:pt>
    <dgm:pt modelId="{BF1D669F-8B9C-B243-AC79-0175FAD9196A}" type="pres">
      <dgm:prSet presAssocID="{309C1BA7-72B8-FD4E-B491-B3325FA07577}" presName="connectorText" presStyleLbl="sibTrans2D1" presStyleIdx="1" presStyleCnt="2"/>
      <dgm:spPr/>
    </dgm:pt>
    <dgm:pt modelId="{B4E91B4F-A588-F54C-9041-E3D81CB20B62}" type="pres">
      <dgm:prSet presAssocID="{8B765B67-66CE-5B4B-984A-29FAD9C41DBD}" presName="node" presStyleLbl="node1" presStyleIdx="2" presStyleCnt="3" custLinFactNeighborY="0">
        <dgm:presLayoutVars>
          <dgm:bulletEnabled val="1"/>
        </dgm:presLayoutVars>
      </dgm:prSet>
      <dgm:spPr/>
    </dgm:pt>
  </dgm:ptLst>
  <dgm:cxnLst>
    <dgm:cxn modelId="{F1055702-715D-CD4D-850A-CE89A138E1B6}" srcId="{B7E6E9B9-9D4E-CE4A-9342-EB796383E4ED}" destId="{7037AC25-8A9C-3548-A162-0E39DC656EFE}" srcOrd="1" destOrd="0" parTransId="{5033366C-54C2-0842-8CD8-1EAB2F7F8B02}" sibTransId="{309C1BA7-72B8-FD4E-B491-B3325FA07577}"/>
    <dgm:cxn modelId="{6877F504-7991-4E49-A0EA-324F69728EDC}" type="presOf" srcId="{309C1BA7-72B8-FD4E-B491-B3325FA07577}" destId="{B3E80444-54CB-CC45-99AA-0B91C2065594}" srcOrd="0" destOrd="0" presId="urn:microsoft.com/office/officeart/2005/8/layout/process1"/>
    <dgm:cxn modelId="{02E9BF1D-D57A-4841-BCEF-3279986F49B4}" type="presOf" srcId="{34298F05-5576-5843-A64C-B418E775F93C}" destId="{442497E6-DAFC-7A4F-AAE0-6276F2E74D7B}" srcOrd="0" destOrd="0" presId="urn:microsoft.com/office/officeart/2005/8/layout/process1"/>
    <dgm:cxn modelId="{FF3F2738-5480-D343-9175-C29C6A0F2A5A}" type="presOf" srcId="{D45931C7-ACCD-1242-BCEF-F15A7CCC6D38}" destId="{0C384EC2-CC95-5546-B7FD-90A4700F07E2}" srcOrd="0" destOrd="0" presId="urn:microsoft.com/office/officeart/2005/8/layout/process1"/>
    <dgm:cxn modelId="{E5553461-BA6A-554B-AF6D-355F0E0B7785}" type="presOf" srcId="{7037AC25-8A9C-3548-A162-0E39DC656EFE}" destId="{C34A2267-0FA5-A741-A91B-579F2073E3C8}" srcOrd="0" destOrd="0" presId="urn:microsoft.com/office/officeart/2005/8/layout/process1"/>
    <dgm:cxn modelId="{25843D62-0F79-AD4F-8781-83CE55A248B7}" type="presOf" srcId="{309C1BA7-72B8-FD4E-B491-B3325FA07577}" destId="{BF1D669F-8B9C-B243-AC79-0175FAD9196A}" srcOrd="1" destOrd="0" presId="urn:microsoft.com/office/officeart/2005/8/layout/process1"/>
    <dgm:cxn modelId="{B2AE80C6-D92E-2E4D-B446-AFD21EEBF8F6}" type="presOf" srcId="{8B765B67-66CE-5B4B-984A-29FAD9C41DBD}" destId="{B4E91B4F-A588-F54C-9041-E3D81CB20B62}" srcOrd="0" destOrd="0" presId="urn:microsoft.com/office/officeart/2005/8/layout/process1"/>
    <dgm:cxn modelId="{333A17D1-780A-4F4F-9673-6A191671CAB5}" type="presOf" srcId="{34298F05-5576-5843-A64C-B418E775F93C}" destId="{CA9D0255-88BC-7D44-AC69-16C936F093A5}" srcOrd="1" destOrd="0" presId="urn:microsoft.com/office/officeart/2005/8/layout/process1"/>
    <dgm:cxn modelId="{C954EBD7-CF21-E447-8067-2633A81EC1AD}" type="presOf" srcId="{B7E6E9B9-9D4E-CE4A-9342-EB796383E4ED}" destId="{A63FA331-E65E-F240-A158-66864703B166}" srcOrd="0" destOrd="0" presId="urn:microsoft.com/office/officeart/2005/8/layout/process1"/>
    <dgm:cxn modelId="{213C1DDF-840B-FD4F-BEE1-83E419591A77}" srcId="{B7E6E9B9-9D4E-CE4A-9342-EB796383E4ED}" destId="{D45931C7-ACCD-1242-BCEF-F15A7CCC6D38}" srcOrd="0" destOrd="0" parTransId="{89B217C3-3BF9-3849-B80C-5522A21D4386}" sibTransId="{34298F05-5576-5843-A64C-B418E775F93C}"/>
    <dgm:cxn modelId="{1F1E48E4-0B3A-134A-8E72-21A50A0DD166}" srcId="{B7E6E9B9-9D4E-CE4A-9342-EB796383E4ED}" destId="{8B765B67-66CE-5B4B-984A-29FAD9C41DBD}" srcOrd="2" destOrd="0" parTransId="{E9A60079-39C8-994B-9B7E-4D8A74D782CA}" sibTransId="{36C11DD5-520D-1244-84F8-0B008FBCED5C}"/>
    <dgm:cxn modelId="{13619123-990D-BF41-BF82-D19FB33489CA}" type="presParOf" srcId="{A63FA331-E65E-F240-A158-66864703B166}" destId="{0C384EC2-CC95-5546-B7FD-90A4700F07E2}" srcOrd="0" destOrd="0" presId="urn:microsoft.com/office/officeart/2005/8/layout/process1"/>
    <dgm:cxn modelId="{A756419C-EA43-D642-8899-D73E1FC2078B}" type="presParOf" srcId="{A63FA331-E65E-F240-A158-66864703B166}" destId="{442497E6-DAFC-7A4F-AAE0-6276F2E74D7B}" srcOrd="1" destOrd="0" presId="urn:microsoft.com/office/officeart/2005/8/layout/process1"/>
    <dgm:cxn modelId="{3B0BB6A2-4470-9043-AEED-AB453205122C}" type="presParOf" srcId="{442497E6-DAFC-7A4F-AAE0-6276F2E74D7B}" destId="{CA9D0255-88BC-7D44-AC69-16C936F093A5}" srcOrd="0" destOrd="0" presId="urn:microsoft.com/office/officeart/2005/8/layout/process1"/>
    <dgm:cxn modelId="{7B9D98AC-A241-094D-B3B2-2674E6A3DC1A}" type="presParOf" srcId="{A63FA331-E65E-F240-A158-66864703B166}" destId="{C34A2267-0FA5-A741-A91B-579F2073E3C8}" srcOrd="2" destOrd="0" presId="urn:microsoft.com/office/officeart/2005/8/layout/process1"/>
    <dgm:cxn modelId="{FDAE65C1-C008-DC44-8A05-89E1D3C64461}" type="presParOf" srcId="{A63FA331-E65E-F240-A158-66864703B166}" destId="{B3E80444-54CB-CC45-99AA-0B91C2065594}" srcOrd="3" destOrd="0" presId="urn:microsoft.com/office/officeart/2005/8/layout/process1"/>
    <dgm:cxn modelId="{D3F871D7-9720-B94C-85C6-C9E855873FC2}" type="presParOf" srcId="{B3E80444-54CB-CC45-99AA-0B91C2065594}" destId="{BF1D669F-8B9C-B243-AC79-0175FAD9196A}" srcOrd="0" destOrd="0" presId="urn:microsoft.com/office/officeart/2005/8/layout/process1"/>
    <dgm:cxn modelId="{F7C67B9B-C230-2E48-8619-13D23D7C2D39}" type="presParOf" srcId="{A63FA331-E65E-F240-A158-66864703B166}" destId="{B4E91B4F-A588-F54C-9041-E3D81CB20B62}" srcOrd="4" destOrd="0" presId="urn:microsoft.com/office/officeart/2005/8/layout/process1"/>
  </dgm:cxnLst>
  <dgm:bg/>
  <dgm:whole/>
  <dgm:extLst>
    <a:ext uri="http://schemas.microsoft.com/office/drawing/2008/diagram">
      <dsp:dataModelExt xmlns:dsp="http://schemas.microsoft.com/office/drawing/2008/diagram" relId="rId22" minVer="http://schemas.openxmlformats.org/drawingml/2006/diagram"/>
    </a:ext>
  </dgm:extLst>
</dgm:dataModel>
</file>

<file path=ppt/diagrams/vr_business_data18.xml><?xml version="1.0" encoding="utf-8"?>
<dgm:dataModel xmlns:dgm="http://schemas.openxmlformats.org/drawingml/2006/diagram" xmlns:a="http://schemas.openxmlformats.org/drawingml/2006/main">
  <dgm:ptLst>
    <dgm:pt modelId="{B7E6E9B9-9D4E-CE4A-9342-EB796383E4ED}" type="doc">
      <dgm:prSet loTypeId="urn:microsoft.com/office/officeart/2005/8/layout/process1" loCatId="" qsTypeId="urn:microsoft.com/office/officeart/2005/8/quickstyle/simple4" qsCatId="simple" csTypeId="urn:microsoft.com/office/officeart/2005/8/colors/colorful1" csCatId="colorful" phldr="1"/>
      <dgm:spPr/>
    </dgm:pt>
    <dgm:pt modelId="{D45931C7-ACCD-1242-BCEF-F15A7CCC6D38}">
      <dgm:prSet phldrT="[文本]" custT="1"/>
      <dgm:spPr/>
      <dgm:t>
        <a:bodyPr/>
        <a:lstStyle/>
        <a:p>
          <a:r>
            <a:rPr lang="zh-CN" altLang="en-US" sz="900" dirty="0">
              <a:latin typeface="微软雅黑" panose="020B0503020204020204" pitchFamily="34" charset="-122"/>
              <a:ea typeface="微软雅黑" panose="020B0503020204020204" pitchFamily="34" charset="-122"/>
            </a:rPr>
            <a:t>人工</a:t>
          </a:r>
        </a:p>
      </dgm:t>
    </dgm:pt>
    <dgm:pt modelId="{89B217C3-3BF9-3849-B80C-5522A21D4386}" type="parTrans" cxnId="{213C1DDF-840B-FD4F-BEE1-83E419591A77}">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4298F05-5576-5843-A64C-B418E775F93C}" type="sibTrans" cxnId="{213C1DDF-840B-FD4F-BEE1-83E419591A77}">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7037AC25-8A9C-3548-A162-0E39DC656EFE}">
      <dgm:prSet phldrT="[文本]" custT="1"/>
      <dgm:spPr/>
      <dgm:t>
        <a:bodyPr/>
        <a:lstStyle/>
        <a:p>
          <a:r>
            <a:rPr lang="zh-CN" altLang="en-US" sz="900" dirty="0">
              <a:latin typeface="微软雅黑" panose="020B0503020204020204" pitchFamily="34" charset="-122"/>
              <a:ea typeface="微软雅黑" panose="020B0503020204020204" pitchFamily="34" charset="-122"/>
            </a:rPr>
            <a:t>材质</a:t>
          </a:r>
        </a:p>
      </dgm:t>
    </dgm:pt>
    <dgm:pt modelId="{5033366C-54C2-0842-8CD8-1EAB2F7F8B02}" type="parTrans" cxnId="{F1055702-715D-CD4D-850A-CE89A138E1B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09C1BA7-72B8-FD4E-B491-B3325FA07577}" type="sibTrans" cxnId="{F1055702-715D-CD4D-850A-CE89A138E1B6}">
      <dgm:prSet custT="1"/>
      <dgm:spPr/>
      <dgm:t>
        <a:bodyPr/>
        <a:lstStyle/>
        <a:p>
          <a:endParaRPr lang="zh-CN" altLang="en-US" sz="900">
            <a:latin typeface="微软雅黑" panose="020B0503020204020204" pitchFamily="34" charset="-122"/>
            <a:ea typeface="微软雅黑" panose="020B0503020204020204" pitchFamily="34" charset="-122"/>
          </a:endParaRPr>
        </a:p>
      </dgm:t>
    </dgm:pt>
    <dgm:pt modelId="{8B765B67-66CE-5B4B-984A-29FAD9C41DBD}">
      <dgm:prSet phldrT="[文本]" custT="1"/>
      <dgm:spPr/>
      <dgm:t>
        <a:bodyPr/>
        <a:lstStyle/>
        <a:p>
          <a:r>
            <a:rPr lang="zh-CN" altLang="en-US" sz="900" dirty="0">
              <a:latin typeface="微软雅黑" panose="020B0503020204020204" pitchFamily="34" charset="-122"/>
              <a:ea typeface="微软雅黑" panose="020B0503020204020204" pitchFamily="34" charset="-122"/>
            </a:rPr>
            <a:t>时间</a:t>
          </a:r>
        </a:p>
      </dgm:t>
    </dgm:pt>
    <dgm:pt modelId="{E9A60079-39C8-994B-9B7E-4D8A74D782CA}" type="par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36C11DD5-520D-1244-84F8-0B008FBCED5C}" type="sibTrans" cxnId="{1F1E48E4-0B3A-134A-8E72-21A50A0DD166}">
      <dgm:prSet/>
      <dgm:spPr/>
      <dgm:t>
        <a:bodyPr/>
        <a:lstStyle/>
        <a:p>
          <a:endParaRPr lang="zh-CN" altLang="en-US" sz="900">
            <a:latin typeface="微软雅黑" panose="020B0503020204020204" pitchFamily="34" charset="-122"/>
            <a:ea typeface="微软雅黑" panose="020B0503020204020204" pitchFamily="34" charset="-122"/>
          </a:endParaRPr>
        </a:p>
      </dgm:t>
    </dgm:pt>
    <dgm:pt modelId="{A63FA331-E65E-F240-A158-66864703B166}" type="pres">
      <dgm:prSet presAssocID="{B7E6E9B9-9D4E-CE4A-9342-EB796383E4ED}" presName="Name0" presStyleCnt="0">
        <dgm:presLayoutVars>
          <dgm:dir/>
          <dgm:resizeHandles val="exact"/>
        </dgm:presLayoutVars>
      </dgm:prSet>
      <dgm:spPr/>
    </dgm:pt>
    <dgm:pt modelId="{0C384EC2-CC95-5546-B7FD-90A4700F07E2}" type="pres">
      <dgm:prSet presAssocID="{D45931C7-ACCD-1242-BCEF-F15A7CCC6D38}" presName="node" presStyleLbl="node1" presStyleIdx="0" presStyleCnt="3">
        <dgm:presLayoutVars>
          <dgm:bulletEnabled val="1"/>
        </dgm:presLayoutVars>
      </dgm:prSet>
      <dgm:spPr/>
    </dgm:pt>
    <dgm:pt modelId="{442497E6-DAFC-7A4F-AAE0-6276F2E74D7B}" type="pres">
      <dgm:prSet presAssocID="{34298F05-5576-5843-A64C-B418E775F93C}" presName="sibTrans" presStyleLbl="sibTrans2D1" presStyleIdx="0" presStyleCnt="2"/>
      <dgm:spPr/>
    </dgm:pt>
    <dgm:pt modelId="{CA9D0255-88BC-7D44-AC69-16C936F093A5}" type="pres">
      <dgm:prSet presAssocID="{34298F05-5576-5843-A64C-B418E775F93C}" presName="connectorText" presStyleLbl="sibTrans2D1" presStyleIdx="0" presStyleCnt="2"/>
      <dgm:spPr/>
    </dgm:pt>
    <dgm:pt modelId="{C34A2267-0FA5-A741-A91B-579F2073E3C8}" type="pres">
      <dgm:prSet presAssocID="{7037AC25-8A9C-3548-A162-0E39DC656EFE}" presName="node" presStyleLbl="node1" presStyleIdx="1" presStyleCnt="3">
        <dgm:presLayoutVars>
          <dgm:bulletEnabled val="1"/>
        </dgm:presLayoutVars>
      </dgm:prSet>
      <dgm:spPr/>
    </dgm:pt>
    <dgm:pt modelId="{B3E80444-54CB-CC45-99AA-0B91C2065594}" type="pres">
      <dgm:prSet presAssocID="{309C1BA7-72B8-FD4E-B491-B3325FA07577}" presName="sibTrans" presStyleLbl="sibTrans2D1" presStyleIdx="1" presStyleCnt="2"/>
      <dgm:spPr/>
    </dgm:pt>
    <dgm:pt modelId="{BF1D669F-8B9C-B243-AC79-0175FAD9196A}" type="pres">
      <dgm:prSet presAssocID="{309C1BA7-72B8-FD4E-B491-B3325FA07577}" presName="connectorText" presStyleLbl="sibTrans2D1" presStyleIdx="1" presStyleCnt="2"/>
      <dgm:spPr/>
    </dgm:pt>
    <dgm:pt modelId="{B4E91B4F-A588-F54C-9041-E3D81CB20B62}" type="pres">
      <dgm:prSet presAssocID="{8B765B67-66CE-5B4B-984A-29FAD9C41DBD}" presName="node" presStyleLbl="node1" presStyleIdx="2" presStyleCnt="3" custLinFactNeighborY="0">
        <dgm:presLayoutVars>
          <dgm:bulletEnabled val="1"/>
        </dgm:presLayoutVars>
      </dgm:prSet>
      <dgm:spPr/>
    </dgm:pt>
  </dgm:ptLst>
  <dgm:cxnLst>
    <dgm:cxn modelId="{F1055702-715D-CD4D-850A-CE89A138E1B6}" srcId="{B7E6E9B9-9D4E-CE4A-9342-EB796383E4ED}" destId="{7037AC25-8A9C-3548-A162-0E39DC656EFE}" srcOrd="1" destOrd="0" parTransId="{5033366C-54C2-0842-8CD8-1EAB2F7F8B02}" sibTransId="{309C1BA7-72B8-FD4E-B491-B3325FA07577}"/>
    <dgm:cxn modelId="{6877F504-7991-4E49-A0EA-324F69728EDC}" type="presOf" srcId="{309C1BA7-72B8-FD4E-B491-B3325FA07577}" destId="{B3E80444-54CB-CC45-99AA-0B91C2065594}" srcOrd="0" destOrd="0" presId="urn:microsoft.com/office/officeart/2005/8/layout/process1"/>
    <dgm:cxn modelId="{02E9BF1D-D57A-4841-BCEF-3279986F49B4}" type="presOf" srcId="{34298F05-5576-5843-A64C-B418E775F93C}" destId="{442497E6-DAFC-7A4F-AAE0-6276F2E74D7B}" srcOrd="0" destOrd="0" presId="urn:microsoft.com/office/officeart/2005/8/layout/process1"/>
    <dgm:cxn modelId="{FF3F2738-5480-D343-9175-C29C6A0F2A5A}" type="presOf" srcId="{D45931C7-ACCD-1242-BCEF-F15A7CCC6D38}" destId="{0C384EC2-CC95-5546-B7FD-90A4700F07E2}" srcOrd="0" destOrd="0" presId="urn:microsoft.com/office/officeart/2005/8/layout/process1"/>
    <dgm:cxn modelId="{E5553461-BA6A-554B-AF6D-355F0E0B7785}" type="presOf" srcId="{7037AC25-8A9C-3548-A162-0E39DC656EFE}" destId="{C34A2267-0FA5-A741-A91B-579F2073E3C8}" srcOrd="0" destOrd="0" presId="urn:microsoft.com/office/officeart/2005/8/layout/process1"/>
    <dgm:cxn modelId="{25843D62-0F79-AD4F-8781-83CE55A248B7}" type="presOf" srcId="{309C1BA7-72B8-FD4E-B491-B3325FA07577}" destId="{BF1D669F-8B9C-B243-AC79-0175FAD9196A}" srcOrd="1" destOrd="0" presId="urn:microsoft.com/office/officeart/2005/8/layout/process1"/>
    <dgm:cxn modelId="{B2AE80C6-D92E-2E4D-B446-AFD21EEBF8F6}" type="presOf" srcId="{8B765B67-66CE-5B4B-984A-29FAD9C41DBD}" destId="{B4E91B4F-A588-F54C-9041-E3D81CB20B62}" srcOrd="0" destOrd="0" presId="urn:microsoft.com/office/officeart/2005/8/layout/process1"/>
    <dgm:cxn modelId="{333A17D1-780A-4F4F-9673-6A191671CAB5}" type="presOf" srcId="{34298F05-5576-5843-A64C-B418E775F93C}" destId="{CA9D0255-88BC-7D44-AC69-16C936F093A5}" srcOrd="1" destOrd="0" presId="urn:microsoft.com/office/officeart/2005/8/layout/process1"/>
    <dgm:cxn modelId="{C954EBD7-CF21-E447-8067-2633A81EC1AD}" type="presOf" srcId="{B7E6E9B9-9D4E-CE4A-9342-EB796383E4ED}" destId="{A63FA331-E65E-F240-A158-66864703B166}" srcOrd="0" destOrd="0" presId="urn:microsoft.com/office/officeart/2005/8/layout/process1"/>
    <dgm:cxn modelId="{213C1DDF-840B-FD4F-BEE1-83E419591A77}" srcId="{B7E6E9B9-9D4E-CE4A-9342-EB796383E4ED}" destId="{D45931C7-ACCD-1242-BCEF-F15A7CCC6D38}" srcOrd="0" destOrd="0" parTransId="{89B217C3-3BF9-3849-B80C-5522A21D4386}" sibTransId="{34298F05-5576-5843-A64C-B418E775F93C}"/>
    <dgm:cxn modelId="{1F1E48E4-0B3A-134A-8E72-21A50A0DD166}" srcId="{B7E6E9B9-9D4E-CE4A-9342-EB796383E4ED}" destId="{8B765B67-66CE-5B4B-984A-29FAD9C41DBD}" srcOrd="2" destOrd="0" parTransId="{E9A60079-39C8-994B-9B7E-4D8A74D782CA}" sibTransId="{36C11DD5-520D-1244-84F8-0B008FBCED5C}"/>
    <dgm:cxn modelId="{13619123-990D-BF41-BF82-D19FB33489CA}" type="presParOf" srcId="{A63FA331-E65E-F240-A158-66864703B166}" destId="{0C384EC2-CC95-5546-B7FD-90A4700F07E2}" srcOrd="0" destOrd="0" presId="urn:microsoft.com/office/officeart/2005/8/layout/process1"/>
    <dgm:cxn modelId="{A756419C-EA43-D642-8899-D73E1FC2078B}" type="presParOf" srcId="{A63FA331-E65E-F240-A158-66864703B166}" destId="{442497E6-DAFC-7A4F-AAE0-6276F2E74D7B}" srcOrd="1" destOrd="0" presId="urn:microsoft.com/office/officeart/2005/8/layout/process1"/>
    <dgm:cxn modelId="{3B0BB6A2-4470-9043-AEED-AB453205122C}" type="presParOf" srcId="{442497E6-DAFC-7A4F-AAE0-6276F2E74D7B}" destId="{CA9D0255-88BC-7D44-AC69-16C936F093A5}" srcOrd="0" destOrd="0" presId="urn:microsoft.com/office/officeart/2005/8/layout/process1"/>
    <dgm:cxn modelId="{7B9D98AC-A241-094D-B3B2-2674E6A3DC1A}" type="presParOf" srcId="{A63FA331-E65E-F240-A158-66864703B166}" destId="{C34A2267-0FA5-A741-A91B-579F2073E3C8}" srcOrd="2" destOrd="0" presId="urn:microsoft.com/office/officeart/2005/8/layout/process1"/>
    <dgm:cxn modelId="{FDAE65C1-C008-DC44-8A05-89E1D3C64461}" type="presParOf" srcId="{A63FA331-E65E-F240-A158-66864703B166}" destId="{B3E80444-54CB-CC45-99AA-0B91C2065594}" srcOrd="3" destOrd="0" presId="urn:microsoft.com/office/officeart/2005/8/layout/process1"/>
    <dgm:cxn modelId="{D3F871D7-9720-B94C-85C6-C9E855873FC2}" type="presParOf" srcId="{B3E80444-54CB-CC45-99AA-0B91C2065594}" destId="{BF1D669F-8B9C-B243-AC79-0175FAD9196A}" srcOrd="0" destOrd="0" presId="urn:microsoft.com/office/officeart/2005/8/layout/process1"/>
    <dgm:cxn modelId="{F7C67B9B-C230-2E48-8619-13D23D7C2D39}" type="presParOf" srcId="{A63FA331-E65E-F240-A158-66864703B166}" destId="{B4E91B4F-A588-F54C-9041-E3D81CB20B62}" srcOrd="4" destOrd="0" presId="urn:microsoft.com/office/officeart/2005/8/layout/process1"/>
  </dgm:cxnLst>
  <dgm:bg/>
  <dgm:whole/>
  <dgm:extLst>
    <a:ext uri="http://schemas.microsoft.com/office/drawing/2008/diagram">
      <dsp:dataModelExt xmlns:dsp="http://schemas.microsoft.com/office/drawing/2008/diagram" relId="rId27" minVer="http://schemas.openxmlformats.org/drawingml/2006/diagram"/>
    </a:ext>
  </dgm:extLst>
</dgm:dataModel>
</file>

<file path=ppt/diagrams/vr_business_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vr_business_layout1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vr_business_layout1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vr_business_layout1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vr_business_layout17.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vr_business_layout18.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vr_business_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rgbClr val="FFFFFF"/>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vr_business_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vr_business_quickStyle15.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vr_business_quickStyle1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vr_business_quickStyle1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vr_business_quickStyle1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rgbClr val="333333"/>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rgbClr val="FFFFFF"/>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rgbClr val="FFFFFF"/>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BA5D90F7-0B21-46EB-A101-1D3A22C448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6E52804A-734F-4251-BB32-0D9D9BE9EC6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1407099-A5DD-4A03-AD7F-864D04318CFF}" type="datetimeFigureOut">
              <a:rPr lang="zh-CN" altLang="en-US" smtClean="0"/>
              <a:t>2021/7/20</a:t>
            </a:fld>
            <a:endParaRPr lang="zh-CN" altLang="en-US"/>
          </a:p>
        </p:txBody>
      </p:sp>
      <p:sp>
        <p:nvSpPr>
          <p:cNvPr id="4" name="页脚占位符 3">
            <a:extLst>
              <a:ext uri="{FF2B5EF4-FFF2-40B4-BE49-F238E27FC236}">
                <a16:creationId xmlns:a16="http://schemas.microsoft.com/office/drawing/2014/main" id="{DD273529-DE2B-4441-9EB2-5FEBBCD7687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9E8286D5-16CE-4562-9BB0-B22E37E76D7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7B2630-8689-499B-8E96-987B7B286C7F}" type="slidenum">
              <a:rPr lang="zh-CN" altLang="en-US" smtClean="0"/>
              <a:t>‹#›</a:t>
            </a:fld>
            <a:endParaRPr lang="zh-CN" altLang="en-US"/>
          </a:p>
        </p:txBody>
      </p:sp>
    </p:spTree>
    <p:extLst>
      <p:ext uri="{BB962C8B-B14F-4D97-AF65-F5344CB8AC3E}">
        <p14:creationId xmlns:p14="http://schemas.microsoft.com/office/powerpoint/2010/main" val="5922770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B4C71E-D6EB-4309-BDE1-0A9255B1EEE7}" type="datetimeFigureOut">
              <a:rPr lang="zh-CN" altLang="en-US" smtClean="0"/>
              <a:t>2021/7/20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43B977-609B-4A9B-ADD6-FCAC7B2DFC35}" type="slidenum">
              <a:rPr lang="zh-CN" altLang="en-US" smtClean="0"/>
              <a:t>‹#›</a:t>
            </a:fld>
            <a:endParaRPr lang="zh-CN" altLang="en-US"/>
          </a:p>
        </p:txBody>
      </p:sp>
    </p:spTree>
    <p:extLst>
      <p:ext uri="{BB962C8B-B14F-4D97-AF65-F5344CB8AC3E}">
        <p14:creationId xmlns:p14="http://schemas.microsoft.com/office/powerpoint/2010/main" val="1271345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vr_business_notes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xml" /></Relationships>
</file>

<file path=ppt/notesSlides/_rels/vr_business_notes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xml" /></Relationships>
</file>

<file path=ppt/notesSlides/_rels/vr_business_notes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xml" /></Relationships>
</file>

<file path=ppt/notesSlides/_rels/vr_business_notes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xml" /></Relationships>
</file>

<file path=ppt/notesSlides/_rels/vr_business_notes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5.xml" /></Relationships>
</file>

<file path=ppt/notesSlides/_rels/vr_business_notes6.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6.xml" /></Relationships>
</file>

<file path=ppt/notesSlides/_rels/vr_business_notes7.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7.xml" /></Relationships>
</file>

<file path=ppt/notesSlides/_rels/vr_business_notes8.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8.xml" /></Relationships>
</file>

<file path=ppt/notesSlides/_rels/vr_business_notes9.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9.xml" /></Relationships>
</file>

<file path=ppt/notesSlides/_rels/vr_business_notes10.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0.xml" /></Relationships>
</file>

<file path=ppt/notesSlides/_rels/vr_business_notes1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1.xml" /></Relationships>
</file>

<file path=ppt/notesSlides/_rels/vr_business_notes1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2.xml" /></Relationships>
</file>

<file path=ppt/notesSlides/_rels/vr_business_notes1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3.xml" /></Relationships>
</file>

<file path=ppt/notesSlides/_rels/vr_business_notes1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4.xml" /></Relationships>
</file>

<file path=ppt/notesSlides/_rels/vr_business_notes1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5.xml" /></Relationships>
</file>

<file path=ppt/notesSlides/_rels/vr_business_notes16.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6.xml" /></Relationships>
</file>

<file path=ppt/notesSlides/_rels/vr_business_notes17.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7.xml" /></Relationships>
</file>

<file path=ppt/notesSlides/_rels/vr_business_notes18.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8.xml" /></Relationships>
</file>

<file path=ppt/notesSlides/_rels/vr_business_notes19.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19.xml" /></Relationships>
</file>

<file path=ppt/notesSlides/_rels/vr_business_notes20.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0.xml" /></Relationships>
</file>

<file path=ppt/notesSlides/_rels/vr_business_notes2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1.xml" /></Relationships>
</file>

<file path=ppt/notesSlides/_rels/vr_business_notes2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2.xml" /></Relationships>
</file>

<file path=ppt/notesSlides/_rels/vr_business_notes2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3.xml" /></Relationships>
</file>

<file path=ppt/notesSlides/_rels/vr_business_notes2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4.xml" /></Relationships>
</file>

<file path=ppt/notesSlides/_rels/vr_business_notes2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5.xml" /></Relationships>
</file>

<file path=ppt/notesSlides/_rels/vr_business_notes26.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6.xml" /></Relationships>
</file>

<file path=ppt/notesSlides/_rels/vr_business_notes27.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7.xml" /></Relationships>
</file>

<file path=ppt/notesSlides/_rels/vr_business_notes28.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8.xml" /></Relationships>
</file>

<file path=ppt/notesSlides/_rels/vr_business_notes29.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29.xml" /></Relationships>
</file>

<file path=ppt/notesSlides/_rels/vr_business_notes30.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0.xml" /></Relationships>
</file>

<file path=ppt/notesSlides/_rels/vr_business_notes3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1.xml" /></Relationships>
</file>

<file path=ppt/notesSlides/_rels/vr_business_notes3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2.xml" /></Relationships>
</file>

<file path=ppt/notesSlides/_rels/vr_business_notes3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3.xml" /></Relationships>
</file>

<file path=ppt/notesSlides/_rels/vr_business_notes3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4.xml" /></Relationships>
</file>

<file path=ppt/notesSlides/_rels/vr_business_notes3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5.xml" /></Relationships>
</file>

<file path=ppt/notesSlides/_rels/vr_business_notes36.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6.xml" /></Relationships>
</file>

<file path=ppt/notesSlides/_rels/vr_business_notes37.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7.xml" /></Relationships>
</file>

<file path=ppt/notesSlides/_rels/vr_business_notes38.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8.xml" /></Relationships>
</file>

<file path=ppt/notesSlides/_rels/vr_business_notes39.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39.xml" /></Relationships>
</file>

<file path=ppt/notesSlides/_rels/vr_business_notes40.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0.xml" /></Relationships>
</file>

<file path=ppt/notesSlides/_rels/vr_business_notes4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1.xml" /></Relationships>
</file>

<file path=ppt/notesSlides/_rels/vr_business_notes4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2.xml" /></Relationships>
</file>

<file path=ppt/notesSlides/_rels/vr_business_notes4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3.xml" /></Relationships>
</file>

<file path=ppt/notesSlides/_rels/vr_business_notes4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4.xml" /></Relationships>
</file>

<file path=ppt/notesSlides/_rels/vr_business_notes4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5.xml" /></Relationships>
</file>

<file path=ppt/notesSlides/_rels/vr_business_notes46.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6.xml" /></Relationships>
</file>

<file path=ppt/notesSlides/_rels/vr_business_notes47.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7.xml" /></Relationships>
</file>

<file path=ppt/notesSlides/_rels/vr_business_notes48.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business_slide48.xml" /></Relationships>
</file>

<file path=ppt/notesSlides/_rels/vr_icons_notes1.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icons_slide1.xml" /></Relationships>
</file>

<file path=ppt/notesSlides/_rels/vr_icons_notes2.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icons_slide2.xml" /></Relationships>
</file>

<file path=ppt/notesSlides/_rels/vr_icons_notes3.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icons_slide3.xml" /></Relationships>
</file>

<file path=ppt/notesSlides/_rels/vr_icons_notes4.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icons_slide4.xml" /></Relationships>
</file>

<file path=ppt/notesSlides/_rels/vr_icons_notes5.xml.rels><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vr_icons_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a:t>
            </a:fld>
            <a:endParaRPr lang="zh-CN" altLang="en-US"/>
          </a:p>
        </p:txBody>
      </p:sp>
    </p:spTree>
    <p:extLst>
      <p:ext uri="{BB962C8B-B14F-4D97-AF65-F5344CB8AC3E}">
        <p14:creationId xmlns:p14="http://schemas.microsoft.com/office/powerpoint/2010/main" val="23030488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2</a:t>
            </a:fld>
            <a:endParaRPr lang="zh-CN" altLang="en-US"/>
          </a:p>
        </p:txBody>
      </p:sp>
    </p:spTree>
    <p:extLst>
      <p:ext uri="{BB962C8B-B14F-4D97-AF65-F5344CB8AC3E}">
        <p14:creationId xmlns:p14="http://schemas.microsoft.com/office/powerpoint/2010/main" val="1183692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a:t>
            </a:fld>
            <a:endParaRPr lang="zh-CN" altLang="en-US"/>
          </a:p>
        </p:txBody>
      </p:sp>
    </p:spTree>
    <p:extLst>
      <p:ext uri="{BB962C8B-B14F-4D97-AF65-F5344CB8AC3E}">
        <p14:creationId xmlns:p14="http://schemas.microsoft.com/office/powerpoint/2010/main" val="4625193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a:t>
            </a:fld>
            <a:endParaRPr lang="zh-CN" altLang="en-US"/>
          </a:p>
        </p:txBody>
      </p:sp>
    </p:spTree>
    <p:extLst>
      <p:ext uri="{BB962C8B-B14F-4D97-AF65-F5344CB8AC3E}">
        <p14:creationId xmlns:p14="http://schemas.microsoft.com/office/powerpoint/2010/main" val="12385045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5</a:t>
            </a:fld>
            <a:endParaRPr lang="zh-CN" altLang="en-US"/>
          </a:p>
        </p:txBody>
      </p:sp>
    </p:spTree>
    <p:extLst>
      <p:ext uri="{BB962C8B-B14F-4D97-AF65-F5344CB8AC3E}">
        <p14:creationId xmlns:p14="http://schemas.microsoft.com/office/powerpoint/2010/main" val="4759714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6</a:t>
            </a:fld>
            <a:endParaRPr lang="zh-CN" altLang="en-US"/>
          </a:p>
        </p:txBody>
      </p:sp>
    </p:spTree>
    <p:extLst>
      <p:ext uri="{BB962C8B-B14F-4D97-AF65-F5344CB8AC3E}">
        <p14:creationId xmlns:p14="http://schemas.microsoft.com/office/powerpoint/2010/main" val="996744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8</a:t>
            </a:fld>
            <a:endParaRPr lang="zh-CN" altLang="en-US"/>
          </a:p>
        </p:txBody>
      </p:sp>
    </p:spTree>
    <p:extLst>
      <p:ext uri="{BB962C8B-B14F-4D97-AF65-F5344CB8AC3E}">
        <p14:creationId xmlns:p14="http://schemas.microsoft.com/office/powerpoint/2010/main" val="236839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9</a:t>
            </a:fld>
            <a:endParaRPr lang="zh-CN" altLang="en-US"/>
          </a:p>
        </p:txBody>
      </p:sp>
    </p:spTree>
    <p:extLst>
      <p:ext uri="{BB962C8B-B14F-4D97-AF65-F5344CB8AC3E}">
        <p14:creationId xmlns:p14="http://schemas.microsoft.com/office/powerpoint/2010/main" val="17147114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10</a:t>
            </a:fld>
            <a:endParaRPr lang="zh-CN" altLang="en-US"/>
          </a:p>
        </p:txBody>
      </p:sp>
    </p:spTree>
    <p:extLst>
      <p:ext uri="{BB962C8B-B14F-4D97-AF65-F5344CB8AC3E}">
        <p14:creationId xmlns:p14="http://schemas.microsoft.com/office/powerpoint/2010/main" val="8606095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11</a:t>
            </a:fld>
            <a:endParaRPr lang="zh-CN" altLang="en-US"/>
          </a:p>
        </p:txBody>
      </p:sp>
    </p:spTree>
    <p:extLst>
      <p:ext uri="{BB962C8B-B14F-4D97-AF65-F5344CB8AC3E}">
        <p14:creationId xmlns:p14="http://schemas.microsoft.com/office/powerpoint/2010/main" val="111057144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16</a:t>
            </a:fld>
            <a:endParaRPr lang="zh-CN" altLang="en-US"/>
          </a:p>
        </p:txBody>
      </p:sp>
    </p:spTree>
    <p:extLst>
      <p:ext uri="{BB962C8B-B14F-4D97-AF65-F5344CB8AC3E}">
        <p14:creationId xmlns:p14="http://schemas.microsoft.com/office/powerpoint/2010/main" val="38163826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17</a:t>
            </a:fld>
            <a:endParaRPr lang="zh-CN" altLang="en-US"/>
          </a:p>
        </p:txBody>
      </p:sp>
    </p:spTree>
    <p:extLst>
      <p:ext uri="{BB962C8B-B14F-4D97-AF65-F5344CB8AC3E}">
        <p14:creationId xmlns:p14="http://schemas.microsoft.com/office/powerpoint/2010/main" val="37058369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18</a:t>
            </a:fld>
            <a:endParaRPr lang="zh-CN" altLang="en-US"/>
          </a:p>
        </p:txBody>
      </p:sp>
    </p:spTree>
    <p:extLst>
      <p:ext uri="{BB962C8B-B14F-4D97-AF65-F5344CB8AC3E}">
        <p14:creationId xmlns:p14="http://schemas.microsoft.com/office/powerpoint/2010/main" val="797296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19</a:t>
            </a:fld>
            <a:endParaRPr lang="zh-CN" altLang="en-US"/>
          </a:p>
        </p:txBody>
      </p:sp>
    </p:spTree>
    <p:extLst>
      <p:ext uri="{BB962C8B-B14F-4D97-AF65-F5344CB8AC3E}">
        <p14:creationId xmlns:p14="http://schemas.microsoft.com/office/powerpoint/2010/main" val="2409833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21</a:t>
            </a:fld>
            <a:endParaRPr lang="zh-CN" altLang="en-US"/>
          </a:p>
        </p:txBody>
      </p:sp>
    </p:spTree>
    <p:extLst>
      <p:ext uri="{BB962C8B-B14F-4D97-AF65-F5344CB8AC3E}">
        <p14:creationId xmlns:p14="http://schemas.microsoft.com/office/powerpoint/2010/main" val="18734983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22</a:t>
            </a:fld>
            <a:endParaRPr lang="zh-CN" altLang="en-US"/>
          </a:p>
        </p:txBody>
      </p:sp>
    </p:spTree>
    <p:extLst>
      <p:ext uri="{BB962C8B-B14F-4D97-AF65-F5344CB8AC3E}">
        <p14:creationId xmlns:p14="http://schemas.microsoft.com/office/powerpoint/2010/main" val="28273732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23</a:t>
            </a:fld>
            <a:endParaRPr lang="zh-CN" altLang="en-US"/>
          </a:p>
        </p:txBody>
      </p:sp>
    </p:spTree>
    <p:extLst>
      <p:ext uri="{BB962C8B-B14F-4D97-AF65-F5344CB8AC3E}">
        <p14:creationId xmlns:p14="http://schemas.microsoft.com/office/powerpoint/2010/main" val="32387866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26</a:t>
            </a:fld>
            <a:endParaRPr lang="zh-CN" altLang="en-US"/>
          </a:p>
        </p:txBody>
      </p:sp>
    </p:spTree>
    <p:extLst>
      <p:ext uri="{BB962C8B-B14F-4D97-AF65-F5344CB8AC3E}">
        <p14:creationId xmlns:p14="http://schemas.microsoft.com/office/powerpoint/2010/main" val="30318600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30</a:t>
            </a:fld>
            <a:endParaRPr lang="zh-CN" altLang="en-US"/>
          </a:p>
        </p:txBody>
      </p:sp>
    </p:spTree>
    <p:extLst>
      <p:ext uri="{BB962C8B-B14F-4D97-AF65-F5344CB8AC3E}">
        <p14:creationId xmlns:p14="http://schemas.microsoft.com/office/powerpoint/2010/main" val="2585479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31</a:t>
            </a:fld>
            <a:endParaRPr lang="zh-CN" altLang="en-US"/>
          </a:p>
        </p:txBody>
      </p:sp>
    </p:spTree>
    <p:extLst>
      <p:ext uri="{BB962C8B-B14F-4D97-AF65-F5344CB8AC3E}">
        <p14:creationId xmlns:p14="http://schemas.microsoft.com/office/powerpoint/2010/main" val="330992601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32</a:t>
            </a:fld>
            <a:endParaRPr lang="zh-CN" altLang="en-US"/>
          </a:p>
        </p:txBody>
      </p:sp>
    </p:spTree>
    <p:extLst>
      <p:ext uri="{BB962C8B-B14F-4D97-AF65-F5344CB8AC3E}">
        <p14:creationId xmlns:p14="http://schemas.microsoft.com/office/powerpoint/2010/main" val="1769449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34</a:t>
            </a:fld>
            <a:endParaRPr lang="zh-CN" altLang="en-US"/>
          </a:p>
        </p:txBody>
      </p:sp>
    </p:spTree>
    <p:extLst>
      <p:ext uri="{BB962C8B-B14F-4D97-AF65-F5344CB8AC3E}">
        <p14:creationId xmlns:p14="http://schemas.microsoft.com/office/powerpoint/2010/main" val="28550975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35</a:t>
            </a:fld>
            <a:endParaRPr lang="zh-CN" altLang="en-US"/>
          </a:p>
        </p:txBody>
      </p:sp>
    </p:spTree>
    <p:extLst>
      <p:ext uri="{BB962C8B-B14F-4D97-AF65-F5344CB8AC3E}">
        <p14:creationId xmlns:p14="http://schemas.microsoft.com/office/powerpoint/2010/main" val="25584880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36</a:t>
            </a:fld>
            <a:endParaRPr lang="zh-CN" altLang="en-US"/>
          </a:p>
        </p:txBody>
      </p:sp>
    </p:spTree>
    <p:extLst>
      <p:ext uri="{BB962C8B-B14F-4D97-AF65-F5344CB8AC3E}">
        <p14:creationId xmlns:p14="http://schemas.microsoft.com/office/powerpoint/2010/main" val="59171090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37</a:t>
            </a:fld>
            <a:endParaRPr lang="zh-CN" altLang="en-US"/>
          </a:p>
        </p:txBody>
      </p:sp>
    </p:spTree>
    <p:extLst>
      <p:ext uri="{BB962C8B-B14F-4D97-AF65-F5344CB8AC3E}">
        <p14:creationId xmlns:p14="http://schemas.microsoft.com/office/powerpoint/2010/main" val="1890041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39</a:t>
            </a:fld>
            <a:endParaRPr lang="zh-CN" altLang="en-US"/>
          </a:p>
        </p:txBody>
      </p:sp>
    </p:spTree>
    <p:extLst>
      <p:ext uri="{BB962C8B-B14F-4D97-AF65-F5344CB8AC3E}">
        <p14:creationId xmlns:p14="http://schemas.microsoft.com/office/powerpoint/2010/main" val="15615552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40</a:t>
            </a:fld>
            <a:endParaRPr lang="zh-CN" altLang="en-US"/>
          </a:p>
        </p:txBody>
      </p:sp>
    </p:spTree>
    <p:extLst>
      <p:ext uri="{BB962C8B-B14F-4D97-AF65-F5344CB8AC3E}">
        <p14:creationId xmlns:p14="http://schemas.microsoft.com/office/powerpoint/2010/main" val="424160456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41</a:t>
            </a:fld>
            <a:endParaRPr lang="zh-CN" altLang="en-US"/>
          </a:p>
        </p:txBody>
      </p:sp>
    </p:spTree>
    <p:extLst>
      <p:ext uri="{BB962C8B-B14F-4D97-AF65-F5344CB8AC3E}">
        <p14:creationId xmlns:p14="http://schemas.microsoft.com/office/powerpoint/2010/main" val="80846750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42</a:t>
            </a:fld>
            <a:endParaRPr lang="zh-CN" altLang="en-US"/>
          </a:p>
        </p:txBody>
      </p:sp>
    </p:spTree>
    <p:extLst>
      <p:ext uri="{BB962C8B-B14F-4D97-AF65-F5344CB8AC3E}">
        <p14:creationId xmlns:p14="http://schemas.microsoft.com/office/powerpoint/2010/main" val="42435419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43</a:t>
            </a:fld>
            <a:endParaRPr lang="zh-CN" altLang="en-US"/>
          </a:p>
        </p:txBody>
      </p:sp>
    </p:spTree>
    <p:extLst>
      <p:ext uri="{BB962C8B-B14F-4D97-AF65-F5344CB8AC3E}">
        <p14:creationId xmlns:p14="http://schemas.microsoft.com/office/powerpoint/2010/main" val="8771537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44</a:t>
            </a:fld>
            <a:endParaRPr lang="zh-CN" altLang="en-US"/>
          </a:p>
        </p:txBody>
      </p:sp>
    </p:spTree>
    <p:extLst>
      <p:ext uri="{BB962C8B-B14F-4D97-AF65-F5344CB8AC3E}">
        <p14:creationId xmlns:p14="http://schemas.microsoft.com/office/powerpoint/2010/main" val="23756448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46</a:t>
            </a:fld>
            <a:endParaRPr lang="zh-CN" altLang="en-US"/>
          </a:p>
        </p:txBody>
      </p:sp>
    </p:spTree>
    <p:extLst>
      <p:ext uri="{BB962C8B-B14F-4D97-AF65-F5344CB8AC3E}">
        <p14:creationId xmlns:p14="http://schemas.microsoft.com/office/powerpoint/2010/main" val="257383013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51</a:t>
            </a:fld>
            <a:endParaRPr lang="zh-CN" altLang="en-US"/>
          </a:p>
        </p:txBody>
      </p:sp>
    </p:spTree>
    <p:extLst>
      <p:ext uri="{BB962C8B-B14F-4D97-AF65-F5344CB8AC3E}">
        <p14:creationId xmlns:p14="http://schemas.microsoft.com/office/powerpoint/2010/main" val="10846433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7543B977-609B-4A9B-ADD6-FCAC7B2DFC35}" type="slidenum">
              <a:rPr lang="zh-CN" altLang="en-US" smtClean="0"/>
              <a:t>56</a:t>
            </a:fld>
            <a:endParaRPr lang="zh-CN" altLang="en-US"/>
          </a:p>
        </p:txBody>
      </p:sp>
    </p:spTree>
    <p:extLst>
      <p:ext uri="{BB962C8B-B14F-4D97-AF65-F5344CB8AC3E}">
        <p14:creationId xmlns:p14="http://schemas.microsoft.com/office/powerpoint/2010/main" val="2167135420"/>
      </p:ext>
    </p:extLst>
  </p:cSld>
  <p:clrMapOvr>
    <a:masterClrMapping/>
  </p:clrMapOvr>
</p:notes>
</file>

<file path=ppt/notesSlides/vr_business_notes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资源编号：R001
展示方式：年度任务甘特图
分类：排期与任务
需要输入：任务、开始日期、结束日期
使用限制：需要任务持续时间；单个完成日期更适合时间轴
原始来源：E:\CodexWorkSpace\PPT\800套工作总结PPT模板，工作汇报PPT模板，适用于各种行\页面、封面、主图款\01高级商务蓝配色.pptx，第16页。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资源编号：R002
展示方式：月度箭头排期
分类：排期与任务
需要输入：月份、任务、阶段跨度
使用限制：箭头长度对应持续时间，保持时间刻度一致
原始来源：E:\CodexWorkSpace\PPT\800套工作总结PPT模板，工作汇报PPT模板，适用于各种行\页面、封面、主图款\01高级商务蓝配色.pptx，第18页。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资源编号：R003
展示方式：阶段计划与任务表
分类：排期与任务
需要输入：阶段、日期、并行任务
使用限制：上方阶段轴与下方任务表应使用相同时间范围
原始来源：E:\CodexWorkSpace\PPT\800套工作总结PPT模板，工作汇报PPT模板，适用于各种行\页面、封面、主图款\01高级商务蓝配色.pptx，第20页。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资源编号：R004
展示方式：日级项目规划
分类：排期与任务
需要输入：天数、任务、起止日期
使用限制：适合短周期排期；减少行数后再用于汇报正文
原始来源：E:\CodexWorkSpace\PPT\800套工作总结PPT模板，工作汇报PPT模板，适用于各种行\页面、封面、主图款\01高级商务蓝配色.pptx，第23页。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资源编号：R005
展示方式：周计划与任务分工
分类：排期与任务
需要输入：周次、任务、负责人
使用限制：需要真实工作时段，不用示例排期代替项目计划
原始来源：E:\CodexWorkSpace\PPT\800套工作总结PPT模板，工作汇报PPT模板，适用于各种行\页面、封面、主图款\01高级商务蓝配色.pptx，第25页。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资源编号：R006
展示方式：时间部门任务矩阵
分类：排期与任务
需要输入：时间节点、部门、任务、重点
使用限制：行表示不同维度，列表示共同时间节点
原始来源：E:\CodexWorkSpace\PPT\800套工作总结PPT模板，工作汇报PPT模板，适用于各种行\页面、封面、主图款\01高级商务蓝配色.pptx，第148页。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资源编号：R007
展示方式：五节点并列时间轴
分类：时间轴与节点
需要输入：5个日期、节点名称、说明
使用限制：节点代表事件；均匀间距不表达实际时间跨度
原始来源：E:\CodexWorkSpace\PPT\800套工作总结PPT模板，工作汇报PPT模板，适用于各种行\页面、封面、主图款\01高级商务蓝配色.pptx，第26页。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资源编号：R008
展示方式：上下交错长时间轴
分类：时间轴与节点
需要输入：多个日期、短标题、说明
使用限制：适合6至10个节点，节点过多时拆页
原始来源：E:\CodexWorkSpace\PPT\800套工作总结PPT模板，工作汇报PPT模板，适用于各种行\页面、封面、主图款\01高级商务蓝配色.pptx，第27页。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9.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资源编号：R009
展示方式：曲线跨年时间轴
分类：时间轴与节点
需要输入：年份或阶段、节点说明
使用限制：用于叙事顺序；曲线不表示增长幅度
原始来源：E:\CodexWorkSpace\PPT\800套工作总结PPT模板，工作汇报PPT模板，适用于各种行\页面、封面、主图款\01高级商务蓝配色.pptx，第29页。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0.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资源编号：R010
展示方式：六节点折返路径
分类：时间轴与节点
需要输入：6个节点、顺序、时间
使用限制：按路径明确标出顺序，适合较长流程
原始来源：E:\CodexWorkSpace\PPT\800套工作总结PPT模板，工作汇报PPT模板，适用于各种行\页面、封面、主图款\01高级商务蓝配色.pptx，第30页。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资源编号：R011
展示方式：双分支并行时间轴
分类：时间轴与节点
需要输入：两条路径、共同起点、节点
使用限制：仅在真实存在并行分支时使用
原始来源：E:\CodexWorkSpace\PPT\800套工作总结PPT模板，工作汇报PPT模板，适用于各种行\页面、封面、主图款\01高级商务蓝配色.pptx，第33页。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资源编号：R012
展示方式：上升式里程碑
分类：时间轴与节点
需要输入：阶段、日期、完成条件
使用限制：上升方向可表达阶段推进，不代表量化增长
原始来源：E:\CodexWorkSpace\PPT\800套工作总结PPT模板，工作汇报PPT模板，适用于各种行\页面、封面、主图款\01高级商务蓝配色.pptx，第34页。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资源编号：R013
展示方式：五步阶梯流程
分类：流程与阶段
需要输入：5个步骤、交付物、责任人
使用限制：删去无依据的示例完成率，步骤必须有先后关系
原始来源：E:\CodexWorkSpace\PPT\800套工作总结PPT模板，工作汇报PPT模板，适用于各种行\页面、封面、主图款\01高级商务蓝配色.pptx，第36页。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资源编号：R014
展示方式：五步主流程与下挂说明
分类：流程与阶段
需要输入：5个步骤、说明、阶段划分
使用限制：横向主流程表达顺序，下方只放对应步骤说明
原始来源：E:\CodexWorkSpace\PPT\800套工作总结PPT模板，工作汇报PPT模板，适用于各种行\页面、封面、主图款\01高级商务蓝配色.pptx，第39页。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资源编号：R015
展示方式：项目与阶段泳道
分类：流程与阶段
需要输入：项目或部门、阶段、交付物
使用限制：每条泳道对应一个项目或负责人，列对应阶段
原始来源：E:\CodexWorkSpace\PPT\800套工作总结PPT模板，工作汇报PPT模板，适用于各种行\页面、封面、主图款\01高级商务蓝配色.pptx，第44页。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资源编号：R016
展示方式：多任务汇聚流程
分类：流程与阶段
需要输入：输入分支、汇聚节点、结果
使用限制：只在多输入汇聚为共同结果时使用
原始来源：E:\CodexWorkSpace\PPT\800套工作总结PPT模板，工作汇报PPT模板，适用于各种行\页面、封面、主图款\01高级商务蓝配色.pptx，第45页。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资源编号：R017
展示方式：六步骤闭环流程
分类：流程与阶段
需要输入：6个步骤、回到起点的条件
使用限制：必须存在真实反馈闭环，普通线性流程不用环形
原始来源：E:\CodexWorkSpace\PPT\800套工作总结PPT模板，工作汇报PPT模板，适用于各种行\页面、封面、主图款\01高级商务蓝配色.pptx，第48页。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资源编号：R018
展示方式：五阶段交付物流程
分类：流程与阶段
需要输入：5个阶段、产物、里程碑
使用限制：将阶段名与交付物分别填写，避免重复标题
原始来源：E:\CodexWorkSpace\PPT\800套工作总结PPT模板，工作汇报PPT模板，适用于各种行\页面、封面、主图款\01高级商务蓝配色.pptx，第49页。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19.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资源编号：R019
展示方式：十步折返流程
分类：流程与阶段
需要输入：10个连续步骤、产物、顺序
使用限制：阅读顺序为上排从左至右、下排从右至左；不是两套流程的对照
原始来源：E:\CodexWorkSpace\PPT\800套工作总结PPT模板，工作汇报PPT模板，适用于各种行\页面、封面、主图款\01高级商务蓝配色.pptx，第50页。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0.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资源编号：R020
展示方式：六分支鱼骨分析
分类：原因与问题
需要输入：结果问题、原因分类、原因条目
使用限制：适合原因假设整理，不把原因假设写成已证实结论
原始来源：E:\CodexWorkSpace\PPT\800套工作总结PPT模板，工作汇报PPT模板，适用于各种行\页面、封面、主图款\01高级商务蓝配色.pptx，第51页。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资源编号：R021
展示方式：编号鱼骨分析
分类：原因与问题
需要输入：问题、6组原因、编号
使用限制：每条分支填写同一层级原因，证据另页说明
原始来源：E:\CodexWorkSpace\PPT\800套工作总结PPT模板，工作汇报PPT模板，适用于各种行\页面、封面、主图款\01高级商务蓝配色.pptx，第54页。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资源编号：R022
展示方式：四阶段成果梳理
分类：并列与总结
需要输入：4个阶段、动作、成果
使用限制：区分实施动作与结果，比例图必须有实际依据
原始来源：E:\CodexWorkSpace\PPT\800套工作总结PPT模板，工作汇报PPT模板，适用于各种行\页面、封面、主图款\01高级商务蓝配色.pptx，第57页。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资源编号：R023
展示方式：阶段成果阶梯
分类：并列与总结
需要输入：阶段、成果、时间
使用限制：阶梯只表达推进，示例数字不能作为实际成果
原始来源：E:\CodexWorkSpace\PPT\800套工作总结PPT模板，工作汇报PPT模板，适用于各种行\页面、封面、主图款\01高级商务蓝配色.pptx，第60页。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资源编号：R024
展示方式：四项计划并列
分类：并列与总结
需要输入：4个计划、措施、交付物
使用限制：适合并列事项，没有先后关系时删去连接暗示
原始来源：E:\CodexWorkSpace\PPT\800套工作总结PPT模板，工作汇报PPT模板，适用于各种行\页面、封面、主图款\01高级商务蓝配色.pptx，第63页。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资源编号：R025
展示方式：中心目标与五项措施
分类：并列与总结
需要输入：中心目标、5个措施、说明
使用限制：表达共同支撑关系，圆弧不是完成度比例
原始来源：E:\CodexWorkSpace\PPT\800套工作总结PPT模板，工作汇报PPT模板，适用于各种行\页面、封面、主图款\01高级商务蓝配色.pptx，第65页。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资源编号：R026
展示方式：中心主题与六项总结
分类：并列与总结
需要输入：中心主题、6个并列事项
使用限制：适合共同围绕一主题的事项，外侧面积不表示贡献比例
原始来源：E:\CodexWorkSpace\PPT\800套工作总结PPT模板，工作汇报PPT模板，适用于各种行\页面、封面、主图款\01高级商务蓝配色.pptx，第151页。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资源编号：R027
展示方式：问题与措施双侧对照
分类：比较与改进
需要输入：问题、对应措施、说明
使用限制：问题与措施逐项对应，减少长段文字
原始来源：E:\CodexWorkSpace\PPT\800套工作总结PPT模板，工作汇报PPT模板，适用于各种行\页面、封面、主图款\01高级商务蓝配色.pptx，第66页。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资源编号：R028
展示方式：问题与方案关系图
分类：比较与改进
需要输入：问题、方案、共同约束
使用限制：只有真实共享部分时才使用交叠区域
原始来源：E:\CodexWorkSpace\PPT\800套工作总结PPT模板，工作汇报PPT模板，适用于各种行\页面、封面、主图款\01高级商务蓝配色.pptx，第68页。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29.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资源编号：R029
展示方式：总结与计划两侧对照
分类：比较与改进
需要输入：已完成事项、下一步计划
使用限制：两侧分别对应总结和计划，不默认是一对一映射
原始来源：E:\CodexWorkSpace\PPT\800套工作总结PPT模板，工作汇报PPT模板，适用于各种行\页面、封面、主图款\01高级商务蓝配色.pptx，第71页。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0.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资源编号：R030
展示方式：四级递进阶梯
分类：逻辑与层级
需要输入：4个层级、进入条件、结果
使用限制：阶梯用于真实递进层级，不能代替定量图表
原始来源：E:\CodexWorkSpace\PPT\800套工作总结PPT模板，工作汇报PPT模板，适用于各种行\页面、封面、主图款\01高级商务蓝配色.pptx，第73页。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资源编号：R031
展示方式：阶段分支与交付物
分类：逻辑与层级
需要输入：阶段、分支、各阶段产物
使用限制：箭头表达方向，支柱表达每一阶段的支撑要素
原始来源：E:\CodexWorkSpace\PPT\800套工作总结PPT模板，工作汇报PPT模板，适用于各种行\页面、封面、主图款\01高级商务蓝配色.pptx，第75页。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资源编号：R032
展示方式：五段连续结构
分类：逻辑与层级
需要输入：5个组成阶段、各段解释
使用限制：段宽不默认表示规模，避免误读为比例图
原始来源：E:\CodexWorkSpace\PPT\800套工作总结PPT模板，工作汇报PPT模板，适用于各种行\页面、封面、主图款\01高级商务蓝配色.pptx，第79页。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资源编号：R033
展示方式：三要素交集
分类：逻辑与层级
需要输入：3个集合、交集定义
使用限制：交叠必须有明确业务含义，纯并列事项不用交集
原始来源：E:\CodexWorkSpace\PPT\800套工作总结PPT模板，工作汇报PPT模板，适用于各种行\页面、封面、主图款\01高级商务蓝配色.pptx，第82页。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资源编号：R034
展示方式：版本演进与阶段成果
分类：逻辑与层级
需要输入：版本、阶段、主要能力
使用限制：适合产品或方法迭代，版本顺序必须真实
原始来源：E:\CodexWorkSpace\PPT\800套工作总结PPT模板，工作汇报PPT模板，适用于各种行\页面、封面、主图款\01高级商务蓝配色.pptx，第86页。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资源编号：R035
展示方式：三阶段研究与行动
分类：逻辑与层级
需要输入：3个阶段、问题、活动与结果
使用限制：每阶段按相同维度填写，便于比较
原始来源：E:\CodexWorkSpace\PPT\800套工作总结PPT模板，工作汇报PPT模板，适用于各种行\页面、封面、主图款\01高级商务蓝配色.pptx，第87页。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资源编号：R036
展示方式：三类对象分层比较
分类：逻辑与层级
需要输入：3类对象、同一组比较维度
使用限制：分类依据必须明确，三列使用一致维度
原始来源：E:\CodexWorkSpace\PPT\800套工作总结PPT模板，工作汇报PPT模板，适用于各种行\页面、封面、主图款\01高级商务蓝配色.pptx，第90页。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资源编号：R037
展示方式：输入到输出的价值结构
分类：逻辑与层级
需要输入：输入、核心过程、输出、支持条件
使用限制：只展示实际存在的输入输出关系
原始来源：E:\CodexWorkSpace\PPT\800套工作总结PPT模板，工作汇报PPT模板，适用于各种行\页面、封面、主图款\01高级商务蓝配色.pptx，第91页。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资源编号：R038
展示方式：三级漏斗筛选
分类：逻辑与层级
需要输入：3个筛选阶段、条件、剩余量
使用限制：定性筛选可保留结构，面积不表示比例；定量转化需按数值绘制
原始来源：E:\CodexWorkSpace\PPT\800套工作总结PPT模板，工作汇报PPT模板，适用于各种行\页面、封面、主图款\01高级商务蓝配色.pptx，第94页。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39.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资源编号：R039
展示方式：四要素协同
分类：逻辑与层级
需要输入：4个要素、共享中心、作用
使用限制：表达共同作用，图形面积不表示权重
原始来源：E:\CodexWorkSpace\PPT\800套工作总结PPT模板，工作汇报PPT模板，适用于各种行\页面、封面、主图款\01高级商务蓝配色.pptx，第97页。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0.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资源编号：R040
展示方式：分层需求与行动对照
分类：逻辑与层级
需要输入：对象层级、5类需求、对应行动
使用限制：左侧四层对象与右侧五类需求不是逐项映射；使用时须按真实关系调整层数
原始来源：E:\CodexWorkSpace\PPT\800套工作总结PPT模板，工作汇报PPT模板，适用于各种行\页面、封面、主图款\01高级商务蓝配色.pptx，第100页。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资源编号：R041
展示方式：SWOT四维分析
分类：逻辑与层级
需要输入：优势、劣势、机会、威胁
使用限制：限战略分析语境，注意区分内部因素与外部因素
原始来源：E:\CodexWorkSpace\PPT\800套工作总结PPT模板，工作汇报PPT模板，适用于各种行\页面、封面、主图款\01高级商务蓝配色.pptx，第105页。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资源编号：R042
展示方式：两核心要素与支撑结构
分类：逻辑与层级
需要输入：2个核心要素、支撑条件、过程节点
使用限制：两个核心之间必须有明确联系，不用作无关并列内容
原始来源：E:\CodexWorkSpace\PPT\800套工作总结PPT模板，工作汇报PPT模板，适用于各种行\页面、封面、主图款\01高级商务蓝配色.pptx，第153页。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资源编号：R043
展示方式：构成与分组比较
分类：数据展示
需要输入：构成数据、分类、分组数值、单位
使用限制：原图数字为示例，使用时替换图表数据及文字摘要
原始来源：E:\CodexWorkSpace\PPT\800套工作总结PPT模板，工作汇报PPT模板，适用于各种行\页面、封面、主图款\01高级商务蓝配色.pptx，第107页。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资源编号：R044
展示方式：关键指标与分组柱图
分类：数据展示
需要输入：3个指标、分组数据、期间、单位
使用限制：图表和旁边的数字须来自同一批数据
原始来源：E:\CodexWorkSpace\PPT\800套工作总结PPT模板，工作汇报PPT模板，适用于各种行\页面、封面、主图款\01高级商务蓝配色.pptx，第118页。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资源编号：R045
展示方式：月度柱图与异常注释
分类：数据展示
需要输入：月度数据、事件注释、关键指标
使用限制：注释应指向真实事件，相关性不等于因果
原始来源：E:\CodexWorkSpace\PPT\800套工作总结PPT模板，工作汇报PPT模板，适用于各种行\页面、封面、主图款\01高级商务蓝配色.pptx，第123页。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6.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资源编号：R046
展示方式：年度趋势与渠道概览
分类：数据展示
需要输入：时间序列、渠道指标、期间、单位
使用限制：时间刻度与单位一致，示例同比文字须同步更新
原始来源：E:\CodexWorkSpace\PPT\800套工作总结PPT模板，工作汇报PPT模板，适用于各种行\页面、封面、主图款\01高级商务蓝配色.pptx，第125页。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7.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资源编号：R047
展示方式：两组横向条形对比
分类：数据展示
需要输入：同类费用或指标、两组数据、单位
使用限制：两侧统一尺度，避免尺度差异造成误读
原始来源：E:\CodexWorkSpace\PPT\800套工作总结PPT模板，工作汇报PPT模板，适用于各种行\页面、封面、主图款\01高级商务蓝配色.pptx，第129页。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business_notes48.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资源编号：R048
展示方式：分组柱图与趋势线
分类：数据展示
需要输入：同期间分组数据、趋势线依据、单位
使用限制：原生柱图附带趋势线，不是双轴组合图；趋势线必须基于适用的数据与模型
原始来源：E:\CodexWorkSpace\PPT\800套工作总结PPT模板，工作汇报PPT模板，适用于各种行\页面、封面、主图款\01高级商务蓝配色.pptx，第138页。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icons_notes1.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资源编号：I01
展示方式：实心通用图标一
分类：图标
需要输入：需要图标的语义、尺寸、公司配色
使用限制：形状可编辑，图片仅可缩放裁剪及原生改色；品牌图标仅在确需指代相应品牌时使用
原始来源：E:\CodexWorkSpace\PPT\800套工作总结PPT模板，工作汇报PPT模板，适用于各种行\页面、封面、主图款\【赠送】420个小图标.pptx，第1页。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icons_notes2.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资源编号：I02
展示方式：实心通用图标二
分类：图标
需要输入：需要图标的语义、尺寸、公司配色
使用限制：形状可编辑，图片仅可缩放裁剪及原生改色；品牌图标仅在确需指代相应品牌时使用
原始来源：E:\CodexWorkSpace\PPT\800套工作总结PPT模板，工作汇报PPT模板，适用于各种行\页面、封面、主图款\【赠送】420个小图标.pptx，第2页。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icons_notes3.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资源编号：I03
展示方式：媒体办公与医疗图标
分类：图标
需要输入：需要图标的语义、尺寸、公司配色
使用限制：形状可编辑，图片仅可缩放裁剪及原生改色；品牌图标仅在确需指代相应品牌时使用
原始来源：E:\CodexWorkSpace\PPT\800套工作总结PPT模板，工作汇报PPT模板，适用于各种行\页面、封面、主图款\【赠送】420个小图标.pptx，第3页。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icons_notes4.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资源编号：I04
展示方式：线框办公与沟通图标
分类：图标
需要输入：需要图标的语义、尺寸、公司配色
使用限制：形状可编辑，图片仅可缩放裁剪及原生改色；品牌图标仅在确需指代相应品牌时使用
原始来源：E:\CodexWorkSpace\PPT\800套工作总结PPT模板，工作汇报PPT模板，适用于各种行\页面、封面、主图款\【赠送】420个小图标.pptx，第4页。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notesSlides/vr_icons_notes5.xml><?xml version="1.0" encoding="utf-8"?>
<p:notes xmlns:p="http://schemas.openxmlformats.org/presentationml/2006/main" xmlns:a="http://schemas.openxmlformats.org/drawingml/2006/main">
  <p:cSld>
    <p:spTree>
      <p:nvGrpSpPr>
        <p:cNvPr id="1" name=""/>
        <p:cNvGrpSpPr/>
        <p:nvPr/>
      </p:nvGrpSpPr>
      <p:grpSpPr/>
      <p:sp>
        <p:nvSpPr>
          <p:cNvPr id="2" name="Notes"/>
          <p:cNvSpPr/>
          <p:nvPr>
            <p:ph type="body" idx="1"/>
          </p:nvPr>
        </p:nvSpPr>
        <p:spPr/>
        <p:txBody>
          <a:bodyPr/>
          <a:lstStyle/>
          <a:p>
            <a:r>
              <a:t>资源编号：I05
展示方式：线框生活与工具图标
分类：图标
需要输入：需要图标的语义、尺寸、公司配色
使用限制：形状可编辑，图片仅可缩放裁剪及原生改色；品牌图标仅在确需指代相应品牌时使用
原始来源：E:\CodexWorkSpace\PPT\800套工作总结PPT模板，工作汇报PPT模板，适用于各种行\页面、封面、主图款\【赠送】420个小图标.pptx，第5页。
本页所有文字、日期、百分比与图表数值均为展示示例，使用时须根据实际内容替换。基础版式、标题占位符、母版、目录与章节规则继续使用公司原模板。</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目录页">
    <p:spTree>
      <p:nvGrpSpPr>
        <p:cNvPr id="1" name=""/>
        <p:cNvGrpSpPr/>
        <p:nvPr/>
      </p:nvGrpSpPr>
      <p:grpSpPr>
        <a:xfrm>
          <a:off x="0" y="0"/>
          <a:ext cx="0" cy="0"/>
          <a:chOff x="0" y="0"/>
          <a:chExt cx="0" cy="0"/>
        </a:xfrm>
      </p:grpSpPr>
      <p:grpSp>
        <p:nvGrpSpPr>
          <p:cNvPr id="7" name="组合 6">
            <a:extLst>
              <a:ext uri="{FF2B5EF4-FFF2-40B4-BE49-F238E27FC236}">
                <a16:creationId xmlns:a16="http://schemas.microsoft.com/office/drawing/2014/main" id="{14584626-C6A4-479B-9BF9-1382784516B7}"/>
              </a:ext>
            </a:extLst>
          </p:cNvPr>
          <p:cNvGrpSpPr/>
          <p:nvPr userDrawn="1"/>
        </p:nvGrpSpPr>
        <p:grpSpPr>
          <a:xfrm>
            <a:off x="1413501" y="4292"/>
            <a:ext cx="2160000" cy="6858963"/>
            <a:chOff x="9024493" y="4292"/>
            <a:chExt cx="2160000" cy="6858963"/>
          </a:xfrm>
          <a:effectLst/>
        </p:grpSpPr>
        <p:grpSp>
          <p:nvGrpSpPr>
            <p:cNvPr id="8" name="组合 7">
              <a:extLst>
                <a:ext uri="{FF2B5EF4-FFF2-40B4-BE49-F238E27FC236}">
                  <a16:creationId xmlns:a16="http://schemas.microsoft.com/office/drawing/2014/main" id="{77848546-3F53-4F5B-A8F1-C40568BC8ABF}"/>
                </a:ext>
              </a:extLst>
            </p:cNvPr>
            <p:cNvGrpSpPr/>
            <p:nvPr/>
          </p:nvGrpSpPr>
          <p:grpSpPr>
            <a:xfrm flipV="1">
              <a:off x="9024493" y="4288205"/>
              <a:ext cx="2160000" cy="2575050"/>
              <a:chOff x="9148886" y="-12451"/>
              <a:chExt cx="2160000" cy="2575050"/>
            </a:xfrm>
            <a:solidFill>
              <a:schemeClr val="accent1"/>
            </a:solidFill>
          </p:grpSpPr>
          <p:sp>
            <p:nvSpPr>
              <p:cNvPr id="18" name="矩形: 圆角 17">
                <a:extLst>
                  <a:ext uri="{FF2B5EF4-FFF2-40B4-BE49-F238E27FC236}">
                    <a16:creationId xmlns:a16="http://schemas.microsoft.com/office/drawing/2014/main" id="{B15CD457-85A4-4132-A977-178A49C7DB5D}"/>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圆角 18">
                <a:extLst>
                  <a:ext uri="{FF2B5EF4-FFF2-40B4-BE49-F238E27FC236}">
                    <a16:creationId xmlns:a16="http://schemas.microsoft.com/office/drawing/2014/main" id="{6C25530D-A409-4FE7-93BA-B750A307D3AC}"/>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圆角 19">
                <a:extLst>
                  <a:ext uri="{FF2B5EF4-FFF2-40B4-BE49-F238E27FC236}">
                    <a16:creationId xmlns:a16="http://schemas.microsoft.com/office/drawing/2014/main" id="{E8C5047F-E69F-4E60-8677-A57824BC56BC}"/>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圆角 20">
                <a:extLst>
                  <a:ext uri="{FF2B5EF4-FFF2-40B4-BE49-F238E27FC236}">
                    <a16:creationId xmlns:a16="http://schemas.microsoft.com/office/drawing/2014/main" id="{4799C4CB-5E7E-483A-9CA9-50BC60A427D6}"/>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圆角 21">
                <a:extLst>
                  <a:ext uri="{FF2B5EF4-FFF2-40B4-BE49-F238E27FC236}">
                    <a16:creationId xmlns:a16="http://schemas.microsoft.com/office/drawing/2014/main" id="{182A7932-5E84-48E3-9AE6-B53746BF0FCE}"/>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23" name="矩形: 圆角 22">
                <a:extLst>
                  <a:ext uri="{FF2B5EF4-FFF2-40B4-BE49-F238E27FC236}">
                    <a16:creationId xmlns:a16="http://schemas.microsoft.com/office/drawing/2014/main" id="{E725432A-BF2C-4032-B7AB-DB663483FA24}"/>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圆角 23">
                <a:extLst>
                  <a:ext uri="{FF2B5EF4-FFF2-40B4-BE49-F238E27FC236}">
                    <a16:creationId xmlns:a16="http://schemas.microsoft.com/office/drawing/2014/main" id="{EC62EDC0-049C-4234-A22D-34928353B668}"/>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圆角 24">
                <a:extLst>
                  <a:ext uri="{FF2B5EF4-FFF2-40B4-BE49-F238E27FC236}">
                    <a16:creationId xmlns:a16="http://schemas.microsoft.com/office/drawing/2014/main" id="{81E3A4CE-4540-463A-99DA-30BB6DB92733}"/>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 name="组合 8">
              <a:extLst>
                <a:ext uri="{FF2B5EF4-FFF2-40B4-BE49-F238E27FC236}">
                  <a16:creationId xmlns:a16="http://schemas.microsoft.com/office/drawing/2014/main" id="{5A126E60-4AED-457E-BD3F-E8FA226628AD}"/>
                </a:ext>
              </a:extLst>
            </p:cNvPr>
            <p:cNvGrpSpPr/>
            <p:nvPr/>
          </p:nvGrpSpPr>
          <p:grpSpPr>
            <a:xfrm>
              <a:off x="9024493" y="4292"/>
              <a:ext cx="2160000" cy="2575050"/>
              <a:chOff x="9148886" y="-12451"/>
              <a:chExt cx="2160000" cy="2575050"/>
            </a:xfrm>
            <a:solidFill>
              <a:schemeClr val="accent1"/>
            </a:solidFill>
          </p:grpSpPr>
          <p:sp>
            <p:nvSpPr>
              <p:cNvPr id="10" name="矩形: 圆角 9">
                <a:extLst>
                  <a:ext uri="{FF2B5EF4-FFF2-40B4-BE49-F238E27FC236}">
                    <a16:creationId xmlns:a16="http://schemas.microsoft.com/office/drawing/2014/main" id="{B057BF5B-E779-4FD8-B3D0-B21DAA514A9A}"/>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C73F30AD-951C-421A-8DF9-85ED9947DC1E}"/>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BEF044FB-A770-40A8-80CD-C31D5A57DEB0}"/>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3656175D-43EE-41C4-8EA9-99E82B307777}"/>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5F0F8D60-F80D-452F-9197-990FE8D97809}"/>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15" name="矩形: 圆角 14">
                <a:extLst>
                  <a:ext uri="{FF2B5EF4-FFF2-40B4-BE49-F238E27FC236}">
                    <a16:creationId xmlns:a16="http://schemas.microsoft.com/office/drawing/2014/main" id="{7A93A67C-D3F6-4725-A9CD-DB030A59306D}"/>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圆角 15">
                <a:extLst>
                  <a:ext uri="{FF2B5EF4-FFF2-40B4-BE49-F238E27FC236}">
                    <a16:creationId xmlns:a16="http://schemas.microsoft.com/office/drawing/2014/main" id="{510C0472-DF74-4017-8442-991B3A7E28E6}"/>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圆角 16">
                <a:extLst>
                  <a:ext uri="{FF2B5EF4-FFF2-40B4-BE49-F238E27FC236}">
                    <a16:creationId xmlns:a16="http://schemas.microsoft.com/office/drawing/2014/main" id="{9A9F69E9-2F16-4272-A536-3A660A981C38}"/>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26" name="图片 25">
            <a:extLst>
              <a:ext uri="{FF2B5EF4-FFF2-40B4-BE49-F238E27FC236}">
                <a16:creationId xmlns:a16="http://schemas.microsoft.com/office/drawing/2014/main" id="{B1BAE776-377F-48C3-8A2F-E3818174609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4946" y="84092"/>
            <a:ext cx="1445520" cy="239055"/>
          </a:xfrm>
          <a:prstGeom prst="rect">
            <a:avLst/>
          </a:prstGeom>
        </p:spPr>
      </p:pic>
    </p:spTree>
    <p:extLst>
      <p:ext uri="{BB962C8B-B14F-4D97-AF65-F5344CB8AC3E}">
        <p14:creationId xmlns:p14="http://schemas.microsoft.com/office/powerpoint/2010/main" val="21416802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8" name="矩形 7">
            <a:extLst>
              <a:ext uri="{FF2B5EF4-FFF2-40B4-BE49-F238E27FC236}">
                <a16:creationId xmlns:a16="http://schemas.microsoft.com/office/drawing/2014/main" id="{53AB77D6-DA73-4BB5-9F63-B7D1282C3BCD}"/>
              </a:ext>
            </a:extLst>
          </p:cNvPr>
          <p:cNvSpPr/>
          <p:nvPr userDrawn="1"/>
        </p:nvSpPr>
        <p:spPr>
          <a:xfrm>
            <a:off x="1" y="263843"/>
            <a:ext cx="655607" cy="4768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1"/>
              </a:solidFill>
            </a:endParaRPr>
          </a:p>
        </p:txBody>
      </p:sp>
      <p:pic>
        <p:nvPicPr>
          <p:cNvPr id="6" name="图片 5">
            <a:extLst>
              <a:ext uri="{FF2B5EF4-FFF2-40B4-BE49-F238E27FC236}">
                <a16:creationId xmlns:a16="http://schemas.microsoft.com/office/drawing/2014/main" id="{76917ABD-EAFD-4117-AA05-CB4EBEAAF21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26154" y="391338"/>
            <a:ext cx="1341568" cy="221864"/>
          </a:xfrm>
          <a:prstGeom prst="rect">
            <a:avLst/>
          </a:prstGeom>
        </p:spPr>
      </p:pic>
      <p:sp>
        <p:nvSpPr>
          <p:cNvPr id="5" name="标题 1">
            <a:extLst>
              <a:ext uri="{FF2B5EF4-FFF2-40B4-BE49-F238E27FC236}">
                <a16:creationId xmlns:a16="http://schemas.microsoft.com/office/drawing/2014/main" id="{6EE45B7D-9CF0-42D4-905F-CE3C57C574A4}"/>
              </a:ext>
            </a:extLst>
          </p:cNvPr>
          <p:cNvSpPr>
            <a:spLocks noGrp="1"/>
          </p:cNvSpPr>
          <p:nvPr>
            <p:ph type="title"/>
          </p:nvPr>
        </p:nvSpPr>
        <p:spPr>
          <a:xfrm>
            <a:off x="717344" y="260382"/>
            <a:ext cx="9398378" cy="523220"/>
          </a:xfrm>
          <a:prstGeom prst="rect">
            <a:avLst/>
          </a:prstGeom>
        </p:spPr>
        <p:txBody>
          <a:bodyPr wrap="square" anchor="t" anchorCtr="0">
            <a:spAutoFit/>
          </a:bodyPr>
          <a:lstStyle>
            <a:lvl1pPr marL="0" algn="l" defTabSz="457200" rtl="0" eaLnBrk="1" latinLnBrk="0" hangingPunct="1">
              <a:lnSpc>
                <a:spcPct val="100000"/>
              </a:lnSpc>
              <a:defRPr lang="zh-CN" altLang="en-US" sz="2800" b="1" kern="1200" spc="100" baseline="0" dirty="0">
                <a:solidFill>
                  <a:schemeClr val="tx1">
                    <a:lumMod val="75000"/>
                    <a:lumOff val="25000"/>
                  </a:schemeClr>
                </a:solidFill>
                <a:latin typeface="微软雅黑" panose="020B0503020204020204" pitchFamily="34" charset="-122"/>
                <a:ea typeface="微软雅黑" panose="020B0503020204020204" pitchFamily="34" charset="-122"/>
                <a:cs typeface="+mn-cs"/>
              </a:defRPr>
            </a:lvl1pPr>
          </a:lstStyle>
          <a:p>
            <a:r>
              <a:rPr lang="zh-CN" altLang="en-US" dirty="0"/>
              <a:t>单击此处编辑母版标题样式</a:t>
            </a:r>
          </a:p>
        </p:txBody>
      </p:sp>
    </p:spTree>
    <p:extLst>
      <p:ext uri="{BB962C8B-B14F-4D97-AF65-F5344CB8AC3E}">
        <p14:creationId xmlns:p14="http://schemas.microsoft.com/office/powerpoint/2010/main" val="2565343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节标题1">
    <p:spTree>
      <p:nvGrpSpPr>
        <p:cNvPr id="1" name=""/>
        <p:cNvGrpSpPr/>
        <p:nvPr/>
      </p:nvGrpSpPr>
      <p:grpSpPr>
        <a:xfrm>
          <a:off x="0" y="0"/>
          <a:ext cx="0" cy="0"/>
          <a:chOff x="0" y="0"/>
          <a:chExt cx="0" cy="0"/>
        </a:xfrm>
      </p:grpSpPr>
      <p:grpSp>
        <p:nvGrpSpPr>
          <p:cNvPr id="27" name="组合 26">
            <a:extLst>
              <a:ext uri="{FF2B5EF4-FFF2-40B4-BE49-F238E27FC236}">
                <a16:creationId xmlns:a16="http://schemas.microsoft.com/office/drawing/2014/main" id="{EFD4C622-74B7-4AB0-BC93-66CA48F8F626}"/>
              </a:ext>
            </a:extLst>
          </p:cNvPr>
          <p:cNvGrpSpPr/>
          <p:nvPr userDrawn="1"/>
        </p:nvGrpSpPr>
        <p:grpSpPr>
          <a:xfrm>
            <a:off x="-5665" y="2349001"/>
            <a:ext cx="12263389" cy="2160000"/>
            <a:chOff x="-5665" y="2349001"/>
            <a:chExt cx="12263389" cy="2160000"/>
          </a:xfrm>
        </p:grpSpPr>
        <p:grpSp>
          <p:nvGrpSpPr>
            <p:cNvPr id="28" name="组合 27">
              <a:extLst>
                <a:ext uri="{FF2B5EF4-FFF2-40B4-BE49-F238E27FC236}">
                  <a16:creationId xmlns:a16="http://schemas.microsoft.com/office/drawing/2014/main" id="{0297E6CB-7FB1-4AE4-B9BF-BF7675336A28}"/>
                </a:ext>
              </a:extLst>
            </p:cNvPr>
            <p:cNvGrpSpPr/>
            <p:nvPr/>
          </p:nvGrpSpPr>
          <p:grpSpPr>
            <a:xfrm rot="5400000" flipV="1">
              <a:off x="201860" y="2141476"/>
              <a:ext cx="2160000" cy="2575050"/>
              <a:chOff x="9148886" y="-12451"/>
              <a:chExt cx="2160000" cy="2575050"/>
            </a:xfrm>
            <a:solidFill>
              <a:schemeClr val="accent1"/>
            </a:solidFill>
          </p:grpSpPr>
          <p:sp>
            <p:nvSpPr>
              <p:cNvPr id="58" name="矩形: 圆角 57">
                <a:extLst>
                  <a:ext uri="{FF2B5EF4-FFF2-40B4-BE49-F238E27FC236}">
                    <a16:creationId xmlns:a16="http://schemas.microsoft.com/office/drawing/2014/main" id="{D85D8D8C-6004-4F2A-83B2-366700D3F886}"/>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C658E0B8-709F-4919-BB9A-30EA6D7A8BEF}"/>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2E9E7E05-8F9C-41C5-8288-120981AF25BE}"/>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圆角 60">
                <a:extLst>
                  <a:ext uri="{FF2B5EF4-FFF2-40B4-BE49-F238E27FC236}">
                    <a16:creationId xmlns:a16="http://schemas.microsoft.com/office/drawing/2014/main" id="{63D1D015-8B2F-44F6-A7B4-57A0D080EC91}"/>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28184503-5442-4273-BD14-31820A8DEF28}"/>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3" name="矩形: 圆角 62">
                <a:extLst>
                  <a:ext uri="{FF2B5EF4-FFF2-40B4-BE49-F238E27FC236}">
                    <a16:creationId xmlns:a16="http://schemas.microsoft.com/office/drawing/2014/main" id="{F851412D-B879-41A2-976F-D7E0F0709D7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FC6A64F0-AB15-41A9-A7A2-A86DA138BD50}"/>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E6F2766B-664C-4B84-A112-31765E09FB58}"/>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9" name="组合 28">
              <a:extLst>
                <a:ext uri="{FF2B5EF4-FFF2-40B4-BE49-F238E27FC236}">
                  <a16:creationId xmlns:a16="http://schemas.microsoft.com/office/drawing/2014/main" id="{12AC30D7-6D35-4607-85D7-B75FB87DBA15}"/>
                </a:ext>
              </a:extLst>
            </p:cNvPr>
            <p:cNvGrpSpPr/>
            <p:nvPr/>
          </p:nvGrpSpPr>
          <p:grpSpPr>
            <a:xfrm rot="5400000">
              <a:off x="9890199" y="2141476"/>
              <a:ext cx="2160000" cy="2575050"/>
              <a:chOff x="9148886" y="-12451"/>
              <a:chExt cx="2160000" cy="2575050"/>
            </a:xfrm>
            <a:solidFill>
              <a:schemeClr val="accent1"/>
            </a:solidFill>
          </p:grpSpPr>
          <p:sp>
            <p:nvSpPr>
              <p:cNvPr id="30" name="矩形: 圆角 29">
                <a:extLst>
                  <a:ext uri="{FF2B5EF4-FFF2-40B4-BE49-F238E27FC236}">
                    <a16:creationId xmlns:a16="http://schemas.microsoft.com/office/drawing/2014/main" id="{4ADE01B8-A105-469E-804B-A53076327A5F}"/>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圆角 30">
                <a:extLst>
                  <a:ext uri="{FF2B5EF4-FFF2-40B4-BE49-F238E27FC236}">
                    <a16:creationId xmlns:a16="http://schemas.microsoft.com/office/drawing/2014/main" id="{E6A287F4-4789-426A-B32A-C013F8FFF997}"/>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743FA36D-2B6B-40E1-B549-5CBD8205C18C}"/>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F4E9790A-06B5-465A-AF32-6EE5763654B3}"/>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圆角 53">
                <a:extLst>
                  <a:ext uri="{FF2B5EF4-FFF2-40B4-BE49-F238E27FC236}">
                    <a16:creationId xmlns:a16="http://schemas.microsoft.com/office/drawing/2014/main" id="{6850E7AF-B564-457C-8544-0290592BA80F}"/>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5" name="矩形: 圆角 54">
                <a:extLst>
                  <a:ext uri="{FF2B5EF4-FFF2-40B4-BE49-F238E27FC236}">
                    <a16:creationId xmlns:a16="http://schemas.microsoft.com/office/drawing/2014/main" id="{D40971FB-4851-4DF6-BFCB-FCB8466EAA71}"/>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BD165AB3-E629-488D-A906-F7E9EC72F3CC}"/>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圆角 56">
                <a:extLst>
                  <a:ext uri="{FF2B5EF4-FFF2-40B4-BE49-F238E27FC236}">
                    <a16:creationId xmlns:a16="http://schemas.microsoft.com/office/drawing/2014/main" id="{26DC3750-C619-4604-904C-A047A94FE8B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26" name="图片 25">
            <a:extLst>
              <a:ext uri="{FF2B5EF4-FFF2-40B4-BE49-F238E27FC236}">
                <a16:creationId xmlns:a16="http://schemas.microsoft.com/office/drawing/2014/main" id="{2D6E7EE9-BAA3-4C0B-98A9-B6DF5355898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66" name="标题 1">
            <a:extLst>
              <a:ext uri="{FF2B5EF4-FFF2-40B4-BE49-F238E27FC236}">
                <a16:creationId xmlns:a16="http://schemas.microsoft.com/office/drawing/2014/main" id="{C46DEB73-6F9D-427F-9B0B-7F89F5EA8DEB}"/>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22687292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节标题1">
    <p:spTree>
      <p:nvGrpSpPr>
        <p:cNvPr id="1" name=""/>
        <p:cNvGrpSpPr/>
        <p:nvPr/>
      </p:nvGrpSpPr>
      <p:grpSpPr>
        <a:xfrm>
          <a:off x="0" y="0"/>
          <a:ext cx="0" cy="0"/>
          <a:chOff x="0" y="0"/>
          <a:chExt cx="0" cy="0"/>
        </a:xfrm>
      </p:grpSpPr>
      <p:sp>
        <p:nvSpPr>
          <p:cNvPr id="25" name="任意多边形: 形状 24">
            <a:extLst>
              <a:ext uri="{FF2B5EF4-FFF2-40B4-BE49-F238E27FC236}">
                <a16:creationId xmlns:a16="http://schemas.microsoft.com/office/drawing/2014/main" id="{212452AE-7C75-4EA9-B24D-BC760754E72E}"/>
              </a:ext>
            </a:extLst>
          </p:cNvPr>
          <p:cNvSpPr/>
          <p:nvPr userDrawn="1"/>
        </p:nvSpPr>
        <p:spPr>
          <a:xfrm>
            <a:off x="5000168" y="1466936"/>
            <a:ext cx="1368363" cy="3924128"/>
          </a:xfrm>
          <a:custGeom>
            <a:avLst/>
            <a:gdLst>
              <a:gd name="connsiteX0" fmla="*/ 887453 w 1368363"/>
              <a:gd name="connsiteY0" fmla="*/ 2466065 h 3924128"/>
              <a:gd name="connsiteX1" fmla="*/ 1368363 w 1368363"/>
              <a:gd name="connsiteY1" fmla="*/ 2466065 h 3924128"/>
              <a:gd name="connsiteX2" fmla="*/ 1368363 w 1368363"/>
              <a:gd name="connsiteY2" fmla="*/ 3924128 h 3924128"/>
              <a:gd name="connsiteX3" fmla="*/ 887453 w 1368363"/>
              <a:gd name="connsiteY3" fmla="*/ 3924128 h 3924128"/>
              <a:gd name="connsiteX4" fmla="*/ 1184923 w 1368363"/>
              <a:gd name="connsiteY4" fmla="*/ 0 h 3924128"/>
              <a:gd name="connsiteX5" fmla="*/ 1368363 w 1368363"/>
              <a:gd name="connsiteY5" fmla="*/ 0 h 3924128"/>
              <a:gd name="connsiteX6" fmla="*/ 1368363 w 1368363"/>
              <a:gd name="connsiteY6" fmla="*/ 1458065 h 3924128"/>
              <a:gd name="connsiteX7" fmla="*/ 887453 w 1368363"/>
              <a:gd name="connsiteY7" fmla="*/ 1458065 h 3924128"/>
              <a:gd name="connsiteX8" fmla="*/ 887453 w 1368363"/>
              <a:gd name="connsiteY8" fmla="*/ 639561 h 3924128"/>
              <a:gd name="connsiteX9" fmla="*/ 501981 w 1368363"/>
              <a:gd name="connsiteY9" fmla="*/ 894890 h 3924128"/>
              <a:gd name="connsiteX10" fmla="*/ 0 w 1368363"/>
              <a:gd name="connsiteY10" fmla="*/ 1093203 h 3924128"/>
              <a:gd name="connsiteX11" fmla="*/ 0 w 1368363"/>
              <a:gd name="connsiteY11" fmla="*/ 617251 h 3924128"/>
              <a:gd name="connsiteX12" fmla="*/ 651956 w 1368363"/>
              <a:gd name="connsiteY12" fmla="*/ 348288 h 3924128"/>
              <a:gd name="connsiteX13" fmla="*/ 1184923 w 1368363"/>
              <a:gd name="connsiteY13" fmla="*/ 0 h 39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368363" h="3924128">
                <a:moveTo>
                  <a:pt x="887453" y="2466065"/>
                </a:moveTo>
                <a:lnTo>
                  <a:pt x="1368363" y="2466065"/>
                </a:lnTo>
                <a:lnTo>
                  <a:pt x="1368363" y="3924128"/>
                </a:lnTo>
                <a:lnTo>
                  <a:pt x="887453" y="3924128"/>
                </a:lnTo>
                <a:close/>
                <a:moveTo>
                  <a:pt x="1184923" y="0"/>
                </a:moveTo>
                <a:lnTo>
                  <a:pt x="1368363" y="0"/>
                </a:lnTo>
                <a:lnTo>
                  <a:pt x="1368363" y="1458065"/>
                </a:lnTo>
                <a:lnTo>
                  <a:pt x="887453" y="1458065"/>
                </a:lnTo>
                <a:lnTo>
                  <a:pt x="887453" y="639561"/>
                </a:lnTo>
                <a:cubicBezTo>
                  <a:pt x="811433" y="715581"/>
                  <a:pt x="682943" y="800691"/>
                  <a:pt x="501981" y="894890"/>
                </a:cubicBezTo>
                <a:cubicBezTo>
                  <a:pt x="321020" y="989089"/>
                  <a:pt x="153693" y="1055193"/>
                  <a:pt x="0" y="1093203"/>
                </a:cubicBezTo>
                <a:lnTo>
                  <a:pt x="0" y="617251"/>
                </a:lnTo>
                <a:cubicBezTo>
                  <a:pt x="203272" y="561062"/>
                  <a:pt x="420590" y="471408"/>
                  <a:pt x="651956" y="348288"/>
                </a:cubicBezTo>
                <a:cubicBezTo>
                  <a:pt x="883322" y="225169"/>
                  <a:pt x="1060979" y="109073"/>
                  <a:pt x="1184923" y="0"/>
                </a:cubicBezTo>
                <a:close/>
              </a:path>
            </a:pathLst>
          </a:custGeom>
          <a:solidFill>
            <a:schemeClr val="accent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27" name="组合 26">
            <a:extLst>
              <a:ext uri="{FF2B5EF4-FFF2-40B4-BE49-F238E27FC236}">
                <a16:creationId xmlns:a16="http://schemas.microsoft.com/office/drawing/2014/main" id="{EFD4C622-74B7-4AB0-BC93-66CA48F8F626}"/>
              </a:ext>
            </a:extLst>
          </p:cNvPr>
          <p:cNvGrpSpPr/>
          <p:nvPr userDrawn="1"/>
        </p:nvGrpSpPr>
        <p:grpSpPr>
          <a:xfrm>
            <a:off x="-5665" y="2349001"/>
            <a:ext cx="12263389" cy="2160000"/>
            <a:chOff x="-5665" y="2349001"/>
            <a:chExt cx="12263389" cy="2160000"/>
          </a:xfrm>
        </p:grpSpPr>
        <p:grpSp>
          <p:nvGrpSpPr>
            <p:cNvPr id="28" name="组合 27">
              <a:extLst>
                <a:ext uri="{FF2B5EF4-FFF2-40B4-BE49-F238E27FC236}">
                  <a16:creationId xmlns:a16="http://schemas.microsoft.com/office/drawing/2014/main" id="{0297E6CB-7FB1-4AE4-B9BF-BF7675336A28}"/>
                </a:ext>
              </a:extLst>
            </p:cNvPr>
            <p:cNvGrpSpPr/>
            <p:nvPr/>
          </p:nvGrpSpPr>
          <p:grpSpPr>
            <a:xfrm rot="5400000" flipV="1">
              <a:off x="201860" y="2141476"/>
              <a:ext cx="2160000" cy="2575050"/>
              <a:chOff x="9148886" y="-12451"/>
              <a:chExt cx="2160000" cy="2575050"/>
            </a:xfrm>
            <a:solidFill>
              <a:schemeClr val="accent1"/>
            </a:solidFill>
          </p:grpSpPr>
          <p:sp>
            <p:nvSpPr>
              <p:cNvPr id="58" name="矩形: 圆角 57">
                <a:extLst>
                  <a:ext uri="{FF2B5EF4-FFF2-40B4-BE49-F238E27FC236}">
                    <a16:creationId xmlns:a16="http://schemas.microsoft.com/office/drawing/2014/main" id="{D85D8D8C-6004-4F2A-83B2-366700D3F886}"/>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C658E0B8-709F-4919-BB9A-30EA6D7A8BEF}"/>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2E9E7E05-8F9C-41C5-8288-120981AF25BE}"/>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圆角 60">
                <a:extLst>
                  <a:ext uri="{FF2B5EF4-FFF2-40B4-BE49-F238E27FC236}">
                    <a16:creationId xmlns:a16="http://schemas.microsoft.com/office/drawing/2014/main" id="{63D1D015-8B2F-44F6-A7B4-57A0D080EC91}"/>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28184503-5442-4273-BD14-31820A8DEF28}"/>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3" name="矩形: 圆角 62">
                <a:extLst>
                  <a:ext uri="{FF2B5EF4-FFF2-40B4-BE49-F238E27FC236}">
                    <a16:creationId xmlns:a16="http://schemas.microsoft.com/office/drawing/2014/main" id="{F851412D-B879-41A2-976F-D7E0F0709D7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FC6A64F0-AB15-41A9-A7A2-A86DA138BD50}"/>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E6F2766B-664C-4B84-A112-31765E09FB58}"/>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9" name="组合 28">
              <a:extLst>
                <a:ext uri="{FF2B5EF4-FFF2-40B4-BE49-F238E27FC236}">
                  <a16:creationId xmlns:a16="http://schemas.microsoft.com/office/drawing/2014/main" id="{12AC30D7-6D35-4607-85D7-B75FB87DBA15}"/>
                </a:ext>
              </a:extLst>
            </p:cNvPr>
            <p:cNvGrpSpPr/>
            <p:nvPr/>
          </p:nvGrpSpPr>
          <p:grpSpPr>
            <a:xfrm rot="5400000">
              <a:off x="9890199" y="2141476"/>
              <a:ext cx="2160000" cy="2575050"/>
              <a:chOff x="9148886" y="-12451"/>
              <a:chExt cx="2160000" cy="2575050"/>
            </a:xfrm>
            <a:solidFill>
              <a:schemeClr val="accent1"/>
            </a:solidFill>
          </p:grpSpPr>
          <p:sp>
            <p:nvSpPr>
              <p:cNvPr id="30" name="矩形: 圆角 29">
                <a:extLst>
                  <a:ext uri="{FF2B5EF4-FFF2-40B4-BE49-F238E27FC236}">
                    <a16:creationId xmlns:a16="http://schemas.microsoft.com/office/drawing/2014/main" id="{4ADE01B8-A105-469E-804B-A53076327A5F}"/>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圆角 30">
                <a:extLst>
                  <a:ext uri="{FF2B5EF4-FFF2-40B4-BE49-F238E27FC236}">
                    <a16:creationId xmlns:a16="http://schemas.microsoft.com/office/drawing/2014/main" id="{E6A287F4-4789-426A-B32A-C013F8FFF997}"/>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743FA36D-2B6B-40E1-B549-5CBD8205C18C}"/>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F4E9790A-06B5-465A-AF32-6EE5763654B3}"/>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圆角 53">
                <a:extLst>
                  <a:ext uri="{FF2B5EF4-FFF2-40B4-BE49-F238E27FC236}">
                    <a16:creationId xmlns:a16="http://schemas.microsoft.com/office/drawing/2014/main" id="{6850E7AF-B564-457C-8544-0290592BA80F}"/>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5" name="矩形: 圆角 54">
                <a:extLst>
                  <a:ext uri="{FF2B5EF4-FFF2-40B4-BE49-F238E27FC236}">
                    <a16:creationId xmlns:a16="http://schemas.microsoft.com/office/drawing/2014/main" id="{D40971FB-4851-4DF6-BFCB-FCB8466EAA71}"/>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BD165AB3-E629-488D-A906-F7E9EC72F3CC}"/>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圆角 56">
                <a:extLst>
                  <a:ext uri="{FF2B5EF4-FFF2-40B4-BE49-F238E27FC236}">
                    <a16:creationId xmlns:a16="http://schemas.microsoft.com/office/drawing/2014/main" id="{26DC3750-C619-4604-904C-A047A94FE8B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26" name="图片 25">
            <a:extLst>
              <a:ext uri="{FF2B5EF4-FFF2-40B4-BE49-F238E27FC236}">
                <a16:creationId xmlns:a16="http://schemas.microsoft.com/office/drawing/2014/main" id="{2D6E7EE9-BAA3-4C0B-98A9-B6DF5355898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66" name="标题 1">
            <a:extLst>
              <a:ext uri="{FF2B5EF4-FFF2-40B4-BE49-F238E27FC236}">
                <a16:creationId xmlns:a16="http://schemas.microsoft.com/office/drawing/2014/main" id="{C46DEB73-6F9D-427F-9B0B-7F89F5EA8DEB}"/>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3366197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节标题2">
    <p:spTree>
      <p:nvGrpSpPr>
        <p:cNvPr id="1" name=""/>
        <p:cNvGrpSpPr/>
        <p:nvPr/>
      </p:nvGrpSpPr>
      <p:grpSpPr>
        <a:xfrm>
          <a:off x="0" y="0"/>
          <a:ext cx="0" cy="0"/>
          <a:chOff x="0" y="0"/>
          <a:chExt cx="0" cy="0"/>
        </a:xfrm>
      </p:grpSpPr>
      <p:sp>
        <p:nvSpPr>
          <p:cNvPr id="25" name="任意多边形: 形状 24">
            <a:extLst>
              <a:ext uri="{FF2B5EF4-FFF2-40B4-BE49-F238E27FC236}">
                <a16:creationId xmlns:a16="http://schemas.microsoft.com/office/drawing/2014/main" id="{683ADB47-A93C-4DA4-91D7-2FA376651BB2}"/>
              </a:ext>
            </a:extLst>
          </p:cNvPr>
          <p:cNvSpPr/>
          <p:nvPr userDrawn="1"/>
        </p:nvSpPr>
        <p:spPr>
          <a:xfrm>
            <a:off x="4875723" y="1476852"/>
            <a:ext cx="2414466" cy="3904296"/>
          </a:xfrm>
          <a:custGeom>
            <a:avLst/>
            <a:gdLst>
              <a:gd name="connsiteX0" fmla="*/ 656666 w 2414466"/>
              <a:gd name="connsiteY0" fmla="*/ 2456148 h 3904296"/>
              <a:gd name="connsiteX1" fmla="*/ 1362965 w 2414466"/>
              <a:gd name="connsiteY1" fmla="*/ 2456148 h 3904296"/>
              <a:gd name="connsiteX2" fmla="*/ 1219705 w 2414466"/>
              <a:gd name="connsiteY2" fmla="*/ 2556385 h 3904296"/>
              <a:gd name="connsiteX3" fmla="*/ 796972 w 2414466"/>
              <a:gd name="connsiteY3" fmla="*/ 2878024 h 3904296"/>
              <a:gd name="connsiteX4" fmla="*/ 570151 w 2414466"/>
              <a:gd name="connsiteY4" fmla="*/ 3153184 h 3904296"/>
              <a:gd name="connsiteX5" fmla="*/ 505699 w 2414466"/>
              <a:gd name="connsiteY5" fmla="*/ 3472964 h 3904296"/>
              <a:gd name="connsiteX6" fmla="*/ 2414466 w 2414466"/>
              <a:gd name="connsiteY6" fmla="*/ 3472964 h 3904296"/>
              <a:gd name="connsiteX7" fmla="*/ 2414466 w 2414466"/>
              <a:gd name="connsiteY7" fmla="*/ 3904296 h 3904296"/>
              <a:gd name="connsiteX8" fmla="*/ 0 w 2414466"/>
              <a:gd name="connsiteY8" fmla="*/ 3904296 h 3904296"/>
              <a:gd name="connsiteX9" fmla="*/ 0 w 2414466"/>
              <a:gd name="connsiteY9" fmla="*/ 3713419 h 3904296"/>
              <a:gd name="connsiteX10" fmla="*/ 90480 w 2414466"/>
              <a:gd name="connsiteY10" fmla="*/ 3149465 h 3904296"/>
              <a:gd name="connsiteX11" fmla="*/ 389190 w 2414466"/>
              <a:gd name="connsiteY11" fmla="*/ 2698302 h 3904296"/>
              <a:gd name="connsiteX12" fmla="*/ 655674 w 2414466"/>
              <a:gd name="connsiteY12" fmla="*/ 2456918 h 3904296"/>
              <a:gd name="connsiteX13" fmla="*/ 1145260 w 2414466"/>
              <a:gd name="connsiteY13" fmla="*/ 0 h 3904296"/>
              <a:gd name="connsiteX14" fmla="*/ 1983134 w 2414466"/>
              <a:gd name="connsiteY14" fmla="*/ 278878 h 3904296"/>
              <a:gd name="connsiteX15" fmla="*/ 2300436 w 2414466"/>
              <a:gd name="connsiteY15" fmla="*/ 1033709 h 3904296"/>
              <a:gd name="connsiteX16" fmla="*/ 2251787 w 2414466"/>
              <a:gd name="connsiteY16" fmla="*/ 1429096 h 3904296"/>
              <a:gd name="connsiteX17" fmla="*/ 2245216 w 2414466"/>
              <a:gd name="connsiteY17" fmla="*/ 1448148 h 3904296"/>
              <a:gd name="connsiteX18" fmla="*/ 1743650 w 2414466"/>
              <a:gd name="connsiteY18" fmla="*/ 1448148 h 3904296"/>
              <a:gd name="connsiteX19" fmla="*/ 1778314 w 2414466"/>
              <a:gd name="connsiteY19" fmla="*/ 1359377 h 3904296"/>
              <a:gd name="connsiteX20" fmla="*/ 1819526 w 2414466"/>
              <a:gd name="connsiteY20" fmla="*/ 1070892 h 3904296"/>
              <a:gd name="connsiteX21" fmla="*/ 1623691 w 2414466"/>
              <a:gd name="connsiteY21" fmla="*/ 583785 h 3904296"/>
              <a:gd name="connsiteX22" fmla="*/ 1090724 w 2414466"/>
              <a:gd name="connsiteY22" fmla="*/ 406542 h 3904296"/>
              <a:gd name="connsiteX23" fmla="*/ 609814 w 2414466"/>
              <a:gd name="connsiteY23" fmla="*/ 528009 h 3904296"/>
              <a:gd name="connsiteX24" fmla="*/ 156171 w 2414466"/>
              <a:gd name="connsiteY24" fmla="*/ 875058 h 3904296"/>
              <a:gd name="connsiteX25" fmla="*/ 156171 w 2414466"/>
              <a:gd name="connsiteY25" fmla="*/ 404063 h 3904296"/>
              <a:gd name="connsiteX26" fmla="*/ 583785 w 2414466"/>
              <a:gd name="connsiteY26" fmla="*/ 104114 h 3904296"/>
              <a:gd name="connsiteX27" fmla="*/ 1145260 w 2414466"/>
              <a:gd name="connsiteY27" fmla="*/ 0 h 39042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414466" h="3904296">
                <a:moveTo>
                  <a:pt x="656666" y="2456148"/>
                </a:moveTo>
                <a:lnTo>
                  <a:pt x="1362965" y="2456148"/>
                </a:lnTo>
                <a:lnTo>
                  <a:pt x="1219705" y="2556385"/>
                </a:lnTo>
                <a:cubicBezTo>
                  <a:pt x="1019068" y="2698922"/>
                  <a:pt x="878157" y="2806135"/>
                  <a:pt x="796972" y="2878024"/>
                </a:cubicBezTo>
                <a:cubicBezTo>
                  <a:pt x="688726" y="2973875"/>
                  <a:pt x="613119" y="3065595"/>
                  <a:pt x="570151" y="3153184"/>
                </a:cubicBezTo>
                <a:cubicBezTo>
                  <a:pt x="527183" y="3240772"/>
                  <a:pt x="505699" y="3347366"/>
                  <a:pt x="505699" y="3472964"/>
                </a:cubicBezTo>
                <a:lnTo>
                  <a:pt x="2414466" y="3472964"/>
                </a:lnTo>
                <a:lnTo>
                  <a:pt x="2414466" y="3904296"/>
                </a:lnTo>
                <a:lnTo>
                  <a:pt x="0" y="3904296"/>
                </a:lnTo>
                <a:lnTo>
                  <a:pt x="0" y="3713419"/>
                </a:lnTo>
                <a:cubicBezTo>
                  <a:pt x="0" y="3491969"/>
                  <a:pt x="30160" y="3303985"/>
                  <a:pt x="90480" y="3149465"/>
                </a:cubicBezTo>
                <a:cubicBezTo>
                  <a:pt x="150800" y="2994946"/>
                  <a:pt x="250370" y="2844558"/>
                  <a:pt x="389190" y="2698302"/>
                </a:cubicBezTo>
                <a:cubicBezTo>
                  <a:pt x="458600" y="2625174"/>
                  <a:pt x="547428" y="2544713"/>
                  <a:pt x="655674" y="2456918"/>
                </a:cubicBezTo>
                <a:close/>
                <a:moveTo>
                  <a:pt x="1145260" y="0"/>
                </a:moveTo>
                <a:cubicBezTo>
                  <a:pt x="1492308" y="0"/>
                  <a:pt x="1771600" y="92959"/>
                  <a:pt x="1983134" y="278878"/>
                </a:cubicBezTo>
                <a:cubicBezTo>
                  <a:pt x="2194668" y="464797"/>
                  <a:pt x="2300436" y="716407"/>
                  <a:pt x="2300436" y="1033709"/>
                </a:cubicBezTo>
                <a:cubicBezTo>
                  <a:pt x="2300436" y="1175007"/>
                  <a:pt x="2284220" y="1306803"/>
                  <a:pt x="2251787" y="1429096"/>
                </a:cubicBezTo>
                <a:lnTo>
                  <a:pt x="2245216" y="1448148"/>
                </a:lnTo>
                <a:lnTo>
                  <a:pt x="1743650" y="1448148"/>
                </a:lnTo>
                <a:lnTo>
                  <a:pt x="1778314" y="1359377"/>
                </a:lnTo>
                <a:cubicBezTo>
                  <a:pt x="1805789" y="1268690"/>
                  <a:pt x="1819526" y="1172528"/>
                  <a:pt x="1819526" y="1070892"/>
                </a:cubicBezTo>
                <a:cubicBezTo>
                  <a:pt x="1819526" y="864316"/>
                  <a:pt x="1754247" y="701946"/>
                  <a:pt x="1623691" y="583785"/>
                </a:cubicBezTo>
                <a:cubicBezTo>
                  <a:pt x="1493135" y="465623"/>
                  <a:pt x="1315479" y="406542"/>
                  <a:pt x="1090724" y="406542"/>
                </a:cubicBezTo>
                <a:cubicBezTo>
                  <a:pt x="932073" y="406542"/>
                  <a:pt x="771770" y="447031"/>
                  <a:pt x="609814" y="528009"/>
                </a:cubicBezTo>
                <a:cubicBezTo>
                  <a:pt x="447858" y="608987"/>
                  <a:pt x="296643" y="724670"/>
                  <a:pt x="156171" y="875058"/>
                </a:cubicBezTo>
                <a:lnTo>
                  <a:pt x="156171" y="404063"/>
                </a:lnTo>
                <a:cubicBezTo>
                  <a:pt x="281770" y="273507"/>
                  <a:pt x="424308" y="173524"/>
                  <a:pt x="583785" y="104114"/>
                </a:cubicBezTo>
                <a:cubicBezTo>
                  <a:pt x="743262" y="34704"/>
                  <a:pt x="930420" y="0"/>
                  <a:pt x="1145260" y="0"/>
                </a:cubicBez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28" name="组合 27">
            <a:extLst>
              <a:ext uri="{FF2B5EF4-FFF2-40B4-BE49-F238E27FC236}">
                <a16:creationId xmlns:a16="http://schemas.microsoft.com/office/drawing/2014/main" id="{5A7A78A1-FE24-4560-903E-634D9C51565F}"/>
              </a:ext>
            </a:extLst>
          </p:cNvPr>
          <p:cNvGrpSpPr/>
          <p:nvPr userDrawn="1"/>
        </p:nvGrpSpPr>
        <p:grpSpPr>
          <a:xfrm>
            <a:off x="-5665" y="2349001"/>
            <a:ext cx="12263389" cy="2160000"/>
            <a:chOff x="-5665" y="2349001"/>
            <a:chExt cx="12263389" cy="2160000"/>
          </a:xfrm>
        </p:grpSpPr>
        <p:grpSp>
          <p:nvGrpSpPr>
            <p:cNvPr id="29" name="组合 28">
              <a:extLst>
                <a:ext uri="{FF2B5EF4-FFF2-40B4-BE49-F238E27FC236}">
                  <a16:creationId xmlns:a16="http://schemas.microsoft.com/office/drawing/2014/main" id="{AAEC9509-9A4B-4DA1-B67D-3D1056B4AD3E}"/>
                </a:ext>
              </a:extLst>
            </p:cNvPr>
            <p:cNvGrpSpPr/>
            <p:nvPr/>
          </p:nvGrpSpPr>
          <p:grpSpPr>
            <a:xfrm rot="5400000" flipV="1">
              <a:off x="201860" y="2141476"/>
              <a:ext cx="2160000" cy="2575050"/>
              <a:chOff x="9148886" y="-12451"/>
              <a:chExt cx="2160000" cy="2575050"/>
            </a:xfrm>
            <a:solidFill>
              <a:schemeClr val="accent1"/>
            </a:solidFill>
          </p:grpSpPr>
          <p:sp>
            <p:nvSpPr>
              <p:cNvPr id="39" name="矩形: 圆角 38">
                <a:extLst>
                  <a:ext uri="{FF2B5EF4-FFF2-40B4-BE49-F238E27FC236}">
                    <a16:creationId xmlns:a16="http://schemas.microsoft.com/office/drawing/2014/main" id="{8F56C70F-2D83-4DF0-BC1F-589E2FADB068}"/>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8A946C30-1446-4224-89E3-5237025B2BE3}"/>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圆角 40">
                <a:extLst>
                  <a:ext uri="{FF2B5EF4-FFF2-40B4-BE49-F238E27FC236}">
                    <a16:creationId xmlns:a16="http://schemas.microsoft.com/office/drawing/2014/main" id="{577CA6E7-0643-45BA-AE92-6152AC598FFF}"/>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D9537BB7-470D-4868-AEEC-8BFC6AFFEF1C}"/>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圆角 42">
                <a:extLst>
                  <a:ext uri="{FF2B5EF4-FFF2-40B4-BE49-F238E27FC236}">
                    <a16:creationId xmlns:a16="http://schemas.microsoft.com/office/drawing/2014/main" id="{12E2AD80-2798-4578-9926-252C987D6625}"/>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4" name="矩形: 圆角 43">
                <a:extLst>
                  <a:ext uri="{FF2B5EF4-FFF2-40B4-BE49-F238E27FC236}">
                    <a16:creationId xmlns:a16="http://schemas.microsoft.com/office/drawing/2014/main" id="{E10547CE-47F4-48DB-8292-71B55C30967B}"/>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圆角 44">
                <a:extLst>
                  <a:ext uri="{FF2B5EF4-FFF2-40B4-BE49-F238E27FC236}">
                    <a16:creationId xmlns:a16="http://schemas.microsoft.com/office/drawing/2014/main" id="{749D4E72-DDDD-46BB-BEA4-44ACECD2BF9F}"/>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CFC783C3-FA8B-4F85-9411-19F76B9730E3}"/>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0" name="组合 29">
              <a:extLst>
                <a:ext uri="{FF2B5EF4-FFF2-40B4-BE49-F238E27FC236}">
                  <a16:creationId xmlns:a16="http://schemas.microsoft.com/office/drawing/2014/main" id="{0A30789A-CE97-49E4-9D36-7B0D8925AE03}"/>
                </a:ext>
              </a:extLst>
            </p:cNvPr>
            <p:cNvGrpSpPr/>
            <p:nvPr/>
          </p:nvGrpSpPr>
          <p:grpSpPr>
            <a:xfrm rot="5400000">
              <a:off x="9890199" y="2141476"/>
              <a:ext cx="2160000" cy="2575050"/>
              <a:chOff x="9148886" y="-12451"/>
              <a:chExt cx="2160000" cy="2575050"/>
            </a:xfrm>
            <a:solidFill>
              <a:schemeClr val="accent1"/>
            </a:solidFill>
          </p:grpSpPr>
          <p:sp>
            <p:nvSpPr>
              <p:cNvPr id="31" name="矩形: 圆角 30">
                <a:extLst>
                  <a:ext uri="{FF2B5EF4-FFF2-40B4-BE49-F238E27FC236}">
                    <a16:creationId xmlns:a16="http://schemas.microsoft.com/office/drawing/2014/main" id="{FC12CC33-4B70-4888-993B-0564550F08B5}"/>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圆角 31">
                <a:extLst>
                  <a:ext uri="{FF2B5EF4-FFF2-40B4-BE49-F238E27FC236}">
                    <a16:creationId xmlns:a16="http://schemas.microsoft.com/office/drawing/2014/main" id="{6846C938-4111-4A58-8062-A92FFA5B6227}"/>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圆角 32">
                <a:extLst>
                  <a:ext uri="{FF2B5EF4-FFF2-40B4-BE49-F238E27FC236}">
                    <a16:creationId xmlns:a16="http://schemas.microsoft.com/office/drawing/2014/main" id="{D9CB47FB-46B2-4D9D-9FC4-D4DD63879848}"/>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圆角 33">
                <a:extLst>
                  <a:ext uri="{FF2B5EF4-FFF2-40B4-BE49-F238E27FC236}">
                    <a16:creationId xmlns:a16="http://schemas.microsoft.com/office/drawing/2014/main" id="{FCE6CE9C-1652-4CAE-A752-DF3BCD0FD2B9}"/>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圆角 34">
                <a:extLst>
                  <a:ext uri="{FF2B5EF4-FFF2-40B4-BE49-F238E27FC236}">
                    <a16:creationId xmlns:a16="http://schemas.microsoft.com/office/drawing/2014/main" id="{B50D88BA-7F25-4AF4-B9A5-3255A2C4BEFA}"/>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36" name="矩形: 圆角 35">
                <a:extLst>
                  <a:ext uri="{FF2B5EF4-FFF2-40B4-BE49-F238E27FC236}">
                    <a16:creationId xmlns:a16="http://schemas.microsoft.com/office/drawing/2014/main" id="{EF6C7B3B-8C3D-4EF5-9572-0EC1369D2579}"/>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圆角 36">
                <a:extLst>
                  <a:ext uri="{FF2B5EF4-FFF2-40B4-BE49-F238E27FC236}">
                    <a16:creationId xmlns:a16="http://schemas.microsoft.com/office/drawing/2014/main" id="{436A7E29-8950-4CD3-BF18-F78661F55BFB}"/>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A9319BAA-4D84-41FB-9D4F-73DC90A4CC79}"/>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49" name="图片 48">
            <a:extLst>
              <a:ext uri="{FF2B5EF4-FFF2-40B4-BE49-F238E27FC236}">
                <a16:creationId xmlns:a16="http://schemas.microsoft.com/office/drawing/2014/main" id="{103791F0-81B7-4FEE-A3A8-8DCEFF23DB6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59" name="标题 1">
            <a:extLst>
              <a:ext uri="{FF2B5EF4-FFF2-40B4-BE49-F238E27FC236}">
                <a16:creationId xmlns:a16="http://schemas.microsoft.com/office/drawing/2014/main" id="{84862DE9-D724-48D6-A647-F5025BBBC86A}"/>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41656701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节标题3">
    <p:spTree>
      <p:nvGrpSpPr>
        <p:cNvPr id="1" name=""/>
        <p:cNvGrpSpPr/>
        <p:nvPr/>
      </p:nvGrpSpPr>
      <p:grpSpPr>
        <a:xfrm>
          <a:off x="0" y="0"/>
          <a:ext cx="0" cy="0"/>
          <a:chOff x="0" y="0"/>
          <a:chExt cx="0" cy="0"/>
        </a:xfrm>
      </p:grpSpPr>
      <p:sp>
        <p:nvSpPr>
          <p:cNvPr id="25" name="文本框 24">
            <a:extLst>
              <a:ext uri="{FF2B5EF4-FFF2-40B4-BE49-F238E27FC236}">
                <a16:creationId xmlns:a16="http://schemas.microsoft.com/office/drawing/2014/main" id="{630C319F-53CC-4CB3-ADA0-D81BD96690AE}"/>
              </a:ext>
            </a:extLst>
          </p:cNvPr>
          <p:cNvSpPr txBox="1">
            <a:spLocks/>
          </p:cNvSpPr>
          <p:nvPr userDrawn="1"/>
        </p:nvSpPr>
        <p:spPr>
          <a:xfrm>
            <a:off x="4935217" y="1444626"/>
            <a:ext cx="2245900" cy="3968749"/>
          </a:xfrm>
          <a:custGeom>
            <a:avLst/>
            <a:gdLst>
              <a:gd name="connsiteX0" fmla="*/ 1656555 w 2245900"/>
              <a:gd name="connsiteY0" fmla="*/ 2488374 h 3968749"/>
              <a:gd name="connsiteX1" fmla="*/ 2189227 w 2245900"/>
              <a:gd name="connsiteY1" fmla="*/ 2488374 h 3968749"/>
              <a:gd name="connsiteX2" fmla="*/ 2230794 w 2245900"/>
              <a:gd name="connsiteY2" fmla="*/ 2637802 h 3968749"/>
              <a:gd name="connsiteX3" fmla="*/ 2245900 w 2245900"/>
              <a:gd name="connsiteY3" fmla="*/ 2816052 h 3968749"/>
              <a:gd name="connsiteX4" fmla="*/ 1872823 w 2245900"/>
              <a:gd name="connsiteY4" fmla="*/ 3651448 h 3968749"/>
              <a:gd name="connsiteX5" fmla="*/ 880016 w 2245900"/>
              <a:gd name="connsiteY5" fmla="*/ 3968749 h 3968749"/>
              <a:gd name="connsiteX6" fmla="*/ 0 w 2245900"/>
              <a:gd name="connsiteY6" fmla="*/ 3765478 h 3968749"/>
              <a:gd name="connsiteX7" fmla="*/ 0 w 2245900"/>
              <a:gd name="connsiteY7" fmla="*/ 3262257 h 3968749"/>
              <a:gd name="connsiteX8" fmla="*/ 889932 w 2245900"/>
              <a:gd name="connsiteY8" fmla="*/ 3567164 h 3968749"/>
              <a:gd name="connsiteX9" fmla="*/ 1518338 w 2245900"/>
              <a:gd name="connsiteY9" fmla="*/ 3372569 h 3968749"/>
              <a:gd name="connsiteX10" fmla="*/ 1750116 w 2245900"/>
              <a:gd name="connsiteY10" fmla="*/ 2850757 h 3968749"/>
              <a:gd name="connsiteX11" fmla="*/ 1684890 w 2245900"/>
              <a:gd name="connsiteY11" fmla="*/ 2531906 h 3968749"/>
              <a:gd name="connsiteX12" fmla="*/ 1028751 w 2245900"/>
              <a:gd name="connsiteY12" fmla="*/ 0 h 3968749"/>
              <a:gd name="connsiteX13" fmla="*/ 1817047 w 2245900"/>
              <a:gd name="connsiteY13" fmla="*/ 256569 h 3968749"/>
              <a:gd name="connsiteX14" fmla="*/ 2114517 w 2245900"/>
              <a:gd name="connsiteY14" fmla="*/ 922158 h 3968749"/>
              <a:gd name="connsiteX15" fmla="*/ 2006452 w 2245900"/>
              <a:gd name="connsiteY15" fmla="*/ 1411706 h 3968749"/>
              <a:gd name="connsiteX16" fmla="*/ 1961905 w 2245900"/>
              <a:gd name="connsiteY16" fmla="*/ 1480374 h 3968749"/>
              <a:gd name="connsiteX17" fmla="*/ 1457572 w 2245900"/>
              <a:gd name="connsiteY17" fmla="*/ 1480374 h 3968749"/>
              <a:gd name="connsiteX18" fmla="*/ 1486228 w 2245900"/>
              <a:gd name="connsiteY18" fmla="*/ 1453112 h 3968749"/>
              <a:gd name="connsiteX19" fmla="*/ 1616255 w 2245900"/>
              <a:gd name="connsiteY19" fmla="*/ 1036188 h 3968749"/>
              <a:gd name="connsiteX20" fmla="*/ 909763 w 2245900"/>
              <a:gd name="connsiteY20" fmla="*/ 404064 h 3968749"/>
              <a:gd name="connsiteX21" fmla="*/ 148735 w 2245900"/>
              <a:gd name="connsiteY21" fmla="*/ 676745 h 3968749"/>
              <a:gd name="connsiteX22" fmla="*/ 148735 w 2245900"/>
              <a:gd name="connsiteY22" fmla="*/ 218145 h 3968749"/>
              <a:gd name="connsiteX23" fmla="*/ 1028751 w 2245900"/>
              <a:gd name="connsiteY23" fmla="*/ 0 h 39687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245900" h="3968749">
                <a:moveTo>
                  <a:pt x="1656555" y="2488374"/>
                </a:moveTo>
                <a:lnTo>
                  <a:pt x="2189227" y="2488374"/>
                </a:lnTo>
                <a:lnTo>
                  <a:pt x="2230794" y="2637802"/>
                </a:lnTo>
                <a:cubicBezTo>
                  <a:pt x="2240865" y="2694662"/>
                  <a:pt x="2245900" y="2754079"/>
                  <a:pt x="2245900" y="2816052"/>
                </a:cubicBezTo>
                <a:cubicBezTo>
                  <a:pt x="2245900" y="3161448"/>
                  <a:pt x="2121541" y="3439913"/>
                  <a:pt x="1872823" y="3651448"/>
                </a:cubicBezTo>
                <a:cubicBezTo>
                  <a:pt x="1624105" y="3862982"/>
                  <a:pt x="1293169" y="3968749"/>
                  <a:pt x="880016" y="3968749"/>
                </a:cubicBezTo>
                <a:cubicBezTo>
                  <a:pt x="516442" y="3968749"/>
                  <a:pt x="223103" y="3900992"/>
                  <a:pt x="0" y="3765478"/>
                </a:cubicBezTo>
                <a:lnTo>
                  <a:pt x="0" y="3262257"/>
                </a:lnTo>
                <a:cubicBezTo>
                  <a:pt x="262765" y="3465529"/>
                  <a:pt x="559409" y="3567164"/>
                  <a:pt x="889932" y="3567164"/>
                </a:cubicBezTo>
                <a:cubicBezTo>
                  <a:pt x="1154350" y="3567164"/>
                  <a:pt x="1363818" y="3502299"/>
                  <a:pt x="1518338" y="3372569"/>
                </a:cubicBezTo>
                <a:cubicBezTo>
                  <a:pt x="1672857" y="3242839"/>
                  <a:pt x="1750116" y="3068902"/>
                  <a:pt x="1750116" y="2850757"/>
                </a:cubicBezTo>
                <a:cubicBezTo>
                  <a:pt x="1750116" y="2729290"/>
                  <a:pt x="1728374" y="2623007"/>
                  <a:pt x="1684890" y="2531906"/>
                </a:cubicBezTo>
                <a:close/>
                <a:moveTo>
                  <a:pt x="1028751" y="0"/>
                </a:moveTo>
                <a:cubicBezTo>
                  <a:pt x="1355968" y="0"/>
                  <a:pt x="1618734" y="85523"/>
                  <a:pt x="1817047" y="256569"/>
                </a:cubicBezTo>
                <a:cubicBezTo>
                  <a:pt x="2015361" y="427614"/>
                  <a:pt x="2114517" y="649477"/>
                  <a:pt x="2114517" y="922158"/>
                </a:cubicBezTo>
                <a:cubicBezTo>
                  <a:pt x="2114517" y="1110556"/>
                  <a:pt x="2078496" y="1273739"/>
                  <a:pt x="2006452" y="1411706"/>
                </a:cubicBezTo>
                <a:lnTo>
                  <a:pt x="1961905" y="1480374"/>
                </a:lnTo>
                <a:lnTo>
                  <a:pt x="1457572" y="1480374"/>
                </a:lnTo>
                <a:lnTo>
                  <a:pt x="1486228" y="1453112"/>
                </a:lnTo>
                <a:cubicBezTo>
                  <a:pt x="1572913" y="1346208"/>
                  <a:pt x="1616255" y="1207234"/>
                  <a:pt x="1616255" y="1036188"/>
                </a:cubicBezTo>
                <a:cubicBezTo>
                  <a:pt x="1616255" y="614772"/>
                  <a:pt x="1380758" y="404064"/>
                  <a:pt x="909763" y="404064"/>
                </a:cubicBezTo>
                <a:cubicBezTo>
                  <a:pt x="640387" y="404064"/>
                  <a:pt x="386711" y="494958"/>
                  <a:pt x="148735" y="676745"/>
                </a:cubicBezTo>
                <a:lnTo>
                  <a:pt x="148735" y="218145"/>
                </a:lnTo>
                <a:cubicBezTo>
                  <a:pt x="399932" y="72715"/>
                  <a:pt x="693271" y="0"/>
                  <a:pt x="1028751" y="0"/>
                </a:cubicBezTo>
                <a:close/>
              </a:path>
            </a:pathLst>
          </a:custGeom>
          <a:solidFill>
            <a:schemeClr val="accent3"/>
          </a:solidFill>
          <a:ln>
            <a:noFill/>
          </a:ln>
          <a:effectLst>
            <a:outerShdw blurRad="50800" dist="38100" dir="2700000" algn="tl" rotWithShape="0">
              <a:prstClr val="black">
                <a:alpha val="40000"/>
              </a:prst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endParaRPr lang="zh-CN" altLang="en-US" sz="40000" spc="400" dirty="0">
              <a:solidFill>
                <a:schemeClr val="accent3"/>
              </a:solidFill>
              <a:latin typeface="微软雅黑" panose="020B0503020204020204" pitchFamily="34" charset="-122"/>
              <a:ea typeface="微软雅黑" panose="020B0503020204020204" pitchFamily="34" charset="-122"/>
            </a:endParaRPr>
          </a:p>
        </p:txBody>
      </p:sp>
      <p:grpSp>
        <p:nvGrpSpPr>
          <p:cNvPr id="27" name="组合 26">
            <a:extLst>
              <a:ext uri="{FF2B5EF4-FFF2-40B4-BE49-F238E27FC236}">
                <a16:creationId xmlns:a16="http://schemas.microsoft.com/office/drawing/2014/main" id="{489C8F04-896E-48EE-86F8-92CEF0CE9F71}"/>
              </a:ext>
            </a:extLst>
          </p:cNvPr>
          <p:cNvGrpSpPr/>
          <p:nvPr userDrawn="1"/>
        </p:nvGrpSpPr>
        <p:grpSpPr>
          <a:xfrm>
            <a:off x="-5665" y="2349001"/>
            <a:ext cx="12263389" cy="2160000"/>
            <a:chOff x="-5665" y="2349001"/>
            <a:chExt cx="12263389" cy="2160000"/>
          </a:xfrm>
        </p:grpSpPr>
        <p:grpSp>
          <p:nvGrpSpPr>
            <p:cNvPr id="28" name="组合 27">
              <a:extLst>
                <a:ext uri="{FF2B5EF4-FFF2-40B4-BE49-F238E27FC236}">
                  <a16:creationId xmlns:a16="http://schemas.microsoft.com/office/drawing/2014/main" id="{0883CB0A-2C0A-4A9A-AED0-D6ECBD1BAA95}"/>
                </a:ext>
              </a:extLst>
            </p:cNvPr>
            <p:cNvGrpSpPr/>
            <p:nvPr/>
          </p:nvGrpSpPr>
          <p:grpSpPr>
            <a:xfrm rot="5400000" flipV="1">
              <a:off x="201860" y="2141476"/>
              <a:ext cx="2160000" cy="2575050"/>
              <a:chOff x="9148886" y="-12451"/>
              <a:chExt cx="2160000" cy="2575050"/>
            </a:xfrm>
            <a:solidFill>
              <a:schemeClr val="accent1"/>
            </a:solidFill>
          </p:grpSpPr>
          <p:sp>
            <p:nvSpPr>
              <p:cNvPr id="60" name="矩形: 圆角 59">
                <a:extLst>
                  <a:ext uri="{FF2B5EF4-FFF2-40B4-BE49-F238E27FC236}">
                    <a16:creationId xmlns:a16="http://schemas.microsoft.com/office/drawing/2014/main" id="{AF1AA5DA-7428-4B55-AE66-1BE616400812}"/>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圆角 60">
                <a:extLst>
                  <a:ext uri="{FF2B5EF4-FFF2-40B4-BE49-F238E27FC236}">
                    <a16:creationId xmlns:a16="http://schemas.microsoft.com/office/drawing/2014/main" id="{39A23FAD-60E9-4168-9523-78127622A2A1}"/>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7F8F4683-37FF-40F7-9EBF-D723E631B85E}"/>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E033DF64-CCDD-4D4C-8ABB-5E206FB1FBDA}"/>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73362C17-7662-4606-B56B-D86E631307DE}"/>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5" name="矩形: 圆角 64">
                <a:extLst>
                  <a:ext uri="{FF2B5EF4-FFF2-40B4-BE49-F238E27FC236}">
                    <a16:creationId xmlns:a16="http://schemas.microsoft.com/office/drawing/2014/main" id="{48534991-DF1E-4460-973B-04D282D75E2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圆角 65">
                <a:extLst>
                  <a:ext uri="{FF2B5EF4-FFF2-40B4-BE49-F238E27FC236}">
                    <a16:creationId xmlns:a16="http://schemas.microsoft.com/office/drawing/2014/main" id="{53AFDCB4-8840-4DFF-BDD4-0CE918AAB9A5}"/>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矩形: 圆角 66">
                <a:extLst>
                  <a:ext uri="{FF2B5EF4-FFF2-40B4-BE49-F238E27FC236}">
                    <a16:creationId xmlns:a16="http://schemas.microsoft.com/office/drawing/2014/main" id="{D2B3B3D8-4AC3-4D7E-A34F-2BBD4A5099C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9" name="组合 28">
              <a:extLst>
                <a:ext uri="{FF2B5EF4-FFF2-40B4-BE49-F238E27FC236}">
                  <a16:creationId xmlns:a16="http://schemas.microsoft.com/office/drawing/2014/main" id="{BA326D9A-1F35-426A-A07C-E29E6E21288F}"/>
                </a:ext>
              </a:extLst>
            </p:cNvPr>
            <p:cNvGrpSpPr/>
            <p:nvPr/>
          </p:nvGrpSpPr>
          <p:grpSpPr>
            <a:xfrm rot="5400000">
              <a:off x="9890199" y="2141476"/>
              <a:ext cx="2160000" cy="2575050"/>
              <a:chOff x="9148886" y="-12451"/>
              <a:chExt cx="2160000" cy="2575050"/>
            </a:xfrm>
            <a:solidFill>
              <a:schemeClr val="accent1"/>
            </a:solidFill>
          </p:grpSpPr>
          <p:sp>
            <p:nvSpPr>
              <p:cNvPr id="30" name="矩形: 圆角 29">
                <a:extLst>
                  <a:ext uri="{FF2B5EF4-FFF2-40B4-BE49-F238E27FC236}">
                    <a16:creationId xmlns:a16="http://schemas.microsoft.com/office/drawing/2014/main" id="{A9BFEBB6-4567-4097-B432-00843E1F9017}"/>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圆角 30">
                <a:extLst>
                  <a:ext uri="{FF2B5EF4-FFF2-40B4-BE49-F238E27FC236}">
                    <a16:creationId xmlns:a16="http://schemas.microsoft.com/office/drawing/2014/main" id="{1E51EA28-68D1-44A4-8FDB-355FB86FE4FF}"/>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圆角 31">
                <a:extLst>
                  <a:ext uri="{FF2B5EF4-FFF2-40B4-BE49-F238E27FC236}">
                    <a16:creationId xmlns:a16="http://schemas.microsoft.com/office/drawing/2014/main" id="{CB0DD8BD-BB63-4811-BDA4-2BB42C2EB716}"/>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圆角 54">
                <a:extLst>
                  <a:ext uri="{FF2B5EF4-FFF2-40B4-BE49-F238E27FC236}">
                    <a16:creationId xmlns:a16="http://schemas.microsoft.com/office/drawing/2014/main" id="{09E0D512-7DB5-4E9D-B5E2-3B32042C4FE5}"/>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EAB933E3-2C7F-46AF-8B55-1D9B220EE41C}"/>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7" name="矩形: 圆角 56">
                <a:extLst>
                  <a:ext uri="{FF2B5EF4-FFF2-40B4-BE49-F238E27FC236}">
                    <a16:creationId xmlns:a16="http://schemas.microsoft.com/office/drawing/2014/main" id="{1284AF5B-B3E8-4065-8629-74303039011B}"/>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矩形: 圆角 57">
                <a:extLst>
                  <a:ext uri="{FF2B5EF4-FFF2-40B4-BE49-F238E27FC236}">
                    <a16:creationId xmlns:a16="http://schemas.microsoft.com/office/drawing/2014/main" id="{757340AD-6720-4990-8790-6340A2FAC389}"/>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53C89581-2E2C-444F-8C45-8F36876C8D52}"/>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52" name="图片 51">
            <a:extLst>
              <a:ext uri="{FF2B5EF4-FFF2-40B4-BE49-F238E27FC236}">
                <a16:creationId xmlns:a16="http://schemas.microsoft.com/office/drawing/2014/main" id="{B876E365-F4AF-4EEB-AE64-D2564458E5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68" name="标题 1">
            <a:extLst>
              <a:ext uri="{FF2B5EF4-FFF2-40B4-BE49-F238E27FC236}">
                <a16:creationId xmlns:a16="http://schemas.microsoft.com/office/drawing/2014/main" id="{72E56D5E-81B4-4114-BD51-5EF0932564CD}"/>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29245170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节标题4">
    <p:spTree>
      <p:nvGrpSpPr>
        <p:cNvPr id="1" name=""/>
        <p:cNvGrpSpPr/>
        <p:nvPr/>
      </p:nvGrpSpPr>
      <p:grpSpPr>
        <a:xfrm>
          <a:off x="0" y="0"/>
          <a:ext cx="0" cy="0"/>
          <a:chOff x="0" y="0"/>
          <a:chExt cx="0" cy="0"/>
        </a:xfrm>
      </p:grpSpPr>
      <p:sp>
        <p:nvSpPr>
          <p:cNvPr id="31" name="任意多边形: 形状 30">
            <a:extLst>
              <a:ext uri="{FF2B5EF4-FFF2-40B4-BE49-F238E27FC236}">
                <a16:creationId xmlns:a16="http://schemas.microsoft.com/office/drawing/2014/main" id="{0C1EBD98-8CF7-40E0-BCCA-DEF6E786F077}"/>
              </a:ext>
            </a:extLst>
          </p:cNvPr>
          <p:cNvSpPr/>
          <p:nvPr userDrawn="1"/>
        </p:nvSpPr>
        <p:spPr>
          <a:xfrm>
            <a:off x="4509013" y="1509078"/>
            <a:ext cx="2838362" cy="3839845"/>
          </a:xfrm>
          <a:custGeom>
            <a:avLst/>
            <a:gdLst>
              <a:gd name="connsiteX0" fmla="*/ 115240 w 2838362"/>
              <a:gd name="connsiteY0" fmla="*/ 2423922 h 3839845"/>
              <a:gd name="connsiteX1" fmla="*/ 633948 w 2838362"/>
              <a:gd name="connsiteY1" fmla="*/ 2423922 h 3839845"/>
              <a:gd name="connsiteX2" fmla="*/ 545362 w 2838362"/>
              <a:gd name="connsiteY2" fmla="*/ 2535934 h 3839845"/>
              <a:gd name="connsiteX3" fmla="*/ 1792258 w 2838362"/>
              <a:gd name="connsiteY3" fmla="*/ 2535934 h 3839845"/>
              <a:gd name="connsiteX4" fmla="*/ 1792258 w 2838362"/>
              <a:gd name="connsiteY4" fmla="*/ 2423922 h 3839845"/>
              <a:gd name="connsiteX5" fmla="*/ 2263253 w 2838362"/>
              <a:gd name="connsiteY5" fmla="*/ 2423922 h 3839845"/>
              <a:gd name="connsiteX6" fmla="*/ 2263253 w 2838362"/>
              <a:gd name="connsiteY6" fmla="*/ 2535934 h 3839845"/>
              <a:gd name="connsiteX7" fmla="*/ 2838362 w 2838362"/>
              <a:gd name="connsiteY7" fmla="*/ 2535934 h 3839845"/>
              <a:gd name="connsiteX8" fmla="*/ 2838362 w 2838362"/>
              <a:gd name="connsiteY8" fmla="*/ 2937519 h 3839845"/>
              <a:gd name="connsiteX9" fmla="*/ 2263253 w 2838362"/>
              <a:gd name="connsiteY9" fmla="*/ 2937519 h 3839845"/>
              <a:gd name="connsiteX10" fmla="*/ 2263253 w 2838362"/>
              <a:gd name="connsiteY10" fmla="*/ 3839845 h 3839845"/>
              <a:gd name="connsiteX11" fmla="*/ 1792258 w 2838362"/>
              <a:gd name="connsiteY11" fmla="*/ 3839845 h 3839845"/>
              <a:gd name="connsiteX12" fmla="*/ 1792258 w 2838362"/>
              <a:gd name="connsiteY12" fmla="*/ 2937519 h 3839845"/>
              <a:gd name="connsiteX13" fmla="*/ 0 w 2838362"/>
              <a:gd name="connsiteY13" fmla="*/ 2937519 h 3839845"/>
              <a:gd name="connsiteX14" fmla="*/ 0 w 2838362"/>
              <a:gd name="connsiteY14" fmla="*/ 2558244 h 3839845"/>
              <a:gd name="connsiteX15" fmla="*/ 1760032 w 2838362"/>
              <a:gd name="connsiteY15" fmla="*/ 0 h 3839845"/>
              <a:gd name="connsiteX16" fmla="*/ 2263253 w 2838362"/>
              <a:gd name="connsiteY16" fmla="*/ 0 h 3839845"/>
              <a:gd name="connsiteX17" fmla="*/ 2263253 w 2838362"/>
              <a:gd name="connsiteY17" fmla="*/ 1415922 h 3839845"/>
              <a:gd name="connsiteX18" fmla="*/ 1792258 w 2838362"/>
              <a:gd name="connsiteY18" fmla="*/ 1415922 h 3839845"/>
              <a:gd name="connsiteX19" fmla="*/ 1792258 w 2838362"/>
              <a:gd name="connsiteY19" fmla="*/ 706492 h 3839845"/>
              <a:gd name="connsiteX20" fmla="*/ 1525155 w 2838362"/>
              <a:gd name="connsiteY20" fmla="*/ 1162923 h 3839845"/>
              <a:gd name="connsiteX21" fmla="*/ 1361690 w 2838362"/>
              <a:gd name="connsiteY21" fmla="*/ 1415922 h 3839845"/>
              <a:gd name="connsiteX22" fmla="*/ 892968 w 2838362"/>
              <a:gd name="connsiteY22" fmla="*/ 1415922 h 3839845"/>
              <a:gd name="connsiteX23" fmla="*/ 961821 w 2838362"/>
              <a:gd name="connsiteY23" fmla="*/ 1318785 h 3839845"/>
              <a:gd name="connsiteX24" fmla="*/ 1760032 w 2838362"/>
              <a:gd name="connsiteY24" fmla="*/ 0 h 3839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2838362" h="3839845">
                <a:moveTo>
                  <a:pt x="115240" y="2423922"/>
                </a:moveTo>
                <a:lnTo>
                  <a:pt x="633948" y="2423922"/>
                </a:lnTo>
                <a:lnTo>
                  <a:pt x="545362" y="2535934"/>
                </a:lnTo>
                <a:lnTo>
                  <a:pt x="1792258" y="2535934"/>
                </a:lnTo>
                <a:lnTo>
                  <a:pt x="1792258" y="2423922"/>
                </a:lnTo>
                <a:lnTo>
                  <a:pt x="2263253" y="2423922"/>
                </a:lnTo>
                <a:lnTo>
                  <a:pt x="2263253" y="2535934"/>
                </a:lnTo>
                <a:lnTo>
                  <a:pt x="2838362" y="2535934"/>
                </a:lnTo>
                <a:lnTo>
                  <a:pt x="2838362" y="2937519"/>
                </a:lnTo>
                <a:lnTo>
                  <a:pt x="2263253" y="2937519"/>
                </a:lnTo>
                <a:lnTo>
                  <a:pt x="2263253" y="3839845"/>
                </a:lnTo>
                <a:lnTo>
                  <a:pt x="1792258" y="3839845"/>
                </a:lnTo>
                <a:lnTo>
                  <a:pt x="1792258" y="2937519"/>
                </a:lnTo>
                <a:lnTo>
                  <a:pt x="0" y="2937519"/>
                </a:lnTo>
                <a:lnTo>
                  <a:pt x="0" y="2558244"/>
                </a:lnTo>
                <a:close/>
                <a:moveTo>
                  <a:pt x="1760032" y="0"/>
                </a:moveTo>
                <a:lnTo>
                  <a:pt x="2263253" y="0"/>
                </a:lnTo>
                <a:lnTo>
                  <a:pt x="2263253" y="1415922"/>
                </a:lnTo>
                <a:lnTo>
                  <a:pt x="1792258" y="1415922"/>
                </a:lnTo>
                <a:lnTo>
                  <a:pt x="1792258" y="706492"/>
                </a:lnTo>
                <a:cubicBezTo>
                  <a:pt x="1706323" y="861012"/>
                  <a:pt x="1617288" y="1013155"/>
                  <a:pt x="1525155" y="1162923"/>
                </a:cubicBezTo>
                <a:lnTo>
                  <a:pt x="1361690" y="1415922"/>
                </a:lnTo>
                <a:lnTo>
                  <a:pt x="892968" y="1415922"/>
                </a:lnTo>
                <a:lnTo>
                  <a:pt x="961821" y="1318785"/>
                </a:lnTo>
                <a:cubicBezTo>
                  <a:pt x="1284080" y="851096"/>
                  <a:pt x="1550151" y="411501"/>
                  <a:pt x="1760032" y="0"/>
                </a:cubicBezTo>
                <a:close/>
              </a:path>
            </a:pathLst>
          </a:custGeom>
          <a:solidFill>
            <a:schemeClr val="accent4"/>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32" name="组合 31">
            <a:extLst>
              <a:ext uri="{FF2B5EF4-FFF2-40B4-BE49-F238E27FC236}">
                <a16:creationId xmlns:a16="http://schemas.microsoft.com/office/drawing/2014/main" id="{3F104B62-CCC3-4BE4-9B6E-229B87BB5AE9}"/>
              </a:ext>
            </a:extLst>
          </p:cNvPr>
          <p:cNvGrpSpPr/>
          <p:nvPr userDrawn="1"/>
        </p:nvGrpSpPr>
        <p:grpSpPr>
          <a:xfrm>
            <a:off x="-5665" y="2349001"/>
            <a:ext cx="12263389" cy="2160000"/>
            <a:chOff x="-5665" y="2349001"/>
            <a:chExt cx="12263389" cy="2160000"/>
          </a:xfrm>
        </p:grpSpPr>
        <p:grpSp>
          <p:nvGrpSpPr>
            <p:cNvPr id="33" name="组合 32">
              <a:extLst>
                <a:ext uri="{FF2B5EF4-FFF2-40B4-BE49-F238E27FC236}">
                  <a16:creationId xmlns:a16="http://schemas.microsoft.com/office/drawing/2014/main" id="{9C49C333-3372-4544-B049-4ED93CFAA859}"/>
                </a:ext>
              </a:extLst>
            </p:cNvPr>
            <p:cNvGrpSpPr/>
            <p:nvPr/>
          </p:nvGrpSpPr>
          <p:grpSpPr>
            <a:xfrm rot="5400000" flipV="1">
              <a:off x="201860" y="2141476"/>
              <a:ext cx="2160000" cy="2575050"/>
              <a:chOff x="9148886" y="-12451"/>
              <a:chExt cx="2160000" cy="2575050"/>
            </a:xfrm>
            <a:solidFill>
              <a:schemeClr val="accent1"/>
            </a:solidFill>
          </p:grpSpPr>
          <p:sp>
            <p:nvSpPr>
              <p:cNvPr id="43" name="矩形: 圆角 42">
                <a:extLst>
                  <a:ext uri="{FF2B5EF4-FFF2-40B4-BE49-F238E27FC236}">
                    <a16:creationId xmlns:a16="http://schemas.microsoft.com/office/drawing/2014/main" id="{AD2405DA-2D09-4C41-8D29-C8872CBF07F3}"/>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圆角 43">
                <a:extLst>
                  <a:ext uri="{FF2B5EF4-FFF2-40B4-BE49-F238E27FC236}">
                    <a16:creationId xmlns:a16="http://schemas.microsoft.com/office/drawing/2014/main" id="{5934B519-DA00-4C5D-814A-3F937B0D424E}"/>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圆角 44">
                <a:extLst>
                  <a:ext uri="{FF2B5EF4-FFF2-40B4-BE49-F238E27FC236}">
                    <a16:creationId xmlns:a16="http://schemas.microsoft.com/office/drawing/2014/main" id="{AC266542-790F-405E-81C6-3C0CA5AC9EF0}"/>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A6DA7E87-B9D3-4DEC-B1A6-434FBBC7010B}"/>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39A20BFF-95F7-40D4-BA51-01C42482D594}"/>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4" name="矩形: 圆角 63">
                <a:extLst>
                  <a:ext uri="{FF2B5EF4-FFF2-40B4-BE49-F238E27FC236}">
                    <a16:creationId xmlns:a16="http://schemas.microsoft.com/office/drawing/2014/main" id="{D93352AF-CA4E-4374-80D6-9C9A38799DBA}"/>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ADD0E98B-6C8F-493F-A02D-9696BE80E68D}"/>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圆角 65">
                <a:extLst>
                  <a:ext uri="{FF2B5EF4-FFF2-40B4-BE49-F238E27FC236}">
                    <a16:creationId xmlns:a16="http://schemas.microsoft.com/office/drawing/2014/main" id="{FF161591-3FCF-4802-B9F7-C79A80176C2B}"/>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4" name="组合 33">
              <a:extLst>
                <a:ext uri="{FF2B5EF4-FFF2-40B4-BE49-F238E27FC236}">
                  <a16:creationId xmlns:a16="http://schemas.microsoft.com/office/drawing/2014/main" id="{59D109C1-2A07-4BB2-97F0-415FC5162697}"/>
                </a:ext>
              </a:extLst>
            </p:cNvPr>
            <p:cNvGrpSpPr/>
            <p:nvPr/>
          </p:nvGrpSpPr>
          <p:grpSpPr>
            <a:xfrm rot="5400000">
              <a:off x="9890199" y="2141476"/>
              <a:ext cx="2160000" cy="2575050"/>
              <a:chOff x="9148886" y="-12451"/>
              <a:chExt cx="2160000" cy="2575050"/>
            </a:xfrm>
            <a:solidFill>
              <a:schemeClr val="accent1"/>
            </a:solidFill>
          </p:grpSpPr>
          <p:sp>
            <p:nvSpPr>
              <p:cNvPr id="35" name="矩形: 圆角 34">
                <a:extLst>
                  <a:ext uri="{FF2B5EF4-FFF2-40B4-BE49-F238E27FC236}">
                    <a16:creationId xmlns:a16="http://schemas.microsoft.com/office/drawing/2014/main" id="{93F109F5-89DC-44D6-81C8-8DB2A311F410}"/>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圆角 35">
                <a:extLst>
                  <a:ext uri="{FF2B5EF4-FFF2-40B4-BE49-F238E27FC236}">
                    <a16:creationId xmlns:a16="http://schemas.microsoft.com/office/drawing/2014/main" id="{335B4E48-22B5-4A4E-84B6-1EDA97B5B5B9}"/>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圆角 36">
                <a:extLst>
                  <a:ext uri="{FF2B5EF4-FFF2-40B4-BE49-F238E27FC236}">
                    <a16:creationId xmlns:a16="http://schemas.microsoft.com/office/drawing/2014/main" id="{267000FC-AFFE-4F7D-A367-6373AEAF4FEF}"/>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DECA9D23-FADF-4F92-A8D1-DA4789F8E9F8}"/>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1716452-B156-44C8-8682-A6712BDEBB16}"/>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0" name="矩形: 圆角 39">
                <a:extLst>
                  <a:ext uri="{FF2B5EF4-FFF2-40B4-BE49-F238E27FC236}">
                    <a16:creationId xmlns:a16="http://schemas.microsoft.com/office/drawing/2014/main" id="{57A3ABB9-1B6A-4B18-8F78-63889D125FDD}"/>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圆角 40">
                <a:extLst>
                  <a:ext uri="{FF2B5EF4-FFF2-40B4-BE49-F238E27FC236}">
                    <a16:creationId xmlns:a16="http://schemas.microsoft.com/office/drawing/2014/main" id="{D88BE172-F687-4648-AAC0-E2FF36C0F5B6}"/>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7608F285-D685-4C6C-85F4-E464812E9B74}"/>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pic>
        <p:nvPicPr>
          <p:cNvPr id="47" name="图片 46">
            <a:extLst>
              <a:ext uri="{FF2B5EF4-FFF2-40B4-BE49-F238E27FC236}">
                <a16:creationId xmlns:a16="http://schemas.microsoft.com/office/drawing/2014/main" id="{ED51AA25-7DAC-4608-BEDE-5F693AC06E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67" name="标题 1">
            <a:extLst>
              <a:ext uri="{FF2B5EF4-FFF2-40B4-BE49-F238E27FC236}">
                <a16:creationId xmlns:a16="http://schemas.microsoft.com/office/drawing/2014/main" id="{03EF5A92-5EC9-4564-82EC-5D38E29EAE63}"/>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2046899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节标题5">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7E78C63B-2C94-4AE7-A500-F47C51E2D495}"/>
              </a:ext>
            </a:extLst>
          </p:cNvPr>
          <p:cNvPicPr>
            <a:picLocks noChangeAspect="1"/>
          </p:cNvPicPr>
          <p:nvPr/>
        </p:nvPicPr>
        <p:blipFill rotWithShape="1">
          <a:blip r:embed="rId2"/>
          <a:srcRect t="42126" b="43299"/>
          <a:stretch/>
        </p:blipFill>
        <p:spPr>
          <a:xfrm>
            <a:off x="0" y="2889000"/>
            <a:ext cx="12263389" cy="999510"/>
          </a:xfrm>
          <a:prstGeom prst="rect">
            <a:avLst/>
          </a:prstGeom>
        </p:spPr>
      </p:pic>
      <p:pic>
        <p:nvPicPr>
          <p:cNvPr id="47" name="图片 46">
            <a:extLst>
              <a:ext uri="{FF2B5EF4-FFF2-40B4-BE49-F238E27FC236}">
                <a16:creationId xmlns:a16="http://schemas.microsoft.com/office/drawing/2014/main" id="{8ED7ED89-7AFD-43E0-9FC5-AE71AC552A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32" name="任意多边形: 形状 31">
            <a:extLst>
              <a:ext uri="{FF2B5EF4-FFF2-40B4-BE49-F238E27FC236}">
                <a16:creationId xmlns:a16="http://schemas.microsoft.com/office/drawing/2014/main" id="{50C89697-98FC-41F3-A4CB-B84FDE136355}"/>
              </a:ext>
            </a:extLst>
          </p:cNvPr>
          <p:cNvSpPr/>
          <p:nvPr userDrawn="1"/>
        </p:nvSpPr>
        <p:spPr>
          <a:xfrm>
            <a:off x="5001554" y="1475612"/>
            <a:ext cx="2181448" cy="3906776"/>
          </a:xfrm>
          <a:custGeom>
            <a:avLst/>
            <a:gdLst>
              <a:gd name="connsiteX0" fmla="*/ 1652794 w 2181448"/>
              <a:gd name="connsiteY0" fmla="*/ 2457388 h 3906776"/>
              <a:gd name="connsiteX1" fmla="*/ 2167631 w 2181448"/>
              <a:gd name="connsiteY1" fmla="*/ 2457388 h 3906776"/>
              <a:gd name="connsiteX2" fmla="*/ 2176006 w 2181448"/>
              <a:gd name="connsiteY2" fmla="*/ 2521777 h 3906776"/>
              <a:gd name="connsiteX3" fmla="*/ 2181448 w 2181448"/>
              <a:gd name="connsiteY3" fmla="*/ 2654922 h 3906776"/>
              <a:gd name="connsiteX4" fmla="*/ 1808370 w 2181448"/>
              <a:gd name="connsiteY4" fmla="*/ 3562206 h 3906776"/>
              <a:gd name="connsiteX5" fmla="*/ 805648 w 2181448"/>
              <a:gd name="connsiteY5" fmla="*/ 3906776 h 3906776"/>
              <a:gd name="connsiteX6" fmla="*/ 0 w 2181448"/>
              <a:gd name="connsiteY6" fmla="*/ 3745646 h 3906776"/>
              <a:gd name="connsiteX7" fmla="*/ 0 w 2181448"/>
              <a:gd name="connsiteY7" fmla="*/ 3249863 h 3906776"/>
              <a:gd name="connsiteX8" fmla="*/ 793253 w 2181448"/>
              <a:gd name="connsiteY8" fmla="*/ 3502712 h 3906776"/>
              <a:gd name="connsiteX9" fmla="*/ 1441491 w 2181448"/>
              <a:gd name="connsiteY9" fmla="*/ 3280849 h 3906776"/>
              <a:gd name="connsiteX10" fmla="*/ 1688143 w 2181448"/>
              <a:gd name="connsiteY10" fmla="*/ 2692106 h 3906776"/>
              <a:gd name="connsiteX11" fmla="*/ 1672108 w 2181448"/>
              <a:gd name="connsiteY11" fmla="*/ 2518814 h 3906776"/>
              <a:gd name="connsiteX12" fmla="*/ 195834 w 2181448"/>
              <a:gd name="connsiteY12" fmla="*/ 0 h 3906776"/>
              <a:gd name="connsiteX13" fmla="*/ 1990571 w 2181448"/>
              <a:gd name="connsiteY13" fmla="*/ 0 h 3906776"/>
              <a:gd name="connsiteX14" fmla="*/ 1990571 w 2181448"/>
              <a:gd name="connsiteY14" fmla="*/ 426374 h 3906776"/>
              <a:gd name="connsiteX15" fmla="*/ 604856 w 2181448"/>
              <a:gd name="connsiteY15" fmla="*/ 426374 h 3906776"/>
              <a:gd name="connsiteX16" fmla="*/ 530285 w 2181448"/>
              <a:gd name="connsiteY16" fmla="*/ 1449388 h 3906776"/>
              <a:gd name="connsiteX17" fmla="*/ 90726 w 2181448"/>
              <a:gd name="connsiteY17" fmla="*/ 1449388 h 3906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81448" h="3906776">
                <a:moveTo>
                  <a:pt x="1652794" y="2457388"/>
                </a:moveTo>
                <a:lnTo>
                  <a:pt x="2167631" y="2457388"/>
                </a:lnTo>
                <a:lnTo>
                  <a:pt x="2176006" y="2521777"/>
                </a:lnTo>
                <a:cubicBezTo>
                  <a:pt x="2179634" y="2564887"/>
                  <a:pt x="2181448" y="2609269"/>
                  <a:pt x="2181448" y="2654922"/>
                </a:cubicBezTo>
                <a:cubicBezTo>
                  <a:pt x="2181448" y="3030065"/>
                  <a:pt x="2057088" y="3332493"/>
                  <a:pt x="1808370" y="3562206"/>
                </a:cubicBezTo>
                <a:cubicBezTo>
                  <a:pt x="1559652" y="3791919"/>
                  <a:pt x="1225411" y="3906776"/>
                  <a:pt x="805648" y="3906776"/>
                </a:cubicBezTo>
                <a:cubicBezTo>
                  <a:pt x="445379" y="3906776"/>
                  <a:pt x="176829" y="3853066"/>
                  <a:pt x="0" y="3745646"/>
                </a:cubicBezTo>
                <a:lnTo>
                  <a:pt x="0" y="3249863"/>
                </a:lnTo>
                <a:cubicBezTo>
                  <a:pt x="259460" y="3418429"/>
                  <a:pt x="523878" y="3502712"/>
                  <a:pt x="793253" y="3502712"/>
                </a:cubicBezTo>
                <a:cubicBezTo>
                  <a:pt x="1060977" y="3502712"/>
                  <a:pt x="1277056" y="3428758"/>
                  <a:pt x="1441491" y="3280849"/>
                </a:cubicBezTo>
                <a:cubicBezTo>
                  <a:pt x="1605925" y="3132940"/>
                  <a:pt x="1688143" y="2936693"/>
                  <a:pt x="1688143" y="2692106"/>
                </a:cubicBezTo>
                <a:cubicBezTo>
                  <a:pt x="1688143" y="2630959"/>
                  <a:pt x="1682798" y="2573195"/>
                  <a:pt x="1672108" y="2518814"/>
                </a:cubicBezTo>
                <a:close/>
                <a:moveTo>
                  <a:pt x="195834" y="0"/>
                </a:moveTo>
                <a:lnTo>
                  <a:pt x="1990571" y="0"/>
                </a:lnTo>
                <a:lnTo>
                  <a:pt x="1990571" y="426374"/>
                </a:lnTo>
                <a:lnTo>
                  <a:pt x="604856" y="426374"/>
                </a:lnTo>
                <a:lnTo>
                  <a:pt x="530285" y="1449388"/>
                </a:lnTo>
                <a:lnTo>
                  <a:pt x="90726" y="1449388"/>
                </a:lnTo>
                <a:close/>
              </a:path>
            </a:pathLst>
          </a:custGeom>
          <a:solidFill>
            <a:schemeClr val="accent5"/>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33" name="组合 32">
            <a:extLst>
              <a:ext uri="{FF2B5EF4-FFF2-40B4-BE49-F238E27FC236}">
                <a16:creationId xmlns:a16="http://schemas.microsoft.com/office/drawing/2014/main" id="{66D7274F-7A2D-445E-BC1D-8572DF3658EB}"/>
              </a:ext>
            </a:extLst>
          </p:cNvPr>
          <p:cNvGrpSpPr/>
          <p:nvPr userDrawn="1"/>
        </p:nvGrpSpPr>
        <p:grpSpPr>
          <a:xfrm>
            <a:off x="-5665" y="2349001"/>
            <a:ext cx="12263389" cy="2160000"/>
            <a:chOff x="-5665" y="2349001"/>
            <a:chExt cx="12263389" cy="2160000"/>
          </a:xfrm>
        </p:grpSpPr>
        <p:grpSp>
          <p:nvGrpSpPr>
            <p:cNvPr id="34" name="组合 33">
              <a:extLst>
                <a:ext uri="{FF2B5EF4-FFF2-40B4-BE49-F238E27FC236}">
                  <a16:creationId xmlns:a16="http://schemas.microsoft.com/office/drawing/2014/main" id="{C0E2E623-7E48-457B-8F61-3FA0702608A8}"/>
                </a:ext>
              </a:extLst>
            </p:cNvPr>
            <p:cNvGrpSpPr/>
            <p:nvPr/>
          </p:nvGrpSpPr>
          <p:grpSpPr>
            <a:xfrm rot="5400000" flipV="1">
              <a:off x="201860" y="2141476"/>
              <a:ext cx="2160000" cy="2575050"/>
              <a:chOff x="9148886" y="-12451"/>
              <a:chExt cx="2160000" cy="2575050"/>
            </a:xfrm>
            <a:solidFill>
              <a:schemeClr val="accent1"/>
            </a:solidFill>
          </p:grpSpPr>
          <p:sp>
            <p:nvSpPr>
              <p:cNvPr id="44" name="矩形: 圆角 43">
                <a:extLst>
                  <a:ext uri="{FF2B5EF4-FFF2-40B4-BE49-F238E27FC236}">
                    <a16:creationId xmlns:a16="http://schemas.microsoft.com/office/drawing/2014/main" id="{6F3B09DC-EF23-4C74-ADFE-8B5267AA13B0}"/>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圆角 44">
                <a:extLst>
                  <a:ext uri="{FF2B5EF4-FFF2-40B4-BE49-F238E27FC236}">
                    <a16:creationId xmlns:a16="http://schemas.microsoft.com/office/drawing/2014/main" id="{712C79F1-AF8D-4638-A130-F002D01DCCA5}"/>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41AC44C6-06CF-4C0A-B52B-74D7BA03CD2C}"/>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A0A94992-82A5-48ED-92C4-4680BA162693}"/>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C260DE27-AF41-4335-9AC5-22AE3F7FA6A7}"/>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5" name="矩形: 圆角 64">
                <a:extLst>
                  <a:ext uri="{FF2B5EF4-FFF2-40B4-BE49-F238E27FC236}">
                    <a16:creationId xmlns:a16="http://schemas.microsoft.com/office/drawing/2014/main" id="{B8D1C359-9418-4527-B6D6-18AAE138329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圆角 65">
                <a:extLst>
                  <a:ext uri="{FF2B5EF4-FFF2-40B4-BE49-F238E27FC236}">
                    <a16:creationId xmlns:a16="http://schemas.microsoft.com/office/drawing/2014/main" id="{272BE284-1035-4DDB-A62F-E461FAC4E9BC}"/>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矩形: 圆角 66">
                <a:extLst>
                  <a:ext uri="{FF2B5EF4-FFF2-40B4-BE49-F238E27FC236}">
                    <a16:creationId xmlns:a16="http://schemas.microsoft.com/office/drawing/2014/main" id="{4E369694-16C4-4A43-A77A-6978FD5147E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a:extLst>
                <a:ext uri="{FF2B5EF4-FFF2-40B4-BE49-F238E27FC236}">
                  <a16:creationId xmlns:a16="http://schemas.microsoft.com/office/drawing/2014/main" id="{130FF286-9ECB-4701-BBA2-BA2A0F092F87}"/>
                </a:ext>
              </a:extLst>
            </p:cNvPr>
            <p:cNvGrpSpPr/>
            <p:nvPr/>
          </p:nvGrpSpPr>
          <p:grpSpPr>
            <a:xfrm rot="5400000">
              <a:off x="9890199" y="2141476"/>
              <a:ext cx="2160000" cy="2575050"/>
              <a:chOff x="9148886" y="-12451"/>
              <a:chExt cx="2160000" cy="2575050"/>
            </a:xfrm>
            <a:solidFill>
              <a:schemeClr val="accent1"/>
            </a:solidFill>
          </p:grpSpPr>
          <p:sp>
            <p:nvSpPr>
              <p:cNvPr id="36" name="矩形: 圆角 35">
                <a:extLst>
                  <a:ext uri="{FF2B5EF4-FFF2-40B4-BE49-F238E27FC236}">
                    <a16:creationId xmlns:a16="http://schemas.microsoft.com/office/drawing/2014/main" id="{BE68C505-E9A7-424E-91EA-16E365EE3EDA}"/>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圆角 36">
                <a:extLst>
                  <a:ext uri="{FF2B5EF4-FFF2-40B4-BE49-F238E27FC236}">
                    <a16:creationId xmlns:a16="http://schemas.microsoft.com/office/drawing/2014/main" id="{EDEFB350-255F-4225-82FE-B95B1115AF05}"/>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B7B4D324-C3E8-4FDD-8183-DAFD38D53969}"/>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E10790BC-ACAB-40E7-95A4-8081D4B21897}"/>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CDB4037E-A631-4E11-9702-7A12AA56C97B}"/>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1" name="矩形: 圆角 40">
                <a:extLst>
                  <a:ext uri="{FF2B5EF4-FFF2-40B4-BE49-F238E27FC236}">
                    <a16:creationId xmlns:a16="http://schemas.microsoft.com/office/drawing/2014/main" id="{4292B1F6-BC9B-4811-B382-580FA1C0983F}"/>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C1B77E65-C79D-4DE6-B08F-9E0D2997B4A4}"/>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圆角 42">
                <a:extLst>
                  <a:ext uri="{FF2B5EF4-FFF2-40B4-BE49-F238E27FC236}">
                    <a16:creationId xmlns:a16="http://schemas.microsoft.com/office/drawing/2014/main" id="{1B594420-82E8-4D38-ACF5-2002FC4595E1}"/>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68" name="标题 1">
            <a:extLst>
              <a:ext uri="{FF2B5EF4-FFF2-40B4-BE49-F238E27FC236}">
                <a16:creationId xmlns:a16="http://schemas.microsoft.com/office/drawing/2014/main" id="{D1B9A1AC-533C-449A-B521-83B410B71660}"/>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4222993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节标题6">
    <p:spTree>
      <p:nvGrpSpPr>
        <p:cNvPr id="1" name=""/>
        <p:cNvGrpSpPr/>
        <p:nvPr/>
      </p:nvGrpSpPr>
      <p:grpSpPr>
        <a:xfrm>
          <a:off x="0" y="0"/>
          <a:ext cx="0" cy="0"/>
          <a:chOff x="0" y="0"/>
          <a:chExt cx="0" cy="0"/>
        </a:xfrm>
      </p:grpSpPr>
      <p:pic>
        <p:nvPicPr>
          <p:cNvPr id="47" name="图片 46">
            <a:extLst>
              <a:ext uri="{FF2B5EF4-FFF2-40B4-BE49-F238E27FC236}">
                <a16:creationId xmlns:a16="http://schemas.microsoft.com/office/drawing/2014/main" id="{0DEB7A8B-777F-4DCB-8206-366182C342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31" name="任意多边形: 形状 30">
            <a:extLst>
              <a:ext uri="{FF2B5EF4-FFF2-40B4-BE49-F238E27FC236}">
                <a16:creationId xmlns:a16="http://schemas.microsoft.com/office/drawing/2014/main" id="{78B05F75-048F-4A05-BAD3-F967278EA4AB}"/>
              </a:ext>
            </a:extLst>
          </p:cNvPr>
          <p:cNvSpPr/>
          <p:nvPr userDrawn="1"/>
        </p:nvSpPr>
        <p:spPr>
          <a:xfrm>
            <a:off x="4884196" y="1444626"/>
            <a:ext cx="2460530" cy="3968748"/>
          </a:xfrm>
          <a:custGeom>
            <a:avLst/>
            <a:gdLst>
              <a:gd name="connsiteX0" fmla="*/ 0 w 2460530"/>
              <a:gd name="connsiteY0" fmla="*/ 2488374 h 3968748"/>
              <a:gd name="connsiteX1" fmla="*/ 530555 w 2460530"/>
              <a:gd name="connsiteY1" fmla="*/ 2488374 h 3968748"/>
              <a:gd name="connsiteX2" fmla="*/ 527284 w 2460530"/>
              <a:gd name="connsiteY2" fmla="*/ 2500144 h 3968748"/>
              <a:gd name="connsiteX3" fmla="*/ 514579 w 2460530"/>
              <a:gd name="connsiteY3" fmla="*/ 2647485 h 3968748"/>
              <a:gd name="connsiteX4" fmla="*/ 716611 w 2460530"/>
              <a:gd name="connsiteY4" fmla="*/ 3296961 h 3968748"/>
              <a:gd name="connsiteX5" fmla="*/ 1253296 w 2460530"/>
              <a:gd name="connsiteY5" fmla="*/ 3567163 h 3968748"/>
              <a:gd name="connsiteX6" fmla="*/ 1768912 w 2460530"/>
              <a:gd name="connsiteY6" fmla="*/ 3334145 h 3968748"/>
              <a:gd name="connsiteX7" fmla="*/ 1967225 w 2460530"/>
              <a:gd name="connsiteY7" fmla="*/ 2734247 h 3968748"/>
              <a:gd name="connsiteX8" fmla="*/ 1955528 w 2460530"/>
              <a:gd name="connsiteY8" fmla="*/ 2546934 h 3968748"/>
              <a:gd name="connsiteX9" fmla="*/ 1943097 w 2460530"/>
              <a:gd name="connsiteY9" fmla="*/ 2488374 h 3968748"/>
              <a:gd name="connsiteX10" fmla="*/ 2446435 w 2460530"/>
              <a:gd name="connsiteY10" fmla="*/ 2488374 h 3968748"/>
              <a:gd name="connsiteX11" fmla="*/ 2460530 w 2460530"/>
              <a:gd name="connsiteY11" fmla="*/ 2682189 h 3968748"/>
              <a:gd name="connsiteX12" fmla="*/ 2117200 w 2460530"/>
              <a:gd name="connsiteY12" fmla="*/ 3606826 h 3968748"/>
              <a:gd name="connsiteX13" fmla="*/ 1240902 w 2460530"/>
              <a:gd name="connsiteY13" fmla="*/ 3968748 h 3968748"/>
              <a:gd name="connsiteX14" fmla="*/ 322463 w 2460530"/>
              <a:gd name="connsiteY14" fmla="*/ 3511388 h 3968748"/>
              <a:gd name="connsiteX15" fmla="*/ 9887 w 2460530"/>
              <a:gd name="connsiteY15" fmla="*/ 2609914 h 3968748"/>
              <a:gd name="connsiteX16" fmla="*/ 1578035 w 2460530"/>
              <a:gd name="connsiteY16" fmla="*/ 0 h 3968748"/>
              <a:gd name="connsiteX17" fmla="*/ 2220075 w 2460530"/>
              <a:gd name="connsiteY17" fmla="*/ 111551 h 3968748"/>
              <a:gd name="connsiteX18" fmla="*/ 2220075 w 2460530"/>
              <a:gd name="connsiteY18" fmla="*/ 557756 h 3968748"/>
              <a:gd name="connsiteX19" fmla="*/ 1592908 w 2460530"/>
              <a:gd name="connsiteY19" fmla="*/ 404063 h 3968748"/>
              <a:gd name="connsiteX20" fmla="*/ 792218 w 2460530"/>
              <a:gd name="connsiteY20" fmla="*/ 837874 h 3968748"/>
              <a:gd name="connsiteX21" fmla="*/ 564158 w 2460530"/>
              <a:gd name="connsiteY21" fmla="*/ 1351010 h 3968748"/>
              <a:gd name="connsiteX22" fmla="*/ 535614 w 2460530"/>
              <a:gd name="connsiteY22" fmla="*/ 1480374 h 3968748"/>
              <a:gd name="connsiteX23" fmla="*/ 57412 w 2460530"/>
              <a:gd name="connsiteY23" fmla="*/ 1480374 h 3968748"/>
              <a:gd name="connsiteX24" fmla="*/ 98431 w 2460530"/>
              <a:gd name="connsiteY24" fmla="*/ 1301742 h 3968748"/>
              <a:gd name="connsiteX25" fmla="*/ 426577 w 2460530"/>
              <a:gd name="connsiteY25" fmla="*/ 598658 h 3968748"/>
              <a:gd name="connsiteX26" fmla="*/ 1578035 w 2460530"/>
              <a:gd name="connsiteY26" fmla="*/ 0 h 396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460530" h="3968748">
                <a:moveTo>
                  <a:pt x="0" y="2488374"/>
                </a:moveTo>
                <a:lnTo>
                  <a:pt x="530555" y="2488374"/>
                </a:lnTo>
                <a:lnTo>
                  <a:pt x="527284" y="2500144"/>
                </a:lnTo>
                <a:cubicBezTo>
                  <a:pt x="518814" y="2547553"/>
                  <a:pt x="514579" y="2596667"/>
                  <a:pt x="514579" y="2647485"/>
                </a:cubicBezTo>
                <a:cubicBezTo>
                  <a:pt x="514579" y="2900334"/>
                  <a:pt x="581923" y="3116826"/>
                  <a:pt x="716611" y="3296961"/>
                </a:cubicBezTo>
                <a:cubicBezTo>
                  <a:pt x="851299" y="3477096"/>
                  <a:pt x="1030194" y="3567163"/>
                  <a:pt x="1253296" y="3567163"/>
                </a:cubicBezTo>
                <a:cubicBezTo>
                  <a:pt x="1464831" y="3567163"/>
                  <a:pt x="1636703" y="3489491"/>
                  <a:pt x="1768912" y="3334145"/>
                </a:cubicBezTo>
                <a:cubicBezTo>
                  <a:pt x="1901120" y="3178799"/>
                  <a:pt x="1967225" y="2978833"/>
                  <a:pt x="1967225" y="2734247"/>
                </a:cubicBezTo>
                <a:cubicBezTo>
                  <a:pt x="1967225" y="2668143"/>
                  <a:pt x="1963326" y="2605705"/>
                  <a:pt x="1955528" y="2546934"/>
                </a:cubicBezTo>
                <a:lnTo>
                  <a:pt x="1943097" y="2488374"/>
                </a:lnTo>
                <a:lnTo>
                  <a:pt x="2446435" y="2488374"/>
                </a:lnTo>
                <a:lnTo>
                  <a:pt x="2460530" y="2682189"/>
                </a:lnTo>
                <a:cubicBezTo>
                  <a:pt x="2460530" y="3057332"/>
                  <a:pt x="2346086" y="3365545"/>
                  <a:pt x="2117200" y="3606826"/>
                </a:cubicBezTo>
                <a:cubicBezTo>
                  <a:pt x="1888313" y="3848107"/>
                  <a:pt x="1596213" y="3968748"/>
                  <a:pt x="1240902" y="3968748"/>
                </a:cubicBezTo>
                <a:cubicBezTo>
                  <a:pt x="850885" y="3968748"/>
                  <a:pt x="544739" y="3816295"/>
                  <a:pt x="322463" y="3511388"/>
                </a:cubicBezTo>
                <a:cubicBezTo>
                  <a:pt x="155756" y="3282708"/>
                  <a:pt x="51564" y="2982216"/>
                  <a:pt x="9887" y="2609914"/>
                </a:cubicBezTo>
                <a:close/>
                <a:moveTo>
                  <a:pt x="1578035" y="0"/>
                </a:moveTo>
                <a:cubicBezTo>
                  <a:pt x="1850716" y="0"/>
                  <a:pt x="2064729" y="37183"/>
                  <a:pt x="2220075" y="111551"/>
                </a:cubicBezTo>
                <a:lnTo>
                  <a:pt x="2220075" y="557756"/>
                </a:lnTo>
                <a:cubicBezTo>
                  <a:pt x="2020108" y="455294"/>
                  <a:pt x="1811053" y="404063"/>
                  <a:pt x="1592908" y="404063"/>
                </a:cubicBezTo>
                <a:cubicBezTo>
                  <a:pt x="1260733" y="404063"/>
                  <a:pt x="993836" y="548667"/>
                  <a:pt x="792218" y="837874"/>
                </a:cubicBezTo>
                <a:cubicBezTo>
                  <a:pt x="691409" y="982478"/>
                  <a:pt x="615389" y="1153523"/>
                  <a:pt x="564158" y="1351010"/>
                </a:cubicBezTo>
                <a:lnTo>
                  <a:pt x="535614" y="1480374"/>
                </a:lnTo>
                <a:lnTo>
                  <a:pt x="57412" y="1480374"/>
                </a:lnTo>
                <a:lnTo>
                  <a:pt x="98431" y="1301742"/>
                </a:lnTo>
                <a:cubicBezTo>
                  <a:pt x="171352" y="1032572"/>
                  <a:pt x="280734" y="798211"/>
                  <a:pt x="426577" y="598658"/>
                </a:cubicBezTo>
                <a:cubicBezTo>
                  <a:pt x="718263" y="199552"/>
                  <a:pt x="1102082" y="0"/>
                  <a:pt x="1578035" y="0"/>
                </a:cubicBezTo>
                <a:close/>
              </a:path>
            </a:pathLst>
          </a:custGeom>
          <a:solidFill>
            <a:schemeClr val="accent6"/>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32" name="组合 31">
            <a:extLst>
              <a:ext uri="{FF2B5EF4-FFF2-40B4-BE49-F238E27FC236}">
                <a16:creationId xmlns:a16="http://schemas.microsoft.com/office/drawing/2014/main" id="{BEA5080E-F5BA-4E38-AB91-BEED2C03F111}"/>
              </a:ext>
            </a:extLst>
          </p:cNvPr>
          <p:cNvGrpSpPr/>
          <p:nvPr userDrawn="1"/>
        </p:nvGrpSpPr>
        <p:grpSpPr>
          <a:xfrm>
            <a:off x="-5665" y="2349001"/>
            <a:ext cx="12263389" cy="2160000"/>
            <a:chOff x="-5665" y="2349001"/>
            <a:chExt cx="12263389" cy="2160000"/>
          </a:xfrm>
        </p:grpSpPr>
        <p:grpSp>
          <p:nvGrpSpPr>
            <p:cNvPr id="33" name="组合 32">
              <a:extLst>
                <a:ext uri="{FF2B5EF4-FFF2-40B4-BE49-F238E27FC236}">
                  <a16:creationId xmlns:a16="http://schemas.microsoft.com/office/drawing/2014/main" id="{6853FBAC-5D53-4406-A692-CED484586BB7}"/>
                </a:ext>
              </a:extLst>
            </p:cNvPr>
            <p:cNvGrpSpPr/>
            <p:nvPr/>
          </p:nvGrpSpPr>
          <p:grpSpPr>
            <a:xfrm rot="5400000" flipV="1">
              <a:off x="201860" y="2141476"/>
              <a:ext cx="2160000" cy="2575050"/>
              <a:chOff x="9148886" y="-12451"/>
              <a:chExt cx="2160000" cy="2575050"/>
            </a:xfrm>
            <a:solidFill>
              <a:schemeClr val="accent1"/>
            </a:solidFill>
          </p:grpSpPr>
          <p:sp>
            <p:nvSpPr>
              <p:cNvPr id="43" name="矩形: 圆角 42">
                <a:extLst>
                  <a:ext uri="{FF2B5EF4-FFF2-40B4-BE49-F238E27FC236}">
                    <a16:creationId xmlns:a16="http://schemas.microsoft.com/office/drawing/2014/main" id="{CCD81F59-978C-422B-B7EE-BE547AA8CEFD}"/>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圆角 43">
                <a:extLst>
                  <a:ext uri="{FF2B5EF4-FFF2-40B4-BE49-F238E27FC236}">
                    <a16:creationId xmlns:a16="http://schemas.microsoft.com/office/drawing/2014/main" id="{92B77158-63B6-4673-A281-556000945A4B}"/>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圆角 44">
                <a:extLst>
                  <a:ext uri="{FF2B5EF4-FFF2-40B4-BE49-F238E27FC236}">
                    <a16:creationId xmlns:a16="http://schemas.microsoft.com/office/drawing/2014/main" id="{9A9D14AA-D4AF-43DF-9646-17FC9E7FD033}"/>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9C9AD487-0843-416E-A317-4519B487669A}"/>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81063C0D-CB16-439F-9AC2-E7AA0BFC9779}"/>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4" name="矩形: 圆角 63">
                <a:extLst>
                  <a:ext uri="{FF2B5EF4-FFF2-40B4-BE49-F238E27FC236}">
                    <a16:creationId xmlns:a16="http://schemas.microsoft.com/office/drawing/2014/main" id="{471E76C8-DD25-4B26-A42E-CC570E0A270D}"/>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D3E7C155-3E29-4BD6-9113-166B469E96AB}"/>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圆角 65">
                <a:extLst>
                  <a:ext uri="{FF2B5EF4-FFF2-40B4-BE49-F238E27FC236}">
                    <a16:creationId xmlns:a16="http://schemas.microsoft.com/office/drawing/2014/main" id="{516C601D-EE27-40D8-85D1-CFFE19063D93}"/>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4" name="组合 33">
              <a:extLst>
                <a:ext uri="{FF2B5EF4-FFF2-40B4-BE49-F238E27FC236}">
                  <a16:creationId xmlns:a16="http://schemas.microsoft.com/office/drawing/2014/main" id="{A6C6BBB6-5981-4CA5-BCE1-EC57B6174496}"/>
                </a:ext>
              </a:extLst>
            </p:cNvPr>
            <p:cNvGrpSpPr/>
            <p:nvPr/>
          </p:nvGrpSpPr>
          <p:grpSpPr>
            <a:xfrm rot="5400000">
              <a:off x="9890199" y="2141476"/>
              <a:ext cx="2160000" cy="2575050"/>
              <a:chOff x="9148886" y="-12451"/>
              <a:chExt cx="2160000" cy="2575050"/>
            </a:xfrm>
            <a:solidFill>
              <a:schemeClr val="accent1"/>
            </a:solidFill>
          </p:grpSpPr>
          <p:sp>
            <p:nvSpPr>
              <p:cNvPr id="35" name="矩形: 圆角 34">
                <a:extLst>
                  <a:ext uri="{FF2B5EF4-FFF2-40B4-BE49-F238E27FC236}">
                    <a16:creationId xmlns:a16="http://schemas.microsoft.com/office/drawing/2014/main" id="{DB9A6FB5-E2A2-4083-BC8C-AB1182323FCE}"/>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圆角 35">
                <a:extLst>
                  <a:ext uri="{FF2B5EF4-FFF2-40B4-BE49-F238E27FC236}">
                    <a16:creationId xmlns:a16="http://schemas.microsoft.com/office/drawing/2014/main" id="{376907A6-1AC7-4B08-8160-8C3C26537479}"/>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圆角 36">
                <a:extLst>
                  <a:ext uri="{FF2B5EF4-FFF2-40B4-BE49-F238E27FC236}">
                    <a16:creationId xmlns:a16="http://schemas.microsoft.com/office/drawing/2014/main" id="{635FC279-6A08-4622-9D31-95895BDB6045}"/>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4DBF65B7-7652-4DB2-BB4A-9C69D7AD0EF9}"/>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C9AFFC7F-CEE9-47D9-B84D-5F5330C7EB71}"/>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0" name="矩形: 圆角 39">
                <a:extLst>
                  <a:ext uri="{FF2B5EF4-FFF2-40B4-BE49-F238E27FC236}">
                    <a16:creationId xmlns:a16="http://schemas.microsoft.com/office/drawing/2014/main" id="{016A510D-7E71-4472-B38E-FDBBB2F740C5}"/>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圆角 40">
                <a:extLst>
                  <a:ext uri="{FF2B5EF4-FFF2-40B4-BE49-F238E27FC236}">
                    <a16:creationId xmlns:a16="http://schemas.microsoft.com/office/drawing/2014/main" id="{2C118F72-BE05-42EB-8749-9A0B7BB4B7B4}"/>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472638EE-931A-487A-9797-A42FD797AA39}"/>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67" name="标题 1">
            <a:extLst>
              <a:ext uri="{FF2B5EF4-FFF2-40B4-BE49-F238E27FC236}">
                <a16:creationId xmlns:a16="http://schemas.microsoft.com/office/drawing/2014/main" id="{BEBE62FE-0FD3-4598-BF5B-F1B5A9A2101C}"/>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11927454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节标题7">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5FB99F54-BD88-4662-9C7E-6231AB9055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28" name="文本框 27">
            <a:extLst>
              <a:ext uri="{FF2B5EF4-FFF2-40B4-BE49-F238E27FC236}">
                <a16:creationId xmlns:a16="http://schemas.microsoft.com/office/drawing/2014/main" id="{E061E203-F0B3-478E-AC61-91E4AE5A46F6}"/>
              </a:ext>
            </a:extLst>
          </p:cNvPr>
          <p:cNvSpPr txBox="1">
            <a:spLocks/>
          </p:cNvSpPr>
          <p:nvPr userDrawn="1"/>
        </p:nvSpPr>
        <p:spPr>
          <a:xfrm>
            <a:off x="4855892" y="1509078"/>
            <a:ext cx="2439255" cy="3839845"/>
          </a:xfrm>
          <a:custGeom>
            <a:avLst/>
            <a:gdLst>
              <a:gd name="connsiteX0" fmla="*/ 941777 w 2439255"/>
              <a:gd name="connsiteY0" fmla="*/ 2423922 h 3839845"/>
              <a:gd name="connsiteX1" fmla="*/ 1427850 w 2439255"/>
              <a:gd name="connsiteY1" fmla="*/ 2423922 h 3839845"/>
              <a:gd name="connsiteX2" fmla="*/ 1332186 w 2439255"/>
              <a:gd name="connsiteY2" fmla="*/ 2690635 h 3839845"/>
              <a:gd name="connsiteX3" fmla="*/ 1060977 w 2439255"/>
              <a:gd name="connsiteY3" fmla="*/ 3839845 h 3839845"/>
              <a:gd name="connsiteX4" fmla="*/ 555277 w 2439255"/>
              <a:gd name="connsiteY4" fmla="*/ 3839845 h 3839845"/>
              <a:gd name="connsiteX5" fmla="*/ 833691 w 2439255"/>
              <a:gd name="connsiteY5" fmla="*/ 2717360 h 3839845"/>
              <a:gd name="connsiteX6" fmla="*/ 0 w 2439255"/>
              <a:gd name="connsiteY6" fmla="*/ 0 h 3839845"/>
              <a:gd name="connsiteX7" fmla="*/ 2439255 w 2439255"/>
              <a:gd name="connsiteY7" fmla="*/ 0 h 3839845"/>
              <a:gd name="connsiteX8" fmla="*/ 2439255 w 2439255"/>
              <a:gd name="connsiteY8" fmla="*/ 299949 h 3839845"/>
              <a:gd name="connsiteX9" fmla="*/ 1899161 w 2439255"/>
              <a:gd name="connsiteY9" fmla="*/ 1316616 h 3839845"/>
              <a:gd name="connsiteX10" fmla="*/ 1853228 w 2439255"/>
              <a:gd name="connsiteY10" fmla="*/ 1415922 h 3839845"/>
              <a:gd name="connsiteX11" fmla="*/ 1379041 w 2439255"/>
              <a:gd name="connsiteY11" fmla="*/ 1415922 h 3839845"/>
              <a:gd name="connsiteX12" fmla="*/ 1388814 w 2439255"/>
              <a:gd name="connsiteY12" fmla="*/ 1395012 h 3839845"/>
              <a:gd name="connsiteX13" fmla="*/ 1903809 w 2439255"/>
              <a:gd name="connsiteY13" fmla="*/ 428853 h 3839845"/>
              <a:gd name="connsiteX14" fmla="*/ 0 w 2439255"/>
              <a:gd name="connsiteY14" fmla="*/ 428853 h 38398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439255" h="3839845">
                <a:moveTo>
                  <a:pt x="941777" y="2423922"/>
                </a:moveTo>
                <a:lnTo>
                  <a:pt x="1427850" y="2423922"/>
                </a:lnTo>
                <a:lnTo>
                  <a:pt x="1332186" y="2690635"/>
                </a:lnTo>
                <a:cubicBezTo>
                  <a:pt x="1192282" y="3113445"/>
                  <a:pt x="1101879" y="3496515"/>
                  <a:pt x="1060977" y="3839845"/>
                </a:cubicBezTo>
                <a:lnTo>
                  <a:pt x="555277" y="3839845"/>
                </a:lnTo>
                <a:cubicBezTo>
                  <a:pt x="601138" y="3501473"/>
                  <a:pt x="693942" y="3127311"/>
                  <a:pt x="833691" y="2717360"/>
                </a:cubicBezTo>
                <a:close/>
                <a:moveTo>
                  <a:pt x="0" y="0"/>
                </a:moveTo>
                <a:lnTo>
                  <a:pt x="2439255" y="0"/>
                </a:lnTo>
                <a:lnTo>
                  <a:pt x="2439255" y="299949"/>
                </a:lnTo>
                <a:cubicBezTo>
                  <a:pt x="2237637" y="651956"/>
                  <a:pt x="2057606" y="990845"/>
                  <a:pt x="1899161" y="1316616"/>
                </a:cubicBezTo>
                <a:lnTo>
                  <a:pt x="1853228" y="1415922"/>
                </a:lnTo>
                <a:lnTo>
                  <a:pt x="1379041" y="1415922"/>
                </a:lnTo>
                <a:lnTo>
                  <a:pt x="1388814" y="1395012"/>
                </a:lnTo>
                <a:cubicBezTo>
                  <a:pt x="1541268" y="1083908"/>
                  <a:pt x="1712933" y="761855"/>
                  <a:pt x="1903809" y="428853"/>
                </a:cubicBezTo>
                <a:lnTo>
                  <a:pt x="0" y="428853"/>
                </a:lnTo>
                <a:close/>
              </a:path>
            </a:pathLst>
          </a:custGeom>
          <a:solidFill>
            <a:schemeClr val="accent1"/>
          </a:solidFill>
          <a:ln>
            <a:noFill/>
          </a:ln>
          <a:effectLst>
            <a:outerShdw blurRad="50800" dist="38100" dir="2700000" algn="tl" rotWithShape="0">
              <a:prstClr val="black">
                <a:alpha val="40000"/>
              </a:prst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endParaRPr lang="zh-CN" altLang="en-US" sz="40000" spc="400" dirty="0">
              <a:solidFill>
                <a:schemeClr val="accent1"/>
              </a:solidFill>
              <a:latin typeface="微软雅黑" panose="020B0503020204020204" pitchFamily="34" charset="-122"/>
              <a:ea typeface="微软雅黑" panose="020B0503020204020204" pitchFamily="34" charset="-122"/>
            </a:endParaRPr>
          </a:p>
        </p:txBody>
      </p:sp>
      <p:grpSp>
        <p:nvGrpSpPr>
          <p:cNvPr id="29" name="组合 28">
            <a:extLst>
              <a:ext uri="{FF2B5EF4-FFF2-40B4-BE49-F238E27FC236}">
                <a16:creationId xmlns:a16="http://schemas.microsoft.com/office/drawing/2014/main" id="{27937F07-20B9-4AA7-8EB2-F79328A2863B}"/>
              </a:ext>
            </a:extLst>
          </p:cNvPr>
          <p:cNvGrpSpPr/>
          <p:nvPr userDrawn="1"/>
        </p:nvGrpSpPr>
        <p:grpSpPr>
          <a:xfrm>
            <a:off x="-5665" y="2349001"/>
            <a:ext cx="12263389" cy="2160000"/>
            <a:chOff x="-5665" y="2349001"/>
            <a:chExt cx="12263389" cy="2160000"/>
          </a:xfrm>
        </p:grpSpPr>
        <p:grpSp>
          <p:nvGrpSpPr>
            <p:cNvPr id="30" name="组合 29">
              <a:extLst>
                <a:ext uri="{FF2B5EF4-FFF2-40B4-BE49-F238E27FC236}">
                  <a16:creationId xmlns:a16="http://schemas.microsoft.com/office/drawing/2014/main" id="{86B3BE5F-C8A7-44E2-8F11-DFDFD2DE18C6}"/>
                </a:ext>
              </a:extLst>
            </p:cNvPr>
            <p:cNvGrpSpPr/>
            <p:nvPr/>
          </p:nvGrpSpPr>
          <p:grpSpPr>
            <a:xfrm rot="5400000" flipV="1">
              <a:off x="201860" y="2141476"/>
              <a:ext cx="2160000" cy="2575050"/>
              <a:chOff x="9148886" y="-12451"/>
              <a:chExt cx="2160000" cy="2575050"/>
            </a:xfrm>
            <a:solidFill>
              <a:schemeClr val="accent1"/>
            </a:solidFill>
          </p:grpSpPr>
          <p:sp>
            <p:nvSpPr>
              <p:cNvPr id="40" name="矩形: 圆角 39">
                <a:extLst>
                  <a:ext uri="{FF2B5EF4-FFF2-40B4-BE49-F238E27FC236}">
                    <a16:creationId xmlns:a16="http://schemas.microsoft.com/office/drawing/2014/main" id="{F779A9C5-4827-48C6-A3F5-19A6A158EE5C}"/>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圆角 40">
                <a:extLst>
                  <a:ext uri="{FF2B5EF4-FFF2-40B4-BE49-F238E27FC236}">
                    <a16:creationId xmlns:a16="http://schemas.microsoft.com/office/drawing/2014/main" id="{0AAC74BA-5771-402C-8EC0-E027A2C9BAB0}"/>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2E3E5AF9-0B2A-4690-A248-621926C5F0F8}"/>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圆角 42">
                <a:extLst>
                  <a:ext uri="{FF2B5EF4-FFF2-40B4-BE49-F238E27FC236}">
                    <a16:creationId xmlns:a16="http://schemas.microsoft.com/office/drawing/2014/main" id="{CE96621C-00D0-4387-B81B-DAEC267822E1}"/>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圆角 43">
                <a:extLst>
                  <a:ext uri="{FF2B5EF4-FFF2-40B4-BE49-F238E27FC236}">
                    <a16:creationId xmlns:a16="http://schemas.microsoft.com/office/drawing/2014/main" id="{17A590F7-899C-440D-9426-8C338A69E217}"/>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5" name="矩形: 圆角 44">
                <a:extLst>
                  <a:ext uri="{FF2B5EF4-FFF2-40B4-BE49-F238E27FC236}">
                    <a16:creationId xmlns:a16="http://schemas.microsoft.com/office/drawing/2014/main" id="{A1E22C19-2B23-4A21-983D-ADA1C61E685A}"/>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9F25EF4D-A603-412D-8E1E-AFC54C4271B4}"/>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圆角 46">
                <a:extLst>
                  <a:ext uri="{FF2B5EF4-FFF2-40B4-BE49-F238E27FC236}">
                    <a16:creationId xmlns:a16="http://schemas.microsoft.com/office/drawing/2014/main" id="{6603AFCE-571F-4F10-BD9E-A1C06CC3E1E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1" name="组合 30">
              <a:extLst>
                <a:ext uri="{FF2B5EF4-FFF2-40B4-BE49-F238E27FC236}">
                  <a16:creationId xmlns:a16="http://schemas.microsoft.com/office/drawing/2014/main" id="{99B75A75-05C8-4CB2-A18A-4FAFC7D99397}"/>
                </a:ext>
              </a:extLst>
            </p:cNvPr>
            <p:cNvGrpSpPr/>
            <p:nvPr/>
          </p:nvGrpSpPr>
          <p:grpSpPr>
            <a:xfrm rot="5400000">
              <a:off x="9890199" y="2141476"/>
              <a:ext cx="2160000" cy="2575050"/>
              <a:chOff x="9148886" y="-12451"/>
              <a:chExt cx="2160000" cy="2575050"/>
            </a:xfrm>
            <a:solidFill>
              <a:schemeClr val="accent1"/>
            </a:solidFill>
          </p:grpSpPr>
          <p:sp>
            <p:nvSpPr>
              <p:cNvPr id="32" name="矩形: 圆角 31">
                <a:extLst>
                  <a:ext uri="{FF2B5EF4-FFF2-40B4-BE49-F238E27FC236}">
                    <a16:creationId xmlns:a16="http://schemas.microsoft.com/office/drawing/2014/main" id="{11D73953-C179-4313-A5AD-E0A7CA0B090A}"/>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圆角 32">
                <a:extLst>
                  <a:ext uri="{FF2B5EF4-FFF2-40B4-BE49-F238E27FC236}">
                    <a16:creationId xmlns:a16="http://schemas.microsoft.com/office/drawing/2014/main" id="{7DF8566F-82A6-4659-AAA3-03EDE9204B47}"/>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圆角 33">
                <a:extLst>
                  <a:ext uri="{FF2B5EF4-FFF2-40B4-BE49-F238E27FC236}">
                    <a16:creationId xmlns:a16="http://schemas.microsoft.com/office/drawing/2014/main" id="{4CE92285-25F3-45EF-88EF-7E2A107F3554}"/>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圆角 34">
                <a:extLst>
                  <a:ext uri="{FF2B5EF4-FFF2-40B4-BE49-F238E27FC236}">
                    <a16:creationId xmlns:a16="http://schemas.microsoft.com/office/drawing/2014/main" id="{70087A55-EBC4-49A2-BC86-2E2A1F78FAFA}"/>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圆角 35">
                <a:extLst>
                  <a:ext uri="{FF2B5EF4-FFF2-40B4-BE49-F238E27FC236}">
                    <a16:creationId xmlns:a16="http://schemas.microsoft.com/office/drawing/2014/main" id="{9D69D707-22A1-4EE6-92B1-ADE08829252A}"/>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37" name="矩形: 圆角 36">
                <a:extLst>
                  <a:ext uri="{FF2B5EF4-FFF2-40B4-BE49-F238E27FC236}">
                    <a16:creationId xmlns:a16="http://schemas.microsoft.com/office/drawing/2014/main" id="{1C8B5550-BEFB-44CB-B6B4-9B5A6AB8998F}"/>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F0F61A0F-D41B-4D28-BA7F-5FAE1F1D0AE3}"/>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912AAA65-19F5-46BE-92D3-99E0EC481B1B}"/>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48" name="标题 1">
            <a:extLst>
              <a:ext uri="{FF2B5EF4-FFF2-40B4-BE49-F238E27FC236}">
                <a16:creationId xmlns:a16="http://schemas.microsoft.com/office/drawing/2014/main" id="{62D60EDD-AC91-44AA-912D-A231C67341B7}"/>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30001764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节标题8">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3AA3BF2-F6D2-4502-B596-B47BBFB3ED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25" name="任意多边形: 形状 24">
            <a:extLst>
              <a:ext uri="{FF2B5EF4-FFF2-40B4-BE49-F238E27FC236}">
                <a16:creationId xmlns:a16="http://schemas.microsoft.com/office/drawing/2014/main" id="{03BA1633-8B81-4E2C-B297-FAAE74580B9B}"/>
              </a:ext>
            </a:extLst>
          </p:cNvPr>
          <p:cNvSpPr/>
          <p:nvPr userDrawn="1"/>
        </p:nvSpPr>
        <p:spPr>
          <a:xfrm>
            <a:off x="4823666" y="1445866"/>
            <a:ext cx="2491313" cy="3966269"/>
          </a:xfrm>
          <a:custGeom>
            <a:avLst/>
            <a:gdLst>
              <a:gd name="connsiteX0" fmla="*/ 60792 w 2491313"/>
              <a:gd name="connsiteY0" fmla="*/ 2487134 h 3966269"/>
              <a:gd name="connsiteX1" fmla="*/ 544145 w 2491313"/>
              <a:gd name="connsiteY1" fmla="*/ 2487134 h 3966269"/>
              <a:gd name="connsiteX2" fmla="*/ 530489 w 2491313"/>
              <a:gd name="connsiteY2" fmla="*/ 2512693 h 3966269"/>
              <a:gd name="connsiteX3" fmla="*/ 475952 w 2491313"/>
              <a:gd name="connsiteY3" fmla="*/ 2811093 h 3966269"/>
              <a:gd name="connsiteX4" fmla="*/ 686660 w 2491313"/>
              <a:gd name="connsiteY4" fmla="*/ 3358934 h 3966269"/>
              <a:gd name="connsiteX5" fmla="*/ 1246896 w 2491313"/>
              <a:gd name="connsiteY5" fmla="*/ 3564685 h 3966269"/>
              <a:gd name="connsiteX6" fmla="*/ 1805892 w 2491313"/>
              <a:gd name="connsiteY6" fmla="*/ 3355216 h 3966269"/>
              <a:gd name="connsiteX7" fmla="*/ 2022797 w 2491313"/>
              <a:gd name="connsiteY7" fmla="*/ 2811093 h 3966269"/>
              <a:gd name="connsiteX8" fmla="*/ 1967951 w 2491313"/>
              <a:gd name="connsiteY8" fmla="*/ 2518891 h 3966269"/>
              <a:gd name="connsiteX9" fmla="*/ 1950846 w 2491313"/>
              <a:gd name="connsiteY9" fmla="*/ 2487134 h 3966269"/>
              <a:gd name="connsiteX10" fmla="*/ 2430485 w 2491313"/>
              <a:gd name="connsiteY10" fmla="*/ 2487134 h 3966269"/>
              <a:gd name="connsiteX11" fmla="*/ 2442354 w 2491313"/>
              <a:gd name="connsiteY11" fmla="*/ 2516102 h 3966269"/>
              <a:gd name="connsiteX12" fmla="*/ 2491313 w 2491313"/>
              <a:gd name="connsiteY12" fmla="*/ 2833403 h 3966269"/>
              <a:gd name="connsiteX13" fmla="*/ 2335141 w 2491313"/>
              <a:gd name="connsiteY13" fmla="*/ 3419668 h 3966269"/>
              <a:gd name="connsiteX14" fmla="*/ 1891414 w 2491313"/>
              <a:gd name="connsiteY14" fmla="*/ 3822492 h 3966269"/>
              <a:gd name="connsiteX15" fmla="*/ 1244417 w 2491313"/>
              <a:gd name="connsiteY15" fmla="*/ 3966269 h 3966269"/>
              <a:gd name="connsiteX16" fmla="*/ 602377 w 2491313"/>
              <a:gd name="connsiteY16" fmla="*/ 3822492 h 3966269"/>
              <a:gd name="connsiteX17" fmla="*/ 158651 w 2491313"/>
              <a:gd name="connsiteY17" fmla="*/ 3418428 h 3966269"/>
              <a:gd name="connsiteX18" fmla="*/ 0 w 2491313"/>
              <a:gd name="connsiteY18" fmla="*/ 2833403 h 3966269"/>
              <a:gd name="connsiteX19" fmla="*/ 49578 w 2491313"/>
              <a:gd name="connsiteY19" fmla="*/ 2514243 h 3966269"/>
              <a:gd name="connsiteX20" fmla="*/ 1244417 w 2491313"/>
              <a:gd name="connsiteY20" fmla="*/ 0 h 3966269"/>
              <a:gd name="connsiteX21" fmla="*/ 1797216 w 2491313"/>
              <a:gd name="connsiteY21" fmla="*/ 127664 h 3966269"/>
              <a:gd name="connsiteX22" fmla="*/ 2186406 w 2491313"/>
              <a:gd name="connsiteY22" fmla="*/ 480910 h 3966269"/>
              <a:gd name="connsiteX23" fmla="*/ 2325225 w 2491313"/>
              <a:gd name="connsiteY23" fmla="*/ 981651 h 3966269"/>
              <a:gd name="connsiteX24" fmla="*/ 2182687 w 2491313"/>
              <a:gd name="connsiteY24" fmla="*/ 1456364 h 3966269"/>
              <a:gd name="connsiteX25" fmla="*/ 2165905 w 2491313"/>
              <a:gd name="connsiteY25" fmla="*/ 1479134 h 3966269"/>
              <a:gd name="connsiteX26" fmla="*/ 1676601 w 2491313"/>
              <a:gd name="connsiteY26" fmla="*/ 1479134 h 3966269"/>
              <a:gd name="connsiteX27" fmla="*/ 1696819 w 2491313"/>
              <a:gd name="connsiteY27" fmla="*/ 1462562 h 3966269"/>
              <a:gd name="connsiteX28" fmla="*/ 1886457 w 2491313"/>
              <a:gd name="connsiteY28" fmla="*/ 1021314 h 3966269"/>
              <a:gd name="connsiteX29" fmla="*/ 1704256 w 2491313"/>
              <a:gd name="connsiteY29" fmla="*/ 580066 h 3966269"/>
              <a:gd name="connsiteX30" fmla="*/ 1246896 w 2491313"/>
              <a:gd name="connsiteY30" fmla="*/ 399105 h 3966269"/>
              <a:gd name="connsiteX31" fmla="*/ 794493 w 2491313"/>
              <a:gd name="connsiteY31" fmla="*/ 576348 h 3966269"/>
              <a:gd name="connsiteX32" fmla="*/ 614772 w 2491313"/>
              <a:gd name="connsiteY32" fmla="*/ 1021314 h 3966269"/>
              <a:gd name="connsiteX33" fmla="*/ 798211 w 2491313"/>
              <a:gd name="connsiteY33" fmla="*/ 1463801 h 3966269"/>
              <a:gd name="connsiteX34" fmla="*/ 816587 w 2491313"/>
              <a:gd name="connsiteY34" fmla="*/ 1479134 h 3966269"/>
              <a:gd name="connsiteX35" fmla="*/ 326744 w 2491313"/>
              <a:gd name="connsiteY35" fmla="*/ 1479134 h 3966269"/>
              <a:gd name="connsiteX36" fmla="*/ 312343 w 2491313"/>
              <a:gd name="connsiteY36" fmla="*/ 1460083 h 3966269"/>
              <a:gd name="connsiteX37" fmla="*/ 166087 w 2491313"/>
              <a:gd name="connsiteY37" fmla="*/ 981651 h 3966269"/>
              <a:gd name="connsiteX38" fmla="*/ 306146 w 2491313"/>
              <a:gd name="connsiteY38" fmla="*/ 483389 h 3966269"/>
              <a:gd name="connsiteX39" fmla="*/ 695336 w 2491313"/>
              <a:gd name="connsiteY39" fmla="*/ 128903 h 3966269"/>
              <a:gd name="connsiteX40" fmla="*/ 1244417 w 2491313"/>
              <a:gd name="connsiteY40" fmla="*/ 0 h 39662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2491313" h="3966269">
                <a:moveTo>
                  <a:pt x="60792" y="2487134"/>
                </a:moveTo>
                <a:lnTo>
                  <a:pt x="544145" y="2487134"/>
                </a:lnTo>
                <a:lnTo>
                  <a:pt x="530489" y="2512693"/>
                </a:lnTo>
                <a:cubicBezTo>
                  <a:pt x="494131" y="2602554"/>
                  <a:pt x="475952" y="2702021"/>
                  <a:pt x="475952" y="2811093"/>
                </a:cubicBezTo>
                <a:cubicBezTo>
                  <a:pt x="475952" y="3039154"/>
                  <a:pt x="546188" y="3221767"/>
                  <a:pt x="686660" y="3358934"/>
                </a:cubicBezTo>
                <a:cubicBezTo>
                  <a:pt x="827132" y="3496101"/>
                  <a:pt x="1013877" y="3564685"/>
                  <a:pt x="1246896" y="3564685"/>
                </a:cubicBezTo>
                <a:cubicBezTo>
                  <a:pt x="1474956" y="3564685"/>
                  <a:pt x="1661288" y="3494861"/>
                  <a:pt x="1805892" y="3355216"/>
                </a:cubicBezTo>
                <a:cubicBezTo>
                  <a:pt x="1950495" y="3215570"/>
                  <a:pt x="2022797" y="3034196"/>
                  <a:pt x="2022797" y="2811093"/>
                </a:cubicBezTo>
                <a:cubicBezTo>
                  <a:pt x="2022797" y="2705326"/>
                  <a:pt x="2004515" y="2607925"/>
                  <a:pt x="1967951" y="2518891"/>
                </a:cubicBezTo>
                <a:lnTo>
                  <a:pt x="1950846" y="2487134"/>
                </a:lnTo>
                <a:lnTo>
                  <a:pt x="2430485" y="2487134"/>
                </a:lnTo>
                <a:lnTo>
                  <a:pt x="2442354" y="2516102"/>
                </a:lnTo>
                <a:cubicBezTo>
                  <a:pt x="2474993" y="2617737"/>
                  <a:pt x="2491313" y="2723505"/>
                  <a:pt x="2491313" y="2833403"/>
                </a:cubicBezTo>
                <a:cubicBezTo>
                  <a:pt x="2491313" y="3051548"/>
                  <a:pt x="2439255" y="3246970"/>
                  <a:pt x="2335141" y="3419668"/>
                </a:cubicBezTo>
                <a:cubicBezTo>
                  <a:pt x="2231026" y="3592365"/>
                  <a:pt x="2083117" y="3726640"/>
                  <a:pt x="1891414" y="3822492"/>
                </a:cubicBezTo>
                <a:cubicBezTo>
                  <a:pt x="1699712" y="3918343"/>
                  <a:pt x="1484046" y="3966269"/>
                  <a:pt x="1244417" y="3966269"/>
                </a:cubicBezTo>
                <a:cubicBezTo>
                  <a:pt x="1006441" y="3966269"/>
                  <a:pt x="792427" y="3918343"/>
                  <a:pt x="602377" y="3822492"/>
                </a:cubicBezTo>
                <a:cubicBezTo>
                  <a:pt x="412327" y="3726640"/>
                  <a:pt x="264418" y="3591953"/>
                  <a:pt x="158651" y="3418428"/>
                </a:cubicBezTo>
                <a:cubicBezTo>
                  <a:pt x="52883" y="3244904"/>
                  <a:pt x="0" y="3049896"/>
                  <a:pt x="0" y="2833403"/>
                </a:cubicBezTo>
                <a:cubicBezTo>
                  <a:pt x="0" y="2722678"/>
                  <a:pt x="16526" y="2616291"/>
                  <a:pt x="49578" y="2514243"/>
                </a:cubicBezTo>
                <a:close/>
                <a:moveTo>
                  <a:pt x="1244417" y="0"/>
                </a:moveTo>
                <a:cubicBezTo>
                  <a:pt x="1446035" y="0"/>
                  <a:pt x="1630302" y="42554"/>
                  <a:pt x="1797216" y="127664"/>
                </a:cubicBezTo>
                <a:cubicBezTo>
                  <a:pt x="1964129" y="212773"/>
                  <a:pt x="2093859" y="330522"/>
                  <a:pt x="2186406" y="480910"/>
                </a:cubicBezTo>
                <a:cubicBezTo>
                  <a:pt x="2278952" y="631297"/>
                  <a:pt x="2325225" y="798211"/>
                  <a:pt x="2325225" y="981651"/>
                </a:cubicBezTo>
                <a:cubicBezTo>
                  <a:pt x="2325225" y="1150218"/>
                  <a:pt x="2277712" y="1308456"/>
                  <a:pt x="2182687" y="1456364"/>
                </a:cubicBezTo>
                <a:lnTo>
                  <a:pt x="2165905" y="1479134"/>
                </a:lnTo>
                <a:lnTo>
                  <a:pt x="1676601" y="1479134"/>
                </a:lnTo>
                <a:lnTo>
                  <a:pt x="1696819" y="1462562"/>
                </a:lnTo>
                <a:cubicBezTo>
                  <a:pt x="1823244" y="1338616"/>
                  <a:pt x="1886457" y="1191533"/>
                  <a:pt x="1886457" y="1021314"/>
                </a:cubicBezTo>
                <a:cubicBezTo>
                  <a:pt x="1886457" y="847790"/>
                  <a:pt x="1825723" y="700707"/>
                  <a:pt x="1704256" y="580066"/>
                </a:cubicBezTo>
                <a:cubicBezTo>
                  <a:pt x="1582789" y="459426"/>
                  <a:pt x="1430336" y="399105"/>
                  <a:pt x="1246896" y="399105"/>
                </a:cubicBezTo>
                <a:cubicBezTo>
                  <a:pt x="1065108" y="399105"/>
                  <a:pt x="914307" y="458186"/>
                  <a:pt x="794493" y="576348"/>
                </a:cubicBezTo>
                <a:cubicBezTo>
                  <a:pt x="674679" y="694510"/>
                  <a:pt x="614772" y="842832"/>
                  <a:pt x="614772" y="1021314"/>
                </a:cubicBezTo>
                <a:cubicBezTo>
                  <a:pt x="614772" y="1193186"/>
                  <a:pt x="675918" y="1340681"/>
                  <a:pt x="798211" y="1463801"/>
                </a:cubicBezTo>
                <a:lnTo>
                  <a:pt x="816587" y="1479134"/>
                </a:lnTo>
                <a:lnTo>
                  <a:pt x="326744" y="1479134"/>
                </a:lnTo>
                <a:lnTo>
                  <a:pt x="312343" y="1460083"/>
                </a:lnTo>
                <a:cubicBezTo>
                  <a:pt x="214839" y="1313000"/>
                  <a:pt x="166087" y="1153523"/>
                  <a:pt x="166087" y="981651"/>
                </a:cubicBezTo>
                <a:cubicBezTo>
                  <a:pt x="166087" y="799864"/>
                  <a:pt x="212774" y="633776"/>
                  <a:pt x="306146" y="483389"/>
                </a:cubicBezTo>
                <a:cubicBezTo>
                  <a:pt x="399519" y="333001"/>
                  <a:pt x="529249" y="214839"/>
                  <a:pt x="695336" y="128903"/>
                </a:cubicBezTo>
                <a:cubicBezTo>
                  <a:pt x="861424" y="42967"/>
                  <a:pt x="1044451" y="0"/>
                  <a:pt x="1244417" y="0"/>
                </a:cubicBezTo>
                <a:close/>
              </a:path>
            </a:pathLst>
          </a:cu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nvGrpSpPr>
          <p:cNvPr id="47" name="组合 46">
            <a:extLst>
              <a:ext uri="{FF2B5EF4-FFF2-40B4-BE49-F238E27FC236}">
                <a16:creationId xmlns:a16="http://schemas.microsoft.com/office/drawing/2014/main" id="{A32A5AC8-09DF-475D-BA5E-B677D6104D46}"/>
              </a:ext>
            </a:extLst>
          </p:cNvPr>
          <p:cNvGrpSpPr/>
          <p:nvPr userDrawn="1"/>
        </p:nvGrpSpPr>
        <p:grpSpPr>
          <a:xfrm>
            <a:off x="-5665" y="2349001"/>
            <a:ext cx="12263389" cy="2160000"/>
            <a:chOff x="-5665" y="2349001"/>
            <a:chExt cx="12263389" cy="2160000"/>
          </a:xfrm>
        </p:grpSpPr>
        <p:grpSp>
          <p:nvGrpSpPr>
            <p:cNvPr id="48" name="组合 47">
              <a:extLst>
                <a:ext uri="{FF2B5EF4-FFF2-40B4-BE49-F238E27FC236}">
                  <a16:creationId xmlns:a16="http://schemas.microsoft.com/office/drawing/2014/main" id="{965E1B0D-5FE6-4DC1-B06B-B715DF396B04}"/>
                </a:ext>
              </a:extLst>
            </p:cNvPr>
            <p:cNvGrpSpPr/>
            <p:nvPr/>
          </p:nvGrpSpPr>
          <p:grpSpPr>
            <a:xfrm rot="5400000" flipV="1">
              <a:off x="201860" y="2141476"/>
              <a:ext cx="2160000" cy="2575050"/>
              <a:chOff x="9148886" y="-12451"/>
              <a:chExt cx="2160000" cy="2575050"/>
            </a:xfrm>
            <a:solidFill>
              <a:schemeClr val="accent1"/>
            </a:solidFill>
          </p:grpSpPr>
          <p:sp>
            <p:nvSpPr>
              <p:cNvPr id="58" name="矩形: 圆角 57">
                <a:extLst>
                  <a:ext uri="{FF2B5EF4-FFF2-40B4-BE49-F238E27FC236}">
                    <a16:creationId xmlns:a16="http://schemas.microsoft.com/office/drawing/2014/main" id="{C848C8A8-34F2-4DC1-84BC-129BF5C36BDF}"/>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A7925D3A-C8B8-48C2-8FDD-9FE68B26A2A4}"/>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C4DBE9AB-4F8A-4BCB-911E-CDC89E0735D2}"/>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圆角 60">
                <a:extLst>
                  <a:ext uri="{FF2B5EF4-FFF2-40B4-BE49-F238E27FC236}">
                    <a16:creationId xmlns:a16="http://schemas.microsoft.com/office/drawing/2014/main" id="{8FCDD144-C5D4-4923-8990-DAB67B799788}"/>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1CB6E2DC-DBB0-4653-84FC-6AD385A9CD6A}"/>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3" name="矩形: 圆角 62">
                <a:extLst>
                  <a:ext uri="{FF2B5EF4-FFF2-40B4-BE49-F238E27FC236}">
                    <a16:creationId xmlns:a16="http://schemas.microsoft.com/office/drawing/2014/main" id="{32F5A8DC-09C6-41ED-99C1-152C7D549995}"/>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FA95671C-0BDD-4E6C-81E4-05785E816E36}"/>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6D80ED96-991E-4D3A-BA29-2EE1777081C4}"/>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9" name="组合 48">
              <a:extLst>
                <a:ext uri="{FF2B5EF4-FFF2-40B4-BE49-F238E27FC236}">
                  <a16:creationId xmlns:a16="http://schemas.microsoft.com/office/drawing/2014/main" id="{FCDAB549-1FF6-4138-A031-D63A6D1E6D4A}"/>
                </a:ext>
              </a:extLst>
            </p:cNvPr>
            <p:cNvGrpSpPr/>
            <p:nvPr/>
          </p:nvGrpSpPr>
          <p:grpSpPr>
            <a:xfrm rot="5400000">
              <a:off x="9890199" y="2141476"/>
              <a:ext cx="2160000" cy="2575050"/>
              <a:chOff x="9148886" y="-12451"/>
              <a:chExt cx="2160000" cy="2575050"/>
            </a:xfrm>
            <a:solidFill>
              <a:schemeClr val="accent1"/>
            </a:solidFill>
          </p:grpSpPr>
          <p:sp>
            <p:nvSpPr>
              <p:cNvPr id="50" name="矩形: 圆角 49">
                <a:extLst>
                  <a:ext uri="{FF2B5EF4-FFF2-40B4-BE49-F238E27FC236}">
                    <a16:creationId xmlns:a16="http://schemas.microsoft.com/office/drawing/2014/main" id="{9DBEE8BD-3A84-4D19-9A9B-84F582471CCD}"/>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圆角 50">
                <a:extLst>
                  <a:ext uri="{FF2B5EF4-FFF2-40B4-BE49-F238E27FC236}">
                    <a16:creationId xmlns:a16="http://schemas.microsoft.com/office/drawing/2014/main" id="{1E40B5C7-C279-4984-90D6-EE59C8D3192F}"/>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94D2D93B-DADF-4B51-AC5C-3897D6C81C14}"/>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CBC5E73C-CB9B-4735-B415-C9414BEB3F73}"/>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圆角 53">
                <a:extLst>
                  <a:ext uri="{FF2B5EF4-FFF2-40B4-BE49-F238E27FC236}">
                    <a16:creationId xmlns:a16="http://schemas.microsoft.com/office/drawing/2014/main" id="{48B9DDF7-FF9F-4FD9-AE1C-58876E144E7E}"/>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5" name="矩形: 圆角 54">
                <a:extLst>
                  <a:ext uri="{FF2B5EF4-FFF2-40B4-BE49-F238E27FC236}">
                    <a16:creationId xmlns:a16="http://schemas.microsoft.com/office/drawing/2014/main" id="{F22571BD-791F-475F-A5A3-6FA3424E95CB}"/>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A4BFD066-38D2-40FF-932E-6C62A15DD6D9}"/>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圆角 56">
                <a:extLst>
                  <a:ext uri="{FF2B5EF4-FFF2-40B4-BE49-F238E27FC236}">
                    <a16:creationId xmlns:a16="http://schemas.microsoft.com/office/drawing/2014/main" id="{C701D339-7D0E-4B78-ABF3-F06E6CAE7A43}"/>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66" name="标题 1">
            <a:extLst>
              <a:ext uri="{FF2B5EF4-FFF2-40B4-BE49-F238E27FC236}">
                <a16:creationId xmlns:a16="http://schemas.microsoft.com/office/drawing/2014/main" id="{1ED69FA9-70FF-455E-BA3B-75E860CBA0CD}"/>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17896128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节标题9">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C620AA01-B3B8-44AD-9401-B8B7B94E38CF}"/>
              </a:ext>
            </a:extLst>
          </p:cNvPr>
          <p:cNvPicPr>
            <a:picLocks noChangeAspect="1"/>
          </p:cNvPicPr>
          <p:nvPr/>
        </p:nvPicPr>
        <p:blipFill rotWithShape="1">
          <a:blip r:embed="rId2"/>
          <a:srcRect t="42126" b="43299"/>
          <a:stretch/>
        </p:blipFill>
        <p:spPr>
          <a:xfrm>
            <a:off x="0" y="2889000"/>
            <a:ext cx="12263389" cy="999510"/>
          </a:xfrm>
          <a:prstGeom prst="rect">
            <a:avLst/>
          </a:prstGeom>
        </p:spPr>
      </p:pic>
      <p:pic>
        <p:nvPicPr>
          <p:cNvPr id="27" name="图片 26">
            <a:extLst>
              <a:ext uri="{FF2B5EF4-FFF2-40B4-BE49-F238E27FC236}">
                <a16:creationId xmlns:a16="http://schemas.microsoft.com/office/drawing/2014/main" id="{C7814FA0-36D3-48B4-8AD5-C68088E55E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
        <p:nvSpPr>
          <p:cNvPr id="25" name="文本框 24">
            <a:extLst>
              <a:ext uri="{FF2B5EF4-FFF2-40B4-BE49-F238E27FC236}">
                <a16:creationId xmlns:a16="http://schemas.microsoft.com/office/drawing/2014/main" id="{3B3BC6DA-6CB7-4922-AF65-821C2CD405B5}"/>
              </a:ext>
            </a:extLst>
          </p:cNvPr>
          <p:cNvSpPr txBox="1">
            <a:spLocks/>
          </p:cNvSpPr>
          <p:nvPr userDrawn="1"/>
        </p:nvSpPr>
        <p:spPr>
          <a:xfrm>
            <a:off x="4828624" y="1425049"/>
            <a:ext cx="2455040" cy="3968748"/>
          </a:xfrm>
          <a:custGeom>
            <a:avLst/>
            <a:gdLst>
              <a:gd name="connsiteX0" fmla="*/ 1939763 w 2455040"/>
              <a:gd name="connsiteY0" fmla="*/ 2507951 h 3968748"/>
              <a:gd name="connsiteX1" fmla="*/ 2401326 w 2455040"/>
              <a:gd name="connsiteY1" fmla="*/ 2507951 h 3968748"/>
              <a:gd name="connsiteX2" fmla="*/ 2359930 w 2455040"/>
              <a:gd name="connsiteY2" fmla="*/ 2700782 h 3968748"/>
              <a:gd name="connsiteX3" fmla="*/ 2047586 w 2455040"/>
              <a:gd name="connsiteY3" fmla="*/ 3396118 h 3968748"/>
              <a:gd name="connsiteX4" fmla="*/ 894889 w 2455040"/>
              <a:gd name="connsiteY4" fmla="*/ 3968748 h 3968748"/>
              <a:gd name="connsiteX5" fmla="*/ 210708 w 2455040"/>
              <a:gd name="connsiteY5" fmla="*/ 3837366 h 3968748"/>
              <a:gd name="connsiteX6" fmla="*/ 210708 w 2455040"/>
              <a:gd name="connsiteY6" fmla="*/ 3383723 h 3968748"/>
              <a:gd name="connsiteX7" fmla="*/ 894889 w 2455040"/>
              <a:gd name="connsiteY7" fmla="*/ 3567163 h 3968748"/>
              <a:gd name="connsiteX8" fmla="*/ 1694340 w 2455040"/>
              <a:gd name="connsiteY8" fmla="*/ 3160621 h 3968748"/>
              <a:gd name="connsiteX9" fmla="*/ 1938262 w 2455040"/>
              <a:gd name="connsiteY9" fmla="*/ 2518813 h 3968748"/>
              <a:gd name="connsiteX10" fmla="*/ 1246896 w 2455040"/>
              <a:gd name="connsiteY10" fmla="*/ 0 h 3968748"/>
              <a:gd name="connsiteX11" fmla="*/ 2141785 w 2455040"/>
              <a:gd name="connsiteY11" fmla="*/ 449923 h 3968748"/>
              <a:gd name="connsiteX12" fmla="*/ 2443903 w 2455040"/>
              <a:gd name="connsiteY12" fmla="*/ 1355581 h 3968748"/>
              <a:gd name="connsiteX13" fmla="*/ 2455040 w 2455040"/>
              <a:gd name="connsiteY13" fmla="*/ 1499951 h 3968748"/>
              <a:gd name="connsiteX14" fmla="*/ 1938318 w 2455040"/>
              <a:gd name="connsiteY14" fmla="*/ 1499951 h 3968748"/>
              <a:gd name="connsiteX15" fmla="*/ 1950908 w 2455040"/>
              <a:gd name="connsiteY15" fmla="*/ 1360926 h 3968748"/>
              <a:gd name="connsiteX16" fmla="*/ 1746398 w 2455040"/>
              <a:gd name="connsiteY16" fmla="*/ 675505 h 3968748"/>
              <a:gd name="connsiteX17" fmla="*/ 1207233 w 2455040"/>
              <a:gd name="connsiteY17" fmla="*/ 404063 h 3968748"/>
              <a:gd name="connsiteX18" fmla="*/ 694097 w 2455040"/>
              <a:gd name="connsiteY18" fmla="*/ 639561 h 3968748"/>
              <a:gd name="connsiteX19" fmla="*/ 490825 w 2455040"/>
              <a:gd name="connsiteY19" fmla="*/ 1229543 h 3968748"/>
              <a:gd name="connsiteX20" fmla="*/ 503220 w 2455040"/>
              <a:gd name="connsiteY20" fmla="*/ 1412906 h 3968748"/>
              <a:gd name="connsiteX21" fmla="*/ 523031 w 2455040"/>
              <a:gd name="connsiteY21" fmla="*/ 1499951 h 3968748"/>
              <a:gd name="connsiteX22" fmla="*/ 16348 w 2455040"/>
              <a:gd name="connsiteY22" fmla="*/ 1499951 h 3968748"/>
              <a:gd name="connsiteX23" fmla="*/ 0 w 2455040"/>
              <a:gd name="connsiteY23" fmla="*/ 1291516 h 3968748"/>
              <a:gd name="connsiteX24" fmla="*/ 347048 w 2455040"/>
              <a:gd name="connsiteY24" fmla="*/ 363161 h 3968748"/>
              <a:gd name="connsiteX25" fmla="*/ 1246896 w 2455040"/>
              <a:gd name="connsiteY25" fmla="*/ 0 h 3968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455040" h="3968748">
                <a:moveTo>
                  <a:pt x="1939763" y="2507951"/>
                </a:moveTo>
                <a:lnTo>
                  <a:pt x="2401326" y="2507951"/>
                </a:lnTo>
                <a:lnTo>
                  <a:pt x="2359930" y="2700782"/>
                </a:lnTo>
                <a:cubicBezTo>
                  <a:pt x="2290520" y="2973463"/>
                  <a:pt x="2186406" y="3205242"/>
                  <a:pt x="2047586" y="3396118"/>
                </a:cubicBezTo>
                <a:cubicBezTo>
                  <a:pt x="1769947" y="3777872"/>
                  <a:pt x="1385715" y="3968748"/>
                  <a:pt x="894889" y="3968748"/>
                </a:cubicBezTo>
                <a:cubicBezTo>
                  <a:pt x="625513" y="3968748"/>
                  <a:pt x="397453" y="3924954"/>
                  <a:pt x="210708" y="3837366"/>
                </a:cubicBezTo>
                <a:lnTo>
                  <a:pt x="210708" y="3383723"/>
                </a:lnTo>
                <a:cubicBezTo>
                  <a:pt x="422242" y="3506017"/>
                  <a:pt x="650303" y="3567163"/>
                  <a:pt x="894889" y="3567163"/>
                </a:cubicBezTo>
                <a:cubicBezTo>
                  <a:pt x="1238633" y="3567163"/>
                  <a:pt x="1505116" y="3431649"/>
                  <a:pt x="1694340" y="3160621"/>
                </a:cubicBezTo>
                <a:cubicBezTo>
                  <a:pt x="1812605" y="2991228"/>
                  <a:pt x="1893912" y="2777292"/>
                  <a:pt x="1938262" y="2518813"/>
                </a:cubicBezTo>
                <a:close/>
                <a:moveTo>
                  <a:pt x="1246896" y="0"/>
                </a:moveTo>
                <a:cubicBezTo>
                  <a:pt x="1628649" y="0"/>
                  <a:pt x="1926945" y="149974"/>
                  <a:pt x="2141785" y="449923"/>
                </a:cubicBezTo>
                <a:cubicBezTo>
                  <a:pt x="2302915" y="674885"/>
                  <a:pt x="2403621" y="976771"/>
                  <a:pt x="2443903" y="1355581"/>
                </a:cubicBezTo>
                <a:lnTo>
                  <a:pt x="2455040" y="1499951"/>
                </a:lnTo>
                <a:lnTo>
                  <a:pt x="1938318" y="1499951"/>
                </a:lnTo>
                <a:lnTo>
                  <a:pt x="1950908" y="1360926"/>
                </a:lnTo>
                <a:cubicBezTo>
                  <a:pt x="1950908" y="1084939"/>
                  <a:pt x="1882738" y="856466"/>
                  <a:pt x="1746398" y="675505"/>
                </a:cubicBezTo>
                <a:cubicBezTo>
                  <a:pt x="1610057" y="494544"/>
                  <a:pt x="1430335" y="404063"/>
                  <a:pt x="1207233" y="404063"/>
                </a:cubicBezTo>
                <a:cubicBezTo>
                  <a:pt x="1000656" y="404063"/>
                  <a:pt x="829611" y="482562"/>
                  <a:pt x="694097" y="639561"/>
                </a:cubicBezTo>
                <a:cubicBezTo>
                  <a:pt x="558583" y="796559"/>
                  <a:pt x="490825" y="993219"/>
                  <a:pt x="490825" y="1229543"/>
                </a:cubicBezTo>
                <a:cubicBezTo>
                  <a:pt x="490825" y="1293995"/>
                  <a:pt x="494957" y="1355116"/>
                  <a:pt x="503220" y="1412906"/>
                </a:cubicBezTo>
                <a:lnTo>
                  <a:pt x="523031" y="1499951"/>
                </a:lnTo>
                <a:lnTo>
                  <a:pt x="16348" y="1499951"/>
                </a:lnTo>
                <a:lnTo>
                  <a:pt x="0" y="1291516"/>
                </a:lnTo>
                <a:cubicBezTo>
                  <a:pt x="0" y="914720"/>
                  <a:pt x="115682" y="605269"/>
                  <a:pt x="347048" y="363161"/>
                </a:cubicBezTo>
                <a:cubicBezTo>
                  <a:pt x="578414" y="121054"/>
                  <a:pt x="878363" y="0"/>
                  <a:pt x="1246896" y="0"/>
                </a:cubicBezTo>
                <a:close/>
              </a:path>
            </a:pathLst>
          </a:custGeom>
          <a:solidFill>
            <a:schemeClr val="accent3"/>
          </a:solidFill>
          <a:ln>
            <a:noFill/>
          </a:ln>
          <a:effectLst>
            <a:outerShdw blurRad="50800" dist="38100" dir="2700000" algn="tl" rotWithShape="0">
              <a:prstClr val="black">
                <a:alpha val="40000"/>
              </a:prstClr>
            </a:outerShdw>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endParaRPr lang="zh-CN" altLang="en-US" sz="40000" spc="400" dirty="0">
              <a:solidFill>
                <a:schemeClr val="accent3"/>
              </a:solidFill>
              <a:latin typeface="微软雅黑" panose="020B0503020204020204" pitchFamily="34" charset="-122"/>
              <a:ea typeface="微软雅黑" panose="020B0503020204020204" pitchFamily="34" charset="-122"/>
            </a:endParaRPr>
          </a:p>
        </p:txBody>
      </p:sp>
      <p:grpSp>
        <p:nvGrpSpPr>
          <p:cNvPr id="47" name="组合 46">
            <a:extLst>
              <a:ext uri="{FF2B5EF4-FFF2-40B4-BE49-F238E27FC236}">
                <a16:creationId xmlns:a16="http://schemas.microsoft.com/office/drawing/2014/main" id="{D8DFDA77-3AD4-434B-8663-7F0DD97D6C0D}"/>
              </a:ext>
            </a:extLst>
          </p:cNvPr>
          <p:cNvGrpSpPr/>
          <p:nvPr userDrawn="1"/>
        </p:nvGrpSpPr>
        <p:grpSpPr>
          <a:xfrm>
            <a:off x="-5665" y="2349001"/>
            <a:ext cx="12263389" cy="2160000"/>
            <a:chOff x="-5665" y="2349001"/>
            <a:chExt cx="12263389" cy="2160000"/>
          </a:xfrm>
        </p:grpSpPr>
        <p:grpSp>
          <p:nvGrpSpPr>
            <p:cNvPr id="48" name="组合 47">
              <a:extLst>
                <a:ext uri="{FF2B5EF4-FFF2-40B4-BE49-F238E27FC236}">
                  <a16:creationId xmlns:a16="http://schemas.microsoft.com/office/drawing/2014/main" id="{0E1C1DDC-BEC9-4E61-9F97-85540707C55B}"/>
                </a:ext>
              </a:extLst>
            </p:cNvPr>
            <p:cNvGrpSpPr/>
            <p:nvPr/>
          </p:nvGrpSpPr>
          <p:grpSpPr>
            <a:xfrm rot="5400000" flipV="1">
              <a:off x="201860" y="2141476"/>
              <a:ext cx="2160000" cy="2575050"/>
              <a:chOff x="9148886" y="-12451"/>
              <a:chExt cx="2160000" cy="2575050"/>
            </a:xfrm>
            <a:solidFill>
              <a:schemeClr val="accent1"/>
            </a:solidFill>
          </p:grpSpPr>
          <p:sp>
            <p:nvSpPr>
              <p:cNvPr id="58" name="矩形: 圆角 57">
                <a:extLst>
                  <a:ext uri="{FF2B5EF4-FFF2-40B4-BE49-F238E27FC236}">
                    <a16:creationId xmlns:a16="http://schemas.microsoft.com/office/drawing/2014/main" id="{D8863474-AEB3-4845-9AA4-CD5C8C52B122}"/>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A36225B9-47A5-4FBB-A8AE-2B4528914FE5}"/>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57308D78-DF52-4D84-A3F7-EEF3CE17BA6B}"/>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圆角 60">
                <a:extLst>
                  <a:ext uri="{FF2B5EF4-FFF2-40B4-BE49-F238E27FC236}">
                    <a16:creationId xmlns:a16="http://schemas.microsoft.com/office/drawing/2014/main" id="{DA83467D-00AC-4E22-B479-01C55084878B}"/>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D2657E2F-05E3-4E15-9C94-164777A12C57}"/>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3" name="矩形: 圆角 62">
                <a:extLst>
                  <a:ext uri="{FF2B5EF4-FFF2-40B4-BE49-F238E27FC236}">
                    <a16:creationId xmlns:a16="http://schemas.microsoft.com/office/drawing/2014/main" id="{EEC2511F-315B-408C-917E-78A05932576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圆角 63">
                <a:extLst>
                  <a:ext uri="{FF2B5EF4-FFF2-40B4-BE49-F238E27FC236}">
                    <a16:creationId xmlns:a16="http://schemas.microsoft.com/office/drawing/2014/main" id="{5266AA5E-4908-4F9D-91A9-A63DA8687CF8}"/>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5404C64F-499F-496A-A35B-8A34389FFBD5}"/>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9" name="组合 48">
              <a:extLst>
                <a:ext uri="{FF2B5EF4-FFF2-40B4-BE49-F238E27FC236}">
                  <a16:creationId xmlns:a16="http://schemas.microsoft.com/office/drawing/2014/main" id="{8D4818B4-AD1C-4C57-8A7B-72EBE99DAE17}"/>
                </a:ext>
              </a:extLst>
            </p:cNvPr>
            <p:cNvGrpSpPr/>
            <p:nvPr/>
          </p:nvGrpSpPr>
          <p:grpSpPr>
            <a:xfrm rot="5400000">
              <a:off x="9890199" y="2141476"/>
              <a:ext cx="2160000" cy="2575050"/>
              <a:chOff x="9148886" y="-12451"/>
              <a:chExt cx="2160000" cy="2575050"/>
            </a:xfrm>
            <a:solidFill>
              <a:schemeClr val="accent1"/>
            </a:solidFill>
          </p:grpSpPr>
          <p:sp>
            <p:nvSpPr>
              <p:cNvPr id="50" name="矩形: 圆角 49">
                <a:extLst>
                  <a:ext uri="{FF2B5EF4-FFF2-40B4-BE49-F238E27FC236}">
                    <a16:creationId xmlns:a16="http://schemas.microsoft.com/office/drawing/2014/main" id="{C3BD00CF-4C54-4ADF-9BEF-AC0522D3C998}"/>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圆角 50">
                <a:extLst>
                  <a:ext uri="{FF2B5EF4-FFF2-40B4-BE49-F238E27FC236}">
                    <a16:creationId xmlns:a16="http://schemas.microsoft.com/office/drawing/2014/main" id="{03038D27-C5B6-4954-BEE9-886F61B2E77A}"/>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BC7179C2-F223-4051-A836-292717FA703B}"/>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1A3978F1-8A93-4D2F-8B65-10718CBAC69A}"/>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圆角 53">
                <a:extLst>
                  <a:ext uri="{FF2B5EF4-FFF2-40B4-BE49-F238E27FC236}">
                    <a16:creationId xmlns:a16="http://schemas.microsoft.com/office/drawing/2014/main" id="{44632663-7137-4150-82BA-0D0B76B0BBA8}"/>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5" name="矩形: 圆角 54">
                <a:extLst>
                  <a:ext uri="{FF2B5EF4-FFF2-40B4-BE49-F238E27FC236}">
                    <a16:creationId xmlns:a16="http://schemas.microsoft.com/office/drawing/2014/main" id="{53CF48A3-B5D0-4B7F-9FD2-97622141B6C1}"/>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DBD97E48-4D20-4948-A691-1D91CC053501}"/>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圆角 56">
                <a:extLst>
                  <a:ext uri="{FF2B5EF4-FFF2-40B4-BE49-F238E27FC236}">
                    <a16:creationId xmlns:a16="http://schemas.microsoft.com/office/drawing/2014/main" id="{B6B807F8-277B-4D78-B744-EED774CE744A}"/>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
        <p:nvSpPr>
          <p:cNvPr id="66" name="标题 1">
            <a:extLst>
              <a:ext uri="{FF2B5EF4-FFF2-40B4-BE49-F238E27FC236}">
                <a16:creationId xmlns:a16="http://schemas.microsoft.com/office/drawing/2014/main" id="{D784A9FD-0FD4-4926-B0BC-44779D8C08B5}"/>
              </a:ext>
            </a:extLst>
          </p:cNvPr>
          <p:cNvSpPr>
            <a:spLocks noGrp="1"/>
          </p:cNvSpPr>
          <p:nvPr>
            <p:ph type="title"/>
          </p:nvPr>
        </p:nvSpPr>
        <p:spPr>
          <a:xfrm>
            <a:off x="2294498" y="277546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spTree>
    <p:extLst>
      <p:ext uri="{BB962C8B-B14F-4D97-AF65-F5344CB8AC3E}">
        <p14:creationId xmlns:p14="http://schemas.microsoft.com/office/powerpoint/2010/main" val="192687676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
        <p:nvSpPr>
          <p:cNvPr id="4" name="标题 2">
            <a:extLst>
              <a:ext uri="{FF2B5EF4-FFF2-40B4-BE49-F238E27FC236}">
                <a16:creationId xmlns:a16="http://schemas.microsoft.com/office/drawing/2014/main" id="{5E1EA772-7192-4722-9121-EC4B08BDD048}"/>
              </a:ext>
            </a:extLst>
          </p:cNvPr>
          <p:cNvSpPr txBox="1">
            <a:spLocks/>
          </p:cNvSpPr>
          <p:nvPr/>
        </p:nvSpPr>
        <p:spPr>
          <a:xfrm>
            <a:off x="2542863" y="84092"/>
            <a:ext cx="6301793" cy="6500648"/>
          </a:xfrm>
          <a:prstGeom prst="rect">
            <a:avLst/>
          </a:prstGeom>
          <a:effectLst>
            <a:outerShdw blurRad="50800" dist="38100" dir="2700000" algn="tl" rotWithShape="0">
              <a:prstClr val="black">
                <a:alpha val="40000"/>
              </a:prstClr>
            </a:outerShdw>
          </a:effectLst>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altLang="zh-CN" sz="40000" kern="100" dirty="0">
                <a:solidFill>
                  <a:schemeClr val="accent4"/>
                </a:solidFill>
                <a:latin typeface="微软雅黑" panose="020B0503020204020204" pitchFamily="34" charset="-122"/>
                <a:ea typeface="微软雅黑" panose="020B0503020204020204" pitchFamily="34" charset="-122"/>
              </a:rPr>
              <a:t>10</a:t>
            </a:r>
            <a:endParaRPr lang="zh-CN" altLang="en-US" sz="40000" kern="100" dirty="0">
              <a:solidFill>
                <a:schemeClr val="accent4"/>
              </a:solidFill>
              <a:latin typeface="微软雅黑" panose="020B0503020204020204" pitchFamily="34" charset="-122"/>
              <a:ea typeface="微软雅黑" panose="020B0503020204020204" pitchFamily="34" charset="-122"/>
            </a:endParaRPr>
          </a:p>
        </p:txBody>
      </p:sp>
      <p:pic>
        <p:nvPicPr>
          <p:cNvPr id="5" name="图片 4">
            <a:extLst>
              <a:ext uri="{FF2B5EF4-FFF2-40B4-BE49-F238E27FC236}">
                <a16:creationId xmlns:a16="http://schemas.microsoft.com/office/drawing/2014/main" id="{34CE9363-7BBE-4EA8-8E52-9DA07A9C4B30}"/>
              </a:ext>
            </a:extLst>
          </p:cNvPr>
          <p:cNvPicPr>
            <a:picLocks noChangeAspect="1"/>
          </p:cNvPicPr>
          <p:nvPr/>
        </p:nvPicPr>
        <p:blipFill rotWithShape="1">
          <a:blip r:embed="rId2"/>
          <a:srcRect t="42126" b="43299"/>
          <a:stretch/>
        </p:blipFill>
        <p:spPr>
          <a:xfrm>
            <a:off x="0" y="2889000"/>
            <a:ext cx="12263389" cy="999510"/>
          </a:xfrm>
          <a:prstGeom prst="rect">
            <a:avLst/>
          </a:prstGeom>
        </p:spPr>
      </p:pic>
      <p:sp>
        <p:nvSpPr>
          <p:cNvPr id="27" name="标题 1">
            <a:extLst>
              <a:ext uri="{FF2B5EF4-FFF2-40B4-BE49-F238E27FC236}">
                <a16:creationId xmlns:a16="http://schemas.microsoft.com/office/drawing/2014/main" id="{31D4213B-A87A-4CEF-8288-40F4E1A66DF8}"/>
              </a:ext>
            </a:extLst>
          </p:cNvPr>
          <p:cNvSpPr>
            <a:spLocks noGrp="1"/>
          </p:cNvSpPr>
          <p:nvPr>
            <p:ph type="title"/>
          </p:nvPr>
        </p:nvSpPr>
        <p:spPr>
          <a:xfrm>
            <a:off x="2294498" y="2706018"/>
            <a:ext cx="7686177" cy="1325563"/>
          </a:xfrm>
          <a:prstGeom prst="rect">
            <a:avLst/>
          </a:prstGeom>
        </p:spPr>
        <p:txBody>
          <a:bodyPr>
            <a:normAutofit/>
          </a:bodyPr>
          <a:lstStyle>
            <a:lvl1pPr marL="0" algn="ctr" defTabSz="914400" rtl="0" eaLnBrk="1" latinLnBrk="0" hangingPunct="1">
              <a:lnSpc>
                <a:spcPct val="90000"/>
              </a:lnSpc>
              <a:spcBef>
                <a:spcPct val="0"/>
              </a:spcBef>
              <a:buNone/>
              <a:defRPr lang="zh-CN" altLang="en-US" sz="3200" b="1" kern="1200" spc="200" baseline="0" dirty="0">
                <a:solidFill>
                  <a:schemeClr val="tx1">
                    <a:lumMod val="75000"/>
                    <a:lumOff val="25000"/>
                  </a:schemeClr>
                </a:solidFill>
                <a:latin typeface="微软雅黑" panose="020B0503020204020204" pitchFamily="34" charset="-122"/>
                <a:ea typeface="微软雅黑" panose="020B0503020204020204" pitchFamily="34" charset="-122"/>
                <a:cs typeface="+mj-cs"/>
              </a:defRPr>
            </a:lvl1pPr>
          </a:lstStyle>
          <a:p>
            <a:r>
              <a:rPr lang="zh-CN" altLang="en-US" dirty="0"/>
              <a:t>单击此处编辑母版标题样式</a:t>
            </a:r>
          </a:p>
        </p:txBody>
      </p:sp>
      <p:pic>
        <p:nvPicPr>
          <p:cNvPr id="26" name="图片 25">
            <a:extLst>
              <a:ext uri="{FF2B5EF4-FFF2-40B4-BE49-F238E27FC236}">
                <a16:creationId xmlns:a16="http://schemas.microsoft.com/office/drawing/2014/main" id="{3CC1F094-E140-456C-948F-41F3D0236D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grpSp>
        <p:nvGrpSpPr>
          <p:cNvPr id="28" name="组合 27">
            <a:extLst>
              <a:ext uri="{FF2B5EF4-FFF2-40B4-BE49-F238E27FC236}">
                <a16:creationId xmlns:a16="http://schemas.microsoft.com/office/drawing/2014/main" id="{C67AE60D-6B2C-4B68-8A8C-8E1C9E3E406C}"/>
              </a:ext>
            </a:extLst>
          </p:cNvPr>
          <p:cNvGrpSpPr/>
          <p:nvPr userDrawn="1"/>
        </p:nvGrpSpPr>
        <p:grpSpPr>
          <a:xfrm>
            <a:off x="-5665" y="2349001"/>
            <a:ext cx="12263389" cy="2160000"/>
            <a:chOff x="-5665" y="2349001"/>
            <a:chExt cx="12263389" cy="2160000"/>
          </a:xfrm>
        </p:grpSpPr>
        <p:grpSp>
          <p:nvGrpSpPr>
            <p:cNvPr id="29" name="组合 28">
              <a:extLst>
                <a:ext uri="{FF2B5EF4-FFF2-40B4-BE49-F238E27FC236}">
                  <a16:creationId xmlns:a16="http://schemas.microsoft.com/office/drawing/2014/main" id="{245F16CA-FA36-4B0C-9505-24876FBA6F68}"/>
                </a:ext>
              </a:extLst>
            </p:cNvPr>
            <p:cNvGrpSpPr/>
            <p:nvPr/>
          </p:nvGrpSpPr>
          <p:grpSpPr>
            <a:xfrm rot="5400000" flipV="1">
              <a:off x="201860" y="2141476"/>
              <a:ext cx="2160000" cy="2575050"/>
              <a:chOff x="9148886" y="-12451"/>
              <a:chExt cx="2160000" cy="2575050"/>
            </a:xfrm>
            <a:solidFill>
              <a:schemeClr val="accent1"/>
            </a:solidFill>
          </p:grpSpPr>
          <p:sp>
            <p:nvSpPr>
              <p:cNvPr id="39" name="矩形: 圆角 38">
                <a:extLst>
                  <a:ext uri="{FF2B5EF4-FFF2-40B4-BE49-F238E27FC236}">
                    <a16:creationId xmlns:a16="http://schemas.microsoft.com/office/drawing/2014/main" id="{11FE8E4F-2D25-4E5D-9768-10C00DD42132}"/>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CDE35321-BBB0-4E69-B14A-3BD97B8264F5}"/>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圆角 40">
                <a:extLst>
                  <a:ext uri="{FF2B5EF4-FFF2-40B4-BE49-F238E27FC236}">
                    <a16:creationId xmlns:a16="http://schemas.microsoft.com/office/drawing/2014/main" id="{DE7DC261-2C5A-42EB-AE43-721B7A762068}"/>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圆角 41">
                <a:extLst>
                  <a:ext uri="{FF2B5EF4-FFF2-40B4-BE49-F238E27FC236}">
                    <a16:creationId xmlns:a16="http://schemas.microsoft.com/office/drawing/2014/main" id="{24956056-0B4C-4EDA-BB4B-9695B57A0259}"/>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圆角 42">
                <a:extLst>
                  <a:ext uri="{FF2B5EF4-FFF2-40B4-BE49-F238E27FC236}">
                    <a16:creationId xmlns:a16="http://schemas.microsoft.com/office/drawing/2014/main" id="{8C426C92-CDC6-4733-BD44-E3D7D98AB7D3}"/>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44" name="矩形: 圆角 43">
                <a:extLst>
                  <a:ext uri="{FF2B5EF4-FFF2-40B4-BE49-F238E27FC236}">
                    <a16:creationId xmlns:a16="http://schemas.microsoft.com/office/drawing/2014/main" id="{7CD24C8D-10DC-4BAC-A6FC-5B880A3E04AD}"/>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圆角 44">
                <a:extLst>
                  <a:ext uri="{FF2B5EF4-FFF2-40B4-BE49-F238E27FC236}">
                    <a16:creationId xmlns:a16="http://schemas.microsoft.com/office/drawing/2014/main" id="{F0B07D07-92CA-418F-9E8E-7436B8F7665C}"/>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圆角 45">
                <a:extLst>
                  <a:ext uri="{FF2B5EF4-FFF2-40B4-BE49-F238E27FC236}">
                    <a16:creationId xmlns:a16="http://schemas.microsoft.com/office/drawing/2014/main" id="{F38C1E49-79BE-408D-BE66-BD696536390A}"/>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0" name="组合 29">
              <a:extLst>
                <a:ext uri="{FF2B5EF4-FFF2-40B4-BE49-F238E27FC236}">
                  <a16:creationId xmlns:a16="http://schemas.microsoft.com/office/drawing/2014/main" id="{97AC2816-D0C9-4308-BDC7-6F9A9A746B7B}"/>
                </a:ext>
              </a:extLst>
            </p:cNvPr>
            <p:cNvGrpSpPr/>
            <p:nvPr/>
          </p:nvGrpSpPr>
          <p:grpSpPr>
            <a:xfrm rot="5400000">
              <a:off x="9890199" y="2141476"/>
              <a:ext cx="2160000" cy="2575050"/>
              <a:chOff x="9148886" y="-12451"/>
              <a:chExt cx="2160000" cy="2575050"/>
            </a:xfrm>
            <a:solidFill>
              <a:schemeClr val="accent1"/>
            </a:solidFill>
          </p:grpSpPr>
          <p:sp>
            <p:nvSpPr>
              <p:cNvPr id="31" name="矩形: 圆角 30">
                <a:extLst>
                  <a:ext uri="{FF2B5EF4-FFF2-40B4-BE49-F238E27FC236}">
                    <a16:creationId xmlns:a16="http://schemas.microsoft.com/office/drawing/2014/main" id="{655CF971-675B-4DEA-B563-CC8AC11E737F}"/>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圆角 31">
                <a:extLst>
                  <a:ext uri="{FF2B5EF4-FFF2-40B4-BE49-F238E27FC236}">
                    <a16:creationId xmlns:a16="http://schemas.microsoft.com/office/drawing/2014/main" id="{9ACDD80D-3E02-49C3-9B06-B5D77073F636}"/>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圆角 32">
                <a:extLst>
                  <a:ext uri="{FF2B5EF4-FFF2-40B4-BE49-F238E27FC236}">
                    <a16:creationId xmlns:a16="http://schemas.microsoft.com/office/drawing/2014/main" id="{E39C582F-03F1-499A-BC7A-748B80E2FC27}"/>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圆角 33">
                <a:extLst>
                  <a:ext uri="{FF2B5EF4-FFF2-40B4-BE49-F238E27FC236}">
                    <a16:creationId xmlns:a16="http://schemas.microsoft.com/office/drawing/2014/main" id="{434F6517-3192-49C3-8397-20E986E2E9FF}"/>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圆角 34">
                <a:extLst>
                  <a:ext uri="{FF2B5EF4-FFF2-40B4-BE49-F238E27FC236}">
                    <a16:creationId xmlns:a16="http://schemas.microsoft.com/office/drawing/2014/main" id="{28399EC6-59C4-4E5A-9B40-1A3D88122513}"/>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36" name="矩形: 圆角 35">
                <a:extLst>
                  <a:ext uri="{FF2B5EF4-FFF2-40B4-BE49-F238E27FC236}">
                    <a16:creationId xmlns:a16="http://schemas.microsoft.com/office/drawing/2014/main" id="{2CAC61B6-6189-4A9B-85F9-6562C96D7DB2}"/>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圆角 36">
                <a:extLst>
                  <a:ext uri="{FF2B5EF4-FFF2-40B4-BE49-F238E27FC236}">
                    <a16:creationId xmlns:a16="http://schemas.microsoft.com/office/drawing/2014/main" id="{ED1B1C83-E4A0-402B-972A-796AFCDF360A}"/>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6F27F5D3-051F-45C2-B404-C98F601C86DF}"/>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spTree>
    <p:extLst>
      <p:ext uri="{BB962C8B-B14F-4D97-AF65-F5344CB8AC3E}">
        <p14:creationId xmlns:p14="http://schemas.microsoft.com/office/powerpoint/2010/main" val="19914203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内容2">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83896B6D-1C5D-4F00-BC2A-810DFA24CAC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808898" y="84093"/>
            <a:ext cx="1341568" cy="221864"/>
          </a:xfrm>
          <a:prstGeom prst="rect">
            <a:avLst/>
          </a:prstGeom>
        </p:spPr>
      </p:pic>
    </p:spTree>
    <p:extLst>
      <p:ext uri="{BB962C8B-B14F-4D97-AF65-F5344CB8AC3E}">
        <p14:creationId xmlns:p14="http://schemas.microsoft.com/office/powerpoint/2010/main" val="42830457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空白2">
    <p:spTree>
      <p:nvGrpSpPr>
        <p:cNvPr id="1" name=""/>
        <p:cNvGrpSpPr/>
        <p:nvPr/>
      </p:nvGrpSpPr>
      <p:grpSpPr>
        <a:xfrm>
          <a:off x="0" y="0"/>
          <a:ext cx="0" cy="0"/>
          <a:chOff x="0" y="0"/>
          <a:chExt cx="0" cy="0"/>
        </a:xfrm>
      </p:grpSpPr>
    </p:spTree>
    <p:extLst>
      <p:ext uri="{BB962C8B-B14F-4D97-AF65-F5344CB8AC3E}">
        <p14:creationId xmlns:p14="http://schemas.microsoft.com/office/powerpoint/2010/main" val="6756631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5B1BA8EB-250F-4825-B060-2D2E28C14E38}"/>
              </a:ext>
            </a:extLst>
          </p:cNvPr>
          <p:cNvPicPr>
            <a:picLocks noChangeAspect="1"/>
          </p:cNvPicPr>
          <p:nvPr userDrawn="1"/>
        </p:nvPicPr>
        <p:blipFill>
          <a:blip r:embed="rId17"/>
          <a:stretch>
            <a:fillRect/>
          </a:stretch>
        </p:blipFill>
        <p:spPr>
          <a:xfrm>
            <a:off x="0" y="0"/>
            <a:ext cx="12263389" cy="6858000"/>
          </a:xfrm>
          <a:prstGeom prst="rect">
            <a:avLst/>
          </a:prstGeom>
        </p:spPr>
      </p:pic>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571E4A-6831-4D3A-A5B0-DA6DC9F6315A}" type="datetimeFigureOut">
              <a:rPr lang="zh-CN" altLang="en-US" smtClean="0"/>
              <a:t>2021/7/20</a:t>
            </a:fld>
            <a:endParaRPr lang="zh-CN"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EFCA1A4-96C7-471D-A7AE-DC592B875D07}" type="slidenum">
              <a:rPr lang="zh-CN" altLang="en-US" smtClean="0"/>
              <a:t>‹#›</a:t>
            </a:fld>
            <a:endParaRPr lang="zh-CN" altLang="en-US"/>
          </a:p>
        </p:txBody>
      </p:sp>
    </p:spTree>
    <p:extLst>
      <p:ext uri="{BB962C8B-B14F-4D97-AF65-F5344CB8AC3E}">
        <p14:creationId xmlns:p14="http://schemas.microsoft.com/office/powerpoint/2010/main" val="691834778"/>
      </p:ext>
    </p:extLst>
  </p:cSld>
  <p:clrMap bg1="lt1" tx1="dk1" bg2="lt2" tx2="dk2" accent1="accent1" accent2="accent2" accent3="accent3" accent4="accent4" accent5="accent5" accent6="accent6" hlink="hlink" folHlink="folHlink"/>
  <p:sldLayoutIdLst>
    <p:sldLayoutId id="2147483758" r:id="rId1"/>
    <p:sldLayoutId id="2147483759" r:id="rId2"/>
    <p:sldLayoutId id="2147483778" r:id="rId3"/>
    <p:sldLayoutId id="2147483777" r:id="rId4"/>
    <p:sldLayoutId id="2147483760"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57" r:id="rId14"/>
    <p:sldLayoutId id="2147483776"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9.png"/><Relationship Id="rId4" Type="http://schemas.openxmlformats.org/officeDocument/2006/relationships/image" Target="../media/image8.png"/><Relationship Id="rId9" Type="http://schemas.openxmlformats.org/officeDocument/2006/relationships/image" Target="../media/image12.png"/></Relationships>
</file>

<file path=ppt/slides/_rels/slide3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2.xml"/><Relationship Id="rId4" Type="http://schemas.openxmlformats.org/officeDocument/2006/relationships/chart" Target="../charts/char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vr_business_slide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xml" /></Relationships>
</file>

<file path=ppt/slides/_rels/vr_business_slide2.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xml" /></Relationships>
</file>

<file path=ppt/slides/_rels/vr_business_slide3.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diagramData" Target="../diagrams/vr_business_data1.xml" /><Relationship Id="rId1" Type="http://schemas.openxmlformats.org/officeDocument/2006/relationships/tags" Target="../tags/vr_business_tag1.xml" /><Relationship Id="rId6" Type="http://schemas.openxmlformats.org/officeDocument/2006/relationships/diagramColors" Target="../diagrams/vr_business_colors1.xml" /><Relationship Id="rId5" Type="http://schemas.openxmlformats.org/officeDocument/2006/relationships/diagramQuickStyle" Target="../diagrams/vr_business_quickStyle1.xml" /><Relationship Id="rId4" Type="http://schemas.openxmlformats.org/officeDocument/2006/relationships/diagramLayout" Target="../diagrams/vr_business_layout1.xml" /><Relationship Id="rIdNotes" Type="http://schemas.openxmlformats.org/officeDocument/2006/relationships/notesSlide" Target="../notesSlides/vr_business_notes3.xml" /></Relationships>
</file>

<file path=ppt/slides/_rels/vr_business_slide4.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4.xml" /></Relationships>
</file>

<file path=ppt/slides/_rels/vr_business_slide5.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5.xml" /></Relationships>
</file>

<file path=ppt/slides/_rels/vr_business_slide6.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tags" Target="../tags/vr_business_tag39.xml" /><Relationship Id="rId13" Type="http://schemas.openxmlformats.org/officeDocument/2006/relationships/tags" Target="../tags/vr_business_tag44.xml" /><Relationship Id="rId18" Type="http://schemas.openxmlformats.org/officeDocument/2006/relationships/tags" Target="../tags/vr_business_tag49.xml" /><Relationship Id="rId26" Type="http://schemas.openxmlformats.org/officeDocument/2006/relationships/tags" Target="../tags/vr_business_tag57.xml" /><Relationship Id="rId3" Type="http://schemas.openxmlformats.org/officeDocument/2006/relationships/tags" Target="../tags/vr_business_tag34.xml" /><Relationship Id="rId21" Type="http://schemas.openxmlformats.org/officeDocument/2006/relationships/tags" Target="../tags/vr_business_tag52.xml" /><Relationship Id="rId7" Type="http://schemas.openxmlformats.org/officeDocument/2006/relationships/tags" Target="../tags/vr_business_tag38.xml" /><Relationship Id="rId12" Type="http://schemas.openxmlformats.org/officeDocument/2006/relationships/tags" Target="../tags/vr_business_tag43.xml" /><Relationship Id="rId17" Type="http://schemas.openxmlformats.org/officeDocument/2006/relationships/tags" Target="../tags/vr_business_tag48.xml" /><Relationship Id="rId25" Type="http://schemas.openxmlformats.org/officeDocument/2006/relationships/tags" Target="../tags/vr_business_tag56.xml" /><Relationship Id="rId2" Type="http://schemas.openxmlformats.org/officeDocument/2006/relationships/tags" Target="../tags/vr_business_tag33.xml" /><Relationship Id="rId16" Type="http://schemas.openxmlformats.org/officeDocument/2006/relationships/tags" Target="../tags/vr_business_tag47.xml" /><Relationship Id="rId20" Type="http://schemas.openxmlformats.org/officeDocument/2006/relationships/tags" Target="../tags/vr_business_tag51.xml" /><Relationship Id="rId1" Type="http://schemas.openxmlformats.org/officeDocument/2006/relationships/tags" Target="../tags/vr_business_tag32.xml" /><Relationship Id="rId6" Type="http://schemas.openxmlformats.org/officeDocument/2006/relationships/tags" Target="../tags/vr_business_tag37.xml" /><Relationship Id="rId11" Type="http://schemas.openxmlformats.org/officeDocument/2006/relationships/tags" Target="../tags/vr_business_tag42.xml" /><Relationship Id="rId24" Type="http://schemas.openxmlformats.org/officeDocument/2006/relationships/tags" Target="../tags/vr_business_tag55.xml" /><Relationship Id="rId5" Type="http://schemas.openxmlformats.org/officeDocument/2006/relationships/tags" Target="../tags/vr_business_tag36.xml" /><Relationship Id="rId15" Type="http://schemas.openxmlformats.org/officeDocument/2006/relationships/tags" Target="../tags/vr_business_tag46.xml" /><Relationship Id="rId23" Type="http://schemas.openxmlformats.org/officeDocument/2006/relationships/tags" Target="../tags/vr_business_tag54.xml" /><Relationship Id="rId10" Type="http://schemas.openxmlformats.org/officeDocument/2006/relationships/tags" Target="../tags/vr_business_tag41.xml" /><Relationship Id="rId19" Type="http://schemas.openxmlformats.org/officeDocument/2006/relationships/tags" Target="../tags/vr_business_tag50.xml" /><Relationship Id="rId4" Type="http://schemas.openxmlformats.org/officeDocument/2006/relationships/tags" Target="../tags/vr_business_tag35.xml" /><Relationship Id="rId9" Type="http://schemas.openxmlformats.org/officeDocument/2006/relationships/tags" Target="../tags/vr_business_tag40.xml" /><Relationship Id="rId14" Type="http://schemas.openxmlformats.org/officeDocument/2006/relationships/tags" Target="../tags/vr_business_tag45.xml" /><Relationship Id="rId22" Type="http://schemas.openxmlformats.org/officeDocument/2006/relationships/tags" Target="../tags/vr_business_tag53.xml" /><Relationship Id="rIdNotes" Type="http://schemas.openxmlformats.org/officeDocument/2006/relationships/notesSlide" Target="../notesSlides/vr_business_notes6.xml" /></Relationships>
</file>

<file path=ppt/slides/_rels/vr_business_slide7.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7.xml" /></Relationships>
</file>

<file path=ppt/slides/_rels/vr_business_slide8.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8.xml" /></Relationships>
</file>

<file path=ppt/slides/_rels/vr_business_slide9.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9.xml" /></Relationships>
</file>

<file path=ppt/slides/_rels/vr_business_slide10.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0.xml" /></Relationships>
</file>

<file path=ppt/slides/_rels/vr_business_slide1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1.xml" /></Relationships>
</file>

<file path=ppt/slides/_rels/vr_business_slide12.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business_image7.svg" /><Relationship Id="rId3" Type="http://schemas.openxmlformats.org/officeDocument/2006/relationships/image" Target="../media/vr_business_image2.png" /><Relationship Id="rId7" Type="http://schemas.openxmlformats.org/officeDocument/2006/relationships/image" Target="../media/vr_business_image6.png" /><Relationship Id="rId6" Type="http://schemas.openxmlformats.org/officeDocument/2006/relationships/image" Target="../media/vr_business_image5.svg" /><Relationship Id="rId5" Type="http://schemas.openxmlformats.org/officeDocument/2006/relationships/image" Target="../media/vr_business_image4.png" /><Relationship Id="rId4" Type="http://schemas.openxmlformats.org/officeDocument/2006/relationships/image" Target="../media/vr_business_image3.svg" /><Relationship Id="rIdNotes" Type="http://schemas.openxmlformats.org/officeDocument/2006/relationships/notesSlide" Target="../notesSlides/vr_business_notes12.xml" /></Relationships>
</file>

<file path=ppt/slides/_rels/vr_business_slide13.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3.xml" /></Relationships>
</file>

<file path=ppt/slides/_rels/vr_business_slide14.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image" Target="../media/vr_business_image9.svg" /><Relationship Id="rId2" Type="http://schemas.openxmlformats.org/officeDocument/2006/relationships/image" Target="../media/vr_business_image8.png" /><Relationship Id="rIdNotes" Type="http://schemas.openxmlformats.org/officeDocument/2006/relationships/notesSlide" Target="../notesSlides/vr_business_notes14.xml" /></Relationships>
</file>

<file path=ppt/slides/_rels/vr_business_slide15.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5.xml" /></Relationships>
</file>

<file path=ppt/slides/_rels/vr_business_slide16.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6.xml" /></Relationships>
</file>

<file path=ppt/slides/_rels/vr_business_slide17.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7.xml" /></Relationships>
</file>

<file path=ppt/slides/_rels/vr_business_slide18.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diagramData" Target="../diagrams/vr_business_data15.xml" /><Relationship Id="rId13" Type="http://schemas.openxmlformats.org/officeDocument/2006/relationships/diagramData" Target="../diagrams/vr_business_data16.xml" /><Relationship Id="rId18" Type="http://schemas.openxmlformats.org/officeDocument/2006/relationships/diagramData" Target="../diagrams/vr_business_data17.xml" /><Relationship Id="rId26" Type="http://schemas.openxmlformats.org/officeDocument/2006/relationships/diagramColors" Target="../diagrams/vr_business_colors18.xml" /><Relationship Id="rId3" Type="http://schemas.openxmlformats.org/officeDocument/2006/relationships/diagramData" Target="../diagrams/vr_business_data14.xml" /><Relationship Id="rId21" Type="http://schemas.openxmlformats.org/officeDocument/2006/relationships/diagramColors" Target="../diagrams/vr_business_colors17.xml" /><Relationship Id="rId25" Type="http://schemas.openxmlformats.org/officeDocument/2006/relationships/diagramQuickStyle" Target="../diagrams/vr_business_quickStyle18.xml" /><Relationship Id="rId16" Type="http://schemas.openxmlformats.org/officeDocument/2006/relationships/diagramColors" Target="../diagrams/vr_business_colors16.xml" /><Relationship Id="rId20" Type="http://schemas.openxmlformats.org/officeDocument/2006/relationships/diagramQuickStyle" Target="../diagrams/vr_business_quickStyle17.xml" /><Relationship Id="rId6" Type="http://schemas.openxmlformats.org/officeDocument/2006/relationships/diagramColors" Target="../diagrams/vr_business_colors14.xml" /><Relationship Id="rId11" Type="http://schemas.openxmlformats.org/officeDocument/2006/relationships/diagramColors" Target="../diagrams/vr_business_colors15.xml" /><Relationship Id="rId24" Type="http://schemas.openxmlformats.org/officeDocument/2006/relationships/diagramLayout" Target="../diagrams/vr_business_layout18.xml" /><Relationship Id="rId5" Type="http://schemas.openxmlformats.org/officeDocument/2006/relationships/diagramQuickStyle" Target="../diagrams/vr_business_quickStyle14.xml" /><Relationship Id="rId15" Type="http://schemas.openxmlformats.org/officeDocument/2006/relationships/diagramQuickStyle" Target="../diagrams/vr_business_quickStyle16.xml" /><Relationship Id="rId23" Type="http://schemas.openxmlformats.org/officeDocument/2006/relationships/diagramData" Target="../diagrams/vr_business_data18.xml" /><Relationship Id="rId10" Type="http://schemas.openxmlformats.org/officeDocument/2006/relationships/diagramQuickStyle" Target="../diagrams/vr_business_quickStyle15.xml" /><Relationship Id="rId19" Type="http://schemas.openxmlformats.org/officeDocument/2006/relationships/diagramLayout" Target="../diagrams/vr_business_layout17.xml" /><Relationship Id="rId4" Type="http://schemas.openxmlformats.org/officeDocument/2006/relationships/diagramLayout" Target="../diagrams/vr_business_layout14.xml" /><Relationship Id="rId9" Type="http://schemas.openxmlformats.org/officeDocument/2006/relationships/diagramLayout" Target="../diagrams/vr_business_layout15.xml" /><Relationship Id="rId14" Type="http://schemas.openxmlformats.org/officeDocument/2006/relationships/diagramLayout" Target="../diagrams/vr_business_layout16.xml" /><Relationship Id="rIdNotes" Type="http://schemas.openxmlformats.org/officeDocument/2006/relationships/notesSlide" Target="../notesSlides/vr_business_notes18.xml" /></Relationships>
</file>

<file path=ppt/slides/_rels/vr_business_slide19.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19.xml" /></Relationships>
</file>

<file path=ppt/slides/_rels/vr_business_slide20.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0.xml" /></Relationships>
</file>

<file path=ppt/slides/_rels/vr_business_slide2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1.xml" /></Relationships>
</file>

<file path=ppt/slides/_rels/vr_business_slide22.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2.xml" /></Relationships>
</file>

<file path=ppt/slides/_rels/vr_business_slide23.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image" Target="../media/vr_business_image14.png" /><Relationship Id="rId6" Type="http://schemas.openxmlformats.org/officeDocument/2006/relationships/image" Target="../media/vr_business_image17.svg" /><Relationship Id="rId5" Type="http://schemas.openxmlformats.org/officeDocument/2006/relationships/image" Target="../media/vr_business_image16.png" /><Relationship Id="rId4" Type="http://schemas.openxmlformats.org/officeDocument/2006/relationships/image" Target="../media/vr_business_image15.svg" /><Relationship Id="rIdNotes" Type="http://schemas.openxmlformats.org/officeDocument/2006/relationships/notesSlide" Target="../notesSlides/vr_business_notes23.xml" /></Relationships>
</file>

<file path=ppt/slides/_rels/vr_business_slide24.xml.rels><Relationships xmlns="http://schemas.openxmlformats.org/package/2006/relationships"><Relationship Id="rIdLayout" Type="http://schemas.openxmlformats.org/officeDocument/2006/relationships/slideLayout" Target="../slideLayouts/slideLayout2.xml" /><Relationship Id="rId1" Type="http://schemas.openxmlformats.org/officeDocument/2006/relationships/tags" Target="../tags/vr_business_tag2.xml" /><Relationship Id="rId5" Type="http://schemas.openxmlformats.org/officeDocument/2006/relationships/image" Target="../media/vr_business_image19.png" /><Relationship Id="rId4" Type="http://schemas.openxmlformats.org/officeDocument/2006/relationships/image" Target="../media/vr_business_image20.png" /><Relationship Id="rIdNotes" Type="http://schemas.openxmlformats.org/officeDocument/2006/relationships/notesSlide" Target="../notesSlides/vr_business_notes24.xml" /></Relationships>
</file>

<file path=ppt/slides/_rels/vr_business_slide25.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business_image9.svg" /><Relationship Id="rId3" Type="http://schemas.openxmlformats.org/officeDocument/2006/relationships/image" Target="../media/vr_business_image25.png" /><Relationship Id="rId7" Type="http://schemas.openxmlformats.org/officeDocument/2006/relationships/image" Target="../media/vr_business_image8.png" /><Relationship Id="rId6" Type="http://schemas.openxmlformats.org/officeDocument/2006/relationships/image" Target="../media/vr_business_image5.svg" /><Relationship Id="rId5" Type="http://schemas.openxmlformats.org/officeDocument/2006/relationships/image" Target="../media/vr_business_image4.png" /><Relationship Id="rId4" Type="http://schemas.openxmlformats.org/officeDocument/2006/relationships/image" Target="../media/vr_business_image26.svg" /><Relationship Id="rIdNotes" Type="http://schemas.openxmlformats.org/officeDocument/2006/relationships/notesSlide" Target="../notesSlides/vr_business_notes25.xml" /></Relationships>
</file>

<file path=ppt/slides/_rels/vr_business_slide26.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6.xml" /></Relationships>
</file>

<file path=ppt/slides/_rels/vr_business_slide27.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7.xml" /></Relationships>
</file>

<file path=ppt/slides/_rels/vr_business_slide28.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28.xml" /></Relationships>
</file>

<file path=ppt/slides/_rels/vr_business_slide29.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image" Target="../media/vr_business_image12.png" /><Relationship Id="rId5" Type="http://schemas.openxmlformats.org/officeDocument/2006/relationships/image" Target="../media/vr_business_image27.png" /><Relationship Id="rId4" Type="http://schemas.openxmlformats.org/officeDocument/2006/relationships/image" Target="../media/vr_business_image13.svg" /><Relationship Id="rIdNotes" Type="http://schemas.openxmlformats.org/officeDocument/2006/relationships/notesSlide" Target="../notesSlides/vr_business_notes29.xml" /></Relationships>
</file>

<file path=ppt/slides/_rels/vr_business_slide30.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30.xml" /></Relationships>
</file>

<file path=ppt/slides/_rels/vr_business_slide3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31.xml" /></Relationships>
</file>

<file path=ppt/slides/_rels/vr_business_slide32.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image" Target="../media/vr_business_image16.png" /><Relationship Id="rId4" Type="http://schemas.openxmlformats.org/officeDocument/2006/relationships/image" Target="../media/vr_business_image17.svg" /><Relationship Id="rIdNotes" Type="http://schemas.openxmlformats.org/officeDocument/2006/relationships/notesSlide" Target="../notesSlides/vr_business_notes32.xml" /></Relationships>
</file>

<file path=ppt/slides/_rels/vr_business_slide33.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business_image37.svg" /><Relationship Id="rId3" Type="http://schemas.openxmlformats.org/officeDocument/2006/relationships/tags" Target="../tags/vr_business_tag5.xml" /><Relationship Id="rId7" Type="http://schemas.openxmlformats.org/officeDocument/2006/relationships/image" Target="../media/vr_business_image36.png" /><Relationship Id="rId2" Type="http://schemas.openxmlformats.org/officeDocument/2006/relationships/tags" Target="../tags/vr_business_tag4.xml" /><Relationship Id="rId1" Type="http://schemas.openxmlformats.org/officeDocument/2006/relationships/tags" Target="../tags/vr_business_tag3.xml" /><Relationship Id="rId6" Type="http://schemas.openxmlformats.org/officeDocument/2006/relationships/image" Target="../media/vr_business_image13.svg" /><Relationship Id="rId5" Type="http://schemas.openxmlformats.org/officeDocument/2006/relationships/image" Target="../media/vr_business_image12.png" /><Relationship Id="rIdNotes" Type="http://schemas.openxmlformats.org/officeDocument/2006/relationships/notesSlide" Target="../notesSlides/vr_business_notes33.xml" /></Relationships>
</file>

<file path=ppt/slides/_rels/vr_business_slide34.xml.rels><Relationships xmlns="http://schemas.openxmlformats.org/package/2006/relationships"><Relationship Id="rIdLayout" Type="http://schemas.openxmlformats.org/officeDocument/2006/relationships/slideLayout" Target="../slideLayouts/slideLayout2.xml" /><Relationship Id="rId1" Type="http://schemas.openxmlformats.org/officeDocument/2006/relationships/tags" Target="../tags/vr_business_tag17.xml" /><Relationship Id="rIdNotes" Type="http://schemas.openxmlformats.org/officeDocument/2006/relationships/notesSlide" Target="../notesSlides/vr_business_notes34.xml" /></Relationships>
</file>

<file path=ppt/slides/_rels/vr_business_slide35.xml.rels><Relationships xmlns="http://schemas.openxmlformats.org/package/2006/relationships"><Relationship Id="rIdLayout" Type="http://schemas.openxmlformats.org/officeDocument/2006/relationships/slideLayout" Target="../slideLayouts/slideLayout2.xml" /><Relationship Id="rId1" Type="http://schemas.openxmlformats.org/officeDocument/2006/relationships/tags" Target="../tags/vr_business_tag18.xml" /><Relationship Id="rIdNotes" Type="http://schemas.openxmlformats.org/officeDocument/2006/relationships/notesSlide" Target="../notesSlides/vr_business_notes35.xml" /></Relationships>
</file>

<file path=ppt/slides/_rels/vr_business_slide36.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36.xml" /></Relationships>
</file>

<file path=ppt/slides/_rels/vr_business_slide37.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tags" Target="../tags/vr_business_tag22.xml" /><Relationship Id="rId2" Type="http://schemas.openxmlformats.org/officeDocument/2006/relationships/tags" Target="../tags/vr_business_tag21.xml" /><Relationship Id="rId1" Type="http://schemas.openxmlformats.org/officeDocument/2006/relationships/tags" Target="../tags/vr_business_tag20.xml" /><Relationship Id="rId4" Type="http://schemas.openxmlformats.org/officeDocument/2006/relationships/tags" Target="../tags/vr_business_tag23.xml" /><Relationship Id="rIdNotes" Type="http://schemas.openxmlformats.org/officeDocument/2006/relationships/notesSlide" Target="../notesSlides/vr_business_notes37.xml" /></Relationships>
</file>

<file path=ppt/slides/_rels/vr_business_slide38.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business_image35.svg" /><Relationship Id="rId3" Type="http://schemas.openxmlformats.org/officeDocument/2006/relationships/image" Target="../media/vr_business_image43.png" /><Relationship Id="rId7" Type="http://schemas.openxmlformats.org/officeDocument/2006/relationships/image" Target="../media/vr_business_image34.png" /><Relationship Id="rId6" Type="http://schemas.openxmlformats.org/officeDocument/2006/relationships/image" Target="../media/vr_business_image46.svg" /><Relationship Id="rId5" Type="http://schemas.openxmlformats.org/officeDocument/2006/relationships/image" Target="../media/vr_business_image45.png" /><Relationship Id="rId10" Type="http://schemas.openxmlformats.org/officeDocument/2006/relationships/image" Target="../media/vr_business_image11.svg" /><Relationship Id="rId4" Type="http://schemas.openxmlformats.org/officeDocument/2006/relationships/image" Target="../media/vr_business_image44.svg" /><Relationship Id="rId9" Type="http://schemas.openxmlformats.org/officeDocument/2006/relationships/image" Target="../media/vr_business_image10.png" /><Relationship Id="rIdNotes" Type="http://schemas.openxmlformats.org/officeDocument/2006/relationships/notesSlide" Target="../notesSlides/vr_business_notes38.xml" /></Relationships>
</file>

<file path=ppt/slides/_rels/vr_business_slide39.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business_image52.svg" /><Relationship Id="rId3" Type="http://schemas.openxmlformats.org/officeDocument/2006/relationships/image" Target="../media/vr_business_image47.png" /><Relationship Id="rId7" Type="http://schemas.openxmlformats.org/officeDocument/2006/relationships/image" Target="../media/vr_business_image51.png" /><Relationship Id="rId6" Type="http://schemas.openxmlformats.org/officeDocument/2006/relationships/image" Target="../media/vr_business_image50.svg" /><Relationship Id="rId5" Type="http://schemas.openxmlformats.org/officeDocument/2006/relationships/image" Target="../media/vr_business_image49.png" /><Relationship Id="rId10" Type="http://schemas.openxmlformats.org/officeDocument/2006/relationships/image" Target="../media/vr_business_image54.svg" /><Relationship Id="rId4" Type="http://schemas.openxmlformats.org/officeDocument/2006/relationships/image" Target="../media/vr_business_image48.svg" /><Relationship Id="rId9" Type="http://schemas.openxmlformats.org/officeDocument/2006/relationships/image" Target="../media/vr_business_image53.png" /><Relationship Id="rIdNotes" Type="http://schemas.openxmlformats.org/officeDocument/2006/relationships/notesSlide" Target="../notesSlides/vr_business_notes39.xml" /></Relationships>
</file>

<file path=ppt/slides/_rels/vr_business_slide40.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40.xml" /></Relationships>
</file>

<file path=ppt/slides/_rels/vr_business_slide4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41.xml" /></Relationships>
</file>

<file path=ppt/slides/_rels/vr_business_slide42.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business_notes42.xml" /></Relationships>
</file>

<file path=ppt/slides/_rels/vr_business_slide43.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chart" Target="../charts/vr_business_chart16.xml" /><Relationship Id="rId4" Type="http://schemas.openxmlformats.org/officeDocument/2006/relationships/chart" Target="../charts/vr_business_chart17.xml" /><Relationship Id="rIdNotes" Type="http://schemas.openxmlformats.org/officeDocument/2006/relationships/notesSlide" Target="../notesSlides/vr_business_notes43.xml" /></Relationships>
</file>

<file path=ppt/slides/_rels/vr_business_slide44.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chart" Target="../charts/vr_business_chart48.xml" /><Relationship Id="rIdNotes" Type="http://schemas.openxmlformats.org/officeDocument/2006/relationships/notesSlide" Target="../notesSlides/vr_business_notes44.xml" /></Relationships>
</file>

<file path=ppt/slides/_rels/vr_business_slide45.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image" Target="../media/vr_business_image65.png" /><Relationship Id="rId2" Type="http://schemas.openxmlformats.org/officeDocument/2006/relationships/chart" Target="../charts/vr_business_chart57.xml" /><Relationship Id="rId4" Type="http://schemas.openxmlformats.org/officeDocument/2006/relationships/image" Target="../media/vr_business_image66.svg" /><Relationship Id="rIdNotes" Type="http://schemas.openxmlformats.org/officeDocument/2006/relationships/notesSlide" Target="../notesSlides/vr_business_notes45.xml" /></Relationships>
</file>

<file path=ppt/slides/_rels/vr_business_slide46.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chart" Target="../charts/vr_business_chart59.xml" /><Relationship Id="rId5" Type="http://schemas.openxmlformats.org/officeDocument/2006/relationships/image" Target="../media/vr_business_image66.svg" /><Relationship Id="rId4" Type="http://schemas.openxmlformats.org/officeDocument/2006/relationships/image" Target="../media/vr_business_image65.png" /><Relationship Id="rIdNotes" Type="http://schemas.openxmlformats.org/officeDocument/2006/relationships/notesSlide" Target="../notesSlides/vr_business_notes46.xml" /></Relationships>
</file>

<file path=ppt/slides/_rels/vr_business_slide47.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chart" Target="../charts/vr_business_chart65.xml" /><Relationship Id="rId2" Type="http://schemas.openxmlformats.org/officeDocument/2006/relationships/chart" Target="../charts/vr_business_chart64.xml" /><Relationship Id="rId5" Type="http://schemas.openxmlformats.org/officeDocument/2006/relationships/image" Target="../media/vr_business_image78.svg" /><Relationship Id="rId4" Type="http://schemas.openxmlformats.org/officeDocument/2006/relationships/image" Target="../media/vr_business_image77.png" /><Relationship Id="rIdNotes" Type="http://schemas.openxmlformats.org/officeDocument/2006/relationships/notesSlide" Target="../notesSlides/vr_business_notes47.xml" /></Relationships>
</file>

<file path=ppt/slides/_rels/vr_business_slide48.xml.rels><Relationships xmlns="http://schemas.openxmlformats.org/package/2006/relationships"><Relationship Id="rIdLayout" Type="http://schemas.openxmlformats.org/officeDocument/2006/relationships/slideLayout" Target="../slideLayouts/slideLayout2.xml" /><Relationship Id="rId3" Type="http://schemas.openxmlformats.org/officeDocument/2006/relationships/chart" Target="../charts/vr_business_chart87.xml" /><Relationship Id="rIdNotes" Type="http://schemas.openxmlformats.org/officeDocument/2006/relationships/notesSlide" Target="../notesSlides/vr_business_notes48.xml" /></Relationships>
</file>

<file path=ppt/slides/_rels/vr_icons_slide1.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icons_notes1.xml" /></Relationships>
</file>

<file path=ppt/slides/_rels/vr_icons_slide2.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icons_notes2.xml" /></Relationships>
</file>

<file path=ppt/slides/_rels/vr_icons_slide3.xml.rels><Relationships xmlns="http://schemas.openxmlformats.org/package/2006/relationships"><Relationship Id="rIdLayout" Type="http://schemas.openxmlformats.org/officeDocument/2006/relationships/slideLayout" Target="../slideLayouts/slideLayout2.xml" /><Relationship Id="rId26" Type="http://schemas.openxmlformats.org/officeDocument/2006/relationships/image" Target="../media/vr_icons_image25.png" /><Relationship Id="rId21" Type="http://schemas.openxmlformats.org/officeDocument/2006/relationships/image" Target="../media/vr_icons_image20.png" /><Relationship Id="rId34" Type="http://schemas.openxmlformats.org/officeDocument/2006/relationships/image" Target="../media/vr_icons_image33.png" /><Relationship Id="rId42" Type="http://schemas.openxmlformats.org/officeDocument/2006/relationships/image" Target="../media/vr_icons_image41.png" /><Relationship Id="rId47" Type="http://schemas.openxmlformats.org/officeDocument/2006/relationships/image" Target="../media/vr_icons_image46.png" /><Relationship Id="rId50" Type="http://schemas.openxmlformats.org/officeDocument/2006/relationships/image" Target="../media/vr_icons_image49.png" /><Relationship Id="rId55" Type="http://schemas.openxmlformats.org/officeDocument/2006/relationships/image" Target="../media/vr_icons_image54.png" /><Relationship Id="rId63" Type="http://schemas.openxmlformats.org/officeDocument/2006/relationships/image" Target="../media/vr_icons_image62.png" /><Relationship Id="rId7" Type="http://schemas.openxmlformats.org/officeDocument/2006/relationships/image" Target="../media/vr_icons_image6.png" /><Relationship Id="rId2" Type="http://schemas.openxmlformats.org/officeDocument/2006/relationships/image" Target="../media/vr_icons_image1.png" /><Relationship Id="rId16" Type="http://schemas.openxmlformats.org/officeDocument/2006/relationships/image" Target="../media/vr_icons_image15.png" /><Relationship Id="rId29" Type="http://schemas.openxmlformats.org/officeDocument/2006/relationships/image" Target="../media/vr_icons_image28.png" /><Relationship Id="rId11" Type="http://schemas.openxmlformats.org/officeDocument/2006/relationships/image" Target="../media/vr_icons_image10.png" /><Relationship Id="rId24" Type="http://schemas.openxmlformats.org/officeDocument/2006/relationships/image" Target="../media/vr_icons_image23.png" /><Relationship Id="rId32" Type="http://schemas.openxmlformats.org/officeDocument/2006/relationships/image" Target="../media/vr_icons_image31.png" /><Relationship Id="rId37" Type="http://schemas.openxmlformats.org/officeDocument/2006/relationships/image" Target="../media/vr_icons_image36.png" /><Relationship Id="rId40" Type="http://schemas.openxmlformats.org/officeDocument/2006/relationships/image" Target="../media/vr_icons_image39.png" /><Relationship Id="rId45" Type="http://schemas.openxmlformats.org/officeDocument/2006/relationships/image" Target="../media/vr_icons_image44.png" /><Relationship Id="rId53" Type="http://schemas.openxmlformats.org/officeDocument/2006/relationships/image" Target="../media/vr_icons_image52.png" /><Relationship Id="rId58" Type="http://schemas.openxmlformats.org/officeDocument/2006/relationships/image" Target="../media/vr_icons_image57.png" /><Relationship Id="rId66" Type="http://schemas.openxmlformats.org/officeDocument/2006/relationships/image" Target="../media/vr_icons_image65.png" /><Relationship Id="rId5" Type="http://schemas.openxmlformats.org/officeDocument/2006/relationships/image" Target="../media/vr_icons_image4.png" /><Relationship Id="rId61" Type="http://schemas.openxmlformats.org/officeDocument/2006/relationships/image" Target="../media/vr_icons_image60.png" /><Relationship Id="rId19" Type="http://schemas.openxmlformats.org/officeDocument/2006/relationships/image" Target="../media/vr_icons_image18.png" /><Relationship Id="rId14" Type="http://schemas.openxmlformats.org/officeDocument/2006/relationships/image" Target="../media/vr_icons_image13.png" /><Relationship Id="rId22" Type="http://schemas.openxmlformats.org/officeDocument/2006/relationships/image" Target="../media/vr_icons_image21.png" /><Relationship Id="rId27" Type="http://schemas.openxmlformats.org/officeDocument/2006/relationships/image" Target="../media/vr_icons_image26.png" /><Relationship Id="rId30" Type="http://schemas.openxmlformats.org/officeDocument/2006/relationships/image" Target="../media/vr_icons_image29.png" /><Relationship Id="rId35" Type="http://schemas.openxmlformats.org/officeDocument/2006/relationships/image" Target="../media/vr_icons_image34.png" /><Relationship Id="rId43" Type="http://schemas.openxmlformats.org/officeDocument/2006/relationships/image" Target="../media/vr_icons_image42.png" /><Relationship Id="rId48" Type="http://schemas.openxmlformats.org/officeDocument/2006/relationships/image" Target="../media/vr_icons_image47.png" /><Relationship Id="rId56" Type="http://schemas.openxmlformats.org/officeDocument/2006/relationships/image" Target="../media/vr_icons_image55.png" /><Relationship Id="rId64" Type="http://schemas.openxmlformats.org/officeDocument/2006/relationships/image" Target="../media/vr_icons_image63.png" /><Relationship Id="rId8" Type="http://schemas.openxmlformats.org/officeDocument/2006/relationships/image" Target="../media/vr_icons_image7.png" /><Relationship Id="rId51" Type="http://schemas.openxmlformats.org/officeDocument/2006/relationships/image" Target="../media/vr_icons_image50.png" /><Relationship Id="rId3" Type="http://schemas.openxmlformats.org/officeDocument/2006/relationships/image" Target="../media/vr_icons_image2.png" /><Relationship Id="rId12" Type="http://schemas.openxmlformats.org/officeDocument/2006/relationships/image" Target="../media/vr_icons_image11.png" /><Relationship Id="rId17" Type="http://schemas.openxmlformats.org/officeDocument/2006/relationships/image" Target="../media/vr_icons_image16.png" /><Relationship Id="rId25" Type="http://schemas.openxmlformats.org/officeDocument/2006/relationships/image" Target="../media/vr_icons_image24.png" /><Relationship Id="rId33" Type="http://schemas.openxmlformats.org/officeDocument/2006/relationships/image" Target="../media/vr_icons_image32.png" /><Relationship Id="rId38" Type="http://schemas.openxmlformats.org/officeDocument/2006/relationships/image" Target="../media/vr_icons_image37.png" /><Relationship Id="rId46" Type="http://schemas.openxmlformats.org/officeDocument/2006/relationships/image" Target="../media/vr_icons_image45.png" /><Relationship Id="rId59" Type="http://schemas.openxmlformats.org/officeDocument/2006/relationships/image" Target="../media/vr_icons_image58.png" /><Relationship Id="rId67" Type="http://schemas.openxmlformats.org/officeDocument/2006/relationships/image" Target="../media/vr_icons_image66.png" /><Relationship Id="rId20" Type="http://schemas.openxmlformats.org/officeDocument/2006/relationships/image" Target="../media/vr_icons_image19.png" /><Relationship Id="rId41" Type="http://schemas.openxmlformats.org/officeDocument/2006/relationships/image" Target="../media/vr_icons_image40.png" /><Relationship Id="rId54" Type="http://schemas.openxmlformats.org/officeDocument/2006/relationships/image" Target="../media/vr_icons_image53.png" /><Relationship Id="rId62" Type="http://schemas.openxmlformats.org/officeDocument/2006/relationships/image" Target="../media/vr_icons_image61.png" /><Relationship Id="rId6" Type="http://schemas.openxmlformats.org/officeDocument/2006/relationships/image" Target="../media/vr_icons_image5.png" /><Relationship Id="rId15" Type="http://schemas.openxmlformats.org/officeDocument/2006/relationships/image" Target="../media/vr_icons_image14.png" /><Relationship Id="rId23" Type="http://schemas.openxmlformats.org/officeDocument/2006/relationships/image" Target="../media/vr_icons_image22.png" /><Relationship Id="rId28" Type="http://schemas.openxmlformats.org/officeDocument/2006/relationships/image" Target="../media/vr_icons_image27.png" /><Relationship Id="rId36" Type="http://schemas.openxmlformats.org/officeDocument/2006/relationships/image" Target="../media/vr_icons_image35.png" /><Relationship Id="rId49" Type="http://schemas.openxmlformats.org/officeDocument/2006/relationships/image" Target="../media/vr_icons_image48.png" /><Relationship Id="rId57" Type="http://schemas.openxmlformats.org/officeDocument/2006/relationships/image" Target="../media/vr_icons_image56.png" /><Relationship Id="rId10" Type="http://schemas.openxmlformats.org/officeDocument/2006/relationships/image" Target="../media/vr_icons_image9.png" /><Relationship Id="rId31" Type="http://schemas.openxmlformats.org/officeDocument/2006/relationships/image" Target="../media/vr_icons_image30.png" /><Relationship Id="rId44" Type="http://schemas.openxmlformats.org/officeDocument/2006/relationships/image" Target="../media/vr_icons_image43.png" /><Relationship Id="rId52" Type="http://schemas.openxmlformats.org/officeDocument/2006/relationships/image" Target="../media/vr_icons_image51.png" /><Relationship Id="rId60" Type="http://schemas.openxmlformats.org/officeDocument/2006/relationships/image" Target="../media/vr_icons_image59.png" /><Relationship Id="rId65" Type="http://schemas.openxmlformats.org/officeDocument/2006/relationships/image" Target="../media/vr_icons_image64.png" /><Relationship Id="rId4" Type="http://schemas.openxmlformats.org/officeDocument/2006/relationships/image" Target="../media/vr_icons_image3.png" /><Relationship Id="rId9" Type="http://schemas.openxmlformats.org/officeDocument/2006/relationships/image" Target="../media/vr_icons_image8.png" /><Relationship Id="rId13" Type="http://schemas.openxmlformats.org/officeDocument/2006/relationships/image" Target="../media/vr_icons_image12.png" /><Relationship Id="rId18" Type="http://schemas.openxmlformats.org/officeDocument/2006/relationships/image" Target="../media/vr_icons_image17.png" /><Relationship Id="rId39" Type="http://schemas.openxmlformats.org/officeDocument/2006/relationships/image" Target="../media/vr_icons_image38.png" /><Relationship Id="rIdNotes" Type="http://schemas.openxmlformats.org/officeDocument/2006/relationships/notesSlide" Target="../notesSlides/vr_icons_notes3.xml" /></Relationships>
</file>

<file path=ppt/slides/_rels/vr_icons_slide4.xml.rels><Relationships xmlns="http://schemas.openxmlformats.org/package/2006/relationships"><Relationship Id="rIdLayout" Type="http://schemas.openxmlformats.org/officeDocument/2006/relationships/slideLayout" Target="../slideLayouts/slideLayout2.xml" /><Relationship Id="rIdNotes" Type="http://schemas.openxmlformats.org/officeDocument/2006/relationships/notesSlide" Target="../notesSlides/vr_icons_notes4.xml" /></Relationships>
</file>

<file path=ppt/slides/_rels/vr_icons_slide5.xml.rels><Relationships xmlns="http://schemas.openxmlformats.org/package/2006/relationships"><Relationship Id="rIdLayout" Type="http://schemas.openxmlformats.org/officeDocument/2006/relationships/slideLayout" Target="../slideLayouts/slideLayout2.xml" /><Relationship Id="rId8" Type="http://schemas.openxmlformats.org/officeDocument/2006/relationships/image" Target="../media/vr_icons_image72.png" /><Relationship Id="rId13" Type="http://schemas.openxmlformats.org/officeDocument/2006/relationships/image" Target="../media/vr_icons_image77.png" /><Relationship Id="rId18" Type="http://schemas.openxmlformats.org/officeDocument/2006/relationships/image" Target="../media/vr_icons_image82.png" /><Relationship Id="rId26" Type="http://schemas.openxmlformats.org/officeDocument/2006/relationships/image" Target="../media/vr_icons_image90.png" /><Relationship Id="rId3" Type="http://schemas.openxmlformats.org/officeDocument/2006/relationships/image" Target="../media/vr_icons_image67.png" /><Relationship Id="rId21" Type="http://schemas.openxmlformats.org/officeDocument/2006/relationships/image" Target="../media/vr_icons_image85.png" /><Relationship Id="rId7" Type="http://schemas.openxmlformats.org/officeDocument/2006/relationships/image" Target="../media/vr_icons_image71.png" /><Relationship Id="rId12" Type="http://schemas.openxmlformats.org/officeDocument/2006/relationships/image" Target="../media/vr_icons_image76.png" /><Relationship Id="rId17" Type="http://schemas.openxmlformats.org/officeDocument/2006/relationships/image" Target="../media/vr_icons_image81.png" /><Relationship Id="rId25" Type="http://schemas.openxmlformats.org/officeDocument/2006/relationships/image" Target="../media/vr_icons_image89.png" /><Relationship Id="rId16" Type="http://schemas.openxmlformats.org/officeDocument/2006/relationships/image" Target="../media/vr_icons_image80.png" /><Relationship Id="rId20" Type="http://schemas.openxmlformats.org/officeDocument/2006/relationships/image" Target="../media/vr_icons_image84.png" /><Relationship Id="rId29" Type="http://schemas.openxmlformats.org/officeDocument/2006/relationships/image" Target="../media/vr_icons_image93.png" /><Relationship Id="rId6" Type="http://schemas.openxmlformats.org/officeDocument/2006/relationships/image" Target="../media/vr_icons_image70.png" /><Relationship Id="rId11" Type="http://schemas.openxmlformats.org/officeDocument/2006/relationships/image" Target="../media/vr_icons_image75.png" /><Relationship Id="rId24" Type="http://schemas.openxmlformats.org/officeDocument/2006/relationships/image" Target="../media/vr_icons_image88.png" /><Relationship Id="rId32" Type="http://schemas.openxmlformats.org/officeDocument/2006/relationships/image" Target="../media/vr_icons_image96.png" /><Relationship Id="rId5" Type="http://schemas.openxmlformats.org/officeDocument/2006/relationships/image" Target="../media/vr_icons_image69.png" /><Relationship Id="rId15" Type="http://schemas.openxmlformats.org/officeDocument/2006/relationships/image" Target="../media/vr_icons_image79.png" /><Relationship Id="rId23" Type="http://schemas.openxmlformats.org/officeDocument/2006/relationships/image" Target="../media/vr_icons_image87.png" /><Relationship Id="rId28" Type="http://schemas.openxmlformats.org/officeDocument/2006/relationships/image" Target="../media/vr_icons_image92.png" /><Relationship Id="rId10" Type="http://schemas.openxmlformats.org/officeDocument/2006/relationships/image" Target="../media/vr_icons_image74.png" /><Relationship Id="rId19" Type="http://schemas.openxmlformats.org/officeDocument/2006/relationships/image" Target="../media/vr_icons_image83.png" /><Relationship Id="rId31" Type="http://schemas.openxmlformats.org/officeDocument/2006/relationships/image" Target="../media/vr_icons_image95.png" /><Relationship Id="rId4" Type="http://schemas.openxmlformats.org/officeDocument/2006/relationships/image" Target="../media/vr_icons_image68.png" /><Relationship Id="rId9" Type="http://schemas.openxmlformats.org/officeDocument/2006/relationships/image" Target="../media/vr_icons_image73.png" /><Relationship Id="rId14" Type="http://schemas.openxmlformats.org/officeDocument/2006/relationships/image" Target="../media/vr_icons_image78.png" /><Relationship Id="rId22" Type="http://schemas.openxmlformats.org/officeDocument/2006/relationships/image" Target="../media/vr_icons_image86.png" /><Relationship Id="rId27" Type="http://schemas.openxmlformats.org/officeDocument/2006/relationships/image" Target="../media/vr_icons_image91.png" /><Relationship Id="rId30" Type="http://schemas.openxmlformats.org/officeDocument/2006/relationships/image" Target="../media/vr_icons_image94.png" /><Relationship Id="rIdNotes" Type="http://schemas.openxmlformats.org/officeDocument/2006/relationships/notesSlide" Target="../notesSlides/vr_icons_notes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9FCEAED-9010-4CAA-BBB6-BC0ED53A442F}"/>
              </a:ext>
            </a:extLst>
          </p:cNvPr>
          <p:cNvSpPr>
            <a:spLocks noGrp="1"/>
          </p:cNvSpPr>
          <p:nvPr>
            <p:ph type="title"/>
          </p:nvPr>
        </p:nvSpPr>
        <p:spPr/>
        <p:txBody>
          <a:bodyPr>
            <a:normAutofit/>
          </a:bodyPr>
          <a:lstStyle/>
          <a:p>
            <a:r>
              <a:rPr lang="zh-CN" altLang="en-US" dirty="0"/>
              <a:t>迈景基因</a:t>
            </a:r>
            <a:r>
              <a:rPr lang="en-US" altLang="zh-CN" dirty="0"/>
              <a:t>PPT</a:t>
            </a:r>
            <a:r>
              <a:rPr lang="zh-CN" altLang="en-US" dirty="0"/>
              <a:t>模板使用规范</a:t>
            </a:r>
          </a:p>
        </p:txBody>
      </p:sp>
      <p:graphicFrame>
        <p:nvGraphicFramePr>
          <p:cNvPr id="3" name="表格 3">
            <a:extLst>
              <a:ext uri="{FF2B5EF4-FFF2-40B4-BE49-F238E27FC236}">
                <a16:creationId xmlns:a16="http://schemas.microsoft.com/office/drawing/2014/main" id="{DA168495-8466-4344-9ABE-B3BC4851168A}"/>
              </a:ext>
            </a:extLst>
          </p:cNvPr>
          <p:cNvGraphicFramePr>
            <a:graphicFrameLocks noGrp="1"/>
          </p:cNvGraphicFramePr>
          <p:nvPr>
            <p:extLst>
              <p:ext uri="{D42A27DB-BD31-4B8C-83A1-F6EECF244321}">
                <p14:modId xmlns:p14="http://schemas.microsoft.com/office/powerpoint/2010/main" val="1971612747"/>
              </p:ext>
            </p:extLst>
          </p:nvPr>
        </p:nvGraphicFramePr>
        <p:xfrm>
          <a:off x="855892" y="1029849"/>
          <a:ext cx="10480216" cy="5406702"/>
        </p:xfrm>
        <a:graphic>
          <a:graphicData uri="http://schemas.openxmlformats.org/drawingml/2006/table">
            <a:tbl>
              <a:tblPr firstRow="1" bandRow="1">
                <a:tableStyleId>{5C22544A-7EE6-4342-B048-85BDC9FD1C3A}</a:tableStyleId>
              </a:tblPr>
              <a:tblGrid>
                <a:gridCol w="3172145">
                  <a:extLst>
                    <a:ext uri="{9D8B030D-6E8A-4147-A177-3AD203B41FA5}">
                      <a16:colId xmlns:a16="http://schemas.microsoft.com/office/drawing/2014/main" val="1168267017"/>
                    </a:ext>
                  </a:extLst>
                </a:gridCol>
                <a:gridCol w="3813401">
                  <a:extLst>
                    <a:ext uri="{9D8B030D-6E8A-4147-A177-3AD203B41FA5}">
                      <a16:colId xmlns:a16="http://schemas.microsoft.com/office/drawing/2014/main" val="1129070689"/>
                    </a:ext>
                  </a:extLst>
                </a:gridCol>
                <a:gridCol w="3494670">
                  <a:extLst>
                    <a:ext uri="{9D8B030D-6E8A-4147-A177-3AD203B41FA5}">
                      <a16:colId xmlns:a16="http://schemas.microsoft.com/office/drawing/2014/main" val="668197513"/>
                    </a:ext>
                  </a:extLst>
                </a:gridCol>
              </a:tblGrid>
              <a:tr h="504000">
                <a:tc>
                  <a:txBody>
                    <a:bodyPr/>
                    <a:lstStyle/>
                    <a:p>
                      <a:pPr algn="l"/>
                      <a:r>
                        <a:rPr lang="zh-CN" altLang="en-US" sz="1600" dirty="0">
                          <a:solidFill>
                            <a:schemeClr val="tx1">
                              <a:lumMod val="75000"/>
                              <a:lumOff val="25000"/>
                            </a:schemeClr>
                          </a:solidFill>
                        </a:rPr>
                        <a:t>全文字体：微软雅黑</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默认字体颜色：  </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主题色：</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9787323"/>
                  </a:ext>
                </a:extLst>
              </a:tr>
              <a:tr h="50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节标题</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字号：</a:t>
                      </a:r>
                      <a:r>
                        <a:rPr lang="en-US" altLang="zh-CN" sz="1600" dirty="0">
                          <a:solidFill>
                            <a:schemeClr val="tx1">
                              <a:lumMod val="75000"/>
                              <a:lumOff val="25000"/>
                            </a:schemeClr>
                          </a:solidFill>
                        </a:rPr>
                        <a:t>30~32</a:t>
                      </a:r>
                      <a:r>
                        <a:rPr lang="zh-CN" altLang="en-US" sz="1600" dirty="0">
                          <a:solidFill>
                            <a:schemeClr val="tx1">
                              <a:lumMod val="75000"/>
                              <a:lumOff val="25000"/>
                            </a:schemeClr>
                          </a:solidFill>
                        </a:rPr>
                        <a:t>（默认：</a:t>
                      </a:r>
                      <a:r>
                        <a:rPr lang="en-US" altLang="zh-CN" sz="1600" dirty="0">
                          <a:solidFill>
                            <a:schemeClr val="tx1">
                              <a:lumMod val="75000"/>
                              <a:lumOff val="25000"/>
                            </a:schemeClr>
                          </a:solidFill>
                        </a:rPr>
                        <a:t>32</a:t>
                      </a:r>
                      <a:r>
                        <a:rPr lang="zh-CN" altLang="en-US" sz="1600" dirty="0">
                          <a:solidFill>
                            <a:schemeClr val="tx1">
                              <a:lumMod val="75000"/>
                              <a:lumOff val="25000"/>
                            </a:schemeClr>
                          </a:solidFill>
                        </a:rPr>
                        <a:t>）</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加粗</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146580"/>
                  </a:ext>
                </a:extLst>
              </a:tr>
              <a:tr h="50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一级标题</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字号：</a:t>
                      </a:r>
                      <a:r>
                        <a:rPr lang="en-US" altLang="zh-CN" sz="1600" dirty="0">
                          <a:solidFill>
                            <a:schemeClr val="tx1">
                              <a:lumMod val="75000"/>
                              <a:lumOff val="25000"/>
                            </a:schemeClr>
                          </a:solidFill>
                        </a:rPr>
                        <a:t>24~28</a:t>
                      </a:r>
                      <a:r>
                        <a:rPr lang="zh-CN" altLang="en-US" sz="1600" dirty="0">
                          <a:solidFill>
                            <a:schemeClr val="tx1">
                              <a:lumMod val="75000"/>
                              <a:lumOff val="25000"/>
                            </a:schemeClr>
                          </a:solidFill>
                        </a:rPr>
                        <a:t>（默认：</a:t>
                      </a:r>
                      <a:r>
                        <a:rPr lang="en-US" altLang="zh-CN" sz="1600" dirty="0">
                          <a:solidFill>
                            <a:schemeClr val="tx1">
                              <a:lumMod val="75000"/>
                              <a:lumOff val="25000"/>
                            </a:schemeClr>
                          </a:solidFill>
                        </a:rPr>
                        <a:t>28</a:t>
                      </a:r>
                      <a:r>
                        <a:rPr lang="zh-CN" altLang="en-US" sz="1600" dirty="0">
                          <a:solidFill>
                            <a:schemeClr val="tx1">
                              <a:lumMod val="75000"/>
                              <a:lumOff val="25000"/>
                            </a:schemeClr>
                          </a:solidFill>
                        </a:rPr>
                        <a:t>）</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lumMod val="75000"/>
                              <a:lumOff val="25000"/>
                            </a:schemeClr>
                          </a:solidFill>
                        </a:rPr>
                        <a:t>加粗</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5495191"/>
                  </a:ext>
                </a:extLst>
              </a:tr>
              <a:tr h="504000">
                <a:tc>
                  <a:txBody>
                    <a:bodyPr/>
                    <a:lstStyle/>
                    <a:p>
                      <a:pPr algn="l"/>
                      <a:r>
                        <a:rPr lang="zh-CN" altLang="en-US" sz="1600" dirty="0">
                          <a:solidFill>
                            <a:schemeClr val="tx1">
                              <a:lumMod val="75000"/>
                              <a:lumOff val="25000"/>
                            </a:schemeClr>
                          </a:solidFill>
                        </a:rPr>
                        <a:t>二级标题</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字号：</a:t>
                      </a:r>
                      <a:r>
                        <a:rPr lang="en-US" altLang="zh-CN" sz="1600" dirty="0">
                          <a:solidFill>
                            <a:schemeClr val="tx1">
                              <a:lumMod val="75000"/>
                              <a:lumOff val="25000"/>
                            </a:schemeClr>
                          </a:solidFill>
                        </a:rPr>
                        <a:t>18~20</a:t>
                      </a:r>
                      <a:r>
                        <a:rPr lang="zh-CN" altLang="en-US" sz="1600" dirty="0">
                          <a:solidFill>
                            <a:schemeClr val="tx1">
                              <a:lumMod val="75000"/>
                              <a:lumOff val="25000"/>
                            </a:schemeClr>
                          </a:solidFill>
                        </a:rPr>
                        <a:t>（默认：</a:t>
                      </a:r>
                      <a:r>
                        <a:rPr lang="en-US" altLang="zh-CN" sz="1600" dirty="0">
                          <a:solidFill>
                            <a:schemeClr val="tx1">
                              <a:lumMod val="75000"/>
                              <a:lumOff val="25000"/>
                            </a:schemeClr>
                          </a:solidFill>
                        </a:rPr>
                        <a:t>18</a:t>
                      </a:r>
                      <a:r>
                        <a:rPr lang="zh-CN" altLang="en-US" sz="1600" dirty="0">
                          <a:solidFill>
                            <a:schemeClr val="tx1">
                              <a:lumMod val="75000"/>
                              <a:lumOff val="25000"/>
                            </a:schemeClr>
                          </a:solidFill>
                        </a:rPr>
                        <a:t>）</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加粗</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6957340"/>
                  </a:ext>
                </a:extLst>
              </a:tr>
              <a:tr h="504000">
                <a:tc>
                  <a:txBody>
                    <a:bodyPr/>
                    <a:lstStyle/>
                    <a:p>
                      <a:pPr algn="l"/>
                      <a:r>
                        <a:rPr lang="zh-CN" altLang="en-US" sz="1600" dirty="0">
                          <a:solidFill>
                            <a:schemeClr val="tx1">
                              <a:lumMod val="75000"/>
                              <a:lumOff val="25000"/>
                            </a:schemeClr>
                          </a:solidFill>
                        </a:rPr>
                        <a:t>正文内容</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字号：</a:t>
                      </a:r>
                      <a:r>
                        <a:rPr lang="en-US" altLang="zh-CN" sz="1600" dirty="0">
                          <a:solidFill>
                            <a:schemeClr val="tx1">
                              <a:lumMod val="75000"/>
                              <a:lumOff val="25000"/>
                            </a:schemeClr>
                          </a:solidFill>
                        </a:rPr>
                        <a:t>12~14</a:t>
                      </a:r>
                      <a:r>
                        <a:rPr lang="zh-CN" altLang="en-US" sz="1600" dirty="0">
                          <a:solidFill>
                            <a:schemeClr val="tx1">
                              <a:lumMod val="75000"/>
                              <a:lumOff val="25000"/>
                            </a:schemeClr>
                          </a:solidFill>
                        </a:rPr>
                        <a:t>（默认：</a:t>
                      </a:r>
                      <a:r>
                        <a:rPr lang="en-US" altLang="zh-CN" sz="1600" dirty="0">
                          <a:solidFill>
                            <a:schemeClr val="tx1">
                              <a:lumMod val="75000"/>
                              <a:lumOff val="25000"/>
                            </a:schemeClr>
                          </a:solidFill>
                        </a:rPr>
                        <a:t>12/13</a:t>
                      </a:r>
                      <a:r>
                        <a:rPr lang="zh-CN" altLang="en-US" sz="1600" dirty="0">
                          <a:solidFill>
                            <a:schemeClr val="tx1">
                              <a:lumMod val="75000"/>
                              <a:lumOff val="25000"/>
                            </a:schemeClr>
                          </a:solidFill>
                        </a:rPr>
                        <a:t>）</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常规，行间距</a:t>
                      </a:r>
                      <a:r>
                        <a:rPr lang="en-US" altLang="zh-CN" sz="1600" dirty="0">
                          <a:solidFill>
                            <a:schemeClr val="tx1">
                              <a:lumMod val="75000"/>
                              <a:lumOff val="25000"/>
                            </a:schemeClr>
                          </a:solidFill>
                        </a:rPr>
                        <a:t>1.3</a:t>
                      </a:r>
                      <a:r>
                        <a:rPr lang="zh-CN" altLang="en-US" sz="1600" dirty="0">
                          <a:solidFill>
                            <a:schemeClr val="tx1">
                              <a:lumMod val="75000"/>
                              <a:lumOff val="25000"/>
                            </a:schemeClr>
                          </a:solidFill>
                        </a:rPr>
                        <a:t>倍</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3170409"/>
                  </a:ext>
                </a:extLst>
              </a:tr>
              <a:tr h="504000">
                <a:tc>
                  <a:txBody>
                    <a:bodyPr/>
                    <a:lstStyle/>
                    <a:p>
                      <a:pPr algn="l"/>
                      <a:r>
                        <a:rPr lang="zh-CN" altLang="en-US" sz="1600" dirty="0">
                          <a:solidFill>
                            <a:schemeClr val="tx1">
                              <a:lumMod val="75000"/>
                              <a:lumOff val="25000"/>
                            </a:schemeClr>
                          </a:solidFill>
                        </a:rPr>
                        <a:t>次级内容：注释</a:t>
                      </a:r>
                      <a:r>
                        <a:rPr lang="en-US" altLang="zh-CN" sz="1600" dirty="0">
                          <a:solidFill>
                            <a:schemeClr val="tx1">
                              <a:lumMod val="75000"/>
                              <a:lumOff val="25000"/>
                            </a:schemeClr>
                          </a:solidFill>
                        </a:rPr>
                        <a:t>/</a:t>
                      </a:r>
                      <a:r>
                        <a:rPr lang="zh-CN" altLang="en-US" sz="1600" dirty="0">
                          <a:solidFill>
                            <a:schemeClr val="tx1">
                              <a:lumMod val="75000"/>
                              <a:lumOff val="25000"/>
                            </a:schemeClr>
                          </a:solidFill>
                        </a:rPr>
                        <a:t>参考文献</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字号：</a:t>
                      </a:r>
                      <a:r>
                        <a:rPr lang="en-US" altLang="zh-CN" sz="1600" dirty="0">
                          <a:solidFill>
                            <a:schemeClr val="tx1">
                              <a:lumMod val="75000"/>
                              <a:lumOff val="25000"/>
                            </a:schemeClr>
                          </a:solidFill>
                        </a:rPr>
                        <a:t>9~11</a:t>
                      </a:r>
                      <a:r>
                        <a:rPr lang="zh-CN" altLang="en-US" sz="1600" dirty="0">
                          <a:solidFill>
                            <a:schemeClr val="tx1">
                              <a:lumMod val="75000"/>
                              <a:lumOff val="25000"/>
                            </a:schemeClr>
                          </a:solidFill>
                        </a:rPr>
                        <a:t>（默认：</a:t>
                      </a:r>
                      <a:r>
                        <a:rPr lang="en-US" altLang="zh-CN" sz="1600" dirty="0">
                          <a:solidFill>
                            <a:schemeClr val="tx1">
                              <a:lumMod val="75000"/>
                              <a:lumOff val="25000"/>
                            </a:schemeClr>
                          </a:solidFill>
                        </a:rPr>
                        <a:t>10</a:t>
                      </a:r>
                      <a:r>
                        <a:rPr lang="zh-CN" altLang="en-US" sz="1600" dirty="0">
                          <a:solidFill>
                            <a:schemeClr val="tx1">
                              <a:lumMod val="75000"/>
                              <a:lumOff val="25000"/>
                            </a:schemeClr>
                          </a:solidFill>
                        </a:rPr>
                        <a:t>）</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chemeClr val="tx1">
                              <a:lumMod val="75000"/>
                              <a:lumOff val="25000"/>
                            </a:schemeClr>
                          </a:solidFill>
                        </a:rPr>
                        <a:t>常规  字体颜色：</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8024682"/>
                  </a:ext>
                </a:extLst>
              </a:tr>
              <a:tr h="1878702">
                <a:tc gridSpan="3">
                  <a:txBody>
                    <a:bodyPr/>
                    <a:lstStyle/>
                    <a:p>
                      <a:pPr algn="l">
                        <a:lnSpc>
                          <a:spcPct val="130000"/>
                        </a:lnSpc>
                      </a:pPr>
                      <a:r>
                        <a:rPr lang="en-US" altLang="zh-CN" sz="1400" dirty="0">
                          <a:solidFill>
                            <a:schemeClr val="tx1">
                              <a:lumMod val="75000"/>
                              <a:lumOff val="25000"/>
                            </a:schemeClr>
                          </a:solidFill>
                        </a:rPr>
                        <a:t>PS: </a:t>
                      </a:r>
                    </a:p>
                    <a:p>
                      <a:pPr algn="l">
                        <a:lnSpc>
                          <a:spcPct val="130000"/>
                        </a:lnSpc>
                      </a:pPr>
                      <a:r>
                        <a:rPr lang="en-US" altLang="zh-CN" sz="1400" dirty="0">
                          <a:solidFill>
                            <a:schemeClr val="tx1">
                              <a:lumMod val="75000"/>
                              <a:lumOff val="25000"/>
                            </a:schemeClr>
                          </a:solidFill>
                        </a:rPr>
                        <a:t>1.</a:t>
                      </a:r>
                      <a:r>
                        <a:rPr lang="zh-CN" altLang="en-US" sz="1400" dirty="0">
                          <a:solidFill>
                            <a:schemeClr val="tx1">
                              <a:lumMod val="75000"/>
                              <a:lumOff val="25000"/>
                            </a:schemeClr>
                          </a:solidFill>
                        </a:rPr>
                        <a:t>重点文字可另行加粗、加大字号或转换字体颜色（优先考虑主题色）突显。</a:t>
                      </a:r>
                      <a:br>
                        <a:rPr lang="en-US" altLang="zh-CN" sz="1400" dirty="0">
                          <a:solidFill>
                            <a:schemeClr val="tx1">
                              <a:lumMod val="75000"/>
                              <a:lumOff val="25000"/>
                            </a:schemeClr>
                          </a:solidFill>
                        </a:rPr>
                      </a:br>
                      <a:r>
                        <a:rPr lang="en-US" altLang="zh-CN" sz="1400" dirty="0">
                          <a:solidFill>
                            <a:schemeClr val="tx1">
                              <a:lumMod val="75000"/>
                              <a:lumOff val="25000"/>
                            </a:schemeClr>
                          </a:solidFill>
                        </a:rPr>
                        <a:t>2.</a:t>
                      </a:r>
                      <a:r>
                        <a:rPr lang="zh-CN" altLang="en-US" sz="1400" dirty="0">
                          <a:solidFill>
                            <a:schemeClr val="tx1">
                              <a:lumMod val="75000"/>
                              <a:lumOff val="25000"/>
                            </a:schemeClr>
                          </a:solidFill>
                        </a:rPr>
                        <a:t>按实际使用情况可加深默认字体颜色。</a:t>
                      </a:r>
                      <a:endParaRPr lang="en-US" altLang="zh-CN" sz="1400" dirty="0">
                        <a:solidFill>
                          <a:schemeClr val="tx1">
                            <a:lumMod val="75000"/>
                            <a:lumOff val="25000"/>
                          </a:schemeClr>
                        </a:solidFill>
                      </a:endParaRPr>
                    </a:p>
                    <a:p>
                      <a:pPr algn="l">
                        <a:lnSpc>
                          <a:spcPct val="130000"/>
                        </a:lnSpc>
                      </a:pPr>
                      <a:r>
                        <a:rPr lang="en-US" altLang="zh-CN" sz="1400" dirty="0">
                          <a:solidFill>
                            <a:schemeClr val="tx1">
                              <a:lumMod val="75000"/>
                              <a:lumOff val="25000"/>
                            </a:schemeClr>
                          </a:solidFill>
                        </a:rPr>
                        <a:t>3.</a:t>
                      </a:r>
                      <a:r>
                        <a:rPr lang="zh-CN" altLang="en-US" sz="1400" dirty="0">
                          <a:solidFill>
                            <a:schemeClr val="tx1">
                              <a:lumMod val="75000"/>
                              <a:lumOff val="25000"/>
                            </a:schemeClr>
                          </a:solidFill>
                        </a:rPr>
                        <a:t>小技巧：</a:t>
                      </a:r>
                      <a:r>
                        <a:rPr lang="en-US" altLang="zh-CN" sz="1400" dirty="0">
                          <a:solidFill>
                            <a:schemeClr val="tx1">
                              <a:lumMod val="75000"/>
                              <a:lumOff val="25000"/>
                            </a:schemeClr>
                          </a:solidFill>
                        </a:rPr>
                        <a:t>(window</a:t>
                      </a:r>
                      <a:r>
                        <a:rPr lang="zh-CN" altLang="en-US" sz="1400" dirty="0">
                          <a:solidFill>
                            <a:schemeClr val="tx1">
                              <a:lumMod val="75000"/>
                              <a:lumOff val="25000"/>
                            </a:schemeClr>
                          </a:solidFill>
                        </a:rPr>
                        <a:t>系统 </a:t>
                      </a:r>
                      <a:r>
                        <a:rPr lang="en-US" altLang="zh-CN" sz="1400" dirty="0">
                          <a:solidFill>
                            <a:schemeClr val="tx1">
                              <a:lumMod val="75000"/>
                              <a:lumOff val="25000"/>
                            </a:schemeClr>
                          </a:solidFill>
                        </a:rPr>
                        <a:t>PowerPoint)</a:t>
                      </a:r>
                      <a:r>
                        <a:rPr lang="zh-CN" altLang="en-US" sz="1400" dirty="0">
                          <a:solidFill>
                            <a:schemeClr val="tx1">
                              <a:lumMod val="75000"/>
                              <a:lumOff val="25000"/>
                            </a:schemeClr>
                          </a:solidFill>
                        </a:rPr>
                        <a:t> 快捷键</a:t>
                      </a:r>
                      <a:r>
                        <a:rPr lang="en-US" altLang="zh-CN" sz="1400" dirty="0" err="1">
                          <a:solidFill>
                            <a:schemeClr val="tx1">
                              <a:lumMod val="75000"/>
                              <a:lumOff val="25000"/>
                            </a:schemeClr>
                          </a:solidFill>
                        </a:rPr>
                        <a:t>Ctrl+G</a:t>
                      </a:r>
                      <a:r>
                        <a:rPr lang="zh-CN" altLang="en-US" sz="1400" dirty="0">
                          <a:solidFill>
                            <a:schemeClr val="tx1">
                              <a:lumMod val="75000"/>
                              <a:lumOff val="25000"/>
                            </a:schemeClr>
                          </a:solidFill>
                        </a:rPr>
                        <a:t>（组合）</a:t>
                      </a:r>
                      <a:r>
                        <a:rPr lang="en-US" altLang="zh-CN" sz="1400" dirty="0">
                          <a:solidFill>
                            <a:schemeClr val="tx1">
                              <a:lumMod val="75000"/>
                              <a:lumOff val="25000"/>
                            </a:schemeClr>
                          </a:solidFill>
                        </a:rPr>
                        <a:t>/</a:t>
                      </a:r>
                      <a:r>
                        <a:rPr lang="en-US" altLang="zh-CN" sz="1400" dirty="0" err="1">
                          <a:solidFill>
                            <a:schemeClr val="tx1">
                              <a:lumMod val="75000"/>
                              <a:lumOff val="25000"/>
                            </a:schemeClr>
                          </a:solidFill>
                        </a:rPr>
                        <a:t>Shift+Ctrl+G</a:t>
                      </a:r>
                      <a:r>
                        <a:rPr lang="zh-CN" altLang="en-US" sz="1400" dirty="0">
                          <a:solidFill>
                            <a:schemeClr val="tx1">
                              <a:lumMod val="75000"/>
                              <a:lumOff val="25000"/>
                            </a:schemeClr>
                          </a:solidFill>
                        </a:rPr>
                        <a:t>（取消组合），方便对内容进行整合、排版和移动。</a:t>
                      </a:r>
                      <a:endParaRPr lang="en-US" altLang="zh-CN" sz="1400" dirty="0">
                        <a:solidFill>
                          <a:schemeClr val="tx1">
                            <a:lumMod val="75000"/>
                            <a:lumOff val="25000"/>
                          </a:schemeClr>
                        </a:solidFill>
                      </a:endParaRPr>
                    </a:p>
                    <a:p>
                      <a:pPr algn="l">
                        <a:lnSpc>
                          <a:spcPct val="130000"/>
                        </a:lnSpc>
                      </a:pPr>
                      <a:r>
                        <a:rPr lang="en-US" altLang="zh-CN" sz="1400" dirty="0">
                          <a:solidFill>
                            <a:schemeClr val="tx1">
                              <a:lumMod val="75000"/>
                              <a:lumOff val="25000"/>
                            </a:schemeClr>
                          </a:solidFill>
                        </a:rPr>
                        <a:t>4.</a:t>
                      </a:r>
                      <a:r>
                        <a:rPr lang="zh-CN" altLang="en-US" sz="1400" dirty="0">
                          <a:solidFill>
                            <a:schemeClr val="tx1">
                              <a:lumMod val="75000"/>
                              <a:lumOff val="25000"/>
                            </a:schemeClr>
                          </a:solidFill>
                        </a:rPr>
                        <a:t>对于插入的图片可自行加阴影处理，丰富层次感。（图片工具</a:t>
                      </a:r>
                      <a:r>
                        <a:rPr lang="en-US" altLang="zh-CN" sz="1400" dirty="0">
                          <a:solidFill>
                            <a:schemeClr val="tx1">
                              <a:lumMod val="75000"/>
                              <a:lumOff val="25000"/>
                            </a:schemeClr>
                          </a:solidFill>
                        </a:rPr>
                        <a:t>-</a:t>
                      </a:r>
                      <a:r>
                        <a:rPr lang="zh-CN" altLang="en-US" sz="1400" dirty="0">
                          <a:solidFill>
                            <a:schemeClr val="tx1">
                              <a:lumMod val="75000"/>
                              <a:lumOff val="25000"/>
                            </a:schemeClr>
                          </a:solidFill>
                        </a:rPr>
                        <a:t>图片效果</a:t>
                      </a:r>
                      <a:r>
                        <a:rPr lang="en-US" altLang="zh-CN" sz="1400" dirty="0">
                          <a:solidFill>
                            <a:schemeClr val="tx1">
                              <a:lumMod val="75000"/>
                              <a:lumOff val="25000"/>
                            </a:schemeClr>
                          </a:solidFill>
                        </a:rPr>
                        <a:t>-</a:t>
                      </a:r>
                      <a:r>
                        <a:rPr lang="zh-CN" altLang="en-US" sz="1400" dirty="0">
                          <a:solidFill>
                            <a:schemeClr val="tx1">
                              <a:lumMod val="75000"/>
                              <a:lumOff val="25000"/>
                            </a:schemeClr>
                          </a:solidFill>
                        </a:rPr>
                        <a:t>阴影</a:t>
                      </a:r>
                      <a:r>
                        <a:rPr lang="en-US" altLang="zh-CN" sz="1400" dirty="0">
                          <a:solidFill>
                            <a:schemeClr val="tx1">
                              <a:lumMod val="75000"/>
                              <a:lumOff val="25000"/>
                            </a:schemeClr>
                          </a:solidFill>
                        </a:rPr>
                        <a:t>-</a:t>
                      </a:r>
                      <a:r>
                        <a:rPr lang="zh-CN" altLang="en-US" sz="1400" dirty="0">
                          <a:solidFill>
                            <a:schemeClr val="tx1">
                              <a:lumMod val="75000"/>
                              <a:lumOff val="25000"/>
                            </a:schemeClr>
                          </a:solidFill>
                        </a:rPr>
                        <a:t>外部第一个）</a:t>
                      </a:r>
                      <a:endParaRPr lang="en-US" altLang="zh-CN" sz="1400" dirty="0">
                        <a:solidFill>
                          <a:schemeClr val="tx1">
                            <a:lumMod val="75000"/>
                            <a:lumOff val="25000"/>
                          </a:schemeClr>
                        </a:solidFill>
                      </a:endParaRPr>
                    </a:p>
                    <a:p>
                      <a:pPr algn="l">
                        <a:lnSpc>
                          <a:spcPct val="130000"/>
                        </a:lnSpc>
                      </a:pPr>
                      <a:r>
                        <a:rPr lang="en-US" altLang="zh-CN" sz="1400" dirty="0">
                          <a:solidFill>
                            <a:schemeClr val="tx1">
                              <a:lumMod val="75000"/>
                              <a:lumOff val="25000"/>
                            </a:schemeClr>
                          </a:solidFill>
                        </a:rPr>
                        <a:t>5.</a:t>
                      </a:r>
                      <a:r>
                        <a:rPr lang="zh-CN" altLang="en-US" sz="1400" dirty="0">
                          <a:solidFill>
                            <a:schemeClr val="tx1">
                              <a:lumMod val="75000"/>
                              <a:lumOff val="25000"/>
                            </a:schemeClr>
                          </a:solidFill>
                        </a:rPr>
                        <a:t>节标题页大于</a:t>
                      </a:r>
                      <a:r>
                        <a:rPr lang="en-US" altLang="zh-CN" sz="1400" dirty="0">
                          <a:solidFill>
                            <a:schemeClr val="tx1">
                              <a:lumMod val="75000"/>
                              <a:lumOff val="25000"/>
                            </a:schemeClr>
                          </a:solidFill>
                        </a:rPr>
                        <a:t>10</a:t>
                      </a:r>
                      <a:r>
                        <a:rPr lang="zh-CN" altLang="en-US" sz="1400" dirty="0">
                          <a:solidFill>
                            <a:schemeClr val="tx1">
                              <a:lumMod val="75000"/>
                              <a:lumOff val="25000"/>
                            </a:schemeClr>
                          </a:solidFill>
                        </a:rPr>
                        <a:t>的需求时，需在母版进行添加改动。（视图</a:t>
                      </a:r>
                      <a:r>
                        <a:rPr lang="en-US" altLang="zh-CN" sz="1400" dirty="0">
                          <a:solidFill>
                            <a:schemeClr val="tx1">
                              <a:lumMod val="75000"/>
                              <a:lumOff val="25000"/>
                            </a:schemeClr>
                          </a:solidFill>
                        </a:rPr>
                        <a:t>-</a:t>
                      </a:r>
                      <a:r>
                        <a:rPr lang="zh-CN" altLang="en-US" sz="1400" dirty="0">
                          <a:solidFill>
                            <a:schemeClr val="tx1">
                              <a:lumMod val="75000"/>
                              <a:lumOff val="25000"/>
                            </a:schemeClr>
                          </a:solidFill>
                        </a:rPr>
                        <a:t>幻灯片母版）</a:t>
                      </a:r>
                      <a:endParaRPr lang="en-US" altLang="zh-CN" sz="1400" dirty="0">
                        <a:solidFill>
                          <a:schemeClr val="tx1">
                            <a:lumMod val="75000"/>
                            <a:lumOff val="25000"/>
                          </a:schemeClr>
                        </a:solidFill>
                      </a:endParaRP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dirty="0">
                        <a:solidFill>
                          <a:schemeClr val="tx1">
                            <a:lumMod val="75000"/>
                            <a:lumOff val="25000"/>
                          </a:schemeClr>
                        </a:solidFill>
                      </a:endParaRP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dirty="0">
                        <a:solidFill>
                          <a:schemeClr val="tx1">
                            <a:lumMod val="75000"/>
                            <a:lumOff val="25000"/>
                          </a:schemeClr>
                        </a:solidFill>
                      </a:endParaRP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4365516"/>
                  </a:ext>
                </a:extLst>
              </a:tr>
              <a:tr h="504000">
                <a:tc gridSpan="3">
                  <a:txBody>
                    <a:bodyPr/>
                    <a:lstStyle/>
                    <a:p>
                      <a:pPr algn="l">
                        <a:lnSpc>
                          <a:spcPct val="130000"/>
                        </a:lnSpc>
                      </a:pPr>
                      <a:r>
                        <a:rPr lang="zh-CN" altLang="en-US" sz="1400" dirty="0">
                          <a:solidFill>
                            <a:schemeClr val="tx1">
                              <a:lumMod val="75000"/>
                              <a:lumOff val="25000"/>
                            </a:schemeClr>
                          </a:solidFill>
                        </a:rPr>
                        <a:t>版本：</a:t>
                      </a:r>
                      <a:r>
                        <a:rPr lang="en-US" altLang="zh-CN" sz="1400" dirty="0">
                          <a:solidFill>
                            <a:schemeClr val="tx1">
                              <a:lumMod val="75000"/>
                              <a:lumOff val="25000"/>
                            </a:schemeClr>
                          </a:solidFill>
                        </a:rPr>
                        <a:t>V1.4 </a:t>
                      </a:r>
                      <a:r>
                        <a:rPr lang="zh-CN" altLang="en-US" sz="1400" dirty="0">
                          <a:solidFill>
                            <a:schemeClr val="tx1">
                              <a:lumMod val="75000"/>
                              <a:lumOff val="25000"/>
                            </a:schemeClr>
                          </a:solidFill>
                        </a:rPr>
                        <a:t>更新于</a:t>
                      </a:r>
                      <a:r>
                        <a:rPr lang="en-US" altLang="zh-CN" sz="1400" dirty="0">
                          <a:solidFill>
                            <a:schemeClr val="tx1">
                              <a:lumMod val="75000"/>
                              <a:lumOff val="25000"/>
                            </a:schemeClr>
                          </a:solidFill>
                        </a:rPr>
                        <a:t>2021-06-16</a:t>
                      </a:r>
                    </a:p>
                  </a:txBody>
                  <a:tcPr anchor="ctr">
                    <a:lnL w="12700" cmpd="sng">
                      <a:noFill/>
                    </a:lnL>
                    <a:lnR w="12700" cmpd="sng">
                      <a:noFill/>
                    </a:lnR>
                    <a:lnT w="12700" cap="flat" cmpd="sng" algn="ctr">
                      <a:solidFill>
                        <a:schemeClr val="bg1">
                          <a:lumMod val="65000"/>
                        </a:schemeClr>
                      </a:solidFill>
                      <a:prstDash val="dash"/>
                      <a:round/>
                      <a:headEnd type="none" w="med" len="med"/>
                      <a:tailEnd type="none" w="med" len="med"/>
                    </a:lnT>
                    <a:lnB w="12700" cap="flat" cmpd="sng" algn="ctr">
                      <a:solidFill>
                        <a:schemeClr val="bg1">
                          <a:lumMod val="65000"/>
                        </a:schemeClr>
                      </a:solidFill>
                      <a:prstDash val="dash"/>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2940706731"/>
                  </a:ext>
                </a:extLst>
              </a:tr>
            </a:tbl>
          </a:graphicData>
        </a:graphic>
      </p:graphicFrame>
      <p:sp>
        <p:nvSpPr>
          <p:cNvPr id="6" name="矩形 5">
            <a:extLst>
              <a:ext uri="{FF2B5EF4-FFF2-40B4-BE49-F238E27FC236}">
                <a16:creationId xmlns:a16="http://schemas.microsoft.com/office/drawing/2014/main" id="{1CE7E373-61F7-4CF1-AB22-7B2FBFCA9D36}"/>
              </a:ext>
            </a:extLst>
          </p:cNvPr>
          <p:cNvSpPr/>
          <p:nvPr/>
        </p:nvSpPr>
        <p:spPr>
          <a:xfrm>
            <a:off x="5616273" y="1167137"/>
            <a:ext cx="273269" cy="252248"/>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8A09B93C-05C1-4254-9729-0907D3766084}"/>
              </a:ext>
            </a:extLst>
          </p:cNvPr>
          <p:cNvSpPr/>
          <p:nvPr/>
        </p:nvSpPr>
        <p:spPr>
          <a:xfrm>
            <a:off x="9391176" y="3675720"/>
            <a:ext cx="273269" cy="252248"/>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a:extLst>
              <a:ext uri="{FF2B5EF4-FFF2-40B4-BE49-F238E27FC236}">
                <a16:creationId xmlns:a16="http://schemas.microsoft.com/office/drawing/2014/main" id="{B12C3AE2-0E96-4FA9-BD10-9C42750EB184}"/>
              </a:ext>
            </a:extLst>
          </p:cNvPr>
          <p:cNvGrpSpPr/>
          <p:nvPr/>
        </p:nvGrpSpPr>
        <p:grpSpPr>
          <a:xfrm>
            <a:off x="8723150" y="1167137"/>
            <a:ext cx="2488455" cy="252248"/>
            <a:chOff x="8723150" y="1167137"/>
            <a:chExt cx="2488455" cy="252248"/>
          </a:xfrm>
        </p:grpSpPr>
        <p:sp>
          <p:nvSpPr>
            <p:cNvPr id="7" name="矩形 6">
              <a:extLst>
                <a:ext uri="{FF2B5EF4-FFF2-40B4-BE49-F238E27FC236}">
                  <a16:creationId xmlns:a16="http://schemas.microsoft.com/office/drawing/2014/main" id="{7ADB7F38-28E8-409F-BB40-F3BC337D4CFE}"/>
                </a:ext>
              </a:extLst>
            </p:cNvPr>
            <p:cNvSpPr/>
            <p:nvPr/>
          </p:nvSpPr>
          <p:spPr>
            <a:xfrm>
              <a:off x="8723150" y="1167137"/>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D9B52D3A-640E-4F58-9D41-8BFE3E88091F}"/>
                </a:ext>
              </a:extLst>
            </p:cNvPr>
            <p:cNvSpPr/>
            <p:nvPr/>
          </p:nvSpPr>
          <p:spPr>
            <a:xfrm>
              <a:off x="9085759" y="1167137"/>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E7D559BF-4150-4D08-9660-D6375D0AF88C}"/>
                </a:ext>
              </a:extLst>
            </p:cNvPr>
            <p:cNvSpPr/>
            <p:nvPr/>
          </p:nvSpPr>
          <p:spPr>
            <a:xfrm>
              <a:off x="9448368" y="1167137"/>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1D965412-094A-4F01-A126-D367FBF1C641}"/>
                </a:ext>
              </a:extLst>
            </p:cNvPr>
            <p:cNvSpPr/>
            <p:nvPr/>
          </p:nvSpPr>
          <p:spPr>
            <a:xfrm>
              <a:off x="9816228" y="1167137"/>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81CEDA50-4124-4930-A968-6D1BD950B51B}"/>
                </a:ext>
              </a:extLst>
            </p:cNvPr>
            <p:cNvSpPr/>
            <p:nvPr/>
          </p:nvSpPr>
          <p:spPr>
            <a:xfrm>
              <a:off x="10178396" y="1167137"/>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BF397BC3-63CD-4EDD-A404-BE868E4AB410}"/>
                </a:ext>
              </a:extLst>
            </p:cNvPr>
            <p:cNvSpPr/>
            <p:nvPr/>
          </p:nvSpPr>
          <p:spPr>
            <a:xfrm>
              <a:off x="10540564" y="1167137"/>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356A2F91-331F-4124-8449-0981FBE8A0B9}"/>
                </a:ext>
              </a:extLst>
            </p:cNvPr>
            <p:cNvSpPr/>
            <p:nvPr/>
          </p:nvSpPr>
          <p:spPr>
            <a:xfrm>
              <a:off x="10938336" y="1167137"/>
              <a:ext cx="273269" cy="252248"/>
            </a:xfrm>
            <a:prstGeom prst="rect">
              <a:avLst/>
            </a:prstGeom>
            <a:solidFill>
              <a:srgbClr val="C00000"/>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rgbClr val="C00000"/>
                </a:solidFill>
              </a:endParaRPr>
            </a:p>
          </p:txBody>
        </p:sp>
      </p:grpSp>
    </p:spTree>
    <p:extLst>
      <p:ext uri="{BB962C8B-B14F-4D97-AF65-F5344CB8AC3E}">
        <p14:creationId xmlns:p14="http://schemas.microsoft.com/office/powerpoint/2010/main" val="3543319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a:extLst>
              <a:ext uri="{FF2B5EF4-FFF2-40B4-BE49-F238E27FC236}">
                <a16:creationId xmlns:a16="http://schemas.microsoft.com/office/drawing/2014/main" id="{F6C45844-B7EE-44D0-8D92-320DFD70D769}"/>
              </a:ext>
            </a:extLst>
          </p:cNvPr>
          <p:cNvGrpSpPr/>
          <p:nvPr/>
        </p:nvGrpSpPr>
        <p:grpSpPr>
          <a:xfrm>
            <a:off x="988073" y="2579342"/>
            <a:ext cx="6373091" cy="1949629"/>
            <a:chOff x="3471068" y="2562531"/>
            <a:chExt cx="6373091" cy="1949629"/>
          </a:xfrm>
        </p:grpSpPr>
        <p:sp>
          <p:nvSpPr>
            <p:cNvPr id="12" name="标题 2">
              <a:extLst>
                <a:ext uri="{FF2B5EF4-FFF2-40B4-BE49-F238E27FC236}">
                  <a16:creationId xmlns:a16="http://schemas.microsoft.com/office/drawing/2014/main" id="{28DCD09D-1695-4384-8556-F83B407AF80A}"/>
                </a:ext>
              </a:extLst>
            </p:cNvPr>
            <p:cNvSpPr txBox="1">
              <a:spLocks/>
            </p:cNvSpPr>
            <p:nvPr/>
          </p:nvSpPr>
          <p:spPr>
            <a:xfrm>
              <a:off x="3471068" y="2562531"/>
              <a:ext cx="6373091" cy="1396291"/>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00000"/>
                </a:lnSpc>
              </a:pPr>
              <a:r>
                <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endParaRPr lang="en-US" altLang="zh-CN" sz="4000" b="1" spc="400" dirty="0">
                <a:solidFill>
                  <a:schemeClr val="tx1">
                    <a:lumMod val="75000"/>
                    <a:lumOff val="25000"/>
                  </a:schemeClr>
                </a:solidFill>
                <a:latin typeface="微软雅黑" panose="020B0503020204020204" pitchFamily="34" charset="-122"/>
                <a:ea typeface="微软雅黑" panose="020B0503020204020204" pitchFamily="34" charset="-122"/>
              </a:endParaRPr>
            </a:p>
            <a:p>
              <a:pPr algn="l">
                <a:lnSpc>
                  <a:spcPct val="100000"/>
                </a:lnSpc>
              </a:pPr>
              <a:r>
                <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rPr>
                <a:t>双行</a:t>
              </a:r>
            </a:p>
          </p:txBody>
        </p:sp>
        <p:sp>
          <p:nvSpPr>
            <p:cNvPr id="13" name="文本框 12">
              <a:extLst>
                <a:ext uri="{FF2B5EF4-FFF2-40B4-BE49-F238E27FC236}">
                  <a16:creationId xmlns:a16="http://schemas.microsoft.com/office/drawing/2014/main" id="{57121307-1770-433E-9069-09EC8ED5B771}"/>
                </a:ext>
              </a:extLst>
            </p:cNvPr>
            <p:cNvSpPr txBox="1"/>
            <p:nvPr/>
          </p:nvSpPr>
          <p:spPr>
            <a:xfrm>
              <a:off x="3489540" y="4112050"/>
              <a:ext cx="4664582" cy="400110"/>
            </a:xfrm>
            <a:prstGeom prst="rect">
              <a:avLst/>
            </a:prstGeom>
            <a:noFill/>
          </p:spPr>
          <p:txBody>
            <a:bodyPr wrap="square" rtlCol="0" anchor="ctr" anchorCtr="0">
              <a:spAutoFit/>
            </a:bodyPr>
            <a:lstStyle/>
            <a:p>
              <a:pPr marL="0" marR="0" lvl="0" indent="0" defTabSz="1219170" rtl="0" eaLnBrk="1" fontAlgn="auto" latinLnBrk="0" hangingPunct="1">
                <a:lnSpc>
                  <a:spcPct val="100000"/>
                </a:lnSpc>
                <a:spcBef>
                  <a:spcPts val="0"/>
                </a:spcBef>
                <a:spcAft>
                  <a:spcPts val="0"/>
                </a:spcAft>
                <a:buClrTx/>
                <a:buSzTx/>
                <a:buFontTx/>
                <a:buNone/>
                <a:tabLst/>
                <a:defRPr/>
              </a:pPr>
              <a:r>
                <a:rPr kumimoji="0" lang="zh-CN" altLang="en-US" sz="2000" i="0" u="none" strike="noStrike" kern="1200" cap="none" spc="0" normalizeH="0" baseline="0" noProof="0" dirty="0">
                  <a:ln>
                    <a:noFill/>
                  </a:ln>
                  <a:solidFill>
                    <a:schemeClr val="tx1">
                      <a:lumMod val="50000"/>
                      <a:lumOff val="50000"/>
                    </a:schemeClr>
                  </a:solidFill>
                  <a:effectLst/>
                  <a:uLnTx/>
                  <a:uFillTx/>
                  <a:latin typeface="+mn-ea"/>
                  <a:cs typeface="+mn-cs"/>
                </a:rPr>
                <a:t>主讲人：</a:t>
              </a:r>
              <a:r>
                <a:rPr kumimoji="0" lang="en-US" altLang="zh-CN" sz="2000" i="0" u="none" strike="noStrike" kern="1200" cap="none" spc="0" normalizeH="0" baseline="0" noProof="0" dirty="0">
                  <a:ln>
                    <a:noFill/>
                  </a:ln>
                  <a:solidFill>
                    <a:schemeClr val="tx1">
                      <a:lumMod val="50000"/>
                      <a:lumOff val="50000"/>
                    </a:schemeClr>
                  </a:solidFill>
                  <a:effectLst/>
                  <a:uLnTx/>
                  <a:uFillTx/>
                  <a:latin typeface="+mn-ea"/>
                  <a:cs typeface="+mn-cs"/>
                </a:rPr>
                <a:t>XXXX</a:t>
              </a:r>
            </a:p>
          </p:txBody>
        </p:sp>
        <p:cxnSp>
          <p:nvCxnSpPr>
            <p:cNvPr id="8" name="直接连接符 7">
              <a:extLst>
                <a:ext uri="{FF2B5EF4-FFF2-40B4-BE49-F238E27FC236}">
                  <a16:creationId xmlns:a16="http://schemas.microsoft.com/office/drawing/2014/main" id="{C739A78E-E8D0-4F3D-BCDE-811E292289CE}"/>
                </a:ext>
              </a:extLst>
            </p:cNvPr>
            <p:cNvCxnSpPr>
              <a:cxnSpLocks/>
            </p:cNvCxnSpPr>
            <p:nvPr/>
          </p:nvCxnSpPr>
          <p:spPr>
            <a:xfrm>
              <a:off x="3576703" y="3986427"/>
              <a:ext cx="6137409" cy="0"/>
            </a:xfrm>
            <a:prstGeom prst="line">
              <a:avLst/>
            </a:prstGeom>
            <a:ln>
              <a:solidFill>
                <a:schemeClr val="tx1">
                  <a:lumMod val="75000"/>
                  <a:lumOff val="25000"/>
                </a:schemeClr>
              </a:solidFill>
            </a:ln>
          </p:spPr>
          <p:style>
            <a:lnRef idx="1">
              <a:schemeClr val="dk1"/>
            </a:lnRef>
            <a:fillRef idx="0">
              <a:schemeClr val="dk1"/>
            </a:fillRef>
            <a:effectRef idx="0">
              <a:schemeClr val="dk1"/>
            </a:effectRef>
            <a:fontRef idx="minor">
              <a:schemeClr val="tx1"/>
            </a:fontRef>
          </p:style>
        </p:cxnSp>
      </p:grpSp>
      <p:grpSp>
        <p:nvGrpSpPr>
          <p:cNvPr id="40" name="组合 39">
            <a:extLst>
              <a:ext uri="{FF2B5EF4-FFF2-40B4-BE49-F238E27FC236}">
                <a16:creationId xmlns:a16="http://schemas.microsoft.com/office/drawing/2014/main" id="{AA4B8BC8-3124-4863-B4B3-3FE8D90D0F00}"/>
              </a:ext>
            </a:extLst>
          </p:cNvPr>
          <p:cNvGrpSpPr/>
          <p:nvPr/>
        </p:nvGrpSpPr>
        <p:grpSpPr>
          <a:xfrm>
            <a:off x="1093708" y="2241342"/>
            <a:ext cx="1099034" cy="294290"/>
            <a:chOff x="1490704" y="-446689"/>
            <a:chExt cx="1099034" cy="294290"/>
          </a:xfrm>
        </p:grpSpPr>
        <p:sp>
          <p:nvSpPr>
            <p:cNvPr id="41" name="矩形 40">
              <a:extLst>
                <a:ext uri="{FF2B5EF4-FFF2-40B4-BE49-F238E27FC236}">
                  <a16:creationId xmlns:a16="http://schemas.microsoft.com/office/drawing/2014/main" id="{E58AA1B4-508F-449C-BFE2-DDB7ECEA8226}"/>
                </a:ext>
              </a:extLst>
            </p:cNvPr>
            <p:cNvSpPr/>
            <p:nvPr/>
          </p:nvSpPr>
          <p:spPr>
            <a:xfrm>
              <a:off x="1893076" y="-446689"/>
              <a:ext cx="294290" cy="2942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solidFill>
              </a:endParaRPr>
            </a:p>
          </p:txBody>
        </p:sp>
        <p:sp>
          <p:nvSpPr>
            <p:cNvPr id="42" name="矩形 41">
              <a:extLst>
                <a:ext uri="{FF2B5EF4-FFF2-40B4-BE49-F238E27FC236}">
                  <a16:creationId xmlns:a16="http://schemas.microsoft.com/office/drawing/2014/main" id="{118E5EE5-83C9-4F0F-A23C-D68BA184BE70}"/>
                </a:ext>
              </a:extLst>
            </p:cNvPr>
            <p:cNvSpPr/>
            <p:nvPr/>
          </p:nvSpPr>
          <p:spPr>
            <a:xfrm>
              <a:off x="2295448" y="-446689"/>
              <a:ext cx="294290" cy="294290"/>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dirty="0"/>
            </a:p>
          </p:txBody>
        </p:sp>
        <p:sp>
          <p:nvSpPr>
            <p:cNvPr id="44" name="矩形 43">
              <a:extLst>
                <a:ext uri="{FF2B5EF4-FFF2-40B4-BE49-F238E27FC236}">
                  <a16:creationId xmlns:a16="http://schemas.microsoft.com/office/drawing/2014/main" id="{84AF12C4-E586-4286-A140-F911C757F018}"/>
                </a:ext>
              </a:extLst>
            </p:cNvPr>
            <p:cNvSpPr/>
            <p:nvPr/>
          </p:nvSpPr>
          <p:spPr>
            <a:xfrm>
              <a:off x="1490704" y="-446689"/>
              <a:ext cx="294290" cy="2942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1"/>
                </a:solidFill>
              </a:endParaRPr>
            </a:p>
          </p:txBody>
        </p:sp>
      </p:grpSp>
      <p:pic>
        <p:nvPicPr>
          <p:cNvPr id="47" name="图片 46">
            <a:extLst>
              <a:ext uri="{FF2B5EF4-FFF2-40B4-BE49-F238E27FC236}">
                <a16:creationId xmlns:a16="http://schemas.microsoft.com/office/drawing/2014/main" id="{F68292ED-0F50-44C6-84F5-A4DA74EF90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4728" y="2881735"/>
            <a:ext cx="2079531" cy="1094530"/>
          </a:xfrm>
          <a:prstGeom prst="rect">
            <a:avLst/>
          </a:prstGeom>
        </p:spPr>
      </p:pic>
      <p:grpSp>
        <p:nvGrpSpPr>
          <p:cNvPr id="3" name="组合 2">
            <a:extLst>
              <a:ext uri="{FF2B5EF4-FFF2-40B4-BE49-F238E27FC236}">
                <a16:creationId xmlns:a16="http://schemas.microsoft.com/office/drawing/2014/main" id="{81E8A34F-3A9A-40DE-95BE-4DE05F63A7C1}"/>
              </a:ext>
            </a:extLst>
          </p:cNvPr>
          <p:cNvGrpSpPr/>
          <p:nvPr/>
        </p:nvGrpSpPr>
        <p:grpSpPr>
          <a:xfrm>
            <a:off x="9024493" y="4292"/>
            <a:ext cx="2160000" cy="6858963"/>
            <a:chOff x="9024493" y="4292"/>
            <a:chExt cx="2160000" cy="6858963"/>
          </a:xfrm>
          <a:effectLst/>
        </p:grpSpPr>
        <p:grpSp>
          <p:nvGrpSpPr>
            <p:cNvPr id="49" name="组合 48">
              <a:extLst>
                <a:ext uri="{FF2B5EF4-FFF2-40B4-BE49-F238E27FC236}">
                  <a16:creationId xmlns:a16="http://schemas.microsoft.com/office/drawing/2014/main" id="{D941E133-13FA-4381-AACC-D104A0AF48D0}"/>
                </a:ext>
              </a:extLst>
            </p:cNvPr>
            <p:cNvGrpSpPr/>
            <p:nvPr/>
          </p:nvGrpSpPr>
          <p:grpSpPr>
            <a:xfrm flipV="1">
              <a:off x="9024493" y="4288205"/>
              <a:ext cx="2160000" cy="2575050"/>
              <a:chOff x="9148886" y="-12451"/>
              <a:chExt cx="2160000" cy="2575050"/>
            </a:xfrm>
            <a:solidFill>
              <a:schemeClr val="accent1"/>
            </a:solidFill>
          </p:grpSpPr>
          <p:sp>
            <p:nvSpPr>
              <p:cNvPr id="50" name="矩形: 圆角 49">
                <a:extLst>
                  <a:ext uri="{FF2B5EF4-FFF2-40B4-BE49-F238E27FC236}">
                    <a16:creationId xmlns:a16="http://schemas.microsoft.com/office/drawing/2014/main" id="{AE9B2D84-7CE2-4D57-A252-45BE3C89D8E2}"/>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圆角 53">
                <a:extLst>
                  <a:ext uri="{FF2B5EF4-FFF2-40B4-BE49-F238E27FC236}">
                    <a16:creationId xmlns:a16="http://schemas.microsoft.com/office/drawing/2014/main" id="{61101BE5-F376-408A-AA7A-865958DCACFD}"/>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圆角 54">
                <a:extLst>
                  <a:ext uri="{FF2B5EF4-FFF2-40B4-BE49-F238E27FC236}">
                    <a16:creationId xmlns:a16="http://schemas.microsoft.com/office/drawing/2014/main" id="{31683EBC-5CF7-47CB-A8A3-4B479D976E54}"/>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圆角 55">
                <a:extLst>
                  <a:ext uri="{FF2B5EF4-FFF2-40B4-BE49-F238E27FC236}">
                    <a16:creationId xmlns:a16="http://schemas.microsoft.com/office/drawing/2014/main" id="{63641DD7-2A29-4D0F-BD9F-88C7F8C1DC87}"/>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圆角 56">
                <a:extLst>
                  <a:ext uri="{FF2B5EF4-FFF2-40B4-BE49-F238E27FC236}">
                    <a16:creationId xmlns:a16="http://schemas.microsoft.com/office/drawing/2014/main" id="{F05318E6-2BDB-4FA4-8A60-B091325241F0}"/>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58" name="矩形: 圆角 57">
                <a:extLst>
                  <a:ext uri="{FF2B5EF4-FFF2-40B4-BE49-F238E27FC236}">
                    <a16:creationId xmlns:a16="http://schemas.microsoft.com/office/drawing/2014/main" id="{0A7A5998-F579-4536-925C-217BFB559B09}"/>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圆角 58">
                <a:extLst>
                  <a:ext uri="{FF2B5EF4-FFF2-40B4-BE49-F238E27FC236}">
                    <a16:creationId xmlns:a16="http://schemas.microsoft.com/office/drawing/2014/main" id="{5A82C348-0CA8-473F-B95A-7A6BEE0B690E}"/>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圆角 64">
                <a:extLst>
                  <a:ext uri="{FF2B5EF4-FFF2-40B4-BE49-F238E27FC236}">
                    <a16:creationId xmlns:a16="http://schemas.microsoft.com/office/drawing/2014/main" id="{6684506A-D532-4A36-AD11-22307EA0784C}"/>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5" name="组合 34">
              <a:extLst>
                <a:ext uri="{FF2B5EF4-FFF2-40B4-BE49-F238E27FC236}">
                  <a16:creationId xmlns:a16="http://schemas.microsoft.com/office/drawing/2014/main" id="{A5A548B7-25A0-4A5B-8948-11EB3EE26B00}"/>
                </a:ext>
              </a:extLst>
            </p:cNvPr>
            <p:cNvGrpSpPr/>
            <p:nvPr/>
          </p:nvGrpSpPr>
          <p:grpSpPr>
            <a:xfrm>
              <a:off x="9024493" y="4292"/>
              <a:ext cx="2160000" cy="2575050"/>
              <a:chOff x="9148886" y="-12451"/>
              <a:chExt cx="2160000" cy="2575050"/>
            </a:xfrm>
            <a:solidFill>
              <a:schemeClr val="accent1"/>
            </a:solidFill>
          </p:grpSpPr>
          <p:sp>
            <p:nvSpPr>
              <p:cNvPr id="43" name="矩形: 圆角 42">
                <a:extLst>
                  <a:ext uri="{FF2B5EF4-FFF2-40B4-BE49-F238E27FC236}">
                    <a16:creationId xmlns:a16="http://schemas.microsoft.com/office/drawing/2014/main" id="{7D58B335-29E6-4F49-87A2-348DE9AF34DF}"/>
                  </a:ext>
                </a:extLst>
              </p:cNvPr>
              <p:cNvSpPr/>
              <p:nvPr/>
            </p:nvSpPr>
            <p:spPr>
              <a:xfrm>
                <a:off x="9148886" y="1356149"/>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圆角 50">
                <a:extLst>
                  <a:ext uri="{FF2B5EF4-FFF2-40B4-BE49-F238E27FC236}">
                    <a16:creationId xmlns:a16="http://schemas.microsoft.com/office/drawing/2014/main" id="{46341A13-25E2-4AA3-BD83-497A262D7268}"/>
                  </a:ext>
                </a:extLst>
              </p:cNvPr>
              <p:cNvSpPr/>
              <p:nvPr/>
            </p:nvSpPr>
            <p:spPr>
              <a:xfrm>
                <a:off x="9328886" y="1698299"/>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EC5611DB-F208-486C-8055-DEBA6F0B04FD}"/>
                  </a:ext>
                </a:extLst>
              </p:cNvPr>
              <p:cNvSpPr/>
              <p:nvPr/>
            </p:nvSpPr>
            <p:spPr>
              <a:xfrm>
                <a:off x="9688886" y="2040449"/>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3A653D90-FC0A-49EB-86FE-F0A0D632D0CC}"/>
                  </a:ext>
                </a:extLst>
              </p:cNvPr>
              <p:cNvSpPr/>
              <p:nvPr/>
            </p:nvSpPr>
            <p:spPr>
              <a:xfrm>
                <a:off x="10048886" y="2382599"/>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BD302808-2A71-4794-873B-055706FF16E9}"/>
                  </a:ext>
                </a:extLst>
              </p:cNvPr>
              <p:cNvSpPr/>
              <p:nvPr/>
            </p:nvSpPr>
            <p:spPr>
              <a:xfrm>
                <a:off x="9328886" y="1013999"/>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1" name="矩形: 圆角 60">
                <a:extLst>
                  <a:ext uri="{FF2B5EF4-FFF2-40B4-BE49-F238E27FC236}">
                    <a16:creationId xmlns:a16="http://schemas.microsoft.com/office/drawing/2014/main" id="{15A72DCA-C888-429A-B133-FE956FF4BCD0}"/>
                  </a:ext>
                </a:extLst>
              </p:cNvPr>
              <p:cNvSpPr/>
              <p:nvPr/>
            </p:nvSpPr>
            <p:spPr>
              <a:xfrm>
                <a:off x="9688886" y="671849"/>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E49033F4-588F-404E-922D-26BA25C256D1}"/>
                  </a:ext>
                </a:extLst>
              </p:cNvPr>
              <p:cNvSpPr/>
              <p:nvPr/>
            </p:nvSpPr>
            <p:spPr>
              <a:xfrm>
                <a:off x="10048886" y="329699"/>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6A9FE6C0-902D-47DB-8C68-02C781B319B4}"/>
                  </a:ext>
                </a:extLst>
              </p:cNvPr>
              <p:cNvSpPr/>
              <p:nvPr/>
            </p:nvSpPr>
            <p:spPr>
              <a:xfrm>
                <a:off x="9688886" y="-12451"/>
                <a:ext cx="1080000" cy="180000"/>
              </a:xfrm>
              <a:prstGeom prst="roundRect">
                <a:avLst>
                  <a:gd name="adj" fmla="val 50000"/>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30" name="组合 29">
            <a:extLst>
              <a:ext uri="{FF2B5EF4-FFF2-40B4-BE49-F238E27FC236}">
                <a16:creationId xmlns:a16="http://schemas.microsoft.com/office/drawing/2014/main" id="{481B4FD7-163B-454E-87AC-10C1171E13E4}"/>
              </a:ext>
            </a:extLst>
          </p:cNvPr>
          <p:cNvGrpSpPr/>
          <p:nvPr/>
        </p:nvGrpSpPr>
        <p:grpSpPr>
          <a:xfrm>
            <a:off x="-491832" y="1587"/>
            <a:ext cx="273269" cy="2129816"/>
            <a:chOff x="11681691" y="1513398"/>
            <a:chExt cx="273269" cy="2129816"/>
          </a:xfrm>
        </p:grpSpPr>
        <p:sp>
          <p:nvSpPr>
            <p:cNvPr id="31" name="矩形 30">
              <a:extLst>
                <a:ext uri="{FF2B5EF4-FFF2-40B4-BE49-F238E27FC236}">
                  <a16:creationId xmlns:a16="http://schemas.microsoft.com/office/drawing/2014/main" id="{C89379AE-E2C8-4DA3-A90A-2BC3E28BAA9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E1242BE3-8BAB-49DF-B79A-EBE44AF6BAE3}"/>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81CCFBC6-7C6C-4DD1-B878-7114C923D361}"/>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a:extLst>
                <a:ext uri="{FF2B5EF4-FFF2-40B4-BE49-F238E27FC236}">
                  <a16:creationId xmlns:a16="http://schemas.microsoft.com/office/drawing/2014/main" id="{2F784A31-9E1D-4AFB-AF8A-84E32EB4F1D7}"/>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13DA348C-8535-4052-892E-8A05E6919B03}"/>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a:extLst>
                <a:ext uri="{FF2B5EF4-FFF2-40B4-BE49-F238E27FC236}">
                  <a16:creationId xmlns:a16="http://schemas.microsoft.com/office/drawing/2014/main" id="{8279F0EA-E385-4B5B-BD6F-78C9762D096E}"/>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7D0B8EA0-CF29-412B-B7B1-025600A3AFC8}"/>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7962167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a:extLst>
              <a:ext uri="{FF2B5EF4-FFF2-40B4-BE49-F238E27FC236}">
                <a16:creationId xmlns:a16="http://schemas.microsoft.com/office/drawing/2014/main" id="{F6C45844-B7EE-44D0-8D92-320DFD70D769}"/>
              </a:ext>
            </a:extLst>
          </p:cNvPr>
          <p:cNvGrpSpPr/>
          <p:nvPr/>
        </p:nvGrpSpPr>
        <p:grpSpPr>
          <a:xfrm>
            <a:off x="988073" y="2918705"/>
            <a:ext cx="6373091" cy="1444017"/>
            <a:chOff x="3471068" y="3077379"/>
            <a:chExt cx="6373091" cy="1444017"/>
          </a:xfrm>
        </p:grpSpPr>
        <p:sp>
          <p:nvSpPr>
            <p:cNvPr id="12" name="标题 2">
              <a:extLst>
                <a:ext uri="{FF2B5EF4-FFF2-40B4-BE49-F238E27FC236}">
                  <a16:creationId xmlns:a16="http://schemas.microsoft.com/office/drawing/2014/main" id="{28DCD09D-1695-4384-8556-F83B407AF80A}"/>
                </a:ext>
              </a:extLst>
            </p:cNvPr>
            <p:cNvSpPr txBox="1">
              <a:spLocks/>
            </p:cNvSpPr>
            <p:nvPr/>
          </p:nvSpPr>
          <p:spPr>
            <a:xfrm>
              <a:off x="3471068" y="3077379"/>
              <a:ext cx="6373091" cy="88144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00000"/>
                </a:lnSpc>
              </a:pPr>
              <a:r>
                <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r>
                <a:rPr lang="en-US" altLang="zh-CN" sz="4000" b="1" spc="400" dirty="0">
                  <a:solidFill>
                    <a:schemeClr val="tx1">
                      <a:lumMod val="75000"/>
                      <a:lumOff val="25000"/>
                    </a:schemeClr>
                  </a:solidFill>
                  <a:latin typeface="微软雅黑" panose="020B0503020204020204" pitchFamily="34" charset="-122"/>
                  <a:ea typeface="微软雅黑" panose="020B0503020204020204" pitchFamily="34" charset="-122"/>
                </a:rPr>
                <a:t>(</a:t>
              </a:r>
              <a:r>
                <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rPr>
                <a:t>单行</a:t>
              </a:r>
              <a:r>
                <a:rPr lang="en-US" altLang="zh-CN" sz="4000" b="1" spc="400" dirty="0">
                  <a:solidFill>
                    <a:schemeClr val="tx1">
                      <a:lumMod val="75000"/>
                      <a:lumOff val="25000"/>
                    </a:schemeClr>
                  </a:solidFill>
                  <a:latin typeface="微软雅黑" panose="020B0503020204020204" pitchFamily="34" charset="-122"/>
                  <a:ea typeface="微软雅黑" panose="020B0503020204020204" pitchFamily="34" charset="-122"/>
                </a:rPr>
                <a:t>)</a:t>
              </a:r>
              <a:endPar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3" name="文本框 12">
              <a:extLst>
                <a:ext uri="{FF2B5EF4-FFF2-40B4-BE49-F238E27FC236}">
                  <a16:creationId xmlns:a16="http://schemas.microsoft.com/office/drawing/2014/main" id="{57121307-1770-433E-9069-09EC8ED5B771}"/>
                </a:ext>
              </a:extLst>
            </p:cNvPr>
            <p:cNvSpPr txBox="1"/>
            <p:nvPr/>
          </p:nvSpPr>
          <p:spPr>
            <a:xfrm>
              <a:off x="3512051" y="4121286"/>
              <a:ext cx="5002292" cy="400110"/>
            </a:xfrm>
            <a:prstGeom prst="rect">
              <a:avLst/>
            </a:prstGeom>
            <a:noFill/>
          </p:spPr>
          <p:txBody>
            <a:bodyPr wrap="square" rtlCol="0" anchor="ctr" anchorCtr="0">
              <a:spAutoFit/>
            </a:bodyPr>
            <a:lstStyle/>
            <a:p>
              <a:pPr marL="0" marR="0" lvl="0" indent="0" defTabSz="1219170" rtl="0" eaLnBrk="1" fontAlgn="auto" latinLnBrk="0" hangingPunct="1">
                <a:lnSpc>
                  <a:spcPct val="100000"/>
                </a:lnSpc>
                <a:spcBef>
                  <a:spcPts val="0"/>
                </a:spcBef>
                <a:spcAft>
                  <a:spcPts val="0"/>
                </a:spcAft>
                <a:buClrTx/>
                <a:buSzTx/>
                <a:buFontTx/>
                <a:buNone/>
                <a:tabLst/>
                <a:defRPr/>
              </a:pPr>
              <a:r>
                <a:rPr kumimoji="0" lang="zh-CN" altLang="en-US" sz="2000" i="0" u="none" strike="noStrike" kern="1200" cap="none" spc="0" normalizeH="0" baseline="0" noProof="0" dirty="0">
                  <a:ln>
                    <a:noFill/>
                  </a:ln>
                  <a:solidFill>
                    <a:schemeClr val="tx1">
                      <a:lumMod val="50000"/>
                      <a:lumOff val="50000"/>
                    </a:schemeClr>
                  </a:solidFill>
                  <a:effectLst/>
                  <a:uLnTx/>
                  <a:uFillTx/>
                  <a:latin typeface="+mn-ea"/>
                  <a:cs typeface="+mn-cs"/>
                </a:rPr>
                <a:t>主讲人：</a:t>
              </a:r>
              <a:r>
                <a:rPr kumimoji="0" lang="en-US" altLang="zh-CN" sz="2000" i="0" u="none" strike="noStrike" kern="1200" cap="none" spc="0" normalizeH="0" baseline="0" noProof="0" dirty="0">
                  <a:ln>
                    <a:noFill/>
                  </a:ln>
                  <a:solidFill>
                    <a:schemeClr val="tx1">
                      <a:lumMod val="50000"/>
                      <a:lumOff val="50000"/>
                    </a:schemeClr>
                  </a:solidFill>
                  <a:effectLst/>
                  <a:uLnTx/>
                  <a:uFillTx/>
                  <a:latin typeface="+mn-ea"/>
                  <a:cs typeface="+mn-cs"/>
                </a:rPr>
                <a:t>XXXXX</a:t>
              </a:r>
            </a:p>
          </p:txBody>
        </p:sp>
        <p:cxnSp>
          <p:nvCxnSpPr>
            <p:cNvPr id="8" name="直接连接符 7">
              <a:extLst>
                <a:ext uri="{FF2B5EF4-FFF2-40B4-BE49-F238E27FC236}">
                  <a16:creationId xmlns:a16="http://schemas.microsoft.com/office/drawing/2014/main" id="{C739A78E-E8D0-4F3D-BCDE-811E292289CE}"/>
                </a:ext>
              </a:extLst>
            </p:cNvPr>
            <p:cNvCxnSpPr>
              <a:cxnSpLocks/>
            </p:cNvCxnSpPr>
            <p:nvPr/>
          </p:nvCxnSpPr>
          <p:spPr>
            <a:xfrm>
              <a:off x="3576703" y="3986427"/>
              <a:ext cx="6137409" cy="0"/>
            </a:xfrm>
            <a:prstGeom prst="line">
              <a:avLst/>
            </a:prstGeom>
            <a:ln>
              <a:solidFill>
                <a:schemeClr val="tx1">
                  <a:lumMod val="75000"/>
                  <a:lumOff val="25000"/>
                </a:schemeClr>
              </a:solidFill>
            </a:ln>
          </p:spPr>
          <p:style>
            <a:lnRef idx="1">
              <a:schemeClr val="dk1"/>
            </a:lnRef>
            <a:fillRef idx="0">
              <a:schemeClr val="dk1"/>
            </a:fillRef>
            <a:effectRef idx="0">
              <a:schemeClr val="dk1"/>
            </a:effectRef>
            <a:fontRef idx="minor">
              <a:schemeClr val="tx1"/>
            </a:fontRef>
          </p:style>
        </p:cxnSp>
      </p:grpSp>
      <p:grpSp>
        <p:nvGrpSpPr>
          <p:cNvPr id="40" name="组合 39">
            <a:extLst>
              <a:ext uri="{FF2B5EF4-FFF2-40B4-BE49-F238E27FC236}">
                <a16:creationId xmlns:a16="http://schemas.microsoft.com/office/drawing/2014/main" id="{AA4B8BC8-3124-4863-B4B3-3FE8D90D0F00}"/>
              </a:ext>
            </a:extLst>
          </p:cNvPr>
          <p:cNvGrpSpPr/>
          <p:nvPr/>
        </p:nvGrpSpPr>
        <p:grpSpPr>
          <a:xfrm>
            <a:off x="1093708" y="2592328"/>
            <a:ext cx="1099034" cy="294290"/>
            <a:chOff x="1490704" y="-446689"/>
            <a:chExt cx="1099034" cy="294290"/>
          </a:xfrm>
        </p:grpSpPr>
        <p:sp>
          <p:nvSpPr>
            <p:cNvPr id="41" name="矩形 40">
              <a:extLst>
                <a:ext uri="{FF2B5EF4-FFF2-40B4-BE49-F238E27FC236}">
                  <a16:creationId xmlns:a16="http://schemas.microsoft.com/office/drawing/2014/main" id="{E58AA1B4-508F-449C-BFE2-DDB7ECEA8226}"/>
                </a:ext>
              </a:extLst>
            </p:cNvPr>
            <p:cNvSpPr/>
            <p:nvPr/>
          </p:nvSpPr>
          <p:spPr>
            <a:xfrm>
              <a:off x="1893076" y="-446689"/>
              <a:ext cx="294290" cy="29429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2"/>
                </a:solidFill>
              </a:endParaRPr>
            </a:p>
          </p:txBody>
        </p:sp>
        <p:sp>
          <p:nvSpPr>
            <p:cNvPr id="42" name="矩形 41">
              <a:extLst>
                <a:ext uri="{FF2B5EF4-FFF2-40B4-BE49-F238E27FC236}">
                  <a16:creationId xmlns:a16="http://schemas.microsoft.com/office/drawing/2014/main" id="{118E5EE5-83C9-4F0F-A23C-D68BA184BE70}"/>
                </a:ext>
              </a:extLst>
            </p:cNvPr>
            <p:cNvSpPr/>
            <p:nvPr/>
          </p:nvSpPr>
          <p:spPr>
            <a:xfrm>
              <a:off x="2295448" y="-446689"/>
              <a:ext cx="294290" cy="294290"/>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dirty="0"/>
            </a:p>
          </p:txBody>
        </p:sp>
        <p:sp>
          <p:nvSpPr>
            <p:cNvPr id="44" name="矩形 43">
              <a:extLst>
                <a:ext uri="{FF2B5EF4-FFF2-40B4-BE49-F238E27FC236}">
                  <a16:creationId xmlns:a16="http://schemas.microsoft.com/office/drawing/2014/main" id="{84AF12C4-E586-4286-A140-F911C757F018}"/>
                </a:ext>
              </a:extLst>
            </p:cNvPr>
            <p:cNvSpPr/>
            <p:nvPr/>
          </p:nvSpPr>
          <p:spPr>
            <a:xfrm>
              <a:off x="1490704" y="-446689"/>
              <a:ext cx="294290" cy="2942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1"/>
                </a:solidFill>
              </a:endParaRPr>
            </a:p>
          </p:txBody>
        </p:sp>
      </p:grpSp>
      <p:pic>
        <p:nvPicPr>
          <p:cNvPr id="47" name="图片 46">
            <a:extLst>
              <a:ext uri="{FF2B5EF4-FFF2-40B4-BE49-F238E27FC236}">
                <a16:creationId xmlns:a16="http://schemas.microsoft.com/office/drawing/2014/main" id="{F68292ED-0F50-44C6-84F5-A4DA74EF90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64728" y="2881735"/>
            <a:ext cx="2079531" cy="1094530"/>
          </a:xfrm>
          <a:prstGeom prst="rect">
            <a:avLst/>
          </a:prstGeom>
        </p:spPr>
      </p:pic>
      <p:grpSp>
        <p:nvGrpSpPr>
          <p:cNvPr id="2" name="组合 1">
            <a:extLst>
              <a:ext uri="{FF2B5EF4-FFF2-40B4-BE49-F238E27FC236}">
                <a16:creationId xmlns:a16="http://schemas.microsoft.com/office/drawing/2014/main" id="{041790C2-6D6E-413C-87EF-D40563C8C078}"/>
              </a:ext>
            </a:extLst>
          </p:cNvPr>
          <p:cNvGrpSpPr/>
          <p:nvPr/>
        </p:nvGrpSpPr>
        <p:grpSpPr>
          <a:xfrm>
            <a:off x="9024493" y="4292"/>
            <a:ext cx="2160000" cy="2575050"/>
            <a:chOff x="9024493" y="4292"/>
            <a:chExt cx="2160000" cy="2575050"/>
          </a:xfrm>
          <a:effectLst/>
        </p:grpSpPr>
        <p:sp>
          <p:nvSpPr>
            <p:cNvPr id="43" name="矩形: 圆角 42">
              <a:extLst>
                <a:ext uri="{FF2B5EF4-FFF2-40B4-BE49-F238E27FC236}">
                  <a16:creationId xmlns:a16="http://schemas.microsoft.com/office/drawing/2014/main" id="{7D58B335-29E6-4F49-87A2-348DE9AF34DF}"/>
                </a:ext>
              </a:extLst>
            </p:cNvPr>
            <p:cNvSpPr/>
            <p:nvPr/>
          </p:nvSpPr>
          <p:spPr>
            <a:xfrm>
              <a:off x="9024493" y="1372892"/>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圆角 50">
              <a:extLst>
                <a:ext uri="{FF2B5EF4-FFF2-40B4-BE49-F238E27FC236}">
                  <a16:creationId xmlns:a16="http://schemas.microsoft.com/office/drawing/2014/main" id="{46341A13-25E2-4AA3-BD83-497A262D7268}"/>
                </a:ext>
              </a:extLst>
            </p:cNvPr>
            <p:cNvSpPr/>
            <p:nvPr/>
          </p:nvSpPr>
          <p:spPr>
            <a:xfrm>
              <a:off x="9204493" y="1715042"/>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圆角 51">
              <a:extLst>
                <a:ext uri="{FF2B5EF4-FFF2-40B4-BE49-F238E27FC236}">
                  <a16:creationId xmlns:a16="http://schemas.microsoft.com/office/drawing/2014/main" id="{EC5611DB-F208-486C-8055-DEBA6F0B04FD}"/>
                </a:ext>
              </a:extLst>
            </p:cNvPr>
            <p:cNvSpPr/>
            <p:nvPr/>
          </p:nvSpPr>
          <p:spPr>
            <a:xfrm>
              <a:off x="9564493" y="2057192"/>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圆角 52">
              <a:extLst>
                <a:ext uri="{FF2B5EF4-FFF2-40B4-BE49-F238E27FC236}">
                  <a16:creationId xmlns:a16="http://schemas.microsoft.com/office/drawing/2014/main" id="{3A653D90-FC0A-49EB-86FE-F0A0D632D0CC}"/>
                </a:ext>
              </a:extLst>
            </p:cNvPr>
            <p:cNvSpPr/>
            <p:nvPr/>
          </p:nvSpPr>
          <p:spPr>
            <a:xfrm>
              <a:off x="9924493" y="2399342"/>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圆角 59">
              <a:extLst>
                <a:ext uri="{FF2B5EF4-FFF2-40B4-BE49-F238E27FC236}">
                  <a16:creationId xmlns:a16="http://schemas.microsoft.com/office/drawing/2014/main" id="{BD302808-2A71-4794-873B-055706FF16E9}"/>
                </a:ext>
              </a:extLst>
            </p:cNvPr>
            <p:cNvSpPr/>
            <p:nvPr/>
          </p:nvSpPr>
          <p:spPr>
            <a:xfrm>
              <a:off x="9204493" y="1030742"/>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61" name="矩形: 圆角 60">
              <a:extLst>
                <a:ext uri="{FF2B5EF4-FFF2-40B4-BE49-F238E27FC236}">
                  <a16:creationId xmlns:a16="http://schemas.microsoft.com/office/drawing/2014/main" id="{15A72DCA-C888-429A-B133-FE956FF4BCD0}"/>
                </a:ext>
              </a:extLst>
            </p:cNvPr>
            <p:cNvSpPr/>
            <p:nvPr/>
          </p:nvSpPr>
          <p:spPr>
            <a:xfrm>
              <a:off x="9564493" y="688592"/>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圆角 61">
              <a:extLst>
                <a:ext uri="{FF2B5EF4-FFF2-40B4-BE49-F238E27FC236}">
                  <a16:creationId xmlns:a16="http://schemas.microsoft.com/office/drawing/2014/main" id="{E49033F4-588F-404E-922D-26BA25C256D1}"/>
                </a:ext>
              </a:extLst>
            </p:cNvPr>
            <p:cNvSpPr/>
            <p:nvPr/>
          </p:nvSpPr>
          <p:spPr>
            <a:xfrm>
              <a:off x="9924493" y="346442"/>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a:extLst>
                <a:ext uri="{FF2B5EF4-FFF2-40B4-BE49-F238E27FC236}">
                  <a16:creationId xmlns:a16="http://schemas.microsoft.com/office/drawing/2014/main" id="{6A9FE6C0-902D-47DB-8C68-02C781B319B4}"/>
                </a:ext>
              </a:extLst>
            </p:cNvPr>
            <p:cNvSpPr/>
            <p:nvPr/>
          </p:nvSpPr>
          <p:spPr>
            <a:xfrm>
              <a:off x="9564493" y="4292"/>
              <a:ext cx="1080000" cy="180000"/>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92" name="组合 91">
            <a:extLst>
              <a:ext uri="{FF2B5EF4-FFF2-40B4-BE49-F238E27FC236}">
                <a16:creationId xmlns:a16="http://schemas.microsoft.com/office/drawing/2014/main" id="{12B35456-5F9B-40AA-AA1F-022432D92F45}"/>
              </a:ext>
            </a:extLst>
          </p:cNvPr>
          <p:cNvGrpSpPr/>
          <p:nvPr/>
        </p:nvGrpSpPr>
        <p:grpSpPr>
          <a:xfrm flipV="1">
            <a:off x="9024603" y="4282950"/>
            <a:ext cx="2160000" cy="2575050"/>
            <a:chOff x="9024493" y="4292"/>
            <a:chExt cx="2160000" cy="2575050"/>
          </a:xfrm>
          <a:effectLst/>
        </p:grpSpPr>
        <p:sp>
          <p:nvSpPr>
            <p:cNvPr id="93" name="矩形: 圆角 92">
              <a:extLst>
                <a:ext uri="{FF2B5EF4-FFF2-40B4-BE49-F238E27FC236}">
                  <a16:creationId xmlns:a16="http://schemas.microsoft.com/office/drawing/2014/main" id="{FB8878A2-48A3-49A5-BA7A-698F901CBDDB}"/>
                </a:ext>
              </a:extLst>
            </p:cNvPr>
            <p:cNvSpPr/>
            <p:nvPr/>
          </p:nvSpPr>
          <p:spPr>
            <a:xfrm>
              <a:off x="9024493" y="1372892"/>
              <a:ext cx="2160000" cy="180000"/>
            </a:xfrm>
            <a:prstGeom prst="roundRect">
              <a:avLst>
                <a:gd name="adj" fmla="val 50000"/>
              </a:avLst>
            </a:prstGeom>
            <a:solidFill>
              <a:schemeClr val="accent1">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矩形: 圆角 93">
              <a:extLst>
                <a:ext uri="{FF2B5EF4-FFF2-40B4-BE49-F238E27FC236}">
                  <a16:creationId xmlns:a16="http://schemas.microsoft.com/office/drawing/2014/main" id="{A27336DB-C55A-46A9-A806-F885A488CE52}"/>
                </a:ext>
              </a:extLst>
            </p:cNvPr>
            <p:cNvSpPr/>
            <p:nvPr/>
          </p:nvSpPr>
          <p:spPr>
            <a:xfrm>
              <a:off x="9204493" y="1715042"/>
              <a:ext cx="1800000" cy="180000"/>
            </a:xfrm>
            <a:prstGeom prst="roundRect">
              <a:avLst>
                <a:gd name="adj" fmla="val 50000"/>
              </a:avLst>
            </a:prstGeom>
            <a:solidFill>
              <a:schemeClr val="accent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矩形: 圆角 94">
              <a:extLst>
                <a:ext uri="{FF2B5EF4-FFF2-40B4-BE49-F238E27FC236}">
                  <a16:creationId xmlns:a16="http://schemas.microsoft.com/office/drawing/2014/main" id="{1368FFAD-0F40-4F4F-8C31-51B03F48DA21}"/>
                </a:ext>
              </a:extLst>
            </p:cNvPr>
            <p:cNvSpPr/>
            <p:nvPr/>
          </p:nvSpPr>
          <p:spPr>
            <a:xfrm>
              <a:off x="9564493" y="2057192"/>
              <a:ext cx="1080000" cy="180000"/>
            </a:xfrm>
            <a:prstGeom prst="roundRect">
              <a:avLst>
                <a:gd name="adj" fmla="val 50000"/>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圆角 95">
              <a:extLst>
                <a:ext uri="{FF2B5EF4-FFF2-40B4-BE49-F238E27FC236}">
                  <a16:creationId xmlns:a16="http://schemas.microsoft.com/office/drawing/2014/main" id="{F333D4CD-D834-41C5-ACC0-BBD38CD38536}"/>
                </a:ext>
              </a:extLst>
            </p:cNvPr>
            <p:cNvSpPr/>
            <p:nvPr/>
          </p:nvSpPr>
          <p:spPr>
            <a:xfrm>
              <a:off x="9924493" y="2399342"/>
              <a:ext cx="360000" cy="180000"/>
            </a:xfrm>
            <a:prstGeom prst="roundRect">
              <a:avLst>
                <a:gd name="adj" fmla="val 50000"/>
              </a:avLst>
            </a:prstGeom>
            <a:solidFill>
              <a:schemeClr val="accent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矩形: 圆角 96">
              <a:extLst>
                <a:ext uri="{FF2B5EF4-FFF2-40B4-BE49-F238E27FC236}">
                  <a16:creationId xmlns:a16="http://schemas.microsoft.com/office/drawing/2014/main" id="{941B0F15-E613-40D8-BD30-63329B664325}"/>
                </a:ext>
              </a:extLst>
            </p:cNvPr>
            <p:cNvSpPr/>
            <p:nvPr/>
          </p:nvSpPr>
          <p:spPr>
            <a:xfrm>
              <a:off x="9204493" y="1030742"/>
              <a:ext cx="1800000" cy="180000"/>
            </a:xfrm>
            <a:prstGeom prst="roundRect">
              <a:avLst>
                <a:gd name="adj" fmla="val 50000"/>
              </a:avLst>
            </a:prstGeom>
            <a:solidFill>
              <a:schemeClr val="accent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p>
          </p:txBody>
        </p:sp>
        <p:sp>
          <p:nvSpPr>
            <p:cNvPr id="98" name="矩形: 圆角 97">
              <a:extLst>
                <a:ext uri="{FF2B5EF4-FFF2-40B4-BE49-F238E27FC236}">
                  <a16:creationId xmlns:a16="http://schemas.microsoft.com/office/drawing/2014/main" id="{A4D6D97A-8694-42DE-A249-0276AAE11CCE}"/>
                </a:ext>
              </a:extLst>
            </p:cNvPr>
            <p:cNvSpPr/>
            <p:nvPr/>
          </p:nvSpPr>
          <p:spPr>
            <a:xfrm>
              <a:off x="9564493" y="688592"/>
              <a:ext cx="1080000" cy="180000"/>
            </a:xfrm>
            <a:prstGeom prst="roundRect">
              <a:avLst>
                <a:gd name="adj" fmla="val 50000"/>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圆角 98">
              <a:extLst>
                <a:ext uri="{FF2B5EF4-FFF2-40B4-BE49-F238E27FC236}">
                  <a16:creationId xmlns:a16="http://schemas.microsoft.com/office/drawing/2014/main" id="{5AFC8F77-A9EE-4C3F-AE65-74B7C274D9E2}"/>
                </a:ext>
              </a:extLst>
            </p:cNvPr>
            <p:cNvSpPr/>
            <p:nvPr/>
          </p:nvSpPr>
          <p:spPr>
            <a:xfrm>
              <a:off x="9924493" y="346442"/>
              <a:ext cx="360000" cy="180000"/>
            </a:xfrm>
            <a:prstGeom prst="roundRect">
              <a:avLst>
                <a:gd name="adj" fmla="val 50000"/>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圆角 99">
              <a:extLst>
                <a:ext uri="{FF2B5EF4-FFF2-40B4-BE49-F238E27FC236}">
                  <a16:creationId xmlns:a16="http://schemas.microsoft.com/office/drawing/2014/main" id="{4729B4B8-1AE6-49DA-8C74-7EC48FF8B99C}"/>
                </a:ext>
              </a:extLst>
            </p:cNvPr>
            <p:cNvSpPr/>
            <p:nvPr/>
          </p:nvSpPr>
          <p:spPr>
            <a:xfrm>
              <a:off x="9564493" y="4292"/>
              <a:ext cx="1080000" cy="180000"/>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3715DBBB-65EC-4A44-9DEB-6036541CA009}"/>
              </a:ext>
            </a:extLst>
          </p:cNvPr>
          <p:cNvGrpSpPr/>
          <p:nvPr/>
        </p:nvGrpSpPr>
        <p:grpSpPr>
          <a:xfrm>
            <a:off x="-491832" y="1587"/>
            <a:ext cx="273269" cy="2129816"/>
            <a:chOff x="11681691" y="1513398"/>
            <a:chExt cx="273269" cy="2129816"/>
          </a:xfrm>
        </p:grpSpPr>
        <p:sp>
          <p:nvSpPr>
            <p:cNvPr id="55" name="矩形 54">
              <a:extLst>
                <a:ext uri="{FF2B5EF4-FFF2-40B4-BE49-F238E27FC236}">
                  <a16:creationId xmlns:a16="http://schemas.microsoft.com/office/drawing/2014/main" id="{3D450164-6054-4014-9938-2253C68463B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a:extLst>
                <a:ext uri="{FF2B5EF4-FFF2-40B4-BE49-F238E27FC236}">
                  <a16:creationId xmlns:a16="http://schemas.microsoft.com/office/drawing/2014/main" id="{A7996ECA-5B29-4CDE-8829-3EBFF5822F4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7" name="矩形 56">
              <a:extLst>
                <a:ext uri="{FF2B5EF4-FFF2-40B4-BE49-F238E27FC236}">
                  <a16:creationId xmlns:a16="http://schemas.microsoft.com/office/drawing/2014/main" id="{47E460CA-C805-4058-8BAF-379C21AFFAE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矩形 57">
              <a:extLst>
                <a:ext uri="{FF2B5EF4-FFF2-40B4-BE49-F238E27FC236}">
                  <a16:creationId xmlns:a16="http://schemas.microsoft.com/office/drawing/2014/main" id="{18BC6C4E-0CB7-41AD-B767-66E1AF26B143}"/>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58">
              <a:extLst>
                <a:ext uri="{FF2B5EF4-FFF2-40B4-BE49-F238E27FC236}">
                  <a16:creationId xmlns:a16="http://schemas.microsoft.com/office/drawing/2014/main" id="{35067153-94CC-4849-BE10-C81326425CA7}"/>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63">
              <a:extLst>
                <a:ext uri="{FF2B5EF4-FFF2-40B4-BE49-F238E27FC236}">
                  <a16:creationId xmlns:a16="http://schemas.microsoft.com/office/drawing/2014/main" id="{8A7BFB39-5488-4EAA-BD11-0C164589B228}"/>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64">
              <a:extLst>
                <a:ext uri="{FF2B5EF4-FFF2-40B4-BE49-F238E27FC236}">
                  <a16:creationId xmlns:a16="http://schemas.microsoft.com/office/drawing/2014/main" id="{4C931DD1-D9F1-44CA-9DDF-BCAF59355C7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0490908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2">
            <a:extLst>
              <a:ext uri="{FF2B5EF4-FFF2-40B4-BE49-F238E27FC236}">
                <a16:creationId xmlns:a16="http://schemas.microsoft.com/office/drawing/2014/main" id="{28DCD09D-1695-4384-8556-F83B407AF80A}"/>
              </a:ext>
            </a:extLst>
          </p:cNvPr>
          <p:cNvSpPr txBox="1">
            <a:spLocks/>
          </p:cNvSpPr>
          <p:nvPr/>
        </p:nvSpPr>
        <p:spPr>
          <a:xfrm>
            <a:off x="1042012" y="2961479"/>
            <a:ext cx="3004316" cy="715141"/>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00000"/>
              </a:lnSpc>
            </a:pPr>
            <a:r>
              <a:rPr lang="zh-CN" altLang="en-US" sz="4000" b="1" spc="400" dirty="0">
                <a:solidFill>
                  <a:schemeClr val="tx1">
                    <a:lumMod val="75000"/>
                    <a:lumOff val="25000"/>
                  </a:schemeClr>
                </a:solidFill>
                <a:latin typeface="微软雅黑" panose="020B0503020204020204" pitchFamily="34" charset="-122"/>
                <a:ea typeface="微软雅黑" panose="020B0503020204020204" pitchFamily="34" charset="-122"/>
              </a:rPr>
              <a:t>目 录</a:t>
            </a:r>
          </a:p>
        </p:txBody>
      </p:sp>
      <p:grpSp>
        <p:nvGrpSpPr>
          <p:cNvPr id="21" name="组合 20">
            <a:extLst>
              <a:ext uri="{FF2B5EF4-FFF2-40B4-BE49-F238E27FC236}">
                <a16:creationId xmlns:a16="http://schemas.microsoft.com/office/drawing/2014/main" id="{4E6F4422-AD94-4DAF-B18D-0F2407CCB3E2}"/>
              </a:ext>
            </a:extLst>
          </p:cNvPr>
          <p:cNvGrpSpPr/>
          <p:nvPr/>
        </p:nvGrpSpPr>
        <p:grpSpPr>
          <a:xfrm>
            <a:off x="4517473" y="1306407"/>
            <a:ext cx="6457975" cy="539998"/>
            <a:chOff x="4517473" y="931503"/>
            <a:chExt cx="6457975" cy="539998"/>
          </a:xfrm>
        </p:grpSpPr>
        <p:sp>
          <p:nvSpPr>
            <p:cNvPr id="77" name="文本框 76">
              <a:extLst>
                <a:ext uri="{FF2B5EF4-FFF2-40B4-BE49-F238E27FC236}">
                  <a16:creationId xmlns:a16="http://schemas.microsoft.com/office/drawing/2014/main" id="{3EF11BAC-8007-4339-902C-C02DBFFFA320}"/>
                </a:ext>
              </a:extLst>
            </p:cNvPr>
            <p:cNvSpPr txBox="1"/>
            <p:nvPr/>
          </p:nvSpPr>
          <p:spPr>
            <a:xfrm>
              <a:off x="5599315" y="973257"/>
              <a:ext cx="5376133" cy="461665"/>
            </a:xfrm>
            <a:prstGeom prst="rect">
              <a:avLst/>
            </a:prstGeom>
            <a:noFill/>
          </p:spPr>
          <p:txBody>
            <a:bodyPr wrap="square" rtlCol="0" anchor="ctr" anchorCtr="0">
              <a:spAutoFit/>
            </a:bodyPr>
            <a:lstStyle/>
            <a:p>
              <a:r>
                <a:rPr lang="zh-CN" altLang="en-US" sz="2400" b="1" spc="2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p>
          </p:txBody>
        </p:sp>
        <p:grpSp>
          <p:nvGrpSpPr>
            <p:cNvPr id="13" name="组合 12">
              <a:extLst>
                <a:ext uri="{FF2B5EF4-FFF2-40B4-BE49-F238E27FC236}">
                  <a16:creationId xmlns:a16="http://schemas.microsoft.com/office/drawing/2014/main" id="{46BF9B42-356B-4F42-8566-198704816E98}"/>
                </a:ext>
              </a:extLst>
            </p:cNvPr>
            <p:cNvGrpSpPr/>
            <p:nvPr/>
          </p:nvGrpSpPr>
          <p:grpSpPr>
            <a:xfrm>
              <a:off x="4517473" y="931503"/>
              <a:ext cx="1312312" cy="539998"/>
              <a:chOff x="4517473" y="931503"/>
              <a:chExt cx="1312312" cy="539998"/>
            </a:xfrm>
          </p:grpSpPr>
          <p:sp>
            <p:nvSpPr>
              <p:cNvPr id="79" name="矩形: 圆角 78">
                <a:extLst>
                  <a:ext uri="{FF2B5EF4-FFF2-40B4-BE49-F238E27FC236}">
                    <a16:creationId xmlns:a16="http://schemas.microsoft.com/office/drawing/2014/main" id="{DC8CE4E8-F986-421A-9924-7CD70D8E48A3}"/>
                  </a:ext>
                </a:extLst>
              </p:cNvPr>
              <p:cNvSpPr>
                <a:spLocks noChangeAspect="1"/>
              </p:cNvSpPr>
              <p:nvPr/>
            </p:nvSpPr>
            <p:spPr>
              <a:xfrm>
                <a:off x="4901041" y="931503"/>
                <a:ext cx="540000" cy="539998"/>
              </a:xfrm>
              <a:prstGeom prst="roundRect">
                <a:avLst/>
              </a:prstGeom>
              <a:solidFill>
                <a:schemeClr val="accent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文本框 79">
                <a:extLst>
                  <a:ext uri="{FF2B5EF4-FFF2-40B4-BE49-F238E27FC236}">
                    <a16:creationId xmlns:a16="http://schemas.microsoft.com/office/drawing/2014/main" id="{9126ED20-8753-46C0-BB7A-4B00354A28A8}"/>
                  </a:ext>
                </a:extLst>
              </p:cNvPr>
              <p:cNvSpPr txBox="1"/>
              <p:nvPr/>
            </p:nvSpPr>
            <p:spPr>
              <a:xfrm>
                <a:off x="4517473" y="1004035"/>
                <a:ext cx="1312312" cy="400110"/>
              </a:xfrm>
              <a:prstGeom prst="rect">
                <a:avLst/>
              </a:prstGeom>
              <a:noFill/>
            </p:spPr>
            <p:txBody>
              <a:bodyPr wrap="square" rtlCol="0">
                <a:spAutoFit/>
              </a:bodyPr>
              <a:lstStyle/>
              <a:p>
                <a:pPr algn="ctr"/>
                <a:r>
                  <a:rPr lang="en-US" altLang="zh-CN" sz="2000" b="1" dirty="0">
                    <a:solidFill>
                      <a:schemeClr val="bg1"/>
                    </a:solidFill>
                    <a:latin typeface="+mn-ea"/>
                  </a:rPr>
                  <a:t>01</a:t>
                </a:r>
                <a:endParaRPr lang="zh-CN" altLang="en-US" sz="2000" b="1" dirty="0">
                  <a:solidFill>
                    <a:schemeClr val="bg1"/>
                  </a:solidFill>
                  <a:latin typeface="+mn-ea"/>
                </a:endParaRPr>
              </a:p>
            </p:txBody>
          </p:sp>
        </p:grpSp>
      </p:grpSp>
      <p:grpSp>
        <p:nvGrpSpPr>
          <p:cNvPr id="20" name="组合 19">
            <a:extLst>
              <a:ext uri="{FF2B5EF4-FFF2-40B4-BE49-F238E27FC236}">
                <a16:creationId xmlns:a16="http://schemas.microsoft.com/office/drawing/2014/main" id="{4261F86C-D583-4A5F-ACF2-D1D1577CF97F}"/>
              </a:ext>
            </a:extLst>
          </p:cNvPr>
          <p:cNvGrpSpPr/>
          <p:nvPr/>
        </p:nvGrpSpPr>
        <p:grpSpPr>
          <a:xfrm>
            <a:off x="4517473" y="2248705"/>
            <a:ext cx="6457976" cy="539998"/>
            <a:chOff x="4517473" y="2027240"/>
            <a:chExt cx="6457976" cy="539998"/>
          </a:xfrm>
        </p:grpSpPr>
        <p:grpSp>
          <p:nvGrpSpPr>
            <p:cNvPr id="10" name="组合 9">
              <a:extLst>
                <a:ext uri="{FF2B5EF4-FFF2-40B4-BE49-F238E27FC236}">
                  <a16:creationId xmlns:a16="http://schemas.microsoft.com/office/drawing/2014/main" id="{4FC066F1-1415-4DE2-8C03-7F6EB33E9993}"/>
                </a:ext>
              </a:extLst>
            </p:cNvPr>
            <p:cNvGrpSpPr/>
            <p:nvPr/>
          </p:nvGrpSpPr>
          <p:grpSpPr>
            <a:xfrm>
              <a:off x="4517473" y="2027240"/>
              <a:ext cx="1312312" cy="539998"/>
              <a:chOff x="4517473" y="2027240"/>
              <a:chExt cx="1312312" cy="539998"/>
            </a:xfrm>
            <a:effectLst>
              <a:outerShdw blurRad="50800" dist="38100" dir="2700000" algn="tl" rotWithShape="0">
                <a:prstClr val="black">
                  <a:alpha val="40000"/>
                </a:prstClr>
              </a:outerShdw>
            </a:effectLst>
          </p:grpSpPr>
          <p:sp>
            <p:nvSpPr>
              <p:cNvPr id="82" name="矩形: 圆角 81">
                <a:extLst>
                  <a:ext uri="{FF2B5EF4-FFF2-40B4-BE49-F238E27FC236}">
                    <a16:creationId xmlns:a16="http://schemas.microsoft.com/office/drawing/2014/main" id="{D43918C9-FC06-4530-8506-2A636D168BFE}"/>
                  </a:ext>
                </a:extLst>
              </p:cNvPr>
              <p:cNvSpPr>
                <a:spLocks noChangeAspect="1"/>
              </p:cNvSpPr>
              <p:nvPr/>
            </p:nvSpPr>
            <p:spPr>
              <a:xfrm>
                <a:off x="4901041" y="2027240"/>
                <a:ext cx="540000" cy="539998"/>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3" name="文本框 82">
                <a:extLst>
                  <a:ext uri="{FF2B5EF4-FFF2-40B4-BE49-F238E27FC236}">
                    <a16:creationId xmlns:a16="http://schemas.microsoft.com/office/drawing/2014/main" id="{9D4D32AB-364A-49DE-A5B6-C3CB36DACCA6}"/>
                  </a:ext>
                </a:extLst>
              </p:cNvPr>
              <p:cNvSpPr txBox="1"/>
              <p:nvPr/>
            </p:nvSpPr>
            <p:spPr>
              <a:xfrm>
                <a:off x="4517473" y="2099772"/>
                <a:ext cx="1312312" cy="400110"/>
              </a:xfrm>
              <a:prstGeom prst="rect">
                <a:avLst/>
              </a:prstGeom>
              <a:noFill/>
            </p:spPr>
            <p:txBody>
              <a:bodyPr wrap="square" rtlCol="0">
                <a:spAutoFit/>
              </a:bodyPr>
              <a:lstStyle/>
              <a:p>
                <a:pPr algn="ctr"/>
                <a:r>
                  <a:rPr lang="en-US" altLang="zh-CN" sz="2000" b="1" dirty="0">
                    <a:solidFill>
                      <a:schemeClr val="bg1"/>
                    </a:solidFill>
                    <a:latin typeface="+mn-ea"/>
                  </a:rPr>
                  <a:t>02</a:t>
                </a:r>
                <a:endParaRPr lang="zh-CN" altLang="en-US" sz="2000" b="1" dirty="0">
                  <a:solidFill>
                    <a:schemeClr val="bg1"/>
                  </a:solidFill>
                  <a:latin typeface="+mn-ea"/>
                </a:endParaRPr>
              </a:p>
            </p:txBody>
          </p:sp>
        </p:grpSp>
        <p:sp>
          <p:nvSpPr>
            <p:cNvPr id="95" name="文本框 94">
              <a:extLst>
                <a:ext uri="{FF2B5EF4-FFF2-40B4-BE49-F238E27FC236}">
                  <a16:creationId xmlns:a16="http://schemas.microsoft.com/office/drawing/2014/main" id="{8921D6CF-99B4-415D-9102-35BB7B8FF1EE}"/>
                </a:ext>
              </a:extLst>
            </p:cNvPr>
            <p:cNvSpPr txBox="1"/>
            <p:nvPr/>
          </p:nvSpPr>
          <p:spPr>
            <a:xfrm>
              <a:off x="5599316" y="2068995"/>
              <a:ext cx="5376133" cy="461665"/>
            </a:xfrm>
            <a:prstGeom prst="rect">
              <a:avLst/>
            </a:prstGeom>
            <a:noFill/>
          </p:spPr>
          <p:txBody>
            <a:bodyPr wrap="square" rtlCol="0" anchor="ctr" anchorCtr="0">
              <a:spAutoFit/>
            </a:bodyPr>
            <a:lstStyle/>
            <a:p>
              <a:r>
                <a:rPr lang="zh-CN" altLang="en-US" sz="2400" b="1" spc="2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p>
          </p:txBody>
        </p:sp>
      </p:grpSp>
      <p:grpSp>
        <p:nvGrpSpPr>
          <p:cNvPr id="19" name="组合 18">
            <a:extLst>
              <a:ext uri="{FF2B5EF4-FFF2-40B4-BE49-F238E27FC236}">
                <a16:creationId xmlns:a16="http://schemas.microsoft.com/office/drawing/2014/main" id="{CFD79F7C-A848-42C9-BB2B-1159D34CC6CE}"/>
              </a:ext>
            </a:extLst>
          </p:cNvPr>
          <p:cNvGrpSpPr/>
          <p:nvPr/>
        </p:nvGrpSpPr>
        <p:grpSpPr>
          <a:xfrm>
            <a:off x="4517473" y="3191003"/>
            <a:ext cx="6457976" cy="540000"/>
            <a:chOff x="4517473" y="3119007"/>
            <a:chExt cx="6457976" cy="540000"/>
          </a:xfrm>
        </p:grpSpPr>
        <p:grpSp>
          <p:nvGrpSpPr>
            <p:cNvPr id="14" name="组合 13">
              <a:extLst>
                <a:ext uri="{FF2B5EF4-FFF2-40B4-BE49-F238E27FC236}">
                  <a16:creationId xmlns:a16="http://schemas.microsoft.com/office/drawing/2014/main" id="{CD66F5AE-C6E5-4E71-9FFA-F7941E4206CB}"/>
                </a:ext>
              </a:extLst>
            </p:cNvPr>
            <p:cNvGrpSpPr/>
            <p:nvPr/>
          </p:nvGrpSpPr>
          <p:grpSpPr>
            <a:xfrm>
              <a:off x="4517473" y="3119007"/>
              <a:ext cx="1312312" cy="540000"/>
              <a:chOff x="4517473" y="3119007"/>
              <a:chExt cx="1312312" cy="540000"/>
            </a:xfrm>
            <a:effectLst>
              <a:outerShdw blurRad="50800" dist="38100" dir="2700000" algn="tl" rotWithShape="0">
                <a:prstClr val="black">
                  <a:alpha val="40000"/>
                </a:prstClr>
              </a:outerShdw>
            </a:effectLst>
          </p:grpSpPr>
          <p:sp>
            <p:nvSpPr>
              <p:cNvPr id="85" name="矩形: 圆角 84">
                <a:extLst>
                  <a:ext uri="{FF2B5EF4-FFF2-40B4-BE49-F238E27FC236}">
                    <a16:creationId xmlns:a16="http://schemas.microsoft.com/office/drawing/2014/main" id="{BDBB7F94-812E-44AD-8E10-DB4D9BA80AFA}"/>
                  </a:ext>
                </a:extLst>
              </p:cNvPr>
              <p:cNvSpPr>
                <a:spLocks noChangeAspect="1"/>
              </p:cNvSpPr>
              <p:nvPr/>
            </p:nvSpPr>
            <p:spPr>
              <a:xfrm rot="16200000" flipH="1">
                <a:off x="4901042" y="3119006"/>
                <a:ext cx="540000" cy="540002"/>
              </a:xfrm>
              <a:prstGeom prst="round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86" name="文本框 85">
                <a:extLst>
                  <a:ext uri="{FF2B5EF4-FFF2-40B4-BE49-F238E27FC236}">
                    <a16:creationId xmlns:a16="http://schemas.microsoft.com/office/drawing/2014/main" id="{694B056E-23C1-4960-B4ED-B74519F43E47}"/>
                  </a:ext>
                </a:extLst>
              </p:cNvPr>
              <p:cNvSpPr txBox="1"/>
              <p:nvPr/>
            </p:nvSpPr>
            <p:spPr>
              <a:xfrm>
                <a:off x="4517473" y="3195508"/>
                <a:ext cx="1312312" cy="400110"/>
              </a:xfrm>
              <a:prstGeom prst="rect">
                <a:avLst/>
              </a:prstGeom>
              <a:noFill/>
            </p:spPr>
            <p:txBody>
              <a:bodyPr wrap="square" rtlCol="0">
                <a:spAutoFit/>
              </a:bodyPr>
              <a:lstStyle/>
              <a:p>
                <a:pPr algn="ctr"/>
                <a:r>
                  <a:rPr lang="en-US" altLang="zh-CN" sz="2000" b="1" dirty="0">
                    <a:solidFill>
                      <a:schemeClr val="bg1"/>
                    </a:solidFill>
                    <a:latin typeface="+mn-ea"/>
                  </a:rPr>
                  <a:t>03</a:t>
                </a:r>
                <a:endParaRPr lang="zh-CN" altLang="en-US" sz="2000" b="1" dirty="0">
                  <a:solidFill>
                    <a:schemeClr val="bg1"/>
                  </a:solidFill>
                  <a:latin typeface="+mn-ea"/>
                </a:endParaRPr>
              </a:p>
            </p:txBody>
          </p:sp>
        </p:grpSp>
        <p:sp>
          <p:nvSpPr>
            <p:cNvPr id="96" name="文本框 95">
              <a:extLst>
                <a:ext uri="{FF2B5EF4-FFF2-40B4-BE49-F238E27FC236}">
                  <a16:creationId xmlns:a16="http://schemas.microsoft.com/office/drawing/2014/main" id="{F78F502C-69B9-4BEF-B208-3B66119E8FE4}"/>
                </a:ext>
              </a:extLst>
            </p:cNvPr>
            <p:cNvSpPr txBox="1"/>
            <p:nvPr/>
          </p:nvSpPr>
          <p:spPr>
            <a:xfrm>
              <a:off x="5599316" y="3164732"/>
              <a:ext cx="5376133" cy="461665"/>
            </a:xfrm>
            <a:prstGeom prst="rect">
              <a:avLst/>
            </a:prstGeom>
            <a:noFill/>
          </p:spPr>
          <p:txBody>
            <a:bodyPr wrap="square" rtlCol="0" anchor="ctr" anchorCtr="0">
              <a:spAutoFit/>
            </a:bodyPr>
            <a:lstStyle/>
            <a:p>
              <a:r>
                <a:rPr lang="zh-CN" altLang="en-US" sz="2400" b="1" spc="2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p>
          </p:txBody>
        </p:sp>
      </p:grpSp>
      <p:grpSp>
        <p:nvGrpSpPr>
          <p:cNvPr id="18" name="组合 17">
            <a:extLst>
              <a:ext uri="{FF2B5EF4-FFF2-40B4-BE49-F238E27FC236}">
                <a16:creationId xmlns:a16="http://schemas.microsoft.com/office/drawing/2014/main" id="{E5B344EA-6C5C-42C5-B720-7CBFE88F42C0}"/>
              </a:ext>
            </a:extLst>
          </p:cNvPr>
          <p:cNvGrpSpPr/>
          <p:nvPr/>
        </p:nvGrpSpPr>
        <p:grpSpPr>
          <a:xfrm>
            <a:off x="4517473" y="4133303"/>
            <a:ext cx="6457976" cy="540000"/>
            <a:chOff x="4517473" y="4214745"/>
            <a:chExt cx="6457976" cy="540000"/>
          </a:xfrm>
        </p:grpSpPr>
        <p:grpSp>
          <p:nvGrpSpPr>
            <p:cNvPr id="15" name="组合 14">
              <a:extLst>
                <a:ext uri="{FF2B5EF4-FFF2-40B4-BE49-F238E27FC236}">
                  <a16:creationId xmlns:a16="http://schemas.microsoft.com/office/drawing/2014/main" id="{C49D781B-E612-46FA-87CD-82958A6D1142}"/>
                </a:ext>
              </a:extLst>
            </p:cNvPr>
            <p:cNvGrpSpPr/>
            <p:nvPr/>
          </p:nvGrpSpPr>
          <p:grpSpPr>
            <a:xfrm>
              <a:off x="4517473" y="4214745"/>
              <a:ext cx="1312312" cy="540000"/>
              <a:chOff x="4517473" y="4214745"/>
              <a:chExt cx="1312312" cy="540000"/>
            </a:xfrm>
            <a:effectLst>
              <a:outerShdw blurRad="50800" dist="38100" dir="2700000" algn="tl" rotWithShape="0">
                <a:prstClr val="black">
                  <a:alpha val="40000"/>
                </a:prstClr>
              </a:outerShdw>
            </a:effectLst>
          </p:grpSpPr>
          <p:sp>
            <p:nvSpPr>
              <p:cNvPr id="88" name="矩形: 圆角 87">
                <a:extLst>
                  <a:ext uri="{FF2B5EF4-FFF2-40B4-BE49-F238E27FC236}">
                    <a16:creationId xmlns:a16="http://schemas.microsoft.com/office/drawing/2014/main" id="{F14E4AF7-B23A-4250-A16A-ED0E2C288D2F}"/>
                  </a:ext>
                </a:extLst>
              </p:cNvPr>
              <p:cNvSpPr>
                <a:spLocks noChangeAspect="1"/>
              </p:cNvSpPr>
              <p:nvPr/>
            </p:nvSpPr>
            <p:spPr>
              <a:xfrm rot="16200000" flipH="1">
                <a:off x="4901042" y="4214744"/>
                <a:ext cx="540000" cy="540002"/>
              </a:xfrm>
              <a:prstGeom prst="roundRect">
                <a:avLst/>
              </a:prstGeom>
              <a:solidFill>
                <a:schemeClr val="accent4"/>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89" name="文本框 88">
                <a:extLst>
                  <a:ext uri="{FF2B5EF4-FFF2-40B4-BE49-F238E27FC236}">
                    <a16:creationId xmlns:a16="http://schemas.microsoft.com/office/drawing/2014/main" id="{9F321283-7BD5-4239-9E6F-B81141391CF8}"/>
                  </a:ext>
                </a:extLst>
              </p:cNvPr>
              <p:cNvSpPr txBox="1"/>
              <p:nvPr/>
            </p:nvSpPr>
            <p:spPr>
              <a:xfrm>
                <a:off x="4517473" y="4291246"/>
                <a:ext cx="1312312" cy="400110"/>
              </a:xfrm>
              <a:prstGeom prst="rect">
                <a:avLst/>
              </a:prstGeom>
              <a:noFill/>
            </p:spPr>
            <p:txBody>
              <a:bodyPr wrap="square" rtlCol="0">
                <a:spAutoFit/>
              </a:bodyPr>
              <a:lstStyle/>
              <a:p>
                <a:pPr algn="ctr"/>
                <a:r>
                  <a:rPr lang="en-US" altLang="zh-CN" sz="2000" b="1" dirty="0">
                    <a:solidFill>
                      <a:schemeClr val="bg1"/>
                    </a:solidFill>
                    <a:latin typeface="+mn-ea"/>
                  </a:rPr>
                  <a:t>04</a:t>
                </a:r>
                <a:endParaRPr lang="zh-CN" altLang="en-US" sz="2000" b="1" dirty="0">
                  <a:solidFill>
                    <a:schemeClr val="bg1"/>
                  </a:solidFill>
                  <a:latin typeface="+mn-ea"/>
                </a:endParaRPr>
              </a:p>
            </p:txBody>
          </p:sp>
        </p:grpSp>
        <p:sp>
          <p:nvSpPr>
            <p:cNvPr id="97" name="文本框 96">
              <a:extLst>
                <a:ext uri="{FF2B5EF4-FFF2-40B4-BE49-F238E27FC236}">
                  <a16:creationId xmlns:a16="http://schemas.microsoft.com/office/drawing/2014/main" id="{38CBC258-3CF4-4713-96FE-9F3099AC4B55}"/>
                </a:ext>
              </a:extLst>
            </p:cNvPr>
            <p:cNvSpPr txBox="1"/>
            <p:nvPr/>
          </p:nvSpPr>
          <p:spPr>
            <a:xfrm>
              <a:off x="5599316" y="4260470"/>
              <a:ext cx="5376133" cy="461665"/>
            </a:xfrm>
            <a:prstGeom prst="rect">
              <a:avLst/>
            </a:prstGeom>
            <a:noFill/>
          </p:spPr>
          <p:txBody>
            <a:bodyPr wrap="square" rtlCol="0" anchor="ctr" anchorCtr="0">
              <a:spAutoFit/>
            </a:bodyPr>
            <a:lstStyle/>
            <a:p>
              <a:r>
                <a:rPr lang="zh-CN" altLang="en-US" sz="2400" b="1" spc="2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p>
          </p:txBody>
        </p:sp>
      </p:grpSp>
      <p:grpSp>
        <p:nvGrpSpPr>
          <p:cNvPr id="17" name="组合 16">
            <a:extLst>
              <a:ext uri="{FF2B5EF4-FFF2-40B4-BE49-F238E27FC236}">
                <a16:creationId xmlns:a16="http://schemas.microsoft.com/office/drawing/2014/main" id="{A515A736-998D-4CFE-ACA3-0A291A663655}"/>
              </a:ext>
            </a:extLst>
          </p:cNvPr>
          <p:cNvGrpSpPr/>
          <p:nvPr/>
        </p:nvGrpSpPr>
        <p:grpSpPr>
          <a:xfrm>
            <a:off x="4517473" y="5075603"/>
            <a:ext cx="6457976" cy="539998"/>
            <a:chOff x="4517473" y="5377355"/>
            <a:chExt cx="6457976" cy="539998"/>
          </a:xfrm>
        </p:grpSpPr>
        <p:grpSp>
          <p:nvGrpSpPr>
            <p:cNvPr id="16" name="组合 15">
              <a:extLst>
                <a:ext uri="{FF2B5EF4-FFF2-40B4-BE49-F238E27FC236}">
                  <a16:creationId xmlns:a16="http://schemas.microsoft.com/office/drawing/2014/main" id="{5AC16E17-54D1-41BB-A637-A2EFDEF21590}"/>
                </a:ext>
              </a:extLst>
            </p:cNvPr>
            <p:cNvGrpSpPr/>
            <p:nvPr/>
          </p:nvGrpSpPr>
          <p:grpSpPr>
            <a:xfrm>
              <a:off x="4517473" y="5377355"/>
              <a:ext cx="1312312" cy="539998"/>
              <a:chOff x="4517473" y="5377355"/>
              <a:chExt cx="1312312" cy="539998"/>
            </a:xfrm>
            <a:effectLst>
              <a:outerShdw blurRad="50800" dist="38100" dir="2700000" algn="tl" rotWithShape="0">
                <a:prstClr val="black">
                  <a:alpha val="40000"/>
                </a:prstClr>
              </a:outerShdw>
            </a:effectLst>
          </p:grpSpPr>
          <p:sp>
            <p:nvSpPr>
              <p:cNvPr id="46" name="矩形: 圆角 45">
                <a:extLst>
                  <a:ext uri="{FF2B5EF4-FFF2-40B4-BE49-F238E27FC236}">
                    <a16:creationId xmlns:a16="http://schemas.microsoft.com/office/drawing/2014/main" id="{33F1C680-3998-400B-8A3C-8A48476C48D4}"/>
                  </a:ext>
                </a:extLst>
              </p:cNvPr>
              <p:cNvSpPr>
                <a:spLocks noChangeAspect="1"/>
              </p:cNvSpPr>
              <p:nvPr/>
            </p:nvSpPr>
            <p:spPr>
              <a:xfrm rot="16200000" flipH="1">
                <a:off x="4901042" y="5377354"/>
                <a:ext cx="539998" cy="540000"/>
              </a:xfrm>
              <a:prstGeom prst="roundRect">
                <a:avLst/>
              </a:prstGeom>
              <a:solidFill>
                <a:schemeClr val="accent5"/>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dirty="0"/>
              </a:p>
            </p:txBody>
          </p:sp>
          <p:sp>
            <p:nvSpPr>
              <p:cNvPr id="47" name="文本框 46">
                <a:extLst>
                  <a:ext uri="{FF2B5EF4-FFF2-40B4-BE49-F238E27FC236}">
                    <a16:creationId xmlns:a16="http://schemas.microsoft.com/office/drawing/2014/main" id="{9E9C18F2-90D4-4F7C-ACD6-2815C3CB7AC2}"/>
                  </a:ext>
                </a:extLst>
              </p:cNvPr>
              <p:cNvSpPr txBox="1"/>
              <p:nvPr/>
            </p:nvSpPr>
            <p:spPr>
              <a:xfrm>
                <a:off x="4517473" y="5453854"/>
                <a:ext cx="1312312" cy="400110"/>
              </a:xfrm>
              <a:prstGeom prst="rect">
                <a:avLst/>
              </a:prstGeom>
              <a:noFill/>
            </p:spPr>
            <p:txBody>
              <a:bodyPr wrap="square" rtlCol="0">
                <a:spAutoFit/>
              </a:bodyPr>
              <a:lstStyle/>
              <a:p>
                <a:pPr algn="ctr"/>
                <a:r>
                  <a:rPr lang="en-US" altLang="zh-CN" sz="2000" b="1" dirty="0">
                    <a:solidFill>
                      <a:schemeClr val="bg1"/>
                    </a:solidFill>
                    <a:latin typeface="+mn-ea"/>
                  </a:rPr>
                  <a:t>05</a:t>
                </a:r>
                <a:endParaRPr lang="zh-CN" altLang="en-US" sz="2000" b="1" dirty="0">
                  <a:solidFill>
                    <a:schemeClr val="bg1"/>
                  </a:solidFill>
                  <a:latin typeface="+mn-ea"/>
                </a:endParaRPr>
              </a:p>
            </p:txBody>
          </p:sp>
        </p:grpSp>
        <p:sp>
          <p:nvSpPr>
            <p:cNvPr id="45" name="文本框 44">
              <a:extLst>
                <a:ext uri="{FF2B5EF4-FFF2-40B4-BE49-F238E27FC236}">
                  <a16:creationId xmlns:a16="http://schemas.microsoft.com/office/drawing/2014/main" id="{EFBD29F7-E04D-4CA4-85AF-E65A8AAB6322}"/>
                </a:ext>
              </a:extLst>
            </p:cNvPr>
            <p:cNvSpPr txBox="1"/>
            <p:nvPr/>
          </p:nvSpPr>
          <p:spPr>
            <a:xfrm>
              <a:off x="5599316" y="5423078"/>
              <a:ext cx="5376133" cy="461665"/>
            </a:xfrm>
            <a:prstGeom prst="rect">
              <a:avLst/>
            </a:prstGeom>
            <a:noFill/>
          </p:spPr>
          <p:txBody>
            <a:bodyPr wrap="square" rtlCol="0" anchor="ctr" anchorCtr="0">
              <a:spAutoFit/>
            </a:bodyPr>
            <a:lstStyle/>
            <a:p>
              <a:r>
                <a:rPr lang="zh-CN" altLang="en-US" sz="2400" b="1" spc="200" dirty="0">
                  <a:solidFill>
                    <a:schemeClr val="tx1">
                      <a:lumMod val="75000"/>
                      <a:lumOff val="25000"/>
                    </a:schemeClr>
                  </a:solidFill>
                  <a:latin typeface="微软雅黑" panose="020B0503020204020204" pitchFamily="34" charset="-122"/>
                  <a:ea typeface="微软雅黑" panose="020B0503020204020204" pitchFamily="34" charset="-122"/>
                </a:rPr>
                <a:t>请输入标题</a:t>
              </a:r>
            </a:p>
          </p:txBody>
        </p:sp>
      </p:grpSp>
      <p:grpSp>
        <p:nvGrpSpPr>
          <p:cNvPr id="44" name="组合 43">
            <a:extLst>
              <a:ext uri="{FF2B5EF4-FFF2-40B4-BE49-F238E27FC236}">
                <a16:creationId xmlns:a16="http://schemas.microsoft.com/office/drawing/2014/main" id="{7E0FFDAF-4464-4959-AF61-131DAF5817C2}"/>
              </a:ext>
            </a:extLst>
          </p:cNvPr>
          <p:cNvGrpSpPr/>
          <p:nvPr/>
        </p:nvGrpSpPr>
        <p:grpSpPr>
          <a:xfrm>
            <a:off x="-491832" y="1587"/>
            <a:ext cx="273269" cy="2129816"/>
            <a:chOff x="11681691" y="1513398"/>
            <a:chExt cx="273269" cy="2129816"/>
          </a:xfrm>
        </p:grpSpPr>
        <p:sp>
          <p:nvSpPr>
            <p:cNvPr id="48" name="矩形 47">
              <a:extLst>
                <a:ext uri="{FF2B5EF4-FFF2-40B4-BE49-F238E27FC236}">
                  <a16:creationId xmlns:a16="http://schemas.microsoft.com/office/drawing/2014/main" id="{822FD2F9-AD73-4C7D-9624-172704B1C0F4}"/>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a:extLst>
                <a:ext uri="{FF2B5EF4-FFF2-40B4-BE49-F238E27FC236}">
                  <a16:creationId xmlns:a16="http://schemas.microsoft.com/office/drawing/2014/main" id="{80676F89-D297-4A4B-AF0C-B5F24DE56184}"/>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B52ACF62-7A2B-4ED1-8240-508E187F93BD}"/>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50">
              <a:extLst>
                <a:ext uri="{FF2B5EF4-FFF2-40B4-BE49-F238E27FC236}">
                  <a16:creationId xmlns:a16="http://schemas.microsoft.com/office/drawing/2014/main" id="{59202878-D2E4-4B8E-9F27-7F2A29F72735}"/>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a:extLst>
                <a:ext uri="{FF2B5EF4-FFF2-40B4-BE49-F238E27FC236}">
                  <a16:creationId xmlns:a16="http://schemas.microsoft.com/office/drawing/2014/main" id="{D66BF8CB-56AA-4503-83F0-9388E364BD16}"/>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52">
              <a:extLst>
                <a:ext uri="{FF2B5EF4-FFF2-40B4-BE49-F238E27FC236}">
                  <a16:creationId xmlns:a16="http://schemas.microsoft.com/office/drawing/2014/main" id="{A333E0D0-2B0D-491C-AE5C-58ACBA422533}"/>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a:extLst>
                <a:ext uri="{FF2B5EF4-FFF2-40B4-BE49-F238E27FC236}">
                  <a16:creationId xmlns:a16="http://schemas.microsoft.com/office/drawing/2014/main" id="{24CD2066-9B15-48B8-B5B6-1395086496D5}"/>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6356420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845EFEB-F625-449C-A24A-9040837E575A}"/>
              </a:ext>
            </a:extLst>
          </p:cNvPr>
          <p:cNvSpPr>
            <a:spLocks noGrp="1"/>
          </p:cNvSpPr>
          <p:nvPr>
            <p:ph type="title"/>
          </p:nvPr>
        </p:nvSpPr>
        <p:spPr/>
        <p:txBody>
          <a:bodyPr/>
          <a:lstStyle/>
          <a:p>
            <a:r>
              <a:rPr lang="zh-CN" altLang="en-US" sz="3200" b="1" spc="200" dirty="0">
                <a:solidFill>
                  <a:schemeClr val="tx1">
                    <a:lumMod val="75000"/>
                    <a:lumOff val="25000"/>
                  </a:schemeClr>
                </a:solidFill>
                <a:latin typeface="微软雅黑" panose="020B0503020204020204" pitchFamily="34" charset="-122"/>
                <a:ea typeface="微软雅黑" panose="020B0503020204020204" pitchFamily="34" charset="-122"/>
              </a:rPr>
              <a:t>文字：并列、递进关系</a:t>
            </a:r>
            <a:endParaRPr lang="zh-CN" altLang="en-US" dirty="0"/>
          </a:p>
        </p:txBody>
      </p:sp>
      <p:grpSp>
        <p:nvGrpSpPr>
          <p:cNvPr id="20" name="组合 19">
            <a:extLst>
              <a:ext uri="{FF2B5EF4-FFF2-40B4-BE49-F238E27FC236}">
                <a16:creationId xmlns:a16="http://schemas.microsoft.com/office/drawing/2014/main" id="{81EA35BA-BB7D-4511-9E8F-1E621B2E40A0}"/>
              </a:ext>
            </a:extLst>
          </p:cNvPr>
          <p:cNvGrpSpPr/>
          <p:nvPr/>
        </p:nvGrpSpPr>
        <p:grpSpPr>
          <a:xfrm>
            <a:off x="-491832" y="1587"/>
            <a:ext cx="273269" cy="2129816"/>
            <a:chOff x="11681691" y="1513398"/>
            <a:chExt cx="273269" cy="2129816"/>
          </a:xfrm>
        </p:grpSpPr>
        <p:sp>
          <p:nvSpPr>
            <p:cNvPr id="21" name="矩形 20">
              <a:extLst>
                <a:ext uri="{FF2B5EF4-FFF2-40B4-BE49-F238E27FC236}">
                  <a16:creationId xmlns:a16="http://schemas.microsoft.com/office/drawing/2014/main" id="{72FDB613-B671-4A65-A71F-BC4E5B49CBCE}"/>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69AD7840-0A74-40BE-BCC2-D59F6CA13C0C}"/>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F2E33B05-C005-40F4-8EB0-FD77332C30A7}"/>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EB80C690-E6F1-4C02-AB13-EC95FECADA0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075EDE6C-A339-4530-A1D5-FFDE29B8FE0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57402932-5033-4CE8-A70B-3AA6F8B24EE2}"/>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B7E12099-C02F-414C-A4E2-882C8F7B598F}"/>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5516115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Inhaltsplatzhalter 4">
            <a:extLst>
              <a:ext uri="{FF2B5EF4-FFF2-40B4-BE49-F238E27FC236}">
                <a16:creationId xmlns:a16="http://schemas.microsoft.com/office/drawing/2014/main" id="{F1FB71C0-9838-4642-81B9-26408D1CA84B}"/>
              </a:ext>
            </a:extLst>
          </p:cNvPr>
          <p:cNvSpPr txBox="1"/>
          <p:nvPr/>
        </p:nvSpPr>
        <p:spPr>
          <a:xfrm>
            <a:off x="925589" y="3467280"/>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38" name="Freeform 8">
            <a:extLst>
              <a:ext uri="{FF2B5EF4-FFF2-40B4-BE49-F238E27FC236}">
                <a16:creationId xmlns:a16="http://schemas.microsoft.com/office/drawing/2014/main" id="{F516738E-569B-4679-8FB4-A46C52EB658F}"/>
              </a:ext>
            </a:extLst>
          </p:cNvPr>
          <p:cNvSpPr/>
          <p:nvPr/>
        </p:nvSpPr>
        <p:spPr bwMode="auto">
          <a:xfrm>
            <a:off x="888369" y="1699675"/>
            <a:ext cx="1759815" cy="1648585"/>
          </a:xfrm>
          <a:custGeom>
            <a:avLst/>
            <a:gdLst>
              <a:gd name="T0" fmla="*/ 22 w 562"/>
              <a:gd name="T1" fmla="*/ 240 h 525"/>
              <a:gd name="T2" fmla="*/ 241 w 562"/>
              <a:gd name="T3" fmla="*/ 22 h 525"/>
              <a:gd name="T4" fmla="*/ 321 w 562"/>
              <a:gd name="T5" fmla="*/ 22 h 525"/>
              <a:gd name="T6" fmla="*/ 540 w 562"/>
              <a:gd name="T7" fmla="*/ 240 h 525"/>
              <a:gd name="T8" fmla="*/ 540 w 562"/>
              <a:gd name="T9" fmla="*/ 321 h 525"/>
              <a:gd name="T10" fmla="*/ 401 w 562"/>
              <a:gd name="T11" fmla="*/ 459 h 525"/>
              <a:gd name="T12" fmla="*/ 161 w 562"/>
              <a:gd name="T13" fmla="*/ 459 h 525"/>
              <a:gd name="T14" fmla="*/ 22 w 562"/>
              <a:gd name="T15" fmla="*/ 321 h 525"/>
              <a:gd name="T16" fmla="*/ 22 w 562"/>
              <a:gd name="T17" fmla="*/ 24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2" h="525">
                <a:moveTo>
                  <a:pt x="22" y="240"/>
                </a:moveTo>
                <a:cubicBezTo>
                  <a:pt x="241" y="22"/>
                  <a:pt x="241" y="22"/>
                  <a:pt x="241" y="22"/>
                </a:cubicBezTo>
                <a:cubicBezTo>
                  <a:pt x="263" y="0"/>
                  <a:pt x="299" y="0"/>
                  <a:pt x="321" y="22"/>
                </a:cubicBezTo>
                <a:cubicBezTo>
                  <a:pt x="540" y="240"/>
                  <a:pt x="540" y="240"/>
                  <a:pt x="540" y="240"/>
                </a:cubicBezTo>
                <a:cubicBezTo>
                  <a:pt x="562" y="262"/>
                  <a:pt x="562" y="299"/>
                  <a:pt x="540" y="321"/>
                </a:cubicBezTo>
                <a:cubicBezTo>
                  <a:pt x="401" y="459"/>
                  <a:pt x="401" y="459"/>
                  <a:pt x="401" y="459"/>
                </a:cubicBezTo>
                <a:cubicBezTo>
                  <a:pt x="335" y="525"/>
                  <a:pt x="227" y="525"/>
                  <a:pt x="161" y="459"/>
                </a:cubicBezTo>
                <a:cubicBezTo>
                  <a:pt x="22" y="321"/>
                  <a:pt x="22" y="321"/>
                  <a:pt x="22" y="321"/>
                </a:cubicBezTo>
                <a:cubicBezTo>
                  <a:pt x="0" y="299"/>
                  <a:pt x="0" y="262"/>
                  <a:pt x="22" y="240"/>
                </a:cubicBezTo>
                <a:close/>
              </a:path>
            </a:pathLst>
          </a:custGeom>
          <a:solidFill>
            <a:schemeClr val="accent1"/>
          </a:solidFill>
          <a:ln>
            <a:noFill/>
          </a:ln>
          <a:effectLst>
            <a:outerShdw blurRad="50800" dist="38100" dir="2700000" algn="tl" rotWithShape="0">
              <a:prstClr val="black">
                <a:alpha val="40000"/>
              </a:prstClr>
            </a:outerShdw>
          </a:effectLst>
        </p:spPr>
        <p:txBody>
          <a:bodyPr vert="horz" wrap="square" lIns="91440" tIns="45720" rIns="91440" bIns="45720" numCol="1" anchor="ctr" anchorCtr="0" compatLnSpc="1"/>
          <a:lstStyle/>
          <a:p>
            <a:pPr algn="ctr"/>
            <a:r>
              <a:rPr lang="en-US" sz="2800" b="1" dirty="0">
                <a:solidFill>
                  <a:schemeClr val="bg1"/>
                </a:solidFill>
              </a:rPr>
              <a:t>0</a:t>
            </a:r>
            <a:r>
              <a:rPr lang="en-US" altLang="zh-CN" sz="2800" b="1" dirty="0">
                <a:solidFill>
                  <a:schemeClr val="bg1"/>
                </a:solidFill>
              </a:rPr>
              <a:t>1</a:t>
            </a:r>
            <a:endParaRPr lang="en-US" sz="2800" b="1" dirty="0">
              <a:solidFill>
                <a:schemeClr val="bg1"/>
              </a:solidFill>
            </a:endParaRPr>
          </a:p>
        </p:txBody>
      </p:sp>
      <p:sp>
        <p:nvSpPr>
          <p:cNvPr id="39" name="Inhaltsplatzhalter 4">
            <a:extLst>
              <a:ext uri="{FF2B5EF4-FFF2-40B4-BE49-F238E27FC236}">
                <a16:creationId xmlns:a16="http://schemas.microsoft.com/office/drawing/2014/main" id="{56829220-D6BC-4704-BA76-57827E96C90D}"/>
              </a:ext>
            </a:extLst>
          </p:cNvPr>
          <p:cNvSpPr txBox="1"/>
          <p:nvPr/>
        </p:nvSpPr>
        <p:spPr>
          <a:xfrm>
            <a:off x="925589" y="4005247"/>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1" name="Freeform 8">
            <a:extLst>
              <a:ext uri="{FF2B5EF4-FFF2-40B4-BE49-F238E27FC236}">
                <a16:creationId xmlns:a16="http://schemas.microsoft.com/office/drawing/2014/main" id="{986A72B4-DB07-4613-8ABA-28B116B8D5F5}"/>
              </a:ext>
            </a:extLst>
          </p:cNvPr>
          <p:cNvSpPr/>
          <p:nvPr/>
        </p:nvSpPr>
        <p:spPr bwMode="auto">
          <a:xfrm>
            <a:off x="3774401" y="1676271"/>
            <a:ext cx="1759815" cy="1648585"/>
          </a:xfrm>
          <a:custGeom>
            <a:avLst/>
            <a:gdLst>
              <a:gd name="T0" fmla="*/ 22 w 562"/>
              <a:gd name="T1" fmla="*/ 240 h 525"/>
              <a:gd name="T2" fmla="*/ 241 w 562"/>
              <a:gd name="T3" fmla="*/ 22 h 525"/>
              <a:gd name="T4" fmla="*/ 321 w 562"/>
              <a:gd name="T5" fmla="*/ 22 h 525"/>
              <a:gd name="T6" fmla="*/ 540 w 562"/>
              <a:gd name="T7" fmla="*/ 240 h 525"/>
              <a:gd name="T8" fmla="*/ 540 w 562"/>
              <a:gd name="T9" fmla="*/ 321 h 525"/>
              <a:gd name="T10" fmla="*/ 401 w 562"/>
              <a:gd name="T11" fmla="*/ 459 h 525"/>
              <a:gd name="T12" fmla="*/ 161 w 562"/>
              <a:gd name="T13" fmla="*/ 459 h 525"/>
              <a:gd name="T14" fmla="*/ 22 w 562"/>
              <a:gd name="T15" fmla="*/ 321 h 525"/>
              <a:gd name="T16" fmla="*/ 22 w 562"/>
              <a:gd name="T17" fmla="*/ 24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2" h="525">
                <a:moveTo>
                  <a:pt x="22" y="240"/>
                </a:moveTo>
                <a:cubicBezTo>
                  <a:pt x="241" y="22"/>
                  <a:pt x="241" y="22"/>
                  <a:pt x="241" y="22"/>
                </a:cubicBezTo>
                <a:cubicBezTo>
                  <a:pt x="263" y="0"/>
                  <a:pt x="299" y="0"/>
                  <a:pt x="321" y="22"/>
                </a:cubicBezTo>
                <a:cubicBezTo>
                  <a:pt x="540" y="240"/>
                  <a:pt x="540" y="240"/>
                  <a:pt x="540" y="240"/>
                </a:cubicBezTo>
                <a:cubicBezTo>
                  <a:pt x="562" y="262"/>
                  <a:pt x="562" y="299"/>
                  <a:pt x="540" y="321"/>
                </a:cubicBezTo>
                <a:cubicBezTo>
                  <a:pt x="401" y="459"/>
                  <a:pt x="401" y="459"/>
                  <a:pt x="401" y="459"/>
                </a:cubicBezTo>
                <a:cubicBezTo>
                  <a:pt x="335" y="525"/>
                  <a:pt x="227" y="525"/>
                  <a:pt x="161" y="459"/>
                </a:cubicBezTo>
                <a:cubicBezTo>
                  <a:pt x="22" y="321"/>
                  <a:pt x="22" y="321"/>
                  <a:pt x="22" y="321"/>
                </a:cubicBezTo>
                <a:cubicBezTo>
                  <a:pt x="0" y="299"/>
                  <a:pt x="0" y="262"/>
                  <a:pt x="22" y="240"/>
                </a:cubicBezTo>
                <a:close/>
              </a:path>
            </a:pathLst>
          </a:custGeom>
          <a:solidFill>
            <a:schemeClr val="accent2"/>
          </a:solidFill>
          <a:ln>
            <a:noFill/>
          </a:ln>
          <a:effectLst>
            <a:outerShdw blurRad="50800" dist="38100" dir="2700000" algn="tl" rotWithShape="0">
              <a:prstClr val="black">
                <a:alpha val="40000"/>
              </a:prstClr>
            </a:outerShdw>
          </a:effectLst>
        </p:spPr>
        <p:txBody>
          <a:bodyPr vert="horz" wrap="square" lIns="91440" tIns="45720" rIns="91440" bIns="45720" numCol="1" anchor="ctr" anchorCtr="0" compatLnSpc="1"/>
          <a:lstStyle/>
          <a:p>
            <a:pPr algn="ctr"/>
            <a:r>
              <a:rPr lang="en-US" sz="2800" b="1" dirty="0">
                <a:solidFill>
                  <a:schemeClr val="bg1"/>
                </a:solidFill>
              </a:rPr>
              <a:t>02</a:t>
            </a:r>
          </a:p>
        </p:txBody>
      </p:sp>
      <p:sp>
        <p:nvSpPr>
          <p:cNvPr id="36" name="Inhaltsplatzhalter 4">
            <a:extLst>
              <a:ext uri="{FF2B5EF4-FFF2-40B4-BE49-F238E27FC236}">
                <a16:creationId xmlns:a16="http://schemas.microsoft.com/office/drawing/2014/main" id="{81E75DAC-30A8-408C-ADE6-EDD30F03247F}"/>
              </a:ext>
            </a:extLst>
          </p:cNvPr>
          <p:cNvSpPr txBox="1"/>
          <p:nvPr/>
        </p:nvSpPr>
        <p:spPr>
          <a:xfrm>
            <a:off x="3811621" y="3443875"/>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bg1">
                  <a:lumMod val="50000"/>
                </a:schemeClr>
              </a:solidFill>
              <a:latin typeface="+mn-lt"/>
            </a:endParaRPr>
          </a:p>
        </p:txBody>
      </p:sp>
      <p:sp>
        <p:nvSpPr>
          <p:cNvPr id="40" name="Inhaltsplatzhalter 4">
            <a:extLst>
              <a:ext uri="{FF2B5EF4-FFF2-40B4-BE49-F238E27FC236}">
                <a16:creationId xmlns:a16="http://schemas.microsoft.com/office/drawing/2014/main" id="{DA42A24B-83E1-4A06-B348-F5B69AF91C74}"/>
              </a:ext>
            </a:extLst>
          </p:cNvPr>
          <p:cNvSpPr txBox="1"/>
          <p:nvPr/>
        </p:nvSpPr>
        <p:spPr>
          <a:xfrm>
            <a:off x="3811621" y="3981842"/>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2" name="Freeform 10">
            <a:extLst>
              <a:ext uri="{FF2B5EF4-FFF2-40B4-BE49-F238E27FC236}">
                <a16:creationId xmlns:a16="http://schemas.microsoft.com/office/drawing/2014/main" id="{3659E8CF-CF8C-4FA7-80FB-CBE391C40888}"/>
              </a:ext>
            </a:extLst>
          </p:cNvPr>
          <p:cNvSpPr/>
          <p:nvPr/>
        </p:nvSpPr>
        <p:spPr bwMode="auto">
          <a:xfrm>
            <a:off x="6660433" y="1676271"/>
            <a:ext cx="1757166" cy="1648585"/>
          </a:xfrm>
          <a:custGeom>
            <a:avLst/>
            <a:gdLst>
              <a:gd name="T0" fmla="*/ 22 w 561"/>
              <a:gd name="T1" fmla="*/ 240 h 525"/>
              <a:gd name="T2" fmla="*/ 240 w 561"/>
              <a:gd name="T3" fmla="*/ 22 h 525"/>
              <a:gd name="T4" fmla="*/ 321 w 561"/>
              <a:gd name="T5" fmla="*/ 22 h 525"/>
              <a:gd name="T6" fmla="*/ 539 w 561"/>
              <a:gd name="T7" fmla="*/ 240 h 525"/>
              <a:gd name="T8" fmla="*/ 539 w 561"/>
              <a:gd name="T9" fmla="*/ 321 h 525"/>
              <a:gd name="T10" fmla="*/ 401 w 561"/>
              <a:gd name="T11" fmla="*/ 459 h 525"/>
              <a:gd name="T12" fmla="*/ 160 w 561"/>
              <a:gd name="T13" fmla="*/ 459 h 525"/>
              <a:gd name="T14" fmla="*/ 22 w 561"/>
              <a:gd name="T15" fmla="*/ 321 h 525"/>
              <a:gd name="T16" fmla="*/ 22 w 561"/>
              <a:gd name="T17" fmla="*/ 24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1" h="525">
                <a:moveTo>
                  <a:pt x="22" y="240"/>
                </a:moveTo>
                <a:cubicBezTo>
                  <a:pt x="240" y="22"/>
                  <a:pt x="240" y="22"/>
                  <a:pt x="240" y="22"/>
                </a:cubicBezTo>
                <a:cubicBezTo>
                  <a:pt x="262" y="0"/>
                  <a:pt x="299" y="0"/>
                  <a:pt x="321" y="22"/>
                </a:cubicBezTo>
                <a:cubicBezTo>
                  <a:pt x="539" y="240"/>
                  <a:pt x="539" y="240"/>
                  <a:pt x="539" y="240"/>
                </a:cubicBezTo>
                <a:cubicBezTo>
                  <a:pt x="561" y="262"/>
                  <a:pt x="561" y="299"/>
                  <a:pt x="539" y="321"/>
                </a:cubicBezTo>
                <a:cubicBezTo>
                  <a:pt x="401" y="459"/>
                  <a:pt x="401" y="459"/>
                  <a:pt x="401" y="459"/>
                </a:cubicBezTo>
                <a:cubicBezTo>
                  <a:pt x="335" y="525"/>
                  <a:pt x="226" y="525"/>
                  <a:pt x="160" y="459"/>
                </a:cubicBezTo>
                <a:cubicBezTo>
                  <a:pt x="22" y="321"/>
                  <a:pt x="22" y="321"/>
                  <a:pt x="22" y="321"/>
                </a:cubicBezTo>
                <a:cubicBezTo>
                  <a:pt x="0" y="299"/>
                  <a:pt x="0" y="262"/>
                  <a:pt x="22" y="240"/>
                </a:cubicBezTo>
                <a:close/>
              </a:path>
            </a:pathLst>
          </a:custGeom>
          <a:solidFill>
            <a:schemeClr val="accent3"/>
          </a:solidFill>
          <a:ln>
            <a:noFill/>
          </a:ln>
          <a:effectLst>
            <a:outerShdw blurRad="50800" dist="38100" dir="2700000" algn="tl" rotWithShape="0">
              <a:prstClr val="black">
                <a:alpha val="40000"/>
              </a:prstClr>
            </a:outerShdw>
          </a:effectLst>
        </p:spPr>
        <p:txBody>
          <a:bodyPr vert="horz" wrap="square" lIns="91440" tIns="45720" rIns="91440" bIns="45720" numCol="1" anchor="ctr" anchorCtr="0" compatLnSpc="1"/>
          <a:lstStyle/>
          <a:p>
            <a:pPr algn="ctr"/>
            <a:r>
              <a:rPr lang="en-US" sz="2800" b="1" dirty="0">
                <a:solidFill>
                  <a:schemeClr val="bg1"/>
                </a:solidFill>
              </a:rPr>
              <a:t>03</a:t>
            </a:r>
          </a:p>
        </p:txBody>
      </p:sp>
      <p:sp>
        <p:nvSpPr>
          <p:cNvPr id="35" name="Inhaltsplatzhalter 4">
            <a:extLst>
              <a:ext uri="{FF2B5EF4-FFF2-40B4-BE49-F238E27FC236}">
                <a16:creationId xmlns:a16="http://schemas.microsoft.com/office/drawing/2014/main" id="{315EFD92-7A7D-4CDD-A621-21B59928610B}"/>
              </a:ext>
            </a:extLst>
          </p:cNvPr>
          <p:cNvSpPr txBox="1"/>
          <p:nvPr/>
        </p:nvSpPr>
        <p:spPr>
          <a:xfrm>
            <a:off x="6696329" y="3443875"/>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3"/>
                </a:solidFill>
                <a:latin typeface="+mj-lt"/>
              </a:rPr>
              <a:t>小标题</a:t>
            </a:r>
            <a:endParaRPr lang="en-US" sz="1200" dirty="0">
              <a:solidFill>
                <a:schemeClr val="bg1">
                  <a:lumMod val="50000"/>
                </a:schemeClr>
              </a:solidFill>
              <a:latin typeface="+mn-lt"/>
            </a:endParaRPr>
          </a:p>
        </p:txBody>
      </p:sp>
      <p:sp>
        <p:nvSpPr>
          <p:cNvPr id="41" name="Inhaltsplatzhalter 4">
            <a:extLst>
              <a:ext uri="{FF2B5EF4-FFF2-40B4-BE49-F238E27FC236}">
                <a16:creationId xmlns:a16="http://schemas.microsoft.com/office/drawing/2014/main" id="{AE3A1492-66BC-4F33-B345-B067AFD17259}"/>
              </a:ext>
            </a:extLst>
          </p:cNvPr>
          <p:cNvSpPr txBox="1"/>
          <p:nvPr/>
        </p:nvSpPr>
        <p:spPr>
          <a:xfrm>
            <a:off x="6696329" y="3981842"/>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3" name="Freeform 11">
            <a:extLst>
              <a:ext uri="{FF2B5EF4-FFF2-40B4-BE49-F238E27FC236}">
                <a16:creationId xmlns:a16="http://schemas.microsoft.com/office/drawing/2014/main" id="{A12A69D7-BEDD-4716-83F0-770B878666B5}"/>
              </a:ext>
            </a:extLst>
          </p:cNvPr>
          <p:cNvSpPr/>
          <p:nvPr/>
        </p:nvSpPr>
        <p:spPr bwMode="auto">
          <a:xfrm>
            <a:off x="9543816" y="1699676"/>
            <a:ext cx="1759815" cy="1648585"/>
          </a:xfrm>
          <a:custGeom>
            <a:avLst/>
            <a:gdLst>
              <a:gd name="T0" fmla="*/ 22 w 562"/>
              <a:gd name="T1" fmla="*/ 240 h 525"/>
              <a:gd name="T2" fmla="*/ 241 w 562"/>
              <a:gd name="T3" fmla="*/ 22 h 525"/>
              <a:gd name="T4" fmla="*/ 321 w 562"/>
              <a:gd name="T5" fmla="*/ 22 h 525"/>
              <a:gd name="T6" fmla="*/ 540 w 562"/>
              <a:gd name="T7" fmla="*/ 240 h 525"/>
              <a:gd name="T8" fmla="*/ 540 w 562"/>
              <a:gd name="T9" fmla="*/ 321 h 525"/>
              <a:gd name="T10" fmla="*/ 401 w 562"/>
              <a:gd name="T11" fmla="*/ 459 h 525"/>
              <a:gd name="T12" fmla="*/ 161 w 562"/>
              <a:gd name="T13" fmla="*/ 459 h 525"/>
              <a:gd name="T14" fmla="*/ 22 w 562"/>
              <a:gd name="T15" fmla="*/ 321 h 525"/>
              <a:gd name="T16" fmla="*/ 22 w 562"/>
              <a:gd name="T17" fmla="*/ 24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2" h="525">
                <a:moveTo>
                  <a:pt x="22" y="240"/>
                </a:moveTo>
                <a:cubicBezTo>
                  <a:pt x="241" y="22"/>
                  <a:pt x="241" y="22"/>
                  <a:pt x="241" y="22"/>
                </a:cubicBezTo>
                <a:cubicBezTo>
                  <a:pt x="263" y="0"/>
                  <a:pt x="299" y="0"/>
                  <a:pt x="321" y="22"/>
                </a:cubicBezTo>
                <a:cubicBezTo>
                  <a:pt x="540" y="240"/>
                  <a:pt x="540" y="240"/>
                  <a:pt x="540" y="240"/>
                </a:cubicBezTo>
                <a:cubicBezTo>
                  <a:pt x="562" y="262"/>
                  <a:pt x="562" y="299"/>
                  <a:pt x="540" y="321"/>
                </a:cubicBezTo>
                <a:cubicBezTo>
                  <a:pt x="401" y="459"/>
                  <a:pt x="401" y="459"/>
                  <a:pt x="401" y="459"/>
                </a:cubicBezTo>
                <a:cubicBezTo>
                  <a:pt x="335" y="525"/>
                  <a:pt x="227" y="525"/>
                  <a:pt x="161" y="459"/>
                </a:cubicBezTo>
                <a:cubicBezTo>
                  <a:pt x="22" y="321"/>
                  <a:pt x="22" y="321"/>
                  <a:pt x="22" y="321"/>
                </a:cubicBezTo>
                <a:cubicBezTo>
                  <a:pt x="0" y="299"/>
                  <a:pt x="0" y="262"/>
                  <a:pt x="22" y="240"/>
                </a:cubicBezTo>
                <a:close/>
              </a:path>
            </a:pathLst>
          </a:custGeom>
          <a:solidFill>
            <a:schemeClr val="accent4"/>
          </a:solidFill>
          <a:ln>
            <a:noFill/>
          </a:ln>
          <a:effectLst>
            <a:outerShdw blurRad="50800" dist="38100" dir="2700000" algn="tl" rotWithShape="0">
              <a:prstClr val="black">
                <a:alpha val="40000"/>
              </a:prstClr>
            </a:outerShdw>
          </a:effectLst>
        </p:spPr>
        <p:txBody>
          <a:bodyPr vert="horz" wrap="square" lIns="91440" tIns="45720" rIns="91440" bIns="45720" numCol="1" anchor="ctr" anchorCtr="0" compatLnSpc="1"/>
          <a:lstStyle/>
          <a:p>
            <a:pPr algn="ctr"/>
            <a:r>
              <a:rPr lang="en-US" sz="2800" b="1" dirty="0">
                <a:solidFill>
                  <a:schemeClr val="bg1"/>
                </a:solidFill>
              </a:rPr>
              <a:t>04</a:t>
            </a:r>
          </a:p>
        </p:txBody>
      </p:sp>
      <p:sp>
        <p:nvSpPr>
          <p:cNvPr id="37" name="Inhaltsplatzhalter 4">
            <a:extLst>
              <a:ext uri="{FF2B5EF4-FFF2-40B4-BE49-F238E27FC236}">
                <a16:creationId xmlns:a16="http://schemas.microsoft.com/office/drawing/2014/main" id="{7C9985D2-06E8-467F-A8EE-49753E506E1E}"/>
              </a:ext>
            </a:extLst>
          </p:cNvPr>
          <p:cNvSpPr txBox="1"/>
          <p:nvPr/>
        </p:nvSpPr>
        <p:spPr>
          <a:xfrm>
            <a:off x="9581036" y="3467280"/>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4"/>
                </a:solidFill>
                <a:latin typeface="+mj-lt"/>
              </a:rPr>
              <a:t>小标题</a:t>
            </a:r>
            <a:endParaRPr lang="en-US" sz="1200" dirty="0">
              <a:solidFill>
                <a:schemeClr val="bg1">
                  <a:lumMod val="50000"/>
                </a:schemeClr>
              </a:solidFill>
              <a:latin typeface="+mn-lt"/>
            </a:endParaRPr>
          </a:p>
        </p:txBody>
      </p:sp>
      <p:sp>
        <p:nvSpPr>
          <p:cNvPr id="42" name="Inhaltsplatzhalter 4">
            <a:extLst>
              <a:ext uri="{FF2B5EF4-FFF2-40B4-BE49-F238E27FC236}">
                <a16:creationId xmlns:a16="http://schemas.microsoft.com/office/drawing/2014/main" id="{0CA420B5-0632-46A6-BDEC-59D59AB37B5D}"/>
              </a:ext>
            </a:extLst>
          </p:cNvPr>
          <p:cNvSpPr txBox="1"/>
          <p:nvPr/>
        </p:nvSpPr>
        <p:spPr>
          <a:xfrm>
            <a:off x="9581036" y="4005247"/>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23" name="矩形 22">
            <a:extLst>
              <a:ext uri="{FF2B5EF4-FFF2-40B4-BE49-F238E27FC236}">
                <a16:creationId xmlns:a16="http://schemas.microsoft.com/office/drawing/2014/main" id="{92C21839-8498-4238-B835-526DD2A4AFB8}"/>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a:bodyPr/>
          <a:lstStyle/>
          <a:p>
            <a:endParaRPr lang="zh-CN" altLang="en-US"/>
          </a:p>
        </p:txBody>
      </p:sp>
      <p:grpSp>
        <p:nvGrpSpPr>
          <p:cNvPr id="45" name="组合 44">
            <a:extLst>
              <a:ext uri="{FF2B5EF4-FFF2-40B4-BE49-F238E27FC236}">
                <a16:creationId xmlns:a16="http://schemas.microsoft.com/office/drawing/2014/main" id="{8418EB82-0E50-4FAA-B8AE-2A70F8DACF89}"/>
              </a:ext>
            </a:extLst>
          </p:cNvPr>
          <p:cNvGrpSpPr/>
          <p:nvPr/>
        </p:nvGrpSpPr>
        <p:grpSpPr>
          <a:xfrm>
            <a:off x="-491832" y="1587"/>
            <a:ext cx="273269" cy="2129816"/>
            <a:chOff x="11681691" y="1513398"/>
            <a:chExt cx="273269" cy="2129816"/>
          </a:xfrm>
        </p:grpSpPr>
        <p:sp>
          <p:nvSpPr>
            <p:cNvPr id="46" name="矩形 45">
              <a:extLst>
                <a:ext uri="{FF2B5EF4-FFF2-40B4-BE49-F238E27FC236}">
                  <a16:creationId xmlns:a16="http://schemas.microsoft.com/office/drawing/2014/main" id="{2417ADA2-975C-449A-86FF-6E2E7320EAE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a:extLst>
                <a:ext uri="{FF2B5EF4-FFF2-40B4-BE49-F238E27FC236}">
                  <a16:creationId xmlns:a16="http://schemas.microsoft.com/office/drawing/2014/main" id="{15655E6C-909C-47F1-9291-6AB26BF6AC09}"/>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矩形 47">
              <a:extLst>
                <a:ext uri="{FF2B5EF4-FFF2-40B4-BE49-F238E27FC236}">
                  <a16:creationId xmlns:a16="http://schemas.microsoft.com/office/drawing/2014/main" id="{7A514E0D-A303-4AC5-95B9-62E633B143ED}"/>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a:extLst>
                <a:ext uri="{FF2B5EF4-FFF2-40B4-BE49-F238E27FC236}">
                  <a16:creationId xmlns:a16="http://schemas.microsoft.com/office/drawing/2014/main" id="{9443FCC8-C611-4F81-B71D-BF2960D77A7F}"/>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79153A95-63AF-4FEF-B24E-26160EA57B70}"/>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50">
              <a:extLst>
                <a:ext uri="{FF2B5EF4-FFF2-40B4-BE49-F238E27FC236}">
                  <a16:creationId xmlns:a16="http://schemas.microsoft.com/office/drawing/2014/main" id="{0DC78E3C-8F6E-4581-9D42-D8CB483E715B}"/>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a:extLst>
                <a:ext uri="{FF2B5EF4-FFF2-40B4-BE49-F238E27FC236}">
                  <a16:creationId xmlns:a16="http://schemas.microsoft.com/office/drawing/2014/main" id="{0883503D-68FB-4704-858E-8EA2C1922A98}"/>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851778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4E34DB-65AB-4F86-B2E6-0CCC6687FCAB}"/>
              </a:ext>
            </a:extLst>
          </p:cNvPr>
          <p:cNvSpPr>
            <a:spLocks noGrp="1"/>
          </p:cNvSpPr>
          <p:nvPr>
            <p:ph type="title"/>
          </p:nvPr>
        </p:nvSpPr>
        <p:spPr/>
        <p:txBody>
          <a:bodyPr/>
          <a:lstStyle/>
          <a:p>
            <a:endParaRPr lang="zh-CN" altLang="en-US"/>
          </a:p>
        </p:txBody>
      </p:sp>
      <p:grpSp>
        <p:nvGrpSpPr>
          <p:cNvPr id="57" name="组合 56">
            <a:extLst>
              <a:ext uri="{FF2B5EF4-FFF2-40B4-BE49-F238E27FC236}">
                <a16:creationId xmlns:a16="http://schemas.microsoft.com/office/drawing/2014/main" id="{4053F2CA-6EB9-4463-86ED-19177E2ED12C}"/>
              </a:ext>
            </a:extLst>
          </p:cNvPr>
          <p:cNvGrpSpPr/>
          <p:nvPr/>
        </p:nvGrpSpPr>
        <p:grpSpPr>
          <a:xfrm>
            <a:off x="1163637" y="1987105"/>
            <a:ext cx="9864726" cy="3284716"/>
            <a:chOff x="1163637" y="1987105"/>
            <a:chExt cx="9864726" cy="3284716"/>
          </a:xfrm>
        </p:grpSpPr>
        <p:sp>
          <p:nvSpPr>
            <p:cNvPr id="4" name="Freeform 5">
              <a:extLst>
                <a:ext uri="{FF2B5EF4-FFF2-40B4-BE49-F238E27FC236}">
                  <a16:creationId xmlns:a16="http://schemas.microsoft.com/office/drawing/2014/main" id="{9ADA6FAA-6083-4A58-AFE3-C3890534AD43}"/>
                </a:ext>
              </a:extLst>
            </p:cNvPr>
            <p:cNvSpPr/>
            <p:nvPr/>
          </p:nvSpPr>
          <p:spPr bwMode="auto">
            <a:xfrm>
              <a:off x="2643187" y="2188598"/>
              <a:ext cx="2057400" cy="712788"/>
            </a:xfrm>
            <a:custGeom>
              <a:avLst/>
              <a:gdLst>
                <a:gd name="T0" fmla="*/ 542 w 548"/>
                <a:gd name="T1" fmla="*/ 171 h 189"/>
                <a:gd name="T2" fmla="*/ 548 w 548"/>
                <a:gd name="T3" fmla="*/ 149 h 189"/>
                <a:gd name="T4" fmla="*/ 449 w 548"/>
                <a:gd name="T5" fmla="*/ 83 h 189"/>
                <a:gd name="T6" fmla="*/ 273 w 548"/>
                <a:gd name="T7" fmla="*/ 0 h 189"/>
                <a:gd name="T8" fmla="*/ 98 w 548"/>
                <a:gd name="T9" fmla="*/ 83 h 189"/>
                <a:gd name="T10" fmla="*/ 0 w 548"/>
                <a:gd name="T11" fmla="*/ 148 h 189"/>
                <a:gd name="T12" fmla="*/ 7 w 548"/>
                <a:gd name="T13" fmla="*/ 176 h 189"/>
                <a:gd name="T14" fmla="*/ 6 w 548"/>
                <a:gd name="T15" fmla="*/ 188 h 189"/>
                <a:gd name="T16" fmla="*/ 125 w 548"/>
                <a:gd name="T17" fmla="*/ 112 h 189"/>
                <a:gd name="T18" fmla="*/ 273 w 548"/>
                <a:gd name="T19" fmla="*/ 40 h 189"/>
                <a:gd name="T20" fmla="*/ 421 w 548"/>
                <a:gd name="T21" fmla="*/ 112 h 189"/>
                <a:gd name="T22" fmla="*/ 543 w 548"/>
                <a:gd name="T23" fmla="*/ 189 h 189"/>
                <a:gd name="T24" fmla="*/ 542 w 548"/>
                <a:gd name="T25" fmla="*/ 171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8" h="189">
                  <a:moveTo>
                    <a:pt x="542" y="171"/>
                  </a:moveTo>
                  <a:cubicBezTo>
                    <a:pt x="542" y="163"/>
                    <a:pt x="545" y="156"/>
                    <a:pt x="548" y="149"/>
                  </a:cubicBezTo>
                  <a:cubicBezTo>
                    <a:pt x="506" y="138"/>
                    <a:pt x="479" y="112"/>
                    <a:pt x="449" y="83"/>
                  </a:cubicBezTo>
                  <a:cubicBezTo>
                    <a:pt x="408" y="44"/>
                    <a:pt x="362" y="0"/>
                    <a:pt x="273" y="0"/>
                  </a:cubicBezTo>
                  <a:cubicBezTo>
                    <a:pt x="184" y="0"/>
                    <a:pt x="138" y="44"/>
                    <a:pt x="98" y="83"/>
                  </a:cubicBezTo>
                  <a:cubicBezTo>
                    <a:pt x="68" y="111"/>
                    <a:pt x="41" y="137"/>
                    <a:pt x="0" y="148"/>
                  </a:cubicBezTo>
                  <a:cubicBezTo>
                    <a:pt x="5" y="157"/>
                    <a:pt x="7" y="166"/>
                    <a:pt x="7" y="176"/>
                  </a:cubicBezTo>
                  <a:cubicBezTo>
                    <a:pt x="7" y="180"/>
                    <a:pt x="7" y="184"/>
                    <a:pt x="6" y="188"/>
                  </a:cubicBezTo>
                  <a:cubicBezTo>
                    <a:pt x="60" y="174"/>
                    <a:pt x="94" y="142"/>
                    <a:pt x="125" y="112"/>
                  </a:cubicBezTo>
                  <a:cubicBezTo>
                    <a:pt x="165" y="73"/>
                    <a:pt x="200" y="40"/>
                    <a:pt x="273" y="40"/>
                  </a:cubicBezTo>
                  <a:cubicBezTo>
                    <a:pt x="346" y="40"/>
                    <a:pt x="381" y="73"/>
                    <a:pt x="421" y="112"/>
                  </a:cubicBezTo>
                  <a:cubicBezTo>
                    <a:pt x="452" y="142"/>
                    <a:pt x="487" y="176"/>
                    <a:pt x="543" y="189"/>
                  </a:cubicBezTo>
                  <a:cubicBezTo>
                    <a:pt x="542" y="183"/>
                    <a:pt x="541" y="177"/>
                    <a:pt x="542" y="171"/>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5" name="Freeform 6">
              <a:extLst>
                <a:ext uri="{FF2B5EF4-FFF2-40B4-BE49-F238E27FC236}">
                  <a16:creationId xmlns:a16="http://schemas.microsoft.com/office/drawing/2014/main" id="{67D0D434-22C7-4926-A258-6A8F166C4030}"/>
                </a:ext>
              </a:extLst>
            </p:cNvPr>
            <p:cNvSpPr/>
            <p:nvPr/>
          </p:nvSpPr>
          <p:spPr bwMode="auto">
            <a:xfrm>
              <a:off x="7470775" y="2188598"/>
              <a:ext cx="2055813" cy="719138"/>
            </a:xfrm>
            <a:custGeom>
              <a:avLst/>
              <a:gdLst>
                <a:gd name="T0" fmla="*/ 540 w 548"/>
                <a:gd name="T1" fmla="*/ 171 h 191"/>
                <a:gd name="T2" fmla="*/ 548 w 548"/>
                <a:gd name="T3" fmla="*/ 147 h 191"/>
                <a:gd name="T4" fmla="*/ 456 w 548"/>
                <a:gd name="T5" fmla="*/ 83 h 191"/>
                <a:gd name="T6" fmla="*/ 281 w 548"/>
                <a:gd name="T7" fmla="*/ 0 h 191"/>
                <a:gd name="T8" fmla="*/ 105 w 548"/>
                <a:gd name="T9" fmla="*/ 83 h 191"/>
                <a:gd name="T10" fmla="*/ 0 w 548"/>
                <a:gd name="T11" fmla="*/ 151 h 191"/>
                <a:gd name="T12" fmla="*/ 6 w 548"/>
                <a:gd name="T13" fmla="*/ 176 h 191"/>
                <a:gd name="T14" fmla="*/ 4 w 548"/>
                <a:gd name="T15" fmla="*/ 191 h 191"/>
                <a:gd name="T16" fmla="*/ 133 w 548"/>
                <a:gd name="T17" fmla="*/ 112 h 191"/>
                <a:gd name="T18" fmla="*/ 281 w 548"/>
                <a:gd name="T19" fmla="*/ 40 h 191"/>
                <a:gd name="T20" fmla="*/ 429 w 548"/>
                <a:gd name="T21" fmla="*/ 112 h 191"/>
                <a:gd name="T22" fmla="*/ 541 w 548"/>
                <a:gd name="T23" fmla="*/ 186 h 191"/>
                <a:gd name="T24" fmla="*/ 540 w 548"/>
                <a:gd name="T25" fmla="*/ 171 h 1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48" h="191">
                  <a:moveTo>
                    <a:pt x="540" y="171"/>
                  </a:moveTo>
                  <a:cubicBezTo>
                    <a:pt x="541" y="162"/>
                    <a:pt x="544" y="154"/>
                    <a:pt x="548" y="147"/>
                  </a:cubicBezTo>
                  <a:cubicBezTo>
                    <a:pt x="510" y="135"/>
                    <a:pt x="485" y="110"/>
                    <a:pt x="456" y="83"/>
                  </a:cubicBezTo>
                  <a:cubicBezTo>
                    <a:pt x="416" y="44"/>
                    <a:pt x="370" y="0"/>
                    <a:pt x="281" y="0"/>
                  </a:cubicBezTo>
                  <a:cubicBezTo>
                    <a:pt x="192" y="0"/>
                    <a:pt x="146" y="44"/>
                    <a:pt x="105" y="83"/>
                  </a:cubicBezTo>
                  <a:cubicBezTo>
                    <a:pt x="74" y="113"/>
                    <a:pt x="46" y="140"/>
                    <a:pt x="0" y="151"/>
                  </a:cubicBezTo>
                  <a:cubicBezTo>
                    <a:pt x="4" y="158"/>
                    <a:pt x="6" y="167"/>
                    <a:pt x="6" y="176"/>
                  </a:cubicBezTo>
                  <a:cubicBezTo>
                    <a:pt x="6" y="181"/>
                    <a:pt x="5" y="186"/>
                    <a:pt x="4" y="191"/>
                  </a:cubicBezTo>
                  <a:cubicBezTo>
                    <a:pt x="64" y="178"/>
                    <a:pt x="100" y="143"/>
                    <a:pt x="133" y="112"/>
                  </a:cubicBezTo>
                  <a:cubicBezTo>
                    <a:pt x="173" y="73"/>
                    <a:pt x="208" y="40"/>
                    <a:pt x="281" y="40"/>
                  </a:cubicBezTo>
                  <a:cubicBezTo>
                    <a:pt x="354" y="40"/>
                    <a:pt x="388" y="73"/>
                    <a:pt x="429" y="112"/>
                  </a:cubicBezTo>
                  <a:cubicBezTo>
                    <a:pt x="458" y="140"/>
                    <a:pt x="491" y="172"/>
                    <a:pt x="541" y="186"/>
                  </a:cubicBezTo>
                  <a:cubicBezTo>
                    <a:pt x="540" y="181"/>
                    <a:pt x="540" y="176"/>
                    <a:pt x="540" y="171"/>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6" name="Freeform 7">
              <a:extLst>
                <a:ext uri="{FF2B5EF4-FFF2-40B4-BE49-F238E27FC236}">
                  <a16:creationId xmlns:a16="http://schemas.microsoft.com/office/drawing/2014/main" id="{B545C8F3-35A4-465E-93E6-85D8FA61927F}"/>
                </a:ext>
              </a:extLst>
            </p:cNvPr>
            <p:cNvSpPr/>
            <p:nvPr/>
          </p:nvSpPr>
          <p:spPr bwMode="auto">
            <a:xfrm>
              <a:off x="9921875" y="2188598"/>
              <a:ext cx="1106488" cy="712788"/>
            </a:xfrm>
            <a:custGeom>
              <a:avLst/>
              <a:gdLst>
                <a:gd name="T0" fmla="*/ 275 w 295"/>
                <a:gd name="T1" fmla="*/ 0 h 189"/>
                <a:gd name="T2" fmla="*/ 99 w 295"/>
                <a:gd name="T3" fmla="*/ 83 h 189"/>
                <a:gd name="T4" fmla="*/ 0 w 295"/>
                <a:gd name="T5" fmla="*/ 149 h 189"/>
                <a:gd name="T6" fmla="*/ 6 w 295"/>
                <a:gd name="T7" fmla="*/ 176 h 189"/>
                <a:gd name="T8" fmla="*/ 5 w 295"/>
                <a:gd name="T9" fmla="*/ 189 h 189"/>
                <a:gd name="T10" fmla="*/ 127 w 295"/>
                <a:gd name="T11" fmla="*/ 112 h 189"/>
                <a:gd name="T12" fmla="*/ 275 w 295"/>
                <a:gd name="T13" fmla="*/ 40 h 189"/>
                <a:gd name="T14" fmla="*/ 295 w 295"/>
                <a:gd name="T15" fmla="*/ 20 h 189"/>
                <a:gd name="T16" fmla="*/ 275 w 295"/>
                <a:gd name="T17" fmla="*/ 0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95" h="189">
                  <a:moveTo>
                    <a:pt x="275" y="0"/>
                  </a:moveTo>
                  <a:cubicBezTo>
                    <a:pt x="186" y="0"/>
                    <a:pt x="140" y="44"/>
                    <a:pt x="99" y="83"/>
                  </a:cubicBezTo>
                  <a:cubicBezTo>
                    <a:pt x="69" y="112"/>
                    <a:pt x="42" y="138"/>
                    <a:pt x="0" y="149"/>
                  </a:cubicBezTo>
                  <a:cubicBezTo>
                    <a:pt x="4" y="157"/>
                    <a:pt x="6" y="166"/>
                    <a:pt x="6" y="176"/>
                  </a:cubicBezTo>
                  <a:cubicBezTo>
                    <a:pt x="6" y="181"/>
                    <a:pt x="6" y="185"/>
                    <a:pt x="5" y="189"/>
                  </a:cubicBezTo>
                  <a:cubicBezTo>
                    <a:pt x="60" y="176"/>
                    <a:pt x="95" y="142"/>
                    <a:pt x="127" y="112"/>
                  </a:cubicBezTo>
                  <a:cubicBezTo>
                    <a:pt x="167" y="73"/>
                    <a:pt x="202" y="40"/>
                    <a:pt x="275" y="40"/>
                  </a:cubicBezTo>
                  <a:cubicBezTo>
                    <a:pt x="286" y="40"/>
                    <a:pt x="295" y="31"/>
                    <a:pt x="295" y="20"/>
                  </a:cubicBezTo>
                  <a:cubicBezTo>
                    <a:pt x="295" y="9"/>
                    <a:pt x="286" y="0"/>
                    <a:pt x="275" y="0"/>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7" name="Freeform 8">
              <a:extLst>
                <a:ext uri="{FF2B5EF4-FFF2-40B4-BE49-F238E27FC236}">
                  <a16:creationId xmlns:a16="http://schemas.microsoft.com/office/drawing/2014/main" id="{D3F899CC-25B8-4240-871C-0E03657178C2}"/>
                </a:ext>
              </a:extLst>
            </p:cNvPr>
            <p:cNvSpPr/>
            <p:nvPr/>
          </p:nvSpPr>
          <p:spPr bwMode="auto">
            <a:xfrm>
              <a:off x="5094287" y="2188598"/>
              <a:ext cx="1985963" cy="701675"/>
            </a:xfrm>
            <a:custGeom>
              <a:avLst/>
              <a:gdLst>
                <a:gd name="T0" fmla="*/ 520 w 529"/>
                <a:gd name="T1" fmla="*/ 171 h 186"/>
                <a:gd name="T2" fmla="*/ 529 w 529"/>
                <a:gd name="T3" fmla="*/ 145 h 186"/>
                <a:gd name="T4" fmla="*/ 442 w 529"/>
                <a:gd name="T5" fmla="*/ 83 h 186"/>
                <a:gd name="T6" fmla="*/ 267 w 529"/>
                <a:gd name="T7" fmla="*/ 0 h 186"/>
                <a:gd name="T8" fmla="*/ 91 w 529"/>
                <a:gd name="T9" fmla="*/ 83 h 186"/>
                <a:gd name="T10" fmla="*/ 0 w 529"/>
                <a:gd name="T11" fmla="*/ 147 h 186"/>
                <a:gd name="T12" fmla="*/ 8 w 529"/>
                <a:gd name="T13" fmla="*/ 176 h 186"/>
                <a:gd name="T14" fmla="*/ 7 w 529"/>
                <a:gd name="T15" fmla="*/ 186 h 186"/>
                <a:gd name="T16" fmla="*/ 119 w 529"/>
                <a:gd name="T17" fmla="*/ 112 h 186"/>
                <a:gd name="T18" fmla="*/ 267 w 529"/>
                <a:gd name="T19" fmla="*/ 40 h 186"/>
                <a:gd name="T20" fmla="*/ 415 w 529"/>
                <a:gd name="T21" fmla="*/ 112 h 186"/>
                <a:gd name="T22" fmla="*/ 520 w 529"/>
                <a:gd name="T23" fmla="*/ 184 h 186"/>
                <a:gd name="T24" fmla="*/ 520 w 529"/>
                <a:gd name="T25" fmla="*/ 171 h 1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29" h="186">
                  <a:moveTo>
                    <a:pt x="520" y="171"/>
                  </a:moveTo>
                  <a:cubicBezTo>
                    <a:pt x="521" y="162"/>
                    <a:pt x="524" y="153"/>
                    <a:pt x="529" y="145"/>
                  </a:cubicBezTo>
                  <a:cubicBezTo>
                    <a:pt x="494" y="132"/>
                    <a:pt x="469" y="109"/>
                    <a:pt x="442" y="83"/>
                  </a:cubicBezTo>
                  <a:cubicBezTo>
                    <a:pt x="402" y="44"/>
                    <a:pt x="356" y="0"/>
                    <a:pt x="267" y="0"/>
                  </a:cubicBezTo>
                  <a:cubicBezTo>
                    <a:pt x="178" y="0"/>
                    <a:pt x="132" y="44"/>
                    <a:pt x="91" y="83"/>
                  </a:cubicBezTo>
                  <a:cubicBezTo>
                    <a:pt x="63" y="110"/>
                    <a:pt x="38" y="135"/>
                    <a:pt x="0" y="147"/>
                  </a:cubicBezTo>
                  <a:cubicBezTo>
                    <a:pt x="5" y="155"/>
                    <a:pt x="8" y="165"/>
                    <a:pt x="8" y="176"/>
                  </a:cubicBezTo>
                  <a:cubicBezTo>
                    <a:pt x="8" y="180"/>
                    <a:pt x="7" y="183"/>
                    <a:pt x="7" y="186"/>
                  </a:cubicBezTo>
                  <a:cubicBezTo>
                    <a:pt x="57" y="172"/>
                    <a:pt x="89" y="140"/>
                    <a:pt x="119" y="112"/>
                  </a:cubicBezTo>
                  <a:cubicBezTo>
                    <a:pt x="159" y="73"/>
                    <a:pt x="194" y="40"/>
                    <a:pt x="267" y="40"/>
                  </a:cubicBezTo>
                  <a:cubicBezTo>
                    <a:pt x="340" y="40"/>
                    <a:pt x="374" y="73"/>
                    <a:pt x="415" y="112"/>
                  </a:cubicBezTo>
                  <a:cubicBezTo>
                    <a:pt x="443" y="139"/>
                    <a:pt x="474" y="169"/>
                    <a:pt x="520" y="184"/>
                  </a:cubicBezTo>
                  <a:cubicBezTo>
                    <a:pt x="520" y="180"/>
                    <a:pt x="520" y="176"/>
                    <a:pt x="520" y="171"/>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8" name="Freeform 9">
              <a:extLst>
                <a:ext uri="{FF2B5EF4-FFF2-40B4-BE49-F238E27FC236}">
                  <a16:creationId xmlns:a16="http://schemas.microsoft.com/office/drawing/2014/main" id="{E347A4F7-7BE0-44EB-96E9-703C93A16403}"/>
                </a:ext>
              </a:extLst>
            </p:cNvPr>
            <p:cNvSpPr/>
            <p:nvPr/>
          </p:nvSpPr>
          <p:spPr bwMode="auto">
            <a:xfrm>
              <a:off x="1163637" y="2188598"/>
              <a:ext cx="1085850" cy="704850"/>
            </a:xfrm>
            <a:custGeom>
              <a:avLst/>
              <a:gdLst>
                <a:gd name="T0" fmla="*/ 282 w 289"/>
                <a:gd name="T1" fmla="*/ 171 h 187"/>
                <a:gd name="T2" fmla="*/ 289 w 289"/>
                <a:gd name="T3" fmla="*/ 147 h 187"/>
                <a:gd name="T4" fmla="*/ 196 w 289"/>
                <a:gd name="T5" fmla="*/ 83 h 187"/>
                <a:gd name="T6" fmla="*/ 20 w 289"/>
                <a:gd name="T7" fmla="*/ 0 h 187"/>
                <a:gd name="T8" fmla="*/ 0 w 289"/>
                <a:gd name="T9" fmla="*/ 20 h 187"/>
                <a:gd name="T10" fmla="*/ 20 w 289"/>
                <a:gd name="T11" fmla="*/ 40 h 187"/>
                <a:gd name="T12" fmla="*/ 168 w 289"/>
                <a:gd name="T13" fmla="*/ 112 h 187"/>
                <a:gd name="T14" fmla="*/ 283 w 289"/>
                <a:gd name="T15" fmla="*/ 187 h 187"/>
                <a:gd name="T16" fmla="*/ 282 w 289"/>
                <a:gd name="T17" fmla="*/ 171 h 1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9" h="187">
                  <a:moveTo>
                    <a:pt x="282" y="171"/>
                  </a:moveTo>
                  <a:cubicBezTo>
                    <a:pt x="283" y="163"/>
                    <a:pt x="286" y="155"/>
                    <a:pt x="289" y="147"/>
                  </a:cubicBezTo>
                  <a:cubicBezTo>
                    <a:pt x="251" y="135"/>
                    <a:pt x="225" y="111"/>
                    <a:pt x="196" y="83"/>
                  </a:cubicBezTo>
                  <a:cubicBezTo>
                    <a:pt x="155" y="44"/>
                    <a:pt x="109" y="0"/>
                    <a:pt x="20" y="0"/>
                  </a:cubicBezTo>
                  <a:cubicBezTo>
                    <a:pt x="9" y="0"/>
                    <a:pt x="0" y="9"/>
                    <a:pt x="0" y="20"/>
                  </a:cubicBezTo>
                  <a:cubicBezTo>
                    <a:pt x="0" y="31"/>
                    <a:pt x="9" y="40"/>
                    <a:pt x="20" y="40"/>
                  </a:cubicBezTo>
                  <a:cubicBezTo>
                    <a:pt x="93" y="40"/>
                    <a:pt x="128" y="73"/>
                    <a:pt x="168" y="112"/>
                  </a:cubicBezTo>
                  <a:cubicBezTo>
                    <a:pt x="198" y="141"/>
                    <a:pt x="232" y="173"/>
                    <a:pt x="283" y="187"/>
                  </a:cubicBezTo>
                  <a:cubicBezTo>
                    <a:pt x="282" y="182"/>
                    <a:pt x="282" y="177"/>
                    <a:pt x="282" y="171"/>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50" name="Freeform 10">
              <a:extLst>
                <a:ext uri="{FF2B5EF4-FFF2-40B4-BE49-F238E27FC236}">
                  <a16:creationId xmlns:a16="http://schemas.microsoft.com/office/drawing/2014/main" id="{39505558-1DD3-43F9-AFF4-CFC0A7A6A320}"/>
                </a:ext>
              </a:extLst>
            </p:cNvPr>
            <p:cNvSpPr/>
            <p:nvPr/>
          </p:nvSpPr>
          <p:spPr bwMode="auto">
            <a:xfrm>
              <a:off x="1854200" y="3722123"/>
              <a:ext cx="1182688" cy="1076325"/>
            </a:xfrm>
            <a:custGeom>
              <a:avLst/>
              <a:gdLst>
                <a:gd name="T0" fmla="*/ 315 w 315"/>
                <a:gd name="T1" fmla="*/ 230 h 286"/>
                <a:gd name="T2" fmla="*/ 315 w 315"/>
                <a:gd name="T3" fmla="*/ 0 h 286"/>
                <a:gd name="T4" fmla="*/ 0 w 315"/>
                <a:gd name="T5" fmla="*/ 0 h 286"/>
                <a:gd name="T6" fmla="*/ 0 w 315"/>
                <a:gd name="T7" fmla="*/ 230 h 286"/>
                <a:gd name="T8" fmla="*/ 56 w 315"/>
                <a:gd name="T9" fmla="*/ 286 h 286"/>
                <a:gd name="T10" fmla="*/ 259 w 315"/>
                <a:gd name="T11" fmla="*/ 286 h 286"/>
                <a:gd name="T12" fmla="*/ 315 w 315"/>
                <a:gd name="T13" fmla="*/ 230 h 286"/>
              </a:gdLst>
              <a:ahLst/>
              <a:cxnLst>
                <a:cxn ang="0">
                  <a:pos x="T0" y="T1"/>
                </a:cxn>
                <a:cxn ang="0">
                  <a:pos x="T2" y="T3"/>
                </a:cxn>
                <a:cxn ang="0">
                  <a:pos x="T4" y="T5"/>
                </a:cxn>
                <a:cxn ang="0">
                  <a:pos x="T6" y="T7"/>
                </a:cxn>
                <a:cxn ang="0">
                  <a:pos x="T8" y="T9"/>
                </a:cxn>
                <a:cxn ang="0">
                  <a:pos x="T10" y="T11"/>
                </a:cxn>
                <a:cxn ang="0">
                  <a:pos x="T12" y="T13"/>
                </a:cxn>
              </a:cxnLst>
              <a:rect l="0" t="0" r="r" b="b"/>
              <a:pathLst>
                <a:path w="315" h="286">
                  <a:moveTo>
                    <a:pt x="315" y="230"/>
                  </a:moveTo>
                  <a:cubicBezTo>
                    <a:pt x="315" y="0"/>
                    <a:pt x="315" y="0"/>
                    <a:pt x="315" y="0"/>
                  </a:cubicBezTo>
                  <a:cubicBezTo>
                    <a:pt x="0" y="0"/>
                    <a:pt x="0" y="0"/>
                    <a:pt x="0" y="0"/>
                  </a:cubicBezTo>
                  <a:cubicBezTo>
                    <a:pt x="0" y="230"/>
                    <a:pt x="0" y="230"/>
                    <a:pt x="0" y="230"/>
                  </a:cubicBezTo>
                  <a:cubicBezTo>
                    <a:pt x="0" y="261"/>
                    <a:pt x="25" y="286"/>
                    <a:pt x="56" y="286"/>
                  </a:cubicBezTo>
                  <a:cubicBezTo>
                    <a:pt x="259" y="286"/>
                    <a:pt x="259" y="286"/>
                    <a:pt x="259" y="286"/>
                  </a:cubicBezTo>
                  <a:cubicBezTo>
                    <a:pt x="290" y="286"/>
                    <a:pt x="315" y="261"/>
                    <a:pt x="315" y="230"/>
                  </a:cubicBezTo>
                  <a:close/>
                </a:path>
              </a:pathLst>
            </a:custGeom>
            <a:solidFill>
              <a:schemeClr val="accent1"/>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sp>
          <p:nvSpPr>
            <p:cNvPr id="51" name="Rectangle 11">
              <a:extLst>
                <a:ext uri="{FF2B5EF4-FFF2-40B4-BE49-F238E27FC236}">
                  <a16:creationId xmlns:a16="http://schemas.microsoft.com/office/drawing/2014/main" id="{4EA18792-3021-4C38-82E3-AA65F0434A74}"/>
                </a:ext>
              </a:extLst>
            </p:cNvPr>
            <p:cNvSpPr>
              <a:spLocks noChangeArrowheads="1"/>
            </p:cNvSpPr>
            <p:nvPr/>
          </p:nvSpPr>
          <p:spPr bwMode="auto">
            <a:xfrm>
              <a:off x="1854200" y="3722123"/>
              <a:ext cx="1182688" cy="176213"/>
            </a:xfrm>
            <a:prstGeom prst="rect">
              <a:avLst/>
            </a:prstGeom>
            <a:solidFill>
              <a:schemeClr val="accent1">
                <a:lumMod val="60000"/>
                <a:lumOff val="40000"/>
              </a:schemeClr>
            </a:solidFill>
            <a:ln>
              <a:noFill/>
            </a:ln>
          </p:spPr>
          <p:txBody>
            <a:bodyPr vert="horz" wrap="square" lIns="91440" tIns="45720" rIns="91440" bIns="45720" numCol="1" anchor="t" anchorCtr="0" compatLnSpc="1"/>
            <a:lstStyle/>
            <a:p>
              <a:endParaRPr lang="en-US" dirty="0"/>
            </a:p>
          </p:txBody>
        </p:sp>
        <p:sp>
          <p:nvSpPr>
            <p:cNvPr id="52" name="Freeform 12">
              <a:extLst>
                <a:ext uri="{FF2B5EF4-FFF2-40B4-BE49-F238E27FC236}">
                  <a16:creationId xmlns:a16="http://schemas.microsoft.com/office/drawing/2014/main" id="{570BB207-C7C6-4537-AA9B-DB937040E6FD}"/>
                </a:ext>
              </a:extLst>
            </p:cNvPr>
            <p:cNvSpPr/>
            <p:nvPr/>
          </p:nvSpPr>
          <p:spPr bwMode="auto">
            <a:xfrm>
              <a:off x="2360612" y="2764861"/>
              <a:ext cx="173038" cy="173038"/>
            </a:xfrm>
            <a:custGeom>
              <a:avLst/>
              <a:gdLst>
                <a:gd name="T0" fmla="*/ 23 w 46"/>
                <a:gd name="T1" fmla="*/ 46 h 46"/>
                <a:gd name="T2" fmla="*/ 23 w 46"/>
                <a:gd name="T3" fmla="*/ 46 h 46"/>
                <a:gd name="T4" fmla="*/ 0 w 46"/>
                <a:gd name="T5" fmla="*/ 23 h 46"/>
                <a:gd name="T6" fmla="*/ 0 w 46"/>
                <a:gd name="T7" fmla="*/ 23 h 46"/>
                <a:gd name="T8" fmla="*/ 23 w 46"/>
                <a:gd name="T9" fmla="*/ 0 h 46"/>
                <a:gd name="T10" fmla="*/ 23 w 46"/>
                <a:gd name="T11" fmla="*/ 0 h 46"/>
                <a:gd name="T12" fmla="*/ 46 w 46"/>
                <a:gd name="T13" fmla="*/ 23 h 46"/>
                <a:gd name="T14" fmla="*/ 46 w 46"/>
                <a:gd name="T15" fmla="*/ 23 h 46"/>
                <a:gd name="T16" fmla="*/ 23 w 46"/>
                <a:gd name="T17"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 h="46">
                  <a:moveTo>
                    <a:pt x="23" y="46"/>
                  </a:moveTo>
                  <a:cubicBezTo>
                    <a:pt x="23" y="46"/>
                    <a:pt x="23" y="46"/>
                    <a:pt x="23" y="46"/>
                  </a:cubicBezTo>
                  <a:cubicBezTo>
                    <a:pt x="10" y="46"/>
                    <a:pt x="0" y="36"/>
                    <a:pt x="0" y="23"/>
                  </a:cubicBezTo>
                  <a:cubicBezTo>
                    <a:pt x="0" y="23"/>
                    <a:pt x="0" y="23"/>
                    <a:pt x="0" y="23"/>
                  </a:cubicBezTo>
                  <a:cubicBezTo>
                    <a:pt x="0" y="10"/>
                    <a:pt x="10" y="0"/>
                    <a:pt x="23" y="0"/>
                  </a:cubicBezTo>
                  <a:cubicBezTo>
                    <a:pt x="23" y="0"/>
                    <a:pt x="23" y="0"/>
                    <a:pt x="23" y="0"/>
                  </a:cubicBezTo>
                  <a:cubicBezTo>
                    <a:pt x="35" y="0"/>
                    <a:pt x="46" y="10"/>
                    <a:pt x="46" y="23"/>
                  </a:cubicBezTo>
                  <a:cubicBezTo>
                    <a:pt x="46" y="23"/>
                    <a:pt x="46" y="23"/>
                    <a:pt x="46" y="23"/>
                  </a:cubicBezTo>
                  <a:cubicBezTo>
                    <a:pt x="46" y="36"/>
                    <a:pt x="35" y="46"/>
                    <a:pt x="23" y="46"/>
                  </a:cubicBezTo>
                  <a:close/>
                </a:path>
              </a:pathLst>
            </a:custGeom>
            <a:solidFill>
              <a:schemeClr val="accent1"/>
            </a:solidFill>
            <a:ln>
              <a:noFill/>
            </a:ln>
          </p:spPr>
          <p:txBody>
            <a:bodyPr vert="horz" wrap="square" lIns="91440" tIns="45720" rIns="91440" bIns="45720" numCol="1" anchor="t" anchorCtr="0" compatLnSpc="1"/>
            <a:lstStyle/>
            <a:p>
              <a:endParaRPr lang="en-US"/>
            </a:p>
          </p:txBody>
        </p:sp>
        <p:sp>
          <p:nvSpPr>
            <p:cNvPr id="53" name="Freeform 13">
              <a:extLst>
                <a:ext uri="{FF2B5EF4-FFF2-40B4-BE49-F238E27FC236}">
                  <a16:creationId xmlns:a16="http://schemas.microsoft.com/office/drawing/2014/main" id="{8A3BB592-2A5B-490A-BA2A-686BCB61DE91}"/>
                </a:ext>
              </a:extLst>
            </p:cNvPr>
            <p:cNvSpPr>
              <a:spLocks noEditPoints="1"/>
            </p:cNvSpPr>
            <p:nvPr/>
          </p:nvSpPr>
          <p:spPr bwMode="auto">
            <a:xfrm>
              <a:off x="2241550" y="2652148"/>
              <a:ext cx="404813" cy="1174750"/>
            </a:xfrm>
            <a:custGeom>
              <a:avLst/>
              <a:gdLst>
                <a:gd name="T0" fmla="*/ 45 w 108"/>
                <a:gd name="T1" fmla="*/ 312 h 312"/>
                <a:gd name="T2" fmla="*/ 45 w 108"/>
                <a:gd name="T3" fmla="*/ 147 h 312"/>
                <a:gd name="T4" fmla="*/ 20 w 108"/>
                <a:gd name="T5" fmla="*/ 94 h 312"/>
                <a:gd name="T6" fmla="*/ 1 w 108"/>
                <a:gd name="T7" fmla="*/ 49 h 312"/>
                <a:gd name="T8" fmla="*/ 49 w 108"/>
                <a:gd name="T9" fmla="*/ 0 h 312"/>
                <a:gd name="T10" fmla="*/ 55 w 108"/>
                <a:gd name="T11" fmla="*/ 0 h 312"/>
                <a:gd name="T12" fmla="*/ 108 w 108"/>
                <a:gd name="T13" fmla="*/ 53 h 312"/>
                <a:gd name="T14" fmla="*/ 89 w 108"/>
                <a:gd name="T15" fmla="*/ 95 h 312"/>
                <a:gd name="T16" fmla="*/ 64 w 108"/>
                <a:gd name="T17" fmla="*/ 147 h 312"/>
                <a:gd name="T18" fmla="*/ 64 w 108"/>
                <a:gd name="T19" fmla="*/ 312 h 312"/>
                <a:gd name="T20" fmla="*/ 45 w 108"/>
                <a:gd name="T21" fmla="*/ 312 h 312"/>
                <a:gd name="T22" fmla="*/ 55 w 108"/>
                <a:gd name="T23" fmla="*/ 19 h 312"/>
                <a:gd name="T24" fmla="*/ 20 w 108"/>
                <a:gd name="T25" fmla="*/ 53 h 312"/>
                <a:gd name="T26" fmla="*/ 55 w 108"/>
                <a:gd name="T27" fmla="*/ 88 h 312"/>
                <a:gd name="T28" fmla="*/ 89 w 108"/>
                <a:gd name="T29" fmla="*/ 53 h 312"/>
                <a:gd name="T30" fmla="*/ 55 w 108"/>
                <a:gd name="T31" fmla="*/ 19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 h="312">
                  <a:moveTo>
                    <a:pt x="45" y="312"/>
                  </a:moveTo>
                  <a:cubicBezTo>
                    <a:pt x="45" y="147"/>
                    <a:pt x="45" y="147"/>
                    <a:pt x="45" y="147"/>
                  </a:cubicBezTo>
                  <a:cubicBezTo>
                    <a:pt x="45" y="127"/>
                    <a:pt x="36" y="108"/>
                    <a:pt x="20" y="94"/>
                  </a:cubicBezTo>
                  <a:cubicBezTo>
                    <a:pt x="7" y="83"/>
                    <a:pt x="0" y="66"/>
                    <a:pt x="1" y="49"/>
                  </a:cubicBezTo>
                  <a:cubicBezTo>
                    <a:pt x="3" y="23"/>
                    <a:pt x="23" y="3"/>
                    <a:pt x="49" y="0"/>
                  </a:cubicBezTo>
                  <a:cubicBezTo>
                    <a:pt x="51" y="0"/>
                    <a:pt x="53" y="0"/>
                    <a:pt x="55" y="0"/>
                  </a:cubicBezTo>
                  <a:cubicBezTo>
                    <a:pt x="84" y="0"/>
                    <a:pt x="108" y="24"/>
                    <a:pt x="108" y="53"/>
                  </a:cubicBezTo>
                  <a:cubicBezTo>
                    <a:pt x="108" y="69"/>
                    <a:pt x="101" y="84"/>
                    <a:pt x="89" y="95"/>
                  </a:cubicBezTo>
                  <a:cubicBezTo>
                    <a:pt x="73" y="107"/>
                    <a:pt x="64" y="126"/>
                    <a:pt x="64" y="147"/>
                  </a:cubicBezTo>
                  <a:cubicBezTo>
                    <a:pt x="64" y="312"/>
                    <a:pt x="64" y="312"/>
                    <a:pt x="64" y="312"/>
                  </a:cubicBezTo>
                  <a:lnTo>
                    <a:pt x="45" y="312"/>
                  </a:lnTo>
                  <a:close/>
                  <a:moveTo>
                    <a:pt x="55" y="19"/>
                  </a:moveTo>
                  <a:cubicBezTo>
                    <a:pt x="36" y="19"/>
                    <a:pt x="20" y="34"/>
                    <a:pt x="20" y="53"/>
                  </a:cubicBezTo>
                  <a:cubicBezTo>
                    <a:pt x="20" y="72"/>
                    <a:pt x="36" y="88"/>
                    <a:pt x="55" y="88"/>
                  </a:cubicBezTo>
                  <a:cubicBezTo>
                    <a:pt x="74" y="88"/>
                    <a:pt x="89" y="72"/>
                    <a:pt x="89" y="53"/>
                  </a:cubicBezTo>
                  <a:cubicBezTo>
                    <a:pt x="89" y="34"/>
                    <a:pt x="74" y="19"/>
                    <a:pt x="55" y="19"/>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54" name="Freeform 14">
              <a:extLst>
                <a:ext uri="{FF2B5EF4-FFF2-40B4-BE49-F238E27FC236}">
                  <a16:creationId xmlns:a16="http://schemas.microsoft.com/office/drawing/2014/main" id="{434D2A7B-DF89-4655-BA8E-4D0E006D1BEF}"/>
                </a:ext>
              </a:extLst>
            </p:cNvPr>
            <p:cNvSpPr/>
            <p:nvPr/>
          </p:nvSpPr>
          <p:spPr bwMode="auto">
            <a:xfrm>
              <a:off x="2387600" y="3744348"/>
              <a:ext cx="120650" cy="120650"/>
            </a:xfrm>
            <a:custGeom>
              <a:avLst/>
              <a:gdLst>
                <a:gd name="T0" fmla="*/ 16 w 32"/>
                <a:gd name="T1" fmla="*/ 32 h 32"/>
                <a:gd name="T2" fmla="*/ 16 w 32"/>
                <a:gd name="T3" fmla="*/ 32 h 32"/>
                <a:gd name="T4" fmla="*/ 0 w 32"/>
                <a:gd name="T5" fmla="*/ 16 h 32"/>
                <a:gd name="T6" fmla="*/ 0 w 32"/>
                <a:gd name="T7" fmla="*/ 16 h 32"/>
                <a:gd name="T8" fmla="*/ 16 w 32"/>
                <a:gd name="T9" fmla="*/ 0 h 32"/>
                <a:gd name="T10" fmla="*/ 16 w 32"/>
                <a:gd name="T11" fmla="*/ 0 h 32"/>
                <a:gd name="T12" fmla="*/ 32 w 32"/>
                <a:gd name="T13" fmla="*/ 16 h 32"/>
                <a:gd name="T14" fmla="*/ 32 w 32"/>
                <a:gd name="T15" fmla="*/ 16 h 32"/>
                <a:gd name="T16" fmla="*/ 16 w 32"/>
                <a:gd name="T17" fmla="*/ 3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16" y="32"/>
                  </a:moveTo>
                  <a:cubicBezTo>
                    <a:pt x="16" y="32"/>
                    <a:pt x="16" y="32"/>
                    <a:pt x="16" y="32"/>
                  </a:cubicBezTo>
                  <a:cubicBezTo>
                    <a:pt x="7" y="32"/>
                    <a:pt x="0" y="25"/>
                    <a:pt x="0" y="16"/>
                  </a:cubicBezTo>
                  <a:cubicBezTo>
                    <a:pt x="0" y="16"/>
                    <a:pt x="0" y="16"/>
                    <a:pt x="0" y="16"/>
                  </a:cubicBezTo>
                  <a:cubicBezTo>
                    <a:pt x="0" y="8"/>
                    <a:pt x="7" y="0"/>
                    <a:pt x="16" y="0"/>
                  </a:cubicBezTo>
                  <a:cubicBezTo>
                    <a:pt x="16" y="0"/>
                    <a:pt x="16" y="0"/>
                    <a:pt x="16" y="0"/>
                  </a:cubicBezTo>
                  <a:cubicBezTo>
                    <a:pt x="25" y="0"/>
                    <a:pt x="32" y="8"/>
                    <a:pt x="32" y="16"/>
                  </a:cubicBezTo>
                  <a:cubicBezTo>
                    <a:pt x="32" y="16"/>
                    <a:pt x="32" y="16"/>
                    <a:pt x="32" y="16"/>
                  </a:cubicBezTo>
                  <a:cubicBezTo>
                    <a:pt x="32" y="25"/>
                    <a:pt x="25" y="32"/>
                    <a:pt x="16" y="32"/>
                  </a:cubicBezTo>
                  <a:close/>
                </a:path>
              </a:pathLst>
            </a:custGeom>
            <a:solidFill>
              <a:schemeClr val="accent1"/>
            </a:solidFill>
            <a:ln>
              <a:noFill/>
            </a:ln>
          </p:spPr>
          <p:txBody>
            <a:bodyPr vert="horz" wrap="square" lIns="91440" tIns="45720" rIns="91440" bIns="45720" numCol="1" anchor="t" anchorCtr="0" compatLnSpc="1"/>
            <a:lstStyle/>
            <a:p>
              <a:endParaRPr lang="en-US"/>
            </a:p>
          </p:txBody>
        </p:sp>
        <p:sp>
          <p:nvSpPr>
            <p:cNvPr id="55" name="Freeform 15">
              <a:extLst>
                <a:ext uri="{FF2B5EF4-FFF2-40B4-BE49-F238E27FC236}">
                  <a16:creationId xmlns:a16="http://schemas.microsoft.com/office/drawing/2014/main" id="{AFE28B9C-C2ED-4C24-99E8-A4541A7BA65E}"/>
                </a:ext>
              </a:extLst>
            </p:cNvPr>
            <p:cNvSpPr/>
            <p:nvPr/>
          </p:nvSpPr>
          <p:spPr bwMode="auto">
            <a:xfrm>
              <a:off x="2417762" y="3774511"/>
              <a:ext cx="60325" cy="63500"/>
            </a:xfrm>
            <a:custGeom>
              <a:avLst/>
              <a:gdLst>
                <a:gd name="T0" fmla="*/ 8 w 16"/>
                <a:gd name="T1" fmla="*/ 17 h 17"/>
                <a:gd name="T2" fmla="*/ 8 w 16"/>
                <a:gd name="T3" fmla="*/ 17 h 17"/>
                <a:gd name="T4" fmla="*/ 0 w 16"/>
                <a:gd name="T5" fmla="*/ 8 h 17"/>
                <a:gd name="T6" fmla="*/ 0 w 16"/>
                <a:gd name="T7" fmla="*/ 8 h 17"/>
                <a:gd name="T8" fmla="*/ 8 w 16"/>
                <a:gd name="T9" fmla="*/ 0 h 17"/>
                <a:gd name="T10" fmla="*/ 8 w 16"/>
                <a:gd name="T11" fmla="*/ 0 h 17"/>
                <a:gd name="T12" fmla="*/ 16 w 16"/>
                <a:gd name="T13" fmla="*/ 8 h 17"/>
                <a:gd name="T14" fmla="*/ 16 w 16"/>
                <a:gd name="T15" fmla="*/ 8 h 17"/>
                <a:gd name="T16" fmla="*/ 8 w 16"/>
                <a:gd name="T17" fmla="*/ 1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 h="17">
                  <a:moveTo>
                    <a:pt x="8" y="17"/>
                  </a:moveTo>
                  <a:cubicBezTo>
                    <a:pt x="8" y="17"/>
                    <a:pt x="8" y="17"/>
                    <a:pt x="8" y="17"/>
                  </a:cubicBezTo>
                  <a:cubicBezTo>
                    <a:pt x="3" y="17"/>
                    <a:pt x="0" y="13"/>
                    <a:pt x="0" y="8"/>
                  </a:cubicBezTo>
                  <a:cubicBezTo>
                    <a:pt x="0" y="8"/>
                    <a:pt x="0" y="8"/>
                    <a:pt x="0" y="8"/>
                  </a:cubicBezTo>
                  <a:cubicBezTo>
                    <a:pt x="0" y="4"/>
                    <a:pt x="3" y="0"/>
                    <a:pt x="8" y="0"/>
                  </a:cubicBezTo>
                  <a:cubicBezTo>
                    <a:pt x="8" y="0"/>
                    <a:pt x="8" y="0"/>
                    <a:pt x="8" y="0"/>
                  </a:cubicBezTo>
                  <a:cubicBezTo>
                    <a:pt x="12" y="0"/>
                    <a:pt x="16" y="4"/>
                    <a:pt x="16" y="8"/>
                  </a:cubicBezTo>
                  <a:cubicBezTo>
                    <a:pt x="16" y="8"/>
                    <a:pt x="16" y="8"/>
                    <a:pt x="16" y="8"/>
                  </a:cubicBezTo>
                  <a:cubicBezTo>
                    <a:pt x="16" y="13"/>
                    <a:pt x="12" y="17"/>
                    <a:pt x="8" y="17"/>
                  </a:cubicBezTo>
                  <a:close/>
                </a:path>
              </a:pathLst>
            </a:custGeom>
            <a:solidFill>
              <a:schemeClr val="bg1"/>
            </a:solidFill>
            <a:ln>
              <a:noFill/>
            </a:ln>
          </p:spPr>
          <p:txBody>
            <a:bodyPr vert="horz" wrap="square" lIns="91440" tIns="45720" rIns="91440" bIns="45720" numCol="1" anchor="t" anchorCtr="0" compatLnSpc="1"/>
            <a:lstStyle/>
            <a:p>
              <a:endParaRPr lang="en-US"/>
            </a:p>
          </p:txBody>
        </p:sp>
        <p:sp>
          <p:nvSpPr>
            <p:cNvPr id="44" name="Freeform 10">
              <a:extLst>
                <a:ext uri="{FF2B5EF4-FFF2-40B4-BE49-F238E27FC236}">
                  <a16:creationId xmlns:a16="http://schemas.microsoft.com/office/drawing/2014/main" id="{308A2151-61F5-4946-BDCF-5BC3163E539C}"/>
                </a:ext>
              </a:extLst>
            </p:cNvPr>
            <p:cNvSpPr/>
            <p:nvPr/>
          </p:nvSpPr>
          <p:spPr bwMode="auto">
            <a:xfrm>
              <a:off x="4304506" y="3722123"/>
              <a:ext cx="1182688" cy="1076325"/>
            </a:xfrm>
            <a:custGeom>
              <a:avLst/>
              <a:gdLst>
                <a:gd name="T0" fmla="*/ 315 w 315"/>
                <a:gd name="T1" fmla="*/ 230 h 286"/>
                <a:gd name="T2" fmla="*/ 315 w 315"/>
                <a:gd name="T3" fmla="*/ 0 h 286"/>
                <a:gd name="T4" fmla="*/ 0 w 315"/>
                <a:gd name="T5" fmla="*/ 0 h 286"/>
                <a:gd name="T6" fmla="*/ 0 w 315"/>
                <a:gd name="T7" fmla="*/ 230 h 286"/>
                <a:gd name="T8" fmla="*/ 56 w 315"/>
                <a:gd name="T9" fmla="*/ 286 h 286"/>
                <a:gd name="T10" fmla="*/ 259 w 315"/>
                <a:gd name="T11" fmla="*/ 286 h 286"/>
                <a:gd name="T12" fmla="*/ 315 w 315"/>
                <a:gd name="T13" fmla="*/ 230 h 286"/>
              </a:gdLst>
              <a:ahLst/>
              <a:cxnLst>
                <a:cxn ang="0">
                  <a:pos x="T0" y="T1"/>
                </a:cxn>
                <a:cxn ang="0">
                  <a:pos x="T2" y="T3"/>
                </a:cxn>
                <a:cxn ang="0">
                  <a:pos x="T4" y="T5"/>
                </a:cxn>
                <a:cxn ang="0">
                  <a:pos x="T6" y="T7"/>
                </a:cxn>
                <a:cxn ang="0">
                  <a:pos x="T8" y="T9"/>
                </a:cxn>
                <a:cxn ang="0">
                  <a:pos x="T10" y="T11"/>
                </a:cxn>
                <a:cxn ang="0">
                  <a:pos x="T12" y="T13"/>
                </a:cxn>
              </a:cxnLst>
              <a:rect l="0" t="0" r="r" b="b"/>
              <a:pathLst>
                <a:path w="315" h="286">
                  <a:moveTo>
                    <a:pt x="315" y="230"/>
                  </a:moveTo>
                  <a:cubicBezTo>
                    <a:pt x="315" y="0"/>
                    <a:pt x="315" y="0"/>
                    <a:pt x="315" y="0"/>
                  </a:cubicBezTo>
                  <a:cubicBezTo>
                    <a:pt x="0" y="0"/>
                    <a:pt x="0" y="0"/>
                    <a:pt x="0" y="0"/>
                  </a:cubicBezTo>
                  <a:cubicBezTo>
                    <a:pt x="0" y="230"/>
                    <a:pt x="0" y="230"/>
                    <a:pt x="0" y="230"/>
                  </a:cubicBezTo>
                  <a:cubicBezTo>
                    <a:pt x="0" y="261"/>
                    <a:pt x="25" y="286"/>
                    <a:pt x="56" y="286"/>
                  </a:cubicBezTo>
                  <a:cubicBezTo>
                    <a:pt x="259" y="286"/>
                    <a:pt x="259" y="286"/>
                    <a:pt x="259" y="286"/>
                  </a:cubicBezTo>
                  <a:cubicBezTo>
                    <a:pt x="290" y="286"/>
                    <a:pt x="315" y="261"/>
                    <a:pt x="315" y="230"/>
                  </a:cubicBezTo>
                  <a:close/>
                </a:path>
              </a:pathLst>
            </a:custGeom>
            <a:solidFill>
              <a:schemeClr val="accent2"/>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sp>
          <p:nvSpPr>
            <p:cNvPr id="45" name="Rectangle 11">
              <a:extLst>
                <a:ext uri="{FF2B5EF4-FFF2-40B4-BE49-F238E27FC236}">
                  <a16:creationId xmlns:a16="http://schemas.microsoft.com/office/drawing/2014/main" id="{A99FF339-B6AE-412F-96DE-F5E94B989509}"/>
                </a:ext>
              </a:extLst>
            </p:cNvPr>
            <p:cNvSpPr>
              <a:spLocks noChangeArrowheads="1"/>
            </p:cNvSpPr>
            <p:nvPr/>
          </p:nvSpPr>
          <p:spPr bwMode="auto">
            <a:xfrm>
              <a:off x="4304506" y="3722123"/>
              <a:ext cx="1182688" cy="176213"/>
            </a:xfrm>
            <a:prstGeom prst="rect">
              <a:avLst/>
            </a:prstGeom>
            <a:solidFill>
              <a:schemeClr val="accent2">
                <a:lumMod val="60000"/>
                <a:lumOff val="40000"/>
              </a:schemeClr>
            </a:solidFill>
            <a:ln>
              <a:noFill/>
            </a:ln>
          </p:spPr>
          <p:txBody>
            <a:bodyPr vert="horz" wrap="square" lIns="91440" tIns="45720" rIns="91440" bIns="45720" numCol="1" anchor="t" anchorCtr="0" compatLnSpc="1"/>
            <a:lstStyle/>
            <a:p>
              <a:endParaRPr lang="en-US"/>
            </a:p>
          </p:txBody>
        </p:sp>
        <p:sp>
          <p:nvSpPr>
            <p:cNvPr id="46" name="Freeform 12">
              <a:extLst>
                <a:ext uri="{FF2B5EF4-FFF2-40B4-BE49-F238E27FC236}">
                  <a16:creationId xmlns:a16="http://schemas.microsoft.com/office/drawing/2014/main" id="{0C69F56D-F70E-4D3C-8776-5CF0A493520C}"/>
                </a:ext>
              </a:extLst>
            </p:cNvPr>
            <p:cNvSpPr/>
            <p:nvPr/>
          </p:nvSpPr>
          <p:spPr bwMode="auto">
            <a:xfrm>
              <a:off x="4810918" y="2764861"/>
              <a:ext cx="173038" cy="173038"/>
            </a:xfrm>
            <a:custGeom>
              <a:avLst/>
              <a:gdLst>
                <a:gd name="T0" fmla="*/ 23 w 46"/>
                <a:gd name="T1" fmla="*/ 46 h 46"/>
                <a:gd name="T2" fmla="*/ 23 w 46"/>
                <a:gd name="T3" fmla="*/ 46 h 46"/>
                <a:gd name="T4" fmla="*/ 0 w 46"/>
                <a:gd name="T5" fmla="*/ 23 h 46"/>
                <a:gd name="T6" fmla="*/ 0 w 46"/>
                <a:gd name="T7" fmla="*/ 23 h 46"/>
                <a:gd name="T8" fmla="*/ 23 w 46"/>
                <a:gd name="T9" fmla="*/ 0 h 46"/>
                <a:gd name="T10" fmla="*/ 23 w 46"/>
                <a:gd name="T11" fmla="*/ 0 h 46"/>
                <a:gd name="T12" fmla="*/ 46 w 46"/>
                <a:gd name="T13" fmla="*/ 23 h 46"/>
                <a:gd name="T14" fmla="*/ 46 w 46"/>
                <a:gd name="T15" fmla="*/ 23 h 46"/>
                <a:gd name="T16" fmla="*/ 23 w 46"/>
                <a:gd name="T17"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 h="46">
                  <a:moveTo>
                    <a:pt x="23" y="46"/>
                  </a:moveTo>
                  <a:cubicBezTo>
                    <a:pt x="23" y="46"/>
                    <a:pt x="23" y="46"/>
                    <a:pt x="23" y="46"/>
                  </a:cubicBezTo>
                  <a:cubicBezTo>
                    <a:pt x="10" y="46"/>
                    <a:pt x="0" y="36"/>
                    <a:pt x="0" y="23"/>
                  </a:cubicBezTo>
                  <a:cubicBezTo>
                    <a:pt x="0" y="23"/>
                    <a:pt x="0" y="23"/>
                    <a:pt x="0" y="23"/>
                  </a:cubicBezTo>
                  <a:cubicBezTo>
                    <a:pt x="0" y="10"/>
                    <a:pt x="10" y="0"/>
                    <a:pt x="23" y="0"/>
                  </a:cubicBezTo>
                  <a:cubicBezTo>
                    <a:pt x="23" y="0"/>
                    <a:pt x="23" y="0"/>
                    <a:pt x="23" y="0"/>
                  </a:cubicBezTo>
                  <a:cubicBezTo>
                    <a:pt x="35" y="0"/>
                    <a:pt x="46" y="10"/>
                    <a:pt x="46" y="23"/>
                  </a:cubicBezTo>
                  <a:cubicBezTo>
                    <a:pt x="46" y="23"/>
                    <a:pt x="46" y="23"/>
                    <a:pt x="46" y="23"/>
                  </a:cubicBezTo>
                  <a:cubicBezTo>
                    <a:pt x="46" y="36"/>
                    <a:pt x="35" y="46"/>
                    <a:pt x="23" y="46"/>
                  </a:cubicBezTo>
                  <a:close/>
                </a:path>
              </a:pathLst>
            </a:custGeom>
            <a:solidFill>
              <a:schemeClr val="accent2"/>
            </a:solidFill>
            <a:ln>
              <a:noFill/>
            </a:ln>
          </p:spPr>
          <p:txBody>
            <a:bodyPr vert="horz" wrap="square" lIns="91440" tIns="45720" rIns="91440" bIns="45720" numCol="1" anchor="t" anchorCtr="0" compatLnSpc="1"/>
            <a:lstStyle/>
            <a:p>
              <a:endParaRPr lang="en-US"/>
            </a:p>
          </p:txBody>
        </p:sp>
        <p:sp>
          <p:nvSpPr>
            <p:cNvPr id="47" name="Freeform 13">
              <a:extLst>
                <a:ext uri="{FF2B5EF4-FFF2-40B4-BE49-F238E27FC236}">
                  <a16:creationId xmlns:a16="http://schemas.microsoft.com/office/drawing/2014/main" id="{43A763C8-25D1-4FE4-BB01-7DAE4F0B6A6D}"/>
                </a:ext>
              </a:extLst>
            </p:cNvPr>
            <p:cNvSpPr>
              <a:spLocks noEditPoints="1"/>
            </p:cNvSpPr>
            <p:nvPr/>
          </p:nvSpPr>
          <p:spPr bwMode="auto">
            <a:xfrm>
              <a:off x="4691856" y="2652148"/>
              <a:ext cx="404813" cy="1174750"/>
            </a:xfrm>
            <a:custGeom>
              <a:avLst/>
              <a:gdLst>
                <a:gd name="T0" fmla="*/ 45 w 108"/>
                <a:gd name="T1" fmla="*/ 312 h 312"/>
                <a:gd name="T2" fmla="*/ 45 w 108"/>
                <a:gd name="T3" fmla="*/ 147 h 312"/>
                <a:gd name="T4" fmla="*/ 20 w 108"/>
                <a:gd name="T5" fmla="*/ 94 h 312"/>
                <a:gd name="T6" fmla="*/ 1 w 108"/>
                <a:gd name="T7" fmla="*/ 49 h 312"/>
                <a:gd name="T8" fmla="*/ 49 w 108"/>
                <a:gd name="T9" fmla="*/ 0 h 312"/>
                <a:gd name="T10" fmla="*/ 55 w 108"/>
                <a:gd name="T11" fmla="*/ 0 h 312"/>
                <a:gd name="T12" fmla="*/ 108 w 108"/>
                <a:gd name="T13" fmla="*/ 53 h 312"/>
                <a:gd name="T14" fmla="*/ 89 w 108"/>
                <a:gd name="T15" fmla="*/ 95 h 312"/>
                <a:gd name="T16" fmla="*/ 64 w 108"/>
                <a:gd name="T17" fmla="*/ 147 h 312"/>
                <a:gd name="T18" fmla="*/ 64 w 108"/>
                <a:gd name="T19" fmla="*/ 312 h 312"/>
                <a:gd name="T20" fmla="*/ 45 w 108"/>
                <a:gd name="T21" fmla="*/ 312 h 312"/>
                <a:gd name="T22" fmla="*/ 55 w 108"/>
                <a:gd name="T23" fmla="*/ 19 h 312"/>
                <a:gd name="T24" fmla="*/ 20 w 108"/>
                <a:gd name="T25" fmla="*/ 53 h 312"/>
                <a:gd name="T26" fmla="*/ 55 w 108"/>
                <a:gd name="T27" fmla="*/ 88 h 312"/>
                <a:gd name="T28" fmla="*/ 89 w 108"/>
                <a:gd name="T29" fmla="*/ 53 h 312"/>
                <a:gd name="T30" fmla="*/ 55 w 108"/>
                <a:gd name="T31" fmla="*/ 19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 h="312">
                  <a:moveTo>
                    <a:pt x="45" y="312"/>
                  </a:moveTo>
                  <a:cubicBezTo>
                    <a:pt x="45" y="147"/>
                    <a:pt x="45" y="147"/>
                    <a:pt x="45" y="147"/>
                  </a:cubicBezTo>
                  <a:cubicBezTo>
                    <a:pt x="45" y="127"/>
                    <a:pt x="36" y="108"/>
                    <a:pt x="20" y="94"/>
                  </a:cubicBezTo>
                  <a:cubicBezTo>
                    <a:pt x="7" y="83"/>
                    <a:pt x="0" y="66"/>
                    <a:pt x="1" y="49"/>
                  </a:cubicBezTo>
                  <a:cubicBezTo>
                    <a:pt x="3" y="23"/>
                    <a:pt x="23" y="3"/>
                    <a:pt x="49" y="0"/>
                  </a:cubicBezTo>
                  <a:cubicBezTo>
                    <a:pt x="51" y="0"/>
                    <a:pt x="53" y="0"/>
                    <a:pt x="55" y="0"/>
                  </a:cubicBezTo>
                  <a:cubicBezTo>
                    <a:pt x="84" y="0"/>
                    <a:pt x="108" y="24"/>
                    <a:pt x="108" y="53"/>
                  </a:cubicBezTo>
                  <a:cubicBezTo>
                    <a:pt x="108" y="69"/>
                    <a:pt x="101" y="84"/>
                    <a:pt x="89" y="95"/>
                  </a:cubicBezTo>
                  <a:cubicBezTo>
                    <a:pt x="73" y="107"/>
                    <a:pt x="64" y="126"/>
                    <a:pt x="64" y="147"/>
                  </a:cubicBezTo>
                  <a:cubicBezTo>
                    <a:pt x="64" y="312"/>
                    <a:pt x="64" y="312"/>
                    <a:pt x="64" y="312"/>
                  </a:cubicBezTo>
                  <a:lnTo>
                    <a:pt x="45" y="312"/>
                  </a:lnTo>
                  <a:close/>
                  <a:moveTo>
                    <a:pt x="55" y="19"/>
                  </a:moveTo>
                  <a:cubicBezTo>
                    <a:pt x="36" y="19"/>
                    <a:pt x="20" y="34"/>
                    <a:pt x="20" y="53"/>
                  </a:cubicBezTo>
                  <a:cubicBezTo>
                    <a:pt x="20" y="72"/>
                    <a:pt x="36" y="88"/>
                    <a:pt x="55" y="88"/>
                  </a:cubicBezTo>
                  <a:cubicBezTo>
                    <a:pt x="74" y="88"/>
                    <a:pt x="89" y="72"/>
                    <a:pt x="89" y="53"/>
                  </a:cubicBezTo>
                  <a:cubicBezTo>
                    <a:pt x="89" y="34"/>
                    <a:pt x="74" y="19"/>
                    <a:pt x="55" y="19"/>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48" name="Freeform 14">
              <a:extLst>
                <a:ext uri="{FF2B5EF4-FFF2-40B4-BE49-F238E27FC236}">
                  <a16:creationId xmlns:a16="http://schemas.microsoft.com/office/drawing/2014/main" id="{950412F5-325F-4A48-8E9F-B64443A6FE9E}"/>
                </a:ext>
              </a:extLst>
            </p:cNvPr>
            <p:cNvSpPr/>
            <p:nvPr/>
          </p:nvSpPr>
          <p:spPr bwMode="auto">
            <a:xfrm>
              <a:off x="4837906" y="3744348"/>
              <a:ext cx="120650" cy="120650"/>
            </a:xfrm>
            <a:custGeom>
              <a:avLst/>
              <a:gdLst>
                <a:gd name="T0" fmla="*/ 16 w 32"/>
                <a:gd name="T1" fmla="*/ 32 h 32"/>
                <a:gd name="T2" fmla="*/ 16 w 32"/>
                <a:gd name="T3" fmla="*/ 32 h 32"/>
                <a:gd name="T4" fmla="*/ 0 w 32"/>
                <a:gd name="T5" fmla="*/ 16 h 32"/>
                <a:gd name="T6" fmla="*/ 0 w 32"/>
                <a:gd name="T7" fmla="*/ 16 h 32"/>
                <a:gd name="T8" fmla="*/ 16 w 32"/>
                <a:gd name="T9" fmla="*/ 0 h 32"/>
                <a:gd name="T10" fmla="*/ 16 w 32"/>
                <a:gd name="T11" fmla="*/ 0 h 32"/>
                <a:gd name="T12" fmla="*/ 32 w 32"/>
                <a:gd name="T13" fmla="*/ 16 h 32"/>
                <a:gd name="T14" fmla="*/ 32 w 32"/>
                <a:gd name="T15" fmla="*/ 16 h 32"/>
                <a:gd name="T16" fmla="*/ 16 w 32"/>
                <a:gd name="T17" fmla="*/ 3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16" y="32"/>
                  </a:moveTo>
                  <a:cubicBezTo>
                    <a:pt x="16" y="32"/>
                    <a:pt x="16" y="32"/>
                    <a:pt x="16" y="32"/>
                  </a:cubicBezTo>
                  <a:cubicBezTo>
                    <a:pt x="7" y="32"/>
                    <a:pt x="0" y="25"/>
                    <a:pt x="0" y="16"/>
                  </a:cubicBezTo>
                  <a:cubicBezTo>
                    <a:pt x="0" y="16"/>
                    <a:pt x="0" y="16"/>
                    <a:pt x="0" y="16"/>
                  </a:cubicBezTo>
                  <a:cubicBezTo>
                    <a:pt x="0" y="8"/>
                    <a:pt x="7" y="0"/>
                    <a:pt x="16" y="0"/>
                  </a:cubicBezTo>
                  <a:cubicBezTo>
                    <a:pt x="16" y="0"/>
                    <a:pt x="16" y="0"/>
                    <a:pt x="16" y="0"/>
                  </a:cubicBezTo>
                  <a:cubicBezTo>
                    <a:pt x="25" y="0"/>
                    <a:pt x="32" y="8"/>
                    <a:pt x="32" y="16"/>
                  </a:cubicBezTo>
                  <a:cubicBezTo>
                    <a:pt x="32" y="16"/>
                    <a:pt x="32" y="16"/>
                    <a:pt x="32" y="16"/>
                  </a:cubicBezTo>
                  <a:cubicBezTo>
                    <a:pt x="32" y="25"/>
                    <a:pt x="25" y="32"/>
                    <a:pt x="16" y="32"/>
                  </a:cubicBezTo>
                  <a:close/>
                </a:path>
              </a:pathLst>
            </a:custGeom>
            <a:solidFill>
              <a:schemeClr val="accent2"/>
            </a:solidFill>
            <a:ln>
              <a:noFill/>
            </a:ln>
          </p:spPr>
          <p:txBody>
            <a:bodyPr vert="horz" wrap="square" lIns="91440" tIns="45720" rIns="91440" bIns="45720" numCol="1" anchor="t" anchorCtr="0" compatLnSpc="1"/>
            <a:lstStyle/>
            <a:p>
              <a:endParaRPr lang="en-US"/>
            </a:p>
          </p:txBody>
        </p:sp>
        <p:sp>
          <p:nvSpPr>
            <p:cNvPr id="49" name="Freeform 15">
              <a:extLst>
                <a:ext uri="{FF2B5EF4-FFF2-40B4-BE49-F238E27FC236}">
                  <a16:creationId xmlns:a16="http://schemas.microsoft.com/office/drawing/2014/main" id="{7EEF8D61-02A3-4909-92B1-C882075D7139}"/>
                </a:ext>
              </a:extLst>
            </p:cNvPr>
            <p:cNvSpPr/>
            <p:nvPr/>
          </p:nvSpPr>
          <p:spPr bwMode="auto">
            <a:xfrm>
              <a:off x="4868068" y="3774511"/>
              <a:ext cx="60325" cy="63500"/>
            </a:xfrm>
            <a:custGeom>
              <a:avLst/>
              <a:gdLst>
                <a:gd name="T0" fmla="*/ 8 w 16"/>
                <a:gd name="T1" fmla="*/ 17 h 17"/>
                <a:gd name="T2" fmla="*/ 8 w 16"/>
                <a:gd name="T3" fmla="*/ 17 h 17"/>
                <a:gd name="T4" fmla="*/ 0 w 16"/>
                <a:gd name="T5" fmla="*/ 8 h 17"/>
                <a:gd name="T6" fmla="*/ 0 w 16"/>
                <a:gd name="T7" fmla="*/ 8 h 17"/>
                <a:gd name="T8" fmla="*/ 8 w 16"/>
                <a:gd name="T9" fmla="*/ 0 h 17"/>
                <a:gd name="T10" fmla="*/ 8 w 16"/>
                <a:gd name="T11" fmla="*/ 0 h 17"/>
                <a:gd name="T12" fmla="*/ 16 w 16"/>
                <a:gd name="T13" fmla="*/ 8 h 17"/>
                <a:gd name="T14" fmla="*/ 16 w 16"/>
                <a:gd name="T15" fmla="*/ 8 h 17"/>
                <a:gd name="T16" fmla="*/ 8 w 16"/>
                <a:gd name="T17" fmla="*/ 1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 h="17">
                  <a:moveTo>
                    <a:pt x="8" y="17"/>
                  </a:moveTo>
                  <a:cubicBezTo>
                    <a:pt x="8" y="17"/>
                    <a:pt x="8" y="17"/>
                    <a:pt x="8" y="17"/>
                  </a:cubicBezTo>
                  <a:cubicBezTo>
                    <a:pt x="3" y="17"/>
                    <a:pt x="0" y="13"/>
                    <a:pt x="0" y="8"/>
                  </a:cubicBezTo>
                  <a:cubicBezTo>
                    <a:pt x="0" y="8"/>
                    <a:pt x="0" y="8"/>
                    <a:pt x="0" y="8"/>
                  </a:cubicBezTo>
                  <a:cubicBezTo>
                    <a:pt x="0" y="4"/>
                    <a:pt x="3" y="0"/>
                    <a:pt x="8" y="0"/>
                  </a:cubicBezTo>
                  <a:cubicBezTo>
                    <a:pt x="8" y="0"/>
                    <a:pt x="8" y="0"/>
                    <a:pt x="8" y="0"/>
                  </a:cubicBezTo>
                  <a:cubicBezTo>
                    <a:pt x="12" y="0"/>
                    <a:pt x="16" y="4"/>
                    <a:pt x="16" y="8"/>
                  </a:cubicBezTo>
                  <a:cubicBezTo>
                    <a:pt x="16" y="8"/>
                    <a:pt x="16" y="8"/>
                    <a:pt x="16" y="8"/>
                  </a:cubicBezTo>
                  <a:cubicBezTo>
                    <a:pt x="16" y="13"/>
                    <a:pt x="12" y="17"/>
                    <a:pt x="8" y="17"/>
                  </a:cubicBezTo>
                  <a:close/>
                </a:path>
              </a:pathLst>
            </a:custGeom>
            <a:solidFill>
              <a:schemeClr val="bg1"/>
            </a:solidFill>
            <a:ln>
              <a:noFill/>
            </a:ln>
          </p:spPr>
          <p:txBody>
            <a:bodyPr vert="horz" wrap="square" lIns="91440" tIns="45720" rIns="91440" bIns="45720" numCol="1" anchor="t" anchorCtr="0" compatLnSpc="1"/>
            <a:lstStyle/>
            <a:p>
              <a:endParaRPr lang="en-US"/>
            </a:p>
          </p:txBody>
        </p:sp>
        <p:sp>
          <p:nvSpPr>
            <p:cNvPr id="38" name="Freeform 10">
              <a:extLst>
                <a:ext uri="{FF2B5EF4-FFF2-40B4-BE49-F238E27FC236}">
                  <a16:creationId xmlns:a16="http://schemas.microsoft.com/office/drawing/2014/main" id="{C298F385-A91E-4B12-B40D-FA079F5B8016}"/>
                </a:ext>
              </a:extLst>
            </p:cNvPr>
            <p:cNvSpPr/>
            <p:nvPr/>
          </p:nvSpPr>
          <p:spPr bwMode="auto">
            <a:xfrm>
              <a:off x="6678612" y="3722123"/>
              <a:ext cx="1182688" cy="1076325"/>
            </a:xfrm>
            <a:custGeom>
              <a:avLst/>
              <a:gdLst>
                <a:gd name="T0" fmla="*/ 315 w 315"/>
                <a:gd name="T1" fmla="*/ 230 h 286"/>
                <a:gd name="T2" fmla="*/ 315 w 315"/>
                <a:gd name="T3" fmla="*/ 0 h 286"/>
                <a:gd name="T4" fmla="*/ 0 w 315"/>
                <a:gd name="T5" fmla="*/ 0 h 286"/>
                <a:gd name="T6" fmla="*/ 0 w 315"/>
                <a:gd name="T7" fmla="*/ 230 h 286"/>
                <a:gd name="T8" fmla="*/ 56 w 315"/>
                <a:gd name="T9" fmla="*/ 286 h 286"/>
                <a:gd name="T10" fmla="*/ 259 w 315"/>
                <a:gd name="T11" fmla="*/ 286 h 286"/>
                <a:gd name="T12" fmla="*/ 315 w 315"/>
                <a:gd name="T13" fmla="*/ 230 h 286"/>
              </a:gdLst>
              <a:ahLst/>
              <a:cxnLst>
                <a:cxn ang="0">
                  <a:pos x="T0" y="T1"/>
                </a:cxn>
                <a:cxn ang="0">
                  <a:pos x="T2" y="T3"/>
                </a:cxn>
                <a:cxn ang="0">
                  <a:pos x="T4" y="T5"/>
                </a:cxn>
                <a:cxn ang="0">
                  <a:pos x="T6" y="T7"/>
                </a:cxn>
                <a:cxn ang="0">
                  <a:pos x="T8" y="T9"/>
                </a:cxn>
                <a:cxn ang="0">
                  <a:pos x="T10" y="T11"/>
                </a:cxn>
                <a:cxn ang="0">
                  <a:pos x="T12" y="T13"/>
                </a:cxn>
              </a:cxnLst>
              <a:rect l="0" t="0" r="r" b="b"/>
              <a:pathLst>
                <a:path w="315" h="286">
                  <a:moveTo>
                    <a:pt x="315" y="230"/>
                  </a:moveTo>
                  <a:cubicBezTo>
                    <a:pt x="315" y="0"/>
                    <a:pt x="315" y="0"/>
                    <a:pt x="315" y="0"/>
                  </a:cubicBezTo>
                  <a:cubicBezTo>
                    <a:pt x="0" y="0"/>
                    <a:pt x="0" y="0"/>
                    <a:pt x="0" y="0"/>
                  </a:cubicBezTo>
                  <a:cubicBezTo>
                    <a:pt x="0" y="230"/>
                    <a:pt x="0" y="230"/>
                    <a:pt x="0" y="230"/>
                  </a:cubicBezTo>
                  <a:cubicBezTo>
                    <a:pt x="0" y="261"/>
                    <a:pt x="25" y="286"/>
                    <a:pt x="56" y="286"/>
                  </a:cubicBezTo>
                  <a:cubicBezTo>
                    <a:pt x="259" y="286"/>
                    <a:pt x="259" y="286"/>
                    <a:pt x="259" y="286"/>
                  </a:cubicBezTo>
                  <a:cubicBezTo>
                    <a:pt x="290" y="286"/>
                    <a:pt x="315" y="261"/>
                    <a:pt x="315" y="230"/>
                  </a:cubicBezTo>
                  <a:close/>
                </a:path>
              </a:pathLst>
            </a:custGeom>
            <a:solidFill>
              <a:schemeClr val="accent3"/>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sp>
          <p:nvSpPr>
            <p:cNvPr id="39" name="Rectangle 11">
              <a:extLst>
                <a:ext uri="{FF2B5EF4-FFF2-40B4-BE49-F238E27FC236}">
                  <a16:creationId xmlns:a16="http://schemas.microsoft.com/office/drawing/2014/main" id="{6EE7BDAD-6F76-418B-8CF8-679BDA68782A}"/>
                </a:ext>
              </a:extLst>
            </p:cNvPr>
            <p:cNvSpPr>
              <a:spLocks noChangeArrowheads="1"/>
            </p:cNvSpPr>
            <p:nvPr/>
          </p:nvSpPr>
          <p:spPr bwMode="auto">
            <a:xfrm>
              <a:off x="6678612" y="3722123"/>
              <a:ext cx="1182688" cy="176213"/>
            </a:xfrm>
            <a:prstGeom prst="rect">
              <a:avLst/>
            </a:prstGeom>
            <a:solidFill>
              <a:schemeClr val="accent3">
                <a:lumMod val="60000"/>
                <a:lumOff val="40000"/>
              </a:schemeClr>
            </a:solidFill>
            <a:ln>
              <a:noFill/>
            </a:ln>
          </p:spPr>
          <p:txBody>
            <a:bodyPr vert="horz" wrap="square" lIns="91440" tIns="45720" rIns="91440" bIns="45720" numCol="1" anchor="t" anchorCtr="0" compatLnSpc="1"/>
            <a:lstStyle/>
            <a:p>
              <a:endParaRPr lang="en-US"/>
            </a:p>
          </p:txBody>
        </p:sp>
        <p:sp>
          <p:nvSpPr>
            <p:cNvPr id="40" name="Freeform 12">
              <a:extLst>
                <a:ext uri="{FF2B5EF4-FFF2-40B4-BE49-F238E27FC236}">
                  <a16:creationId xmlns:a16="http://schemas.microsoft.com/office/drawing/2014/main" id="{C160C5E3-5346-4DA0-B2DF-667EF54270CB}"/>
                </a:ext>
              </a:extLst>
            </p:cNvPr>
            <p:cNvSpPr/>
            <p:nvPr/>
          </p:nvSpPr>
          <p:spPr bwMode="auto">
            <a:xfrm>
              <a:off x="7185024" y="2764861"/>
              <a:ext cx="173038" cy="173038"/>
            </a:xfrm>
            <a:custGeom>
              <a:avLst/>
              <a:gdLst>
                <a:gd name="T0" fmla="*/ 23 w 46"/>
                <a:gd name="T1" fmla="*/ 46 h 46"/>
                <a:gd name="T2" fmla="*/ 23 w 46"/>
                <a:gd name="T3" fmla="*/ 46 h 46"/>
                <a:gd name="T4" fmla="*/ 0 w 46"/>
                <a:gd name="T5" fmla="*/ 23 h 46"/>
                <a:gd name="T6" fmla="*/ 0 w 46"/>
                <a:gd name="T7" fmla="*/ 23 h 46"/>
                <a:gd name="T8" fmla="*/ 23 w 46"/>
                <a:gd name="T9" fmla="*/ 0 h 46"/>
                <a:gd name="T10" fmla="*/ 23 w 46"/>
                <a:gd name="T11" fmla="*/ 0 h 46"/>
                <a:gd name="T12" fmla="*/ 46 w 46"/>
                <a:gd name="T13" fmla="*/ 23 h 46"/>
                <a:gd name="T14" fmla="*/ 46 w 46"/>
                <a:gd name="T15" fmla="*/ 23 h 46"/>
                <a:gd name="T16" fmla="*/ 23 w 46"/>
                <a:gd name="T17"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 h="46">
                  <a:moveTo>
                    <a:pt x="23" y="46"/>
                  </a:moveTo>
                  <a:cubicBezTo>
                    <a:pt x="23" y="46"/>
                    <a:pt x="23" y="46"/>
                    <a:pt x="23" y="46"/>
                  </a:cubicBezTo>
                  <a:cubicBezTo>
                    <a:pt x="10" y="46"/>
                    <a:pt x="0" y="36"/>
                    <a:pt x="0" y="23"/>
                  </a:cubicBezTo>
                  <a:cubicBezTo>
                    <a:pt x="0" y="23"/>
                    <a:pt x="0" y="23"/>
                    <a:pt x="0" y="23"/>
                  </a:cubicBezTo>
                  <a:cubicBezTo>
                    <a:pt x="0" y="10"/>
                    <a:pt x="10" y="0"/>
                    <a:pt x="23" y="0"/>
                  </a:cubicBezTo>
                  <a:cubicBezTo>
                    <a:pt x="23" y="0"/>
                    <a:pt x="23" y="0"/>
                    <a:pt x="23" y="0"/>
                  </a:cubicBezTo>
                  <a:cubicBezTo>
                    <a:pt x="35" y="0"/>
                    <a:pt x="46" y="10"/>
                    <a:pt x="46" y="23"/>
                  </a:cubicBezTo>
                  <a:cubicBezTo>
                    <a:pt x="46" y="23"/>
                    <a:pt x="46" y="23"/>
                    <a:pt x="46" y="23"/>
                  </a:cubicBezTo>
                  <a:cubicBezTo>
                    <a:pt x="46" y="36"/>
                    <a:pt x="35" y="46"/>
                    <a:pt x="23" y="46"/>
                  </a:cubicBezTo>
                  <a:close/>
                </a:path>
              </a:pathLst>
            </a:custGeom>
            <a:solidFill>
              <a:schemeClr val="accent3"/>
            </a:solidFill>
            <a:ln>
              <a:noFill/>
            </a:ln>
          </p:spPr>
          <p:txBody>
            <a:bodyPr vert="horz" wrap="square" lIns="91440" tIns="45720" rIns="91440" bIns="45720" numCol="1" anchor="t" anchorCtr="0" compatLnSpc="1"/>
            <a:lstStyle/>
            <a:p>
              <a:endParaRPr lang="en-US"/>
            </a:p>
          </p:txBody>
        </p:sp>
        <p:sp>
          <p:nvSpPr>
            <p:cNvPr id="41" name="Freeform 13">
              <a:extLst>
                <a:ext uri="{FF2B5EF4-FFF2-40B4-BE49-F238E27FC236}">
                  <a16:creationId xmlns:a16="http://schemas.microsoft.com/office/drawing/2014/main" id="{66BAC8A7-719F-45F0-BAD4-1C3D5889C8E7}"/>
                </a:ext>
              </a:extLst>
            </p:cNvPr>
            <p:cNvSpPr>
              <a:spLocks noEditPoints="1"/>
            </p:cNvSpPr>
            <p:nvPr/>
          </p:nvSpPr>
          <p:spPr bwMode="auto">
            <a:xfrm>
              <a:off x="7065962" y="2652148"/>
              <a:ext cx="404813" cy="1174750"/>
            </a:xfrm>
            <a:custGeom>
              <a:avLst/>
              <a:gdLst>
                <a:gd name="T0" fmla="*/ 45 w 108"/>
                <a:gd name="T1" fmla="*/ 312 h 312"/>
                <a:gd name="T2" fmla="*/ 45 w 108"/>
                <a:gd name="T3" fmla="*/ 147 h 312"/>
                <a:gd name="T4" fmla="*/ 20 w 108"/>
                <a:gd name="T5" fmla="*/ 94 h 312"/>
                <a:gd name="T6" fmla="*/ 1 w 108"/>
                <a:gd name="T7" fmla="*/ 49 h 312"/>
                <a:gd name="T8" fmla="*/ 49 w 108"/>
                <a:gd name="T9" fmla="*/ 0 h 312"/>
                <a:gd name="T10" fmla="*/ 55 w 108"/>
                <a:gd name="T11" fmla="*/ 0 h 312"/>
                <a:gd name="T12" fmla="*/ 108 w 108"/>
                <a:gd name="T13" fmla="*/ 53 h 312"/>
                <a:gd name="T14" fmla="*/ 89 w 108"/>
                <a:gd name="T15" fmla="*/ 95 h 312"/>
                <a:gd name="T16" fmla="*/ 64 w 108"/>
                <a:gd name="T17" fmla="*/ 147 h 312"/>
                <a:gd name="T18" fmla="*/ 64 w 108"/>
                <a:gd name="T19" fmla="*/ 312 h 312"/>
                <a:gd name="T20" fmla="*/ 45 w 108"/>
                <a:gd name="T21" fmla="*/ 312 h 312"/>
                <a:gd name="T22" fmla="*/ 55 w 108"/>
                <a:gd name="T23" fmla="*/ 19 h 312"/>
                <a:gd name="T24" fmla="*/ 20 w 108"/>
                <a:gd name="T25" fmla="*/ 53 h 312"/>
                <a:gd name="T26" fmla="*/ 55 w 108"/>
                <a:gd name="T27" fmla="*/ 88 h 312"/>
                <a:gd name="T28" fmla="*/ 89 w 108"/>
                <a:gd name="T29" fmla="*/ 53 h 312"/>
                <a:gd name="T30" fmla="*/ 55 w 108"/>
                <a:gd name="T31" fmla="*/ 19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 h="312">
                  <a:moveTo>
                    <a:pt x="45" y="312"/>
                  </a:moveTo>
                  <a:cubicBezTo>
                    <a:pt x="45" y="147"/>
                    <a:pt x="45" y="147"/>
                    <a:pt x="45" y="147"/>
                  </a:cubicBezTo>
                  <a:cubicBezTo>
                    <a:pt x="45" y="127"/>
                    <a:pt x="36" y="108"/>
                    <a:pt x="20" y="94"/>
                  </a:cubicBezTo>
                  <a:cubicBezTo>
                    <a:pt x="7" y="83"/>
                    <a:pt x="0" y="66"/>
                    <a:pt x="1" y="49"/>
                  </a:cubicBezTo>
                  <a:cubicBezTo>
                    <a:pt x="3" y="23"/>
                    <a:pt x="23" y="3"/>
                    <a:pt x="49" y="0"/>
                  </a:cubicBezTo>
                  <a:cubicBezTo>
                    <a:pt x="51" y="0"/>
                    <a:pt x="53" y="0"/>
                    <a:pt x="55" y="0"/>
                  </a:cubicBezTo>
                  <a:cubicBezTo>
                    <a:pt x="84" y="0"/>
                    <a:pt x="108" y="24"/>
                    <a:pt x="108" y="53"/>
                  </a:cubicBezTo>
                  <a:cubicBezTo>
                    <a:pt x="108" y="69"/>
                    <a:pt x="101" y="84"/>
                    <a:pt x="89" y="95"/>
                  </a:cubicBezTo>
                  <a:cubicBezTo>
                    <a:pt x="73" y="107"/>
                    <a:pt x="64" y="126"/>
                    <a:pt x="64" y="147"/>
                  </a:cubicBezTo>
                  <a:cubicBezTo>
                    <a:pt x="64" y="312"/>
                    <a:pt x="64" y="312"/>
                    <a:pt x="64" y="312"/>
                  </a:cubicBezTo>
                  <a:lnTo>
                    <a:pt x="45" y="312"/>
                  </a:lnTo>
                  <a:close/>
                  <a:moveTo>
                    <a:pt x="55" y="19"/>
                  </a:moveTo>
                  <a:cubicBezTo>
                    <a:pt x="36" y="19"/>
                    <a:pt x="20" y="34"/>
                    <a:pt x="20" y="53"/>
                  </a:cubicBezTo>
                  <a:cubicBezTo>
                    <a:pt x="20" y="72"/>
                    <a:pt x="36" y="88"/>
                    <a:pt x="55" y="88"/>
                  </a:cubicBezTo>
                  <a:cubicBezTo>
                    <a:pt x="74" y="88"/>
                    <a:pt x="89" y="72"/>
                    <a:pt x="89" y="53"/>
                  </a:cubicBezTo>
                  <a:cubicBezTo>
                    <a:pt x="89" y="34"/>
                    <a:pt x="74" y="19"/>
                    <a:pt x="55" y="19"/>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42" name="Freeform 14">
              <a:extLst>
                <a:ext uri="{FF2B5EF4-FFF2-40B4-BE49-F238E27FC236}">
                  <a16:creationId xmlns:a16="http://schemas.microsoft.com/office/drawing/2014/main" id="{100C5FAF-B7AD-4CD9-847E-2D678EAA208F}"/>
                </a:ext>
              </a:extLst>
            </p:cNvPr>
            <p:cNvSpPr/>
            <p:nvPr/>
          </p:nvSpPr>
          <p:spPr bwMode="auto">
            <a:xfrm>
              <a:off x="7212012" y="3744348"/>
              <a:ext cx="120650" cy="120650"/>
            </a:xfrm>
            <a:custGeom>
              <a:avLst/>
              <a:gdLst>
                <a:gd name="T0" fmla="*/ 16 w 32"/>
                <a:gd name="T1" fmla="*/ 32 h 32"/>
                <a:gd name="T2" fmla="*/ 16 w 32"/>
                <a:gd name="T3" fmla="*/ 32 h 32"/>
                <a:gd name="T4" fmla="*/ 0 w 32"/>
                <a:gd name="T5" fmla="*/ 16 h 32"/>
                <a:gd name="T6" fmla="*/ 0 w 32"/>
                <a:gd name="T7" fmla="*/ 16 h 32"/>
                <a:gd name="T8" fmla="*/ 16 w 32"/>
                <a:gd name="T9" fmla="*/ 0 h 32"/>
                <a:gd name="T10" fmla="*/ 16 w 32"/>
                <a:gd name="T11" fmla="*/ 0 h 32"/>
                <a:gd name="T12" fmla="*/ 32 w 32"/>
                <a:gd name="T13" fmla="*/ 16 h 32"/>
                <a:gd name="T14" fmla="*/ 32 w 32"/>
                <a:gd name="T15" fmla="*/ 16 h 32"/>
                <a:gd name="T16" fmla="*/ 16 w 32"/>
                <a:gd name="T17" fmla="*/ 3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16" y="32"/>
                  </a:moveTo>
                  <a:cubicBezTo>
                    <a:pt x="16" y="32"/>
                    <a:pt x="16" y="32"/>
                    <a:pt x="16" y="32"/>
                  </a:cubicBezTo>
                  <a:cubicBezTo>
                    <a:pt x="7" y="32"/>
                    <a:pt x="0" y="25"/>
                    <a:pt x="0" y="16"/>
                  </a:cubicBezTo>
                  <a:cubicBezTo>
                    <a:pt x="0" y="16"/>
                    <a:pt x="0" y="16"/>
                    <a:pt x="0" y="16"/>
                  </a:cubicBezTo>
                  <a:cubicBezTo>
                    <a:pt x="0" y="8"/>
                    <a:pt x="7" y="0"/>
                    <a:pt x="16" y="0"/>
                  </a:cubicBezTo>
                  <a:cubicBezTo>
                    <a:pt x="16" y="0"/>
                    <a:pt x="16" y="0"/>
                    <a:pt x="16" y="0"/>
                  </a:cubicBezTo>
                  <a:cubicBezTo>
                    <a:pt x="25" y="0"/>
                    <a:pt x="32" y="8"/>
                    <a:pt x="32" y="16"/>
                  </a:cubicBezTo>
                  <a:cubicBezTo>
                    <a:pt x="32" y="16"/>
                    <a:pt x="32" y="16"/>
                    <a:pt x="32" y="16"/>
                  </a:cubicBezTo>
                  <a:cubicBezTo>
                    <a:pt x="32" y="25"/>
                    <a:pt x="25" y="32"/>
                    <a:pt x="16" y="32"/>
                  </a:cubicBezTo>
                  <a:close/>
                </a:path>
              </a:pathLst>
            </a:custGeom>
            <a:solidFill>
              <a:schemeClr val="accent3"/>
            </a:solidFill>
            <a:ln>
              <a:noFill/>
            </a:ln>
          </p:spPr>
          <p:txBody>
            <a:bodyPr vert="horz" wrap="square" lIns="91440" tIns="45720" rIns="91440" bIns="45720" numCol="1" anchor="t" anchorCtr="0" compatLnSpc="1"/>
            <a:lstStyle/>
            <a:p>
              <a:endParaRPr lang="en-US"/>
            </a:p>
          </p:txBody>
        </p:sp>
        <p:sp>
          <p:nvSpPr>
            <p:cNvPr id="43" name="Freeform 15">
              <a:extLst>
                <a:ext uri="{FF2B5EF4-FFF2-40B4-BE49-F238E27FC236}">
                  <a16:creationId xmlns:a16="http://schemas.microsoft.com/office/drawing/2014/main" id="{8EE5C7CB-3CB7-424E-9C79-367B86F761AB}"/>
                </a:ext>
              </a:extLst>
            </p:cNvPr>
            <p:cNvSpPr/>
            <p:nvPr/>
          </p:nvSpPr>
          <p:spPr bwMode="auto">
            <a:xfrm>
              <a:off x="7242174" y="3774511"/>
              <a:ext cx="60325" cy="63500"/>
            </a:xfrm>
            <a:custGeom>
              <a:avLst/>
              <a:gdLst>
                <a:gd name="T0" fmla="*/ 8 w 16"/>
                <a:gd name="T1" fmla="*/ 17 h 17"/>
                <a:gd name="T2" fmla="*/ 8 w 16"/>
                <a:gd name="T3" fmla="*/ 17 h 17"/>
                <a:gd name="T4" fmla="*/ 0 w 16"/>
                <a:gd name="T5" fmla="*/ 8 h 17"/>
                <a:gd name="T6" fmla="*/ 0 w 16"/>
                <a:gd name="T7" fmla="*/ 8 h 17"/>
                <a:gd name="T8" fmla="*/ 8 w 16"/>
                <a:gd name="T9" fmla="*/ 0 h 17"/>
                <a:gd name="T10" fmla="*/ 8 w 16"/>
                <a:gd name="T11" fmla="*/ 0 h 17"/>
                <a:gd name="T12" fmla="*/ 16 w 16"/>
                <a:gd name="T13" fmla="*/ 8 h 17"/>
                <a:gd name="T14" fmla="*/ 16 w 16"/>
                <a:gd name="T15" fmla="*/ 8 h 17"/>
                <a:gd name="T16" fmla="*/ 8 w 16"/>
                <a:gd name="T17" fmla="*/ 1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 h="17">
                  <a:moveTo>
                    <a:pt x="8" y="17"/>
                  </a:moveTo>
                  <a:cubicBezTo>
                    <a:pt x="8" y="17"/>
                    <a:pt x="8" y="17"/>
                    <a:pt x="8" y="17"/>
                  </a:cubicBezTo>
                  <a:cubicBezTo>
                    <a:pt x="3" y="17"/>
                    <a:pt x="0" y="13"/>
                    <a:pt x="0" y="8"/>
                  </a:cubicBezTo>
                  <a:cubicBezTo>
                    <a:pt x="0" y="8"/>
                    <a:pt x="0" y="8"/>
                    <a:pt x="0" y="8"/>
                  </a:cubicBezTo>
                  <a:cubicBezTo>
                    <a:pt x="0" y="4"/>
                    <a:pt x="3" y="0"/>
                    <a:pt x="8" y="0"/>
                  </a:cubicBezTo>
                  <a:cubicBezTo>
                    <a:pt x="8" y="0"/>
                    <a:pt x="8" y="0"/>
                    <a:pt x="8" y="0"/>
                  </a:cubicBezTo>
                  <a:cubicBezTo>
                    <a:pt x="12" y="0"/>
                    <a:pt x="16" y="4"/>
                    <a:pt x="16" y="8"/>
                  </a:cubicBezTo>
                  <a:cubicBezTo>
                    <a:pt x="16" y="8"/>
                    <a:pt x="16" y="8"/>
                    <a:pt x="16" y="8"/>
                  </a:cubicBezTo>
                  <a:cubicBezTo>
                    <a:pt x="16" y="13"/>
                    <a:pt x="12" y="17"/>
                    <a:pt x="8" y="17"/>
                  </a:cubicBezTo>
                  <a:close/>
                </a:path>
              </a:pathLst>
            </a:custGeom>
            <a:solidFill>
              <a:schemeClr val="bg1"/>
            </a:solidFill>
            <a:ln>
              <a:noFill/>
            </a:ln>
          </p:spPr>
          <p:txBody>
            <a:bodyPr vert="horz" wrap="square" lIns="91440" tIns="45720" rIns="91440" bIns="45720" numCol="1" anchor="t" anchorCtr="0" compatLnSpc="1"/>
            <a:lstStyle/>
            <a:p>
              <a:endParaRPr lang="en-US"/>
            </a:p>
          </p:txBody>
        </p:sp>
        <p:sp>
          <p:nvSpPr>
            <p:cNvPr id="32" name="Freeform 10">
              <a:extLst>
                <a:ext uri="{FF2B5EF4-FFF2-40B4-BE49-F238E27FC236}">
                  <a16:creationId xmlns:a16="http://schemas.microsoft.com/office/drawing/2014/main" id="{A063A5E6-9689-4181-BE9B-3120AD1170D2}"/>
                </a:ext>
              </a:extLst>
            </p:cNvPr>
            <p:cNvSpPr/>
            <p:nvPr/>
          </p:nvSpPr>
          <p:spPr bwMode="auto">
            <a:xfrm>
              <a:off x="9132888" y="3722123"/>
              <a:ext cx="1182688" cy="1076325"/>
            </a:xfrm>
            <a:custGeom>
              <a:avLst/>
              <a:gdLst>
                <a:gd name="T0" fmla="*/ 315 w 315"/>
                <a:gd name="T1" fmla="*/ 230 h 286"/>
                <a:gd name="T2" fmla="*/ 315 w 315"/>
                <a:gd name="T3" fmla="*/ 0 h 286"/>
                <a:gd name="T4" fmla="*/ 0 w 315"/>
                <a:gd name="T5" fmla="*/ 0 h 286"/>
                <a:gd name="T6" fmla="*/ 0 w 315"/>
                <a:gd name="T7" fmla="*/ 230 h 286"/>
                <a:gd name="T8" fmla="*/ 56 w 315"/>
                <a:gd name="T9" fmla="*/ 286 h 286"/>
                <a:gd name="T10" fmla="*/ 259 w 315"/>
                <a:gd name="T11" fmla="*/ 286 h 286"/>
                <a:gd name="T12" fmla="*/ 315 w 315"/>
                <a:gd name="T13" fmla="*/ 230 h 286"/>
              </a:gdLst>
              <a:ahLst/>
              <a:cxnLst>
                <a:cxn ang="0">
                  <a:pos x="T0" y="T1"/>
                </a:cxn>
                <a:cxn ang="0">
                  <a:pos x="T2" y="T3"/>
                </a:cxn>
                <a:cxn ang="0">
                  <a:pos x="T4" y="T5"/>
                </a:cxn>
                <a:cxn ang="0">
                  <a:pos x="T6" y="T7"/>
                </a:cxn>
                <a:cxn ang="0">
                  <a:pos x="T8" y="T9"/>
                </a:cxn>
                <a:cxn ang="0">
                  <a:pos x="T10" y="T11"/>
                </a:cxn>
                <a:cxn ang="0">
                  <a:pos x="T12" y="T13"/>
                </a:cxn>
              </a:cxnLst>
              <a:rect l="0" t="0" r="r" b="b"/>
              <a:pathLst>
                <a:path w="315" h="286">
                  <a:moveTo>
                    <a:pt x="315" y="230"/>
                  </a:moveTo>
                  <a:cubicBezTo>
                    <a:pt x="315" y="0"/>
                    <a:pt x="315" y="0"/>
                    <a:pt x="315" y="0"/>
                  </a:cubicBezTo>
                  <a:cubicBezTo>
                    <a:pt x="0" y="0"/>
                    <a:pt x="0" y="0"/>
                    <a:pt x="0" y="0"/>
                  </a:cubicBezTo>
                  <a:cubicBezTo>
                    <a:pt x="0" y="230"/>
                    <a:pt x="0" y="230"/>
                    <a:pt x="0" y="230"/>
                  </a:cubicBezTo>
                  <a:cubicBezTo>
                    <a:pt x="0" y="261"/>
                    <a:pt x="25" y="286"/>
                    <a:pt x="56" y="286"/>
                  </a:cubicBezTo>
                  <a:cubicBezTo>
                    <a:pt x="259" y="286"/>
                    <a:pt x="259" y="286"/>
                    <a:pt x="259" y="286"/>
                  </a:cubicBezTo>
                  <a:cubicBezTo>
                    <a:pt x="290" y="286"/>
                    <a:pt x="315" y="261"/>
                    <a:pt x="315" y="230"/>
                  </a:cubicBezTo>
                  <a:close/>
                </a:path>
              </a:pathLst>
            </a:custGeom>
            <a:solidFill>
              <a:schemeClr val="accent4"/>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sp>
          <p:nvSpPr>
            <p:cNvPr id="33" name="Rectangle 11">
              <a:extLst>
                <a:ext uri="{FF2B5EF4-FFF2-40B4-BE49-F238E27FC236}">
                  <a16:creationId xmlns:a16="http://schemas.microsoft.com/office/drawing/2014/main" id="{4A372CD3-BE88-4CE4-B5DE-53B85848782A}"/>
                </a:ext>
              </a:extLst>
            </p:cNvPr>
            <p:cNvSpPr>
              <a:spLocks noChangeArrowheads="1"/>
            </p:cNvSpPr>
            <p:nvPr/>
          </p:nvSpPr>
          <p:spPr bwMode="auto">
            <a:xfrm>
              <a:off x="9132888" y="3722123"/>
              <a:ext cx="1182688" cy="176213"/>
            </a:xfrm>
            <a:prstGeom prst="rect">
              <a:avLst/>
            </a:prstGeom>
            <a:solidFill>
              <a:schemeClr val="accent4">
                <a:lumMod val="60000"/>
                <a:lumOff val="40000"/>
              </a:schemeClr>
            </a:solidFill>
            <a:ln>
              <a:noFill/>
            </a:ln>
          </p:spPr>
          <p:txBody>
            <a:bodyPr vert="horz" wrap="square" lIns="91440" tIns="45720" rIns="91440" bIns="45720" numCol="1" anchor="t" anchorCtr="0" compatLnSpc="1"/>
            <a:lstStyle/>
            <a:p>
              <a:endParaRPr lang="en-US"/>
            </a:p>
          </p:txBody>
        </p:sp>
        <p:sp>
          <p:nvSpPr>
            <p:cNvPr id="34" name="Freeform 12">
              <a:extLst>
                <a:ext uri="{FF2B5EF4-FFF2-40B4-BE49-F238E27FC236}">
                  <a16:creationId xmlns:a16="http://schemas.microsoft.com/office/drawing/2014/main" id="{B40F4E3F-267A-4B4E-B781-441AD4840F9E}"/>
                </a:ext>
              </a:extLst>
            </p:cNvPr>
            <p:cNvSpPr/>
            <p:nvPr/>
          </p:nvSpPr>
          <p:spPr bwMode="auto">
            <a:xfrm>
              <a:off x="9639300" y="2764861"/>
              <a:ext cx="173038" cy="173038"/>
            </a:xfrm>
            <a:custGeom>
              <a:avLst/>
              <a:gdLst>
                <a:gd name="T0" fmla="*/ 23 w 46"/>
                <a:gd name="T1" fmla="*/ 46 h 46"/>
                <a:gd name="T2" fmla="*/ 23 w 46"/>
                <a:gd name="T3" fmla="*/ 46 h 46"/>
                <a:gd name="T4" fmla="*/ 0 w 46"/>
                <a:gd name="T5" fmla="*/ 23 h 46"/>
                <a:gd name="T6" fmla="*/ 0 w 46"/>
                <a:gd name="T7" fmla="*/ 23 h 46"/>
                <a:gd name="T8" fmla="*/ 23 w 46"/>
                <a:gd name="T9" fmla="*/ 0 h 46"/>
                <a:gd name="T10" fmla="*/ 23 w 46"/>
                <a:gd name="T11" fmla="*/ 0 h 46"/>
                <a:gd name="T12" fmla="*/ 46 w 46"/>
                <a:gd name="T13" fmla="*/ 23 h 46"/>
                <a:gd name="T14" fmla="*/ 46 w 46"/>
                <a:gd name="T15" fmla="*/ 23 h 46"/>
                <a:gd name="T16" fmla="*/ 23 w 46"/>
                <a:gd name="T17" fmla="*/ 46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6" h="46">
                  <a:moveTo>
                    <a:pt x="23" y="46"/>
                  </a:moveTo>
                  <a:cubicBezTo>
                    <a:pt x="23" y="46"/>
                    <a:pt x="23" y="46"/>
                    <a:pt x="23" y="46"/>
                  </a:cubicBezTo>
                  <a:cubicBezTo>
                    <a:pt x="10" y="46"/>
                    <a:pt x="0" y="36"/>
                    <a:pt x="0" y="23"/>
                  </a:cubicBezTo>
                  <a:cubicBezTo>
                    <a:pt x="0" y="23"/>
                    <a:pt x="0" y="23"/>
                    <a:pt x="0" y="23"/>
                  </a:cubicBezTo>
                  <a:cubicBezTo>
                    <a:pt x="0" y="10"/>
                    <a:pt x="10" y="0"/>
                    <a:pt x="23" y="0"/>
                  </a:cubicBezTo>
                  <a:cubicBezTo>
                    <a:pt x="23" y="0"/>
                    <a:pt x="23" y="0"/>
                    <a:pt x="23" y="0"/>
                  </a:cubicBezTo>
                  <a:cubicBezTo>
                    <a:pt x="35" y="0"/>
                    <a:pt x="46" y="10"/>
                    <a:pt x="46" y="23"/>
                  </a:cubicBezTo>
                  <a:cubicBezTo>
                    <a:pt x="46" y="23"/>
                    <a:pt x="46" y="23"/>
                    <a:pt x="46" y="23"/>
                  </a:cubicBezTo>
                  <a:cubicBezTo>
                    <a:pt x="46" y="36"/>
                    <a:pt x="35" y="46"/>
                    <a:pt x="23" y="46"/>
                  </a:cubicBezTo>
                  <a:close/>
                </a:path>
              </a:pathLst>
            </a:custGeom>
            <a:solidFill>
              <a:schemeClr val="accent4"/>
            </a:solidFill>
            <a:ln>
              <a:noFill/>
            </a:ln>
          </p:spPr>
          <p:txBody>
            <a:bodyPr vert="horz" wrap="square" lIns="91440" tIns="45720" rIns="91440" bIns="45720" numCol="1" anchor="t" anchorCtr="0" compatLnSpc="1"/>
            <a:lstStyle/>
            <a:p>
              <a:endParaRPr lang="en-US"/>
            </a:p>
          </p:txBody>
        </p:sp>
        <p:sp>
          <p:nvSpPr>
            <p:cNvPr id="35" name="Freeform 13">
              <a:extLst>
                <a:ext uri="{FF2B5EF4-FFF2-40B4-BE49-F238E27FC236}">
                  <a16:creationId xmlns:a16="http://schemas.microsoft.com/office/drawing/2014/main" id="{E95044F8-A298-43C9-A3CC-61A363E752C4}"/>
                </a:ext>
              </a:extLst>
            </p:cNvPr>
            <p:cNvSpPr>
              <a:spLocks noEditPoints="1"/>
            </p:cNvSpPr>
            <p:nvPr/>
          </p:nvSpPr>
          <p:spPr bwMode="auto">
            <a:xfrm>
              <a:off x="9520238" y="2652148"/>
              <a:ext cx="404813" cy="1174750"/>
            </a:xfrm>
            <a:custGeom>
              <a:avLst/>
              <a:gdLst>
                <a:gd name="T0" fmla="*/ 45 w 108"/>
                <a:gd name="T1" fmla="*/ 312 h 312"/>
                <a:gd name="T2" fmla="*/ 45 w 108"/>
                <a:gd name="T3" fmla="*/ 147 h 312"/>
                <a:gd name="T4" fmla="*/ 20 w 108"/>
                <a:gd name="T5" fmla="*/ 94 h 312"/>
                <a:gd name="T6" fmla="*/ 1 w 108"/>
                <a:gd name="T7" fmla="*/ 49 h 312"/>
                <a:gd name="T8" fmla="*/ 49 w 108"/>
                <a:gd name="T9" fmla="*/ 0 h 312"/>
                <a:gd name="T10" fmla="*/ 55 w 108"/>
                <a:gd name="T11" fmla="*/ 0 h 312"/>
                <a:gd name="T12" fmla="*/ 108 w 108"/>
                <a:gd name="T13" fmla="*/ 53 h 312"/>
                <a:gd name="T14" fmla="*/ 89 w 108"/>
                <a:gd name="T15" fmla="*/ 95 h 312"/>
                <a:gd name="T16" fmla="*/ 64 w 108"/>
                <a:gd name="T17" fmla="*/ 147 h 312"/>
                <a:gd name="T18" fmla="*/ 64 w 108"/>
                <a:gd name="T19" fmla="*/ 312 h 312"/>
                <a:gd name="T20" fmla="*/ 45 w 108"/>
                <a:gd name="T21" fmla="*/ 312 h 312"/>
                <a:gd name="T22" fmla="*/ 55 w 108"/>
                <a:gd name="T23" fmla="*/ 19 h 312"/>
                <a:gd name="T24" fmla="*/ 20 w 108"/>
                <a:gd name="T25" fmla="*/ 53 h 312"/>
                <a:gd name="T26" fmla="*/ 55 w 108"/>
                <a:gd name="T27" fmla="*/ 88 h 312"/>
                <a:gd name="T28" fmla="*/ 89 w 108"/>
                <a:gd name="T29" fmla="*/ 53 h 312"/>
                <a:gd name="T30" fmla="*/ 55 w 108"/>
                <a:gd name="T31" fmla="*/ 19 h 3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 h="312">
                  <a:moveTo>
                    <a:pt x="45" y="312"/>
                  </a:moveTo>
                  <a:cubicBezTo>
                    <a:pt x="45" y="147"/>
                    <a:pt x="45" y="147"/>
                    <a:pt x="45" y="147"/>
                  </a:cubicBezTo>
                  <a:cubicBezTo>
                    <a:pt x="45" y="127"/>
                    <a:pt x="36" y="108"/>
                    <a:pt x="20" y="94"/>
                  </a:cubicBezTo>
                  <a:cubicBezTo>
                    <a:pt x="7" y="83"/>
                    <a:pt x="0" y="66"/>
                    <a:pt x="1" y="49"/>
                  </a:cubicBezTo>
                  <a:cubicBezTo>
                    <a:pt x="3" y="23"/>
                    <a:pt x="23" y="3"/>
                    <a:pt x="49" y="0"/>
                  </a:cubicBezTo>
                  <a:cubicBezTo>
                    <a:pt x="51" y="0"/>
                    <a:pt x="53" y="0"/>
                    <a:pt x="55" y="0"/>
                  </a:cubicBezTo>
                  <a:cubicBezTo>
                    <a:pt x="84" y="0"/>
                    <a:pt x="108" y="24"/>
                    <a:pt x="108" y="53"/>
                  </a:cubicBezTo>
                  <a:cubicBezTo>
                    <a:pt x="108" y="69"/>
                    <a:pt x="101" y="84"/>
                    <a:pt x="89" y="95"/>
                  </a:cubicBezTo>
                  <a:cubicBezTo>
                    <a:pt x="73" y="107"/>
                    <a:pt x="64" y="126"/>
                    <a:pt x="64" y="147"/>
                  </a:cubicBezTo>
                  <a:cubicBezTo>
                    <a:pt x="64" y="312"/>
                    <a:pt x="64" y="312"/>
                    <a:pt x="64" y="312"/>
                  </a:cubicBezTo>
                  <a:lnTo>
                    <a:pt x="45" y="312"/>
                  </a:lnTo>
                  <a:close/>
                  <a:moveTo>
                    <a:pt x="55" y="19"/>
                  </a:moveTo>
                  <a:cubicBezTo>
                    <a:pt x="36" y="19"/>
                    <a:pt x="20" y="34"/>
                    <a:pt x="20" y="53"/>
                  </a:cubicBezTo>
                  <a:cubicBezTo>
                    <a:pt x="20" y="72"/>
                    <a:pt x="36" y="88"/>
                    <a:pt x="55" y="88"/>
                  </a:cubicBezTo>
                  <a:cubicBezTo>
                    <a:pt x="74" y="88"/>
                    <a:pt x="89" y="72"/>
                    <a:pt x="89" y="53"/>
                  </a:cubicBezTo>
                  <a:cubicBezTo>
                    <a:pt x="89" y="34"/>
                    <a:pt x="74" y="19"/>
                    <a:pt x="55" y="19"/>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36" name="Freeform 14">
              <a:extLst>
                <a:ext uri="{FF2B5EF4-FFF2-40B4-BE49-F238E27FC236}">
                  <a16:creationId xmlns:a16="http://schemas.microsoft.com/office/drawing/2014/main" id="{044E5749-61C5-4427-BBFA-50458E90500E}"/>
                </a:ext>
              </a:extLst>
            </p:cNvPr>
            <p:cNvSpPr/>
            <p:nvPr/>
          </p:nvSpPr>
          <p:spPr bwMode="auto">
            <a:xfrm>
              <a:off x="9666288" y="3744348"/>
              <a:ext cx="120650" cy="120650"/>
            </a:xfrm>
            <a:custGeom>
              <a:avLst/>
              <a:gdLst>
                <a:gd name="T0" fmla="*/ 16 w 32"/>
                <a:gd name="T1" fmla="*/ 32 h 32"/>
                <a:gd name="T2" fmla="*/ 16 w 32"/>
                <a:gd name="T3" fmla="*/ 32 h 32"/>
                <a:gd name="T4" fmla="*/ 0 w 32"/>
                <a:gd name="T5" fmla="*/ 16 h 32"/>
                <a:gd name="T6" fmla="*/ 0 w 32"/>
                <a:gd name="T7" fmla="*/ 16 h 32"/>
                <a:gd name="T8" fmla="*/ 16 w 32"/>
                <a:gd name="T9" fmla="*/ 0 h 32"/>
                <a:gd name="T10" fmla="*/ 16 w 32"/>
                <a:gd name="T11" fmla="*/ 0 h 32"/>
                <a:gd name="T12" fmla="*/ 32 w 32"/>
                <a:gd name="T13" fmla="*/ 16 h 32"/>
                <a:gd name="T14" fmla="*/ 32 w 32"/>
                <a:gd name="T15" fmla="*/ 16 h 32"/>
                <a:gd name="T16" fmla="*/ 16 w 32"/>
                <a:gd name="T17" fmla="*/ 3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16" y="32"/>
                  </a:moveTo>
                  <a:cubicBezTo>
                    <a:pt x="16" y="32"/>
                    <a:pt x="16" y="32"/>
                    <a:pt x="16" y="32"/>
                  </a:cubicBezTo>
                  <a:cubicBezTo>
                    <a:pt x="7" y="32"/>
                    <a:pt x="0" y="25"/>
                    <a:pt x="0" y="16"/>
                  </a:cubicBezTo>
                  <a:cubicBezTo>
                    <a:pt x="0" y="16"/>
                    <a:pt x="0" y="16"/>
                    <a:pt x="0" y="16"/>
                  </a:cubicBezTo>
                  <a:cubicBezTo>
                    <a:pt x="0" y="8"/>
                    <a:pt x="7" y="0"/>
                    <a:pt x="16" y="0"/>
                  </a:cubicBezTo>
                  <a:cubicBezTo>
                    <a:pt x="16" y="0"/>
                    <a:pt x="16" y="0"/>
                    <a:pt x="16" y="0"/>
                  </a:cubicBezTo>
                  <a:cubicBezTo>
                    <a:pt x="25" y="0"/>
                    <a:pt x="32" y="8"/>
                    <a:pt x="32" y="16"/>
                  </a:cubicBezTo>
                  <a:cubicBezTo>
                    <a:pt x="32" y="16"/>
                    <a:pt x="32" y="16"/>
                    <a:pt x="32" y="16"/>
                  </a:cubicBezTo>
                  <a:cubicBezTo>
                    <a:pt x="32" y="25"/>
                    <a:pt x="25" y="32"/>
                    <a:pt x="16" y="32"/>
                  </a:cubicBezTo>
                  <a:close/>
                </a:path>
              </a:pathLst>
            </a:custGeom>
            <a:solidFill>
              <a:schemeClr val="accent4"/>
            </a:solidFill>
            <a:ln>
              <a:noFill/>
            </a:ln>
          </p:spPr>
          <p:txBody>
            <a:bodyPr vert="horz" wrap="square" lIns="91440" tIns="45720" rIns="91440" bIns="45720" numCol="1" anchor="t" anchorCtr="0" compatLnSpc="1"/>
            <a:lstStyle/>
            <a:p>
              <a:endParaRPr lang="en-US"/>
            </a:p>
          </p:txBody>
        </p:sp>
        <p:sp>
          <p:nvSpPr>
            <p:cNvPr id="37" name="Freeform 15">
              <a:extLst>
                <a:ext uri="{FF2B5EF4-FFF2-40B4-BE49-F238E27FC236}">
                  <a16:creationId xmlns:a16="http://schemas.microsoft.com/office/drawing/2014/main" id="{36646145-351F-48FB-A4F8-568803FBF5ED}"/>
                </a:ext>
              </a:extLst>
            </p:cNvPr>
            <p:cNvSpPr/>
            <p:nvPr/>
          </p:nvSpPr>
          <p:spPr bwMode="auto">
            <a:xfrm>
              <a:off x="9696450" y="3774511"/>
              <a:ext cx="60325" cy="63500"/>
            </a:xfrm>
            <a:custGeom>
              <a:avLst/>
              <a:gdLst>
                <a:gd name="T0" fmla="*/ 8 w 16"/>
                <a:gd name="T1" fmla="*/ 17 h 17"/>
                <a:gd name="T2" fmla="*/ 8 w 16"/>
                <a:gd name="T3" fmla="*/ 17 h 17"/>
                <a:gd name="T4" fmla="*/ 0 w 16"/>
                <a:gd name="T5" fmla="*/ 8 h 17"/>
                <a:gd name="T6" fmla="*/ 0 w 16"/>
                <a:gd name="T7" fmla="*/ 8 h 17"/>
                <a:gd name="T8" fmla="*/ 8 w 16"/>
                <a:gd name="T9" fmla="*/ 0 h 17"/>
                <a:gd name="T10" fmla="*/ 8 w 16"/>
                <a:gd name="T11" fmla="*/ 0 h 17"/>
                <a:gd name="T12" fmla="*/ 16 w 16"/>
                <a:gd name="T13" fmla="*/ 8 h 17"/>
                <a:gd name="T14" fmla="*/ 16 w 16"/>
                <a:gd name="T15" fmla="*/ 8 h 17"/>
                <a:gd name="T16" fmla="*/ 8 w 16"/>
                <a:gd name="T17" fmla="*/ 1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 h="17">
                  <a:moveTo>
                    <a:pt x="8" y="17"/>
                  </a:moveTo>
                  <a:cubicBezTo>
                    <a:pt x="8" y="17"/>
                    <a:pt x="8" y="17"/>
                    <a:pt x="8" y="17"/>
                  </a:cubicBezTo>
                  <a:cubicBezTo>
                    <a:pt x="3" y="17"/>
                    <a:pt x="0" y="13"/>
                    <a:pt x="0" y="8"/>
                  </a:cubicBezTo>
                  <a:cubicBezTo>
                    <a:pt x="0" y="8"/>
                    <a:pt x="0" y="8"/>
                    <a:pt x="0" y="8"/>
                  </a:cubicBezTo>
                  <a:cubicBezTo>
                    <a:pt x="0" y="4"/>
                    <a:pt x="3" y="0"/>
                    <a:pt x="8" y="0"/>
                  </a:cubicBezTo>
                  <a:cubicBezTo>
                    <a:pt x="8" y="0"/>
                    <a:pt x="8" y="0"/>
                    <a:pt x="8" y="0"/>
                  </a:cubicBezTo>
                  <a:cubicBezTo>
                    <a:pt x="12" y="0"/>
                    <a:pt x="16" y="4"/>
                    <a:pt x="16" y="8"/>
                  </a:cubicBezTo>
                  <a:cubicBezTo>
                    <a:pt x="16" y="8"/>
                    <a:pt x="16" y="8"/>
                    <a:pt x="16" y="8"/>
                  </a:cubicBezTo>
                  <a:cubicBezTo>
                    <a:pt x="16" y="13"/>
                    <a:pt x="12" y="17"/>
                    <a:pt x="8" y="17"/>
                  </a:cubicBezTo>
                  <a:close/>
                </a:path>
              </a:pathLst>
            </a:custGeom>
            <a:solidFill>
              <a:schemeClr val="bg1"/>
            </a:solidFill>
            <a:ln>
              <a:noFill/>
            </a:ln>
          </p:spPr>
          <p:txBody>
            <a:bodyPr vert="horz" wrap="square" lIns="91440" tIns="45720" rIns="91440" bIns="45720" numCol="1" anchor="t" anchorCtr="0" compatLnSpc="1"/>
            <a:lstStyle/>
            <a:p>
              <a:endParaRPr lang="en-US"/>
            </a:p>
          </p:txBody>
        </p:sp>
        <p:sp>
          <p:nvSpPr>
            <p:cNvPr id="13" name="Inhaltsplatzhalter 4">
              <a:extLst>
                <a:ext uri="{FF2B5EF4-FFF2-40B4-BE49-F238E27FC236}">
                  <a16:creationId xmlns:a16="http://schemas.microsoft.com/office/drawing/2014/main" id="{40D17DDB-D636-4A32-9129-FE86CD02A74F}"/>
                </a:ext>
              </a:extLst>
            </p:cNvPr>
            <p:cNvSpPr txBox="1"/>
            <p:nvPr/>
          </p:nvSpPr>
          <p:spPr>
            <a:xfrm>
              <a:off x="1389860" y="4994822"/>
              <a:ext cx="2108192"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14" name="Inhaltsplatzhalter 4">
              <a:extLst>
                <a:ext uri="{FF2B5EF4-FFF2-40B4-BE49-F238E27FC236}">
                  <a16:creationId xmlns:a16="http://schemas.microsoft.com/office/drawing/2014/main" id="{4DA88E3E-D5EE-4051-BBEA-A07F6A378F30}"/>
                </a:ext>
              </a:extLst>
            </p:cNvPr>
            <p:cNvSpPr txBox="1"/>
            <p:nvPr/>
          </p:nvSpPr>
          <p:spPr>
            <a:xfrm>
              <a:off x="6242318" y="4994822"/>
              <a:ext cx="2108192"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3"/>
                  </a:solidFill>
                  <a:latin typeface="+mj-lt"/>
                </a:rPr>
                <a:t>小标题</a:t>
              </a:r>
              <a:endParaRPr lang="en-US" sz="1200" dirty="0">
                <a:solidFill>
                  <a:schemeClr val="bg1">
                    <a:lumMod val="50000"/>
                  </a:schemeClr>
                </a:solidFill>
                <a:latin typeface="+mn-lt"/>
              </a:endParaRPr>
            </a:p>
          </p:txBody>
        </p:sp>
        <p:sp>
          <p:nvSpPr>
            <p:cNvPr id="15" name="Inhaltsplatzhalter 4">
              <a:extLst>
                <a:ext uri="{FF2B5EF4-FFF2-40B4-BE49-F238E27FC236}">
                  <a16:creationId xmlns:a16="http://schemas.microsoft.com/office/drawing/2014/main" id="{5904EAEA-C35A-4D37-A0CE-0216166E6C5B}"/>
                </a:ext>
              </a:extLst>
            </p:cNvPr>
            <p:cNvSpPr txBox="1"/>
            <p:nvPr/>
          </p:nvSpPr>
          <p:spPr>
            <a:xfrm>
              <a:off x="3841489" y="4994822"/>
              <a:ext cx="2108192"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bg1">
                    <a:lumMod val="50000"/>
                  </a:schemeClr>
                </a:solidFill>
                <a:latin typeface="+mn-lt"/>
              </a:endParaRPr>
            </a:p>
          </p:txBody>
        </p:sp>
        <p:sp>
          <p:nvSpPr>
            <p:cNvPr id="16" name="Inhaltsplatzhalter 4">
              <a:extLst>
                <a:ext uri="{FF2B5EF4-FFF2-40B4-BE49-F238E27FC236}">
                  <a16:creationId xmlns:a16="http://schemas.microsoft.com/office/drawing/2014/main" id="{880F0655-FE1A-4C81-972F-328C9E805A32}"/>
                </a:ext>
              </a:extLst>
            </p:cNvPr>
            <p:cNvSpPr txBox="1"/>
            <p:nvPr/>
          </p:nvSpPr>
          <p:spPr>
            <a:xfrm>
              <a:off x="8668548" y="4994822"/>
              <a:ext cx="2108192"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4"/>
                  </a:solidFill>
                  <a:latin typeface="+mj-lt"/>
                </a:rPr>
                <a:t>小标题</a:t>
              </a:r>
              <a:endParaRPr lang="en-US" sz="1200" dirty="0">
                <a:solidFill>
                  <a:schemeClr val="bg1">
                    <a:lumMod val="50000"/>
                  </a:schemeClr>
                </a:solidFill>
                <a:latin typeface="+mn-lt"/>
              </a:endParaRPr>
            </a:p>
          </p:txBody>
        </p:sp>
        <p:sp>
          <p:nvSpPr>
            <p:cNvPr id="17" name="Inhaltsplatzhalter 4">
              <a:extLst>
                <a:ext uri="{FF2B5EF4-FFF2-40B4-BE49-F238E27FC236}">
                  <a16:creationId xmlns:a16="http://schemas.microsoft.com/office/drawing/2014/main" id="{2C3A3868-761D-44E0-884D-82D77E5ED972}"/>
                </a:ext>
              </a:extLst>
            </p:cNvPr>
            <p:cNvSpPr txBox="1"/>
            <p:nvPr/>
          </p:nvSpPr>
          <p:spPr>
            <a:xfrm>
              <a:off x="2001335" y="1987105"/>
              <a:ext cx="885242" cy="492443"/>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solidFill>
                    <a:schemeClr val="accent1"/>
                  </a:solidFill>
                  <a:latin typeface="+mj-lt"/>
                </a:rPr>
                <a:t>01</a:t>
              </a:r>
              <a:endParaRPr lang="en-US" sz="2400" dirty="0">
                <a:solidFill>
                  <a:schemeClr val="accent1"/>
                </a:solidFill>
                <a:latin typeface="+mn-lt"/>
              </a:endParaRPr>
            </a:p>
          </p:txBody>
        </p:sp>
        <p:sp>
          <p:nvSpPr>
            <p:cNvPr id="18" name="Inhaltsplatzhalter 4">
              <a:extLst>
                <a:ext uri="{FF2B5EF4-FFF2-40B4-BE49-F238E27FC236}">
                  <a16:creationId xmlns:a16="http://schemas.microsoft.com/office/drawing/2014/main" id="{C86196F5-C9B6-4DD1-BB47-E9AEEA0201A8}"/>
                </a:ext>
              </a:extLst>
            </p:cNvPr>
            <p:cNvSpPr txBox="1"/>
            <p:nvPr/>
          </p:nvSpPr>
          <p:spPr>
            <a:xfrm>
              <a:off x="4425447" y="1987105"/>
              <a:ext cx="885242" cy="492443"/>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solidFill>
                    <a:schemeClr val="accent2"/>
                  </a:solidFill>
                  <a:latin typeface="+mj-lt"/>
                </a:rPr>
                <a:t>02</a:t>
              </a:r>
              <a:endParaRPr lang="en-US" sz="2400" dirty="0">
                <a:solidFill>
                  <a:schemeClr val="accent2"/>
                </a:solidFill>
                <a:latin typeface="+mn-lt"/>
              </a:endParaRPr>
            </a:p>
          </p:txBody>
        </p:sp>
        <p:sp>
          <p:nvSpPr>
            <p:cNvPr id="19" name="Inhaltsplatzhalter 4">
              <a:extLst>
                <a:ext uri="{FF2B5EF4-FFF2-40B4-BE49-F238E27FC236}">
                  <a16:creationId xmlns:a16="http://schemas.microsoft.com/office/drawing/2014/main" id="{6442B2E6-AAD0-4850-A8ED-92D8DCAC811D}"/>
                </a:ext>
              </a:extLst>
            </p:cNvPr>
            <p:cNvSpPr txBox="1"/>
            <p:nvPr/>
          </p:nvSpPr>
          <p:spPr>
            <a:xfrm>
              <a:off x="6791492" y="1987105"/>
              <a:ext cx="885242" cy="492443"/>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solidFill>
                    <a:schemeClr val="accent3"/>
                  </a:solidFill>
                  <a:latin typeface="+mj-lt"/>
                </a:rPr>
                <a:t>03</a:t>
              </a:r>
              <a:endParaRPr lang="en-US" sz="2400" dirty="0">
                <a:solidFill>
                  <a:schemeClr val="accent3"/>
                </a:solidFill>
                <a:latin typeface="+mn-lt"/>
              </a:endParaRPr>
            </a:p>
          </p:txBody>
        </p:sp>
        <p:sp>
          <p:nvSpPr>
            <p:cNvPr id="20" name="Inhaltsplatzhalter 4">
              <a:extLst>
                <a:ext uri="{FF2B5EF4-FFF2-40B4-BE49-F238E27FC236}">
                  <a16:creationId xmlns:a16="http://schemas.microsoft.com/office/drawing/2014/main" id="{E8D26023-20B6-4ADB-B713-AB16DF37E063}"/>
                </a:ext>
              </a:extLst>
            </p:cNvPr>
            <p:cNvSpPr txBox="1"/>
            <p:nvPr/>
          </p:nvSpPr>
          <p:spPr>
            <a:xfrm>
              <a:off x="9286374" y="1987105"/>
              <a:ext cx="885242" cy="492443"/>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solidFill>
                    <a:schemeClr val="accent4"/>
                  </a:solidFill>
                  <a:latin typeface="+mj-lt"/>
                </a:rPr>
                <a:t>04</a:t>
              </a:r>
              <a:endParaRPr lang="en-US" sz="2400" dirty="0">
                <a:solidFill>
                  <a:schemeClr val="accent4"/>
                </a:solidFill>
                <a:latin typeface="+mn-lt"/>
              </a:endParaRPr>
            </a:p>
          </p:txBody>
        </p:sp>
        <p:sp>
          <p:nvSpPr>
            <p:cNvPr id="21" name="Freeform 187">
              <a:extLst>
                <a:ext uri="{FF2B5EF4-FFF2-40B4-BE49-F238E27FC236}">
                  <a16:creationId xmlns:a16="http://schemas.microsoft.com/office/drawing/2014/main" id="{48BA2177-8CDC-470F-9320-FBC757D73D63}"/>
                </a:ext>
              </a:extLst>
            </p:cNvPr>
            <p:cNvSpPr>
              <a:spLocks noEditPoints="1"/>
            </p:cNvSpPr>
            <p:nvPr/>
          </p:nvSpPr>
          <p:spPr bwMode="auto">
            <a:xfrm>
              <a:off x="2120091" y="4043804"/>
              <a:ext cx="656871" cy="603832"/>
            </a:xfrm>
            <a:custGeom>
              <a:avLst/>
              <a:gdLst>
                <a:gd name="T0" fmla="*/ 107 w 204"/>
                <a:gd name="T1" fmla="*/ 0 h 188"/>
                <a:gd name="T2" fmla="*/ 0 w 204"/>
                <a:gd name="T3" fmla="*/ 78 h 188"/>
                <a:gd name="T4" fmla="*/ 39 w 204"/>
                <a:gd name="T5" fmla="*/ 139 h 188"/>
                <a:gd name="T6" fmla="*/ 14 w 204"/>
                <a:gd name="T7" fmla="*/ 181 h 188"/>
                <a:gd name="T8" fmla="*/ 86 w 204"/>
                <a:gd name="T9" fmla="*/ 153 h 188"/>
                <a:gd name="T10" fmla="*/ 107 w 204"/>
                <a:gd name="T11" fmla="*/ 156 h 188"/>
                <a:gd name="T12" fmla="*/ 204 w 204"/>
                <a:gd name="T13" fmla="*/ 78 h 188"/>
                <a:gd name="T14" fmla="*/ 107 w 204"/>
                <a:gd name="T15" fmla="*/ 0 h 188"/>
                <a:gd name="T16" fmla="*/ 56 w 204"/>
                <a:gd name="T17" fmla="*/ 93 h 188"/>
                <a:gd name="T18" fmla="*/ 42 w 204"/>
                <a:gd name="T19" fmla="*/ 78 h 188"/>
                <a:gd name="T20" fmla="*/ 56 w 204"/>
                <a:gd name="T21" fmla="*/ 64 h 188"/>
                <a:gd name="T22" fmla="*/ 71 w 204"/>
                <a:gd name="T23" fmla="*/ 78 h 188"/>
                <a:gd name="T24" fmla="*/ 56 w 204"/>
                <a:gd name="T25" fmla="*/ 93 h 188"/>
                <a:gd name="T26" fmla="*/ 103 w 204"/>
                <a:gd name="T27" fmla="*/ 93 h 188"/>
                <a:gd name="T28" fmla="*/ 89 w 204"/>
                <a:gd name="T29" fmla="*/ 78 h 188"/>
                <a:gd name="T30" fmla="*/ 103 w 204"/>
                <a:gd name="T31" fmla="*/ 64 h 188"/>
                <a:gd name="T32" fmla="*/ 117 w 204"/>
                <a:gd name="T33" fmla="*/ 78 h 188"/>
                <a:gd name="T34" fmla="*/ 103 w 204"/>
                <a:gd name="T35" fmla="*/ 93 h 188"/>
                <a:gd name="T36" fmla="*/ 150 w 204"/>
                <a:gd name="T37" fmla="*/ 93 h 188"/>
                <a:gd name="T38" fmla="*/ 136 w 204"/>
                <a:gd name="T39" fmla="*/ 78 h 188"/>
                <a:gd name="T40" fmla="*/ 150 w 204"/>
                <a:gd name="T41" fmla="*/ 64 h 188"/>
                <a:gd name="T42" fmla="*/ 164 w 204"/>
                <a:gd name="T43" fmla="*/ 78 h 188"/>
                <a:gd name="T44" fmla="*/ 150 w 204"/>
                <a:gd name="T45" fmla="*/ 93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4" h="188">
                  <a:moveTo>
                    <a:pt x="107" y="0"/>
                  </a:moveTo>
                  <a:cubicBezTo>
                    <a:pt x="47" y="0"/>
                    <a:pt x="0" y="35"/>
                    <a:pt x="0" y="78"/>
                  </a:cubicBezTo>
                  <a:cubicBezTo>
                    <a:pt x="0" y="103"/>
                    <a:pt x="15" y="125"/>
                    <a:pt x="39" y="139"/>
                  </a:cubicBezTo>
                  <a:cubicBezTo>
                    <a:pt x="45" y="142"/>
                    <a:pt x="45" y="167"/>
                    <a:pt x="14" y="181"/>
                  </a:cubicBezTo>
                  <a:cubicBezTo>
                    <a:pt x="14" y="181"/>
                    <a:pt x="58" y="188"/>
                    <a:pt x="86" y="153"/>
                  </a:cubicBezTo>
                  <a:cubicBezTo>
                    <a:pt x="93" y="154"/>
                    <a:pt x="100" y="156"/>
                    <a:pt x="107" y="156"/>
                  </a:cubicBezTo>
                  <a:cubicBezTo>
                    <a:pt x="167" y="156"/>
                    <a:pt x="204" y="122"/>
                    <a:pt x="204" y="78"/>
                  </a:cubicBezTo>
                  <a:cubicBezTo>
                    <a:pt x="204" y="35"/>
                    <a:pt x="167" y="0"/>
                    <a:pt x="107" y="0"/>
                  </a:cubicBezTo>
                  <a:close/>
                  <a:moveTo>
                    <a:pt x="56" y="93"/>
                  </a:moveTo>
                  <a:cubicBezTo>
                    <a:pt x="48" y="93"/>
                    <a:pt x="42" y="86"/>
                    <a:pt x="42" y="78"/>
                  </a:cubicBezTo>
                  <a:cubicBezTo>
                    <a:pt x="42" y="70"/>
                    <a:pt x="48" y="64"/>
                    <a:pt x="56" y="64"/>
                  </a:cubicBezTo>
                  <a:cubicBezTo>
                    <a:pt x="64" y="64"/>
                    <a:pt x="71" y="70"/>
                    <a:pt x="71" y="78"/>
                  </a:cubicBezTo>
                  <a:cubicBezTo>
                    <a:pt x="71" y="86"/>
                    <a:pt x="64" y="93"/>
                    <a:pt x="56" y="93"/>
                  </a:cubicBezTo>
                  <a:close/>
                  <a:moveTo>
                    <a:pt x="103" y="93"/>
                  </a:moveTo>
                  <a:cubicBezTo>
                    <a:pt x="95" y="93"/>
                    <a:pt x="89" y="86"/>
                    <a:pt x="89" y="78"/>
                  </a:cubicBezTo>
                  <a:cubicBezTo>
                    <a:pt x="89" y="70"/>
                    <a:pt x="95" y="64"/>
                    <a:pt x="103" y="64"/>
                  </a:cubicBezTo>
                  <a:cubicBezTo>
                    <a:pt x="111" y="64"/>
                    <a:pt x="117" y="70"/>
                    <a:pt x="117" y="78"/>
                  </a:cubicBezTo>
                  <a:cubicBezTo>
                    <a:pt x="117" y="86"/>
                    <a:pt x="111" y="93"/>
                    <a:pt x="103" y="93"/>
                  </a:cubicBezTo>
                  <a:close/>
                  <a:moveTo>
                    <a:pt x="150" y="93"/>
                  </a:moveTo>
                  <a:cubicBezTo>
                    <a:pt x="142" y="93"/>
                    <a:pt x="136" y="86"/>
                    <a:pt x="136" y="78"/>
                  </a:cubicBezTo>
                  <a:cubicBezTo>
                    <a:pt x="136" y="70"/>
                    <a:pt x="142" y="64"/>
                    <a:pt x="150" y="64"/>
                  </a:cubicBezTo>
                  <a:cubicBezTo>
                    <a:pt x="158" y="64"/>
                    <a:pt x="164" y="70"/>
                    <a:pt x="164" y="78"/>
                  </a:cubicBezTo>
                  <a:cubicBezTo>
                    <a:pt x="164" y="86"/>
                    <a:pt x="158" y="93"/>
                    <a:pt x="150" y="93"/>
                  </a:cubicBez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 name="Freeform 12">
              <a:extLst>
                <a:ext uri="{FF2B5EF4-FFF2-40B4-BE49-F238E27FC236}">
                  <a16:creationId xmlns:a16="http://schemas.microsoft.com/office/drawing/2014/main" id="{83BC94D8-1455-47E6-BBA7-6AFF9F080A71}"/>
                </a:ext>
              </a:extLst>
            </p:cNvPr>
            <p:cNvSpPr>
              <a:spLocks noEditPoints="1"/>
            </p:cNvSpPr>
            <p:nvPr/>
          </p:nvSpPr>
          <p:spPr bwMode="auto">
            <a:xfrm>
              <a:off x="4604689" y="3988472"/>
              <a:ext cx="604686" cy="653144"/>
            </a:xfrm>
            <a:custGeom>
              <a:avLst/>
              <a:gdLst>
                <a:gd name="T0" fmla="*/ 58 w 861"/>
                <a:gd name="T1" fmla="*/ 58 h 930"/>
                <a:gd name="T2" fmla="*/ 144 w 861"/>
                <a:gd name="T3" fmla="*/ 62 h 930"/>
                <a:gd name="T4" fmla="*/ 229 w 861"/>
                <a:gd name="T5" fmla="*/ 56 h 930"/>
                <a:gd name="T6" fmla="*/ 275 w 861"/>
                <a:gd name="T7" fmla="*/ 48 h 930"/>
                <a:gd name="T8" fmla="*/ 367 w 861"/>
                <a:gd name="T9" fmla="*/ 25 h 930"/>
                <a:gd name="T10" fmla="*/ 431 w 861"/>
                <a:gd name="T11" fmla="*/ 0 h 930"/>
                <a:gd name="T12" fmla="*/ 448 w 861"/>
                <a:gd name="T13" fmla="*/ 6 h 930"/>
                <a:gd name="T14" fmla="*/ 542 w 861"/>
                <a:gd name="T15" fmla="*/ 37 h 930"/>
                <a:gd name="T16" fmla="*/ 632 w 861"/>
                <a:gd name="T17" fmla="*/ 56 h 930"/>
                <a:gd name="T18" fmla="*/ 675 w 861"/>
                <a:gd name="T19" fmla="*/ 60 h 930"/>
                <a:gd name="T20" fmla="*/ 761 w 861"/>
                <a:gd name="T21" fmla="*/ 60 h 930"/>
                <a:gd name="T22" fmla="*/ 861 w 861"/>
                <a:gd name="T23" fmla="*/ 50 h 930"/>
                <a:gd name="T24" fmla="*/ 859 w 861"/>
                <a:gd name="T25" fmla="*/ 117 h 930"/>
                <a:gd name="T26" fmla="*/ 851 w 861"/>
                <a:gd name="T27" fmla="*/ 309 h 930"/>
                <a:gd name="T28" fmla="*/ 826 w 861"/>
                <a:gd name="T29" fmla="*/ 469 h 930"/>
                <a:gd name="T30" fmla="*/ 788 w 861"/>
                <a:gd name="T31" fmla="*/ 601 h 930"/>
                <a:gd name="T32" fmla="*/ 765 w 861"/>
                <a:gd name="T33" fmla="*/ 655 h 930"/>
                <a:gd name="T34" fmla="*/ 740 w 861"/>
                <a:gd name="T35" fmla="*/ 705 h 930"/>
                <a:gd name="T36" fmla="*/ 725 w 861"/>
                <a:gd name="T37" fmla="*/ 728 h 930"/>
                <a:gd name="T38" fmla="*/ 694 w 861"/>
                <a:gd name="T39" fmla="*/ 772 h 930"/>
                <a:gd name="T40" fmla="*/ 661 w 861"/>
                <a:gd name="T41" fmla="*/ 809 h 930"/>
                <a:gd name="T42" fmla="*/ 625 w 861"/>
                <a:gd name="T43" fmla="*/ 840 h 930"/>
                <a:gd name="T44" fmla="*/ 567 w 861"/>
                <a:gd name="T45" fmla="*/ 878 h 930"/>
                <a:gd name="T46" fmla="*/ 486 w 861"/>
                <a:gd name="T47" fmla="*/ 915 h 930"/>
                <a:gd name="T48" fmla="*/ 431 w 861"/>
                <a:gd name="T49" fmla="*/ 930 h 930"/>
                <a:gd name="T50" fmla="*/ 419 w 861"/>
                <a:gd name="T51" fmla="*/ 928 h 930"/>
                <a:gd name="T52" fmla="*/ 333 w 861"/>
                <a:gd name="T53" fmla="*/ 899 h 930"/>
                <a:gd name="T54" fmla="*/ 254 w 861"/>
                <a:gd name="T55" fmla="*/ 853 h 930"/>
                <a:gd name="T56" fmla="*/ 219 w 861"/>
                <a:gd name="T57" fmla="*/ 824 h 930"/>
                <a:gd name="T58" fmla="*/ 183 w 861"/>
                <a:gd name="T59" fmla="*/ 790 h 930"/>
                <a:gd name="T60" fmla="*/ 152 w 861"/>
                <a:gd name="T61" fmla="*/ 751 h 930"/>
                <a:gd name="T62" fmla="*/ 123 w 861"/>
                <a:gd name="T63" fmla="*/ 705 h 930"/>
                <a:gd name="T64" fmla="*/ 108 w 861"/>
                <a:gd name="T65" fmla="*/ 680 h 930"/>
                <a:gd name="T66" fmla="*/ 83 w 861"/>
                <a:gd name="T67" fmla="*/ 628 h 930"/>
                <a:gd name="T68" fmla="*/ 52 w 861"/>
                <a:gd name="T69" fmla="*/ 538 h 930"/>
                <a:gd name="T70" fmla="*/ 21 w 861"/>
                <a:gd name="T71" fmla="*/ 392 h 930"/>
                <a:gd name="T72" fmla="*/ 4 w 861"/>
                <a:gd name="T73" fmla="*/ 217 h 930"/>
                <a:gd name="T74" fmla="*/ 0 w 861"/>
                <a:gd name="T75" fmla="*/ 50 h 930"/>
                <a:gd name="T76" fmla="*/ 58 w 861"/>
                <a:gd name="T77" fmla="*/ 58 h 930"/>
                <a:gd name="T78" fmla="*/ 717 w 861"/>
                <a:gd name="T79" fmla="*/ 473 h 930"/>
                <a:gd name="T80" fmla="*/ 732 w 861"/>
                <a:gd name="T81" fmla="*/ 411 h 930"/>
                <a:gd name="T82" fmla="*/ 751 w 861"/>
                <a:gd name="T83" fmla="*/ 263 h 930"/>
                <a:gd name="T84" fmla="*/ 755 w 861"/>
                <a:gd name="T85" fmla="*/ 177 h 930"/>
                <a:gd name="T86" fmla="*/ 688 w 861"/>
                <a:gd name="T87" fmla="*/ 177 h 930"/>
                <a:gd name="T88" fmla="*/ 619 w 861"/>
                <a:gd name="T89" fmla="*/ 171 h 930"/>
                <a:gd name="T90" fmla="*/ 573 w 861"/>
                <a:gd name="T91" fmla="*/ 165 h 930"/>
                <a:gd name="T92" fmla="*/ 479 w 861"/>
                <a:gd name="T93" fmla="*/ 140 h 930"/>
                <a:gd name="T94" fmla="*/ 431 w 861"/>
                <a:gd name="T95" fmla="*/ 473 h 930"/>
                <a:gd name="T96" fmla="*/ 431 w 861"/>
                <a:gd name="T97" fmla="*/ 811 h 930"/>
                <a:gd name="T98" fmla="*/ 144 w 861"/>
                <a:gd name="T99" fmla="*/ 473 h 930"/>
                <a:gd name="T100" fmla="*/ 158 w 861"/>
                <a:gd name="T101" fmla="*/ 521 h 930"/>
                <a:gd name="T102" fmla="*/ 190 w 861"/>
                <a:gd name="T103" fmla="*/ 607 h 930"/>
                <a:gd name="T104" fmla="*/ 208 w 861"/>
                <a:gd name="T105" fmla="*/ 642 h 930"/>
                <a:gd name="T106" fmla="*/ 254 w 861"/>
                <a:gd name="T107" fmla="*/ 705 h 930"/>
                <a:gd name="T108" fmla="*/ 308 w 861"/>
                <a:gd name="T109" fmla="*/ 753 h 930"/>
                <a:gd name="T110" fmla="*/ 367 w 861"/>
                <a:gd name="T111" fmla="*/ 788 h 930"/>
                <a:gd name="T112" fmla="*/ 431 w 861"/>
                <a:gd name="T113" fmla="*/ 811 h 9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61" h="930">
                  <a:moveTo>
                    <a:pt x="58" y="58"/>
                  </a:moveTo>
                  <a:lnTo>
                    <a:pt x="58" y="58"/>
                  </a:lnTo>
                  <a:lnTo>
                    <a:pt x="100" y="60"/>
                  </a:lnTo>
                  <a:lnTo>
                    <a:pt x="144" y="62"/>
                  </a:lnTo>
                  <a:lnTo>
                    <a:pt x="185" y="60"/>
                  </a:lnTo>
                  <a:lnTo>
                    <a:pt x="229" y="56"/>
                  </a:lnTo>
                  <a:lnTo>
                    <a:pt x="229" y="56"/>
                  </a:lnTo>
                  <a:lnTo>
                    <a:pt x="275" y="48"/>
                  </a:lnTo>
                  <a:lnTo>
                    <a:pt x="321" y="37"/>
                  </a:lnTo>
                  <a:lnTo>
                    <a:pt x="367" y="25"/>
                  </a:lnTo>
                  <a:lnTo>
                    <a:pt x="413" y="6"/>
                  </a:lnTo>
                  <a:lnTo>
                    <a:pt x="431" y="0"/>
                  </a:lnTo>
                  <a:lnTo>
                    <a:pt x="448" y="6"/>
                  </a:lnTo>
                  <a:lnTo>
                    <a:pt x="448" y="6"/>
                  </a:lnTo>
                  <a:lnTo>
                    <a:pt x="494" y="25"/>
                  </a:lnTo>
                  <a:lnTo>
                    <a:pt x="542" y="37"/>
                  </a:lnTo>
                  <a:lnTo>
                    <a:pt x="586" y="48"/>
                  </a:lnTo>
                  <a:lnTo>
                    <a:pt x="632" y="56"/>
                  </a:lnTo>
                  <a:lnTo>
                    <a:pt x="632" y="56"/>
                  </a:lnTo>
                  <a:lnTo>
                    <a:pt x="675" y="60"/>
                  </a:lnTo>
                  <a:lnTo>
                    <a:pt x="719" y="62"/>
                  </a:lnTo>
                  <a:lnTo>
                    <a:pt x="761" y="60"/>
                  </a:lnTo>
                  <a:lnTo>
                    <a:pt x="803" y="58"/>
                  </a:lnTo>
                  <a:lnTo>
                    <a:pt x="861" y="50"/>
                  </a:lnTo>
                  <a:lnTo>
                    <a:pt x="859" y="117"/>
                  </a:lnTo>
                  <a:lnTo>
                    <a:pt x="859" y="117"/>
                  </a:lnTo>
                  <a:lnTo>
                    <a:pt x="857" y="217"/>
                  </a:lnTo>
                  <a:lnTo>
                    <a:pt x="851" y="309"/>
                  </a:lnTo>
                  <a:lnTo>
                    <a:pt x="840" y="392"/>
                  </a:lnTo>
                  <a:lnTo>
                    <a:pt x="826" y="469"/>
                  </a:lnTo>
                  <a:lnTo>
                    <a:pt x="809" y="538"/>
                  </a:lnTo>
                  <a:lnTo>
                    <a:pt x="788" y="601"/>
                  </a:lnTo>
                  <a:lnTo>
                    <a:pt x="778" y="628"/>
                  </a:lnTo>
                  <a:lnTo>
                    <a:pt x="765" y="655"/>
                  </a:lnTo>
                  <a:lnTo>
                    <a:pt x="753" y="680"/>
                  </a:lnTo>
                  <a:lnTo>
                    <a:pt x="740" y="705"/>
                  </a:lnTo>
                  <a:lnTo>
                    <a:pt x="740" y="705"/>
                  </a:lnTo>
                  <a:lnTo>
                    <a:pt x="725" y="728"/>
                  </a:lnTo>
                  <a:lnTo>
                    <a:pt x="709" y="751"/>
                  </a:lnTo>
                  <a:lnTo>
                    <a:pt x="694" y="772"/>
                  </a:lnTo>
                  <a:lnTo>
                    <a:pt x="678" y="790"/>
                  </a:lnTo>
                  <a:lnTo>
                    <a:pt x="661" y="809"/>
                  </a:lnTo>
                  <a:lnTo>
                    <a:pt x="642" y="824"/>
                  </a:lnTo>
                  <a:lnTo>
                    <a:pt x="625" y="840"/>
                  </a:lnTo>
                  <a:lnTo>
                    <a:pt x="607" y="853"/>
                  </a:lnTo>
                  <a:lnTo>
                    <a:pt x="567" y="878"/>
                  </a:lnTo>
                  <a:lnTo>
                    <a:pt x="527" y="899"/>
                  </a:lnTo>
                  <a:lnTo>
                    <a:pt x="486" y="915"/>
                  </a:lnTo>
                  <a:lnTo>
                    <a:pt x="442" y="928"/>
                  </a:lnTo>
                  <a:lnTo>
                    <a:pt x="431" y="930"/>
                  </a:lnTo>
                  <a:lnTo>
                    <a:pt x="419" y="928"/>
                  </a:lnTo>
                  <a:lnTo>
                    <a:pt x="419" y="928"/>
                  </a:lnTo>
                  <a:lnTo>
                    <a:pt x="375" y="915"/>
                  </a:lnTo>
                  <a:lnTo>
                    <a:pt x="333" y="899"/>
                  </a:lnTo>
                  <a:lnTo>
                    <a:pt x="294" y="878"/>
                  </a:lnTo>
                  <a:lnTo>
                    <a:pt x="254" y="853"/>
                  </a:lnTo>
                  <a:lnTo>
                    <a:pt x="235" y="840"/>
                  </a:lnTo>
                  <a:lnTo>
                    <a:pt x="219" y="824"/>
                  </a:lnTo>
                  <a:lnTo>
                    <a:pt x="200" y="809"/>
                  </a:lnTo>
                  <a:lnTo>
                    <a:pt x="183" y="790"/>
                  </a:lnTo>
                  <a:lnTo>
                    <a:pt x="167" y="772"/>
                  </a:lnTo>
                  <a:lnTo>
                    <a:pt x="152" y="751"/>
                  </a:lnTo>
                  <a:lnTo>
                    <a:pt x="137" y="728"/>
                  </a:lnTo>
                  <a:lnTo>
                    <a:pt x="123" y="705"/>
                  </a:lnTo>
                  <a:lnTo>
                    <a:pt x="123" y="705"/>
                  </a:lnTo>
                  <a:lnTo>
                    <a:pt x="108" y="680"/>
                  </a:lnTo>
                  <a:lnTo>
                    <a:pt x="96" y="655"/>
                  </a:lnTo>
                  <a:lnTo>
                    <a:pt x="83" y="628"/>
                  </a:lnTo>
                  <a:lnTo>
                    <a:pt x="73" y="601"/>
                  </a:lnTo>
                  <a:lnTo>
                    <a:pt x="52" y="538"/>
                  </a:lnTo>
                  <a:lnTo>
                    <a:pt x="35" y="469"/>
                  </a:lnTo>
                  <a:lnTo>
                    <a:pt x="21" y="392"/>
                  </a:lnTo>
                  <a:lnTo>
                    <a:pt x="10" y="309"/>
                  </a:lnTo>
                  <a:lnTo>
                    <a:pt x="4" y="217"/>
                  </a:lnTo>
                  <a:lnTo>
                    <a:pt x="2" y="117"/>
                  </a:lnTo>
                  <a:lnTo>
                    <a:pt x="0" y="50"/>
                  </a:lnTo>
                  <a:lnTo>
                    <a:pt x="58" y="58"/>
                  </a:lnTo>
                  <a:lnTo>
                    <a:pt x="58" y="58"/>
                  </a:lnTo>
                  <a:close/>
                  <a:moveTo>
                    <a:pt x="431" y="473"/>
                  </a:moveTo>
                  <a:lnTo>
                    <a:pt x="717" y="473"/>
                  </a:lnTo>
                  <a:lnTo>
                    <a:pt x="717" y="473"/>
                  </a:lnTo>
                  <a:lnTo>
                    <a:pt x="732" y="411"/>
                  </a:lnTo>
                  <a:lnTo>
                    <a:pt x="742" y="340"/>
                  </a:lnTo>
                  <a:lnTo>
                    <a:pt x="751" y="263"/>
                  </a:lnTo>
                  <a:lnTo>
                    <a:pt x="755" y="177"/>
                  </a:lnTo>
                  <a:lnTo>
                    <a:pt x="755" y="177"/>
                  </a:lnTo>
                  <a:lnTo>
                    <a:pt x="721" y="179"/>
                  </a:lnTo>
                  <a:lnTo>
                    <a:pt x="688" y="177"/>
                  </a:lnTo>
                  <a:lnTo>
                    <a:pt x="653" y="175"/>
                  </a:lnTo>
                  <a:lnTo>
                    <a:pt x="619" y="171"/>
                  </a:lnTo>
                  <a:lnTo>
                    <a:pt x="619" y="171"/>
                  </a:lnTo>
                  <a:lnTo>
                    <a:pt x="573" y="165"/>
                  </a:lnTo>
                  <a:lnTo>
                    <a:pt x="525" y="154"/>
                  </a:lnTo>
                  <a:lnTo>
                    <a:pt x="479" y="140"/>
                  </a:lnTo>
                  <a:lnTo>
                    <a:pt x="431" y="123"/>
                  </a:lnTo>
                  <a:lnTo>
                    <a:pt x="431" y="473"/>
                  </a:lnTo>
                  <a:lnTo>
                    <a:pt x="431" y="473"/>
                  </a:lnTo>
                  <a:close/>
                  <a:moveTo>
                    <a:pt x="431" y="811"/>
                  </a:moveTo>
                  <a:lnTo>
                    <a:pt x="431" y="473"/>
                  </a:lnTo>
                  <a:lnTo>
                    <a:pt x="144" y="473"/>
                  </a:lnTo>
                  <a:lnTo>
                    <a:pt x="144" y="473"/>
                  </a:lnTo>
                  <a:lnTo>
                    <a:pt x="158" y="521"/>
                  </a:lnTo>
                  <a:lnTo>
                    <a:pt x="173" y="567"/>
                  </a:lnTo>
                  <a:lnTo>
                    <a:pt x="190" y="607"/>
                  </a:lnTo>
                  <a:lnTo>
                    <a:pt x="208" y="642"/>
                  </a:lnTo>
                  <a:lnTo>
                    <a:pt x="208" y="642"/>
                  </a:lnTo>
                  <a:lnTo>
                    <a:pt x="231" y="676"/>
                  </a:lnTo>
                  <a:lnTo>
                    <a:pt x="254" y="705"/>
                  </a:lnTo>
                  <a:lnTo>
                    <a:pt x="281" y="732"/>
                  </a:lnTo>
                  <a:lnTo>
                    <a:pt x="308" y="753"/>
                  </a:lnTo>
                  <a:lnTo>
                    <a:pt x="338" y="772"/>
                  </a:lnTo>
                  <a:lnTo>
                    <a:pt x="367" y="788"/>
                  </a:lnTo>
                  <a:lnTo>
                    <a:pt x="398" y="801"/>
                  </a:lnTo>
                  <a:lnTo>
                    <a:pt x="431" y="811"/>
                  </a:lnTo>
                  <a:lnTo>
                    <a:pt x="431" y="811"/>
                  </a:ln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sz="1350">
                <a:solidFill>
                  <a:prstClr val="black"/>
                </a:solidFill>
                <a:latin typeface="Impact"/>
                <a:ea typeface="微软雅黑"/>
              </a:endParaRPr>
            </a:p>
          </p:txBody>
        </p:sp>
        <p:grpSp>
          <p:nvGrpSpPr>
            <p:cNvPr id="23" name="组合 22">
              <a:extLst>
                <a:ext uri="{FF2B5EF4-FFF2-40B4-BE49-F238E27FC236}">
                  <a16:creationId xmlns:a16="http://schemas.microsoft.com/office/drawing/2014/main" id="{3EACFD62-0E3A-4AE7-9F92-9D26F75EB07F}"/>
                </a:ext>
              </a:extLst>
            </p:cNvPr>
            <p:cNvGrpSpPr/>
            <p:nvPr/>
          </p:nvGrpSpPr>
          <p:grpSpPr>
            <a:xfrm>
              <a:off x="6897720" y="3985547"/>
              <a:ext cx="688907" cy="653346"/>
              <a:chOff x="9093320" y="2669335"/>
              <a:chExt cx="837005" cy="793800"/>
            </a:xfrm>
          </p:grpSpPr>
          <p:sp>
            <p:nvSpPr>
              <p:cNvPr id="27" name="Freeform 2537">
                <a:extLst>
                  <a:ext uri="{FF2B5EF4-FFF2-40B4-BE49-F238E27FC236}">
                    <a16:creationId xmlns:a16="http://schemas.microsoft.com/office/drawing/2014/main" id="{A21C72DD-1830-4766-8F01-9EEA394E1455}"/>
                  </a:ext>
                </a:extLst>
              </p:cNvPr>
              <p:cNvSpPr>
                <a:spLocks noEditPoints="1"/>
              </p:cNvSpPr>
              <p:nvPr/>
            </p:nvSpPr>
            <p:spPr bwMode="auto">
              <a:xfrm>
                <a:off x="9276923" y="2831336"/>
                <a:ext cx="653402" cy="631799"/>
              </a:xfrm>
              <a:custGeom>
                <a:avLst/>
                <a:gdLst>
                  <a:gd name="T0" fmla="*/ 93 w 111"/>
                  <a:gd name="T1" fmla="*/ 7 h 107"/>
                  <a:gd name="T2" fmla="*/ 62 w 111"/>
                  <a:gd name="T3" fmla="*/ 8 h 107"/>
                  <a:gd name="T4" fmla="*/ 10 w 111"/>
                  <a:gd name="T5" fmla="*/ 60 h 107"/>
                  <a:gd name="T6" fmla="*/ 15 w 111"/>
                  <a:gd name="T7" fmla="*/ 97 h 107"/>
                  <a:gd name="T8" fmla="*/ 50 w 111"/>
                  <a:gd name="T9" fmla="*/ 98 h 107"/>
                  <a:gd name="T10" fmla="*/ 74 w 111"/>
                  <a:gd name="T11" fmla="*/ 74 h 107"/>
                  <a:gd name="T12" fmla="*/ 74 w 111"/>
                  <a:gd name="T13" fmla="*/ 74 h 107"/>
                  <a:gd name="T14" fmla="*/ 93 w 111"/>
                  <a:gd name="T15" fmla="*/ 55 h 107"/>
                  <a:gd name="T16" fmla="*/ 102 w 111"/>
                  <a:gd name="T17" fmla="*/ 45 h 107"/>
                  <a:gd name="T18" fmla="*/ 93 w 111"/>
                  <a:gd name="T19" fmla="*/ 7 h 107"/>
                  <a:gd name="T20" fmla="*/ 94 w 111"/>
                  <a:gd name="T21" fmla="*/ 45 h 107"/>
                  <a:gd name="T22" fmla="*/ 73 w 111"/>
                  <a:gd name="T23" fmla="*/ 67 h 107"/>
                  <a:gd name="T24" fmla="*/ 42 w 111"/>
                  <a:gd name="T25" fmla="*/ 36 h 107"/>
                  <a:gd name="T26" fmla="*/ 66 w 111"/>
                  <a:gd name="T27" fmla="*/ 12 h 107"/>
                  <a:gd name="T28" fmla="*/ 75 w 111"/>
                  <a:gd name="T29" fmla="*/ 8 h 107"/>
                  <a:gd name="T30" fmla="*/ 99 w 111"/>
                  <a:gd name="T31" fmla="*/ 23 h 107"/>
                  <a:gd name="T32" fmla="*/ 94 w 111"/>
                  <a:gd name="T33" fmla="*/ 4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1" h="107">
                    <a:moveTo>
                      <a:pt x="93" y="7"/>
                    </a:moveTo>
                    <a:cubicBezTo>
                      <a:pt x="83" y="1"/>
                      <a:pt x="70" y="0"/>
                      <a:pt x="62" y="8"/>
                    </a:cubicBezTo>
                    <a:cubicBezTo>
                      <a:pt x="45" y="25"/>
                      <a:pt x="27" y="42"/>
                      <a:pt x="10" y="60"/>
                    </a:cubicBezTo>
                    <a:cubicBezTo>
                      <a:pt x="0" y="71"/>
                      <a:pt x="2" y="86"/>
                      <a:pt x="15" y="97"/>
                    </a:cubicBezTo>
                    <a:cubicBezTo>
                      <a:pt x="25" y="107"/>
                      <a:pt x="40" y="107"/>
                      <a:pt x="50" y="98"/>
                    </a:cubicBezTo>
                    <a:cubicBezTo>
                      <a:pt x="58" y="90"/>
                      <a:pt x="66" y="82"/>
                      <a:pt x="74" y="74"/>
                    </a:cubicBezTo>
                    <a:cubicBezTo>
                      <a:pt x="74" y="74"/>
                      <a:pt x="74" y="74"/>
                      <a:pt x="74" y="74"/>
                    </a:cubicBezTo>
                    <a:cubicBezTo>
                      <a:pt x="81" y="68"/>
                      <a:pt x="87" y="61"/>
                      <a:pt x="93" y="55"/>
                    </a:cubicBezTo>
                    <a:cubicBezTo>
                      <a:pt x="96" y="52"/>
                      <a:pt x="100" y="49"/>
                      <a:pt x="102" y="45"/>
                    </a:cubicBezTo>
                    <a:cubicBezTo>
                      <a:pt x="111" y="32"/>
                      <a:pt x="107" y="17"/>
                      <a:pt x="93" y="7"/>
                    </a:cubicBezTo>
                    <a:close/>
                    <a:moveTo>
                      <a:pt x="94" y="45"/>
                    </a:moveTo>
                    <a:cubicBezTo>
                      <a:pt x="87" y="52"/>
                      <a:pt x="80" y="59"/>
                      <a:pt x="73" y="67"/>
                    </a:cubicBezTo>
                    <a:cubicBezTo>
                      <a:pt x="63" y="56"/>
                      <a:pt x="53" y="46"/>
                      <a:pt x="42" y="36"/>
                    </a:cubicBezTo>
                    <a:cubicBezTo>
                      <a:pt x="51" y="28"/>
                      <a:pt x="58" y="20"/>
                      <a:pt x="66" y="12"/>
                    </a:cubicBezTo>
                    <a:cubicBezTo>
                      <a:pt x="69" y="10"/>
                      <a:pt x="72" y="9"/>
                      <a:pt x="75" y="8"/>
                    </a:cubicBezTo>
                    <a:cubicBezTo>
                      <a:pt x="84" y="7"/>
                      <a:pt x="94" y="13"/>
                      <a:pt x="99" y="23"/>
                    </a:cubicBezTo>
                    <a:cubicBezTo>
                      <a:pt x="103" y="31"/>
                      <a:pt x="101" y="39"/>
                      <a:pt x="94"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 name="Freeform 2538">
                <a:extLst>
                  <a:ext uri="{FF2B5EF4-FFF2-40B4-BE49-F238E27FC236}">
                    <a16:creationId xmlns:a16="http://schemas.microsoft.com/office/drawing/2014/main" id="{348F198F-9D79-4B50-BC50-5F92C9301014}"/>
                  </a:ext>
                </a:extLst>
              </p:cNvPr>
              <p:cNvSpPr>
                <a:spLocks/>
              </p:cNvSpPr>
              <p:nvPr/>
            </p:nvSpPr>
            <p:spPr bwMode="auto">
              <a:xfrm>
                <a:off x="9222920" y="2820533"/>
                <a:ext cx="183599" cy="291601"/>
              </a:xfrm>
              <a:custGeom>
                <a:avLst/>
                <a:gdLst>
                  <a:gd name="T0" fmla="*/ 19 w 31"/>
                  <a:gd name="T1" fmla="*/ 6 h 50"/>
                  <a:gd name="T2" fmla="*/ 0 w 31"/>
                  <a:gd name="T3" fmla="*/ 3 h 50"/>
                  <a:gd name="T4" fmla="*/ 15 w 31"/>
                  <a:gd name="T5" fmla="*/ 50 h 50"/>
                  <a:gd name="T6" fmla="*/ 30 w 31"/>
                  <a:gd name="T7" fmla="*/ 30 h 50"/>
                  <a:gd name="T8" fmla="*/ 19 w 31"/>
                  <a:gd name="T9" fmla="*/ 6 h 50"/>
                </a:gdLst>
                <a:ahLst/>
                <a:cxnLst>
                  <a:cxn ang="0">
                    <a:pos x="T0" y="T1"/>
                  </a:cxn>
                  <a:cxn ang="0">
                    <a:pos x="T2" y="T3"/>
                  </a:cxn>
                  <a:cxn ang="0">
                    <a:pos x="T4" y="T5"/>
                  </a:cxn>
                  <a:cxn ang="0">
                    <a:pos x="T6" y="T7"/>
                  </a:cxn>
                  <a:cxn ang="0">
                    <a:pos x="T8" y="T9"/>
                  </a:cxn>
                </a:cxnLst>
                <a:rect l="0" t="0" r="r" b="b"/>
                <a:pathLst>
                  <a:path w="31" h="50">
                    <a:moveTo>
                      <a:pt x="19" y="6"/>
                    </a:moveTo>
                    <a:cubicBezTo>
                      <a:pt x="13" y="2"/>
                      <a:pt x="7" y="0"/>
                      <a:pt x="0" y="3"/>
                    </a:cubicBezTo>
                    <a:cubicBezTo>
                      <a:pt x="5" y="19"/>
                      <a:pt x="10" y="34"/>
                      <a:pt x="15" y="50"/>
                    </a:cubicBezTo>
                    <a:cubicBezTo>
                      <a:pt x="23" y="46"/>
                      <a:pt x="29" y="40"/>
                      <a:pt x="30" y="30"/>
                    </a:cubicBezTo>
                    <a:cubicBezTo>
                      <a:pt x="31" y="20"/>
                      <a:pt x="28" y="12"/>
                      <a:pt x="19" y="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9" name="Freeform 2539">
                <a:extLst>
                  <a:ext uri="{FF2B5EF4-FFF2-40B4-BE49-F238E27FC236}">
                    <a16:creationId xmlns:a16="http://schemas.microsoft.com/office/drawing/2014/main" id="{D24BD0A4-1F85-4B65-A844-BE0F13DBD3EE}"/>
                  </a:ext>
                </a:extLst>
              </p:cNvPr>
              <p:cNvSpPr>
                <a:spLocks/>
              </p:cNvSpPr>
              <p:nvPr/>
            </p:nvSpPr>
            <p:spPr bwMode="auto">
              <a:xfrm>
                <a:off x="9093320" y="2842135"/>
                <a:ext cx="189001" cy="296998"/>
              </a:xfrm>
              <a:custGeom>
                <a:avLst/>
                <a:gdLst>
                  <a:gd name="T0" fmla="*/ 3 w 32"/>
                  <a:gd name="T1" fmla="*/ 17 h 50"/>
                  <a:gd name="T2" fmla="*/ 13 w 32"/>
                  <a:gd name="T3" fmla="*/ 44 h 50"/>
                  <a:gd name="T4" fmla="*/ 32 w 32"/>
                  <a:gd name="T5" fmla="*/ 47 h 50"/>
                  <a:gd name="T6" fmla="*/ 18 w 32"/>
                  <a:gd name="T7" fmla="*/ 0 h 50"/>
                  <a:gd name="T8" fmla="*/ 3 w 32"/>
                  <a:gd name="T9" fmla="*/ 17 h 50"/>
                </a:gdLst>
                <a:ahLst/>
                <a:cxnLst>
                  <a:cxn ang="0">
                    <a:pos x="T0" y="T1"/>
                  </a:cxn>
                  <a:cxn ang="0">
                    <a:pos x="T2" y="T3"/>
                  </a:cxn>
                  <a:cxn ang="0">
                    <a:pos x="T4" y="T5"/>
                  </a:cxn>
                  <a:cxn ang="0">
                    <a:pos x="T6" y="T7"/>
                  </a:cxn>
                  <a:cxn ang="0">
                    <a:pos x="T8" y="T9"/>
                  </a:cxn>
                </a:cxnLst>
                <a:rect l="0" t="0" r="r" b="b"/>
                <a:pathLst>
                  <a:path w="32" h="50">
                    <a:moveTo>
                      <a:pt x="3" y="17"/>
                    </a:moveTo>
                    <a:cubicBezTo>
                      <a:pt x="0" y="28"/>
                      <a:pt x="4" y="38"/>
                      <a:pt x="13" y="44"/>
                    </a:cubicBezTo>
                    <a:cubicBezTo>
                      <a:pt x="19" y="48"/>
                      <a:pt x="25" y="50"/>
                      <a:pt x="32" y="47"/>
                    </a:cubicBezTo>
                    <a:cubicBezTo>
                      <a:pt x="28" y="31"/>
                      <a:pt x="23" y="16"/>
                      <a:pt x="18" y="0"/>
                    </a:cubicBezTo>
                    <a:cubicBezTo>
                      <a:pt x="9" y="3"/>
                      <a:pt x="4" y="9"/>
                      <a:pt x="3" y="1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0" name="Freeform 2540">
                <a:extLst>
                  <a:ext uri="{FF2B5EF4-FFF2-40B4-BE49-F238E27FC236}">
                    <a16:creationId xmlns:a16="http://schemas.microsoft.com/office/drawing/2014/main" id="{44D7152F-83CB-4BE9-9BF2-7C442CE2DDC8}"/>
                  </a:ext>
                </a:extLst>
              </p:cNvPr>
              <p:cNvSpPr>
                <a:spLocks/>
              </p:cNvSpPr>
              <p:nvPr/>
            </p:nvSpPr>
            <p:spPr bwMode="auto">
              <a:xfrm>
                <a:off x="9465924" y="2669335"/>
                <a:ext cx="194402" cy="102601"/>
              </a:xfrm>
              <a:custGeom>
                <a:avLst/>
                <a:gdLst>
                  <a:gd name="T0" fmla="*/ 21 w 33"/>
                  <a:gd name="T1" fmla="*/ 1 h 18"/>
                  <a:gd name="T2" fmla="*/ 5 w 33"/>
                  <a:gd name="T3" fmla="*/ 6 h 18"/>
                  <a:gd name="T4" fmla="*/ 2 w 33"/>
                  <a:gd name="T5" fmla="*/ 18 h 18"/>
                  <a:gd name="T6" fmla="*/ 33 w 33"/>
                  <a:gd name="T7" fmla="*/ 12 h 18"/>
                  <a:gd name="T8" fmla="*/ 21 w 33"/>
                  <a:gd name="T9" fmla="*/ 1 h 18"/>
                </a:gdLst>
                <a:ahLst/>
                <a:cxnLst>
                  <a:cxn ang="0">
                    <a:pos x="T0" y="T1"/>
                  </a:cxn>
                  <a:cxn ang="0">
                    <a:pos x="T2" y="T3"/>
                  </a:cxn>
                  <a:cxn ang="0">
                    <a:pos x="T4" y="T5"/>
                  </a:cxn>
                  <a:cxn ang="0">
                    <a:pos x="T6" y="T7"/>
                  </a:cxn>
                  <a:cxn ang="0">
                    <a:pos x="T8" y="T9"/>
                  </a:cxn>
                </a:cxnLst>
                <a:rect l="0" t="0" r="r" b="b"/>
                <a:pathLst>
                  <a:path w="33" h="18">
                    <a:moveTo>
                      <a:pt x="21" y="1"/>
                    </a:moveTo>
                    <a:cubicBezTo>
                      <a:pt x="15" y="0"/>
                      <a:pt x="9" y="1"/>
                      <a:pt x="5" y="6"/>
                    </a:cubicBezTo>
                    <a:cubicBezTo>
                      <a:pt x="2" y="10"/>
                      <a:pt x="0" y="14"/>
                      <a:pt x="2" y="18"/>
                    </a:cubicBezTo>
                    <a:cubicBezTo>
                      <a:pt x="12" y="16"/>
                      <a:pt x="22" y="14"/>
                      <a:pt x="33" y="12"/>
                    </a:cubicBezTo>
                    <a:cubicBezTo>
                      <a:pt x="31" y="7"/>
                      <a:pt x="27" y="3"/>
                      <a:pt x="2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1" name="Freeform 2541">
                <a:extLst>
                  <a:ext uri="{FF2B5EF4-FFF2-40B4-BE49-F238E27FC236}">
                    <a16:creationId xmlns:a16="http://schemas.microsoft.com/office/drawing/2014/main" id="{74E322E8-777A-4168-A4E2-44696F2C701B}"/>
                  </a:ext>
                </a:extLst>
              </p:cNvPr>
              <p:cNvSpPr>
                <a:spLocks/>
              </p:cNvSpPr>
              <p:nvPr/>
            </p:nvSpPr>
            <p:spPr bwMode="auto">
              <a:xfrm>
                <a:off x="9476723" y="2761137"/>
                <a:ext cx="189001" cy="113399"/>
              </a:xfrm>
              <a:custGeom>
                <a:avLst/>
                <a:gdLst>
                  <a:gd name="T0" fmla="*/ 0 w 32"/>
                  <a:gd name="T1" fmla="*/ 5 h 19"/>
                  <a:gd name="T2" fmla="*/ 10 w 32"/>
                  <a:gd name="T3" fmla="*/ 16 h 19"/>
                  <a:gd name="T4" fmla="*/ 27 w 32"/>
                  <a:gd name="T5" fmla="*/ 11 h 19"/>
                  <a:gd name="T6" fmla="*/ 31 w 32"/>
                  <a:gd name="T7" fmla="*/ 0 h 19"/>
                  <a:gd name="T8" fmla="*/ 0 w 32"/>
                  <a:gd name="T9" fmla="*/ 5 h 19"/>
                </a:gdLst>
                <a:ahLst/>
                <a:cxnLst>
                  <a:cxn ang="0">
                    <a:pos x="T0" y="T1"/>
                  </a:cxn>
                  <a:cxn ang="0">
                    <a:pos x="T2" y="T3"/>
                  </a:cxn>
                  <a:cxn ang="0">
                    <a:pos x="T4" y="T5"/>
                  </a:cxn>
                  <a:cxn ang="0">
                    <a:pos x="T6" y="T7"/>
                  </a:cxn>
                  <a:cxn ang="0">
                    <a:pos x="T8" y="T9"/>
                  </a:cxn>
                </a:cxnLst>
                <a:rect l="0" t="0" r="r" b="b"/>
                <a:pathLst>
                  <a:path w="32" h="19">
                    <a:moveTo>
                      <a:pt x="0" y="5"/>
                    </a:moveTo>
                    <a:cubicBezTo>
                      <a:pt x="1" y="11"/>
                      <a:pt x="5" y="14"/>
                      <a:pt x="10" y="16"/>
                    </a:cubicBezTo>
                    <a:cubicBezTo>
                      <a:pt x="17" y="19"/>
                      <a:pt x="23" y="17"/>
                      <a:pt x="27" y="11"/>
                    </a:cubicBezTo>
                    <a:cubicBezTo>
                      <a:pt x="30" y="8"/>
                      <a:pt x="32" y="4"/>
                      <a:pt x="31" y="0"/>
                    </a:cubicBezTo>
                    <a:cubicBezTo>
                      <a:pt x="20" y="2"/>
                      <a:pt x="10" y="3"/>
                      <a:pt x="0" y="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24" name="组合 23">
              <a:extLst>
                <a:ext uri="{FF2B5EF4-FFF2-40B4-BE49-F238E27FC236}">
                  <a16:creationId xmlns:a16="http://schemas.microsoft.com/office/drawing/2014/main" id="{E4B05543-4562-4364-94B3-47865B2F2AB2}"/>
                </a:ext>
              </a:extLst>
            </p:cNvPr>
            <p:cNvGrpSpPr/>
            <p:nvPr/>
          </p:nvGrpSpPr>
          <p:grpSpPr>
            <a:xfrm>
              <a:off x="9336757" y="4043804"/>
              <a:ext cx="784475" cy="558805"/>
              <a:chOff x="5715913" y="2765244"/>
              <a:chExt cx="784475" cy="558805"/>
            </a:xfrm>
          </p:grpSpPr>
          <p:sp>
            <p:nvSpPr>
              <p:cNvPr id="25" name="Freeform 360">
                <a:extLst>
                  <a:ext uri="{FF2B5EF4-FFF2-40B4-BE49-F238E27FC236}">
                    <a16:creationId xmlns:a16="http://schemas.microsoft.com/office/drawing/2014/main" id="{034BB87C-60DD-445F-AE73-6CEB8B11C1E7}"/>
                  </a:ext>
                </a:extLst>
              </p:cNvPr>
              <p:cNvSpPr>
                <a:spLocks noEditPoints="1"/>
              </p:cNvSpPr>
              <p:nvPr/>
            </p:nvSpPr>
            <p:spPr bwMode="auto">
              <a:xfrm>
                <a:off x="5715913" y="2765244"/>
                <a:ext cx="784475" cy="558805"/>
              </a:xfrm>
              <a:custGeom>
                <a:avLst/>
                <a:gdLst>
                  <a:gd name="T0" fmla="*/ 119 w 134"/>
                  <a:gd name="T1" fmla="*/ 0 h 95"/>
                  <a:gd name="T2" fmla="*/ 15 w 134"/>
                  <a:gd name="T3" fmla="*/ 0 h 95"/>
                  <a:gd name="T4" fmla="*/ 0 w 134"/>
                  <a:gd name="T5" fmla="*/ 15 h 95"/>
                  <a:gd name="T6" fmla="*/ 0 w 134"/>
                  <a:gd name="T7" fmla="*/ 80 h 95"/>
                  <a:gd name="T8" fmla="*/ 15 w 134"/>
                  <a:gd name="T9" fmla="*/ 95 h 95"/>
                  <a:gd name="T10" fmla="*/ 119 w 134"/>
                  <a:gd name="T11" fmla="*/ 95 h 95"/>
                  <a:gd name="T12" fmla="*/ 134 w 134"/>
                  <a:gd name="T13" fmla="*/ 80 h 95"/>
                  <a:gd name="T14" fmla="*/ 134 w 134"/>
                  <a:gd name="T15" fmla="*/ 15 h 95"/>
                  <a:gd name="T16" fmla="*/ 119 w 134"/>
                  <a:gd name="T17" fmla="*/ 0 h 95"/>
                  <a:gd name="T18" fmla="*/ 67 w 134"/>
                  <a:gd name="T19" fmla="*/ 77 h 95"/>
                  <a:gd name="T20" fmla="*/ 37 w 134"/>
                  <a:gd name="T21" fmla="*/ 48 h 95"/>
                  <a:gd name="T22" fmla="*/ 67 w 134"/>
                  <a:gd name="T23" fmla="*/ 18 h 95"/>
                  <a:gd name="T24" fmla="*/ 97 w 134"/>
                  <a:gd name="T25" fmla="*/ 48 h 95"/>
                  <a:gd name="T26" fmla="*/ 67 w 134"/>
                  <a:gd name="T27" fmla="*/ 77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4" h="95">
                    <a:moveTo>
                      <a:pt x="119" y="0"/>
                    </a:moveTo>
                    <a:cubicBezTo>
                      <a:pt x="15" y="0"/>
                      <a:pt x="15" y="0"/>
                      <a:pt x="15" y="0"/>
                    </a:cubicBezTo>
                    <a:cubicBezTo>
                      <a:pt x="7" y="0"/>
                      <a:pt x="0" y="7"/>
                      <a:pt x="0" y="15"/>
                    </a:cubicBezTo>
                    <a:cubicBezTo>
                      <a:pt x="0" y="80"/>
                      <a:pt x="0" y="80"/>
                      <a:pt x="0" y="80"/>
                    </a:cubicBezTo>
                    <a:cubicBezTo>
                      <a:pt x="0" y="88"/>
                      <a:pt x="7" y="95"/>
                      <a:pt x="15" y="95"/>
                    </a:cubicBezTo>
                    <a:cubicBezTo>
                      <a:pt x="119" y="95"/>
                      <a:pt x="119" y="95"/>
                      <a:pt x="119" y="95"/>
                    </a:cubicBezTo>
                    <a:cubicBezTo>
                      <a:pt x="127" y="95"/>
                      <a:pt x="134" y="88"/>
                      <a:pt x="134" y="80"/>
                    </a:cubicBezTo>
                    <a:cubicBezTo>
                      <a:pt x="134" y="15"/>
                      <a:pt x="134" y="15"/>
                      <a:pt x="134" y="15"/>
                    </a:cubicBezTo>
                    <a:cubicBezTo>
                      <a:pt x="134" y="7"/>
                      <a:pt x="127" y="0"/>
                      <a:pt x="119" y="0"/>
                    </a:cubicBezTo>
                    <a:close/>
                    <a:moveTo>
                      <a:pt x="67" y="77"/>
                    </a:moveTo>
                    <a:cubicBezTo>
                      <a:pt x="51" y="77"/>
                      <a:pt x="37" y="64"/>
                      <a:pt x="37" y="48"/>
                    </a:cubicBezTo>
                    <a:cubicBezTo>
                      <a:pt x="37" y="31"/>
                      <a:pt x="51" y="18"/>
                      <a:pt x="67" y="18"/>
                    </a:cubicBezTo>
                    <a:cubicBezTo>
                      <a:pt x="84" y="18"/>
                      <a:pt x="97" y="31"/>
                      <a:pt x="97" y="48"/>
                    </a:cubicBezTo>
                    <a:cubicBezTo>
                      <a:pt x="97" y="64"/>
                      <a:pt x="84" y="77"/>
                      <a:pt x="67" y="7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6" name="Freeform 361">
                <a:extLst>
                  <a:ext uri="{FF2B5EF4-FFF2-40B4-BE49-F238E27FC236}">
                    <a16:creationId xmlns:a16="http://schemas.microsoft.com/office/drawing/2014/main" id="{E9906340-454F-4D6D-9454-CF5E9D7C0CF7}"/>
                  </a:ext>
                </a:extLst>
              </p:cNvPr>
              <p:cNvSpPr>
                <a:spLocks/>
              </p:cNvSpPr>
              <p:nvPr/>
            </p:nvSpPr>
            <p:spPr bwMode="auto">
              <a:xfrm>
                <a:off x="5984568" y="2921069"/>
                <a:ext cx="252535" cy="252535"/>
              </a:xfrm>
              <a:custGeom>
                <a:avLst/>
                <a:gdLst>
                  <a:gd name="T0" fmla="*/ 30 w 47"/>
                  <a:gd name="T1" fmla="*/ 0 h 47"/>
                  <a:gd name="T2" fmla="*/ 17 w 47"/>
                  <a:gd name="T3" fmla="*/ 0 h 47"/>
                  <a:gd name="T4" fmla="*/ 17 w 47"/>
                  <a:gd name="T5" fmla="*/ 17 h 47"/>
                  <a:gd name="T6" fmla="*/ 0 w 47"/>
                  <a:gd name="T7" fmla="*/ 17 h 47"/>
                  <a:gd name="T8" fmla="*/ 0 w 47"/>
                  <a:gd name="T9" fmla="*/ 30 h 47"/>
                  <a:gd name="T10" fmla="*/ 17 w 47"/>
                  <a:gd name="T11" fmla="*/ 30 h 47"/>
                  <a:gd name="T12" fmla="*/ 17 w 47"/>
                  <a:gd name="T13" fmla="*/ 47 h 47"/>
                  <a:gd name="T14" fmla="*/ 30 w 47"/>
                  <a:gd name="T15" fmla="*/ 47 h 47"/>
                  <a:gd name="T16" fmla="*/ 30 w 47"/>
                  <a:gd name="T17" fmla="*/ 30 h 47"/>
                  <a:gd name="T18" fmla="*/ 47 w 47"/>
                  <a:gd name="T19" fmla="*/ 30 h 47"/>
                  <a:gd name="T20" fmla="*/ 47 w 47"/>
                  <a:gd name="T21" fmla="*/ 17 h 47"/>
                  <a:gd name="T22" fmla="*/ 30 w 47"/>
                  <a:gd name="T23" fmla="*/ 17 h 47"/>
                  <a:gd name="T24" fmla="*/ 30 w 47"/>
                  <a:gd name="T25" fmla="*/ 0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7">
                    <a:moveTo>
                      <a:pt x="30" y="0"/>
                    </a:moveTo>
                    <a:lnTo>
                      <a:pt x="17" y="0"/>
                    </a:lnTo>
                    <a:lnTo>
                      <a:pt x="17" y="17"/>
                    </a:lnTo>
                    <a:lnTo>
                      <a:pt x="0" y="17"/>
                    </a:lnTo>
                    <a:lnTo>
                      <a:pt x="0" y="30"/>
                    </a:lnTo>
                    <a:lnTo>
                      <a:pt x="17" y="30"/>
                    </a:lnTo>
                    <a:lnTo>
                      <a:pt x="17" y="47"/>
                    </a:lnTo>
                    <a:lnTo>
                      <a:pt x="30" y="47"/>
                    </a:lnTo>
                    <a:lnTo>
                      <a:pt x="30" y="30"/>
                    </a:lnTo>
                    <a:lnTo>
                      <a:pt x="47" y="30"/>
                    </a:lnTo>
                    <a:lnTo>
                      <a:pt x="47" y="17"/>
                    </a:lnTo>
                    <a:lnTo>
                      <a:pt x="30" y="17"/>
                    </a:lnTo>
                    <a:lnTo>
                      <a:pt x="3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sp>
        <p:nvSpPr>
          <p:cNvPr id="56" name="矩形 55">
            <a:extLst>
              <a:ext uri="{FF2B5EF4-FFF2-40B4-BE49-F238E27FC236}">
                <a16:creationId xmlns:a16="http://schemas.microsoft.com/office/drawing/2014/main" id="{57D84058-4F0D-4333-837E-F6F31A3D7474}"/>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66" name="组合 65">
            <a:extLst>
              <a:ext uri="{FF2B5EF4-FFF2-40B4-BE49-F238E27FC236}">
                <a16:creationId xmlns:a16="http://schemas.microsoft.com/office/drawing/2014/main" id="{114B1403-7429-48E8-BBF7-B1B925529F0A}"/>
              </a:ext>
            </a:extLst>
          </p:cNvPr>
          <p:cNvGrpSpPr/>
          <p:nvPr/>
        </p:nvGrpSpPr>
        <p:grpSpPr>
          <a:xfrm>
            <a:off x="-491832" y="1587"/>
            <a:ext cx="273269" cy="2129816"/>
            <a:chOff x="11681691" y="1513398"/>
            <a:chExt cx="273269" cy="2129816"/>
          </a:xfrm>
        </p:grpSpPr>
        <p:sp>
          <p:nvSpPr>
            <p:cNvPr id="67" name="矩形 66">
              <a:extLst>
                <a:ext uri="{FF2B5EF4-FFF2-40B4-BE49-F238E27FC236}">
                  <a16:creationId xmlns:a16="http://schemas.microsoft.com/office/drawing/2014/main" id="{46912B09-827F-4F4D-A858-6914A5ECEAD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a:extLst>
                <a:ext uri="{FF2B5EF4-FFF2-40B4-BE49-F238E27FC236}">
                  <a16:creationId xmlns:a16="http://schemas.microsoft.com/office/drawing/2014/main" id="{8D2AEBB6-EC2A-42C7-A819-74C8026C474D}"/>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68">
              <a:extLst>
                <a:ext uri="{FF2B5EF4-FFF2-40B4-BE49-F238E27FC236}">
                  <a16:creationId xmlns:a16="http://schemas.microsoft.com/office/drawing/2014/main" id="{A287C3F6-DB06-4E65-A1BA-3C5D7F95323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矩形 69">
              <a:extLst>
                <a:ext uri="{FF2B5EF4-FFF2-40B4-BE49-F238E27FC236}">
                  <a16:creationId xmlns:a16="http://schemas.microsoft.com/office/drawing/2014/main" id="{E01A3981-011F-4869-9664-4AEB0450C95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矩形 70">
              <a:extLst>
                <a:ext uri="{FF2B5EF4-FFF2-40B4-BE49-F238E27FC236}">
                  <a16:creationId xmlns:a16="http://schemas.microsoft.com/office/drawing/2014/main" id="{A3058A8A-53EF-4B34-8389-67A0FD6A84A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矩形 71">
              <a:extLst>
                <a:ext uri="{FF2B5EF4-FFF2-40B4-BE49-F238E27FC236}">
                  <a16:creationId xmlns:a16="http://schemas.microsoft.com/office/drawing/2014/main" id="{D110872C-A14B-4E86-912F-64E962510EDF}"/>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矩形 72">
              <a:extLst>
                <a:ext uri="{FF2B5EF4-FFF2-40B4-BE49-F238E27FC236}">
                  <a16:creationId xmlns:a16="http://schemas.microsoft.com/office/drawing/2014/main" id="{FA969B97-6EC3-4E71-BB84-73611E520BE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3262984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B9D5E990-F4E9-47BF-B279-9704AC9D194E}"/>
              </a:ext>
            </a:extLst>
          </p:cNvPr>
          <p:cNvSpPr>
            <a:spLocks noGrp="1"/>
          </p:cNvSpPr>
          <p:nvPr>
            <p:ph type="title"/>
          </p:nvPr>
        </p:nvSpPr>
        <p:spPr/>
        <p:txBody>
          <a:bodyPr/>
          <a:lstStyle/>
          <a:p>
            <a:endParaRPr lang="zh-CN" altLang="en-US"/>
          </a:p>
        </p:txBody>
      </p:sp>
      <p:grpSp>
        <p:nvGrpSpPr>
          <p:cNvPr id="6" name="Group 18">
            <a:extLst>
              <a:ext uri="{FF2B5EF4-FFF2-40B4-BE49-F238E27FC236}">
                <a16:creationId xmlns:a16="http://schemas.microsoft.com/office/drawing/2014/main" id="{71D65FE7-5C8E-4C78-A8EE-631B60DE6DF6}"/>
              </a:ext>
            </a:extLst>
          </p:cNvPr>
          <p:cNvGrpSpPr/>
          <p:nvPr/>
        </p:nvGrpSpPr>
        <p:grpSpPr>
          <a:xfrm flipH="1">
            <a:off x="7271369" y="1572361"/>
            <a:ext cx="946975" cy="809610"/>
            <a:chOff x="2208214" y="4308475"/>
            <a:chExt cx="1313850" cy="1123184"/>
          </a:xfrm>
          <a:solidFill>
            <a:schemeClr val="accent2"/>
          </a:solidFill>
          <a:effectLst>
            <a:outerShdw blurRad="50800" dist="38100" dir="2700000" algn="tl" rotWithShape="0">
              <a:prstClr val="black">
                <a:alpha val="40000"/>
              </a:prstClr>
            </a:outerShdw>
          </a:effectLst>
        </p:grpSpPr>
        <p:sp>
          <p:nvSpPr>
            <p:cNvPr id="26" name="Oval 18">
              <a:extLst>
                <a:ext uri="{FF2B5EF4-FFF2-40B4-BE49-F238E27FC236}">
                  <a16:creationId xmlns:a16="http://schemas.microsoft.com/office/drawing/2014/main" id="{15E4EEFA-C78C-4413-906C-381453E0D629}"/>
                </a:ext>
              </a:extLst>
            </p:cNvPr>
            <p:cNvSpPr>
              <a:spLocks noChangeArrowheads="1"/>
            </p:cNvSpPr>
            <p:nvPr/>
          </p:nvSpPr>
          <p:spPr bwMode="auto">
            <a:xfrm>
              <a:off x="2208214" y="4308475"/>
              <a:ext cx="885825" cy="889000"/>
            </a:xfrm>
            <a:prstGeom prst="ellipse">
              <a:avLst/>
            </a:prstGeom>
            <a:grp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27" name="Freeform 31">
              <a:extLst>
                <a:ext uri="{FF2B5EF4-FFF2-40B4-BE49-F238E27FC236}">
                  <a16:creationId xmlns:a16="http://schemas.microsoft.com/office/drawing/2014/main" id="{13FBD443-8E38-40CE-A272-998EE0A5DE43}"/>
                </a:ext>
              </a:extLst>
            </p:cNvPr>
            <p:cNvSpPr/>
            <p:nvPr/>
          </p:nvSpPr>
          <p:spPr bwMode="auto">
            <a:xfrm rot="2700000">
              <a:off x="3093668" y="5003263"/>
              <a:ext cx="330801" cy="525991"/>
            </a:xfrm>
            <a:custGeom>
              <a:avLst/>
              <a:gdLst>
                <a:gd name="T0" fmla="*/ 0 w 161"/>
                <a:gd name="T1" fmla="*/ 0 h 256"/>
                <a:gd name="T2" fmla="*/ 0 w 161"/>
                <a:gd name="T3" fmla="*/ 256 h 256"/>
                <a:gd name="T4" fmla="*/ 161 w 161"/>
                <a:gd name="T5" fmla="*/ 128 h 256"/>
                <a:gd name="T6" fmla="*/ 0 w 161"/>
                <a:gd name="T7" fmla="*/ 0 h 256"/>
              </a:gdLst>
              <a:ahLst/>
              <a:cxnLst>
                <a:cxn ang="0">
                  <a:pos x="T0" y="T1"/>
                </a:cxn>
                <a:cxn ang="0">
                  <a:pos x="T2" y="T3"/>
                </a:cxn>
                <a:cxn ang="0">
                  <a:pos x="T4" y="T5"/>
                </a:cxn>
                <a:cxn ang="0">
                  <a:pos x="T6" y="T7"/>
                </a:cxn>
              </a:cxnLst>
              <a:rect l="0" t="0" r="r" b="b"/>
              <a:pathLst>
                <a:path w="161" h="256">
                  <a:moveTo>
                    <a:pt x="0" y="0"/>
                  </a:moveTo>
                  <a:lnTo>
                    <a:pt x="0" y="256"/>
                  </a:lnTo>
                  <a:lnTo>
                    <a:pt x="161" y="128"/>
                  </a:lnTo>
                  <a:lnTo>
                    <a:pt x="0" y="0"/>
                  </a:lnTo>
                  <a:close/>
                </a:path>
              </a:pathLst>
            </a:custGeom>
            <a:grp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grpSp>
      <p:grpSp>
        <p:nvGrpSpPr>
          <p:cNvPr id="7" name="Group 14">
            <a:extLst>
              <a:ext uri="{FF2B5EF4-FFF2-40B4-BE49-F238E27FC236}">
                <a16:creationId xmlns:a16="http://schemas.microsoft.com/office/drawing/2014/main" id="{06867857-2B78-49C5-8B16-5A444DF16D59}"/>
              </a:ext>
            </a:extLst>
          </p:cNvPr>
          <p:cNvGrpSpPr/>
          <p:nvPr/>
        </p:nvGrpSpPr>
        <p:grpSpPr>
          <a:xfrm>
            <a:off x="4033986" y="1572361"/>
            <a:ext cx="946977" cy="809610"/>
            <a:chOff x="2208213" y="4308475"/>
            <a:chExt cx="1313852" cy="1123184"/>
          </a:xfrm>
          <a:solidFill>
            <a:schemeClr val="accent1"/>
          </a:solidFill>
          <a:effectLst>
            <a:outerShdw blurRad="50800" dist="38100" dir="2700000" algn="tl" rotWithShape="0">
              <a:prstClr val="black">
                <a:alpha val="40000"/>
              </a:prstClr>
            </a:outerShdw>
          </a:effectLst>
        </p:grpSpPr>
        <p:sp>
          <p:nvSpPr>
            <p:cNvPr id="24" name="Oval 18">
              <a:extLst>
                <a:ext uri="{FF2B5EF4-FFF2-40B4-BE49-F238E27FC236}">
                  <a16:creationId xmlns:a16="http://schemas.microsoft.com/office/drawing/2014/main" id="{77E116DF-220F-44A8-8918-05806EF710C1}"/>
                </a:ext>
              </a:extLst>
            </p:cNvPr>
            <p:cNvSpPr>
              <a:spLocks noChangeArrowheads="1"/>
            </p:cNvSpPr>
            <p:nvPr/>
          </p:nvSpPr>
          <p:spPr bwMode="auto">
            <a:xfrm>
              <a:off x="2208213" y="4308475"/>
              <a:ext cx="885826" cy="889000"/>
            </a:xfrm>
            <a:prstGeom prst="ellipse">
              <a:avLst/>
            </a:prstGeom>
            <a:grp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25" name="Freeform 31">
              <a:extLst>
                <a:ext uri="{FF2B5EF4-FFF2-40B4-BE49-F238E27FC236}">
                  <a16:creationId xmlns:a16="http://schemas.microsoft.com/office/drawing/2014/main" id="{183DE496-2244-4F2E-8960-0E95A7849F38}"/>
                </a:ext>
              </a:extLst>
            </p:cNvPr>
            <p:cNvSpPr/>
            <p:nvPr/>
          </p:nvSpPr>
          <p:spPr bwMode="auto">
            <a:xfrm rot="2700000">
              <a:off x="3093668" y="5003263"/>
              <a:ext cx="330801" cy="525992"/>
            </a:xfrm>
            <a:custGeom>
              <a:avLst/>
              <a:gdLst>
                <a:gd name="T0" fmla="*/ 0 w 161"/>
                <a:gd name="T1" fmla="*/ 0 h 256"/>
                <a:gd name="T2" fmla="*/ 0 w 161"/>
                <a:gd name="T3" fmla="*/ 256 h 256"/>
                <a:gd name="T4" fmla="*/ 161 w 161"/>
                <a:gd name="T5" fmla="*/ 128 h 256"/>
                <a:gd name="T6" fmla="*/ 0 w 161"/>
                <a:gd name="T7" fmla="*/ 0 h 256"/>
              </a:gdLst>
              <a:ahLst/>
              <a:cxnLst>
                <a:cxn ang="0">
                  <a:pos x="T0" y="T1"/>
                </a:cxn>
                <a:cxn ang="0">
                  <a:pos x="T2" y="T3"/>
                </a:cxn>
                <a:cxn ang="0">
                  <a:pos x="T4" y="T5"/>
                </a:cxn>
                <a:cxn ang="0">
                  <a:pos x="T6" y="T7"/>
                </a:cxn>
              </a:cxnLst>
              <a:rect l="0" t="0" r="r" b="b"/>
              <a:pathLst>
                <a:path w="161" h="256">
                  <a:moveTo>
                    <a:pt x="0" y="0"/>
                  </a:moveTo>
                  <a:lnTo>
                    <a:pt x="0" y="256"/>
                  </a:lnTo>
                  <a:lnTo>
                    <a:pt x="161" y="128"/>
                  </a:lnTo>
                  <a:lnTo>
                    <a:pt x="0" y="0"/>
                  </a:lnTo>
                  <a:close/>
                </a:path>
              </a:pathLst>
            </a:custGeom>
            <a:grp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grpSp>
      <p:sp>
        <p:nvSpPr>
          <p:cNvPr id="8" name="Text Placeholder 7">
            <a:extLst>
              <a:ext uri="{FF2B5EF4-FFF2-40B4-BE49-F238E27FC236}">
                <a16:creationId xmlns:a16="http://schemas.microsoft.com/office/drawing/2014/main" id="{EE6078D8-4988-4140-AC0F-4ED4D67056AA}"/>
              </a:ext>
            </a:extLst>
          </p:cNvPr>
          <p:cNvSpPr txBox="1"/>
          <p:nvPr/>
        </p:nvSpPr>
        <p:spPr>
          <a:xfrm>
            <a:off x="4045733" y="1661063"/>
            <a:ext cx="621113" cy="482466"/>
          </a:xfrm>
          <a:prstGeom prst="rect">
            <a:avLst/>
          </a:prstGeom>
        </p:spPr>
        <p:txBody>
          <a:bodyPr vert="horz" lIns="0" tIns="89793" rIns="0" bIns="89793" anchor="ctr"/>
          <a:lstStyle>
            <a:lvl1pPr marL="0" indent="0" algn="ctr" defTabSz="914400" rtl="0" eaLnBrk="1" latinLnBrk="0" hangingPunct="1">
              <a:lnSpc>
                <a:spcPct val="100000"/>
              </a:lnSpc>
              <a:spcBef>
                <a:spcPts val="0"/>
              </a:spcBef>
              <a:buFont typeface="Arial" panose="020B0604020202020204" pitchFamily="34" charset="0"/>
              <a:buNone/>
              <a:defRPr sz="2965" b="1" kern="1200">
                <a:ln>
                  <a:noFill/>
                </a:ln>
                <a:solidFill>
                  <a:schemeClr val="bg1"/>
                </a:solidFill>
                <a:latin typeface="League Gothic Regular"/>
                <a:ea typeface="+mn-ea"/>
                <a:cs typeface="League Gothic Regular"/>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_tradnl" sz="2000" dirty="0">
                <a:latin typeface="+mj-ea"/>
                <a:ea typeface="+mj-ea"/>
                <a:cs typeface="Chogokuboso Gothic" panose="02000600000000000000" charset="-128"/>
                <a:sym typeface="思源黑体 CN Normal" panose="020B0400000000000000" pitchFamily="34" charset="-122"/>
              </a:rPr>
              <a:t>01</a:t>
            </a:r>
          </a:p>
        </p:txBody>
      </p:sp>
      <p:grpSp>
        <p:nvGrpSpPr>
          <p:cNvPr id="4" name="组合 3">
            <a:extLst>
              <a:ext uri="{FF2B5EF4-FFF2-40B4-BE49-F238E27FC236}">
                <a16:creationId xmlns:a16="http://schemas.microsoft.com/office/drawing/2014/main" id="{C4BCC4CA-8872-4C09-AB28-09F5ED0A2250}"/>
              </a:ext>
            </a:extLst>
          </p:cNvPr>
          <p:cNvGrpSpPr/>
          <p:nvPr/>
        </p:nvGrpSpPr>
        <p:grpSpPr>
          <a:xfrm>
            <a:off x="4032756" y="4470490"/>
            <a:ext cx="910358" cy="836369"/>
            <a:chOff x="4032756" y="4470490"/>
            <a:chExt cx="910358" cy="836369"/>
          </a:xfrm>
          <a:effectLst>
            <a:outerShdw blurRad="50800" dist="38100" dir="2700000" algn="tl" rotWithShape="0">
              <a:prstClr val="black">
                <a:alpha val="40000"/>
              </a:prstClr>
            </a:outerShdw>
          </a:effectLst>
        </p:grpSpPr>
        <p:sp>
          <p:nvSpPr>
            <p:cNvPr id="28" name="Oval 18">
              <a:extLst>
                <a:ext uri="{FF2B5EF4-FFF2-40B4-BE49-F238E27FC236}">
                  <a16:creationId xmlns:a16="http://schemas.microsoft.com/office/drawing/2014/main" id="{13F9DEA4-42A3-4EAA-89C4-31CD09FD1E79}"/>
                </a:ext>
              </a:extLst>
            </p:cNvPr>
            <p:cNvSpPr>
              <a:spLocks noChangeArrowheads="1"/>
            </p:cNvSpPr>
            <p:nvPr/>
          </p:nvSpPr>
          <p:spPr bwMode="auto">
            <a:xfrm rot="17100000">
              <a:off x="4033876" y="4667219"/>
              <a:ext cx="638520" cy="640759"/>
            </a:xfrm>
            <a:prstGeom prst="ellipse">
              <a:avLst/>
            </a:prstGeom>
            <a:solidFill>
              <a:schemeClr val="accent3"/>
            </a:solid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29" name="Freeform 31">
              <a:extLst>
                <a:ext uri="{FF2B5EF4-FFF2-40B4-BE49-F238E27FC236}">
                  <a16:creationId xmlns:a16="http://schemas.microsoft.com/office/drawing/2014/main" id="{7AEE5A16-C730-4B47-98B3-D4BED1765599}"/>
                </a:ext>
              </a:extLst>
            </p:cNvPr>
            <p:cNvSpPr/>
            <p:nvPr/>
          </p:nvSpPr>
          <p:spPr bwMode="auto">
            <a:xfrm rot="19569714">
              <a:off x="4704685" y="4470490"/>
              <a:ext cx="238429" cy="379145"/>
            </a:xfrm>
            <a:custGeom>
              <a:avLst/>
              <a:gdLst>
                <a:gd name="T0" fmla="*/ 0 w 161"/>
                <a:gd name="T1" fmla="*/ 0 h 256"/>
                <a:gd name="T2" fmla="*/ 0 w 161"/>
                <a:gd name="T3" fmla="*/ 256 h 256"/>
                <a:gd name="T4" fmla="*/ 161 w 161"/>
                <a:gd name="T5" fmla="*/ 128 h 256"/>
                <a:gd name="T6" fmla="*/ 0 w 161"/>
                <a:gd name="T7" fmla="*/ 0 h 256"/>
              </a:gdLst>
              <a:ahLst/>
              <a:cxnLst>
                <a:cxn ang="0">
                  <a:pos x="T0" y="T1"/>
                </a:cxn>
                <a:cxn ang="0">
                  <a:pos x="T2" y="T3"/>
                </a:cxn>
                <a:cxn ang="0">
                  <a:pos x="T4" y="T5"/>
                </a:cxn>
                <a:cxn ang="0">
                  <a:pos x="T6" y="T7"/>
                </a:cxn>
              </a:cxnLst>
              <a:rect l="0" t="0" r="r" b="b"/>
              <a:pathLst>
                <a:path w="161" h="256">
                  <a:moveTo>
                    <a:pt x="0" y="0"/>
                  </a:moveTo>
                  <a:lnTo>
                    <a:pt x="0" y="256"/>
                  </a:lnTo>
                  <a:lnTo>
                    <a:pt x="161" y="128"/>
                  </a:lnTo>
                  <a:lnTo>
                    <a:pt x="0" y="0"/>
                  </a:lnTo>
                  <a:close/>
                </a:path>
              </a:pathLst>
            </a:custGeom>
            <a:solidFill>
              <a:schemeClr val="accent3"/>
            </a:solidFill>
            <a:ln>
              <a:noFill/>
            </a:ln>
          </p:spPr>
          <p:txBody>
            <a:bodyPr vert="horz" wrap="square" lIns="79036" tIns="39518" rIns="79036" bIns="39518" numCol="1" anchor="t" anchorCtr="0" compatLnSpc="1"/>
            <a:lstStyle/>
            <a:p>
              <a:endParaRPr lang="id-ID" sz="1044" dirty="0">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10" name="Text Placeholder 7">
              <a:extLst>
                <a:ext uri="{FF2B5EF4-FFF2-40B4-BE49-F238E27FC236}">
                  <a16:creationId xmlns:a16="http://schemas.microsoft.com/office/drawing/2014/main" id="{CCAE658F-2526-42F1-9C25-BF52098ED98B}"/>
                </a:ext>
              </a:extLst>
            </p:cNvPr>
            <p:cNvSpPr txBox="1"/>
            <p:nvPr/>
          </p:nvSpPr>
          <p:spPr>
            <a:xfrm>
              <a:off x="4042579" y="4747229"/>
              <a:ext cx="621113" cy="482466"/>
            </a:xfrm>
            <a:prstGeom prst="rect">
              <a:avLst/>
            </a:prstGeom>
          </p:spPr>
          <p:txBody>
            <a:bodyPr vert="horz" lIns="0" tIns="89793" rIns="0" bIns="89793" anchor="ctr"/>
            <a:lstStyle>
              <a:lvl1pPr marL="0" indent="0" algn="ctr" defTabSz="914400" rtl="0" eaLnBrk="1" latinLnBrk="0" hangingPunct="1">
                <a:lnSpc>
                  <a:spcPct val="100000"/>
                </a:lnSpc>
                <a:spcBef>
                  <a:spcPts val="0"/>
                </a:spcBef>
                <a:buFont typeface="Arial" panose="020B0604020202020204" pitchFamily="34" charset="0"/>
                <a:buNone/>
                <a:defRPr sz="2965" b="1" kern="1200">
                  <a:solidFill>
                    <a:schemeClr val="bg1"/>
                  </a:solidFill>
                  <a:latin typeface="League Gothic Regular"/>
                  <a:ea typeface="+mn-ea"/>
                  <a:cs typeface="League Gothic Regular"/>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_tradnl" sz="2000" dirty="0">
                  <a:latin typeface="+mj-ea"/>
                  <a:ea typeface="+mj-ea"/>
                  <a:cs typeface="Chogokuboso Gothic" panose="02000600000000000000" charset="-128"/>
                  <a:sym typeface="思源黑体 CN Normal" panose="020B0400000000000000" pitchFamily="34" charset="-122"/>
                </a:rPr>
                <a:t>03</a:t>
              </a:r>
            </a:p>
          </p:txBody>
        </p:sp>
      </p:grpSp>
      <p:sp>
        <p:nvSpPr>
          <p:cNvPr id="12" name="Text Placeholder 7">
            <a:extLst>
              <a:ext uri="{FF2B5EF4-FFF2-40B4-BE49-F238E27FC236}">
                <a16:creationId xmlns:a16="http://schemas.microsoft.com/office/drawing/2014/main" id="{70F2BDF5-8448-4300-A896-FED4138C6FE5}"/>
              </a:ext>
            </a:extLst>
          </p:cNvPr>
          <p:cNvSpPr txBox="1"/>
          <p:nvPr/>
        </p:nvSpPr>
        <p:spPr>
          <a:xfrm>
            <a:off x="7576783" y="1661063"/>
            <a:ext cx="621113" cy="482466"/>
          </a:xfrm>
          <a:prstGeom prst="rect">
            <a:avLst/>
          </a:prstGeom>
        </p:spPr>
        <p:txBody>
          <a:bodyPr vert="horz" lIns="0" tIns="89793" rIns="0" bIns="89793" anchor="ctr"/>
          <a:lstStyle>
            <a:lvl1pPr marL="0" indent="0" algn="ctr" defTabSz="914400" rtl="0" eaLnBrk="1" latinLnBrk="0" hangingPunct="1">
              <a:lnSpc>
                <a:spcPct val="100000"/>
              </a:lnSpc>
              <a:spcBef>
                <a:spcPts val="0"/>
              </a:spcBef>
              <a:buFont typeface="Arial" panose="020B0604020202020204" pitchFamily="34" charset="0"/>
              <a:buNone/>
              <a:defRPr sz="2965" b="1" kern="1200">
                <a:solidFill>
                  <a:schemeClr val="bg1"/>
                </a:solidFill>
                <a:latin typeface="League Gothic Regular"/>
                <a:ea typeface="+mn-ea"/>
                <a:cs typeface="League Gothic Regular"/>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_tradnl" sz="2000" dirty="0">
                <a:latin typeface="+mj-ea"/>
                <a:ea typeface="+mj-ea"/>
                <a:cs typeface="Chogokuboso Gothic" panose="02000600000000000000" charset="-128"/>
                <a:sym typeface="思源黑体 CN Normal" panose="020B0400000000000000" pitchFamily="34" charset="-122"/>
              </a:rPr>
              <a:t>02</a:t>
            </a:r>
          </a:p>
        </p:txBody>
      </p:sp>
      <p:grpSp>
        <p:nvGrpSpPr>
          <p:cNvPr id="9" name="组合 8">
            <a:extLst>
              <a:ext uri="{FF2B5EF4-FFF2-40B4-BE49-F238E27FC236}">
                <a16:creationId xmlns:a16="http://schemas.microsoft.com/office/drawing/2014/main" id="{A1423F26-7AFE-4AC9-98F5-99B94A406A2F}"/>
              </a:ext>
            </a:extLst>
          </p:cNvPr>
          <p:cNvGrpSpPr/>
          <p:nvPr/>
        </p:nvGrpSpPr>
        <p:grpSpPr>
          <a:xfrm>
            <a:off x="7322328" y="4452214"/>
            <a:ext cx="884248" cy="845978"/>
            <a:chOff x="7322328" y="4452214"/>
            <a:chExt cx="884248" cy="845978"/>
          </a:xfrm>
          <a:effectLst>
            <a:outerShdw blurRad="50800" dist="38100" dir="2700000" algn="tl" rotWithShape="0">
              <a:prstClr val="black">
                <a:alpha val="40000"/>
              </a:prstClr>
            </a:outerShdw>
          </a:effectLst>
        </p:grpSpPr>
        <p:sp>
          <p:nvSpPr>
            <p:cNvPr id="30" name="Oval 18">
              <a:extLst>
                <a:ext uri="{FF2B5EF4-FFF2-40B4-BE49-F238E27FC236}">
                  <a16:creationId xmlns:a16="http://schemas.microsoft.com/office/drawing/2014/main" id="{FF5CC69F-6D68-4C5E-9380-32C450AB1E8C}"/>
                </a:ext>
              </a:extLst>
            </p:cNvPr>
            <p:cNvSpPr>
              <a:spLocks noChangeArrowheads="1"/>
            </p:cNvSpPr>
            <p:nvPr/>
          </p:nvSpPr>
          <p:spPr bwMode="auto">
            <a:xfrm rot="9900000">
              <a:off x="7568105" y="4657386"/>
              <a:ext cx="638471" cy="640806"/>
            </a:xfrm>
            <a:prstGeom prst="ellipse">
              <a:avLst/>
            </a:prstGeom>
            <a:solidFill>
              <a:schemeClr val="accent4"/>
            </a:solid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31" name="Freeform 31">
              <a:extLst>
                <a:ext uri="{FF2B5EF4-FFF2-40B4-BE49-F238E27FC236}">
                  <a16:creationId xmlns:a16="http://schemas.microsoft.com/office/drawing/2014/main" id="{01FC9DD5-35FA-42FC-A58A-0D3F26F98237}"/>
                </a:ext>
              </a:extLst>
            </p:cNvPr>
            <p:cNvSpPr/>
            <p:nvPr/>
          </p:nvSpPr>
          <p:spPr bwMode="auto">
            <a:xfrm rot="12955050">
              <a:off x="7322328" y="4452214"/>
              <a:ext cx="238447" cy="379116"/>
            </a:xfrm>
            <a:custGeom>
              <a:avLst/>
              <a:gdLst>
                <a:gd name="T0" fmla="*/ 0 w 161"/>
                <a:gd name="T1" fmla="*/ 0 h 256"/>
                <a:gd name="T2" fmla="*/ 0 w 161"/>
                <a:gd name="T3" fmla="*/ 256 h 256"/>
                <a:gd name="T4" fmla="*/ 161 w 161"/>
                <a:gd name="T5" fmla="*/ 128 h 256"/>
                <a:gd name="T6" fmla="*/ 0 w 161"/>
                <a:gd name="T7" fmla="*/ 0 h 256"/>
              </a:gdLst>
              <a:ahLst/>
              <a:cxnLst>
                <a:cxn ang="0">
                  <a:pos x="T0" y="T1"/>
                </a:cxn>
                <a:cxn ang="0">
                  <a:pos x="T2" y="T3"/>
                </a:cxn>
                <a:cxn ang="0">
                  <a:pos x="T4" y="T5"/>
                </a:cxn>
                <a:cxn ang="0">
                  <a:pos x="T6" y="T7"/>
                </a:cxn>
              </a:cxnLst>
              <a:rect l="0" t="0" r="r" b="b"/>
              <a:pathLst>
                <a:path w="161" h="256">
                  <a:moveTo>
                    <a:pt x="0" y="0"/>
                  </a:moveTo>
                  <a:lnTo>
                    <a:pt x="0" y="256"/>
                  </a:lnTo>
                  <a:lnTo>
                    <a:pt x="161" y="128"/>
                  </a:lnTo>
                  <a:lnTo>
                    <a:pt x="0" y="0"/>
                  </a:lnTo>
                  <a:close/>
                </a:path>
              </a:pathLst>
            </a:custGeom>
            <a:solidFill>
              <a:schemeClr val="accent4"/>
            </a:solidFill>
            <a:ln>
              <a:noFill/>
            </a:ln>
          </p:spPr>
          <p:txBody>
            <a:bodyPr vert="horz" wrap="square" lIns="79036" tIns="39518" rIns="79036" bIns="39518" numCol="1" anchor="t" anchorCtr="0" compatLnSpc="1"/>
            <a:lstStyle/>
            <a:p>
              <a:endParaRPr lang="id-ID" sz="1044">
                <a:ln>
                  <a:solidFill>
                    <a:schemeClr val="bg2"/>
                  </a:solidFill>
                </a:ln>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14" name="Text Placeholder 7">
              <a:extLst>
                <a:ext uri="{FF2B5EF4-FFF2-40B4-BE49-F238E27FC236}">
                  <a16:creationId xmlns:a16="http://schemas.microsoft.com/office/drawing/2014/main" id="{43FF1665-8886-446E-9649-EB1F3A792B5D}"/>
                </a:ext>
              </a:extLst>
            </p:cNvPr>
            <p:cNvSpPr txBox="1"/>
            <p:nvPr/>
          </p:nvSpPr>
          <p:spPr>
            <a:xfrm>
              <a:off x="7576783" y="4747229"/>
              <a:ext cx="621113" cy="482466"/>
            </a:xfrm>
            <a:prstGeom prst="rect">
              <a:avLst/>
            </a:prstGeom>
          </p:spPr>
          <p:txBody>
            <a:bodyPr vert="horz" lIns="0" tIns="89793" rIns="0" bIns="89793" anchor="ctr"/>
            <a:lstStyle>
              <a:lvl1pPr marL="0" indent="0" algn="ctr" defTabSz="914400" rtl="0" eaLnBrk="1" latinLnBrk="0" hangingPunct="1">
                <a:lnSpc>
                  <a:spcPct val="100000"/>
                </a:lnSpc>
                <a:spcBef>
                  <a:spcPts val="0"/>
                </a:spcBef>
                <a:buFont typeface="Arial" panose="020B0604020202020204" pitchFamily="34" charset="0"/>
                <a:buNone/>
                <a:defRPr sz="2965" b="1" kern="1200">
                  <a:solidFill>
                    <a:schemeClr val="bg1"/>
                  </a:solidFill>
                  <a:latin typeface="League Gothic Regular"/>
                  <a:ea typeface="+mn-ea"/>
                  <a:cs typeface="League Gothic Regular"/>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s-ES_tradnl" sz="2000" dirty="0">
                  <a:latin typeface="+mj-ea"/>
                  <a:ea typeface="+mj-ea"/>
                  <a:cs typeface="Chogokuboso Gothic" panose="02000600000000000000" charset="-128"/>
                  <a:sym typeface="思源黑体 CN Normal" panose="020B0400000000000000" pitchFamily="34" charset="-122"/>
                </a:rPr>
                <a:t>04</a:t>
              </a:r>
            </a:p>
          </p:txBody>
        </p:sp>
      </p:grpSp>
      <p:sp>
        <p:nvSpPr>
          <p:cNvPr id="16" name="Shape 1719">
            <a:extLst>
              <a:ext uri="{FF2B5EF4-FFF2-40B4-BE49-F238E27FC236}">
                <a16:creationId xmlns:a16="http://schemas.microsoft.com/office/drawing/2014/main" id="{01BC461E-2CE8-4D18-884A-E5D0C2029B41}"/>
              </a:ext>
            </a:extLst>
          </p:cNvPr>
          <p:cNvSpPr/>
          <p:nvPr/>
        </p:nvSpPr>
        <p:spPr>
          <a:xfrm>
            <a:off x="4491874" y="3178771"/>
            <a:ext cx="1551530" cy="1861631"/>
          </a:xfrm>
          <a:custGeom>
            <a:avLst/>
            <a:gdLst/>
            <a:ahLst/>
            <a:cxnLst>
              <a:cxn ang="0">
                <a:pos x="wd2" y="hd2"/>
              </a:cxn>
              <a:cxn ang="5400000">
                <a:pos x="wd2" y="hd2"/>
              </a:cxn>
              <a:cxn ang="10800000">
                <a:pos x="wd2" y="hd2"/>
              </a:cxn>
              <a:cxn ang="16200000">
                <a:pos x="wd2" y="hd2"/>
              </a:cxn>
            </a:cxnLst>
            <a:rect l="0" t="0" r="r" b="b"/>
            <a:pathLst>
              <a:path w="21600" h="21600" extrusionOk="0">
                <a:moveTo>
                  <a:pt x="21544" y="21600"/>
                </a:moveTo>
                <a:lnTo>
                  <a:pt x="17863" y="16372"/>
                </a:lnTo>
                <a:lnTo>
                  <a:pt x="21600" y="11064"/>
                </a:lnTo>
                <a:cubicBezTo>
                  <a:pt x="16705" y="10632"/>
                  <a:pt x="12832" y="7246"/>
                  <a:pt x="12619" y="3093"/>
                </a:cubicBezTo>
                <a:lnTo>
                  <a:pt x="6294" y="0"/>
                </a:lnTo>
                <a:lnTo>
                  <a:pt x="0" y="3080"/>
                </a:lnTo>
                <a:cubicBezTo>
                  <a:pt x="216" y="13022"/>
                  <a:pt x="9708" y="21118"/>
                  <a:pt x="21544" y="21600"/>
                </a:cubicBezTo>
                <a:close/>
              </a:path>
            </a:pathLst>
          </a:custGeom>
          <a:solidFill>
            <a:schemeClr val="accent3"/>
          </a:solidFill>
          <a:ln w="12700">
            <a:miter lim="400000"/>
          </a:ln>
        </p:spPr>
        <p:txBody>
          <a:bodyPr lIns="9767" tIns="9767" rIns="9767" bIns="9767" anchor="ctr"/>
          <a:lstStyle/>
          <a:p>
            <a:pPr defTabSz="123314">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798">
              <a:latin typeface="思源黑体 CN Normal" panose="020B0400000000000000" pitchFamily="34" charset="-122"/>
              <a:ea typeface="思源黑体 CN Normal" panose="020B0400000000000000" pitchFamily="34" charset="-122"/>
              <a:cs typeface="思源黑体 CN Heavy" panose="020B0A00000000000000" charset="-122"/>
              <a:sym typeface="思源黑体 CN Normal" panose="020B0400000000000000" pitchFamily="34" charset="-122"/>
            </a:endParaRPr>
          </a:p>
        </p:txBody>
      </p:sp>
      <p:sp>
        <p:nvSpPr>
          <p:cNvPr id="17" name="Shape 1720">
            <a:extLst>
              <a:ext uri="{FF2B5EF4-FFF2-40B4-BE49-F238E27FC236}">
                <a16:creationId xmlns:a16="http://schemas.microsoft.com/office/drawing/2014/main" id="{DF7B5BFB-13C8-4793-9889-1F8E83E7897D}"/>
              </a:ext>
            </a:extLst>
          </p:cNvPr>
          <p:cNvSpPr/>
          <p:nvPr/>
        </p:nvSpPr>
        <p:spPr>
          <a:xfrm>
            <a:off x="5856245" y="3490948"/>
            <a:ext cx="1861574" cy="1551730"/>
          </a:xfrm>
          <a:custGeom>
            <a:avLst/>
            <a:gdLst/>
            <a:ahLst/>
            <a:cxnLst>
              <a:cxn ang="0">
                <a:pos x="wd2" y="hd2"/>
              </a:cxn>
              <a:cxn ang="5400000">
                <a:pos x="wd2" y="hd2"/>
              </a:cxn>
              <a:cxn ang="10800000">
                <a:pos x="wd2" y="hd2"/>
              </a:cxn>
              <a:cxn ang="16200000">
                <a:pos x="wd2" y="hd2"/>
              </a:cxn>
            </a:cxnLst>
            <a:rect l="0" t="0" r="r" b="b"/>
            <a:pathLst>
              <a:path w="21600" h="21600" extrusionOk="0">
                <a:moveTo>
                  <a:pt x="0" y="15305"/>
                </a:moveTo>
                <a:lnTo>
                  <a:pt x="3079" y="21600"/>
                </a:lnTo>
                <a:cubicBezTo>
                  <a:pt x="13022" y="21383"/>
                  <a:pt x="21117" y="11891"/>
                  <a:pt x="21600" y="57"/>
                </a:cubicBezTo>
                <a:lnTo>
                  <a:pt x="16372" y="3738"/>
                </a:lnTo>
                <a:lnTo>
                  <a:pt x="11063" y="0"/>
                </a:lnTo>
                <a:cubicBezTo>
                  <a:pt x="10631" y="4895"/>
                  <a:pt x="7245" y="8768"/>
                  <a:pt x="3093" y="8981"/>
                </a:cubicBezTo>
                <a:cubicBezTo>
                  <a:pt x="3093" y="8981"/>
                  <a:pt x="0" y="15305"/>
                  <a:pt x="0" y="15305"/>
                </a:cubicBezTo>
                <a:close/>
              </a:path>
            </a:pathLst>
          </a:custGeom>
          <a:solidFill>
            <a:schemeClr val="accent4"/>
          </a:solidFill>
          <a:ln w="12700">
            <a:miter lim="400000"/>
          </a:ln>
        </p:spPr>
        <p:txBody>
          <a:bodyPr lIns="9767" tIns="9767" rIns="9767" bIns="9767" anchor="ctr"/>
          <a:lstStyle/>
          <a:p>
            <a:pPr defTabSz="123314">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798">
              <a:latin typeface="思源黑体 CN Normal" panose="020B0400000000000000" pitchFamily="34" charset="-122"/>
              <a:ea typeface="思源黑体 CN Normal" panose="020B0400000000000000" pitchFamily="34" charset="-122"/>
              <a:cs typeface="思源黑体 CN Heavy" panose="020B0A00000000000000" charset="-122"/>
              <a:sym typeface="思源黑体 CN Normal" panose="020B0400000000000000" pitchFamily="34" charset="-122"/>
            </a:endParaRPr>
          </a:p>
        </p:txBody>
      </p:sp>
      <p:sp>
        <p:nvSpPr>
          <p:cNvPr id="18" name="Shape 1721">
            <a:extLst>
              <a:ext uri="{FF2B5EF4-FFF2-40B4-BE49-F238E27FC236}">
                <a16:creationId xmlns:a16="http://schemas.microsoft.com/office/drawing/2014/main" id="{709C20FB-35B0-4DA4-A9BC-4464E2CFC480}"/>
              </a:ext>
            </a:extLst>
          </p:cNvPr>
          <p:cNvSpPr/>
          <p:nvPr/>
        </p:nvSpPr>
        <p:spPr>
          <a:xfrm>
            <a:off x="6156823" y="1831663"/>
            <a:ext cx="1551530" cy="1861631"/>
          </a:xfrm>
          <a:custGeom>
            <a:avLst/>
            <a:gdLst/>
            <a:ahLst/>
            <a:cxnLst>
              <a:cxn ang="0">
                <a:pos x="wd2" y="hd2"/>
              </a:cxn>
              <a:cxn ang="5400000">
                <a:pos x="wd2" y="hd2"/>
              </a:cxn>
              <a:cxn ang="10800000">
                <a:pos x="wd2" y="hd2"/>
              </a:cxn>
              <a:cxn ang="16200000">
                <a:pos x="wd2" y="hd2"/>
              </a:cxn>
            </a:cxnLst>
            <a:rect l="0" t="0" r="r" b="b"/>
            <a:pathLst>
              <a:path w="21600" h="21600" extrusionOk="0">
                <a:moveTo>
                  <a:pt x="21600" y="18521"/>
                </a:moveTo>
                <a:cubicBezTo>
                  <a:pt x="21384" y="8578"/>
                  <a:pt x="11891" y="483"/>
                  <a:pt x="56" y="0"/>
                </a:cubicBezTo>
                <a:lnTo>
                  <a:pt x="3737" y="5228"/>
                </a:lnTo>
                <a:lnTo>
                  <a:pt x="0" y="10536"/>
                </a:lnTo>
                <a:cubicBezTo>
                  <a:pt x="4895" y="10968"/>
                  <a:pt x="8767" y="14353"/>
                  <a:pt x="8981" y="18507"/>
                </a:cubicBezTo>
                <a:lnTo>
                  <a:pt x="15305" y="21600"/>
                </a:lnTo>
                <a:cubicBezTo>
                  <a:pt x="15305" y="21600"/>
                  <a:pt x="21600" y="18521"/>
                  <a:pt x="21600" y="18521"/>
                </a:cubicBezTo>
                <a:close/>
              </a:path>
            </a:pathLst>
          </a:custGeom>
          <a:solidFill>
            <a:schemeClr val="accent2"/>
          </a:solidFill>
          <a:ln w="12700">
            <a:miter lim="400000"/>
          </a:ln>
        </p:spPr>
        <p:txBody>
          <a:bodyPr lIns="9767" tIns="9767" rIns="9767" bIns="9767" anchor="ctr"/>
          <a:lstStyle/>
          <a:p>
            <a:pPr defTabSz="123314">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798">
              <a:latin typeface="思源黑体 CN Normal" panose="020B0400000000000000" pitchFamily="34" charset="-122"/>
              <a:ea typeface="思源黑体 CN Normal" panose="020B0400000000000000" pitchFamily="34" charset="-122"/>
              <a:cs typeface="思源黑体 CN Heavy" panose="020B0A00000000000000" charset="-122"/>
              <a:sym typeface="思源黑体 CN Normal" panose="020B0400000000000000" pitchFamily="34" charset="-122"/>
            </a:endParaRPr>
          </a:p>
        </p:txBody>
      </p:sp>
      <p:sp>
        <p:nvSpPr>
          <p:cNvPr id="19" name="Shape 1722">
            <a:extLst>
              <a:ext uri="{FF2B5EF4-FFF2-40B4-BE49-F238E27FC236}">
                <a16:creationId xmlns:a16="http://schemas.microsoft.com/office/drawing/2014/main" id="{1F7F4D7E-BB6D-47CB-A7FD-DDCB31AFAE03}"/>
              </a:ext>
            </a:extLst>
          </p:cNvPr>
          <p:cNvSpPr/>
          <p:nvPr/>
        </p:nvSpPr>
        <p:spPr>
          <a:xfrm>
            <a:off x="4491873" y="1831666"/>
            <a:ext cx="1861574" cy="1551647"/>
          </a:xfrm>
          <a:custGeom>
            <a:avLst/>
            <a:gdLst/>
            <a:ahLst/>
            <a:cxnLst>
              <a:cxn ang="0">
                <a:pos x="wd2" y="hd2"/>
              </a:cxn>
              <a:cxn ang="5400000">
                <a:pos x="wd2" y="hd2"/>
              </a:cxn>
              <a:cxn ang="10800000">
                <a:pos x="wd2" y="hd2"/>
              </a:cxn>
              <a:cxn ang="16200000">
                <a:pos x="wd2" y="hd2"/>
              </a:cxn>
            </a:cxnLst>
            <a:rect l="0" t="0" r="r" b="b"/>
            <a:pathLst>
              <a:path w="21600" h="21600" extrusionOk="0">
                <a:moveTo>
                  <a:pt x="21600" y="6294"/>
                </a:moveTo>
                <a:lnTo>
                  <a:pt x="18521" y="0"/>
                </a:lnTo>
                <a:cubicBezTo>
                  <a:pt x="8577" y="216"/>
                  <a:pt x="483" y="9708"/>
                  <a:pt x="0" y="21544"/>
                </a:cubicBezTo>
                <a:lnTo>
                  <a:pt x="5227" y="17863"/>
                </a:lnTo>
                <a:lnTo>
                  <a:pt x="10537" y="21600"/>
                </a:lnTo>
                <a:cubicBezTo>
                  <a:pt x="10969" y="16705"/>
                  <a:pt x="14354" y="12832"/>
                  <a:pt x="18507" y="12619"/>
                </a:cubicBezTo>
                <a:cubicBezTo>
                  <a:pt x="18507" y="12619"/>
                  <a:pt x="21600" y="6294"/>
                  <a:pt x="21600" y="6294"/>
                </a:cubicBezTo>
                <a:close/>
              </a:path>
            </a:pathLst>
          </a:custGeom>
          <a:solidFill>
            <a:schemeClr val="accent1"/>
          </a:solidFill>
          <a:ln w="12700">
            <a:miter lim="400000"/>
          </a:ln>
        </p:spPr>
        <p:txBody>
          <a:bodyPr lIns="9767" tIns="9767" rIns="9767" bIns="9767" anchor="ctr"/>
          <a:lstStyle/>
          <a:p>
            <a:pPr defTabSz="123314">
              <a:defRPr sz="3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798">
              <a:latin typeface="思源黑体 CN Normal" panose="020B0400000000000000" pitchFamily="34" charset="-122"/>
              <a:ea typeface="思源黑体 CN Normal" panose="020B0400000000000000" pitchFamily="34" charset="-122"/>
              <a:cs typeface="思源黑体 CN Heavy" panose="020B0A00000000000000" charset="-122"/>
              <a:sym typeface="思源黑体 CN Normal" panose="020B0400000000000000" pitchFamily="34" charset="-122"/>
            </a:endParaRPr>
          </a:p>
        </p:txBody>
      </p:sp>
      <p:sp>
        <p:nvSpPr>
          <p:cNvPr id="20" name="Text Placeholder 7">
            <a:extLst>
              <a:ext uri="{FF2B5EF4-FFF2-40B4-BE49-F238E27FC236}">
                <a16:creationId xmlns:a16="http://schemas.microsoft.com/office/drawing/2014/main" id="{3D170E32-1C37-4D86-9F35-A9349615146B}"/>
              </a:ext>
            </a:extLst>
          </p:cNvPr>
          <p:cNvSpPr txBox="1"/>
          <p:nvPr/>
        </p:nvSpPr>
        <p:spPr>
          <a:xfrm>
            <a:off x="5079321" y="2234056"/>
            <a:ext cx="501403" cy="674548"/>
          </a:xfrm>
          <a:prstGeom prst="rect">
            <a:avLst/>
          </a:prstGeom>
        </p:spPr>
        <p:txBody>
          <a:bodyPr vert="horz" wrap="square" lIns="0" tIns="0" rIns="0" bIns="0" anchor="ctr"/>
          <a:lstStyle>
            <a:lvl1pPr marL="0" indent="0" algn="ctr" defTabSz="914400" rtl="0" eaLnBrk="1" latinLnBrk="0" hangingPunct="1">
              <a:lnSpc>
                <a:spcPct val="100000"/>
              </a:lnSpc>
              <a:spcBef>
                <a:spcPts val="0"/>
              </a:spcBef>
              <a:buFont typeface="Arial" panose="020B0604020202020204" pitchFamily="34" charset="0"/>
              <a:buNone/>
              <a:defRPr sz="2670" b="0" i="0" kern="1200">
                <a:solidFill>
                  <a:schemeClr val="bg1"/>
                </a:solidFill>
                <a:latin typeface="FontAwesome"/>
                <a:ea typeface="+mn-ea"/>
                <a:cs typeface="FontAwesome"/>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800" b="1" dirty="0">
                <a:latin typeface="+mj-ea"/>
                <a:ea typeface="+mj-ea"/>
                <a:cs typeface="字魂36号-正文宋楷" panose="02000000000000000000" charset="-122"/>
                <a:sym typeface="思源黑体 CN Normal" panose="020B0400000000000000" pitchFamily="34" charset="-122"/>
              </a:rPr>
              <a:t>文字内容</a:t>
            </a:r>
            <a:endParaRPr lang="es-ES_tradnl" sz="1800" b="1" dirty="0">
              <a:latin typeface="+mj-ea"/>
              <a:ea typeface="+mj-ea"/>
              <a:cs typeface="字魂36号-正文宋楷" panose="02000000000000000000" charset="-122"/>
              <a:sym typeface="思源黑体 CN Normal" panose="020B0400000000000000" pitchFamily="34" charset="-122"/>
            </a:endParaRPr>
          </a:p>
        </p:txBody>
      </p:sp>
      <p:sp>
        <p:nvSpPr>
          <p:cNvPr id="21" name="Text Placeholder 7">
            <a:extLst>
              <a:ext uri="{FF2B5EF4-FFF2-40B4-BE49-F238E27FC236}">
                <a16:creationId xmlns:a16="http://schemas.microsoft.com/office/drawing/2014/main" id="{C2B5B5F5-5A60-45F9-A0F1-3319E5550C98}"/>
              </a:ext>
            </a:extLst>
          </p:cNvPr>
          <p:cNvSpPr txBox="1"/>
          <p:nvPr/>
        </p:nvSpPr>
        <p:spPr>
          <a:xfrm>
            <a:off x="4909469" y="3720275"/>
            <a:ext cx="501403" cy="674548"/>
          </a:xfrm>
          <a:prstGeom prst="rect">
            <a:avLst/>
          </a:prstGeom>
        </p:spPr>
        <p:txBody>
          <a:bodyPr vert="horz" wrap="square" lIns="0" tIns="0" rIns="0" bIns="0" anchor="ctr"/>
          <a:lstStyle>
            <a:lvl1pPr marL="0" indent="0" algn="ctr" defTabSz="914400" rtl="0" eaLnBrk="1" latinLnBrk="0" hangingPunct="1">
              <a:lnSpc>
                <a:spcPct val="100000"/>
              </a:lnSpc>
              <a:spcBef>
                <a:spcPts val="0"/>
              </a:spcBef>
              <a:buFont typeface="Arial" panose="020B0604020202020204" pitchFamily="34" charset="0"/>
              <a:buNone/>
              <a:defRPr sz="2670" b="0" i="0" kern="1200">
                <a:solidFill>
                  <a:schemeClr val="bg1"/>
                </a:solidFill>
                <a:latin typeface="FontAwesome"/>
                <a:ea typeface="+mn-ea"/>
                <a:cs typeface="FontAwesome"/>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800" b="1" dirty="0">
                <a:latin typeface="+mj-ea"/>
                <a:ea typeface="+mj-ea"/>
                <a:cs typeface="字魂36号-正文宋楷" panose="02000000000000000000" charset="-122"/>
                <a:sym typeface="思源黑体 CN Normal" panose="020B0400000000000000" pitchFamily="34" charset="-122"/>
              </a:rPr>
              <a:t>文字内容</a:t>
            </a:r>
            <a:endParaRPr lang="es-ES_tradnl" sz="1800" b="1" dirty="0">
              <a:latin typeface="+mj-ea"/>
              <a:ea typeface="+mj-ea"/>
              <a:cs typeface="字魂36号-正文宋楷" panose="02000000000000000000" charset="-122"/>
              <a:sym typeface="思源黑体 CN Normal" panose="020B0400000000000000" pitchFamily="34" charset="-122"/>
            </a:endParaRPr>
          </a:p>
        </p:txBody>
      </p:sp>
      <p:sp>
        <p:nvSpPr>
          <p:cNvPr id="22" name="Text Placeholder 7">
            <a:extLst>
              <a:ext uri="{FF2B5EF4-FFF2-40B4-BE49-F238E27FC236}">
                <a16:creationId xmlns:a16="http://schemas.microsoft.com/office/drawing/2014/main" id="{241E34A9-73DA-45D9-9B3F-D0495A42CABA}"/>
              </a:ext>
            </a:extLst>
          </p:cNvPr>
          <p:cNvSpPr txBox="1"/>
          <p:nvPr/>
        </p:nvSpPr>
        <p:spPr>
          <a:xfrm>
            <a:off x="6792734" y="2459544"/>
            <a:ext cx="506437" cy="676430"/>
          </a:xfrm>
          <a:prstGeom prst="rect">
            <a:avLst/>
          </a:prstGeom>
        </p:spPr>
        <p:txBody>
          <a:bodyPr vert="horz" wrap="square" lIns="0" tIns="0" rIns="0" bIns="0" anchor="ctr"/>
          <a:lstStyle>
            <a:lvl1pPr marL="0" indent="0" algn="ctr" defTabSz="914400" rtl="0" eaLnBrk="1" latinLnBrk="0" hangingPunct="1">
              <a:lnSpc>
                <a:spcPct val="100000"/>
              </a:lnSpc>
              <a:spcBef>
                <a:spcPts val="0"/>
              </a:spcBef>
              <a:buFont typeface="Arial" panose="020B0604020202020204" pitchFamily="34" charset="0"/>
              <a:buNone/>
              <a:defRPr sz="2670" b="0" i="0" kern="1200">
                <a:solidFill>
                  <a:schemeClr val="bg1"/>
                </a:solidFill>
                <a:latin typeface="FontAwesome"/>
                <a:ea typeface="+mn-ea"/>
                <a:cs typeface="FontAwesome"/>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800" b="1" dirty="0">
                <a:latin typeface="+mj-ea"/>
                <a:ea typeface="+mj-ea"/>
                <a:cs typeface="字魂36号-正文宋楷" panose="02000000000000000000" charset="-122"/>
                <a:sym typeface="思源黑体 CN Normal" panose="020B0400000000000000" pitchFamily="34" charset="-122"/>
              </a:rPr>
              <a:t>文字内容</a:t>
            </a:r>
            <a:endParaRPr lang="es-ES_tradnl" sz="1800" b="1" dirty="0">
              <a:latin typeface="+mj-ea"/>
              <a:ea typeface="+mj-ea"/>
              <a:cs typeface="字魂36号-正文宋楷" panose="02000000000000000000" charset="-122"/>
              <a:sym typeface="思源黑体 CN Normal" panose="020B0400000000000000" pitchFamily="34" charset="-122"/>
            </a:endParaRPr>
          </a:p>
        </p:txBody>
      </p:sp>
      <p:sp>
        <p:nvSpPr>
          <p:cNvPr id="23" name="Text Placeholder 7">
            <a:extLst>
              <a:ext uri="{FF2B5EF4-FFF2-40B4-BE49-F238E27FC236}">
                <a16:creationId xmlns:a16="http://schemas.microsoft.com/office/drawing/2014/main" id="{CE5F88EF-7BE4-4040-854E-958EECBE26E3}"/>
              </a:ext>
            </a:extLst>
          </p:cNvPr>
          <p:cNvSpPr txBox="1"/>
          <p:nvPr/>
        </p:nvSpPr>
        <p:spPr>
          <a:xfrm>
            <a:off x="6560397" y="3951572"/>
            <a:ext cx="506437" cy="676430"/>
          </a:xfrm>
          <a:prstGeom prst="rect">
            <a:avLst/>
          </a:prstGeom>
        </p:spPr>
        <p:txBody>
          <a:bodyPr vert="horz" wrap="square" lIns="0" tIns="0" rIns="0" bIns="0" anchor="ctr"/>
          <a:lstStyle>
            <a:lvl1pPr marL="0" indent="0" algn="ctr" defTabSz="914400" rtl="0" eaLnBrk="1" latinLnBrk="0" hangingPunct="1">
              <a:lnSpc>
                <a:spcPct val="100000"/>
              </a:lnSpc>
              <a:spcBef>
                <a:spcPts val="0"/>
              </a:spcBef>
              <a:buFont typeface="Arial" panose="020B0604020202020204" pitchFamily="34" charset="0"/>
              <a:buNone/>
              <a:defRPr sz="2670" b="0" i="0" kern="1200">
                <a:solidFill>
                  <a:schemeClr val="bg1"/>
                </a:solidFill>
                <a:latin typeface="FontAwesome"/>
                <a:ea typeface="+mn-ea"/>
                <a:cs typeface="FontAwesome"/>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835"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1800" b="1" dirty="0">
                <a:latin typeface="+mj-ea"/>
                <a:ea typeface="+mj-ea"/>
                <a:cs typeface="字魂36号-正文宋楷" panose="02000000000000000000" charset="-122"/>
                <a:sym typeface="思源黑体 CN Normal" panose="020B0400000000000000" pitchFamily="34" charset="-122"/>
              </a:rPr>
              <a:t>文字内容</a:t>
            </a:r>
            <a:endParaRPr lang="es-ES_tradnl" sz="1800" b="1" dirty="0">
              <a:latin typeface="+mj-ea"/>
              <a:ea typeface="+mj-ea"/>
              <a:cs typeface="字魂36号-正文宋楷" panose="02000000000000000000" charset="-122"/>
              <a:sym typeface="思源黑体 CN Normal" panose="020B0400000000000000" pitchFamily="34" charset="-122"/>
            </a:endParaRPr>
          </a:p>
        </p:txBody>
      </p:sp>
      <p:sp>
        <p:nvSpPr>
          <p:cNvPr id="32" name="Inhaltsplatzhalter 4">
            <a:extLst>
              <a:ext uri="{FF2B5EF4-FFF2-40B4-BE49-F238E27FC236}">
                <a16:creationId xmlns:a16="http://schemas.microsoft.com/office/drawing/2014/main" id="{2CC19F76-5D60-4ED9-A540-790CD92F6825}"/>
              </a:ext>
            </a:extLst>
          </p:cNvPr>
          <p:cNvSpPr txBox="1"/>
          <p:nvPr/>
        </p:nvSpPr>
        <p:spPr>
          <a:xfrm>
            <a:off x="1961687" y="1425220"/>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3" name="Inhaltsplatzhalter 4">
            <a:extLst>
              <a:ext uri="{FF2B5EF4-FFF2-40B4-BE49-F238E27FC236}">
                <a16:creationId xmlns:a16="http://schemas.microsoft.com/office/drawing/2014/main" id="{47AB0105-2AB2-48CF-AB5C-907E4100D61F}"/>
              </a:ext>
            </a:extLst>
          </p:cNvPr>
          <p:cNvSpPr txBox="1"/>
          <p:nvPr/>
        </p:nvSpPr>
        <p:spPr>
          <a:xfrm>
            <a:off x="8544940" y="1414710"/>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4" name="Inhaltsplatzhalter 4">
            <a:extLst>
              <a:ext uri="{FF2B5EF4-FFF2-40B4-BE49-F238E27FC236}">
                <a16:creationId xmlns:a16="http://schemas.microsoft.com/office/drawing/2014/main" id="{60468E1C-2E81-45BE-8B26-8C324FE592D6}"/>
              </a:ext>
            </a:extLst>
          </p:cNvPr>
          <p:cNvSpPr txBox="1"/>
          <p:nvPr/>
        </p:nvSpPr>
        <p:spPr>
          <a:xfrm>
            <a:off x="2007341" y="4468864"/>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5" name="Inhaltsplatzhalter 4">
            <a:extLst>
              <a:ext uri="{FF2B5EF4-FFF2-40B4-BE49-F238E27FC236}">
                <a16:creationId xmlns:a16="http://schemas.microsoft.com/office/drawing/2014/main" id="{BB005B90-B076-40FC-AAD6-B80139437CBA}"/>
              </a:ext>
            </a:extLst>
          </p:cNvPr>
          <p:cNvSpPr txBox="1"/>
          <p:nvPr/>
        </p:nvSpPr>
        <p:spPr>
          <a:xfrm>
            <a:off x="8544940" y="4455054"/>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39" name="矩形 38">
            <a:extLst>
              <a:ext uri="{FF2B5EF4-FFF2-40B4-BE49-F238E27FC236}">
                <a16:creationId xmlns:a16="http://schemas.microsoft.com/office/drawing/2014/main" id="{33B8A6CC-0610-4449-B027-A2CD1CE740F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36" name="组合 35">
            <a:extLst>
              <a:ext uri="{FF2B5EF4-FFF2-40B4-BE49-F238E27FC236}">
                <a16:creationId xmlns:a16="http://schemas.microsoft.com/office/drawing/2014/main" id="{465A8E8E-50C5-47E0-8C16-FC3AED242DBE}"/>
              </a:ext>
            </a:extLst>
          </p:cNvPr>
          <p:cNvGrpSpPr/>
          <p:nvPr/>
        </p:nvGrpSpPr>
        <p:grpSpPr>
          <a:xfrm>
            <a:off x="-491832" y="1587"/>
            <a:ext cx="273269" cy="2129816"/>
            <a:chOff x="11681691" y="1513398"/>
            <a:chExt cx="273269" cy="2129816"/>
          </a:xfrm>
        </p:grpSpPr>
        <p:sp>
          <p:nvSpPr>
            <p:cNvPr id="37" name="矩形 36">
              <a:extLst>
                <a:ext uri="{FF2B5EF4-FFF2-40B4-BE49-F238E27FC236}">
                  <a16:creationId xmlns:a16="http://schemas.microsoft.com/office/drawing/2014/main" id="{86BED53E-8F81-4255-8FE6-9A2CF1BF294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984A5A00-3926-4189-914E-F80EC1953649}"/>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a:extLst>
                <a:ext uri="{FF2B5EF4-FFF2-40B4-BE49-F238E27FC236}">
                  <a16:creationId xmlns:a16="http://schemas.microsoft.com/office/drawing/2014/main" id="{AE12C7D4-DBE4-4A62-BD3C-CBB1599A9086}"/>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a:extLst>
                <a:ext uri="{FF2B5EF4-FFF2-40B4-BE49-F238E27FC236}">
                  <a16:creationId xmlns:a16="http://schemas.microsoft.com/office/drawing/2014/main" id="{60ED0598-D4A3-4851-879A-21A8F41DEC70}"/>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a:extLst>
                <a:ext uri="{FF2B5EF4-FFF2-40B4-BE49-F238E27FC236}">
                  <a16:creationId xmlns:a16="http://schemas.microsoft.com/office/drawing/2014/main" id="{6541BBFE-CB12-4F0F-8F0F-CABD8495BF77}"/>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a:extLst>
                <a:ext uri="{FF2B5EF4-FFF2-40B4-BE49-F238E27FC236}">
                  <a16:creationId xmlns:a16="http://schemas.microsoft.com/office/drawing/2014/main" id="{83D28F04-879D-4A9D-901B-FC3112BF5303}"/>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a:extLst>
                <a:ext uri="{FF2B5EF4-FFF2-40B4-BE49-F238E27FC236}">
                  <a16:creationId xmlns:a16="http://schemas.microsoft.com/office/drawing/2014/main" id="{93D58DB1-E76E-4472-8CA9-01FA1588848F}"/>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659606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115C90F-52F7-45CD-A8E5-294ED6F895A5}"/>
              </a:ext>
            </a:extLst>
          </p:cNvPr>
          <p:cNvSpPr>
            <a:spLocks noGrp="1"/>
          </p:cNvSpPr>
          <p:nvPr>
            <p:ph type="title"/>
          </p:nvPr>
        </p:nvSpPr>
        <p:spPr/>
        <p:txBody>
          <a:bodyPr/>
          <a:lstStyle/>
          <a:p>
            <a:endParaRPr lang="zh-CN" altLang="en-US"/>
          </a:p>
        </p:txBody>
      </p:sp>
      <p:sp>
        <p:nvSpPr>
          <p:cNvPr id="4" name="Freeform 5">
            <a:extLst>
              <a:ext uri="{FF2B5EF4-FFF2-40B4-BE49-F238E27FC236}">
                <a16:creationId xmlns:a16="http://schemas.microsoft.com/office/drawing/2014/main" id="{903B1468-B0F1-4B5F-8C3D-5461328F98B6}"/>
              </a:ext>
            </a:extLst>
          </p:cNvPr>
          <p:cNvSpPr/>
          <p:nvPr/>
        </p:nvSpPr>
        <p:spPr bwMode="auto">
          <a:xfrm>
            <a:off x="4751414" y="3701307"/>
            <a:ext cx="1286043" cy="1499218"/>
          </a:xfrm>
          <a:custGeom>
            <a:avLst/>
            <a:gdLst>
              <a:gd name="T0" fmla="*/ 0 w 736"/>
              <a:gd name="T1" fmla="*/ 858 h 858"/>
              <a:gd name="T2" fmla="*/ 736 w 736"/>
              <a:gd name="T3" fmla="*/ 0 h 858"/>
              <a:gd name="T4" fmla="*/ 0 w 736"/>
              <a:gd name="T5" fmla="*/ 858 h 858"/>
            </a:gdLst>
            <a:ahLst/>
            <a:cxnLst>
              <a:cxn ang="0">
                <a:pos x="T0" y="T1"/>
              </a:cxn>
              <a:cxn ang="0">
                <a:pos x="T2" y="T3"/>
              </a:cxn>
              <a:cxn ang="0">
                <a:pos x="T4" y="T5"/>
              </a:cxn>
            </a:cxnLst>
            <a:rect l="0" t="0" r="r" b="b"/>
            <a:pathLst>
              <a:path w="736" h="858">
                <a:moveTo>
                  <a:pt x="0" y="858"/>
                </a:moveTo>
                <a:lnTo>
                  <a:pt x="736" y="0"/>
                </a:lnTo>
                <a:lnTo>
                  <a:pt x="0" y="858"/>
                </a:lnTo>
                <a:close/>
              </a:path>
            </a:pathLst>
          </a:custGeom>
          <a:solidFill>
            <a:srgbClr val="F0F0F0"/>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 name="Line 6">
            <a:extLst>
              <a:ext uri="{FF2B5EF4-FFF2-40B4-BE49-F238E27FC236}">
                <a16:creationId xmlns:a16="http://schemas.microsoft.com/office/drawing/2014/main" id="{114ACADA-C423-46A7-A8E5-9118B277C7C9}"/>
              </a:ext>
            </a:extLst>
          </p:cNvPr>
          <p:cNvSpPr>
            <a:spLocks noChangeShapeType="1"/>
          </p:cNvSpPr>
          <p:nvPr/>
        </p:nvSpPr>
        <p:spPr bwMode="auto">
          <a:xfrm flipV="1">
            <a:off x="4751414" y="3701307"/>
            <a:ext cx="1286043" cy="1499218"/>
          </a:xfrm>
          <a:prstGeom prst="line">
            <a:avLst/>
          </a:prstGeom>
          <a:ln w="38100">
            <a:solidFill>
              <a:schemeClr val="bg1">
                <a:lumMod val="85000"/>
              </a:schemeClr>
            </a:solidFill>
          </a:ln>
          <a:extLst>
            <a:ext uri="{909E8E84-426E-40DD-AFC4-6F175D3DCCD1}">
              <a14:hiddenFill xmlns:a14="http://schemas.microsoft.com/office/drawing/2010/main">
                <a:noFill/>
              </a14:hiddenFill>
            </a:ext>
          </a:extLst>
        </p:spPr>
        <p:style>
          <a:lnRef idx="2">
            <a:schemeClr val="accent5"/>
          </a:lnRef>
          <a:fillRef idx="0">
            <a:schemeClr val="accent5"/>
          </a:fillRef>
          <a:effectRef idx="1">
            <a:schemeClr val="accent5"/>
          </a:effectRef>
          <a:fontRef idx="minor">
            <a:schemeClr val="tx1"/>
          </a:fontRef>
        </p:style>
        <p:txBody>
          <a:bodyPr vert="horz" wrap="square" lIns="91440" tIns="45720" rIns="91440" bIns="45720" numCol="1" anchor="t" anchorCtr="0" compatLnSpc="1"/>
          <a:lstStyle/>
          <a:p>
            <a:endParaRPr lang="en-US"/>
          </a:p>
        </p:txBody>
      </p:sp>
      <p:sp>
        <p:nvSpPr>
          <p:cNvPr id="6" name="Freeform 7">
            <a:extLst>
              <a:ext uri="{FF2B5EF4-FFF2-40B4-BE49-F238E27FC236}">
                <a16:creationId xmlns:a16="http://schemas.microsoft.com/office/drawing/2014/main" id="{8F3CC8B0-017D-49AB-8490-66364A9F4C18}"/>
              </a:ext>
            </a:extLst>
          </p:cNvPr>
          <p:cNvSpPr/>
          <p:nvPr/>
        </p:nvSpPr>
        <p:spPr bwMode="auto">
          <a:xfrm>
            <a:off x="4235949" y="2647660"/>
            <a:ext cx="1801509" cy="1053647"/>
          </a:xfrm>
          <a:custGeom>
            <a:avLst/>
            <a:gdLst>
              <a:gd name="T0" fmla="*/ 0 w 1031"/>
              <a:gd name="T1" fmla="*/ 0 h 603"/>
              <a:gd name="T2" fmla="*/ 1031 w 1031"/>
              <a:gd name="T3" fmla="*/ 603 h 603"/>
              <a:gd name="T4" fmla="*/ 0 w 1031"/>
              <a:gd name="T5" fmla="*/ 0 h 603"/>
            </a:gdLst>
            <a:ahLst/>
            <a:cxnLst>
              <a:cxn ang="0">
                <a:pos x="T0" y="T1"/>
              </a:cxn>
              <a:cxn ang="0">
                <a:pos x="T2" y="T3"/>
              </a:cxn>
              <a:cxn ang="0">
                <a:pos x="T4" y="T5"/>
              </a:cxn>
            </a:cxnLst>
            <a:rect l="0" t="0" r="r" b="b"/>
            <a:pathLst>
              <a:path w="1031" h="603">
                <a:moveTo>
                  <a:pt x="0" y="0"/>
                </a:moveTo>
                <a:lnTo>
                  <a:pt x="1031" y="603"/>
                </a:lnTo>
                <a:lnTo>
                  <a:pt x="0" y="0"/>
                </a:lnTo>
                <a:close/>
              </a:path>
            </a:pathLst>
          </a:custGeom>
          <a:solidFill>
            <a:srgbClr val="F0F0F0"/>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 name="Line 8">
            <a:extLst>
              <a:ext uri="{FF2B5EF4-FFF2-40B4-BE49-F238E27FC236}">
                <a16:creationId xmlns:a16="http://schemas.microsoft.com/office/drawing/2014/main" id="{5785B3A2-D1FA-40F8-B2D5-3A6200E7B8C2}"/>
              </a:ext>
            </a:extLst>
          </p:cNvPr>
          <p:cNvSpPr>
            <a:spLocks noChangeShapeType="1"/>
          </p:cNvSpPr>
          <p:nvPr/>
        </p:nvSpPr>
        <p:spPr bwMode="auto">
          <a:xfrm>
            <a:off x="4235949" y="2647660"/>
            <a:ext cx="1801509" cy="1053647"/>
          </a:xfrm>
          <a:prstGeom prst="line">
            <a:avLst/>
          </a:prstGeom>
          <a:ln w="38100">
            <a:solidFill>
              <a:schemeClr val="bg1">
                <a:lumMod val="85000"/>
              </a:schemeClr>
            </a:solidFill>
          </a:ln>
          <a:extLst>
            <a:ext uri="{909E8E84-426E-40DD-AFC4-6F175D3DCCD1}">
              <a14:hiddenFill xmlns:a14="http://schemas.microsoft.com/office/drawing/2010/main">
                <a:noFill/>
              </a14:hiddenFill>
            </a:ext>
          </a:extLst>
        </p:spPr>
        <p:style>
          <a:lnRef idx="2">
            <a:schemeClr val="accent5"/>
          </a:lnRef>
          <a:fillRef idx="0">
            <a:schemeClr val="accent5"/>
          </a:fillRef>
          <a:effectRef idx="1">
            <a:schemeClr val="accent5"/>
          </a:effectRef>
          <a:fontRef idx="minor">
            <a:schemeClr val="tx1"/>
          </a:fontRef>
        </p:style>
        <p:txBody>
          <a:bodyPr vert="horz" wrap="square" lIns="91440" tIns="45720" rIns="91440" bIns="45720" numCol="1" anchor="t" anchorCtr="0" compatLnSpc="1"/>
          <a:lstStyle/>
          <a:p>
            <a:endParaRPr lang="en-US"/>
          </a:p>
        </p:txBody>
      </p:sp>
      <p:sp>
        <p:nvSpPr>
          <p:cNvPr id="8" name="Freeform 9">
            <a:extLst>
              <a:ext uri="{FF2B5EF4-FFF2-40B4-BE49-F238E27FC236}">
                <a16:creationId xmlns:a16="http://schemas.microsoft.com/office/drawing/2014/main" id="{181BA9F6-3419-46F4-8A38-AFDF2A92C9D6}"/>
              </a:ext>
            </a:extLst>
          </p:cNvPr>
          <p:cNvSpPr/>
          <p:nvPr/>
        </p:nvSpPr>
        <p:spPr bwMode="auto">
          <a:xfrm>
            <a:off x="6042699" y="2023860"/>
            <a:ext cx="683211" cy="1677446"/>
          </a:xfrm>
          <a:custGeom>
            <a:avLst/>
            <a:gdLst>
              <a:gd name="T0" fmla="*/ 391 w 391"/>
              <a:gd name="T1" fmla="*/ 0 h 960"/>
              <a:gd name="T2" fmla="*/ 0 w 391"/>
              <a:gd name="T3" fmla="*/ 960 h 960"/>
              <a:gd name="T4" fmla="*/ 391 w 391"/>
              <a:gd name="T5" fmla="*/ 0 h 960"/>
            </a:gdLst>
            <a:ahLst/>
            <a:cxnLst>
              <a:cxn ang="0">
                <a:pos x="T0" y="T1"/>
              </a:cxn>
              <a:cxn ang="0">
                <a:pos x="T2" y="T3"/>
              </a:cxn>
              <a:cxn ang="0">
                <a:pos x="T4" y="T5"/>
              </a:cxn>
            </a:cxnLst>
            <a:rect l="0" t="0" r="r" b="b"/>
            <a:pathLst>
              <a:path w="391" h="960">
                <a:moveTo>
                  <a:pt x="391" y="0"/>
                </a:moveTo>
                <a:lnTo>
                  <a:pt x="0" y="960"/>
                </a:lnTo>
                <a:lnTo>
                  <a:pt x="391" y="0"/>
                </a:lnTo>
                <a:close/>
              </a:path>
            </a:pathLst>
          </a:custGeom>
          <a:solidFill>
            <a:srgbClr val="F0F0F0"/>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9" name="Line 10">
            <a:extLst>
              <a:ext uri="{FF2B5EF4-FFF2-40B4-BE49-F238E27FC236}">
                <a16:creationId xmlns:a16="http://schemas.microsoft.com/office/drawing/2014/main" id="{1137DE17-D638-43E5-9E94-05BB065D2565}"/>
              </a:ext>
            </a:extLst>
          </p:cNvPr>
          <p:cNvSpPr>
            <a:spLocks noChangeShapeType="1"/>
          </p:cNvSpPr>
          <p:nvPr/>
        </p:nvSpPr>
        <p:spPr bwMode="auto">
          <a:xfrm flipH="1">
            <a:off x="6042699" y="2023860"/>
            <a:ext cx="683211" cy="1677446"/>
          </a:xfrm>
          <a:prstGeom prst="line">
            <a:avLst/>
          </a:prstGeom>
          <a:ln w="38100">
            <a:solidFill>
              <a:schemeClr val="bg1">
                <a:lumMod val="85000"/>
              </a:schemeClr>
            </a:solidFill>
          </a:ln>
          <a:extLst>
            <a:ext uri="{909E8E84-426E-40DD-AFC4-6F175D3DCCD1}">
              <a14:hiddenFill xmlns:a14="http://schemas.microsoft.com/office/drawing/2010/main">
                <a:noFill/>
              </a14:hiddenFill>
            </a:ext>
          </a:extLst>
        </p:spPr>
        <p:style>
          <a:lnRef idx="2">
            <a:schemeClr val="accent5"/>
          </a:lnRef>
          <a:fillRef idx="0">
            <a:schemeClr val="accent5"/>
          </a:fillRef>
          <a:effectRef idx="1">
            <a:schemeClr val="accent5"/>
          </a:effectRef>
          <a:fontRef idx="minor">
            <a:schemeClr val="tx1"/>
          </a:fontRef>
        </p:style>
        <p:txBody>
          <a:bodyPr vert="horz" wrap="square" lIns="91440" tIns="45720" rIns="91440" bIns="45720" numCol="1" anchor="t" anchorCtr="0" compatLnSpc="1"/>
          <a:lstStyle/>
          <a:p>
            <a:endParaRPr lang="en-US"/>
          </a:p>
        </p:txBody>
      </p:sp>
      <p:sp>
        <p:nvSpPr>
          <p:cNvPr id="10" name="Freeform 11">
            <a:extLst>
              <a:ext uri="{FF2B5EF4-FFF2-40B4-BE49-F238E27FC236}">
                <a16:creationId xmlns:a16="http://schemas.microsoft.com/office/drawing/2014/main" id="{E1C0325D-783D-47FF-B2C3-3558C4716C46}"/>
              </a:ext>
            </a:extLst>
          </p:cNvPr>
          <p:cNvSpPr/>
          <p:nvPr/>
        </p:nvSpPr>
        <p:spPr bwMode="auto">
          <a:xfrm>
            <a:off x="6042699" y="3701307"/>
            <a:ext cx="1991969" cy="337237"/>
          </a:xfrm>
          <a:custGeom>
            <a:avLst/>
            <a:gdLst>
              <a:gd name="T0" fmla="*/ 1140 w 1140"/>
              <a:gd name="T1" fmla="*/ 193 h 193"/>
              <a:gd name="T2" fmla="*/ 0 w 1140"/>
              <a:gd name="T3" fmla="*/ 0 h 193"/>
              <a:gd name="T4" fmla="*/ 1140 w 1140"/>
              <a:gd name="T5" fmla="*/ 193 h 193"/>
            </a:gdLst>
            <a:ahLst/>
            <a:cxnLst>
              <a:cxn ang="0">
                <a:pos x="T0" y="T1"/>
              </a:cxn>
              <a:cxn ang="0">
                <a:pos x="T2" y="T3"/>
              </a:cxn>
              <a:cxn ang="0">
                <a:pos x="T4" y="T5"/>
              </a:cxn>
            </a:cxnLst>
            <a:rect l="0" t="0" r="r" b="b"/>
            <a:pathLst>
              <a:path w="1140" h="193">
                <a:moveTo>
                  <a:pt x="1140" y="193"/>
                </a:moveTo>
                <a:lnTo>
                  <a:pt x="0" y="0"/>
                </a:lnTo>
                <a:lnTo>
                  <a:pt x="1140" y="193"/>
                </a:lnTo>
                <a:close/>
              </a:path>
            </a:pathLst>
          </a:custGeom>
          <a:solidFill>
            <a:srgbClr val="F0F0F0"/>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11" name="Line 12">
            <a:extLst>
              <a:ext uri="{FF2B5EF4-FFF2-40B4-BE49-F238E27FC236}">
                <a16:creationId xmlns:a16="http://schemas.microsoft.com/office/drawing/2014/main" id="{B9498788-6595-41E3-A699-E4729CF8DC95}"/>
              </a:ext>
            </a:extLst>
          </p:cNvPr>
          <p:cNvSpPr>
            <a:spLocks noChangeShapeType="1"/>
          </p:cNvSpPr>
          <p:nvPr/>
        </p:nvSpPr>
        <p:spPr bwMode="auto">
          <a:xfrm flipH="1" flipV="1">
            <a:off x="6042699" y="3701307"/>
            <a:ext cx="1991969" cy="337237"/>
          </a:xfrm>
          <a:prstGeom prst="line">
            <a:avLst/>
          </a:prstGeom>
          <a:ln w="38100">
            <a:solidFill>
              <a:schemeClr val="bg1">
                <a:lumMod val="85000"/>
              </a:schemeClr>
            </a:solidFill>
          </a:ln>
          <a:extLst>
            <a:ext uri="{909E8E84-426E-40DD-AFC4-6F175D3DCCD1}">
              <a14:hiddenFill xmlns:a14="http://schemas.microsoft.com/office/drawing/2010/main">
                <a:noFill/>
              </a14:hiddenFill>
            </a:ext>
          </a:extLst>
        </p:spPr>
        <p:style>
          <a:lnRef idx="2">
            <a:schemeClr val="accent5"/>
          </a:lnRef>
          <a:fillRef idx="0">
            <a:schemeClr val="accent5"/>
          </a:fillRef>
          <a:effectRef idx="1">
            <a:schemeClr val="accent5"/>
          </a:effectRef>
          <a:fontRef idx="minor">
            <a:schemeClr val="tx1"/>
          </a:fontRef>
        </p:style>
        <p:txBody>
          <a:bodyPr vert="horz" wrap="square" lIns="91440" tIns="45720" rIns="91440" bIns="45720" numCol="1" anchor="t" anchorCtr="0" compatLnSpc="1"/>
          <a:lstStyle/>
          <a:p>
            <a:endParaRPr lang="en-US"/>
          </a:p>
        </p:txBody>
      </p:sp>
      <p:sp>
        <p:nvSpPr>
          <p:cNvPr id="12" name="Oval 13">
            <a:extLst>
              <a:ext uri="{FF2B5EF4-FFF2-40B4-BE49-F238E27FC236}">
                <a16:creationId xmlns:a16="http://schemas.microsoft.com/office/drawing/2014/main" id="{C23CE48B-AADD-4DE2-86D8-A85FA97D9FF8}"/>
              </a:ext>
            </a:extLst>
          </p:cNvPr>
          <p:cNvSpPr>
            <a:spLocks noChangeArrowheads="1"/>
          </p:cNvSpPr>
          <p:nvPr/>
        </p:nvSpPr>
        <p:spPr bwMode="auto">
          <a:xfrm>
            <a:off x="5146313" y="2810163"/>
            <a:ext cx="1780541" cy="1782287"/>
          </a:xfrm>
          <a:prstGeom prst="ellipse">
            <a:avLst/>
          </a:prstGeom>
          <a:solidFill>
            <a:schemeClr val="accent5"/>
          </a:solidFill>
          <a:ln w="58738" cap="flat">
            <a:solidFill>
              <a:schemeClr val="bg1">
                <a:lumMod val="95000"/>
              </a:schemeClr>
            </a:solidFill>
            <a:prstDash val="solid"/>
            <a:miter lim="800000"/>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dirty="0"/>
          </a:p>
        </p:txBody>
      </p:sp>
      <p:sp>
        <p:nvSpPr>
          <p:cNvPr id="13" name="Oval 14">
            <a:extLst>
              <a:ext uri="{FF2B5EF4-FFF2-40B4-BE49-F238E27FC236}">
                <a16:creationId xmlns:a16="http://schemas.microsoft.com/office/drawing/2014/main" id="{E6BC9622-42E3-4370-814A-5C9B3CE3B6F3}"/>
              </a:ext>
            </a:extLst>
          </p:cNvPr>
          <p:cNvSpPr>
            <a:spLocks noChangeArrowheads="1"/>
          </p:cNvSpPr>
          <p:nvPr/>
        </p:nvSpPr>
        <p:spPr bwMode="auto">
          <a:xfrm>
            <a:off x="7459792" y="3461921"/>
            <a:ext cx="1149750" cy="1151498"/>
          </a:xfrm>
          <a:prstGeom prst="ellipse">
            <a:avLst/>
          </a:prstGeom>
          <a:solidFill>
            <a:schemeClr val="accent3"/>
          </a:solidFill>
          <a:ln w="58738" cap="flat">
            <a:solidFill>
              <a:schemeClr val="bg1">
                <a:lumMod val="95000"/>
              </a:schemeClr>
            </a:solidFill>
            <a:prstDash val="solid"/>
            <a:miter lim="800000"/>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dirty="0"/>
          </a:p>
        </p:txBody>
      </p:sp>
      <p:sp>
        <p:nvSpPr>
          <p:cNvPr id="14" name="Oval 15">
            <a:extLst>
              <a:ext uri="{FF2B5EF4-FFF2-40B4-BE49-F238E27FC236}">
                <a16:creationId xmlns:a16="http://schemas.microsoft.com/office/drawing/2014/main" id="{002985DC-10AE-42EB-A69E-8BC80D882E02}"/>
              </a:ext>
            </a:extLst>
          </p:cNvPr>
          <p:cNvSpPr>
            <a:spLocks noChangeArrowheads="1"/>
          </p:cNvSpPr>
          <p:nvPr/>
        </p:nvSpPr>
        <p:spPr bwMode="auto">
          <a:xfrm>
            <a:off x="6126553" y="1422888"/>
            <a:ext cx="1195218" cy="1196704"/>
          </a:xfrm>
          <a:prstGeom prst="ellipse">
            <a:avLst/>
          </a:prstGeom>
          <a:solidFill>
            <a:schemeClr val="accent2"/>
          </a:solidFill>
          <a:ln w="58738" cap="flat">
            <a:solidFill>
              <a:schemeClr val="bg1">
                <a:lumMod val="95000"/>
              </a:schemeClr>
            </a:solidFill>
            <a:prstDash val="solid"/>
            <a:miter lim="800000"/>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dirty="0"/>
          </a:p>
        </p:txBody>
      </p:sp>
      <p:sp>
        <p:nvSpPr>
          <p:cNvPr id="15" name="Oval 16">
            <a:extLst>
              <a:ext uri="{FF2B5EF4-FFF2-40B4-BE49-F238E27FC236}">
                <a16:creationId xmlns:a16="http://schemas.microsoft.com/office/drawing/2014/main" id="{F31DAE65-477F-4550-A26E-335D58E51FBC}"/>
              </a:ext>
            </a:extLst>
          </p:cNvPr>
          <p:cNvSpPr>
            <a:spLocks noChangeArrowheads="1"/>
          </p:cNvSpPr>
          <p:nvPr/>
        </p:nvSpPr>
        <p:spPr bwMode="auto">
          <a:xfrm>
            <a:off x="3638358" y="2044828"/>
            <a:ext cx="1193434" cy="1200423"/>
          </a:xfrm>
          <a:prstGeom prst="ellipse">
            <a:avLst/>
          </a:prstGeom>
          <a:solidFill>
            <a:schemeClr val="accent1"/>
          </a:solidFill>
          <a:ln w="58738" cap="flat">
            <a:solidFill>
              <a:schemeClr val="bg1">
                <a:lumMod val="95000"/>
              </a:schemeClr>
            </a:solidFill>
            <a:prstDash val="solid"/>
            <a:miter lim="800000"/>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sp>
        <p:nvSpPr>
          <p:cNvPr id="16" name="Oval 17">
            <a:extLst>
              <a:ext uri="{FF2B5EF4-FFF2-40B4-BE49-F238E27FC236}">
                <a16:creationId xmlns:a16="http://schemas.microsoft.com/office/drawing/2014/main" id="{A7476CDD-35C5-4878-B8BE-D7114D4168FD}"/>
              </a:ext>
            </a:extLst>
          </p:cNvPr>
          <p:cNvSpPr>
            <a:spLocks noChangeArrowheads="1"/>
          </p:cNvSpPr>
          <p:nvPr/>
        </p:nvSpPr>
        <p:spPr bwMode="auto">
          <a:xfrm>
            <a:off x="4257997" y="4707107"/>
            <a:ext cx="979846" cy="979844"/>
          </a:xfrm>
          <a:prstGeom prst="ellipse">
            <a:avLst/>
          </a:prstGeom>
          <a:solidFill>
            <a:schemeClr val="accent4"/>
          </a:solidFill>
          <a:ln w="58738" cap="flat">
            <a:solidFill>
              <a:schemeClr val="bg1">
                <a:lumMod val="95000"/>
              </a:schemeClr>
            </a:solidFill>
            <a:prstDash val="solid"/>
            <a:miter lim="800000"/>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grpSp>
        <p:nvGrpSpPr>
          <p:cNvPr id="17" name="Group 36">
            <a:extLst>
              <a:ext uri="{FF2B5EF4-FFF2-40B4-BE49-F238E27FC236}">
                <a16:creationId xmlns:a16="http://schemas.microsoft.com/office/drawing/2014/main" id="{D6EDE210-315E-43A5-9887-3B1FC50D5016}"/>
              </a:ext>
            </a:extLst>
          </p:cNvPr>
          <p:cNvGrpSpPr/>
          <p:nvPr/>
        </p:nvGrpSpPr>
        <p:grpSpPr>
          <a:xfrm>
            <a:off x="6431032" y="1731252"/>
            <a:ext cx="586260" cy="585216"/>
            <a:chOff x="10996613" y="1925638"/>
            <a:chExt cx="534987" cy="534988"/>
          </a:xfrm>
          <a:solidFill>
            <a:schemeClr val="bg1"/>
          </a:solidFill>
        </p:grpSpPr>
        <p:sp>
          <p:nvSpPr>
            <p:cNvPr id="103" name="Freeform 6">
              <a:extLst>
                <a:ext uri="{FF2B5EF4-FFF2-40B4-BE49-F238E27FC236}">
                  <a16:creationId xmlns:a16="http://schemas.microsoft.com/office/drawing/2014/main" id="{81C7D417-427E-4746-A3EF-CEA6D4274CC1}"/>
                </a:ext>
              </a:extLst>
            </p:cNvPr>
            <p:cNvSpPr>
              <a:spLocks noEditPoints="1"/>
            </p:cNvSpPr>
            <p:nvPr/>
          </p:nvSpPr>
          <p:spPr bwMode="auto">
            <a:xfrm>
              <a:off x="10996613" y="1925638"/>
              <a:ext cx="534987" cy="534988"/>
            </a:xfrm>
            <a:custGeom>
              <a:avLst/>
              <a:gdLst>
                <a:gd name="T0" fmla="*/ 1446 w 3370"/>
                <a:gd name="T1" fmla="*/ 543 h 3371"/>
                <a:gd name="T2" fmla="*/ 1099 w 3370"/>
                <a:gd name="T3" fmla="*/ 703 h 3371"/>
                <a:gd name="T4" fmla="*/ 750 w 3370"/>
                <a:gd name="T5" fmla="*/ 523 h 3371"/>
                <a:gd name="T6" fmla="*/ 518 w 3370"/>
                <a:gd name="T7" fmla="*/ 737 h 3371"/>
                <a:gd name="T8" fmla="*/ 710 w 3370"/>
                <a:gd name="T9" fmla="*/ 1069 h 3371"/>
                <a:gd name="T10" fmla="*/ 568 w 3370"/>
                <a:gd name="T11" fmla="*/ 1428 h 3371"/>
                <a:gd name="T12" fmla="*/ 192 w 3370"/>
                <a:gd name="T13" fmla="*/ 1536 h 3371"/>
                <a:gd name="T14" fmla="*/ 524 w 3370"/>
                <a:gd name="T15" fmla="*/ 1916 h 3371"/>
                <a:gd name="T16" fmla="*/ 665 w 3370"/>
                <a:gd name="T17" fmla="*/ 2204 h 3371"/>
                <a:gd name="T18" fmla="*/ 526 w 3370"/>
                <a:gd name="T19" fmla="*/ 2621 h 3371"/>
                <a:gd name="T20" fmla="*/ 749 w 3370"/>
                <a:gd name="T21" fmla="*/ 2861 h 3371"/>
                <a:gd name="T22" fmla="*/ 1044 w 3370"/>
                <a:gd name="T23" fmla="*/ 2666 h 3371"/>
                <a:gd name="T24" fmla="*/ 1325 w 3370"/>
                <a:gd name="T25" fmla="*/ 2773 h 3371"/>
                <a:gd name="T26" fmla="*/ 1519 w 3370"/>
                <a:gd name="T27" fmla="*/ 3167 h 3371"/>
                <a:gd name="T28" fmla="*/ 1851 w 3370"/>
                <a:gd name="T29" fmla="*/ 3167 h 3371"/>
                <a:gd name="T30" fmla="*/ 2048 w 3370"/>
                <a:gd name="T31" fmla="*/ 2773 h 3371"/>
                <a:gd name="T32" fmla="*/ 2351 w 3370"/>
                <a:gd name="T33" fmla="*/ 2666 h 3371"/>
                <a:gd name="T34" fmla="*/ 2631 w 3370"/>
                <a:gd name="T35" fmla="*/ 2854 h 3371"/>
                <a:gd name="T36" fmla="*/ 2676 w 3370"/>
                <a:gd name="T37" fmla="*/ 2370 h 3371"/>
                <a:gd name="T38" fmla="*/ 2743 w 3370"/>
                <a:gd name="T39" fmla="*/ 2123 h 3371"/>
                <a:gd name="T40" fmla="*/ 2870 w 3370"/>
                <a:gd name="T41" fmla="*/ 1902 h 3371"/>
                <a:gd name="T42" fmla="*/ 3181 w 3370"/>
                <a:gd name="T43" fmla="*/ 1529 h 3371"/>
                <a:gd name="T44" fmla="*/ 2803 w 3370"/>
                <a:gd name="T45" fmla="*/ 1421 h 3371"/>
                <a:gd name="T46" fmla="*/ 2659 w 3370"/>
                <a:gd name="T47" fmla="*/ 1063 h 3371"/>
                <a:gd name="T48" fmla="*/ 2849 w 3370"/>
                <a:gd name="T49" fmla="*/ 732 h 3371"/>
                <a:gd name="T50" fmla="*/ 2618 w 3370"/>
                <a:gd name="T51" fmla="*/ 519 h 3371"/>
                <a:gd name="T52" fmla="*/ 2268 w 3370"/>
                <a:gd name="T53" fmla="*/ 700 h 3371"/>
                <a:gd name="T54" fmla="*/ 1913 w 3370"/>
                <a:gd name="T55" fmla="*/ 540 h 3371"/>
                <a:gd name="T56" fmla="*/ 1532 w 3370"/>
                <a:gd name="T57" fmla="*/ 189 h 3371"/>
                <a:gd name="T58" fmla="*/ 1973 w 3370"/>
                <a:gd name="T59" fmla="*/ 60 h 3371"/>
                <a:gd name="T60" fmla="*/ 2233 w 3370"/>
                <a:gd name="T61" fmla="*/ 468 h 3371"/>
                <a:gd name="T62" fmla="*/ 2659 w 3370"/>
                <a:gd name="T63" fmla="*/ 331 h 3371"/>
                <a:gd name="T64" fmla="*/ 3022 w 3370"/>
                <a:gd name="T65" fmla="*/ 652 h 3371"/>
                <a:gd name="T66" fmla="*/ 3005 w 3370"/>
                <a:gd name="T67" fmla="*/ 868 h 3371"/>
                <a:gd name="T68" fmla="*/ 3260 w 3370"/>
                <a:gd name="T69" fmla="*/ 1353 h 3371"/>
                <a:gd name="T70" fmla="*/ 3370 w 3370"/>
                <a:gd name="T71" fmla="*/ 1537 h 3371"/>
                <a:gd name="T72" fmla="*/ 3286 w 3370"/>
                <a:gd name="T73" fmla="*/ 2001 h 3371"/>
                <a:gd name="T74" fmla="*/ 2865 w 3370"/>
                <a:gd name="T75" fmla="*/ 2309 h 3371"/>
                <a:gd name="T76" fmla="*/ 3033 w 3370"/>
                <a:gd name="T77" fmla="*/ 2690 h 3371"/>
                <a:gd name="T78" fmla="*/ 2689 w 3370"/>
                <a:gd name="T79" fmla="*/ 3034 h 3371"/>
                <a:gd name="T80" fmla="*/ 2309 w 3370"/>
                <a:gd name="T81" fmla="*/ 2866 h 3371"/>
                <a:gd name="T82" fmla="*/ 2001 w 3370"/>
                <a:gd name="T83" fmla="*/ 3287 h 3371"/>
                <a:gd name="T84" fmla="*/ 1536 w 3370"/>
                <a:gd name="T85" fmla="*/ 3371 h 3371"/>
                <a:gd name="T86" fmla="*/ 1352 w 3370"/>
                <a:gd name="T87" fmla="*/ 3260 h 3371"/>
                <a:gd name="T88" fmla="*/ 871 w 3370"/>
                <a:gd name="T89" fmla="*/ 3010 h 3371"/>
                <a:gd name="T90" fmla="*/ 656 w 3370"/>
                <a:gd name="T91" fmla="*/ 3026 h 3371"/>
                <a:gd name="T92" fmla="*/ 335 w 3370"/>
                <a:gd name="T93" fmla="*/ 2663 h 3371"/>
                <a:gd name="T94" fmla="*/ 473 w 3370"/>
                <a:gd name="T95" fmla="*/ 2242 h 3371"/>
                <a:gd name="T96" fmla="*/ 60 w 3370"/>
                <a:gd name="T97" fmla="*/ 1988 h 3371"/>
                <a:gd name="T98" fmla="*/ 3 w 3370"/>
                <a:gd name="T99" fmla="*/ 1511 h 3371"/>
                <a:gd name="T100" fmla="*/ 141 w 3370"/>
                <a:gd name="T101" fmla="*/ 1347 h 3371"/>
                <a:gd name="T102" fmla="*/ 344 w 3370"/>
                <a:gd name="T103" fmla="*/ 843 h 3371"/>
                <a:gd name="T104" fmla="*/ 361 w 3370"/>
                <a:gd name="T105" fmla="*/ 629 h 3371"/>
                <a:gd name="T106" fmla="*/ 741 w 3370"/>
                <a:gd name="T107" fmla="*/ 332 h 3371"/>
                <a:gd name="T108" fmla="*/ 1206 w 3370"/>
                <a:gd name="T109" fmla="*/ 440 h 3371"/>
                <a:gd name="T110" fmla="*/ 1409 w 3370"/>
                <a:gd name="T111" fmla="*/ 40 h 3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3370" h="3371">
                  <a:moveTo>
                    <a:pt x="1532" y="189"/>
                  </a:moveTo>
                  <a:lnTo>
                    <a:pt x="1524" y="192"/>
                  </a:lnTo>
                  <a:lnTo>
                    <a:pt x="1518" y="198"/>
                  </a:lnTo>
                  <a:lnTo>
                    <a:pt x="1513" y="205"/>
                  </a:lnTo>
                  <a:lnTo>
                    <a:pt x="1463" y="503"/>
                  </a:lnTo>
                  <a:lnTo>
                    <a:pt x="1457" y="524"/>
                  </a:lnTo>
                  <a:lnTo>
                    <a:pt x="1446" y="543"/>
                  </a:lnTo>
                  <a:lnTo>
                    <a:pt x="1432" y="558"/>
                  </a:lnTo>
                  <a:lnTo>
                    <a:pt x="1414" y="571"/>
                  </a:lnTo>
                  <a:lnTo>
                    <a:pt x="1394" y="579"/>
                  </a:lnTo>
                  <a:lnTo>
                    <a:pt x="1317" y="602"/>
                  </a:lnTo>
                  <a:lnTo>
                    <a:pt x="1242" y="631"/>
                  </a:lnTo>
                  <a:lnTo>
                    <a:pt x="1169" y="665"/>
                  </a:lnTo>
                  <a:lnTo>
                    <a:pt x="1099" y="703"/>
                  </a:lnTo>
                  <a:lnTo>
                    <a:pt x="1079" y="712"/>
                  </a:lnTo>
                  <a:lnTo>
                    <a:pt x="1058" y="716"/>
                  </a:lnTo>
                  <a:lnTo>
                    <a:pt x="1036" y="715"/>
                  </a:lnTo>
                  <a:lnTo>
                    <a:pt x="1015" y="710"/>
                  </a:lnTo>
                  <a:lnTo>
                    <a:pt x="995" y="699"/>
                  </a:lnTo>
                  <a:lnTo>
                    <a:pt x="753" y="525"/>
                  </a:lnTo>
                  <a:lnTo>
                    <a:pt x="750" y="523"/>
                  </a:lnTo>
                  <a:lnTo>
                    <a:pt x="745" y="522"/>
                  </a:lnTo>
                  <a:lnTo>
                    <a:pt x="741" y="522"/>
                  </a:lnTo>
                  <a:lnTo>
                    <a:pt x="738" y="522"/>
                  </a:lnTo>
                  <a:lnTo>
                    <a:pt x="735" y="523"/>
                  </a:lnTo>
                  <a:lnTo>
                    <a:pt x="732" y="524"/>
                  </a:lnTo>
                  <a:lnTo>
                    <a:pt x="728" y="527"/>
                  </a:lnTo>
                  <a:lnTo>
                    <a:pt x="518" y="737"/>
                  </a:lnTo>
                  <a:lnTo>
                    <a:pt x="514" y="745"/>
                  </a:lnTo>
                  <a:lnTo>
                    <a:pt x="513" y="754"/>
                  </a:lnTo>
                  <a:lnTo>
                    <a:pt x="516" y="762"/>
                  </a:lnTo>
                  <a:lnTo>
                    <a:pt x="691" y="1008"/>
                  </a:lnTo>
                  <a:lnTo>
                    <a:pt x="702" y="1027"/>
                  </a:lnTo>
                  <a:lnTo>
                    <a:pt x="709" y="1048"/>
                  </a:lnTo>
                  <a:lnTo>
                    <a:pt x="710" y="1069"/>
                  </a:lnTo>
                  <a:lnTo>
                    <a:pt x="706" y="1091"/>
                  </a:lnTo>
                  <a:lnTo>
                    <a:pt x="696" y="1111"/>
                  </a:lnTo>
                  <a:lnTo>
                    <a:pt x="658" y="1181"/>
                  </a:lnTo>
                  <a:lnTo>
                    <a:pt x="626" y="1255"/>
                  </a:lnTo>
                  <a:lnTo>
                    <a:pt x="598" y="1329"/>
                  </a:lnTo>
                  <a:lnTo>
                    <a:pt x="576" y="1406"/>
                  </a:lnTo>
                  <a:lnTo>
                    <a:pt x="568" y="1428"/>
                  </a:lnTo>
                  <a:lnTo>
                    <a:pt x="556" y="1445"/>
                  </a:lnTo>
                  <a:lnTo>
                    <a:pt x="540" y="1460"/>
                  </a:lnTo>
                  <a:lnTo>
                    <a:pt x="521" y="1471"/>
                  </a:lnTo>
                  <a:lnTo>
                    <a:pt x="500" y="1477"/>
                  </a:lnTo>
                  <a:lnTo>
                    <a:pt x="206" y="1526"/>
                  </a:lnTo>
                  <a:lnTo>
                    <a:pt x="198" y="1529"/>
                  </a:lnTo>
                  <a:lnTo>
                    <a:pt x="192" y="1536"/>
                  </a:lnTo>
                  <a:lnTo>
                    <a:pt x="190" y="1545"/>
                  </a:lnTo>
                  <a:lnTo>
                    <a:pt x="190" y="1841"/>
                  </a:lnTo>
                  <a:lnTo>
                    <a:pt x="192" y="1850"/>
                  </a:lnTo>
                  <a:lnTo>
                    <a:pt x="198" y="1856"/>
                  </a:lnTo>
                  <a:lnTo>
                    <a:pt x="206" y="1859"/>
                  </a:lnTo>
                  <a:lnTo>
                    <a:pt x="504" y="1910"/>
                  </a:lnTo>
                  <a:lnTo>
                    <a:pt x="524" y="1916"/>
                  </a:lnTo>
                  <a:lnTo>
                    <a:pt x="544" y="1927"/>
                  </a:lnTo>
                  <a:lnTo>
                    <a:pt x="559" y="1942"/>
                  </a:lnTo>
                  <a:lnTo>
                    <a:pt x="571" y="1959"/>
                  </a:lnTo>
                  <a:lnTo>
                    <a:pt x="580" y="1980"/>
                  </a:lnTo>
                  <a:lnTo>
                    <a:pt x="602" y="2057"/>
                  </a:lnTo>
                  <a:lnTo>
                    <a:pt x="631" y="2131"/>
                  </a:lnTo>
                  <a:lnTo>
                    <a:pt x="665" y="2204"/>
                  </a:lnTo>
                  <a:lnTo>
                    <a:pt x="703" y="2274"/>
                  </a:lnTo>
                  <a:lnTo>
                    <a:pt x="713" y="2294"/>
                  </a:lnTo>
                  <a:lnTo>
                    <a:pt x="717" y="2316"/>
                  </a:lnTo>
                  <a:lnTo>
                    <a:pt x="716" y="2337"/>
                  </a:lnTo>
                  <a:lnTo>
                    <a:pt x="710" y="2359"/>
                  </a:lnTo>
                  <a:lnTo>
                    <a:pt x="699" y="2378"/>
                  </a:lnTo>
                  <a:lnTo>
                    <a:pt x="526" y="2621"/>
                  </a:lnTo>
                  <a:lnTo>
                    <a:pt x="523" y="2629"/>
                  </a:lnTo>
                  <a:lnTo>
                    <a:pt x="524" y="2637"/>
                  </a:lnTo>
                  <a:lnTo>
                    <a:pt x="528" y="2646"/>
                  </a:lnTo>
                  <a:lnTo>
                    <a:pt x="738" y="2855"/>
                  </a:lnTo>
                  <a:lnTo>
                    <a:pt x="741" y="2858"/>
                  </a:lnTo>
                  <a:lnTo>
                    <a:pt x="745" y="2860"/>
                  </a:lnTo>
                  <a:lnTo>
                    <a:pt x="749" y="2861"/>
                  </a:lnTo>
                  <a:lnTo>
                    <a:pt x="752" y="2861"/>
                  </a:lnTo>
                  <a:lnTo>
                    <a:pt x="755" y="2861"/>
                  </a:lnTo>
                  <a:lnTo>
                    <a:pt x="759" y="2859"/>
                  </a:lnTo>
                  <a:lnTo>
                    <a:pt x="762" y="2858"/>
                  </a:lnTo>
                  <a:lnTo>
                    <a:pt x="1009" y="2681"/>
                  </a:lnTo>
                  <a:lnTo>
                    <a:pt x="1026" y="2672"/>
                  </a:lnTo>
                  <a:lnTo>
                    <a:pt x="1044" y="2666"/>
                  </a:lnTo>
                  <a:lnTo>
                    <a:pt x="1063" y="2664"/>
                  </a:lnTo>
                  <a:lnTo>
                    <a:pt x="1079" y="2666"/>
                  </a:lnTo>
                  <a:lnTo>
                    <a:pt x="1096" y="2670"/>
                  </a:lnTo>
                  <a:lnTo>
                    <a:pt x="1111" y="2677"/>
                  </a:lnTo>
                  <a:lnTo>
                    <a:pt x="1181" y="2713"/>
                  </a:lnTo>
                  <a:lnTo>
                    <a:pt x="1252" y="2746"/>
                  </a:lnTo>
                  <a:lnTo>
                    <a:pt x="1325" y="2773"/>
                  </a:lnTo>
                  <a:lnTo>
                    <a:pt x="1400" y="2795"/>
                  </a:lnTo>
                  <a:lnTo>
                    <a:pt x="1420" y="2803"/>
                  </a:lnTo>
                  <a:lnTo>
                    <a:pt x="1438" y="2816"/>
                  </a:lnTo>
                  <a:lnTo>
                    <a:pt x="1453" y="2831"/>
                  </a:lnTo>
                  <a:lnTo>
                    <a:pt x="1463" y="2849"/>
                  </a:lnTo>
                  <a:lnTo>
                    <a:pt x="1469" y="2871"/>
                  </a:lnTo>
                  <a:lnTo>
                    <a:pt x="1519" y="3167"/>
                  </a:lnTo>
                  <a:lnTo>
                    <a:pt x="1522" y="3175"/>
                  </a:lnTo>
                  <a:lnTo>
                    <a:pt x="1529" y="3180"/>
                  </a:lnTo>
                  <a:lnTo>
                    <a:pt x="1537" y="3182"/>
                  </a:lnTo>
                  <a:lnTo>
                    <a:pt x="1834" y="3182"/>
                  </a:lnTo>
                  <a:lnTo>
                    <a:pt x="1842" y="3180"/>
                  </a:lnTo>
                  <a:lnTo>
                    <a:pt x="1848" y="3175"/>
                  </a:lnTo>
                  <a:lnTo>
                    <a:pt x="1851" y="3167"/>
                  </a:lnTo>
                  <a:lnTo>
                    <a:pt x="1902" y="2871"/>
                  </a:lnTo>
                  <a:lnTo>
                    <a:pt x="1908" y="2850"/>
                  </a:lnTo>
                  <a:lnTo>
                    <a:pt x="1918" y="2831"/>
                  </a:lnTo>
                  <a:lnTo>
                    <a:pt x="1932" y="2816"/>
                  </a:lnTo>
                  <a:lnTo>
                    <a:pt x="1951" y="2803"/>
                  </a:lnTo>
                  <a:lnTo>
                    <a:pt x="1971" y="2795"/>
                  </a:lnTo>
                  <a:lnTo>
                    <a:pt x="2048" y="2773"/>
                  </a:lnTo>
                  <a:lnTo>
                    <a:pt x="2123" y="2745"/>
                  </a:lnTo>
                  <a:lnTo>
                    <a:pt x="2196" y="2711"/>
                  </a:lnTo>
                  <a:lnTo>
                    <a:pt x="2266" y="2672"/>
                  </a:lnTo>
                  <a:lnTo>
                    <a:pt x="2287" y="2664"/>
                  </a:lnTo>
                  <a:lnTo>
                    <a:pt x="2308" y="2660"/>
                  </a:lnTo>
                  <a:lnTo>
                    <a:pt x="2330" y="2661"/>
                  </a:lnTo>
                  <a:lnTo>
                    <a:pt x="2351" y="2666"/>
                  </a:lnTo>
                  <a:lnTo>
                    <a:pt x="2370" y="2677"/>
                  </a:lnTo>
                  <a:lnTo>
                    <a:pt x="2614" y="2850"/>
                  </a:lnTo>
                  <a:lnTo>
                    <a:pt x="2617" y="2853"/>
                  </a:lnTo>
                  <a:lnTo>
                    <a:pt x="2620" y="2854"/>
                  </a:lnTo>
                  <a:lnTo>
                    <a:pt x="2625" y="2855"/>
                  </a:lnTo>
                  <a:lnTo>
                    <a:pt x="2628" y="2855"/>
                  </a:lnTo>
                  <a:lnTo>
                    <a:pt x="2631" y="2854"/>
                  </a:lnTo>
                  <a:lnTo>
                    <a:pt x="2635" y="2851"/>
                  </a:lnTo>
                  <a:lnTo>
                    <a:pt x="2638" y="2848"/>
                  </a:lnTo>
                  <a:lnTo>
                    <a:pt x="2848" y="2638"/>
                  </a:lnTo>
                  <a:lnTo>
                    <a:pt x="2853" y="2631"/>
                  </a:lnTo>
                  <a:lnTo>
                    <a:pt x="2853" y="2623"/>
                  </a:lnTo>
                  <a:lnTo>
                    <a:pt x="2850" y="2615"/>
                  </a:lnTo>
                  <a:lnTo>
                    <a:pt x="2676" y="2370"/>
                  </a:lnTo>
                  <a:lnTo>
                    <a:pt x="2665" y="2351"/>
                  </a:lnTo>
                  <a:lnTo>
                    <a:pt x="2659" y="2329"/>
                  </a:lnTo>
                  <a:lnTo>
                    <a:pt x="2659" y="2308"/>
                  </a:lnTo>
                  <a:lnTo>
                    <a:pt x="2663" y="2286"/>
                  </a:lnTo>
                  <a:lnTo>
                    <a:pt x="2672" y="2267"/>
                  </a:lnTo>
                  <a:lnTo>
                    <a:pt x="2711" y="2196"/>
                  </a:lnTo>
                  <a:lnTo>
                    <a:pt x="2743" y="2123"/>
                  </a:lnTo>
                  <a:lnTo>
                    <a:pt x="2772" y="2048"/>
                  </a:lnTo>
                  <a:lnTo>
                    <a:pt x="2794" y="1972"/>
                  </a:lnTo>
                  <a:lnTo>
                    <a:pt x="2803" y="1951"/>
                  </a:lnTo>
                  <a:lnTo>
                    <a:pt x="2814" y="1933"/>
                  </a:lnTo>
                  <a:lnTo>
                    <a:pt x="2830" y="1918"/>
                  </a:lnTo>
                  <a:lnTo>
                    <a:pt x="2849" y="1908"/>
                  </a:lnTo>
                  <a:lnTo>
                    <a:pt x="2870" y="1902"/>
                  </a:lnTo>
                  <a:lnTo>
                    <a:pt x="3166" y="1852"/>
                  </a:lnTo>
                  <a:lnTo>
                    <a:pt x="3174" y="1849"/>
                  </a:lnTo>
                  <a:lnTo>
                    <a:pt x="3180" y="1843"/>
                  </a:lnTo>
                  <a:lnTo>
                    <a:pt x="3182" y="1834"/>
                  </a:lnTo>
                  <a:lnTo>
                    <a:pt x="3183" y="1834"/>
                  </a:lnTo>
                  <a:lnTo>
                    <a:pt x="3183" y="1537"/>
                  </a:lnTo>
                  <a:lnTo>
                    <a:pt x="3181" y="1529"/>
                  </a:lnTo>
                  <a:lnTo>
                    <a:pt x="3175" y="1523"/>
                  </a:lnTo>
                  <a:lnTo>
                    <a:pt x="3167" y="1519"/>
                  </a:lnTo>
                  <a:lnTo>
                    <a:pt x="2871" y="1469"/>
                  </a:lnTo>
                  <a:lnTo>
                    <a:pt x="2850" y="1464"/>
                  </a:lnTo>
                  <a:lnTo>
                    <a:pt x="2831" y="1452"/>
                  </a:lnTo>
                  <a:lnTo>
                    <a:pt x="2815" y="1438"/>
                  </a:lnTo>
                  <a:lnTo>
                    <a:pt x="2803" y="1421"/>
                  </a:lnTo>
                  <a:lnTo>
                    <a:pt x="2796" y="1399"/>
                  </a:lnTo>
                  <a:lnTo>
                    <a:pt x="2773" y="1322"/>
                  </a:lnTo>
                  <a:lnTo>
                    <a:pt x="2744" y="1248"/>
                  </a:lnTo>
                  <a:lnTo>
                    <a:pt x="2712" y="1175"/>
                  </a:lnTo>
                  <a:lnTo>
                    <a:pt x="2673" y="1104"/>
                  </a:lnTo>
                  <a:lnTo>
                    <a:pt x="2663" y="1085"/>
                  </a:lnTo>
                  <a:lnTo>
                    <a:pt x="2659" y="1063"/>
                  </a:lnTo>
                  <a:lnTo>
                    <a:pt x="2660" y="1042"/>
                  </a:lnTo>
                  <a:lnTo>
                    <a:pt x="2666" y="1020"/>
                  </a:lnTo>
                  <a:lnTo>
                    <a:pt x="2677" y="1001"/>
                  </a:lnTo>
                  <a:lnTo>
                    <a:pt x="2851" y="757"/>
                  </a:lnTo>
                  <a:lnTo>
                    <a:pt x="2854" y="749"/>
                  </a:lnTo>
                  <a:lnTo>
                    <a:pt x="2853" y="740"/>
                  </a:lnTo>
                  <a:lnTo>
                    <a:pt x="2849" y="732"/>
                  </a:lnTo>
                  <a:lnTo>
                    <a:pt x="2639" y="522"/>
                  </a:lnTo>
                  <a:lnTo>
                    <a:pt x="2635" y="520"/>
                  </a:lnTo>
                  <a:lnTo>
                    <a:pt x="2632" y="518"/>
                  </a:lnTo>
                  <a:lnTo>
                    <a:pt x="2629" y="517"/>
                  </a:lnTo>
                  <a:lnTo>
                    <a:pt x="2626" y="517"/>
                  </a:lnTo>
                  <a:lnTo>
                    <a:pt x="2622" y="517"/>
                  </a:lnTo>
                  <a:lnTo>
                    <a:pt x="2618" y="519"/>
                  </a:lnTo>
                  <a:lnTo>
                    <a:pt x="2615" y="520"/>
                  </a:lnTo>
                  <a:lnTo>
                    <a:pt x="2372" y="695"/>
                  </a:lnTo>
                  <a:lnTo>
                    <a:pt x="2352" y="706"/>
                  </a:lnTo>
                  <a:lnTo>
                    <a:pt x="2332" y="712"/>
                  </a:lnTo>
                  <a:lnTo>
                    <a:pt x="2310" y="713"/>
                  </a:lnTo>
                  <a:lnTo>
                    <a:pt x="2289" y="709"/>
                  </a:lnTo>
                  <a:lnTo>
                    <a:pt x="2268" y="700"/>
                  </a:lnTo>
                  <a:lnTo>
                    <a:pt x="2196" y="661"/>
                  </a:lnTo>
                  <a:lnTo>
                    <a:pt x="2122" y="627"/>
                  </a:lnTo>
                  <a:lnTo>
                    <a:pt x="2045" y="598"/>
                  </a:lnTo>
                  <a:lnTo>
                    <a:pt x="1966" y="576"/>
                  </a:lnTo>
                  <a:lnTo>
                    <a:pt x="1946" y="567"/>
                  </a:lnTo>
                  <a:lnTo>
                    <a:pt x="1928" y="555"/>
                  </a:lnTo>
                  <a:lnTo>
                    <a:pt x="1913" y="540"/>
                  </a:lnTo>
                  <a:lnTo>
                    <a:pt x="1903" y="520"/>
                  </a:lnTo>
                  <a:lnTo>
                    <a:pt x="1896" y="499"/>
                  </a:lnTo>
                  <a:lnTo>
                    <a:pt x="1847" y="205"/>
                  </a:lnTo>
                  <a:lnTo>
                    <a:pt x="1843" y="198"/>
                  </a:lnTo>
                  <a:lnTo>
                    <a:pt x="1837" y="192"/>
                  </a:lnTo>
                  <a:lnTo>
                    <a:pt x="1829" y="189"/>
                  </a:lnTo>
                  <a:lnTo>
                    <a:pt x="1532" y="189"/>
                  </a:lnTo>
                  <a:close/>
                  <a:moveTo>
                    <a:pt x="1531" y="0"/>
                  </a:moveTo>
                  <a:lnTo>
                    <a:pt x="1827" y="0"/>
                  </a:lnTo>
                  <a:lnTo>
                    <a:pt x="1861" y="3"/>
                  </a:lnTo>
                  <a:lnTo>
                    <a:pt x="1892" y="10"/>
                  </a:lnTo>
                  <a:lnTo>
                    <a:pt x="1922" y="24"/>
                  </a:lnTo>
                  <a:lnTo>
                    <a:pt x="1950" y="40"/>
                  </a:lnTo>
                  <a:lnTo>
                    <a:pt x="1973" y="60"/>
                  </a:lnTo>
                  <a:lnTo>
                    <a:pt x="1995" y="84"/>
                  </a:lnTo>
                  <a:lnTo>
                    <a:pt x="2012" y="112"/>
                  </a:lnTo>
                  <a:lnTo>
                    <a:pt x="2024" y="141"/>
                  </a:lnTo>
                  <a:lnTo>
                    <a:pt x="2033" y="174"/>
                  </a:lnTo>
                  <a:lnTo>
                    <a:pt x="2073" y="408"/>
                  </a:lnTo>
                  <a:lnTo>
                    <a:pt x="2153" y="435"/>
                  </a:lnTo>
                  <a:lnTo>
                    <a:pt x="2233" y="468"/>
                  </a:lnTo>
                  <a:lnTo>
                    <a:pt x="2310" y="506"/>
                  </a:lnTo>
                  <a:lnTo>
                    <a:pt x="2506" y="367"/>
                  </a:lnTo>
                  <a:lnTo>
                    <a:pt x="2533" y="349"/>
                  </a:lnTo>
                  <a:lnTo>
                    <a:pt x="2563" y="338"/>
                  </a:lnTo>
                  <a:lnTo>
                    <a:pt x="2594" y="330"/>
                  </a:lnTo>
                  <a:lnTo>
                    <a:pt x="2627" y="328"/>
                  </a:lnTo>
                  <a:lnTo>
                    <a:pt x="2659" y="331"/>
                  </a:lnTo>
                  <a:lnTo>
                    <a:pt x="2691" y="338"/>
                  </a:lnTo>
                  <a:lnTo>
                    <a:pt x="2721" y="350"/>
                  </a:lnTo>
                  <a:lnTo>
                    <a:pt x="2748" y="368"/>
                  </a:lnTo>
                  <a:lnTo>
                    <a:pt x="2773" y="389"/>
                  </a:lnTo>
                  <a:lnTo>
                    <a:pt x="2983" y="599"/>
                  </a:lnTo>
                  <a:lnTo>
                    <a:pt x="3005" y="624"/>
                  </a:lnTo>
                  <a:lnTo>
                    <a:pt x="3022" y="652"/>
                  </a:lnTo>
                  <a:lnTo>
                    <a:pt x="3034" y="682"/>
                  </a:lnTo>
                  <a:lnTo>
                    <a:pt x="3042" y="713"/>
                  </a:lnTo>
                  <a:lnTo>
                    <a:pt x="3044" y="745"/>
                  </a:lnTo>
                  <a:lnTo>
                    <a:pt x="3042" y="776"/>
                  </a:lnTo>
                  <a:lnTo>
                    <a:pt x="3035" y="808"/>
                  </a:lnTo>
                  <a:lnTo>
                    <a:pt x="3023" y="839"/>
                  </a:lnTo>
                  <a:lnTo>
                    <a:pt x="3005" y="868"/>
                  </a:lnTo>
                  <a:lnTo>
                    <a:pt x="2866" y="1062"/>
                  </a:lnTo>
                  <a:lnTo>
                    <a:pt x="2903" y="1137"/>
                  </a:lnTo>
                  <a:lnTo>
                    <a:pt x="2935" y="1213"/>
                  </a:lnTo>
                  <a:lnTo>
                    <a:pt x="2961" y="1292"/>
                  </a:lnTo>
                  <a:lnTo>
                    <a:pt x="3198" y="1332"/>
                  </a:lnTo>
                  <a:lnTo>
                    <a:pt x="3231" y="1340"/>
                  </a:lnTo>
                  <a:lnTo>
                    <a:pt x="3260" y="1353"/>
                  </a:lnTo>
                  <a:lnTo>
                    <a:pt x="3288" y="1370"/>
                  </a:lnTo>
                  <a:lnTo>
                    <a:pt x="3312" y="1391"/>
                  </a:lnTo>
                  <a:lnTo>
                    <a:pt x="3332" y="1416"/>
                  </a:lnTo>
                  <a:lnTo>
                    <a:pt x="3348" y="1442"/>
                  </a:lnTo>
                  <a:lnTo>
                    <a:pt x="3361" y="1473"/>
                  </a:lnTo>
                  <a:lnTo>
                    <a:pt x="3368" y="1505"/>
                  </a:lnTo>
                  <a:lnTo>
                    <a:pt x="3370" y="1537"/>
                  </a:lnTo>
                  <a:lnTo>
                    <a:pt x="3370" y="1834"/>
                  </a:lnTo>
                  <a:lnTo>
                    <a:pt x="3368" y="1867"/>
                  </a:lnTo>
                  <a:lnTo>
                    <a:pt x="3360" y="1899"/>
                  </a:lnTo>
                  <a:lnTo>
                    <a:pt x="3347" y="1929"/>
                  </a:lnTo>
                  <a:lnTo>
                    <a:pt x="3331" y="1956"/>
                  </a:lnTo>
                  <a:lnTo>
                    <a:pt x="3311" y="1981"/>
                  </a:lnTo>
                  <a:lnTo>
                    <a:pt x="3286" y="2001"/>
                  </a:lnTo>
                  <a:lnTo>
                    <a:pt x="3259" y="2019"/>
                  </a:lnTo>
                  <a:lnTo>
                    <a:pt x="3229" y="2031"/>
                  </a:lnTo>
                  <a:lnTo>
                    <a:pt x="3197" y="2039"/>
                  </a:lnTo>
                  <a:lnTo>
                    <a:pt x="2960" y="2079"/>
                  </a:lnTo>
                  <a:lnTo>
                    <a:pt x="2934" y="2157"/>
                  </a:lnTo>
                  <a:lnTo>
                    <a:pt x="2901" y="2234"/>
                  </a:lnTo>
                  <a:lnTo>
                    <a:pt x="2865" y="2309"/>
                  </a:lnTo>
                  <a:lnTo>
                    <a:pt x="3004" y="2504"/>
                  </a:lnTo>
                  <a:lnTo>
                    <a:pt x="3022" y="2533"/>
                  </a:lnTo>
                  <a:lnTo>
                    <a:pt x="3033" y="2564"/>
                  </a:lnTo>
                  <a:lnTo>
                    <a:pt x="3040" y="2594"/>
                  </a:lnTo>
                  <a:lnTo>
                    <a:pt x="3043" y="2627"/>
                  </a:lnTo>
                  <a:lnTo>
                    <a:pt x="3040" y="2659"/>
                  </a:lnTo>
                  <a:lnTo>
                    <a:pt x="3033" y="2690"/>
                  </a:lnTo>
                  <a:lnTo>
                    <a:pt x="3021" y="2719"/>
                  </a:lnTo>
                  <a:lnTo>
                    <a:pt x="3003" y="2747"/>
                  </a:lnTo>
                  <a:lnTo>
                    <a:pt x="2982" y="2773"/>
                  </a:lnTo>
                  <a:lnTo>
                    <a:pt x="2772" y="2983"/>
                  </a:lnTo>
                  <a:lnTo>
                    <a:pt x="2746" y="3004"/>
                  </a:lnTo>
                  <a:lnTo>
                    <a:pt x="2719" y="3022"/>
                  </a:lnTo>
                  <a:lnTo>
                    <a:pt x="2689" y="3034"/>
                  </a:lnTo>
                  <a:lnTo>
                    <a:pt x="2657" y="3041"/>
                  </a:lnTo>
                  <a:lnTo>
                    <a:pt x="2625" y="3044"/>
                  </a:lnTo>
                  <a:lnTo>
                    <a:pt x="2593" y="3041"/>
                  </a:lnTo>
                  <a:lnTo>
                    <a:pt x="2561" y="3034"/>
                  </a:lnTo>
                  <a:lnTo>
                    <a:pt x="2531" y="3022"/>
                  </a:lnTo>
                  <a:lnTo>
                    <a:pt x="2504" y="3005"/>
                  </a:lnTo>
                  <a:lnTo>
                    <a:pt x="2309" y="2866"/>
                  </a:lnTo>
                  <a:lnTo>
                    <a:pt x="2234" y="2902"/>
                  </a:lnTo>
                  <a:lnTo>
                    <a:pt x="2158" y="2933"/>
                  </a:lnTo>
                  <a:lnTo>
                    <a:pt x="2079" y="2961"/>
                  </a:lnTo>
                  <a:lnTo>
                    <a:pt x="2039" y="3198"/>
                  </a:lnTo>
                  <a:lnTo>
                    <a:pt x="2031" y="3229"/>
                  </a:lnTo>
                  <a:lnTo>
                    <a:pt x="2018" y="3260"/>
                  </a:lnTo>
                  <a:lnTo>
                    <a:pt x="2001" y="3287"/>
                  </a:lnTo>
                  <a:lnTo>
                    <a:pt x="1980" y="3311"/>
                  </a:lnTo>
                  <a:lnTo>
                    <a:pt x="1956" y="3332"/>
                  </a:lnTo>
                  <a:lnTo>
                    <a:pt x="1928" y="3348"/>
                  </a:lnTo>
                  <a:lnTo>
                    <a:pt x="1898" y="3361"/>
                  </a:lnTo>
                  <a:lnTo>
                    <a:pt x="1867" y="3369"/>
                  </a:lnTo>
                  <a:lnTo>
                    <a:pt x="1834" y="3371"/>
                  </a:lnTo>
                  <a:lnTo>
                    <a:pt x="1536" y="3371"/>
                  </a:lnTo>
                  <a:lnTo>
                    <a:pt x="1503" y="3369"/>
                  </a:lnTo>
                  <a:lnTo>
                    <a:pt x="1471" y="3361"/>
                  </a:lnTo>
                  <a:lnTo>
                    <a:pt x="1442" y="3348"/>
                  </a:lnTo>
                  <a:lnTo>
                    <a:pt x="1414" y="3332"/>
                  </a:lnTo>
                  <a:lnTo>
                    <a:pt x="1390" y="3311"/>
                  </a:lnTo>
                  <a:lnTo>
                    <a:pt x="1369" y="3287"/>
                  </a:lnTo>
                  <a:lnTo>
                    <a:pt x="1352" y="3260"/>
                  </a:lnTo>
                  <a:lnTo>
                    <a:pt x="1339" y="3229"/>
                  </a:lnTo>
                  <a:lnTo>
                    <a:pt x="1331" y="3198"/>
                  </a:lnTo>
                  <a:lnTo>
                    <a:pt x="1291" y="2961"/>
                  </a:lnTo>
                  <a:lnTo>
                    <a:pt x="1215" y="2934"/>
                  </a:lnTo>
                  <a:lnTo>
                    <a:pt x="1141" y="2904"/>
                  </a:lnTo>
                  <a:lnTo>
                    <a:pt x="1069" y="2869"/>
                  </a:lnTo>
                  <a:lnTo>
                    <a:pt x="871" y="3010"/>
                  </a:lnTo>
                  <a:lnTo>
                    <a:pt x="844" y="3027"/>
                  </a:lnTo>
                  <a:lnTo>
                    <a:pt x="814" y="3039"/>
                  </a:lnTo>
                  <a:lnTo>
                    <a:pt x="783" y="3046"/>
                  </a:lnTo>
                  <a:lnTo>
                    <a:pt x="751" y="3049"/>
                  </a:lnTo>
                  <a:lnTo>
                    <a:pt x="718" y="3046"/>
                  </a:lnTo>
                  <a:lnTo>
                    <a:pt x="686" y="3039"/>
                  </a:lnTo>
                  <a:lnTo>
                    <a:pt x="656" y="3026"/>
                  </a:lnTo>
                  <a:lnTo>
                    <a:pt x="629" y="3009"/>
                  </a:lnTo>
                  <a:lnTo>
                    <a:pt x="603" y="2988"/>
                  </a:lnTo>
                  <a:lnTo>
                    <a:pt x="394" y="2778"/>
                  </a:lnTo>
                  <a:lnTo>
                    <a:pt x="372" y="2752"/>
                  </a:lnTo>
                  <a:lnTo>
                    <a:pt x="355" y="2724"/>
                  </a:lnTo>
                  <a:lnTo>
                    <a:pt x="343" y="2695"/>
                  </a:lnTo>
                  <a:lnTo>
                    <a:pt x="335" y="2663"/>
                  </a:lnTo>
                  <a:lnTo>
                    <a:pt x="333" y="2631"/>
                  </a:lnTo>
                  <a:lnTo>
                    <a:pt x="335" y="2600"/>
                  </a:lnTo>
                  <a:lnTo>
                    <a:pt x="342" y="2569"/>
                  </a:lnTo>
                  <a:lnTo>
                    <a:pt x="354" y="2538"/>
                  </a:lnTo>
                  <a:lnTo>
                    <a:pt x="372" y="2509"/>
                  </a:lnTo>
                  <a:lnTo>
                    <a:pt x="510" y="2317"/>
                  </a:lnTo>
                  <a:lnTo>
                    <a:pt x="473" y="2242"/>
                  </a:lnTo>
                  <a:lnTo>
                    <a:pt x="440" y="2165"/>
                  </a:lnTo>
                  <a:lnTo>
                    <a:pt x="414" y="2087"/>
                  </a:lnTo>
                  <a:lnTo>
                    <a:pt x="174" y="2046"/>
                  </a:lnTo>
                  <a:lnTo>
                    <a:pt x="141" y="2038"/>
                  </a:lnTo>
                  <a:lnTo>
                    <a:pt x="112" y="2026"/>
                  </a:lnTo>
                  <a:lnTo>
                    <a:pt x="84" y="2009"/>
                  </a:lnTo>
                  <a:lnTo>
                    <a:pt x="60" y="1988"/>
                  </a:lnTo>
                  <a:lnTo>
                    <a:pt x="40" y="1963"/>
                  </a:lnTo>
                  <a:lnTo>
                    <a:pt x="23" y="1936"/>
                  </a:lnTo>
                  <a:lnTo>
                    <a:pt x="10" y="1906"/>
                  </a:lnTo>
                  <a:lnTo>
                    <a:pt x="3" y="1874"/>
                  </a:lnTo>
                  <a:lnTo>
                    <a:pt x="0" y="1841"/>
                  </a:lnTo>
                  <a:lnTo>
                    <a:pt x="0" y="1545"/>
                  </a:lnTo>
                  <a:lnTo>
                    <a:pt x="3" y="1511"/>
                  </a:lnTo>
                  <a:lnTo>
                    <a:pt x="10" y="1479"/>
                  </a:lnTo>
                  <a:lnTo>
                    <a:pt x="23" y="1449"/>
                  </a:lnTo>
                  <a:lnTo>
                    <a:pt x="40" y="1423"/>
                  </a:lnTo>
                  <a:lnTo>
                    <a:pt x="60" y="1398"/>
                  </a:lnTo>
                  <a:lnTo>
                    <a:pt x="84" y="1378"/>
                  </a:lnTo>
                  <a:lnTo>
                    <a:pt x="112" y="1360"/>
                  </a:lnTo>
                  <a:lnTo>
                    <a:pt x="141" y="1347"/>
                  </a:lnTo>
                  <a:lnTo>
                    <a:pt x="174" y="1339"/>
                  </a:lnTo>
                  <a:lnTo>
                    <a:pt x="408" y="1300"/>
                  </a:lnTo>
                  <a:lnTo>
                    <a:pt x="434" y="1221"/>
                  </a:lnTo>
                  <a:lnTo>
                    <a:pt x="465" y="1144"/>
                  </a:lnTo>
                  <a:lnTo>
                    <a:pt x="502" y="1069"/>
                  </a:lnTo>
                  <a:lnTo>
                    <a:pt x="360" y="872"/>
                  </a:lnTo>
                  <a:lnTo>
                    <a:pt x="344" y="843"/>
                  </a:lnTo>
                  <a:lnTo>
                    <a:pt x="332" y="812"/>
                  </a:lnTo>
                  <a:lnTo>
                    <a:pt x="325" y="780"/>
                  </a:lnTo>
                  <a:lnTo>
                    <a:pt x="323" y="749"/>
                  </a:lnTo>
                  <a:lnTo>
                    <a:pt x="325" y="717"/>
                  </a:lnTo>
                  <a:lnTo>
                    <a:pt x="333" y="686"/>
                  </a:lnTo>
                  <a:lnTo>
                    <a:pt x="345" y="657"/>
                  </a:lnTo>
                  <a:lnTo>
                    <a:pt x="361" y="629"/>
                  </a:lnTo>
                  <a:lnTo>
                    <a:pt x="383" y="603"/>
                  </a:lnTo>
                  <a:lnTo>
                    <a:pt x="594" y="393"/>
                  </a:lnTo>
                  <a:lnTo>
                    <a:pt x="618" y="372"/>
                  </a:lnTo>
                  <a:lnTo>
                    <a:pt x="646" y="354"/>
                  </a:lnTo>
                  <a:lnTo>
                    <a:pt x="676" y="342"/>
                  </a:lnTo>
                  <a:lnTo>
                    <a:pt x="708" y="335"/>
                  </a:lnTo>
                  <a:lnTo>
                    <a:pt x="741" y="332"/>
                  </a:lnTo>
                  <a:lnTo>
                    <a:pt x="773" y="335"/>
                  </a:lnTo>
                  <a:lnTo>
                    <a:pt x="805" y="342"/>
                  </a:lnTo>
                  <a:lnTo>
                    <a:pt x="835" y="354"/>
                  </a:lnTo>
                  <a:lnTo>
                    <a:pt x="862" y="371"/>
                  </a:lnTo>
                  <a:lnTo>
                    <a:pt x="1056" y="510"/>
                  </a:lnTo>
                  <a:lnTo>
                    <a:pt x="1129" y="473"/>
                  </a:lnTo>
                  <a:lnTo>
                    <a:pt x="1206" y="440"/>
                  </a:lnTo>
                  <a:lnTo>
                    <a:pt x="1284" y="414"/>
                  </a:lnTo>
                  <a:lnTo>
                    <a:pt x="1325" y="174"/>
                  </a:lnTo>
                  <a:lnTo>
                    <a:pt x="1333" y="141"/>
                  </a:lnTo>
                  <a:lnTo>
                    <a:pt x="1347" y="112"/>
                  </a:lnTo>
                  <a:lnTo>
                    <a:pt x="1363" y="84"/>
                  </a:lnTo>
                  <a:lnTo>
                    <a:pt x="1384" y="60"/>
                  </a:lnTo>
                  <a:lnTo>
                    <a:pt x="1409" y="40"/>
                  </a:lnTo>
                  <a:lnTo>
                    <a:pt x="1436" y="24"/>
                  </a:lnTo>
                  <a:lnTo>
                    <a:pt x="1465" y="10"/>
                  </a:lnTo>
                  <a:lnTo>
                    <a:pt x="1497" y="3"/>
                  </a:lnTo>
                  <a:lnTo>
                    <a:pt x="1531" y="0"/>
                  </a:lnTo>
                  <a:close/>
                </a:path>
              </a:pathLst>
            </a:custGeom>
            <a:grpFill/>
            <a:ln w="0">
              <a:solidFill>
                <a:schemeClr val="bg1"/>
              </a:solidFill>
              <a:prstDash val="solid"/>
              <a:round/>
            </a:ln>
          </p:spPr>
          <p:txBody>
            <a:bodyPr vert="horz" wrap="square" lIns="91440" tIns="45720" rIns="91440" bIns="45720" numCol="1" anchor="t" anchorCtr="0" compatLnSpc="1"/>
            <a:lstStyle/>
            <a:p>
              <a:endParaRPr lang="en-US"/>
            </a:p>
          </p:txBody>
        </p:sp>
        <p:sp>
          <p:nvSpPr>
            <p:cNvPr id="104" name="Freeform 7">
              <a:extLst>
                <a:ext uri="{FF2B5EF4-FFF2-40B4-BE49-F238E27FC236}">
                  <a16:creationId xmlns:a16="http://schemas.microsoft.com/office/drawing/2014/main" id="{9E281995-94D3-48D9-82BD-4F28E1AF984E}"/>
                </a:ext>
              </a:extLst>
            </p:cNvPr>
            <p:cNvSpPr>
              <a:spLocks noEditPoints="1"/>
            </p:cNvSpPr>
            <p:nvPr/>
          </p:nvSpPr>
          <p:spPr bwMode="auto">
            <a:xfrm>
              <a:off x="11149013" y="2078038"/>
              <a:ext cx="230187" cy="230188"/>
            </a:xfrm>
            <a:custGeom>
              <a:avLst/>
              <a:gdLst>
                <a:gd name="T0" fmla="*/ 613 w 1455"/>
                <a:gd name="T1" fmla="*/ 202 h 1455"/>
                <a:gd name="T2" fmla="*/ 457 w 1455"/>
                <a:gd name="T3" fmla="*/ 264 h 1455"/>
                <a:gd name="T4" fmla="*/ 329 w 1455"/>
                <a:gd name="T5" fmla="*/ 367 h 1455"/>
                <a:gd name="T6" fmla="*/ 238 w 1455"/>
                <a:gd name="T7" fmla="*/ 506 h 1455"/>
                <a:gd name="T8" fmla="*/ 194 w 1455"/>
                <a:gd name="T9" fmla="*/ 668 h 1455"/>
                <a:gd name="T10" fmla="*/ 203 w 1455"/>
                <a:gd name="T11" fmla="*/ 843 h 1455"/>
                <a:gd name="T12" fmla="*/ 264 w 1455"/>
                <a:gd name="T13" fmla="*/ 998 h 1455"/>
                <a:gd name="T14" fmla="*/ 368 w 1455"/>
                <a:gd name="T15" fmla="*/ 1126 h 1455"/>
                <a:gd name="T16" fmla="*/ 506 w 1455"/>
                <a:gd name="T17" fmla="*/ 1216 h 1455"/>
                <a:gd name="T18" fmla="*/ 669 w 1455"/>
                <a:gd name="T19" fmla="*/ 1262 h 1455"/>
                <a:gd name="T20" fmla="*/ 843 w 1455"/>
                <a:gd name="T21" fmla="*/ 1252 h 1455"/>
                <a:gd name="T22" fmla="*/ 999 w 1455"/>
                <a:gd name="T23" fmla="*/ 1191 h 1455"/>
                <a:gd name="T24" fmla="*/ 1126 w 1455"/>
                <a:gd name="T25" fmla="*/ 1087 h 1455"/>
                <a:gd name="T26" fmla="*/ 1217 w 1455"/>
                <a:gd name="T27" fmla="*/ 949 h 1455"/>
                <a:gd name="T28" fmla="*/ 1262 w 1455"/>
                <a:gd name="T29" fmla="*/ 786 h 1455"/>
                <a:gd name="T30" fmla="*/ 1253 w 1455"/>
                <a:gd name="T31" fmla="*/ 612 h 1455"/>
                <a:gd name="T32" fmla="*/ 1191 w 1455"/>
                <a:gd name="T33" fmla="*/ 456 h 1455"/>
                <a:gd name="T34" fmla="*/ 1088 w 1455"/>
                <a:gd name="T35" fmla="*/ 328 h 1455"/>
                <a:gd name="T36" fmla="*/ 950 w 1455"/>
                <a:gd name="T37" fmla="*/ 238 h 1455"/>
                <a:gd name="T38" fmla="*/ 786 w 1455"/>
                <a:gd name="T39" fmla="*/ 193 h 1455"/>
                <a:gd name="T40" fmla="*/ 794 w 1455"/>
                <a:gd name="T41" fmla="*/ 3 h 1455"/>
                <a:gd name="T42" fmla="*/ 981 w 1455"/>
                <a:gd name="T43" fmla="*/ 46 h 1455"/>
                <a:gd name="T44" fmla="*/ 1147 w 1455"/>
                <a:gd name="T45" fmla="*/ 133 h 1455"/>
                <a:gd name="T46" fmla="*/ 1284 w 1455"/>
                <a:gd name="T47" fmla="*/ 259 h 1455"/>
                <a:gd name="T48" fmla="*/ 1385 w 1455"/>
                <a:gd name="T49" fmla="*/ 416 h 1455"/>
                <a:gd name="T50" fmla="*/ 1443 w 1455"/>
                <a:gd name="T51" fmla="*/ 597 h 1455"/>
                <a:gd name="T52" fmla="*/ 1451 w 1455"/>
                <a:gd name="T53" fmla="*/ 793 h 1455"/>
                <a:gd name="T54" fmla="*/ 1409 w 1455"/>
                <a:gd name="T55" fmla="*/ 981 h 1455"/>
                <a:gd name="T56" fmla="*/ 1321 w 1455"/>
                <a:gd name="T57" fmla="*/ 1147 h 1455"/>
                <a:gd name="T58" fmla="*/ 1196 w 1455"/>
                <a:gd name="T59" fmla="*/ 1284 h 1455"/>
                <a:gd name="T60" fmla="*/ 1039 w 1455"/>
                <a:gd name="T61" fmla="*/ 1384 h 1455"/>
                <a:gd name="T62" fmla="*/ 859 w 1455"/>
                <a:gd name="T63" fmla="*/ 1443 h 1455"/>
                <a:gd name="T64" fmla="*/ 662 w 1455"/>
                <a:gd name="T65" fmla="*/ 1452 h 1455"/>
                <a:gd name="T66" fmla="*/ 475 w 1455"/>
                <a:gd name="T67" fmla="*/ 1409 h 1455"/>
                <a:gd name="T68" fmla="*/ 309 w 1455"/>
                <a:gd name="T69" fmla="*/ 1322 h 1455"/>
                <a:gd name="T70" fmla="*/ 171 w 1455"/>
                <a:gd name="T71" fmla="*/ 1196 h 1455"/>
                <a:gd name="T72" fmla="*/ 70 w 1455"/>
                <a:gd name="T73" fmla="*/ 1039 h 1455"/>
                <a:gd name="T74" fmla="*/ 12 w 1455"/>
                <a:gd name="T75" fmla="*/ 858 h 1455"/>
                <a:gd name="T76" fmla="*/ 4 w 1455"/>
                <a:gd name="T77" fmla="*/ 661 h 1455"/>
                <a:gd name="T78" fmla="*/ 46 w 1455"/>
                <a:gd name="T79" fmla="*/ 474 h 1455"/>
                <a:gd name="T80" fmla="*/ 134 w 1455"/>
                <a:gd name="T81" fmla="*/ 308 h 1455"/>
                <a:gd name="T82" fmla="*/ 260 w 1455"/>
                <a:gd name="T83" fmla="*/ 171 h 1455"/>
                <a:gd name="T84" fmla="*/ 416 w 1455"/>
                <a:gd name="T85" fmla="*/ 70 h 1455"/>
                <a:gd name="T86" fmla="*/ 597 w 1455"/>
                <a:gd name="T87" fmla="*/ 12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455" h="1455">
                  <a:moveTo>
                    <a:pt x="727" y="190"/>
                  </a:moveTo>
                  <a:lnTo>
                    <a:pt x="669" y="193"/>
                  </a:lnTo>
                  <a:lnTo>
                    <a:pt x="613" y="202"/>
                  </a:lnTo>
                  <a:lnTo>
                    <a:pt x="558" y="218"/>
                  </a:lnTo>
                  <a:lnTo>
                    <a:pt x="506" y="238"/>
                  </a:lnTo>
                  <a:lnTo>
                    <a:pt x="457" y="264"/>
                  </a:lnTo>
                  <a:lnTo>
                    <a:pt x="410" y="294"/>
                  </a:lnTo>
                  <a:lnTo>
                    <a:pt x="368" y="328"/>
                  </a:lnTo>
                  <a:lnTo>
                    <a:pt x="329" y="367"/>
                  </a:lnTo>
                  <a:lnTo>
                    <a:pt x="294" y="410"/>
                  </a:lnTo>
                  <a:lnTo>
                    <a:pt x="264" y="456"/>
                  </a:lnTo>
                  <a:lnTo>
                    <a:pt x="238" y="506"/>
                  </a:lnTo>
                  <a:lnTo>
                    <a:pt x="218" y="558"/>
                  </a:lnTo>
                  <a:lnTo>
                    <a:pt x="203" y="612"/>
                  </a:lnTo>
                  <a:lnTo>
                    <a:pt x="194" y="668"/>
                  </a:lnTo>
                  <a:lnTo>
                    <a:pt x="191" y="728"/>
                  </a:lnTo>
                  <a:lnTo>
                    <a:pt x="194" y="786"/>
                  </a:lnTo>
                  <a:lnTo>
                    <a:pt x="203" y="843"/>
                  </a:lnTo>
                  <a:lnTo>
                    <a:pt x="218" y="897"/>
                  </a:lnTo>
                  <a:lnTo>
                    <a:pt x="238" y="949"/>
                  </a:lnTo>
                  <a:lnTo>
                    <a:pt x="264" y="998"/>
                  </a:lnTo>
                  <a:lnTo>
                    <a:pt x="294" y="1044"/>
                  </a:lnTo>
                  <a:lnTo>
                    <a:pt x="329" y="1087"/>
                  </a:lnTo>
                  <a:lnTo>
                    <a:pt x="368" y="1126"/>
                  </a:lnTo>
                  <a:lnTo>
                    <a:pt x="410" y="1161"/>
                  </a:lnTo>
                  <a:lnTo>
                    <a:pt x="457" y="1191"/>
                  </a:lnTo>
                  <a:lnTo>
                    <a:pt x="506" y="1216"/>
                  </a:lnTo>
                  <a:lnTo>
                    <a:pt x="558" y="1237"/>
                  </a:lnTo>
                  <a:lnTo>
                    <a:pt x="613" y="1252"/>
                  </a:lnTo>
                  <a:lnTo>
                    <a:pt x="669" y="1262"/>
                  </a:lnTo>
                  <a:lnTo>
                    <a:pt x="727" y="1265"/>
                  </a:lnTo>
                  <a:lnTo>
                    <a:pt x="786" y="1262"/>
                  </a:lnTo>
                  <a:lnTo>
                    <a:pt x="843" y="1252"/>
                  </a:lnTo>
                  <a:lnTo>
                    <a:pt x="897" y="1237"/>
                  </a:lnTo>
                  <a:lnTo>
                    <a:pt x="950" y="1216"/>
                  </a:lnTo>
                  <a:lnTo>
                    <a:pt x="999" y="1191"/>
                  </a:lnTo>
                  <a:lnTo>
                    <a:pt x="1045" y="1161"/>
                  </a:lnTo>
                  <a:lnTo>
                    <a:pt x="1088" y="1126"/>
                  </a:lnTo>
                  <a:lnTo>
                    <a:pt x="1126" y="1087"/>
                  </a:lnTo>
                  <a:lnTo>
                    <a:pt x="1161" y="1044"/>
                  </a:lnTo>
                  <a:lnTo>
                    <a:pt x="1191" y="998"/>
                  </a:lnTo>
                  <a:lnTo>
                    <a:pt x="1217" y="949"/>
                  </a:lnTo>
                  <a:lnTo>
                    <a:pt x="1237" y="897"/>
                  </a:lnTo>
                  <a:lnTo>
                    <a:pt x="1253" y="843"/>
                  </a:lnTo>
                  <a:lnTo>
                    <a:pt x="1262" y="786"/>
                  </a:lnTo>
                  <a:lnTo>
                    <a:pt x="1265" y="728"/>
                  </a:lnTo>
                  <a:lnTo>
                    <a:pt x="1262" y="668"/>
                  </a:lnTo>
                  <a:lnTo>
                    <a:pt x="1253" y="612"/>
                  </a:lnTo>
                  <a:lnTo>
                    <a:pt x="1237" y="558"/>
                  </a:lnTo>
                  <a:lnTo>
                    <a:pt x="1217" y="506"/>
                  </a:lnTo>
                  <a:lnTo>
                    <a:pt x="1191" y="456"/>
                  </a:lnTo>
                  <a:lnTo>
                    <a:pt x="1161" y="410"/>
                  </a:lnTo>
                  <a:lnTo>
                    <a:pt x="1126" y="367"/>
                  </a:lnTo>
                  <a:lnTo>
                    <a:pt x="1088" y="328"/>
                  </a:lnTo>
                  <a:lnTo>
                    <a:pt x="1045" y="294"/>
                  </a:lnTo>
                  <a:lnTo>
                    <a:pt x="999" y="264"/>
                  </a:lnTo>
                  <a:lnTo>
                    <a:pt x="950" y="238"/>
                  </a:lnTo>
                  <a:lnTo>
                    <a:pt x="897" y="218"/>
                  </a:lnTo>
                  <a:lnTo>
                    <a:pt x="843" y="202"/>
                  </a:lnTo>
                  <a:lnTo>
                    <a:pt x="786" y="193"/>
                  </a:lnTo>
                  <a:lnTo>
                    <a:pt x="727" y="190"/>
                  </a:lnTo>
                  <a:close/>
                  <a:moveTo>
                    <a:pt x="727" y="0"/>
                  </a:moveTo>
                  <a:lnTo>
                    <a:pt x="794" y="3"/>
                  </a:lnTo>
                  <a:lnTo>
                    <a:pt x="859" y="12"/>
                  </a:lnTo>
                  <a:lnTo>
                    <a:pt x="921" y="26"/>
                  </a:lnTo>
                  <a:lnTo>
                    <a:pt x="981" y="46"/>
                  </a:lnTo>
                  <a:lnTo>
                    <a:pt x="1039" y="70"/>
                  </a:lnTo>
                  <a:lnTo>
                    <a:pt x="1094" y="99"/>
                  </a:lnTo>
                  <a:lnTo>
                    <a:pt x="1147" y="133"/>
                  </a:lnTo>
                  <a:lnTo>
                    <a:pt x="1196" y="171"/>
                  </a:lnTo>
                  <a:lnTo>
                    <a:pt x="1242" y="213"/>
                  </a:lnTo>
                  <a:lnTo>
                    <a:pt x="1284" y="259"/>
                  </a:lnTo>
                  <a:lnTo>
                    <a:pt x="1321" y="308"/>
                  </a:lnTo>
                  <a:lnTo>
                    <a:pt x="1355" y="360"/>
                  </a:lnTo>
                  <a:lnTo>
                    <a:pt x="1385" y="416"/>
                  </a:lnTo>
                  <a:lnTo>
                    <a:pt x="1409" y="474"/>
                  </a:lnTo>
                  <a:lnTo>
                    <a:pt x="1429" y="534"/>
                  </a:lnTo>
                  <a:lnTo>
                    <a:pt x="1443" y="597"/>
                  </a:lnTo>
                  <a:lnTo>
                    <a:pt x="1451" y="661"/>
                  </a:lnTo>
                  <a:lnTo>
                    <a:pt x="1455" y="728"/>
                  </a:lnTo>
                  <a:lnTo>
                    <a:pt x="1451" y="793"/>
                  </a:lnTo>
                  <a:lnTo>
                    <a:pt x="1443" y="858"/>
                  </a:lnTo>
                  <a:lnTo>
                    <a:pt x="1429" y="920"/>
                  </a:lnTo>
                  <a:lnTo>
                    <a:pt x="1409" y="981"/>
                  </a:lnTo>
                  <a:lnTo>
                    <a:pt x="1385" y="1039"/>
                  </a:lnTo>
                  <a:lnTo>
                    <a:pt x="1355" y="1095"/>
                  </a:lnTo>
                  <a:lnTo>
                    <a:pt x="1321" y="1147"/>
                  </a:lnTo>
                  <a:lnTo>
                    <a:pt x="1284" y="1196"/>
                  </a:lnTo>
                  <a:lnTo>
                    <a:pt x="1242" y="1242"/>
                  </a:lnTo>
                  <a:lnTo>
                    <a:pt x="1196" y="1284"/>
                  </a:lnTo>
                  <a:lnTo>
                    <a:pt x="1147" y="1322"/>
                  </a:lnTo>
                  <a:lnTo>
                    <a:pt x="1094" y="1356"/>
                  </a:lnTo>
                  <a:lnTo>
                    <a:pt x="1039" y="1384"/>
                  </a:lnTo>
                  <a:lnTo>
                    <a:pt x="981" y="1409"/>
                  </a:lnTo>
                  <a:lnTo>
                    <a:pt x="921" y="1428"/>
                  </a:lnTo>
                  <a:lnTo>
                    <a:pt x="859" y="1443"/>
                  </a:lnTo>
                  <a:lnTo>
                    <a:pt x="794" y="1452"/>
                  </a:lnTo>
                  <a:lnTo>
                    <a:pt x="727" y="1455"/>
                  </a:lnTo>
                  <a:lnTo>
                    <a:pt x="662" y="1452"/>
                  </a:lnTo>
                  <a:lnTo>
                    <a:pt x="597" y="1443"/>
                  </a:lnTo>
                  <a:lnTo>
                    <a:pt x="535" y="1428"/>
                  </a:lnTo>
                  <a:lnTo>
                    <a:pt x="475" y="1409"/>
                  </a:lnTo>
                  <a:lnTo>
                    <a:pt x="416" y="1384"/>
                  </a:lnTo>
                  <a:lnTo>
                    <a:pt x="361" y="1356"/>
                  </a:lnTo>
                  <a:lnTo>
                    <a:pt x="309" y="1322"/>
                  </a:lnTo>
                  <a:lnTo>
                    <a:pt x="260" y="1284"/>
                  </a:lnTo>
                  <a:lnTo>
                    <a:pt x="213" y="1242"/>
                  </a:lnTo>
                  <a:lnTo>
                    <a:pt x="171" y="1196"/>
                  </a:lnTo>
                  <a:lnTo>
                    <a:pt x="134" y="1147"/>
                  </a:lnTo>
                  <a:lnTo>
                    <a:pt x="100" y="1095"/>
                  </a:lnTo>
                  <a:lnTo>
                    <a:pt x="70" y="1039"/>
                  </a:lnTo>
                  <a:lnTo>
                    <a:pt x="46" y="981"/>
                  </a:lnTo>
                  <a:lnTo>
                    <a:pt x="26" y="920"/>
                  </a:lnTo>
                  <a:lnTo>
                    <a:pt x="12" y="858"/>
                  </a:lnTo>
                  <a:lnTo>
                    <a:pt x="4" y="793"/>
                  </a:lnTo>
                  <a:lnTo>
                    <a:pt x="0" y="728"/>
                  </a:lnTo>
                  <a:lnTo>
                    <a:pt x="4" y="661"/>
                  </a:lnTo>
                  <a:lnTo>
                    <a:pt x="12" y="597"/>
                  </a:lnTo>
                  <a:lnTo>
                    <a:pt x="26" y="534"/>
                  </a:lnTo>
                  <a:lnTo>
                    <a:pt x="46" y="474"/>
                  </a:lnTo>
                  <a:lnTo>
                    <a:pt x="70" y="416"/>
                  </a:lnTo>
                  <a:lnTo>
                    <a:pt x="100" y="360"/>
                  </a:lnTo>
                  <a:lnTo>
                    <a:pt x="134" y="308"/>
                  </a:lnTo>
                  <a:lnTo>
                    <a:pt x="171" y="259"/>
                  </a:lnTo>
                  <a:lnTo>
                    <a:pt x="213" y="213"/>
                  </a:lnTo>
                  <a:lnTo>
                    <a:pt x="260" y="171"/>
                  </a:lnTo>
                  <a:lnTo>
                    <a:pt x="309" y="133"/>
                  </a:lnTo>
                  <a:lnTo>
                    <a:pt x="361" y="99"/>
                  </a:lnTo>
                  <a:lnTo>
                    <a:pt x="416" y="70"/>
                  </a:lnTo>
                  <a:lnTo>
                    <a:pt x="475" y="46"/>
                  </a:lnTo>
                  <a:lnTo>
                    <a:pt x="535" y="26"/>
                  </a:lnTo>
                  <a:lnTo>
                    <a:pt x="597" y="12"/>
                  </a:lnTo>
                  <a:lnTo>
                    <a:pt x="662" y="3"/>
                  </a:lnTo>
                  <a:lnTo>
                    <a:pt x="727" y="0"/>
                  </a:lnTo>
                  <a:close/>
                </a:path>
              </a:pathLst>
            </a:custGeom>
            <a:grpFill/>
            <a:ln w="0">
              <a:solidFill>
                <a:schemeClr val="bg1"/>
              </a:solidFill>
              <a:prstDash val="solid"/>
              <a:round/>
            </a:ln>
          </p:spPr>
          <p:txBody>
            <a:bodyPr vert="horz" wrap="square" lIns="91440" tIns="45720" rIns="91440" bIns="45720" numCol="1" anchor="t" anchorCtr="0" compatLnSpc="1"/>
            <a:lstStyle/>
            <a:p>
              <a:endParaRPr lang="en-US"/>
            </a:p>
          </p:txBody>
        </p:sp>
      </p:grpSp>
      <p:grpSp>
        <p:nvGrpSpPr>
          <p:cNvPr id="22" name="Group 48">
            <a:extLst>
              <a:ext uri="{FF2B5EF4-FFF2-40B4-BE49-F238E27FC236}">
                <a16:creationId xmlns:a16="http://schemas.microsoft.com/office/drawing/2014/main" id="{38644B9B-8C81-4ED9-9175-19FA401C4393}"/>
              </a:ext>
            </a:extLst>
          </p:cNvPr>
          <p:cNvGrpSpPr/>
          <p:nvPr/>
        </p:nvGrpSpPr>
        <p:grpSpPr>
          <a:xfrm>
            <a:off x="7757800" y="3686030"/>
            <a:ext cx="553733" cy="703280"/>
            <a:chOff x="9136063" y="1916113"/>
            <a:chExt cx="434976" cy="552451"/>
          </a:xfrm>
          <a:solidFill>
            <a:schemeClr val="bg1"/>
          </a:solidFill>
        </p:grpSpPr>
        <p:sp>
          <p:nvSpPr>
            <p:cNvPr id="100" name="Freeform 30">
              <a:extLst>
                <a:ext uri="{FF2B5EF4-FFF2-40B4-BE49-F238E27FC236}">
                  <a16:creationId xmlns:a16="http://schemas.microsoft.com/office/drawing/2014/main" id="{9D024ECD-8CCD-400D-87C5-2F59F6F0AE7A}"/>
                </a:ext>
              </a:extLst>
            </p:cNvPr>
            <p:cNvSpPr/>
            <p:nvPr/>
          </p:nvSpPr>
          <p:spPr bwMode="auto">
            <a:xfrm>
              <a:off x="9136063" y="1916113"/>
              <a:ext cx="425450" cy="455613"/>
            </a:xfrm>
            <a:custGeom>
              <a:avLst/>
              <a:gdLst>
                <a:gd name="T0" fmla="*/ 1511 w 2678"/>
                <a:gd name="T1" fmla="*/ 13 h 2875"/>
                <a:gd name="T2" fmla="*/ 1714 w 2678"/>
                <a:gd name="T3" fmla="*/ 104 h 2875"/>
                <a:gd name="T4" fmla="*/ 1862 w 2678"/>
                <a:gd name="T5" fmla="*/ 267 h 2875"/>
                <a:gd name="T6" fmla="*/ 1932 w 2678"/>
                <a:gd name="T7" fmla="*/ 480 h 2875"/>
                <a:gd name="T8" fmla="*/ 1926 w 2678"/>
                <a:gd name="T9" fmla="*/ 1135 h 2875"/>
                <a:gd name="T10" fmla="*/ 1857 w 2678"/>
                <a:gd name="T11" fmla="*/ 1263 h 2875"/>
                <a:gd name="T12" fmla="*/ 1881 w 2678"/>
                <a:gd name="T13" fmla="*/ 1754 h 2875"/>
                <a:gd name="T14" fmla="*/ 2031 w 2678"/>
                <a:gd name="T15" fmla="*/ 1836 h 2875"/>
                <a:gd name="T16" fmla="*/ 2226 w 2678"/>
                <a:gd name="T17" fmla="*/ 1956 h 2875"/>
                <a:gd name="T18" fmla="*/ 2447 w 2678"/>
                <a:gd name="T19" fmla="*/ 2110 h 2875"/>
                <a:gd name="T20" fmla="*/ 2616 w 2678"/>
                <a:gd name="T21" fmla="*/ 2258 h 2875"/>
                <a:gd name="T22" fmla="*/ 2676 w 2678"/>
                <a:gd name="T23" fmla="*/ 2406 h 2875"/>
                <a:gd name="T24" fmla="*/ 2668 w 2678"/>
                <a:gd name="T25" fmla="*/ 2840 h 2875"/>
                <a:gd name="T26" fmla="*/ 2608 w 2678"/>
                <a:gd name="T27" fmla="*/ 2875 h 2875"/>
                <a:gd name="T28" fmla="*/ 2547 w 2678"/>
                <a:gd name="T29" fmla="*/ 2840 h 2875"/>
                <a:gd name="T30" fmla="*/ 2534 w 2678"/>
                <a:gd name="T31" fmla="*/ 2416 h 2875"/>
                <a:gd name="T32" fmla="*/ 2470 w 2678"/>
                <a:gd name="T33" fmla="*/ 2307 h 2875"/>
                <a:gd name="T34" fmla="*/ 2258 w 2678"/>
                <a:gd name="T35" fmla="*/ 2147 h 2875"/>
                <a:gd name="T36" fmla="*/ 2058 w 2678"/>
                <a:gd name="T37" fmla="*/ 2016 h 2875"/>
                <a:gd name="T38" fmla="*/ 1890 w 2678"/>
                <a:gd name="T39" fmla="*/ 1918 h 2875"/>
                <a:gd name="T40" fmla="*/ 1774 w 2678"/>
                <a:gd name="T41" fmla="*/ 1857 h 2875"/>
                <a:gd name="T42" fmla="*/ 1709 w 2678"/>
                <a:gd name="T43" fmla="*/ 1815 h 2875"/>
                <a:gd name="T44" fmla="*/ 1689 w 2678"/>
                <a:gd name="T45" fmla="*/ 1255 h 2875"/>
                <a:gd name="T46" fmla="*/ 1721 w 2678"/>
                <a:gd name="T47" fmla="*/ 1197 h 2875"/>
                <a:gd name="T48" fmla="*/ 1785 w 2678"/>
                <a:gd name="T49" fmla="*/ 1113 h 2875"/>
                <a:gd name="T50" fmla="*/ 1791 w 2678"/>
                <a:gd name="T51" fmla="*/ 489 h 2875"/>
                <a:gd name="T52" fmla="*/ 1723 w 2678"/>
                <a:gd name="T53" fmla="*/ 312 h 2875"/>
                <a:gd name="T54" fmla="*/ 1582 w 2678"/>
                <a:gd name="T55" fmla="*/ 188 h 2875"/>
                <a:gd name="T56" fmla="*/ 1395 w 2678"/>
                <a:gd name="T57" fmla="*/ 140 h 2875"/>
                <a:gd name="T58" fmla="*/ 1138 w 2678"/>
                <a:gd name="T59" fmla="*/ 168 h 2875"/>
                <a:gd name="T60" fmla="*/ 984 w 2678"/>
                <a:gd name="T61" fmla="*/ 274 h 2875"/>
                <a:gd name="T62" fmla="*/ 895 w 2678"/>
                <a:gd name="T63" fmla="*/ 441 h 2875"/>
                <a:gd name="T64" fmla="*/ 885 w 2678"/>
                <a:gd name="T65" fmla="*/ 1086 h 2875"/>
                <a:gd name="T66" fmla="*/ 934 w 2678"/>
                <a:gd name="T67" fmla="*/ 1179 h 2875"/>
                <a:gd name="T68" fmla="*/ 985 w 2678"/>
                <a:gd name="T69" fmla="*/ 1237 h 2875"/>
                <a:gd name="T70" fmla="*/ 979 w 2678"/>
                <a:gd name="T71" fmla="*/ 1797 h 2875"/>
                <a:gd name="T72" fmla="*/ 922 w 2678"/>
                <a:gd name="T73" fmla="*/ 1847 h 2875"/>
                <a:gd name="T74" fmla="*/ 822 w 2678"/>
                <a:gd name="T75" fmla="*/ 1899 h 2875"/>
                <a:gd name="T76" fmla="*/ 665 w 2678"/>
                <a:gd name="T77" fmla="*/ 1988 h 2875"/>
                <a:gd name="T78" fmla="*/ 470 w 2678"/>
                <a:gd name="T79" fmla="*/ 2111 h 2875"/>
                <a:gd name="T80" fmla="*/ 259 w 2678"/>
                <a:gd name="T81" fmla="*/ 2264 h 2875"/>
                <a:gd name="T82" fmla="*/ 151 w 2678"/>
                <a:gd name="T83" fmla="*/ 2384 h 2875"/>
                <a:gd name="T84" fmla="*/ 137 w 2678"/>
                <a:gd name="T85" fmla="*/ 2823 h 2875"/>
                <a:gd name="T86" fmla="*/ 88 w 2678"/>
                <a:gd name="T87" fmla="*/ 2872 h 2875"/>
                <a:gd name="T88" fmla="*/ 19 w 2678"/>
                <a:gd name="T89" fmla="*/ 2854 h 2875"/>
                <a:gd name="T90" fmla="*/ 0 w 2678"/>
                <a:gd name="T91" fmla="*/ 2448 h 2875"/>
                <a:gd name="T92" fmla="*/ 39 w 2678"/>
                <a:gd name="T93" fmla="*/ 2292 h 2875"/>
                <a:gd name="T94" fmla="*/ 173 w 2678"/>
                <a:gd name="T95" fmla="*/ 2153 h 2875"/>
                <a:gd name="T96" fmla="*/ 397 w 2678"/>
                <a:gd name="T97" fmla="*/ 1992 h 2875"/>
                <a:gd name="T98" fmla="*/ 601 w 2678"/>
                <a:gd name="T99" fmla="*/ 1863 h 2875"/>
                <a:gd name="T100" fmla="*/ 765 w 2678"/>
                <a:gd name="T101" fmla="*/ 1771 h 2875"/>
                <a:gd name="T102" fmla="*/ 847 w 2678"/>
                <a:gd name="T103" fmla="*/ 1290 h 2875"/>
                <a:gd name="T104" fmla="*/ 762 w 2678"/>
                <a:gd name="T105" fmla="*/ 1169 h 2875"/>
                <a:gd name="T106" fmla="*/ 742 w 2678"/>
                <a:gd name="T107" fmla="*/ 539 h 2875"/>
                <a:gd name="T108" fmla="*/ 791 w 2678"/>
                <a:gd name="T109" fmla="*/ 316 h 2875"/>
                <a:gd name="T110" fmla="*/ 921 w 2678"/>
                <a:gd name="T111" fmla="*/ 139 h 2875"/>
                <a:gd name="T112" fmla="*/ 1112 w 2678"/>
                <a:gd name="T113" fmla="*/ 27 h 28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678" h="2875">
                  <a:moveTo>
                    <a:pt x="1282" y="0"/>
                  </a:moveTo>
                  <a:lnTo>
                    <a:pt x="1395" y="0"/>
                  </a:lnTo>
                  <a:lnTo>
                    <a:pt x="1454" y="3"/>
                  </a:lnTo>
                  <a:lnTo>
                    <a:pt x="1511" y="13"/>
                  </a:lnTo>
                  <a:lnTo>
                    <a:pt x="1566" y="27"/>
                  </a:lnTo>
                  <a:lnTo>
                    <a:pt x="1617" y="49"/>
                  </a:lnTo>
                  <a:lnTo>
                    <a:pt x="1667" y="74"/>
                  </a:lnTo>
                  <a:lnTo>
                    <a:pt x="1714" y="104"/>
                  </a:lnTo>
                  <a:lnTo>
                    <a:pt x="1757" y="139"/>
                  </a:lnTo>
                  <a:lnTo>
                    <a:pt x="1796" y="178"/>
                  </a:lnTo>
                  <a:lnTo>
                    <a:pt x="1831" y="220"/>
                  </a:lnTo>
                  <a:lnTo>
                    <a:pt x="1862" y="267"/>
                  </a:lnTo>
                  <a:lnTo>
                    <a:pt x="1887" y="316"/>
                  </a:lnTo>
                  <a:lnTo>
                    <a:pt x="1908" y="369"/>
                  </a:lnTo>
                  <a:lnTo>
                    <a:pt x="1923" y="424"/>
                  </a:lnTo>
                  <a:lnTo>
                    <a:pt x="1932" y="480"/>
                  </a:lnTo>
                  <a:lnTo>
                    <a:pt x="1936" y="539"/>
                  </a:lnTo>
                  <a:lnTo>
                    <a:pt x="1936" y="1060"/>
                  </a:lnTo>
                  <a:lnTo>
                    <a:pt x="1933" y="1098"/>
                  </a:lnTo>
                  <a:lnTo>
                    <a:pt x="1926" y="1135"/>
                  </a:lnTo>
                  <a:lnTo>
                    <a:pt x="1915" y="1169"/>
                  </a:lnTo>
                  <a:lnTo>
                    <a:pt x="1900" y="1203"/>
                  </a:lnTo>
                  <a:lnTo>
                    <a:pt x="1881" y="1235"/>
                  </a:lnTo>
                  <a:lnTo>
                    <a:pt x="1857" y="1263"/>
                  </a:lnTo>
                  <a:lnTo>
                    <a:pt x="1831" y="1290"/>
                  </a:lnTo>
                  <a:lnTo>
                    <a:pt x="1831" y="1728"/>
                  </a:lnTo>
                  <a:lnTo>
                    <a:pt x="1853" y="1739"/>
                  </a:lnTo>
                  <a:lnTo>
                    <a:pt x="1881" y="1754"/>
                  </a:lnTo>
                  <a:lnTo>
                    <a:pt x="1912" y="1771"/>
                  </a:lnTo>
                  <a:lnTo>
                    <a:pt x="1948" y="1791"/>
                  </a:lnTo>
                  <a:lnTo>
                    <a:pt x="1987" y="1812"/>
                  </a:lnTo>
                  <a:lnTo>
                    <a:pt x="2031" y="1836"/>
                  </a:lnTo>
                  <a:lnTo>
                    <a:pt x="2076" y="1863"/>
                  </a:lnTo>
                  <a:lnTo>
                    <a:pt x="2124" y="1892"/>
                  </a:lnTo>
                  <a:lnTo>
                    <a:pt x="2174" y="1923"/>
                  </a:lnTo>
                  <a:lnTo>
                    <a:pt x="2226" y="1956"/>
                  </a:lnTo>
                  <a:lnTo>
                    <a:pt x="2280" y="1992"/>
                  </a:lnTo>
                  <a:lnTo>
                    <a:pt x="2335" y="2030"/>
                  </a:lnTo>
                  <a:lnTo>
                    <a:pt x="2391" y="2069"/>
                  </a:lnTo>
                  <a:lnTo>
                    <a:pt x="2447" y="2110"/>
                  </a:lnTo>
                  <a:lnTo>
                    <a:pt x="2504" y="2153"/>
                  </a:lnTo>
                  <a:lnTo>
                    <a:pt x="2560" y="2199"/>
                  </a:lnTo>
                  <a:lnTo>
                    <a:pt x="2590" y="2227"/>
                  </a:lnTo>
                  <a:lnTo>
                    <a:pt x="2616" y="2258"/>
                  </a:lnTo>
                  <a:lnTo>
                    <a:pt x="2637" y="2292"/>
                  </a:lnTo>
                  <a:lnTo>
                    <a:pt x="2655" y="2328"/>
                  </a:lnTo>
                  <a:lnTo>
                    <a:pt x="2668" y="2366"/>
                  </a:lnTo>
                  <a:lnTo>
                    <a:pt x="2676" y="2406"/>
                  </a:lnTo>
                  <a:lnTo>
                    <a:pt x="2678" y="2448"/>
                  </a:lnTo>
                  <a:lnTo>
                    <a:pt x="2678" y="2805"/>
                  </a:lnTo>
                  <a:lnTo>
                    <a:pt x="2676" y="2823"/>
                  </a:lnTo>
                  <a:lnTo>
                    <a:pt x="2668" y="2840"/>
                  </a:lnTo>
                  <a:lnTo>
                    <a:pt x="2658" y="2855"/>
                  </a:lnTo>
                  <a:lnTo>
                    <a:pt x="2643" y="2865"/>
                  </a:lnTo>
                  <a:lnTo>
                    <a:pt x="2626" y="2873"/>
                  </a:lnTo>
                  <a:lnTo>
                    <a:pt x="2608" y="2875"/>
                  </a:lnTo>
                  <a:lnTo>
                    <a:pt x="2589" y="2873"/>
                  </a:lnTo>
                  <a:lnTo>
                    <a:pt x="2572" y="2865"/>
                  </a:lnTo>
                  <a:lnTo>
                    <a:pt x="2557" y="2855"/>
                  </a:lnTo>
                  <a:lnTo>
                    <a:pt x="2547" y="2840"/>
                  </a:lnTo>
                  <a:lnTo>
                    <a:pt x="2539" y="2823"/>
                  </a:lnTo>
                  <a:lnTo>
                    <a:pt x="2537" y="2805"/>
                  </a:lnTo>
                  <a:lnTo>
                    <a:pt x="2537" y="2448"/>
                  </a:lnTo>
                  <a:lnTo>
                    <a:pt x="2534" y="2416"/>
                  </a:lnTo>
                  <a:lnTo>
                    <a:pt x="2525" y="2385"/>
                  </a:lnTo>
                  <a:lnTo>
                    <a:pt x="2512" y="2356"/>
                  </a:lnTo>
                  <a:lnTo>
                    <a:pt x="2494" y="2331"/>
                  </a:lnTo>
                  <a:lnTo>
                    <a:pt x="2470" y="2307"/>
                  </a:lnTo>
                  <a:lnTo>
                    <a:pt x="2418" y="2265"/>
                  </a:lnTo>
                  <a:lnTo>
                    <a:pt x="2365" y="2224"/>
                  </a:lnTo>
                  <a:lnTo>
                    <a:pt x="2311" y="2185"/>
                  </a:lnTo>
                  <a:lnTo>
                    <a:pt x="2258" y="2147"/>
                  </a:lnTo>
                  <a:lnTo>
                    <a:pt x="2206" y="2111"/>
                  </a:lnTo>
                  <a:lnTo>
                    <a:pt x="2155" y="2077"/>
                  </a:lnTo>
                  <a:lnTo>
                    <a:pt x="2106" y="2046"/>
                  </a:lnTo>
                  <a:lnTo>
                    <a:pt x="2058" y="2016"/>
                  </a:lnTo>
                  <a:lnTo>
                    <a:pt x="2013" y="1989"/>
                  </a:lnTo>
                  <a:lnTo>
                    <a:pt x="1968" y="1963"/>
                  </a:lnTo>
                  <a:lnTo>
                    <a:pt x="1928" y="1939"/>
                  </a:lnTo>
                  <a:lnTo>
                    <a:pt x="1890" y="1918"/>
                  </a:lnTo>
                  <a:lnTo>
                    <a:pt x="1855" y="1899"/>
                  </a:lnTo>
                  <a:lnTo>
                    <a:pt x="1825" y="1882"/>
                  </a:lnTo>
                  <a:lnTo>
                    <a:pt x="1797" y="1869"/>
                  </a:lnTo>
                  <a:lnTo>
                    <a:pt x="1774" y="1857"/>
                  </a:lnTo>
                  <a:lnTo>
                    <a:pt x="1756" y="1848"/>
                  </a:lnTo>
                  <a:lnTo>
                    <a:pt x="1742" y="1841"/>
                  </a:lnTo>
                  <a:lnTo>
                    <a:pt x="1724" y="1830"/>
                  </a:lnTo>
                  <a:lnTo>
                    <a:pt x="1709" y="1815"/>
                  </a:lnTo>
                  <a:lnTo>
                    <a:pt x="1699" y="1798"/>
                  </a:lnTo>
                  <a:lnTo>
                    <a:pt x="1692" y="1778"/>
                  </a:lnTo>
                  <a:lnTo>
                    <a:pt x="1689" y="1757"/>
                  </a:lnTo>
                  <a:lnTo>
                    <a:pt x="1689" y="1255"/>
                  </a:lnTo>
                  <a:lnTo>
                    <a:pt x="1691" y="1238"/>
                  </a:lnTo>
                  <a:lnTo>
                    <a:pt x="1698" y="1222"/>
                  </a:lnTo>
                  <a:lnTo>
                    <a:pt x="1707" y="1207"/>
                  </a:lnTo>
                  <a:lnTo>
                    <a:pt x="1721" y="1197"/>
                  </a:lnTo>
                  <a:lnTo>
                    <a:pt x="1742" y="1179"/>
                  </a:lnTo>
                  <a:lnTo>
                    <a:pt x="1760" y="1159"/>
                  </a:lnTo>
                  <a:lnTo>
                    <a:pt x="1775" y="1137"/>
                  </a:lnTo>
                  <a:lnTo>
                    <a:pt x="1785" y="1113"/>
                  </a:lnTo>
                  <a:lnTo>
                    <a:pt x="1792" y="1086"/>
                  </a:lnTo>
                  <a:lnTo>
                    <a:pt x="1794" y="1060"/>
                  </a:lnTo>
                  <a:lnTo>
                    <a:pt x="1794" y="539"/>
                  </a:lnTo>
                  <a:lnTo>
                    <a:pt x="1791" y="489"/>
                  </a:lnTo>
                  <a:lnTo>
                    <a:pt x="1782" y="441"/>
                  </a:lnTo>
                  <a:lnTo>
                    <a:pt x="1767" y="395"/>
                  </a:lnTo>
                  <a:lnTo>
                    <a:pt x="1747" y="352"/>
                  </a:lnTo>
                  <a:lnTo>
                    <a:pt x="1723" y="312"/>
                  </a:lnTo>
                  <a:lnTo>
                    <a:pt x="1693" y="274"/>
                  </a:lnTo>
                  <a:lnTo>
                    <a:pt x="1660" y="241"/>
                  </a:lnTo>
                  <a:lnTo>
                    <a:pt x="1623" y="212"/>
                  </a:lnTo>
                  <a:lnTo>
                    <a:pt x="1582" y="188"/>
                  </a:lnTo>
                  <a:lnTo>
                    <a:pt x="1539" y="168"/>
                  </a:lnTo>
                  <a:lnTo>
                    <a:pt x="1493" y="153"/>
                  </a:lnTo>
                  <a:lnTo>
                    <a:pt x="1445" y="143"/>
                  </a:lnTo>
                  <a:lnTo>
                    <a:pt x="1395" y="140"/>
                  </a:lnTo>
                  <a:lnTo>
                    <a:pt x="1282" y="140"/>
                  </a:lnTo>
                  <a:lnTo>
                    <a:pt x="1233" y="143"/>
                  </a:lnTo>
                  <a:lnTo>
                    <a:pt x="1184" y="153"/>
                  </a:lnTo>
                  <a:lnTo>
                    <a:pt x="1138" y="168"/>
                  </a:lnTo>
                  <a:lnTo>
                    <a:pt x="1095" y="188"/>
                  </a:lnTo>
                  <a:lnTo>
                    <a:pt x="1055" y="212"/>
                  </a:lnTo>
                  <a:lnTo>
                    <a:pt x="1017" y="241"/>
                  </a:lnTo>
                  <a:lnTo>
                    <a:pt x="984" y="274"/>
                  </a:lnTo>
                  <a:lnTo>
                    <a:pt x="955" y="312"/>
                  </a:lnTo>
                  <a:lnTo>
                    <a:pt x="930" y="352"/>
                  </a:lnTo>
                  <a:lnTo>
                    <a:pt x="910" y="395"/>
                  </a:lnTo>
                  <a:lnTo>
                    <a:pt x="895" y="441"/>
                  </a:lnTo>
                  <a:lnTo>
                    <a:pt x="886" y="489"/>
                  </a:lnTo>
                  <a:lnTo>
                    <a:pt x="883" y="539"/>
                  </a:lnTo>
                  <a:lnTo>
                    <a:pt x="883" y="1059"/>
                  </a:lnTo>
                  <a:lnTo>
                    <a:pt x="885" y="1086"/>
                  </a:lnTo>
                  <a:lnTo>
                    <a:pt x="892" y="1113"/>
                  </a:lnTo>
                  <a:lnTo>
                    <a:pt x="903" y="1137"/>
                  </a:lnTo>
                  <a:lnTo>
                    <a:pt x="917" y="1159"/>
                  </a:lnTo>
                  <a:lnTo>
                    <a:pt x="934" y="1179"/>
                  </a:lnTo>
                  <a:lnTo>
                    <a:pt x="957" y="1196"/>
                  </a:lnTo>
                  <a:lnTo>
                    <a:pt x="969" y="1207"/>
                  </a:lnTo>
                  <a:lnTo>
                    <a:pt x="979" y="1221"/>
                  </a:lnTo>
                  <a:lnTo>
                    <a:pt x="985" y="1237"/>
                  </a:lnTo>
                  <a:lnTo>
                    <a:pt x="987" y="1254"/>
                  </a:lnTo>
                  <a:lnTo>
                    <a:pt x="987" y="1756"/>
                  </a:lnTo>
                  <a:lnTo>
                    <a:pt x="985" y="1777"/>
                  </a:lnTo>
                  <a:lnTo>
                    <a:pt x="979" y="1797"/>
                  </a:lnTo>
                  <a:lnTo>
                    <a:pt x="967" y="1814"/>
                  </a:lnTo>
                  <a:lnTo>
                    <a:pt x="954" y="1829"/>
                  </a:lnTo>
                  <a:lnTo>
                    <a:pt x="936" y="1840"/>
                  </a:lnTo>
                  <a:lnTo>
                    <a:pt x="922" y="1847"/>
                  </a:lnTo>
                  <a:lnTo>
                    <a:pt x="903" y="1856"/>
                  </a:lnTo>
                  <a:lnTo>
                    <a:pt x="881" y="1868"/>
                  </a:lnTo>
                  <a:lnTo>
                    <a:pt x="853" y="1882"/>
                  </a:lnTo>
                  <a:lnTo>
                    <a:pt x="822" y="1899"/>
                  </a:lnTo>
                  <a:lnTo>
                    <a:pt x="788" y="1918"/>
                  </a:lnTo>
                  <a:lnTo>
                    <a:pt x="749" y="1939"/>
                  </a:lnTo>
                  <a:lnTo>
                    <a:pt x="708" y="1963"/>
                  </a:lnTo>
                  <a:lnTo>
                    <a:pt x="665" y="1988"/>
                  </a:lnTo>
                  <a:lnTo>
                    <a:pt x="619" y="2015"/>
                  </a:lnTo>
                  <a:lnTo>
                    <a:pt x="571" y="2046"/>
                  </a:lnTo>
                  <a:lnTo>
                    <a:pt x="522" y="2077"/>
                  </a:lnTo>
                  <a:lnTo>
                    <a:pt x="470" y="2111"/>
                  </a:lnTo>
                  <a:lnTo>
                    <a:pt x="419" y="2146"/>
                  </a:lnTo>
                  <a:lnTo>
                    <a:pt x="366" y="2184"/>
                  </a:lnTo>
                  <a:lnTo>
                    <a:pt x="313" y="2223"/>
                  </a:lnTo>
                  <a:lnTo>
                    <a:pt x="259" y="2264"/>
                  </a:lnTo>
                  <a:lnTo>
                    <a:pt x="206" y="2306"/>
                  </a:lnTo>
                  <a:lnTo>
                    <a:pt x="183" y="2329"/>
                  </a:lnTo>
                  <a:lnTo>
                    <a:pt x="165" y="2356"/>
                  </a:lnTo>
                  <a:lnTo>
                    <a:pt x="151" y="2384"/>
                  </a:lnTo>
                  <a:lnTo>
                    <a:pt x="143" y="2415"/>
                  </a:lnTo>
                  <a:lnTo>
                    <a:pt x="140" y="2448"/>
                  </a:lnTo>
                  <a:lnTo>
                    <a:pt x="140" y="2804"/>
                  </a:lnTo>
                  <a:lnTo>
                    <a:pt x="137" y="2823"/>
                  </a:lnTo>
                  <a:lnTo>
                    <a:pt x="130" y="2840"/>
                  </a:lnTo>
                  <a:lnTo>
                    <a:pt x="119" y="2854"/>
                  </a:lnTo>
                  <a:lnTo>
                    <a:pt x="105" y="2864"/>
                  </a:lnTo>
                  <a:lnTo>
                    <a:pt x="88" y="2872"/>
                  </a:lnTo>
                  <a:lnTo>
                    <a:pt x="70" y="2875"/>
                  </a:lnTo>
                  <a:lnTo>
                    <a:pt x="51" y="2872"/>
                  </a:lnTo>
                  <a:lnTo>
                    <a:pt x="34" y="2865"/>
                  </a:lnTo>
                  <a:lnTo>
                    <a:pt x="19" y="2854"/>
                  </a:lnTo>
                  <a:lnTo>
                    <a:pt x="8" y="2840"/>
                  </a:lnTo>
                  <a:lnTo>
                    <a:pt x="2" y="2823"/>
                  </a:lnTo>
                  <a:lnTo>
                    <a:pt x="0" y="2805"/>
                  </a:lnTo>
                  <a:lnTo>
                    <a:pt x="0" y="2448"/>
                  </a:lnTo>
                  <a:lnTo>
                    <a:pt x="2" y="2406"/>
                  </a:lnTo>
                  <a:lnTo>
                    <a:pt x="10" y="2366"/>
                  </a:lnTo>
                  <a:lnTo>
                    <a:pt x="22" y="2328"/>
                  </a:lnTo>
                  <a:lnTo>
                    <a:pt x="39" y="2292"/>
                  </a:lnTo>
                  <a:lnTo>
                    <a:pt x="61" y="2258"/>
                  </a:lnTo>
                  <a:lnTo>
                    <a:pt x="87" y="2227"/>
                  </a:lnTo>
                  <a:lnTo>
                    <a:pt x="117" y="2199"/>
                  </a:lnTo>
                  <a:lnTo>
                    <a:pt x="173" y="2153"/>
                  </a:lnTo>
                  <a:lnTo>
                    <a:pt x="229" y="2110"/>
                  </a:lnTo>
                  <a:lnTo>
                    <a:pt x="286" y="2069"/>
                  </a:lnTo>
                  <a:lnTo>
                    <a:pt x="343" y="2030"/>
                  </a:lnTo>
                  <a:lnTo>
                    <a:pt x="397" y="1992"/>
                  </a:lnTo>
                  <a:lnTo>
                    <a:pt x="450" y="1956"/>
                  </a:lnTo>
                  <a:lnTo>
                    <a:pt x="503" y="1923"/>
                  </a:lnTo>
                  <a:lnTo>
                    <a:pt x="554" y="1892"/>
                  </a:lnTo>
                  <a:lnTo>
                    <a:pt x="601" y="1863"/>
                  </a:lnTo>
                  <a:lnTo>
                    <a:pt x="647" y="1836"/>
                  </a:lnTo>
                  <a:lnTo>
                    <a:pt x="690" y="1812"/>
                  </a:lnTo>
                  <a:lnTo>
                    <a:pt x="729" y="1791"/>
                  </a:lnTo>
                  <a:lnTo>
                    <a:pt x="765" y="1771"/>
                  </a:lnTo>
                  <a:lnTo>
                    <a:pt x="797" y="1754"/>
                  </a:lnTo>
                  <a:lnTo>
                    <a:pt x="825" y="1739"/>
                  </a:lnTo>
                  <a:lnTo>
                    <a:pt x="847" y="1728"/>
                  </a:lnTo>
                  <a:lnTo>
                    <a:pt x="847" y="1290"/>
                  </a:lnTo>
                  <a:lnTo>
                    <a:pt x="820" y="1263"/>
                  </a:lnTo>
                  <a:lnTo>
                    <a:pt x="797" y="1235"/>
                  </a:lnTo>
                  <a:lnTo>
                    <a:pt x="778" y="1203"/>
                  </a:lnTo>
                  <a:lnTo>
                    <a:pt x="762" y="1169"/>
                  </a:lnTo>
                  <a:lnTo>
                    <a:pt x="752" y="1134"/>
                  </a:lnTo>
                  <a:lnTo>
                    <a:pt x="744" y="1098"/>
                  </a:lnTo>
                  <a:lnTo>
                    <a:pt x="742" y="1060"/>
                  </a:lnTo>
                  <a:lnTo>
                    <a:pt x="742" y="539"/>
                  </a:lnTo>
                  <a:lnTo>
                    <a:pt x="745" y="481"/>
                  </a:lnTo>
                  <a:lnTo>
                    <a:pt x="755" y="424"/>
                  </a:lnTo>
                  <a:lnTo>
                    <a:pt x="770" y="369"/>
                  </a:lnTo>
                  <a:lnTo>
                    <a:pt x="791" y="316"/>
                  </a:lnTo>
                  <a:lnTo>
                    <a:pt x="816" y="268"/>
                  </a:lnTo>
                  <a:lnTo>
                    <a:pt x="847" y="221"/>
                  </a:lnTo>
                  <a:lnTo>
                    <a:pt x="882" y="178"/>
                  </a:lnTo>
                  <a:lnTo>
                    <a:pt x="921" y="139"/>
                  </a:lnTo>
                  <a:lnTo>
                    <a:pt x="963" y="104"/>
                  </a:lnTo>
                  <a:lnTo>
                    <a:pt x="1010" y="74"/>
                  </a:lnTo>
                  <a:lnTo>
                    <a:pt x="1059" y="49"/>
                  </a:lnTo>
                  <a:lnTo>
                    <a:pt x="1112" y="27"/>
                  </a:lnTo>
                  <a:lnTo>
                    <a:pt x="1167" y="13"/>
                  </a:lnTo>
                  <a:lnTo>
                    <a:pt x="1223" y="3"/>
                  </a:lnTo>
                  <a:lnTo>
                    <a:pt x="1282" y="0"/>
                  </a:lnTo>
                  <a:close/>
                </a:path>
              </a:pathLst>
            </a:custGeom>
            <a:grpFill/>
            <a:ln w="0">
              <a:solidFill>
                <a:schemeClr val="bg1"/>
              </a:solidFill>
              <a:prstDash val="solid"/>
              <a:round/>
            </a:ln>
          </p:spPr>
          <p:txBody>
            <a:bodyPr vert="horz" wrap="square" lIns="91440" tIns="45720" rIns="91440" bIns="45720" numCol="1" anchor="t" anchorCtr="0" compatLnSpc="1"/>
            <a:lstStyle/>
            <a:p>
              <a:endParaRPr lang="en-US"/>
            </a:p>
          </p:txBody>
        </p:sp>
        <p:sp>
          <p:nvSpPr>
            <p:cNvPr id="101" name="Freeform 31">
              <a:extLst>
                <a:ext uri="{FF2B5EF4-FFF2-40B4-BE49-F238E27FC236}">
                  <a16:creationId xmlns:a16="http://schemas.microsoft.com/office/drawing/2014/main" id="{1A288F34-2635-413E-86D8-FB05A286B815}"/>
                </a:ext>
              </a:extLst>
            </p:cNvPr>
            <p:cNvSpPr>
              <a:spLocks noEditPoints="1"/>
            </p:cNvSpPr>
            <p:nvPr/>
          </p:nvSpPr>
          <p:spPr bwMode="auto">
            <a:xfrm>
              <a:off x="9309101" y="2206626"/>
              <a:ext cx="77788" cy="261938"/>
            </a:xfrm>
            <a:custGeom>
              <a:avLst/>
              <a:gdLst>
                <a:gd name="T0" fmla="*/ 144 w 487"/>
                <a:gd name="T1" fmla="*/ 1400 h 1649"/>
                <a:gd name="T2" fmla="*/ 334 w 487"/>
                <a:gd name="T3" fmla="*/ 1398 h 1649"/>
                <a:gd name="T4" fmla="*/ 264 w 487"/>
                <a:gd name="T5" fmla="*/ 312 h 1649"/>
                <a:gd name="T6" fmla="*/ 217 w 487"/>
                <a:gd name="T7" fmla="*/ 311 h 1649"/>
                <a:gd name="T8" fmla="*/ 71 w 487"/>
                <a:gd name="T9" fmla="*/ 0 h 1649"/>
                <a:gd name="T10" fmla="*/ 107 w 487"/>
                <a:gd name="T11" fmla="*/ 9 h 1649"/>
                <a:gd name="T12" fmla="*/ 132 w 487"/>
                <a:gd name="T13" fmla="*/ 33 h 1649"/>
                <a:gd name="T14" fmla="*/ 142 w 487"/>
                <a:gd name="T15" fmla="*/ 69 h 1649"/>
                <a:gd name="T16" fmla="*/ 152 w 487"/>
                <a:gd name="T17" fmla="*/ 115 h 1649"/>
                <a:gd name="T18" fmla="*/ 180 w 487"/>
                <a:gd name="T19" fmla="*/ 149 h 1649"/>
                <a:gd name="T20" fmla="*/ 221 w 487"/>
                <a:gd name="T21" fmla="*/ 169 h 1649"/>
                <a:gd name="T22" fmla="*/ 264 w 487"/>
                <a:gd name="T23" fmla="*/ 169 h 1649"/>
                <a:gd name="T24" fmla="*/ 301 w 487"/>
                <a:gd name="T25" fmla="*/ 154 h 1649"/>
                <a:gd name="T26" fmla="*/ 309 w 487"/>
                <a:gd name="T27" fmla="*/ 147 h 1649"/>
                <a:gd name="T28" fmla="*/ 327 w 487"/>
                <a:gd name="T29" fmla="*/ 128 h 1649"/>
                <a:gd name="T30" fmla="*/ 344 w 487"/>
                <a:gd name="T31" fmla="*/ 91 h 1649"/>
                <a:gd name="T32" fmla="*/ 348 w 487"/>
                <a:gd name="T33" fmla="*/ 50 h 1649"/>
                <a:gd name="T34" fmla="*/ 366 w 487"/>
                <a:gd name="T35" fmla="*/ 20 h 1649"/>
                <a:gd name="T36" fmla="*/ 398 w 487"/>
                <a:gd name="T37" fmla="*/ 2 h 1649"/>
                <a:gd name="T38" fmla="*/ 435 w 487"/>
                <a:gd name="T39" fmla="*/ 2 h 1649"/>
                <a:gd name="T40" fmla="*/ 466 w 487"/>
                <a:gd name="T41" fmla="*/ 20 h 1649"/>
                <a:gd name="T42" fmla="*/ 484 w 487"/>
                <a:gd name="T43" fmla="*/ 50 h 1649"/>
                <a:gd name="T44" fmla="*/ 484 w 487"/>
                <a:gd name="T45" fmla="*/ 106 h 1649"/>
                <a:gd name="T46" fmla="*/ 463 w 487"/>
                <a:gd name="T47" fmla="*/ 175 h 1649"/>
                <a:gd name="T48" fmla="*/ 423 w 487"/>
                <a:gd name="T49" fmla="*/ 233 h 1649"/>
                <a:gd name="T50" fmla="*/ 477 w 487"/>
                <a:gd name="T51" fmla="*/ 1439 h 1649"/>
                <a:gd name="T52" fmla="*/ 464 w 487"/>
                <a:gd name="T53" fmla="*/ 1468 h 1649"/>
                <a:gd name="T54" fmla="*/ 286 w 487"/>
                <a:gd name="T55" fmla="*/ 1631 h 1649"/>
                <a:gd name="T56" fmla="*/ 256 w 487"/>
                <a:gd name="T57" fmla="*/ 1647 h 1649"/>
                <a:gd name="T58" fmla="*/ 222 w 487"/>
                <a:gd name="T59" fmla="*/ 1647 h 1649"/>
                <a:gd name="T60" fmla="*/ 192 w 487"/>
                <a:gd name="T61" fmla="*/ 1631 h 1649"/>
                <a:gd name="T62" fmla="*/ 16 w 487"/>
                <a:gd name="T63" fmla="*/ 1471 h 1649"/>
                <a:gd name="T64" fmla="*/ 4 w 487"/>
                <a:gd name="T65" fmla="*/ 1442 h 1649"/>
                <a:gd name="T66" fmla="*/ 55 w 487"/>
                <a:gd name="T67" fmla="*/ 221 h 1649"/>
                <a:gd name="T68" fmla="*/ 21 w 487"/>
                <a:gd name="T69" fmla="*/ 166 h 1649"/>
                <a:gd name="T70" fmla="*/ 3 w 487"/>
                <a:gd name="T71" fmla="*/ 103 h 1649"/>
                <a:gd name="T72" fmla="*/ 3 w 487"/>
                <a:gd name="T73" fmla="*/ 50 h 1649"/>
                <a:gd name="T74" fmla="*/ 21 w 487"/>
                <a:gd name="T75" fmla="*/ 20 h 1649"/>
                <a:gd name="T76" fmla="*/ 52 w 487"/>
                <a:gd name="T77" fmla="*/ 2 h 1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87" h="1649">
                  <a:moveTo>
                    <a:pt x="191" y="307"/>
                  </a:moveTo>
                  <a:lnTo>
                    <a:pt x="144" y="1400"/>
                  </a:lnTo>
                  <a:lnTo>
                    <a:pt x="238" y="1484"/>
                  </a:lnTo>
                  <a:lnTo>
                    <a:pt x="334" y="1398"/>
                  </a:lnTo>
                  <a:lnTo>
                    <a:pt x="284" y="309"/>
                  </a:lnTo>
                  <a:lnTo>
                    <a:pt x="264" y="312"/>
                  </a:lnTo>
                  <a:lnTo>
                    <a:pt x="243" y="313"/>
                  </a:lnTo>
                  <a:lnTo>
                    <a:pt x="217" y="311"/>
                  </a:lnTo>
                  <a:lnTo>
                    <a:pt x="191" y="307"/>
                  </a:lnTo>
                  <a:close/>
                  <a:moveTo>
                    <a:pt x="71" y="0"/>
                  </a:moveTo>
                  <a:lnTo>
                    <a:pt x="90" y="2"/>
                  </a:lnTo>
                  <a:lnTo>
                    <a:pt x="107" y="9"/>
                  </a:lnTo>
                  <a:lnTo>
                    <a:pt x="121" y="20"/>
                  </a:lnTo>
                  <a:lnTo>
                    <a:pt x="132" y="33"/>
                  </a:lnTo>
                  <a:lnTo>
                    <a:pt x="139" y="50"/>
                  </a:lnTo>
                  <a:lnTo>
                    <a:pt x="142" y="69"/>
                  </a:lnTo>
                  <a:lnTo>
                    <a:pt x="144" y="94"/>
                  </a:lnTo>
                  <a:lnTo>
                    <a:pt x="152" y="115"/>
                  </a:lnTo>
                  <a:lnTo>
                    <a:pt x="164" y="134"/>
                  </a:lnTo>
                  <a:lnTo>
                    <a:pt x="180" y="149"/>
                  </a:lnTo>
                  <a:lnTo>
                    <a:pt x="199" y="161"/>
                  </a:lnTo>
                  <a:lnTo>
                    <a:pt x="221" y="169"/>
                  </a:lnTo>
                  <a:lnTo>
                    <a:pt x="244" y="172"/>
                  </a:lnTo>
                  <a:lnTo>
                    <a:pt x="264" y="169"/>
                  </a:lnTo>
                  <a:lnTo>
                    <a:pt x="283" y="163"/>
                  </a:lnTo>
                  <a:lnTo>
                    <a:pt x="301" y="154"/>
                  </a:lnTo>
                  <a:lnTo>
                    <a:pt x="305" y="150"/>
                  </a:lnTo>
                  <a:lnTo>
                    <a:pt x="309" y="147"/>
                  </a:lnTo>
                  <a:lnTo>
                    <a:pt x="313" y="144"/>
                  </a:lnTo>
                  <a:lnTo>
                    <a:pt x="327" y="128"/>
                  </a:lnTo>
                  <a:lnTo>
                    <a:pt x="337" y="111"/>
                  </a:lnTo>
                  <a:lnTo>
                    <a:pt x="344" y="91"/>
                  </a:lnTo>
                  <a:lnTo>
                    <a:pt x="346" y="69"/>
                  </a:lnTo>
                  <a:lnTo>
                    <a:pt x="348" y="50"/>
                  </a:lnTo>
                  <a:lnTo>
                    <a:pt x="355" y="33"/>
                  </a:lnTo>
                  <a:lnTo>
                    <a:pt x="366" y="20"/>
                  </a:lnTo>
                  <a:lnTo>
                    <a:pt x="381" y="9"/>
                  </a:lnTo>
                  <a:lnTo>
                    <a:pt x="398" y="2"/>
                  </a:lnTo>
                  <a:lnTo>
                    <a:pt x="417" y="0"/>
                  </a:lnTo>
                  <a:lnTo>
                    <a:pt x="435" y="2"/>
                  </a:lnTo>
                  <a:lnTo>
                    <a:pt x="451" y="9"/>
                  </a:lnTo>
                  <a:lnTo>
                    <a:pt x="466" y="20"/>
                  </a:lnTo>
                  <a:lnTo>
                    <a:pt x="477" y="33"/>
                  </a:lnTo>
                  <a:lnTo>
                    <a:pt x="484" y="50"/>
                  </a:lnTo>
                  <a:lnTo>
                    <a:pt x="487" y="69"/>
                  </a:lnTo>
                  <a:lnTo>
                    <a:pt x="484" y="106"/>
                  </a:lnTo>
                  <a:lnTo>
                    <a:pt x="477" y="142"/>
                  </a:lnTo>
                  <a:lnTo>
                    <a:pt x="463" y="175"/>
                  </a:lnTo>
                  <a:lnTo>
                    <a:pt x="445" y="205"/>
                  </a:lnTo>
                  <a:lnTo>
                    <a:pt x="423" y="233"/>
                  </a:lnTo>
                  <a:lnTo>
                    <a:pt x="478" y="1424"/>
                  </a:lnTo>
                  <a:lnTo>
                    <a:pt x="477" y="1439"/>
                  </a:lnTo>
                  <a:lnTo>
                    <a:pt x="472" y="1454"/>
                  </a:lnTo>
                  <a:lnTo>
                    <a:pt x="464" y="1468"/>
                  </a:lnTo>
                  <a:lnTo>
                    <a:pt x="454" y="1479"/>
                  </a:lnTo>
                  <a:lnTo>
                    <a:pt x="286" y="1631"/>
                  </a:lnTo>
                  <a:lnTo>
                    <a:pt x="272" y="1641"/>
                  </a:lnTo>
                  <a:lnTo>
                    <a:pt x="256" y="1647"/>
                  </a:lnTo>
                  <a:lnTo>
                    <a:pt x="239" y="1649"/>
                  </a:lnTo>
                  <a:lnTo>
                    <a:pt x="222" y="1647"/>
                  </a:lnTo>
                  <a:lnTo>
                    <a:pt x="206" y="1642"/>
                  </a:lnTo>
                  <a:lnTo>
                    <a:pt x="192" y="1631"/>
                  </a:lnTo>
                  <a:lnTo>
                    <a:pt x="27" y="1482"/>
                  </a:lnTo>
                  <a:lnTo>
                    <a:pt x="16" y="1471"/>
                  </a:lnTo>
                  <a:lnTo>
                    <a:pt x="9" y="1457"/>
                  </a:lnTo>
                  <a:lnTo>
                    <a:pt x="4" y="1442"/>
                  </a:lnTo>
                  <a:lnTo>
                    <a:pt x="2" y="1426"/>
                  </a:lnTo>
                  <a:lnTo>
                    <a:pt x="55" y="221"/>
                  </a:lnTo>
                  <a:lnTo>
                    <a:pt x="36" y="195"/>
                  </a:lnTo>
                  <a:lnTo>
                    <a:pt x="21" y="166"/>
                  </a:lnTo>
                  <a:lnTo>
                    <a:pt x="10" y="136"/>
                  </a:lnTo>
                  <a:lnTo>
                    <a:pt x="3" y="103"/>
                  </a:lnTo>
                  <a:lnTo>
                    <a:pt x="0" y="69"/>
                  </a:lnTo>
                  <a:lnTo>
                    <a:pt x="3" y="50"/>
                  </a:lnTo>
                  <a:lnTo>
                    <a:pt x="10" y="33"/>
                  </a:lnTo>
                  <a:lnTo>
                    <a:pt x="21" y="20"/>
                  </a:lnTo>
                  <a:lnTo>
                    <a:pt x="35" y="9"/>
                  </a:lnTo>
                  <a:lnTo>
                    <a:pt x="52" y="2"/>
                  </a:lnTo>
                  <a:lnTo>
                    <a:pt x="71" y="0"/>
                  </a:lnTo>
                  <a:close/>
                </a:path>
              </a:pathLst>
            </a:custGeom>
            <a:grpFill/>
            <a:ln w="0">
              <a:solidFill>
                <a:schemeClr val="bg1"/>
              </a:solidFill>
              <a:prstDash val="solid"/>
              <a:round/>
            </a:ln>
          </p:spPr>
          <p:txBody>
            <a:bodyPr vert="horz" wrap="square" lIns="91440" tIns="45720" rIns="91440" bIns="45720" numCol="1" anchor="t" anchorCtr="0" compatLnSpc="1"/>
            <a:lstStyle/>
            <a:p>
              <a:endParaRPr lang="en-US"/>
            </a:p>
          </p:txBody>
        </p:sp>
        <p:sp>
          <p:nvSpPr>
            <p:cNvPr id="102" name="Freeform 32">
              <a:extLst>
                <a:ext uri="{FF2B5EF4-FFF2-40B4-BE49-F238E27FC236}">
                  <a16:creationId xmlns:a16="http://schemas.microsoft.com/office/drawing/2014/main" id="{B666AC5A-2AA2-48BB-BE6F-74DF403F0577}"/>
                </a:ext>
              </a:extLst>
            </p:cNvPr>
            <p:cNvSpPr/>
            <p:nvPr/>
          </p:nvSpPr>
          <p:spPr bwMode="auto">
            <a:xfrm>
              <a:off x="9474201" y="2038351"/>
              <a:ext cx="96838" cy="174625"/>
            </a:xfrm>
            <a:custGeom>
              <a:avLst/>
              <a:gdLst>
                <a:gd name="T0" fmla="*/ 326 w 612"/>
                <a:gd name="T1" fmla="*/ 2 h 1095"/>
                <a:gd name="T2" fmla="*/ 356 w 612"/>
                <a:gd name="T3" fmla="*/ 20 h 1095"/>
                <a:gd name="T4" fmla="*/ 374 w 612"/>
                <a:gd name="T5" fmla="*/ 51 h 1095"/>
                <a:gd name="T6" fmla="*/ 377 w 612"/>
                <a:gd name="T7" fmla="*/ 154 h 1095"/>
                <a:gd name="T8" fmla="*/ 512 w 612"/>
                <a:gd name="T9" fmla="*/ 157 h 1095"/>
                <a:gd name="T10" fmla="*/ 543 w 612"/>
                <a:gd name="T11" fmla="*/ 175 h 1095"/>
                <a:gd name="T12" fmla="*/ 561 w 612"/>
                <a:gd name="T13" fmla="*/ 205 h 1095"/>
                <a:gd name="T14" fmla="*/ 561 w 612"/>
                <a:gd name="T15" fmla="*/ 243 h 1095"/>
                <a:gd name="T16" fmla="*/ 543 w 612"/>
                <a:gd name="T17" fmla="*/ 274 h 1095"/>
                <a:gd name="T18" fmla="*/ 512 w 612"/>
                <a:gd name="T19" fmla="*/ 292 h 1095"/>
                <a:gd name="T20" fmla="*/ 233 w 612"/>
                <a:gd name="T21" fmla="*/ 295 h 1095"/>
                <a:gd name="T22" fmla="*/ 187 w 612"/>
                <a:gd name="T23" fmla="*/ 307 h 1095"/>
                <a:gd name="T24" fmla="*/ 153 w 612"/>
                <a:gd name="T25" fmla="*/ 339 h 1095"/>
                <a:gd name="T26" fmla="*/ 142 w 612"/>
                <a:gd name="T27" fmla="*/ 386 h 1095"/>
                <a:gd name="T28" fmla="*/ 150 w 612"/>
                <a:gd name="T29" fmla="*/ 425 h 1095"/>
                <a:gd name="T30" fmla="*/ 175 w 612"/>
                <a:gd name="T31" fmla="*/ 456 h 1095"/>
                <a:gd name="T32" fmla="*/ 211 w 612"/>
                <a:gd name="T33" fmla="*/ 474 h 1095"/>
                <a:gd name="T34" fmla="*/ 379 w 612"/>
                <a:gd name="T35" fmla="*/ 476 h 1095"/>
                <a:gd name="T36" fmla="*/ 453 w 612"/>
                <a:gd name="T37" fmla="*/ 488 h 1095"/>
                <a:gd name="T38" fmla="*/ 517 w 612"/>
                <a:gd name="T39" fmla="*/ 521 h 1095"/>
                <a:gd name="T40" fmla="*/ 567 w 612"/>
                <a:gd name="T41" fmla="*/ 571 h 1095"/>
                <a:gd name="T42" fmla="*/ 600 w 612"/>
                <a:gd name="T43" fmla="*/ 635 h 1095"/>
                <a:gd name="T44" fmla="*/ 612 w 612"/>
                <a:gd name="T45" fmla="*/ 707 h 1095"/>
                <a:gd name="T46" fmla="*/ 600 w 612"/>
                <a:gd name="T47" fmla="*/ 781 h 1095"/>
                <a:gd name="T48" fmla="*/ 567 w 612"/>
                <a:gd name="T49" fmla="*/ 845 h 1095"/>
                <a:gd name="T50" fmla="*/ 517 w 612"/>
                <a:gd name="T51" fmla="*/ 895 h 1095"/>
                <a:gd name="T52" fmla="*/ 453 w 612"/>
                <a:gd name="T53" fmla="*/ 928 h 1095"/>
                <a:gd name="T54" fmla="*/ 379 w 612"/>
                <a:gd name="T55" fmla="*/ 939 h 1095"/>
                <a:gd name="T56" fmla="*/ 376 w 612"/>
                <a:gd name="T57" fmla="*/ 1026 h 1095"/>
                <a:gd name="T58" fmla="*/ 367 w 612"/>
                <a:gd name="T59" fmla="*/ 1061 h 1095"/>
                <a:gd name="T60" fmla="*/ 341 w 612"/>
                <a:gd name="T61" fmla="*/ 1086 h 1095"/>
                <a:gd name="T62" fmla="*/ 305 w 612"/>
                <a:gd name="T63" fmla="*/ 1095 h 1095"/>
                <a:gd name="T64" fmla="*/ 270 w 612"/>
                <a:gd name="T65" fmla="*/ 1086 h 1095"/>
                <a:gd name="T66" fmla="*/ 245 w 612"/>
                <a:gd name="T67" fmla="*/ 1061 h 1095"/>
                <a:gd name="T68" fmla="*/ 236 w 612"/>
                <a:gd name="T69" fmla="*/ 1026 h 1095"/>
                <a:gd name="T70" fmla="*/ 114 w 612"/>
                <a:gd name="T71" fmla="*/ 939 h 1095"/>
                <a:gd name="T72" fmla="*/ 78 w 612"/>
                <a:gd name="T73" fmla="*/ 930 h 1095"/>
                <a:gd name="T74" fmla="*/ 53 w 612"/>
                <a:gd name="T75" fmla="*/ 905 h 1095"/>
                <a:gd name="T76" fmla="*/ 43 w 612"/>
                <a:gd name="T77" fmla="*/ 869 h 1095"/>
                <a:gd name="T78" fmla="*/ 53 w 612"/>
                <a:gd name="T79" fmla="*/ 834 h 1095"/>
                <a:gd name="T80" fmla="*/ 78 w 612"/>
                <a:gd name="T81" fmla="*/ 809 h 1095"/>
                <a:gd name="T82" fmla="*/ 114 w 612"/>
                <a:gd name="T83" fmla="*/ 799 h 1095"/>
                <a:gd name="T84" fmla="*/ 404 w 612"/>
                <a:gd name="T85" fmla="*/ 796 h 1095"/>
                <a:gd name="T86" fmla="*/ 444 w 612"/>
                <a:gd name="T87" fmla="*/ 772 h 1095"/>
                <a:gd name="T88" fmla="*/ 467 w 612"/>
                <a:gd name="T89" fmla="*/ 732 h 1095"/>
                <a:gd name="T90" fmla="*/ 468 w 612"/>
                <a:gd name="T91" fmla="*/ 687 h 1095"/>
                <a:gd name="T92" fmla="*/ 451 w 612"/>
                <a:gd name="T93" fmla="*/ 652 h 1095"/>
                <a:gd name="T94" fmla="*/ 420 w 612"/>
                <a:gd name="T95" fmla="*/ 626 h 1095"/>
                <a:gd name="T96" fmla="*/ 379 w 612"/>
                <a:gd name="T97" fmla="*/ 617 h 1095"/>
                <a:gd name="T98" fmla="*/ 194 w 612"/>
                <a:gd name="T99" fmla="*/ 614 h 1095"/>
                <a:gd name="T100" fmla="*/ 126 w 612"/>
                <a:gd name="T101" fmla="*/ 591 h 1095"/>
                <a:gd name="T102" fmla="*/ 69 w 612"/>
                <a:gd name="T103" fmla="*/ 549 h 1095"/>
                <a:gd name="T104" fmla="*/ 26 w 612"/>
                <a:gd name="T105" fmla="*/ 492 h 1095"/>
                <a:gd name="T106" fmla="*/ 3 w 612"/>
                <a:gd name="T107" fmla="*/ 423 h 1095"/>
                <a:gd name="T108" fmla="*/ 3 w 612"/>
                <a:gd name="T109" fmla="*/ 348 h 1095"/>
                <a:gd name="T110" fmla="*/ 26 w 612"/>
                <a:gd name="T111" fmla="*/ 279 h 1095"/>
                <a:gd name="T112" fmla="*/ 69 w 612"/>
                <a:gd name="T113" fmla="*/ 221 h 1095"/>
                <a:gd name="T114" fmla="*/ 126 w 612"/>
                <a:gd name="T115" fmla="*/ 180 h 1095"/>
                <a:gd name="T116" fmla="*/ 194 w 612"/>
                <a:gd name="T117" fmla="*/ 157 h 1095"/>
                <a:gd name="T118" fmla="*/ 236 w 612"/>
                <a:gd name="T119" fmla="*/ 154 h 1095"/>
                <a:gd name="T120" fmla="*/ 239 w 612"/>
                <a:gd name="T121" fmla="*/ 51 h 1095"/>
                <a:gd name="T122" fmla="*/ 257 w 612"/>
                <a:gd name="T123" fmla="*/ 20 h 1095"/>
                <a:gd name="T124" fmla="*/ 287 w 612"/>
                <a:gd name="T125" fmla="*/ 2 h 10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12" h="1095">
                  <a:moveTo>
                    <a:pt x="306" y="0"/>
                  </a:moveTo>
                  <a:lnTo>
                    <a:pt x="326" y="2"/>
                  </a:lnTo>
                  <a:lnTo>
                    <a:pt x="342" y="9"/>
                  </a:lnTo>
                  <a:lnTo>
                    <a:pt x="356" y="20"/>
                  </a:lnTo>
                  <a:lnTo>
                    <a:pt x="367" y="35"/>
                  </a:lnTo>
                  <a:lnTo>
                    <a:pt x="374" y="51"/>
                  </a:lnTo>
                  <a:lnTo>
                    <a:pt x="377" y="70"/>
                  </a:lnTo>
                  <a:lnTo>
                    <a:pt x="377" y="154"/>
                  </a:lnTo>
                  <a:lnTo>
                    <a:pt x="493" y="154"/>
                  </a:lnTo>
                  <a:lnTo>
                    <a:pt x="512" y="157"/>
                  </a:lnTo>
                  <a:lnTo>
                    <a:pt x="528" y="163"/>
                  </a:lnTo>
                  <a:lnTo>
                    <a:pt x="543" y="175"/>
                  </a:lnTo>
                  <a:lnTo>
                    <a:pt x="554" y="189"/>
                  </a:lnTo>
                  <a:lnTo>
                    <a:pt x="561" y="205"/>
                  </a:lnTo>
                  <a:lnTo>
                    <a:pt x="563" y="224"/>
                  </a:lnTo>
                  <a:lnTo>
                    <a:pt x="561" y="243"/>
                  </a:lnTo>
                  <a:lnTo>
                    <a:pt x="554" y="260"/>
                  </a:lnTo>
                  <a:lnTo>
                    <a:pt x="543" y="274"/>
                  </a:lnTo>
                  <a:lnTo>
                    <a:pt x="528" y="285"/>
                  </a:lnTo>
                  <a:lnTo>
                    <a:pt x="512" y="292"/>
                  </a:lnTo>
                  <a:lnTo>
                    <a:pt x="493" y="295"/>
                  </a:lnTo>
                  <a:lnTo>
                    <a:pt x="233" y="295"/>
                  </a:lnTo>
                  <a:lnTo>
                    <a:pt x="208" y="298"/>
                  </a:lnTo>
                  <a:lnTo>
                    <a:pt x="187" y="307"/>
                  </a:lnTo>
                  <a:lnTo>
                    <a:pt x="168" y="321"/>
                  </a:lnTo>
                  <a:lnTo>
                    <a:pt x="153" y="339"/>
                  </a:lnTo>
                  <a:lnTo>
                    <a:pt x="145" y="362"/>
                  </a:lnTo>
                  <a:lnTo>
                    <a:pt x="142" y="386"/>
                  </a:lnTo>
                  <a:lnTo>
                    <a:pt x="144" y="406"/>
                  </a:lnTo>
                  <a:lnTo>
                    <a:pt x="150" y="425"/>
                  </a:lnTo>
                  <a:lnTo>
                    <a:pt x="161" y="442"/>
                  </a:lnTo>
                  <a:lnTo>
                    <a:pt x="175" y="456"/>
                  </a:lnTo>
                  <a:lnTo>
                    <a:pt x="192" y="467"/>
                  </a:lnTo>
                  <a:lnTo>
                    <a:pt x="211" y="474"/>
                  </a:lnTo>
                  <a:lnTo>
                    <a:pt x="233" y="476"/>
                  </a:lnTo>
                  <a:lnTo>
                    <a:pt x="379" y="476"/>
                  </a:lnTo>
                  <a:lnTo>
                    <a:pt x="417" y="480"/>
                  </a:lnTo>
                  <a:lnTo>
                    <a:pt x="453" y="488"/>
                  </a:lnTo>
                  <a:lnTo>
                    <a:pt x="486" y="502"/>
                  </a:lnTo>
                  <a:lnTo>
                    <a:pt x="517" y="521"/>
                  </a:lnTo>
                  <a:lnTo>
                    <a:pt x="543" y="544"/>
                  </a:lnTo>
                  <a:lnTo>
                    <a:pt x="567" y="571"/>
                  </a:lnTo>
                  <a:lnTo>
                    <a:pt x="586" y="602"/>
                  </a:lnTo>
                  <a:lnTo>
                    <a:pt x="600" y="635"/>
                  </a:lnTo>
                  <a:lnTo>
                    <a:pt x="609" y="671"/>
                  </a:lnTo>
                  <a:lnTo>
                    <a:pt x="612" y="707"/>
                  </a:lnTo>
                  <a:lnTo>
                    <a:pt x="609" y="745"/>
                  </a:lnTo>
                  <a:lnTo>
                    <a:pt x="600" y="781"/>
                  </a:lnTo>
                  <a:lnTo>
                    <a:pt x="586" y="814"/>
                  </a:lnTo>
                  <a:lnTo>
                    <a:pt x="567" y="845"/>
                  </a:lnTo>
                  <a:lnTo>
                    <a:pt x="543" y="872"/>
                  </a:lnTo>
                  <a:lnTo>
                    <a:pt x="517" y="895"/>
                  </a:lnTo>
                  <a:lnTo>
                    <a:pt x="486" y="914"/>
                  </a:lnTo>
                  <a:lnTo>
                    <a:pt x="453" y="928"/>
                  </a:lnTo>
                  <a:lnTo>
                    <a:pt x="417" y="936"/>
                  </a:lnTo>
                  <a:lnTo>
                    <a:pt x="379" y="939"/>
                  </a:lnTo>
                  <a:lnTo>
                    <a:pt x="376" y="939"/>
                  </a:lnTo>
                  <a:lnTo>
                    <a:pt x="376" y="1026"/>
                  </a:lnTo>
                  <a:lnTo>
                    <a:pt x="373" y="1044"/>
                  </a:lnTo>
                  <a:lnTo>
                    <a:pt x="367" y="1061"/>
                  </a:lnTo>
                  <a:lnTo>
                    <a:pt x="355" y="1075"/>
                  </a:lnTo>
                  <a:lnTo>
                    <a:pt x="341" y="1086"/>
                  </a:lnTo>
                  <a:lnTo>
                    <a:pt x="324" y="1093"/>
                  </a:lnTo>
                  <a:lnTo>
                    <a:pt x="305" y="1095"/>
                  </a:lnTo>
                  <a:lnTo>
                    <a:pt x="286" y="1093"/>
                  </a:lnTo>
                  <a:lnTo>
                    <a:pt x="270" y="1086"/>
                  </a:lnTo>
                  <a:lnTo>
                    <a:pt x="256" y="1075"/>
                  </a:lnTo>
                  <a:lnTo>
                    <a:pt x="245" y="1061"/>
                  </a:lnTo>
                  <a:lnTo>
                    <a:pt x="238" y="1044"/>
                  </a:lnTo>
                  <a:lnTo>
                    <a:pt x="236" y="1026"/>
                  </a:lnTo>
                  <a:lnTo>
                    <a:pt x="236" y="939"/>
                  </a:lnTo>
                  <a:lnTo>
                    <a:pt x="114" y="939"/>
                  </a:lnTo>
                  <a:lnTo>
                    <a:pt x="95" y="937"/>
                  </a:lnTo>
                  <a:lnTo>
                    <a:pt x="78" y="930"/>
                  </a:lnTo>
                  <a:lnTo>
                    <a:pt x="64" y="919"/>
                  </a:lnTo>
                  <a:lnTo>
                    <a:pt x="53" y="905"/>
                  </a:lnTo>
                  <a:lnTo>
                    <a:pt x="46" y="888"/>
                  </a:lnTo>
                  <a:lnTo>
                    <a:pt x="43" y="869"/>
                  </a:lnTo>
                  <a:lnTo>
                    <a:pt x="46" y="851"/>
                  </a:lnTo>
                  <a:lnTo>
                    <a:pt x="53" y="834"/>
                  </a:lnTo>
                  <a:lnTo>
                    <a:pt x="64" y="819"/>
                  </a:lnTo>
                  <a:lnTo>
                    <a:pt x="78" y="809"/>
                  </a:lnTo>
                  <a:lnTo>
                    <a:pt x="95" y="801"/>
                  </a:lnTo>
                  <a:lnTo>
                    <a:pt x="114" y="799"/>
                  </a:lnTo>
                  <a:lnTo>
                    <a:pt x="379" y="799"/>
                  </a:lnTo>
                  <a:lnTo>
                    <a:pt x="404" y="796"/>
                  </a:lnTo>
                  <a:lnTo>
                    <a:pt x="426" y="787"/>
                  </a:lnTo>
                  <a:lnTo>
                    <a:pt x="444" y="772"/>
                  </a:lnTo>
                  <a:lnTo>
                    <a:pt x="459" y="754"/>
                  </a:lnTo>
                  <a:lnTo>
                    <a:pt x="467" y="732"/>
                  </a:lnTo>
                  <a:lnTo>
                    <a:pt x="470" y="707"/>
                  </a:lnTo>
                  <a:lnTo>
                    <a:pt x="468" y="687"/>
                  </a:lnTo>
                  <a:lnTo>
                    <a:pt x="462" y="668"/>
                  </a:lnTo>
                  <a:lnTo>
                    <a:pt x="451" y="652"/>
                  </a:lnTo>
                  <a:lnTo>
                    <a:pt x="437" y="637"/>
                  </a:lnTo>
                  <a:lnTo>
                    <a:pt x="420" y="626"/>
                  </a:lnTo>
                  <a:lnTo>
                    <a:pt x="401" y="620"/>
                  </a:lnTo>
                  <a:lnTo>
                    <a:pt x="379" y="617"/>
                  </a:lnTo>
                  <a:lnTo>
                    <a:pt x="233" y="617"/>
                  </a:lnTo>
                  <a:lnTo>
                    <a:pt x="194" y="614"/>
                  </a:lnTo>
                  <a:lnTo>
                    <a:pt x="159" y="605"/>
                  </a:lnTo>
                  <a:lnTo>
                    <a:pt x="126" y="591"/>
                  </a:lnTo>
                  <a:lnTo>
                    <a:pt x="95" y="572"/>
                  </a:lnTo>
                  <a:lnTo>
                    <a:pt x="69" y="549"/>
                  </a:lnTo>
                  <a:lnTo>
                    <a:pt x="45" y="522"/>
                  </a:lnTo>
                  <a:lnTo>
                    <a:pt x="26" y="492"/>
                  </a:lnTo>
                  <a:lnTo>
                    <a:pt x="12" y="459"/>
                  </a:lnTo>
                  <a:lnTo>
                    <a:pt x="3" y="423"/>
                  </a:lnTo>
                  <a:lnTo>
                    <a:pt x="0" y="386"/>
                  </a:lnTo>
                  <a:lnTo>
                    <a:pt x="3" y="348"/>
                  </a:lnTo>
                  <a:lnTo>
                    <a:pt x="12" y="312"/>
                  </a:lnTo>
                  <a:lnTo>
                    <a:pt x="26" y="279"/>
                  </a:lnTo>
                  <a:lnTo>
                    <a:pt x="45" y="249"/>
                  </a:lnTo>
                  <a:lnTo>
                    <a:pt x="69" y="221"/>
                  </a:lnTo>
                  <a:lnTo>
                    <a:pt x="95" y="199"/>
                  </a:lnTo>
                  <a:lnTo>
                    <a:pt x="126" y="180"/>
                  </a:lnTo>
                  <a:lnTo>
                    <a:pt x="159" y="165"/>
                  </a:lnTo>
                  <a:lnTo>
                    <a:pt x="194" y="157"/>
                  </a:lnTo>
                  <a:lnTo>
                    <a:pt x="233" y="154"/>
                  </a:lnTo>
                  <a:lnTo>
                    <a:pt x="236" y="154"/>
                  </a:lnTo>
                  <a:lnTo>
                    <a:pt x="236" y="70"/>
                  </a:lnTo>
                  <a:lnTo>
                    <a:pt x="239" y="51"/>
                  </a:lnTo>
                  <a:lnTo>
                    <a:pt x="245" y="35"/>
                  </a:lnTo>
                  <a:lnTo>
                    <a:pt x="257" y="20"/>
                  </a:lnTo>
                  <a:lnTo>
                    <a:pt x="271" y="9"/>
                  </a:lnTo>
                  <a:lnTo>
                    <a:pt x="287" y="2"/>
                  </a:lnTo>
                  <a:lnTo>
                    <a:pt x="306" y="0"/>
                  </a:lnTo>
                  <a:close/>
                </a:path>
              </a:pathLst>
            </a:custGeom>
            <a:grpFill/>
            <a:ln w="0">
              <a:solidFill>
                <a:schemeClr val="bg1"/>
              </a:solidFill>
              <a:prstDash val="solid"/>
              <a:round/>
            </a:ln>
          </p:spPr>
          <p:txBody>
            <a:bodyPr vert="horz" wrap="square" lIns="91440" tIns="45720" rIns="91440" bIns="45720" numCol="1" anchor="t" anchorCtr="0" compatLnSpc="1"/>
            <a:lstStyle/>
            <a:p>
              <a:endParaRPr lang="en-US"/>
            </a:p>
          </p:txBody>
        </p:sp>
      </p:grpSp>
      <p:grpSp>
        <p:nvGrpSpPr>
          <p:cNvPr id="23" name="Group 41">
            <a:extLst>
              <a:ext uri="{FF2B5EF4-FFF2-40B4-BE49-F238E27FC236}">
                <a16:creationId xmlns:a16="http://schemas.microsoft.com/office/drawing/2014/main" id="{8B03C4AA-DCE1-46E1-9CB5-399C77A22B92}"/>
              </a:ext>
            </a:extLst>
          </p:cNvPr>
          <p:cNvGrpSpPr/>
          <p:nvPr/>
        </p:nvGrpSpPr>
        <p:grpSpPr>
          <a:xfrm>
            <a:off x="3919285" y="2329399"/>
            <a:ext cx="637498" cy="631226"/>
            <a:chOff x="1634612" y="5142426"/>
            <a:chExt cx="402664" cy="398704"/>
          </a:xfrm>
          <a:solidFill>
            <a:schemeClr val="bg1"/>
          </a:solidFill>
        </p:grpSpPr>
        <p:sp>
          <p:nvSpPr>
            <p:cNvPr id="94" name="Freeform 38">
              <a:extLst>
                <a:ext uri="{FF2B5EF4-FFF2-40B4-BE49-F238E27FC236}">
                  <a16:creationId xmlns:a16="http://schemas.microsoft.com/office/drawing/2014/main" id="{5751ED16-F48C-4791-A67F-7BD0042909C7}"/>
                </a:ext>
              </a:extLst>
            </p:cNvPr>
            <p:cNvSpPr>
              <a:spLocks noEditPoints="1"/>
            </p:cNvSpPr>
            <p:nvPr/>
          </p:nvSpPr>
          <p:spPr bwMode="auto">
            <a:xfrm>
              <a:off x="1634612" y="5179392"/>
              <a:ext cx="368339" cy="361738"/>
            </a:xfrm>
            <a:custGeom>
              <a:avLst/>
              <a:gdLst>
                <a:gd name="T0" fmla="*/ 84 w 118"/>
                <a:gd name="T1" fmla="*/ 3 h 116"/>
                <a:gd name="T2" fmla="*/ 77 w 118"/>
                <a:gd name="T3" fmla="*/ 0 h 116"/>
                <a:gd name="T4" fmla="*/ 70 w 118"/>
                <a:gd name="T5" fmla="*/ 3 h 116"/>
                <a:gd name="T6" fmla="*/ 64 w 118"/>
                <a:gd name="T7" fmla="*/ 9 h 116"/>
                <a:gd name="T8" fmla="*/ 61 w 118"/>
                <a:gd name="T9" fmla="*/ 16 h 116"/>
                <a:gd name="T10" fmla="*/ 62 w 118"/>
                <a:gd name="T11" fmla="*/ 21 h 116"/>
                <a:gd name="T12" fmla="*/ 8 w 118"/>
                <a:gd name="T13" fmla="*/ 43 h 116"/>
                <a:gd name="T14" fmla="*/ 1 w 118"/>
                <a:gd name="T15" fmla="*/ 51 h 116"/>
                <a:gd name="T16" fmla="*/ 5 w 118"/>
                <a:gd name="T17" fmla="*/ 62 h 116"/>
                <a:gd name="T18" fmla="*/ 55 w 118"/>
                <a:gd name="T19" fmla="*/ 112 h 116"/>
                <a:gd name="T20" fmla="*/ 64 w 118"/>
                <a:gd name="T21" fmla="*/ 116 h 116"/>
                <a:gd name="T22" fmla="*/ 64 w 118"/>
                <a:gd name="T23" fmla="*/ 116 h 116"/>
                <a:gd name="T24" fmla="*/ 66 w 118"/>
                <a:gd name="T25" fmla="*/ 116 h 116"/>
                <a:gd name="T26" fmla="*/ 75 w 118"/>
                <a:gd name="T27" fmla="*/ 108 h 116"/>
                <a:gd name="T28" fmla="*/ 96 w 118"/>
                <a:gd name="T29" fmla="*/ 55 h 116"/>
                <a:gd name="T30" fmla="*/ 102 w 118"/>
                <a:gd name="T31" fmla="*/ 57 h 116"/>
                <a:gd name="T32" fmla="*/ 109 w 118"/>
                <a:gd name="T33" fmla="*/ 54 h 116"/>
                <a:gd name="T34" fmla="*/ 115 w 118"/>
                <a:gd name="T35" fmla="*/ 48 h 116"/>
                <a:gd name="T36" fmla="*/ 118 w 118"/>
                <a:gd name="T37" fmla="*/ 41 h 116"/>
                <a:gd name="T38" fmla="*/ 115 w 118"/>
                <a:gd name="T39" fmla="*/ 34 h 116"/>
                <a:gd name="T40" fmla="*/ 84 w 118"/>
                <a:gd name="T41" fmla="*/ 3 h 116"/>
                <a:gd name="T42" fmla="*/ 68 w 118"/>
                <a:gd name="T43" fmla="*/ 105 h 116"/>
                <a:gd name="T44" fmla="*/ 65 w 118"/>
                <a:gd name="T45" fmla="*/ 108 h 116"/>
                <a:gd name="T46" fmla="*/ 64 w 118"/>
                <a:gd name="T47" fmla="*/ 108 h 116"/>
                <a:gd name="T48" fmla="*/ 61 w 118"/>
                <a:gd name="T49" fmla="*/ 107 h 116"/>
                <a:gd name="T50" fmla="*/ 10 w 118"/>
                <a:gd name="T51" fmla="*/ 56 h 116"/>
                <a:gd name="T52" fmla="*/ 9 w 118"/>
                <a:gd name="T53" fmla="*/ 53 h 116"/>
                <a:gd name="T54" fmla="*/ 11 w 118"/>
                <a:gd name="T55" fmla="*/ 50 h 116"/>
                <a:gd name="T56" fmla="*/ 36 w 118"/>
                <a:gd name="T57" fmla="*/ 40 h 116"/>
                <a:gd name="T58" fmla="*/ 87 w 118"/>
                <a:gd name="T59" fmla="*/ 58 h 116"/>
                <a:gd name="T60" fmla="*/ 68 w 118"/>
                <a:gd name="T61" fmla="*/ 105 h 116"/>
                <a:gd name="T62" fmla="*/ 109 w 118"/>
                <a:gd name="T63" fmla="*/ 42 h 116"/>
                <a:gd name="T64" fmla="*/ 103 w 118"/>
                <a:gd name="T65" fmla="*/ 48 h 116"/>
                <a:gd name="T66" fmla="*/ 100 w 118"/>
                <a:gd name="T67" fmla="*/ 48 h 116"/>
                <a:gd name="T68" fmla="*/ 93 w 118"/>
                <a:gd name="T69" fmla="*/ 41 h 116"/>
                <a:gd name="T70" fmla="*/ 88 w 118"/>
                <a:gd name="T71" fmla="*/ 55 h 116"/>
                <a:gd name="T72" fmla="*/ 88 w 118"/>
                <a:gd name="T73" fmla="*/ 54 h 116"/>
                <a:gd name="T74" fmla="*/ 53 w 118"/>
                <a:gd name="T75" fmla="*/ 39 h 116"/>
                <a:gd name="T76" fmla="*/ 42 w 118"/>
                <a:gd name="T77" fmla="*/ 38 h 116"/>
                <a:gd name="T78" fmla="*/ 76 w 118"/>
                <a:gd name="T79" fmla="*/ 24 h 116"/>
                <a:gd name="T80" fmla="*/ 70 w 118"/>
                <a:gd name="T81" fmla="*/ 17 h 116"/>
                <a:gd name="T82" fmla="*/ 70 w 118"/>
                <a:gd name="T83" fmla="*/ 14 h 116"/>
                <a:gd name="T84" fmla="*/ 75 w 118"/>
                <a:gd name="T85" fmla="*/ 9 h 116"/>
                <a:gd name="T86" fmla="*/ 78 w 118"/>
                <a:gd name="T87" fmla="*/ 9 h 116"/>
                <a:gd name="T88" fmla="*/ 109 w 118"/>
                <a:gd name="T89" fmla="*/ 39 h 116"/>
                <a:gd name="T90" fmla="*/ 109 w 118"/>
                <a:gd name="T91" fmla="*/ 42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18" h="116">
                  <a:moveTo>
                    <a:pt x="84" y="3"/>
                  </a:moveTo>
                  <a:cubicBezTo>
                    <a:pt x="82" y="1"/>
                    <a:pt x="79" y="0"/>
                    <a:pt x="77" y="0"/>
                  </a:cubicBezTo>
                  <a:cubicBezTo>
                    <a:pt x="74" y="0"/>
                    <a:pt x="71" y="1"/>
                    <a:pt x="70" y="3"/>
                  </a:cubicBezTo>
                  <a:cubicBezTo>
                    <a:pt x="64" y="9"/>
                    <a:pt x="64" y="9"/>
                    <a:pt x="64" y="9"/>
                  </a:cubicBezTo>
                  <a:cubicBezTo>
                    <a:pt x="62" y="10"/>
                    <a:pt x="61" y="13"/>
                    <a:pt x="61" y="16"/>
                  </a:cubicBezTo>
                  <a:cubicBezTo>
                    <a:pt x="61" y="18"/>
                    <a:pt x="62" y="19"/>
                    <a:pt x="62" y="21"/>
                  </a:cubicBezTo>
                  <a:cubicBezTo>
                    <a:pt x="8" y="43"/>
                    <a:pt x="8" y="43"/>
                    <a:pt x="8" y="43"/>
                  </a:cubicBezTo>
                  <a:cubicBezTo>
                    <a:pt x="5" y="44"/>
                    <a:pt x="2" y="48"/>
                    <a:pt x="1" y="51"/>
                  </a:cubicBezTo>
                  <a:cubicBezTo>
                    <a:pt x="0" y="55"/>
                    <a:pt x="2" y="59"/>
                    <a:pt x="5" y="62"/>
                  </a:cubicBezTo>
                  <a:cubicBezTo>
                    <a:pt x="55" y="112"/>
                    <a:pt x="55" y="112"/>
                    <a:pt x="55" y="112"/>
                  </a:cubicBezTo>
                  <a:cubicBezTo>
                    <a:pt x="58" y="115"/>
                    <a:pt x="61" y="116"/>
                    <a:pt x="64" y="116"/>
                  </a:cubicBezTo>
                  <a:cubicBezTo>
                    <a:pt x="64" y="116"/>
                    <a:pt x="64" y="116"/>
                    <a:pt x="64" y="116"/>
                  </a:cubicBezTo>
                  <a:cubicBezTo>
                    <a:pt x="65" y="116"/>
                    <a:pt x="66" y="116"/>
                    <a:pt x="66" y="116"/>
                  </a:cubicBezTo>
                  <a:cubicBezTo>
                    <a:pt x="70" y="115"/>
                    <a:pt x="74" y="112"/>
                    <a:pt x="75" y="108"/>
                  </a:cubicBezTo>
                  <a:cubicBezTo>
                    <a:pt x="96" y="55"/>
                    <a:pt x="96" y="55"/>
                    <a:pt x="96" y="55"/>
                  </a:cubicBezTo>
                  <a:cubicBezTo>
                    <a:pt x="98" y="56"/>
                    <a:pt x="100" y="57"/>
                    <a:pt x="102" y="57"/>
                  </a:cubicBezTo>
                  <a:cubicBezTo>
                    <a:pt x="105" y="57"/>
                    <a:pt x="107" y="56"/>
                    <a:pt x="109" y="54"/>
                  </a:cubicBezTo>
                  <a:cubicBezTo>
                    <a:pt x="115" y="48"/>
                    <a:pt x="115" y="48"/>
                    <a:pt x="115" y="48"/>
                  </a:cubicBezTo>
                  <a:cubicBezTo>
                    <a:pt x="117" y="46"/>
                    <a:pt x="118" y="44"/>
                    <a:pt x="118" y="41"/>
                  </a:cubicBezTo>
                  <a:cubicBezTo>
                    <a:pt x="118" y="38"/>
                    <a:pt x="117" y="36"/>
                    <a:pt x="115" y="34"/>
                  </a:cubicBezTo>
                  <a:lnTo>
                    <a:pt x="84" y="3"/>
                  </a:lnTo>
                  <a:close/>
                  <a:moveTo>
                    <a:pt x="68" y="105"/>
                  </a:moveTo>
                  <a:cubicBezTo>
                    <a:pt x="67" y="107"/>
                    <a:pt x="66" y="108"/>
                    <a:pt x="65" y="108"/>
                  </a:cubicBezTo>
                  <a:cubicBezTo>
                    <a:pt x="64" y="108"/>
                    <a:pt x="64" y="108"/>
                    <a:pt x="64" y="108"/>
                  </a:cubicBezTo>
                  <a:cubicBezTo>
                    <a:pt x="63" y="108"/>
                    <a:pt x="62" y="108"/>
                    <a:pt x="61" y="107"/>
                  </a:cubicBezTo>
                  <a:cubicBezTo>
                    <a:pt x="10" y="56"/>
                    <a:pt x="10" y="56"/>
                    <a:pt x="10" y="56"/>
                  </a:cubicBezTo>
                  <a:cubicBezTo>
                    <a:pt x="9" y="56"/>
                    <a:pt x="9" y="54"/>
                    <a:pt x="9" y="53"/>
                  </a:cubicBezTo>
                  <a:cubicBezTo>
                    <a:pt x="9" y="52"/>
                    <a:pt x="10" y="51"/>
                    <a:pt x="11" y="50"/>
                  </a:cubicBezTo>
                  <a:cubicBezTo>
                    <a:pt x="36" y="40"/>
                    <a:pt x="36" y="40"/>
                    <a:pt x="36" y="40"/>
                  </a:cubicBezTo>
                  <a:cubicBezTo>
                    <a:pt x="53" y="46"/>
                    <a:pt x="70" y="40"/>
                    <a:pt x="87" y="58"/>
                  </a:cubicBezTo>
                  <a:lnTo>
                    <a:pt x="68" y="105"/>
                  </a:lnTo>
                  <a:close/>
                  <a:moveTo>
                    <a:pt x="109" y="42"/>
                  </a:moveTo>
                  <a:cubicBezTo>
                    <a:pt x="103" y="48"/>
                    <a:pt x="103" y="48"/>
                    <a:pt x="103" y="48"/>
                  </a:cubicBezTo>
                  <a:cubicBezTo>
                    <a:pt x="103" y="49"/>
                    <a:pt x="101" y="49"/>
                    <a:pt x="100" y="48"/>
                  </a:cubicBezTo>
                  <a:cubicBezTo>
                    <a:pt x="93" y="41"/>
                    <a:pt x="93" y="41"/>
                    <a:pt x="93" y="41"/>
                  </a:cubicBezTo>
                  <a:cubicBezTo>
                    <a:pt x="88" y="55"/>
                    <a:pt x="88" y="55"/>
                    <a:pt x="88" y="55"/>
                  </a:cubicBezTo>
                  <a:cubicBezTo>
                    <a:pt x="88" y="54"/>
                    <a:pt x="88" y="54"/>
                    <a:pt x="88" y="54"/>
                  </a:cubicBezTo>
                  <a:cubicBezTo>
                    <a:pt x="76" y="42"/>
                    <a:pt x="64" y="41"/>
                    <a:pt x="53" y="39"/>
                  </a:cubicBezTo>
                  <a:cubicBezTo>
                    <a:pt x="49" y="39"/>
                    <a:pt x="46" y="38"/>
                    <a:pt x="42" y="38"/>
                  </a:cubicBezTo>
                  <a:cubicBezTo>
                    <a:pt x="76" y="24"/>
                    <a:pt x="76" y="24"/>
                    <a:pt x="76" y="24"/>
                  </a:cubicBezTo>
                  <a:cubicBezTo>
                    <a:pt x="70" y="17"/>
                    <a:pt x="70" y="17"/>
                    <a:pt x="70" y="17"/>
                  </a:cubicBezTo>
                  <a:cubicBezTo>
                    <a:pt x="69" y="16"/>
                    <a:pt x="69" y="15"/>
                    <a:pt x="70" y="14"/>
                  </a:cubicBezTo>
                  <a:cubicBezTo>
                    <a:pt x="75" y="9"/>
                    <a:pt x="75" y="9"/>
                    <a:pt x="75" y="9"/>
                  </a:cubicBezTo>
                  <a:cubicBezTo>
                    <a:pt x="76" y="8"/>
                    <a:pt x="77" y="8"/>
                    <a:pt x="78" y="9"/>
                  </a:cubicBezTo>
                  <a:cubicBezTo>
                    <a:pt x="109" y="39"/>
                    <a:pt x="109" y="39"/>
                    <a:pt x="109" y="39"/>
                  </a:cubicBezTo>
                  <a:cubicBezTo>
                    <a:pt x="110" y="40"/>
                    <a:pt x="110" y="42"/>
                    <a:pt x="109"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95" name="Freeform 39">
              <a:extLst>
                <a:ext uri="{FF2B5EF4-FFF2-40B4-BE49-F238E27FC236}">
                  <a16:creationId xmlns:a16="http://schemas.microsoft.com/office/drawing/2014/main" id="{E9D827F1-1CD8-4341-BA49-F52728C31001}"/>
                </a:ext>
              </a:extLst>
            </p:cNvPr>
            <p:cNvSpPr>
              <a:spLocks noEditPoints="1"/>
            </p:cNvSpPr>
            <p:nvPr/>
          </p:nvSpPr>
          <p:spPr bwMode="auto">
            <a:xfrm>
              <a:off x="1811520" y="5341778"/>
              <a:ext cx="63370" cy="62050"/>
            </a:xfrm>
            <a:custGeom>
              <a:avLst/>
              <a:gdLst>
                <a:gd name="T0" fmla="*/ 10 w 20"/>
                <a:gd name="T1" fmla="*/ 20 h 20"/>
                <a:gd name="T2" fmla="*/ 20 w 20"/>
                <a:gd name="T3" fmla="*/ 10 h 20"/>
                <a:gd name="T4" fmla="*/ 10 w 20"/>
                <a:gd name="T5" fmla="*/ 0 h 20"/>
                <a:gd name="T6" fmla="*/ 0 w 20"/>
                <a:gd name="T7" fmla="*/ 10 h 20"/>
                <a:gd name="T8" fmla="*/ 10 w 20"/>
                <a:gd name="T9" fmla="*/ 20 h 20"/>
                <a:gd name="T10" fmla="*/ 10 w 20"/>
                <a:gd name="T11" fmla="*/ 4 h 20"/>
                <a:gd name="T12" fmla="*/ 16 w 20"/>
                <a:gd name="T13" fmla="*/ 10 h 20"/>
                <a:gd name="T14" fmla="*/ 10 w 20"/>
                <a:gd name="T15" fmla="*/ 16 h 20"/>
                <a:gd name="T16" fmla="*/ 4 w 20"/>
                <a:gd name="T17" fmla="*/ 10 h 20"/>
                <a:gd name="T18" fmla="*/ 10 w 20"/>
                <a:gd name="T19" fmla="*/ 4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 h="20">
                  <a:moveTo>
                    <a:pt x="10" y="20"/>
                  </a:moveTo>
                  <a:cubicBezTo>
                    <a:pt x="16" y="20"/>
                    <a:pt x="20" y="16"/>
                    <a:pt x="20" y="10"/>
                  </a:cubicBezTo>
                  <a:cubicBezTo>
                    <a:pt x="20" y="4"/>
                    <a:pt x="16" y="0"/>
                    <a:pt x="10" y="0"/>
                  </a:cubicBezTo>
                  <a:cubicBezTo>
                    <a:pt x="4" y="0"/>
                    <a:pt x="0" y="4"/>
                    <a:pt x="0" y="10"/>
                  </a:cubicBezTo>
                  <a:cubicBezTo>
                    <a:pt x="0" y="16"/>
                    <a:pt x="4" y="20"/>
                    <a:pt x="10" y="20"/>
                  </a:cubicBezTo>
                  <a:close/>
                  <a:moveTo>
                    <a:pt x="10" y="4"/>
                  </a:moveTo>
                  <a:cubicBezTo>
                    <a:pt x="13" y="4"/>
                    <a:pt x="16" y="7"/>
                    <a:pt x="16" y="10"/>
                  </a:cubicBezTo>
                  <a:cubicBezTo>
                    <a:pt x="16" y="13"/>
                    <a:pt x="13" y="16"/>
                    <a:pt x="10" y="16"/>
                  </a:cubicBezTo>
                  <a:cubicBezTo>
                    <a:pt x="7" y="16"/>
                    <a:pt x="4" y="13"/>
                    <a:pt x="4" y="10"/>
                  </a:cubicBezTo>
                  <a:cubicBezTo>
                    <a:pt x="4" y="7"/>
                    <a:pt x="7" y="4"/>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96" name="Freeform 40">
              <a:extLst>
                <a:ext uri="{FF2B5EF4-FFF2-40B4-BE49-F238E27FC236}">
                  <a16:creationId xmlns:a16="http://schemas.microsoft.com/office/drawing/2014/main" id="{760ACBD8-9DD3-4872-B4FC-1AEE5C6C1ADD}"/>
                </a:ext>
              </a:extLst>
            </p:cNvPr>
            <p:cNvSpPr>
              <a:spLocks noEditPoints="1"/>
            </p:cNvSpPr>
            <p:nvPr/>
          </p:nvSpPr>
          <p:spPr bwMode="auto">
            <a:xfrm>
              <a:off x="1975226" y="5142426"/>
              <a:ext cx="62050" cy="62050"/>
            </a:xfrm>
            <a:custGeom>
              <a:avLst/>
              <a:gdLst>
                <a:gd name="T0" fmla="*/ 10 w 20"/>
                <a:gd name="T1" fmla="*/ 0 h 20"/>
                <a:gd name="T2" fmla="*/ 0 w 20"/>
                <a:gd name="T3" fmla="*/ 10 h 20"/>
                <a:gd name="T4" fmla="*/ 10 w 20"/>
                <a:gd name="T5" fmla="*/ 20 h 20"/>
                <a:gd name="T6" fmla="*/ 20 w 20"/>
                <a:gd name="T7" fmla="*/ 10 h 20"/>
                <a:gd name="T8" fmla="*/ 10 w 20"/>
                <a:gd name="T9" fmla="*/ 0 h 20"/>
                <a:gd name="T10" fmla="*/ 10 w 20"/>
                <a:gd name="T11" fmla="*/ 16 h 20"/>
                <a:gd name="T12" fmla="*/ 4 w 20"/>
                <a:gd name="T13" fmla="*/ 10 h 20"/>
                <a:gd name="T14" fmla="*/ 10 w 20"/>
                <a:gd name="T15" fmla="*/ 4 h 20"/>
                <a:gd name="T16" fmla="*/ 16 w 20"/>
                <a:gd name="T17" fmla="*/ 10 h 20"/>
                <a:gd name="T18" fmla="*/ 10 w 20"/>
                <a:gd name="T19" fmla="*/ 16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 h="20">
                  <a:moveTo>
                    <a:pt x="10" y="0"/>
                  </a:moveTo>
                  <a:cubicBezTo>
                    <a:pt x="4" y="0"/>
                    <a:pt x="0" y="4"/>
                    <a:pt x="0" y="10"/>
                  </a:cubicBezTo>
                  <a:cubicBezTo>
                    <a:pt x="0" y="16"/>
                    <a:pt x="4" y="20"/>
                    <a:pt x="10" y="20"/>
                  </a:cubicBezTo>
                  <a:cubicBezTo>
                    <a:pt x="16" y="20"/>
                    <a:pt x="20" y="16"/>
                    <a:pt x="20" y="10"/>
                  </a:cubicBezTo>
                  <a:cubicBezTo>
                    <a:pt x="20" y="4"/>
                    <a:pt x="16" y="0"/>
                    <a:pt x="10" y="0"/>
                  </a:cubicBezTo>
                  <a:close/>
                  <a:moveTo>
                    <a:pt x="10" y="16"/>
                  </a:moveTo>
                  <a:cubicBezTo>
                    <a:pt x="7" y="16"/>
                    <a:pt x="4" y="13"/>
                    <a:pt x="4" y="10"/>
                  </a:cubicBezTo>
                  <a:cubicBezTo>
                    <a:pt x="4" y="7"/>
                    <a:pt x="7" y="4"/>
                    <a:pt x="10" y="4"/>
                  </a:cubicBezTo>
                  <a:cubicBezTo>
                    <a:pt x="13" y="4"/>
                    <a:pt x="16" y="7"/>
                    <a:pt x="16" y="10"/>
                  </a:cubicBezTo>
                  <a:cubicBezTo>
                    <a:pt x="16" y="13"/>
                    <a:pt x="13" y="16"/>
                    <a:pt x="1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97" name="Freeform 41">
              <a:extLst>
                <a:ext uri="{FF2B5EF4-FFF2-40B4-BE49-F238E27FC236}">
                  <a16:creationId xmlns:a16="http://schemas.microsoft.com/office/drawing/2014/main" id="{9F12960E-23A5-47E9-80DA-D933110451AE}"/>
                </a:ext>
              </a:extLst>
            </p:cNvPr>
            <p:cNvSpPr>
              <a:spLocks noEditPoints="1"/>
            </p:cNvSpPr>
            <p:nvPr/>
          </p:nvSpPr>
          <p:spPr bwMode="auto">
            <a:xfrm>
              <a:off x="1737588" y="5329896"/>
              <a:ext cx="48848" cy="48848"/>
            </a:xfrm>
            <a:custGeom>
              <a:avLst/>
              <a:gdLst>
                <a:gd name="T0" fmla="*/ 0 w 16"/>
                <a:gd name="T1" fmla="*/ 8 h 16"/>
                <a:gd name="T2" fmla="*/ 8 w 16"/>
                <a:gd name="T3" fmla="*/ 16 h 16"/>
                <a:gd name="T4" fmla="*/ 16 w 16"/>
                <a:gd name="T5" fmla="*/ 8 h 16"/>
                <a:gd name="T6" fmla="*/ 8 w 16"/>
                <a:gd name="T7" fmla="*/ 0 h 16"/>
                <a:gd name="T8" fmla="*/ 0 w 16"/>
                <a:gd name="T9" fmla="*/ 8 h 16"/>
                <a:gd name="T10" fmla="*/ 8 w 16"/>
                <a:gd name="T11" fmla="*/ 4 h 16"/>
                <a:gd name="T12" fmla="*/ 12 w 16"/>
                <a:gd name="T13" fmla="*/ 8 h 16"/>
                <a:gd name="T14" fmla="*/ 8 w 16"/>
                <a:gd name="T15" fmla="*/ 12 h 16"/>
                <a:gd name="T16" fmla="*/ 4 w 16"/>
                <a:gd name="T17" fmla="*/ 8 h 16"/>
                <a:gd name="T18" fmla="*/ 8 w 16"/>
                <a:gd name="T19" fmla="*/ 4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6">
                  <a:moveTo>
                    <a:pt x="0" y="8"/>
                  </a:moveTo>
                  <a:cubicBezTo>
                    <a:pt x="0" y="12"/>
                    <a:pt x="4" y="16"/>
                    <a:pt x="8" y="16"/>
                  </a:cubicBezTo>
                  <a:cubicBezTo>
                    <a:pt x="12" y="16"/>
                    <a:pt x="16" y="12"/>
                    <a:pt x="16" y="8"/>
                  </a:cubicBezTo>
                  <a:cubicBezTo>
                    <a:pt x="16" y="4"/>
                    <a:pt x="12" y="0"/>
                    <a:pt x="8" y="0"/>
                  </a:cubicBezTo>
                  <a:cubicBezTo>
                    <a:pt x="4" y="0"/>
                    <a:pt x="0" y="4"/>
                    <a:pt x="0" y="8"/>
                  </a:cubicBezTo>
                  <a:close/>
                  <a:moveTo>
                    <a:pt x="8" y="4"/>
                  </a:moveTo>
                  <a:cubicBezTo>
                    <a:pt x="10" y="4"/>
                    <a:pt x="12" y="6"/>
                    <a:pt x="12" y="8"/>
                  </a:cubicBezTo>
                  <a:cubicBezTo>
                    <a:pt x="12" y="10"/>
                    <a:pt x="10" y="12"/>
                    <a:pt x="8" y="12"/>
                  </a:cubicBezTo>
                  <a:cubicBezTo>
                    <a:pt x="6" y="12"/>
                    <a:pt x="4" y="10"/>
                    <a:pt x="4" y="8"/>
                  </a:cubicBezTo>
                  <a:cubicBezTo>
                    <a:pt x="4" y="6"/>
                    <a:pt x="6" y="4"/>
                    <a:pt x="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98" name="Oval 42">
              <a:extLst>
                <a:ext uri="{FF2B5EF4-FFF2-40B4-BE49-F238E27FC236}">
                  <a16:creationId xmlns:a16="http://schemas.microsoft.com/office/drawing/2014/main" id="{093C74C1-07DA-446E-8698-265A2761D613}"/>
                </a:ext>
              </a:extLst>
            </p:cNvPr>
            <p:cNvSpPr>
              <a:spLocks noChangeArrowheads="1"/>
            </p:cNvSpPr>
            <p:nvPr/>
          </p:nvSpPr>
          <p:spPr bwMode="auto">
            <a:xfrm>
              <a:off x="1786436" y="5417030"/>
              <a:ext cx="25084" cy="2508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99" name="Oval 43">
              <a:extLst>
                <a:ext uri="{FF2B5EF4-FFF2-40B4-BE49-F238E27FC236}">
                  <a16:creationId xmlns:a16="http://schemas.microsoft.com/office/drawing/2014/main" id="{E2ED688D-A82C-4914-865F-E00E220C4411}"/>
                </a:ext>
              </a:extLst>
            </p:cNvPr>
            <p:cNvSpPr>
              <a:spLocks noChangeArrowheads="1"/>
            </p:cNvSpPr>
            <p:nvPr/>
          </p:nvSpPr>
          <p:spPr bwMode="auto">
            <a:xfrm>
              <a:off x="1987108" y="5229560"/>
              <a:ext cx="25084" cy="2508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grpSp>
      <p:grpSp>
        <p:nvGrpSpPr>
          <p:cNvPr id="24" name="Group 159">
            <a:extLst>
              <a:ext uri="{FF2B5EF4-FFF2-40B4-BE49-F238E27FC236}">
                <a16:creationId xmlns:a16="http://schemas.microsoft.com/office/drawing/2014/main" id="{44B068CE-C040-411D-A22C-3CCA5A654C33}"/>
              </a:ext>
            </a:extLst>
          </p:cNvPr>
          <p:cNvGrpSpPr/>
          <p:nvPr/>
        </p:nvGrpSpPr>
        <p:grpSpPr>
          <a:xfrm>
            <a:off x="5601275" y="3271524"/>
            <a:ext cx="866638" cy="815619"/>
            <a:chOff x="4392613" y="3429000"/>
            <a:chExt cx="2617788" cy="2381250"/>
          </a:xfrm>
          <a:solidFill>
            <a:schemeClr val="bg1"/>
          </a:solidFill>
        </p:grpSpPr>
        <p:grpSp>
          <p:nvGrpSpPr>
            <p:cNvPr id="37" name="Group 160">
              <a:extLst>
                <a:ext uri="{FF2B5EF4-FFF2-40B4-BE49-F238E27FC236}">
                  <a16:creationId xmlns:a16="http://schemas.microsoft.com/office/drawing/2014/main" id="{6E5CE9BC-E179-426A-BDFB-2D790366E479}"/>
                </a:ext>
              </a:extLst>
            </p:cNvPr>
            <p:cNvGrpSpPr/>
            <p:nvPr/>
          </p:nvGrpSpPr>
          <p:grpSpPr>
            <a:xfrm>
              <a:off x="5119688" y="3429000"/>
              <a:ext cx="1165225" cy="2370138"/>
              <a:chOff x="5119688" y="3429000"/>
              <a:chExt cx="1165225" cy="2370138"/>
            </a:xfrm>
            <a:grpFill/>
          </p:grpSpPr>
          <p:sp>
            <p:nvSpPr>
              <p:cNvPr id="76" name="Rectangle 199">
                <a:extLst>
                  <a:ext uri="{FF2B5EF4-FFF2-40B4-BE49-F238E27FC236}">
                    <a16:creationId xmlns:a16="http://schemas.microsoft.com/office/drawing/2014/main" id="{D8324942-4508-439F-A4BB-D0B666387C1C}"/>
                  </a:ext>
                </a:extLst>
              </p:cNvPr>
              <p:cNvSpPr>
                <a:spLocks/>
              </p:cNvSpPr>
              <p:nvPr/>
            </p:nvSpPr>
            <p:spPr bwMode="auto">
              <a:xfrm>
                <a:off x="5119688" y="5465763"/>
                <a:ext cx="333375" cy="333375"/>
              </a:xfrm>
              <a:prstGeom prst="rect">
                <a:avLst/>
              </a:prstGeom>
              <a:grpFill/>
              <a:ln>
                <a:noFill/>
              </a:ln>
            </p:spPr>
            <p:txBody>
              <a:bodyPr anchor="ctr"/>
              <a:lstStyle/>
              <a:p>
                <a:pPr algn="ctr"/>
                <a:endParaRPr/>
              </a:p>
            </p:txBody>
          </p:sp>
          <p:sp>
            <p:nvSpPr>
              <p:cNvPr id="77" name="Rectangle 200">
                <a:extLst>
                  <a:ext uri="{FF2B5EF4-FFF2-40B4-BE49-F238E27FC236}">
                    <a16:creationId xmlns:a16="http://schemas.microsoft.com/office/drawing/2014/main" id="{BE37307E-DF68-46DE-9228-456F6CBF1826}"/>
                  </a:ext>
                </a:extLst>
              </p:cNvPr>
              <p:cNvSpPr>
                <a:spLocks/>
              </p:cNvSpPr>
              <p:nvPr/>
            </p:nvSpPr>
            <p:spPr bwMode="auto">
              <a:xfrm>
                <a:off x="5119688" y="5057775"/>
                <a:ext cx="333375" cy="333375"/>
              </a:xfrm>
              <a:prstGeom prst="rect">
                <a:avLst/>
              </a:prstGeom>
              <a:grpFill/>
              <a:ln>
                <a:noFill/>
              </a:ln>
            </p:spPr>
            <p:txBody>
              <a:bodyPr anchor="ctr"/>
              <a:lstStyle/>
              <a:p>
                <a:pPr algn="ctr"/>
                <a:endParaRPr/>
              </a:p>
            </p:txBody>
          </p:sp>
          <p:sp>
            <p:nvSpPr>
              <p:cNvPr id="78" name="Rectangle 201">
                <a:extLst>
                  <a:ext uri="{FF2B5EF4-FFF2-40B4-BE49-F238E27FC236}">
                    <a16:creationId xmlns:a16="http://schemas.microsoft.com/office/drawing/2014/main" id="{843B9098-33C0-4C64-9CEA-A183743B25D3}"/>
                  </a:ext>
                </a:extLst>
              </p:cNvPr>
              <p:cNvSpPr>
                <a:spLocks/>
              </p:cNvSpPr>
              <p:nvPr/>
            </p:nvSpPr>
            <p:spPr bwMode="auto">
              <a:xfrm>
                <a:off x="5119688" y="4651375"/>
                <a:ext cx="333375" cy="333375"/>
              </a:xfrm>
              <a:prstGeom prst="rect">
                <a:avLst/>
              </a:prstGeom>
              <a:grpFill/>
              <a:ln>
                <a:noFill/>
              </a:ln>
            </p:spPr>
            <p:txBody>
              <a:bodyPr anchor="ctr"/>
              <a:lstStyle/>
              <a:p>
                <a:pPr algn="ctr"/>
                <a:endParaRPr/>
              </a:p>
            </p:txBody>
          </p:sp>
          <p:sp>
            <p:nvSpPr>
              <p:cNvPr id="79" name="Rectangle 202">
                <a:extLst>
                  <a:ext uri="{FF2B5EF4-FFF2-40B4-BE49-F238E27FC236}">
                    <a16:creationId xmlns:a16="http://schemas.microsoft.com/office/drawing/2014/main" id="{D57827B9-033C-484D-BC86-D27613F35B99}"/>
                  </a:ext>
                </a:extLst>
              </p:cNvPr>
              <p:cNvSpPr>
                <a:spLocks/>
              </p:cNvSpPr>
              <p:nvPr/>
            </p:nvSpPr>
            <p:spPr bwMode="auto">
              <a:xfrm>
                <a:off x="5119688" y="4243388"/>
                <a:ext cx="333375" cy="334963"/>
              </a:xfrm>
              <a:prstGeom prst="rect">
                <a:avLst/>
              </a:prstGeom>
              <a:grpFill/>
              <a:ln>
                <a:noFill/>
              </a:ln>
            </p:spPr>
            <p:txBody>
              <a:bodyPr anchor="ctr"/>
              <a:lstStyle/>
              <a:p>
                <a:pPr algn="ctr"/>
                <a:endParaRPr/>
              </a:p>
            </p:txBody>
          </p:sp>
          <p:sp>
            <p:nvSpPr>
              <p:cNvPr id="80" name="Rectangle 203">
                <a:extLst>
                  <a:ext uri="{FF2B5EF4-FFF2-40B4-BE49-F238E27FC236}">
                    <a16:creationId xmlns:a16="http://schemas.microsoft.com/office/drawing/2014/main" id="{D174BEDE-4FA3-4051-B933-80BB02A063EE}"/>
                  </a:ext>
                </a:extLst>
              </p:cNvPr>
              <p:cNvSpPr>
                <a:spLocks/>
              </p:cNvSpPr>
              <p:nvPr/>
            </p:nvSpPr>
            <p:spPr bwMode="auto">
              <a:xfrm>
                <a:off x="5119688" y="3836988"/>
                <a:ext cx="333375" cy="333375"/>
              </a:xfrm>
              <a:prstGeom prst="rect">
                <a:avLst/>
              </a:prstGeom>
              <a:grpFill/>
              <a:ln>
                <a:noFill/>
              </a:ln>
            </p:spPr>
            <p:txBody>
              <a:bodyPr anchor="ctr"/>
              <a:lstStyle/>
              <a:p>
                <a:pPr algn="ctr"/>
                <a:endParaRPr/>
              </a:p>
            </p:txBody>
          </p:sp>
          <p:sp>
            <p:nvSpPr>
              <p:cNvPr id="81" name="Rectangle 204">
                <a:extLst>
                  <a:ext uri="{FF2B5EF4-FFF2-40B4-BE49-F238E27FC236}">
                    <a16:creationId xmlns:a16="http://schemas.microsoft.com/office/drawing/2014/main" id="{56A0798A-495E-4965-AFE2-301853E733BC}"/>
                  </a:ext>
                </a:extLst>
              </p:cNvPr>
              <p:cNvSpPr>
                <a:spLocks/>
              </p:cNvSpPr>
              <p:nvPr/>
            </p:nvSpPr>
            <p:spPr bwMode="auto">
              <a:xfrm>
                <a:off x="5119688" y="3429000"/>
                <a:ext cx="333375" cy="334963"/>
              </a:xfrm>
              <a:prstGeom prst="rect">
                <a:avLst/>
              </a:prstGeom>
              <a:grpFill/>
              <a:ln>
                <a:noFill/>
              </a:ln>
            </p:spPr>
            <p:txBody>
              <a:bodyPr anchor="ctr"/>
              <a:lstStyle/>
              <a:p>
                <a:pPr algn="ctr"/>
                <a:endParaRPr/>
              </a:p>
            </p:txBody>
          </p:sp>
          <p:sp>
            <p:nvSpPr>
              <p:cNvPr id="82" name="Rectangle 205">
                <a:extLst>
                  <a:ext uri="{FF2B5EF4-FFF2-40B4-BE49-F238E27FC236}">
                    <a16:creationId xmlns:a16="http://schemas.microsoft.com/office/drawing/2014/main" id="{8E129B66-E10E-4040-B773-C6E36E36C57E}"/>
                  </a:ext>
                </a:extLst>
              </p:cNvPr>
              <p:cNvSpPr>
                <a:spLocks/>
              </p:cNvSpPr>
              <p:nvPr/>
            </p:nvSpPr>
            <p:spPr bwMode="auto">
              <a:xfrm>
                <a:off x="5534025" y="5465763"/>
                <a:ext cx="334963" cy="333375"/>
              </a:xfrm>
              <a:prstGeom prst="rect">
                <a:avLst/>
              </a:prstGeom>
              <a:grpFill/>
              <a:ln>
                <a:noFill/>
              </a:ln>
            </p:spPr>
            <p:txBody>
              <a:bodyPr anchor="ctr"/>
              <a:lstStyle/>
              <a:p>
                <a:pPr algn="ctr"/>
                <a:endParaRPr/>
              </a:p>
            </p:txBody>
          </p:sp>
          <p:sp>
            <p:nvSpPr>
              <p:cNvPr id="83" name="Rectangle 206">
                <a:extLst>
                  <a:ext uri="{FF2B5EF4-FFF2-40B4-BE49-F238E27FC236}">
                    <a16:creationId xmlns:a16="http://schemas.microsoft.com/office/drawing/2014/main" id="{2A12CA95-47AC-42FB-BC5A-C35BB1DA3B31}"/>
                  </a:ext>
                </a:extLst>
              </p:cNvPr>
              <p:cNvSpPr>
                <a:spLocks/>
              </p:cNvSpPr>
              <p:nvPr/>
            </p:nvSpPr>
            <p:spPr bwMode="auto">
              <a:xfrm>
                <a:off x="5534025" y="5057775"/>
                <a:ext cx="334963" cy="333375"/>
              </a:xfrm>
              <a:prstGeom prst="rect">
                <a:avLst/>
              </a:prstGeom>
              <a:grpFill/>
              <a:ln>
                <a:noFill/>
              </a:ln>
            </p:spPr>
            <p:txBody>
              <a:bodyPr anchor="ctr"/>
              <a:lstStyle/>
              <a:p>
                <a:pPr algn="ctr"/>
                <a:endParaRPr/>
              </a:p>
            </p:txBody>
          </p:sp>
          <p:sp>
            <p:nvSpPr>
              <p:cNvPr id="84" name="Rectangle 207">
                <a:extLst>
                  <a:ext uri="{FF2B5EF4-FFF2-40B4-BE49-F238E27FC236}">
                    <a16:creationId xmlns:a16="http://schemas.microsoft.com/office/drawing/2014/main" id="{14A3EED7-0D30-4A2E-AB6F-D3EF452B5B32}"/>
                  </a:ext>
                </a:extLst>
              </p:cNvPr>
              <p:cNvSpPr>
                <a:spLocks/>
              </p:cNvSpPr>
              <p:nvPr/>
            </p:nvSpPr>
            <p:spPr bwMode="auto">
              <a:xfrm>
                <a:off x="5534025" y="4651375"/>
                <a:ext cx="334963" cy="333375"/>
              </a:xfrm>
              <a:prstGeom prst="rect">
                <a:avLst/>
              </a:prstGeom>
              <a:grpFill/>
              <a:ln>
                <a:noFill/>
              </a:ln>
            </p:spPr>
            <p:txBody>
              <a:bodyPr anchor="ctr"/>
              <a:lstStyle/>
              <a:p>
                <a:pPr algn="ctr"/>
                <a:endParaRPr/>
              </a:p>
            </p:txBody>
          </p:sp>
          <p:sp>
            <p:nvSpPr>
              <p:cNvPr id="85" name="Rectangle 208">
                <a:extLst>
                  <a:ext uri="{FF2B5EF4-FFF2-40B4-BE49-F238E27FC236}">
                    <a16:creationId xmlns:a16="http://schemas.microsoft.com/office/drawing/2014/main" id="{1DF04B89-7E68-4621-BD59-C3118EFB8BFB}"/>
                  </a:ext>
                </a:extLst>
              </p:cNvPr>
              <p:cNvSpPr>
                <a:spLocks/>
              </p:cNvSpPr>
              <p:nvPr/>
            </p:nvSpPr>
            <p:spPr bwMode="auto">
              <a:xfrm>
                <a:off x="5534025" y="4243388"/>
                <a:ext cx="334963" cy="334963"/>
              </a:xfrm>
              <a:prstGeom prst="rect">
                <a:avLst/>
              </a:prstGeom>
              <a:grpFill/>
              <a:ln>
                <a:noFill/>
              </a:ln>
            </p:spPr>
            <p:txBody>
              <a:bodyPr anchor="ctr"/>
              <a:lstStyle/>
              <a:p>
                <a:pPr algn="ctr"/>
                <a:endParaRPr/>
              </a:p>
            </p:txBody>
          </p:sp>
          <p:sp>
            <p:nvSpPr>
              <p:cNvPr id="86" name="Rectangle 209">
                <a:extLst>
                  <a:ext uri="{FF2B5EF4-FFF2-40B4-BE49-F238E27FC236}">
                    <a16:creationId xmlns:a16="http://schemas.microsoft.com/office/drawing/2014/main" id="{8A15789F-BAB8-48ED-9704-3BA658FC680C}"/>
                  </a:ext>
                </a:extLst>
              </p:cNvPr>
              <p:cNvSpPr>
                <a:spLocks/>
              </p:cNvSpPr>
              <p:nvPr/>
            </p:nvSpPr>
            <p:spPr bwMode="auto">
              <a:xfrm>
                <a:off x="5534025" y="3836988"/>
                <a:ext cx="334963" cy="333375"/>
              </a:xfrm>
              <a:prstGeom prst="rect">
                <a:avLst/>
              </a:prstGeom>
              <a:grpFill/>
              <a:ln>
                <a:noFill/>
              </a:ln>
            </p:spPr>
            <p:txBody>
              <a:bodyPr anchor="ctr"/>
              <a:lstStyle/>
              <a:p>
                <a:pPr algn="ctr"/>
                <a:endParaRPr/>
              </a:p>
            </p:txBody>
          </p:sp>
          <p:sp>
            <p:nvSpPr>
              <p:cNvPr id="87" name="Rectangle 210">
                <a:extLst>
                  <a:ext uri="{FF2B5EF4-FFF2-40B4-BE49-F238E27FC236}">
                    <a16:creationId xmlns:a16="http://schemas.microsoft.com/office/drawing/2014/main" id="{316F6E8F-9909-424C-A216-5907440244C1}"/>
                  </a:ext>
                </a:extLst>
              </p:cNvPr>
              <p:cNvSpPr>
                <a:spLocks/>
              </p:cNvSpPr>
              <p:nvPr/>
            </p:nvSpPr>
            <p:spPr bwMode="auto">
              <a:xfrm>
                <a:off x="5534025" y="3429000"/>
                <a:ext cx="334963" cy="334963"/>
              </a:xfrm>
              <a:prstGeom prst="rect">
                <a:avLst/>
              </a:prstGeom>
              <a:grpFill/>
              <a:ln>
                <a:noFill/>
              </a:ln>
            </p:spPr>
            <p:txBody>
              <a:bodyPr anchor="ctr"/>
              <a:lstStyle/>
              <a:p>
                <a:pPr algn="ctr"/>
                <a:endParaRPr/>
              </a:p>
            </p:txBody>
          </p:sp>
          <p:sp>
            <p:nvSpPr>
              <p:cNvPr id="88" name="Rectangle 211">
                <a:extLst>
                  <a:ext uri="{FF2B5EF4-FFF2-40B4-BE49-F238E27FC236}">
                    <a16:creationId xmlns:a16="http://schemas.microsoft.com/office/drawing/2014/main" id="{37B6EB72-D6B7-4F04-9190-3E46F8B4C3E3}"/>
                  </a:ext>
                </a:extLst>
              </p:cNvPr>
              <p:cNvSpPr>
                <a:spLocks/>
              </p:cNvSpPr>
              <p:nvPr/>
            </p:nvSpPr>
            <p:spPr bwMode="auto">
              <a:xfrm>
                <a:off x="5951538" y="5465763"/>
                <a:ext cx="333375" cy="333375"/>
              </a:xfrm>
              <a:prstGeom prst="rect">
                <a:avLst/>
              </a:prstGeom>
              <a:grpFill/>
              <a:ln>
                <a:noFill/>
              </a:ln>
            </p:spPr>
            <p:txBody>
              <a:bodyPr anchor="ctr"/>
              <a:lstStyle/>
              <a:p>
                <a:pPr algn="ctr"/>
                <a:endParaRPr/>
              </a:p>
            </p:txBody>
          </p:sp>
          <p:sp>
            <p:nvSpPr>
              <p:cNvPr id="89" name="Rectangle 212">
                <a:extLst>
                  <a:ext uri="{FF2B5EF4-FFF2-40B4-BE49-F238E27FC236}">
                    <a16:creationId xmlns:a16="http://schemas.microsoft.com/office/drawing/2014/main" id="{9C2B44F8-4D60-45BE-B9B3-7C7644112E96}"/>
                  </a:ext>
                </a:extLst>
              </p:cNvPr>
              <p:cNvSpPr>
                <a:spLocks/>
              </p:cNvSpPr>
              <p:nvPr/>
            </p:nvSpPr>
            <p:spPr bwMode="auto">
              <a:xfrm>
                <a:off x="5951538" y="5057775"/>
                <a:ext cx="333375" cy="333375"/>
              </a:xfrm>
              <a:prstGeom prst="rect">
                <a:avLst/>
              </a:prstGeom>
              <a:grpFill/>
              <a:ln>
                <a:noFill/>
              </a:ln>
            </p:spPr>
            <p:txBody>
              <a:bodyPr anchor="ctr"/>
              <a:lstStyle/>
              <a:p>
                <a:pPr algn="ctr"/>
                <a:endParaRPr/>
              </a:p>
            </p:txBody>
          </p:sp>
          <p:sp>
            <p:nvSpPr>
              <p:cNvPr id="90" name="Rectangle 213">
                <a:extLst>
                  <a:ext uri="{FF2B5EF4-FFF2-40B4-BE49-F238E27FC236}">
                    <a16:creationId xmlns:a16="http://schemas.microsoft.com/office/drawing/2014/main" id="{07D24DF6-1173-4DD2-B824-B8F66C0F7A6E}"/>
                  </a:ext>
                </a:extLst>
              </p:cNvPr>
              <p:cNvSpPr>
                <a:spLocks/>
              </p:cNvSpPr>
              <p:nvPr/>
            </p:nvSpPr>
            <p:spPr bwMode="auto">
              <a:xfrm>
                <a:off x="5951538" y="4651375"/>
                <a:ext cx="333375" cy="333375"/>
              </a:xfrm>
              <a:prstGeom prst="rect">
                <a:avLst/>
              </a:prstGeom>
              <a:grpFill/>
              <a:ln>
                <a:noFill/>
              </a:ln>
            </p:spPr>
            <p:txBody>
              <a:bodyPr anchor="ctr"/>
              <a:lstStyle/>
              <a:p>
                <a:pPr algn="ctr"/>
                <a:endParaRPr/>
              </a:p>
            </p:txBody>
          </p:sp>
          <p:sp>
            <p:nvSpPr>
              <p:cNvPr id="91" name="Rectangle 214">
                <a:extLst>
                  <a:ext uri="{FF2B5EF4-FFF2-40B4-BE49-F238E27FC236}">
                    <a16:creationId xmlns:a16="http://schemas.microsoft.com/office/drawing/2014/main" id="{AD4703D5-3D05-4DF2-95B1-B12933106DF4}"/>
                  </a:ext>
                </a:extLst>
              </p:cNvPr>
              <p:cNvSpPr>
                <a:spLocks/>
              </p:cNvSpPr>
              <p:nvPr/>
            </p:nvSpPr>
            <p:spPr bwMode="auto">
              <a:xfrm>
                <a:off x="5951538" y="4243388"/>
                <a:ext cx="333375" cy="334963"/>
              </a:xfrm>
              <a:prstGeom prst="rect">
                <a:avLst/>
              </a:prstGeom>
              <a:grpFill/>
              <a:ln>
                <a:noFill/>
              </a:ln>
            </p:spPr>
            <p:txBody>
              <a:bodyPr anchor="ctr"/>
              <a:lstStyle/>
              <a:p>
                <a:pPr algn="ctr"/>
                <a:endParaRPr/>
              </a:p>
            </p:txBody>
          </p:sp>
          <p:sp>
            <p:nvSpPr>
              <p:cNvPr id="92" name="Rectangle 215">
                <a:extLst>
                  <a:ext uri="{FF2B5EF4-FFF2-40B4-BE49-F238E27FC236}">
                    <a16:creationId xmlns:a16="http://schemas.microsoft.com/office/drawing/2014/main" id="{B9822260-4115-4D17-9A6D-F3DE9CC11D34}"/>
                  </a:ext>
                </a:extLst>
              </p:cNvPr>
              <p:cNvSpPr>
                <a:spLocks/>
              </p:cNvSpPr>
              <p:nvPr/>
            </p:nvSpPr>
            <p:spPr bwMode="auto">
              <a:xfrm>
                <a:off x="5951538" y="3836988"/>
                <a:ext cx="333375" cy="333375"/>
              </a:xfrm>
              <a:prstGeom prst="rect">
                <a:avLst/>
              </a:prstGeom>
              <a:grpFill/>
              <a:ln>
                <a:noFill/>
              </a:ln>
            </p:spPr>
            <p:txBody>
              <a:bodyPr anchor="ctr"/>
              <a:lstStyle/>
              <a:p>
                <a:pPr algn="ctr"/>
                <a:endParaRPr/>
              </a:p>
            </p:txBody>
          </p:sp>
          <p:sp>
            <p:nvSpPr>
              <p:cNvPr id="93" name="Rectangle 216">
                <a:extLst>
                  <a:ext uri="{FF2B5EF4-FFF2-40B4-BE49-F238E27FC236}">
                    <a16:creationId xmlns:a16="http://schemas.microsoft.com/office/drawing/2014/main" id="{2531B3F0-095D-414B-830F-063591CE3F59}"/>
                  </a:ext>
                </a:extLst>
              </p:cNvPr>
              <p:cNvSpPr>
                <a:spLocks/>
              </p:cNvSpPr>
              <p:nvPr/>
            </p:nvSpPr>
            <p:spPr bwMode="auto">
              <a:xfrm>
                <a:off x="5951538" y="3429000"/>
                <a:ext cx="333375" cy="334963"/>
              </a:xfrm>
              <a:prstGeom prst="rect">
                <a:avLst/>
              </a:prstGeom>
              <a:grpFill/>
              <a:ln>
                <a:noFill/>
              </a:ln>
            </p:spPr>
            <p:txBody>
              <a:bodyPr anchor="ctr"/>
              <a:lstStyle/>
              <a:p>
                <a:pPr algn="ctr"/>
                <a:endParaRPr/>
              </a:p>
            </p:txBody>
          </p:sp>
        </p:grpSp>
        <p:grpSp>
          <p:nvGrpSpPr>
            <p:cNvPr id="38" name="Group 161">
              <a:extLst>
                <a:ext uri="{FF2B5EF4-FFF2-40B4-BE49-F238E27FC236}">
                  <a16:creationId xmlns:a16="http://schemas.microsoft.com/office/drawing/2014/main" id="{FF49024F-5426-4FBA-8F3B-4E1DB2B2C59D}"/>
                </a:ext>
              </a:extLst>
            </p:cNvPr>
            <p:cNvGrpSpPr/>
            <p:nvPr/>
          </p:nvGrpSpPr>
          <p:grpSpPr>
            <a:xfrm>
              <a:off x="6354763" y="3429000"/>
              <a:ext cx="655638" cy="2381250"/>
              <a:chOff x="6354763" y="3429000"/>
              <a:chExt cx="655638" cy="2381250"/>
            </a:xfrm>
            <a:grpFill/>
          </p:grpSpPr>
          <p:sp>
            <p:nvSpPr>
              <p:cNvPr id="58" name="Freeform: Shape 181">
                <a:extLst>
                  <a:ext uri="{FF2B5EF4-FFF2-40B4-BE49-F238E27FC236}">
                    <a16:creationId xmlns:a16="http://schemas.microsoft.com/office/drawing/2014/main" id="{4EB89083-CCAB-45BB-ADD5-ED0305C30072}"/>
                  </a:ext>
                </a:extLst>
              </p:cNvPr>
              <p:cNvSpPr>
                <a:spLocks/>
              </p:cNvSpPr>
              <p:nvPr/>
            </p:nvSpPr>
            <p:spPr bwMode="auto">
              <a:xfrm>
                <a:off x="6354763" y="3429000"/>
                <a:ext cx="236538" cy="512763"/>
              </a:xfrm>
              <a:custGeom>
                <a:avLst/>
                <a:gdLst>
                  <a:gd name="T0" fmla="*/ 149 w 149"/>
                  <a:gd name="T1" fmla="*/ 131 h 323"/>
                  <a:gd name="T2" fmla="*/ 0 w 149"/>
                  <a:gd name="T3" fmla="*/ 0 h 323"/>
                  <a:gd name="T4" fmla="*/ 0 w 149"/>
                  <a:gd name="T5" fmla="*/ 211 h 323"/>
                  <a:gd name="T6" fmla="*/ 149 w 149"/>
                  <a:gd name="T7" fmla="*/ 323 h 323"/>
                  <a:gd name="T8" fmla="*/ 149 w 149"/>
                  <a:gd name="T9" fmla="*/ 131 h 323"/>
                </a:gdLst>
                <a:ahLst/>
                <a:cxnLst>
                  <a:cxn ang="0">
                    <a:pos x="T0" y="T1"/>
                  </a:cxn>
                  <a:cxn ang="0">
                    <a:pos x="T2" y="T3"/>
                  </a:cxn>
                  <a:cxn ang="0">
                    <a:pos x="T4" y="T5"/>
                  </a:cxn>
                  <a:cxn ang="0">
                    <a:pos x="T6" y="T7"/>
                  </a:cxn>
                  <a:cxn ang="0">
                    <a:pos x="T8" y="T9"/>
                  </a:cxn>
                </a:cxnLst>
                <a:rect l="0" t="0" r="r" b="b"/>
                <a:pathLst>
                  <a:path w="149" h="323">
                    <a:moveTo>
                      <a:pt x="149" y="131"/>
                    </a:moveTo>
                    <a:lnTo>
                      <a:pt x="0" y="0"/>
                    </a:lnTo>
                    <a:lnTo>
                      <a:pt x="0" y="211"/>
                    </a:lnTo>
                    <a:lnTo>
                      <a:pt x="149" y="323"/>
                    </a:lnTo>
                    <a:lnTo>
                      <a:pt x="149" y="131"/>
                    </a:lnTo>
                    <a:close/>
                  </a:path>
                </a:pathLst>
              </a:custGeom>
              <a:grpFill/>
              <a:ln>
                <a:noFill/>
              </a:ln>
            </p:spPr>
            <p:txBody>
              <a:bodyPr anchor="ctr"/>
              <a:lstStyle/>
              <a:p>
                <a:pPr algn="ctr"/>
                <a:endParaRPr/>
              </a:p>
            </p:txBody>
          </p:sp>
          <p:sp>
            <p:nvSpPr>
              <p:cNvPr id="59" name="Freeform: Shape 182">
                <a:extLst>
                  <a:ext uri="{FF2B5EF4-FFF2-40B4-BE49-F238E27FC236}">
                    <a16:creationId xmlns:a16="http://schemas.microsoft.com/office/drawing/2014/main" id="{E3DA1713-7703-4063-8BB7-3B1E83CAA08E}"/>
                  </a:ext>
                </a:extLst>
              </p:cNvPr>
              <p:cNvSpPr>
                <a:spLocks/>
              </p:cNvSpPr>
              <p:nvPr/>
            </p:nvSpPr>
            <p:spPr bwMode="auto">
              <a:xfrm>
                <a:off x="6354763" y="3836988"/>
                <a:ext cx="236538" cy="477838"/>
              </a:xfrm>
              <a:custGeom>
                <a:avLst/>
                <a:gdLst>
                  <a:gd name="T0" fmla="*/ 149 w 149"/>
                  <a:gd name="T1" fmla="*/ 108 h 301"/>
                  <a:gd name="T2" fmla="*/ 0 w 149"/>
                  <a:gd name="T3" fmla="*/ 0 h 301"/>
                  <a:gd name="T4" fmla="*/ 0 w 149"/>
                  <a:gd name="T5" fmla="*/ 210 h 301"/>
                  <a:gd name="T6" fmla="*/ 149 w 149"/>
                  <a:gd name="T7" fmla="*/ 301 h 301"/>
                  <a:gd name="T8" fmla="*/ 149 w 149"/>
                  <a:gd name="T9" fmla="*/ 108 h 301"/>
                </a:gdLst>
                <a:ahLst/>
                <a:cxnLst>
                  <a:cxn ang="0">
                    <a:pos x="T0" y="T1"/>
                  </a:cxn>
                  <a:cxn ang="0">
                    <a:pos x="T2" y="T3"/>
                  </a:cxn>
                  <a:cxn ang="0">
                    <a:pos x="T4" y="T5"/>
                  </a:cxn>
                  <a:cxn ang="0">
                    <a:pos x="T6" y="T7"/>
                  </a:cxn>
                  <a:cxn ang="0">
                    <a:pos x="T8" y="T9"/>
                  </a:cxn>
                </a:cxnLst>
                <a:rect l="0" t="0" r="r" b="b"/>
                <a:pathLst>
                  <a:path w="149" h="301">
                    <a:moveTo>
                      <a:pt x="149" y="108"/>
                    </a:moveTo>
                    <a:lnTo>
                      <a:pt x="0" y="0"/>
                    </a:lnTo>
                    <a:lnTo>
                      <a:pt x="0" y="210"/>
                    </a:lnTo>
                    <a:lnTo>
                      <a:pt x="149" y="301"/>
                    </a:lnTo>
                    <a:lnTo>
                      <a:pt x="149" y="108"/>
                    </a:lnTo>
                    <a:close/>
                  </a:path>
                </a:pathLst>
              </a:custGeom>
              <a:grpFill/>
              <a:ln>
                <a:noFill/>
              </a:ln>
            </p:spPr>
            <p:txBody>
              <a:bodyPr anchor="ctr"/>
              <a:lstStyle/>
              <a:p>
                <a:pPr algn="ctr"/>
                <a:endParaRPr/>
              </a:p>
            </p:txBody>
          </p:sp>
          <p:sp>
            <p:nvSpPr>
              <p:cNvPr id="60" name="Freeform: Shape 183">
                <a:extLst>
                  <a:ext uri="{FF2B5EF4-FFF2-40B4-BE49-F238E27FC236}">
                    <a16:creationId xmlns:a16="http://schemas.microsoft.com/office/drawing/2014/main" id="{677923E4-A0FD-4AB8-9E44-0ED5366503F1}"/>
                  </a:ext>
                </a:extLst>
              </p:cNvPr>
              <p:cNvSpPr>
                <a:spLocks/>
              </p:cNvSpPr>
              <p:nvPr/>
            </p:nvSpPr>
            <p:spPr bwMode="auto">
              <a:xfrm>
                <a:off x="6354763" y="4243388"/>
                <a:ext cx="236538" cy="442913"/>
              </a:xfrm>
              <a:custGeom>
                <a:avLst/>
                <a:gdLst>
                  <a:gd name="T0" fmla="*/ 149 w 149"/>
                  <a:gd name="T1" fmla="*/ 87 h 279"/>
                  <a:gd name="T2" fmla="*/ 0 w 149"/>
                  <a:gd name="T3" fmla="*/ 0 h 279"/>
                  <a:gd name="T4" fmla="*/ 0 w 149"/>
                  <a:gd name="T5" fmla="*/ 211 h 279"/>
                  <a:gd name="T6" fmla="*/ 149 w 149"/>
                  <a:gd name="T7" fmla="*/ 279 h 279"/>
                  <a:gd name="T8" fmla="*/ 149 w 149"/>
                  <a:gd name="T9" fmla="*/ 87 h 279"/>
                </a:gdLst>
                <a:ahLst/>
                <a:cxnLst>
                  <a:cxn ang="0">
                    <a:pos x="T0" y="T1"/>
                  </a:cxn>
                  <a:cxn ang="0">
                    <a:pos x="T2" y="T3"/>
                  </a:cxn>
                  <a:cxn ang="0">
                    <a:pos x="T4" y="T5"/>
                  </a:cxn>
                  <a:cxn ang="0">
                    <a:pos x="T6" y="T7"/>
                  </a:cxn>
                  <a:cxn ang="0">
                    <a:pos x="T8" y="T9"/>
                  </a:cxn>
                </a:cxnLst>
                <a:rect l="0" t="0" r="r" b="b"/>
                <a:pathLst>
                  <a:path w="149" h="279">
                    <a:moveTo>
                      <a:pt x="149" y="87"/>
                    </a:moveTo>
                    <a:lnTo>
                      <a:pt x="0" y="0"/>
                    </a:lnTo>
                    <a:lnTo>
                      <a:pt x="0" y="211"/>
                    </a:lnTo>
                    <a:lnTo>
                      <a:pt x="149" y="279"/>
                    </a:lnTo>
                    <a:lnTo>
                      <a:pt x="149" y="87"/>
                    </a:lnTo>
                    <a:close/>
                  </a:path>
                </a:pathLst>
              </a:custGeom>
              <a:grpFill/>
              <a:ln>
                <a:noFill/>
              </a:ln>
            </p:spPr>
            <p:txBody>
              <a:bodyPr anchor="ctr"/>
              <a:lstStyle/>
              <a:p>
                <a:pPr algn="ctr"/>
                <a:endParaRPr/>
              </a:p>
            </p:txBody>
          </p:sp>
          <p:sp>
            <p:nvSpPr>
              <p:cNvPr id="61" name="Freeform: Shape 184">
                <a:extLst>
                  <a:ext uri="{FF2B5EF4-FFF2-40B4-BE49-F238E27FC236}">
                    <a16:creationId xmlns:a16="http://schemas.microsoft.com/office/drawing/2014/main" id="{A0764F37-3184-4DBE-9E7C-D282DD6D815F}"/>
                  </a:ext>
                </a:extLst>
              </p:cNvPr>
              <p:cNvSpPr>
                <a:spLocks/>
              </p:cNvSpPr>
              <p:nvPr/>
            </p:nvSpPr>
            <p:spPr bwMode="auto">
              <a:xfrm>
                <a:off x="6354763" y="4651375"/>
                <a:ext cx="236538" cy="406400"/>
              </a:xfrm>
              <a:custGeom>
                <a:avLst/>
                <a:gdLst>
                  <a:gd name="T0" fmla="*/ 149 w 149"/>
                  <a:gd name="T1" fmla="*/ 64 h 256"/>
                  <a:gd name="T2" fmla="*/ 0 w 149"/>
                  <a:gd name="T3" fmla="*/ 0 h 256"/>
                  <a:gd name="T4" fmla="*/ 0 w 149"/>
                  <a:gd name="T5" fmla="*/ 210 h 256"/>
                  <a:gd name="T6" fmla="*/ 149 w 149"/>
                  <a:gd name="T7" fmla="*/ 256 h 256"/>
                  <a:gd name="T8" fmla="*/ 149 w 149"/>
                  <a:gd name="T9" fmla="*/ 64 h 256"/>
                </a:gdLst>
                <a:ahLst/>
                <a:cxnLst>
                  <a:cxn ang="0">
                    <a:pos x="T0" y="T1"/>
                  </a:cxn>
                  <a:cxn ang="0">
                    <a:pos x="T2" y="T3"/>
                  </a:cxn>
                  <a:cxn ang="0">
                    <a:pos x="T4" y="T5"/>
                  </a:cxn>
                  <a:cxn ang="0">
                    <a:pos x="T6" y="T7"/>
                  </a:cxn>
                  <a:cxn ang="0">
                    <a:pos x="T8" y="T9"/>
                  </a:cxn>
                </a:cxnLst>
                <a:rect l="0" t="0" r="r" b="b"/>
                <a:pathLst>
                  <a:path w="149" h="256">
                    <a:moveTo>
                      <a:pt x="149" y="64"/>
                    </a:moveTo>
                    <a:lnTo>
                      <a:pt x="0" y="0"/>
                    </a:lnTo>
                    <a:lnTo>
                      <a:pt x="0" y="210"/>
                    </a:lnTo>
                    <a:lnTo>
                      <a:pt x="149" y="256"/>
                    </a:lnTo>
                    <a:lnTo>
                      <a:pt x="149" y="64"/>
                    </a:lnTo>
                    <a:close/>
                  </a:path>
                </a:pathLst>
              </a:custGeom>
              <a:grpFill/>
              <a:ln>
                <a:noFill/>
              </a:ln>
            </p:spPr>
            <p:txBody>
              <a:bodyPr anchor="ctr"/>
              <a:lstStyle/>
              <a:p>
                <a:pPr algn="ctr"/>
                <a:endParaRPr/>
              </a:p>
            </p:txBody>
          </p:sp>
          <p:sp>
            <p:nvSpPr>
              <p:cNvPr id="62" name="Freeform: Shape 185">
                <a:extLst>
                  <a:ext uri="{FF2B5EF4-FFF2-40B4-BE49-F238E27FC236}">
                    <a16:creationId xmlns:a16="http://schemas.microsoft.com/office/drawing/2014/main" id="{58B63746-F7C0-46F1-BFCC-E018DB548902}"/>
                  </a:ext>
                </a:extLst>
              </p:cNvPr>
              <p:cNvSpPr>
                <a:spLocks/>
              </p:cNvSpPr>
              <p:nvPr/>
            </p:nvSpPr>
            <p:spPr bwMode="auto">
              <a:xfrm>
                <a:off x="6354763" y="5057775"/>
                <a:ext cx="236538" cy="373063"/>
              </a:xfrm>
              <a:custGeom>
                <a:avLst/>
                <a:gdLst>
                  <a:gd name="T0" fmla="*/ 149 w 149"/>
                  <a:gd name="T1" fmla="*/ 42 h 235"/>
                  <a:gd name="T2" fmla="*/ 0 w 149"/>
                  <a:gd name="T3" fmla="*/ 0 h 235"/>
                  <a:gd name="T4" fmla="*/ 0 w 149"/>
                  <a:gd name="T5" fmla="*/ 210 h 235"/>
                  <a:gd name="T6" fmla="*/ 149 w 149"/>
                  <a:gd name="T7" fmla="*/ 235 h 235"/>
                  <a:gd name="T8" fmla="*/ 149 w 149"/>
                  <a:gd name="T9" fmla="*/ 42 h 235"/>
                </a:gdLst>
                <a:ahLst/>
                <a:cxnLst>
                  <a:cxn ang="0">
                    <a:pos x="T0" y="T1"/>
                  </a:cxn>
                  <a:cxn ang="0">
                    <a:pos x="T2" y="T3"/>
                  </a:cxn>
                  <a:cxn ang="0">
                    <a:pos x="T4" y="T5"/>
                  </a:cxn>
                  <a:cxn ang="0">
                    <a:pos x="T6" y="T7"/>
                  </a:cxn>
                  <a:cxn ang="0">
                    <a:pos x="T8" y="T9"/>
                  </a:cxn>
                </a:cxnLst>
                <a:rect l="0" t="0" r="r" b="b"/>
                <a:pathLst>
                  <a:path w="149" h="235">
                    <a:moveTo>
                      <a:pt x="149" y="42"/>
                    </a:moveTo>
                    <a:lnTo>
                      <a:pt x="0" y="0"/>
                    </a:lnTo>
                    <a:lnTo>
                      <a:pt x="0" y="210"/>
                    </a:lnTo>
                    <a:lnTo>
                      <a:pt x="149" y="235"/>
                    </a:lnTo>
                    <a:lnTo>
                      <a:pt x="149" y="42"/>
                    </a:lnTo>
                    <a:close/>
                  </a:path>
                </a:pathLst>
              </a:custGeom>
              <a:grpFill/>
              <a:ln>
                <a:noFill/>
              </a:ln>
            </p:spPr>
            <p:txBody>
              <a:bodyPr anchor="ctr"/>
              <a:lstStyle/>
              <a:p>
                <a:pPr algn="ctr"/>
                <a:endParaRPr/>
              </a:p>
            </p:txBody>
          </p:sp>
          <p:sp>
            <p:nvSpPr>
              <p:cNvPr id="63" name="Freeform: Shape 186">
                <a:extLst>
                  <a:ext uri="{FF2B5EF4-FFF2-40B4-BE49-F238E27FC236}">
                    <a16:creationId xmlns:a16="http://schemas.microsoft.com/office/drawing/2014/main" id="{9C5804F1-C823-442F-B095-7B76D0071A78}"/>
                  </a:ext>
                </a:extLst>
              </p:cNvPr>
              <p:cNvSpPr>
                <a:spLocks/>
              </p:cNvSpPr>
              <p:nvPr/>
            </p:nvSpPr>
            <p:spPr bwMode="auto">
              <a:xfrm>
                <a:off x="6354763" y="5465763"/>
                <a:ext cx="236538" cy="336550"/>
              </a:xfrm>
              <a:custGeom>
                <a:avLst/>
                <a:gdLst>
                  <a:gd name="T0" fmla="*/ 149 w 149"/>
                  <a:gd name="T1" fmla="*/ 19 h 212"/>
                  <a:gd name="T2" fmla="*/ 0 w 149"/>
                  <a:gd name="T3" fmla="*/ 0 h 212"/>
                  <a:gd name="T4" fmla="*/ 0 w 149"/>
                  <a:gd name="T5" fmla="*/ 210 h 212"/>
                  <a:gd name="T6" fmla="*/ 149 w 149"/>
                  <a:gd name="T7" fmla="*/ 212 h 212"/>
                  <a:gd name="T8" fmla="*/ 149 w 149"/>
                  <a:gd name="T9" fmla="*/ 19 h 212"/>
                </a:gdLst>
                <a:ahLst/>
                <a:cxnLst>
                  <a:cxn ang="0">
                    <a:pos x="T0" y="T1"/>
                  </a:cxn>
                  <a:cxn ang="0">
                    <a:pos x="T2" y="T3"/>
                  </a:cxn>
                  <a:cxn ang="0">
                    <a:pos x="T4" y="T5"/>
                  </a:cxn>
                  <a:cxn ang="0">
                    <a:pos x="T6" y="T7"/>
                  </a:cxn>
                  <a:cxn ang="0">
                    <a:pos x="T8" y="T9"/>
                  </a:cxn>
                </a:cxnLst>
                <a:rect l="0" t="0" r="r" b="b"/>
                <a:pathLst>
                  <a:path w="149" h="212">
                    <a:moveTo>
                      <a:pt x="149" y="19"/>
                    </a:moveTo>
                    <a:lnTo>
                      <a:pt x="0" y="0"/>
                    </a:lnTo>
                    <a:lnTo>
                      <a:pt x="0" y="210"/>
                    </a:lnTo>
                    <a:lnTo>
                      <a:pt x="149" y="212"/>
                    </a:lnTo>
                    <a:lnTo>
                      <a:pt x="149" y="19"/>
                    </a:lnTo>
                    <a:close/>
                  </a:path>
                </a:pathLst>
              </a:custGeom>
              <a:grpFill/>
              <a:ln>
                <a:noFill/>
              </a:ln>
            </p:spPr>
            <p:txBody>
              <a:bodyPr anchor="ctr"/>
              <a:lstStyle/>
              <a:p>
                <a:pPr algn="ctr"/>
                <a:endParaRPr/>
              </a:p>
            </p:txBody>
          </p:sp>
          <p:sp>
            <p:nvSpPr>
              <p:cNvPr id="64" name="Freeform: Shape 187">
                <a:extLst>
                  <a:ext uri="{FF2B5EF4-FFF2-40B4-BE49-F238E27FC236}">
                    <a16:creationId xmlns:a16="http://schemas.microsoft.com/office/drawing/2014/main" id="{3DAA7AEC-5890-4945-B44F-0129C7D52119}"/>
                  </a:ext>
                </a:extLst>
              </p:cNvPr>
              <p:cNvSpPr>
                <a:spLocks/>
              </p:cNvSpPr>
              <p:nvPr/>
            </p:nvSpPr>
            <p:spPr bwMode="auto">
              <a:xfrm>
                <a:off x="6648450" y="3687763"/>
                <a:ext cx="184150" cy="474663"/>
              </a:xfrm>
              <a:custGeom>
                <a:avLst/>
                <a:gdLst>
                  <a:gd name="T0" fmla="*/ 116 w 116"/>
                  <a:gd name="T1" fmla="*/ 130 h 299"/>
                  <a:gd name="T2" fmla="*/ 0 w 116"/>
                  <a:gd name="T3" fmla="*/ 0 h 299"/>
                  <a:gd name="T4" fmla="*/ 0 w 116"/>
                  <a:gd name="T5" fmla="*/ 188 h 299"/>
                  <a:gd name="T6" fmla="*/ 116 w 116"/>
                  <a:gd name="T7" fmla="*/ 299 h 299"/>
                  <a:gd name="T8" fmla="*/ 116 w 116"/>
                  <a:gd name="T9" fmla="*/ 130 h 299"/>
                </a:gdLst>
                <a:ahLst/>
                <a:cxnLst>
                  <a:cxn ang="0">
                    <a:pos x="T0" y="T1"/>
                  </a:cxn>
                  <a:cxn ang="0">
                    <a:pos x="T2" y="T3"/>
                  </a:cxn>
                  <a:cxn ang="0">
                    <a:pos x="T4" y="T5"/>
                  </a:cxn>
                  <a:cxn ang="0">
                    <a:pos x="T6" y="T7"/>
                  </a:cxn>
                  <a:cxn ang="0">
                    <a:pos x="T8" y="T9"/>
                  </a:cxn>
                </a:cxnLst>
                <a:rect l="0" t="0" r="r" b="b"/>
                <a:pathLst>
                  <a:path w="116" h="299">
                    <a:moveTo>
                      <a:pt x="116" y="130"/>
                    </a:moveTo>
                    <a:lnTo>
                      <a:pt x="0" y="0"/>
                    </a:lnTo>
                    <a:lnTo>
                      <a:pt x="0" y="188"/>
                    </a:lnTo>
                    <a:lnTo>
                      <a:pt x="116" y="299"/>
                    </a:lnTo>
                    <a:lnTo>
                      <a:pt x="116" y="130"/>
                    </a:lnTo>
                    <a:close/>
                  </a:path>
                </a:pathLst>
              </a:custGeom>
              <a:grpFill/>
              <a:ln>
                <a:noFill/>
              </a:ln>
            </p:spPr>
            <p:txBody>
              <a:bodyPr anchor="ctr"/>
              <a:lstStyle/>
              <a:p>
                <a:pPr algn="ctr"/>
                <a:endParaRPr/>
              </a:p>
            </p:txBody>
          </p:sp>
          <p:sp>
            <p:nvSpPr>
              <p:cNvPr id="65" name="Freeform: Shape 188">
                <a:extLst>
                  <a:ext uri="{FF2B5EF4-FFF2-40B4-BE49-F238E27FC236}">
                    <a16:creationId xmlns:a16="http://schemas.microsoft.com/office/drawing/2014/main" id="{F81C3788-B798-40ED-98BD-7A2AFDA26D1A}"/>
                  </a:ext>
                </a:extLst>
              </p:cNvPr>
              <p:cNvSpPr>
                <a:spLocks/>
              </p:cNvSpPr>
              <p:nvPr/>
            </p:nvSpPr>
            <p:spPr bwMode="auto">
              <a:xfrm>
                <a:off x="6648450" y="4051300"/>
                <a:ext cx="184150" cy="439738"/>
              </a:xfrm>
              <a:custGeom>
                <a:avLst/>
                <a:gdLst>
                  <a:gd name="T0" fmla="*/ 116 w 116"/>
                  <a:gd name="T1" fmla="*/ 108 h 277"/>
                  <a:gd name="T2" fmla="*/ 0 w 116"/>
                  <a:gd name="T3" fmla="*/ 0 h 277"/>
                  <a:gd name="T4" fmla="*/ 0 w 116"/>
                  <a:gd name="T5" fmla="*/ 188 h 277"/>
                  <a:gd name="T6" fmla="*/ 116 w 116"/>
                  <a:gd name="T7" fmla="*/ 277 h 277"/>
                  <a:gd name="T8" fmla="*/ 116 w 116"/>
                  <a:gd name="T9" fmla="*/ 108 h 277"/>
                </a:gdLst>
                <a:ahLst/>
                <a:cxnLst>
                  <a:cxn ang="0">
                    <a:pos x="T0" y="T1"/>
                  </a:cxn>
                  <a:cxn ang="0">
                    <a:pos x="T2" y="T3"/>
                  </a:cxn>
                  <a:cxn ang="0">
                    <a:pos x="T4" y="T5"/>
                  </a:cxn>
                  <a:cxn ang="0">
                    <a:pos x="T6" y="T7"/>
                  </a:cxn>
                  <a:cxn ang="0">
                    <a:pos x="T8" y="T9"/>
                  </a:cxn>
                </a:cxnLst>
                <a:rect l="0" t="0" r="r" b="b"/>
                <a:pathLst>
                  <a:path w="116" h="277">
                    <a:moveTo>
                      <a:pt x="116" y="108"/>
                    </a:moveTo>
                    <a:lnTo>
                      <a:pt x="0" y="0"/>
                    </a:lnTo>
                    <a:lnTo>
                      <a:pt x="0" y="188"/>
                    </a:lnTo>
                    <a:lnTo>
                      <a:pt x="116" y="277"/>
                    </a:lnTo>
                    <a:lnTo>
                      <a:pt x="116" y="108"/>
                    </a:lnTo>
                    <a:close/>
                  </a:path>
                </a:pathLst>
              </a:custGeom>
              <a:grpFill/>
              <a:ln>
                <a:noFill/>
              </a:ln>
            </p:spPr>
            <p:txBody>
              <a:bodyPr anchor="ctr"/>
              <a:lstStyle/>
              <a:p>
                <a:pPr algn="ctr"/>
                <a:endParaRPr/>
              </a:p>
            </p:txBody>
          </p:sp>
          <p:sp>
            <p:nvSpPr>
              <p:cNvPr id="66" name="Freeform: Shape 189">
                <a:extLst>
                  <a:ext uri="{FF2B5EF4-FFF2-40B4-BE49-F238E27FC236}">
                    <a16:creationId xmlns:a16="http://schemas.microsoft.com/office/drawing/2014/main" id="{BB9E853A-451E-4551-B046-A4357F834A6D}"/>
                  </a:ext>
                </a:extLst>
              </p:cNvPr>
              <p:cNvSpPr>
                <a:spLocks/>
              </p:cNvSpPr>
              <p:nvPr/>
            </p:nvSpPr>
            <p:spPr bwMode="auto">
              <a:xfrm>
                <a:off x="6648450" y="4414838"/>
                <a:ext cx="184150" cy="406400"/>
              </a:xfrm>
              <a:custGeom>
                <a:avLst/>
                <a:gdLst>
                  <a:gd name="T0" fmla="*/ 116 w 116"/>
                  <a:gd name="T1" fmla="*/ 85 h 256"/>
                  <a:gd name="T2" fmla="*/ 0 w 116"/>
                  <a:gd name="T3" fmla="*/ 0 h 256"/>
                  <a:gd name="T4" fmla="*/ 0 w 116"/>
                  <a:gd name="T5" fmla="*/ 188 h 256"/>
                  <a:gd name="T6" fmla="*/ 116 w 116"/>
                  <a:gd name="T7" fmla="*/ 256 h 256"/>
                  <a:gd name="T8" fmla="*/ 116 w 116"/>
                  <a:gd name="T9" fmla="*/ 85 h 256"/>
                </a:gdLst>
                <a:ahLst/>
                <a:cxnLst>
                  <a:cxn ang="0">
                    <a:pos x="T0" y="T1"/>
                  </a:cxn>
                  <a:cxn ang="0">
                    <a:pos x="T2" y="T3"/>
                  </a:cxn>
                  <a:cxn ang="0">
                    <a:pos x="T4" y="T5"/>
                  </a:cxn>
                  <a:cxn ang="0">
                    <a:pos x="T6" y="T7"/>
                  </a:cxn>
                  <a:cxn ang="0">
                    <a:pos x="T8" y="T9"/>
                  </a:cxn>
                </a:cxnLst>
                <a:rect l="0" t="0" r="r" b="b"/>
                <a:pathLst>
                  <a:path w="116" h="256">
                    <a:moveTo>
                      <a:pt x="116" y="85"/>
                    </a:moveTo>
                    <a:lnTo>
                      <a:pt x="0" y="0"/>
                    </a:lnTo>
                    <a:lnTo>
                      <a:pt x="0" y="188"/>
                    </a:lnTo>
                    <a:lnTo>
                      <a:pt x="116" y="256"/>
                    </a:lnTo>
                    <a:lnTo>
                      <a:pt x="116" y="85"/>
                    </a:lnTo>
                    <a:close/>
                  </a:path>
                </a:pathLst>
              </a:custGeom>
              <a:grpFill/>
              <a:ln>
                <a:noFill/>
              </a:ln>
            </p:spPr>
            <p:txBody>
              <a:bodyPr anchor="ctr"/>
              <a:lstStyle/>
              <a:p>
                <a:pPr algn="ctr"/>
                <a:endParaRPr/>
              </a:p>
            </p:txBody>
          </p:sp>
          <p:sp>
            <p:nvSpPr>
              <p:cNvPr id="67" name="Freeform: Shape 190">
                <a:extLst>
                  <a:ext uri="{FF2B5EF4-FFF2-40B4-BE49-F238E27FC236}">
                    <a16:creationId xmlns:a16="http://schemas.microsoft.com/office/drawing/2014/main" id="{49B4C6BB-160D-4C6D-BFE0-AF2B093E6961}"/>
                  </a:ext>
                </a:extLst>
              </p:cNvPr>
              <p:cNvSpPr>
                <a:spLocks/>
              </p:cNvSpPr>
              <p:nvPr/>
            </p:nvSpPr>
            <p:spPr bwMode="auto">
              <a:xfrm>
                <a:off x="6648450" y="4776788"/>
                <a:ext cx="184150" cy="371475"/>
              </a:xfrm>
              <a:custGeom>
                <a:avLst/>
                <a:gdLst>
                  <a:gd name="T0" fmla="*/ 116 w 116"/>
                  <a:gd name="T1" fmla="*/ 64 h 234"/>
                  <a:gd name="T2" fmla="*/ 0 w 116"/>
                  <a:gd name="T3" fmla="*/ 0 h 234"/>
                  <a:gd name="T4" fmla="*/ 0 w 116"/>
                  <a:gd name="T5" fmla="*/ 188 h 234"/>
                  <a:gd name="T6" fmla="*/ 116 w 116"/>
                  <a:gd name="T7" fmla="*/ 234 h 234"/>
                  <a:gd name="T8" fmla="*/ 116 w 116"/>
                  <a:gd name="T9" fmla="*/ 64 h 234"/>
                </a:gdLst>
                <a:ahLst/>
                <a:cxnLst>
                  <a:cxn ang="0">
                    <a:pos x="T0" y="T1"/>
                  </a:cxn>
                  <a:cxn ang="0">
                    <a:pos x="T2" y="T3"/>
                  </a:cxn>
                  <a:cxn ang="0">
                    <a:pos x="T4" y="T5"/>
                  </a:cxn>
                  <a:cxn ang="0">
                    <a:pos x="T6" y="T7"/>
                  </a:cxn>
                  <a:cxn ang="0">
                    <a:pos x="T8" y="T9"/>
                  </a:cxn>
                </a:cxnLst>
                <a:rect l="0" t="0" r="r" b="b"/>
                <a:pathLst>
                  <a:path w="116" h="234">
                    <a:moveTo>
                      <a:pt x="116" y="64"/>
                    </a:moveTo>
                    <a:lnTo>
                      <a:pt x="0" y="0"/>
                    </a:lnTo>
                    <a:lnTo>
                      <a:pt x="0" y="188"/>
                    </a:lnTo>
                    <a:lnTo>
                      <a:pt x="116" y="234"/>
                    </a:lnTo>
                    <a:lnTo>
                      <a:pt x="116" y="64"/>
                    </a:lnTo>
                    <a:close/>
                  </a:path>
                </a:pathLst>
              </a:custGeom>
              <a:grpFill/>
              <a:ln>
                <a:noFill/>
              </a:ln>
            </p:spPr>
            <p:txBody>
              <a:bodyPr anchor="ctr"/>
              <a:lstStyle/>
              <a:p>
                <a:pPr algn="ctr"/>
                <a:endParaRPr/>
              </a:p>
            </p:txBody>
          </p:sp>
          <p:sp>
            <p:nvSpPr>
              <p:cNvPr id="68" name="Freeform: Shape 191">
                <a:extLst>
                  <a:ext uri="{FF2B5EF4-FFF2-40B4-BE49-F238E27FC236}">
                    <a16:creationId xmlns:a16="http://schemas.microsoft.com/office/drawing/2014/main" id="{115446D4-989C-4843-AB49-5854F1AF1F47}"/>
                  </a:ext>
                </a:extLst>
              </p:cNvPr>
              <p:cNvSpPr>
                <a:spLocks/>
              </p:cNvSpPr>
              <p:nvPr/>
            </p:nvSpPr>
            <p:spPr bwMode="auto">
              <a:xfrm>
                <a:off x="6648450" y="5140325"/>
                <a:ext cx="184150" cy="336550"/>
              </a:xfrm>
              <a:custGeom>
                <a:avLst/>
                <a:gdLst>
                  <a:gd name="T0" fmla="*/ 116 w 116"/>
                  <a:gd name="T1" fmla="*/ 43 h 212"/>
                  <a:gd name="T2" fmla="*/ 0 w 116"/>
                  <a:gd name="T3" fmla="*/ 0 h 212"/>
                  <a:gd name="T4" fmla="*/ 0 w 116"/>
                  <a:gd name="T5" fmla="*/ 188 h 212"/>
                  <a:gd name="T6" fmla="*/ 116 w 116"/>
                  <a:gd name="T7" fmla="*/ 212 h 212"/>
                  <a:gd name="T8" fmla="*/ 116 w 116"/>
                  <a:gd name="T9" fmla="*/ 43 h 212"/>
                </a:gdLst>
                <a:ahLst/>
                <a:cxnLst>
                  <a:cxn ang="0">
                    <a:pos x="T0" y="T1"/>
                  </a:cxn>
                  <a:cxn ang="0">
                    <a:pos x="T2" y="T3"/>
                  </a:cxn>
                  <a:cxn ang="0">
                    <a:pos x="T4" y="T5"/>
                  </a:cxn>
                  <a:cxn ang="0">
                    <a:pos x="T6" y="T7"/>
                  </a:cxn>
                  <a:cxn ang="0">
                    <a:pos x="T8" y="T9"/>
                  </a:cxn>
                </a:cxnLst>
                <a:rect l="0" t="0" r="r" b="b"/>
                <a:pathLst>
                  <a:path w="116" h="212">
                    <a:moveTo>
                      <a:pt x="116" y="43"/>
                    </a:moveTo>
                    <a:lnTo>
                      <a:pt x="0" y="0"/>
                    </a:lnTo>
                    <a:lnTo>
                      <a:pt x="0" y="188"/>
                    </a:lnTo>
                    <a:lnTo>
                      <a:pt x="116" y="212"/>
                    </a:lnTo>
                    <a:lnTo>
                      <a:pt x="116" y="43"/>
                    </a:lnTo>
                    <a:close/>
                  </a:path>
                </a:pathLst>
              </a:custGeom>
              <a:grpFill/>
              <a:ln>
                <a:noFill/>
              </a:ln>
            </p:spPr>
            <p:txBody>
              <a:bodyPr anchor="ctr"/>
              <a:lstStyle/>
              <a:p>
                <a:pPr algn="ctr"/>
                <a:endParaRPr/>
              </a:p>
            </p:txBody>
          </p:sp>
          <p:sp>
            <p:nvSpPr>
              <p:cNvPr id="69" name="Freeform: Shape 192">
                <a:extLst>
                  <a:ext uri="{FF2B5EF4-FFF2-40B4-BE49-F238E27FC236}">
                    <a16:creationId xmlns:a16="http://schemas.microsoft.com/office/drawing/2014/main" id="{715FFF0C-1192-499A-9752-1DCAA3CFAE42}"/>
                  </a:ext>
                </a:extLst>
              </p:cNvPr>
              <p:cNvSpPr>
                <a:spLocks/>
              </p:cNvSpPr>
              <p:nvPr/>
            </p:nvSpPr>
            <p:spPr bwMode="auto">
              <a:xfrm>
                <a:off x="6648450" y="5503863"/>
                <a:ext cx="184150" cy="301625"/>
              </a:xfrm>
              <a:custGeom>
                <a:avLst/>
                <a:gdLst>
                  <a:gd name="T0" fmla="*/ 116 w 116"/>
                  <a:gd name="T1" fmla="*/ 21 h 190"/>
                  <a:gd name="T2" fmla="*/ 0 w 116"/>
                  <a:gd name="T3" fmla="*/ 0 h 190"/>
                  <a:gd name="T4" fmla="*/ 0 w 116"/>
                  <a:gd name="T5" fmla="*/ 188 h 190"/>
                  <a:gd name="T6" fmla="*/ 116 w 116"/>
                  <a:gd name="T7" fmla="*/ 190 h 190"/>
                  <a:gd name="T8" fmla="*/ 116 w 116"/>
                  <a:gd name="T9" fmla="*/ 21 h 190"/>
                </a:gdLst>
                <a:ahLst/>
                <a:cxnLst>
                  <a:cxn ang="0">
                    <a:pos x="T0" y="T1"/>
                  </a:cxn>
                  <a:cxn ang="0">
                    <a:pos x="T2" y="T3"/>
                  </a:cxn>
                  <a:cxn ang="0">
                    <a:pos x="T4" y="T5"/>
                  </a:cxn>
                  <a:cxn ang="0">
                    <a:pos x="T6" y="T7"/>
                  </a:cxn>
                  <a:cxn ang="0">
                    <a:pos x="T8" y="T9"/>
                  </a:cxn>
                </a:cxnLst>
                <a:rect l="0" t="0" r="r" b="b"/>
                <a:pathLst>
                  <a:path w="116" h="190">
                    <a:moveTo>
                      <a:pt x="116" y="21"/>
                    </a:moveTo>
                    <a:lnTo>
                      <a:pt x="0" y="0"/>
                    </a:lnTo>
                    <a:lnTo>
                      <a:pt x="0" y="188"/>
                    </a:lnTo>
                    <a:lnTo>
                      <a:pt x="116" y="190"/>
                    </a:lnTo>
                    <a:lnTo>
                      <a:pt x="116" y="21"/>
                    </a:lnTo>
                    <a:close/>
                  </a:path>
                </a:pathLst>
              </a:custGeom>
              <a:grpFill/>
              <a:ln>
                <a:noFill/>
              </a:ln>
            </p:spPr>
            <p:txBody>
              <a:bodyPr anchor="ctr"/>
              <a:lstStyle/>
              <a:p>
                <a:pPr algn="ctr"/>
                <a:endParaRPr/>
              </a:p>
            </p:txBody>
          </p:sp>
          <p:sp>
            <p:nvSpPr>
              <p:cNvPr id="70" name="Freeform: Shape 193">
                <a:extLst>
                  <a:ext uri="{FF2B5EF4-FFF2-40B4-BE49-F238E27FC236}">
                    <a16:creationId xmlns:a16="http://schemas.microsoft.com/office/drawing/2014/main" id="{7C312090-1535-4EB0-98D6-40B72D5361D6}"/>
                  </a:ext>
                </a:extLst>
              </p:cNvPr>
              <p:cNvSpPr>
                <a:spLocks/>
              </p:cNvSpPr>
              <p:nvPr/>
            </p:nvSpPr>
            <p:spPr bwMode="auto">
              <a:xfrm>
                <a:off x="6878638" y="3944938"/>
                <a:ext cx="131763" cy="441325"/>
              </a:xfrm>
              <a:custGeom>
                <a:avLst/>
                <a:gdLst>
                  <a:gd name="T0" fmla="*/ 83 w 83"/>
                  <a:gd name="T1" fmla="*/ 130 h 278"/>
                  <a:gd name="T2" fmla="*/ 0 w 83"/>
                  <a:gd name="T3" fmla="*/ 0 h 278"/>
                  <a:gd name="T4" fmla="*/ 0 w 83"/>
                  <a:gd name="T5" fmla="*/ 165 h 278"/>
                  <a:gd name="T6" fmla="*/ 83 w 83"/>
                  <a:gd name="T7" fmla="*/ 278 h 278"/>
                  <a:gd name="T8" fmla="*/ 83 w 83"/>
                  <a:gd name="T9" fmla="*/ 130 h 278"/>
                </a:gdLst>
                <a:ahLst/>
                <a:cxnLst>
                  <a:cxn ang="0">
                    <a:pos x="T0" y="T1"/>
                  </a:cxn>
                  <a:cxn ang="0">
                    <a:pos x="T2" y="T3"/>
                  </a:cxn>
                  <a:cxn ang="0">
                    <a:pos x="T4" y="T5"/>
                  </a:cxn>
                  <a:cxn ang="0">
                    <a:pos x="T6" y="T7"/>
                  </a:cxn>
                  <a:cxn ang="0">
                    <a:pos x="T8" y="T9"/>
                  </a:cxn>
                </a:cxnLst>
                <a:rect l="0" t="0" r="r" b="b"/>
                <a:pathLst>
                  <a:path w="83" h="278">
                    <a:moveTo>
                      <a:pt x="83" y="130"/>
                    </a:moveTo>
                    <a:lnTo>
                      <a:pt x="0" y="0"/>
                    </a:lnTo>
                    <a:lnTo>
                      <a:pt x="0" y="165"/>
                    </a:lnTo>
                    <a:lnTo>
                      <a:pt x="83" y="278"/>
                    </a:lnTo>
                    <a:lnTo>
                      <a:pt x="83" y="130"/>
                    </a:lnTo>
                    <a:close/>
                  </a:path>
                </a:pathLst>
              </a:custGeom>
              <a:grpFill/>
              <a:ln>
                <a:noFill/>
              </a:ln>
            </p:spPr>
            <p:txBody>
              <a:bodyPr anchor="ctr"/>
              <a:lstStyle/>
              <a:p>
                <a:pPr algn="ctr"/>
                <a:endParaRPr/>
              </a:p>
            </p:txBody>
          </p:sp>
          <p:sp>
            <p:nvSpPr>
              <p:cNvPr id="71" name="Freeform: Shape 194">
                <a:extLst>
                  <a:ext uri="{FF2B5EF4-FFF2-40B4-BE49-F238E27FC236}">
                    <a16:creationId xmlns:a16="http://schemas.microsoft.com/office/drawing/2014/main" id="{C97C44AC-3281-41D4-B6C0-E34DBB0ED248}"/>
                  </a:ext>
                </a:extLst>
              </p:cNvPr>
              <p:cNvSpPr>
                <a:spLocks/>
              </p:cNvSpPr>
              <p:nvPr/>
            </p:nvSpPr>
            <p:spPr bwMode="auto">
              <a:xfrm>
                <a:off x="6878638" y="4265613"/>
                <a:ext cx="131763" cy="404813"/>
              </a:xfrm>
              <a:custGeom>
                <a:avLst/>
                <a:gdLst>
                  <a:gd name="T0" fmla="*/ 83 w 83"/>
                  <a:gd name="T1" fmla="*/ 108 h 255"/>
                  <a:gd name="T2" fmla="*/ 0 w 83"/>
                  <a:gd name="T3" fmla="*/ 0 h 255"/>
                  <a:gd name="T4" fmla="*/ 0 w 83"/>
                  <a:gd name="T5" fmla="*/ 165 h 255"/>
                  <a:gd name="T6" fmla="*/ 83 w 83"/>
                  <a:gd name="T7" fmla="*/ 255 h 255"/>
                  <a:gd name="T8" fmla="*/ 83 w 83"/>
                  <a:gd name="T9" fmla="*/ 108 h 255"/>
                </a:gdLst>
                <a:ahLst/>
                <a:cxnLst>
                  <a:cxn ang="0">
                    <a:pos x="T0" y="T1"/>
                  </a:cxn>
                  <a:cxn ang="0">
                    <a:pos x="T2" y="T3"/>
                  </a:cxn>
                  <a:cxn ang="0">
                    <a:pos x="T4" y="T5"/>
                  </a:cxn>
                  <a:cxn ang="0">
                    <a:pos x="T6" y="T7"/>
                  </a:cxn>
                  <a:cxn ang="0">
                    <a:pos x="T8" y="T9"/>
                  </a:cxn>
                </a:cxnLst>
                <a:rect l="0" t="0" r="r" b="b"/>
                <a:pathLst>
                  <a:path w="83" h="255">
                    <a:moveTo>
                      <a:pt x="83" y="108"/>
                    </a:moveTo>
                    <a:lnTo>
                      <a:pt x="0" y="0"/>
                    </a:lnTo>
                    <a:lnTo>
                      <a:pt x="0" y="165"/>
                    </a:lnTo>
                    <a:lnTo>
                      <a:pt x="83" y="255"/>
                    </a:lnTo>
                    <a:lnTo>
                      <a:pt x="83" y="108"/>
                    </a:lnTo>
                    <a:close/>
                  </a:path>
                </a:pathLst>
              </a:custGeom>
              <a:grpFill/>
              <a:ln>
                <a:noFill/>
              </a:ln>
            </p:spPr>
            <p:txBody>
              <a:bodyPr anchor="ctr"/>
              <a:lstStyle/>
              <a:p>
                <a:pPr algn="ctr"/>
                <a:endParaRPr/>
              </a:p>
            </p:txBody>
          </p:sp>
          <p:sp>
            <p:nvSpPr>
              <p:cNvPr id="72" name="Freeform: Shape 195">
                <a:extLst>
                  <a:ext uri="{FF2B5EF4-FFF2-40B4-BE49-F238E27FC236}">
                    <a16:creationId xmlns:a16="http://schemas.microsoft.com/office/drawing/2014/main" id="{AB24F683-92C3-4683-AB8D-883071A4D851}"/>
                  </a:ext>
                </a:extLst>
              </p:cNvPr>
              <p:cNvSpPr>
                <a:spLocks/>
              </p:cNvSpPr>
              <p:nvPr/>
            </p:nvSpPr>
            <p:spPr bwMode="auto">
              <a:xfrm>
                <a:off x="6878638" y="4584700"/>
                <a:ext cx="131763" cy="369888"/>
              </a:xfrm>
              <a:custGeom>
                <a:avLst/>
                <a:gdLst>
                  <a:gd name="T0" fmla="*/ 83 w 83"/>
                  <a:gd name="T1" fmla="*/ 86 h 233"/>
                  <a:gd name="T2" fmla="*/ 0 w 83"/>
                  <a:gd name="T3" fmla="*/ 0 h 233"/>
                  <a:gd name="T4" fmla="*/ 0 w 83"/>
                  <a:gd name="T5" fmla="*/ 165 h 233"/>
                  <a:gd name="T6" fmla="*/ 83 w 83"/>
                  <a:gd name="T7" fmla="*/ 233 h 233"/>
                  <a:gd name="T8" fmla="*/ 83 w 83"/>
                  <a:gd name="T9" fmla="*/ 86 h 233"/>
                </a:gdLst>
                <a:ahLst/>
                <a:cxnLst>
                  <a:cxn ang="0">
                    <a:pos x="T0" y="T1"/>
                  </a:cxn>
                  <a:cxn ang="0">
                    <a:pos x="T2" y="T3"/>
                  </a:cxn>
                  <a:cxn ang="0">
                    <a:pos x="T4" y="T5"/>
                  </a:cxn>
                  <a:cxn ang="0">
                    <a:pos x="T6" y="T7"/>
                  </a:cxn>
                  <a:cxn ang="0">
                    <a:pos x="T8" y="T9"/>
                  </a:cxn>
                </a:cxnLst>
                <a:rect l="0" t="0" r="r" b="b"/>
                <a:pathLst>
                  <a:path w="83" h="233">
                    <a:moveTo>
                      <a:pt x="83" y="86"/>
                    </a:moveTo>
                    <a:lnTo>
                      <a:pt x="0" y="0"/>
                    </a:lnTo>
                    <a:lnTo>
                      <a:pt x="0" y="165"/>
                    </a:lnTo>
                    <a:lnTo>
                      <a:pt x="83" y="233"/>
                    </a:lnTo>
                    <a:lnTo>
                      <a:pt x="83" y="86"/>
                    </a:lnTo>
                    <a:close/>
                  </a:path>
                </a:pathLst>
              </a:custGeom>
              <a:grpFill/>
              <a:ln>
                <a:noFill/>
              </a:ln>
            </p:spPr>
            <p:txBody>
              <a:bodyPr anchor="ctr"/>
              <a:lstStyle/>
              <a:p>
                <a:pPr algn="ctr"/>
                <a:endParaRPr/>
              </a:p>
            </p:txBody>
          </p:sp>
          <p:sp>
            <p:nvSpPr>
              <p:cNvPr id="73" name="Freeform: Shape 196">
                <a:extLst>
                  <a:ext uri="{FF2B5EF4-FFF2-40B4-BE49-F238E27FC236}">
                    <a16:creationId xmlns:a16="http://schemas.microsoft.com/office/drawing/2014/main" id="{DCD9D8BD-9FE5-4816-A8DB-D2444642078D}"/>
                  </a:ext>
                </a:extLst>
              </p:cNvPr>
              <p:cNvSpPr>
                <a:spLocks/>
              </p:cNvSpPr>
              <p:nvPr/>
            </p:nvSpPr>
            <p:spPr bwMode="auto">
              <a:xfrm>
                <a:off x="6878638" y="4903788"/>
                <a:ext cx="131763" cy="336550"/>
              </a:xfrm>
              <a:custGeom>
                <a:avLst/>
                <a:gdLst>
                  <a:gd name="T0" fmla="*/ 83 w 83"/>
                  <a:gd name="T1" fmla="*/ 64 h 212"/>
                  <a:gd name="T2" fmla="*/ 0 w 83"/>
                  <a:gd name="T3" fmla="*/ 0 h 212"/>
                  <a:gd name="T4" fmla="*/ 0 w 83"/>
                  <a:gd name="T5" fmla="*/ 166 h 212"/>
                  <a:gd name="T6" fmla="*/ 83 w 83"/>
                  <a:gd name="T7" fmla="*/ 212 h 212"/>
                  <a:gd name="T8" fmla="*/ 83 w 83"/>
                  <a:gd name="T9" fmla="*/ 64 h 212"/>
                </a:gdLst>
                <a:ahLst/>
                <a:cxnLst>
                  <a:cxn ang="0">
                    <a:pos x="T0" y="T1"/>
                  </a:cxn>
                  <a:cxn ang="0">
                    <a:pos x="T2" y="T3"/>
                  </a:cxn>
                  <a:cxn ang="0">
                    <a:pos x="T4" y="T5"/>
                  </a:cxn>
                  <a:cxn ang="0">
                    <a:pos x="T6" y="T7"/>
                  </a:cxn>
                  <a:cxn ang="0">
                    <a:pos x="T8" y="T9"/>
                  </a:cxn>
                </a:cxnLst>
                <a:rect l="0" t="0" r="r" b="b"/>
                <a:pathLst>
                  <a:path w="83" h="212">
                    <a:moveTo>
                      <a:pt x="83" y="64"/>
                    </a:moveTo>
                    <a:lnTo>
                      <a:pt x="0" y="0"/>
                    </a:lnTo>
                    <a:lnTo>
                      <a:pt x="0" y="166"/>
                    </a:lnTo>
                    <a:lnTo>
                      <a:pt x="83" y="212"/>
                    </a:lnTo>
                    <a:lnTo>
                      <a:pt x="83" y="64"/>
                    </a:lnTo>
                    <a:close/>
                  </a:path>
                </a:pathLst>
              </a:custGeom>
              <a:grpFill/>
              <a:ln>
                <a:noFill/>
              </a:ln>
            </p:spPr>
            <p:txBody>
              <a:bodyPr anchor="ctr"/>
              <a:lstStyle/>
              <a:p>
                <a:pPr algn="ctr"/>
                <a:endParaRPr/>
              </a:p>
            </p:txBody>
          </p:sp>
          <p:sp>
            <p:nvSpPr>
              <p:cNvPr id="74" name="Freeform: Shape 197">
                <a:extLst>
                  <a:ext uri="{FF2B5EF4-FFF2-40B4-BE49-F238E27FC236}">
                    <a16:creationId xmlns:a16="http://schemas.microsoft.com/office/drawing/2014/main" id="{603B9896-7855-4954-B486-A01B0E291605}"/>
                  </a:ext>
                </a:extLst>
              </p:cNvPr>
              <p:cNvSpPr>
                <a:spLocks/>
              </p:cNvSpPr>
              <p:nvPr/>
            </p:nvSpPr>
            <p:spPr bwMode="auto">
              <a:xfrm>
                <a:off x="6878638" y="5224463"/>
                <a:ext cx="131763" cy="300038"/>
              </a:xfrm>
              <a:custGeom>
                <a:avLst/>
                <a:gdLst>
                  <a:gd name="T0" fmla="*/ 83 w 83"/>
                  <a:gd name="T1" fmla="*/ 42 h 189"/>
                  <a:gd name="T2" fmla="*/ 0 w 83"/>
                  <a:gd name="T3" fmla="*/ 0 h 189"/>
                  <a:gd name="T4" fmla="*/ 0 w 83"/>
                  <a:gd name="T5" fmla="*/ 165 h 189"/>
                  <a:gd name="T6" fmla="*/ 83 w 83"/>
                  <a:gd name="T7" fmla="*/ 189 h 189"/>
                  <a:gd name="T8" fmla="*/ 83 w 83"/>
                  <a:gd name="T9" fmla="*/ 42 h 189"/>
                </a:gdLst>
                <a:ahLst/>
                <a:cxnLst>
                  <a:cxn ang="0">
                    <a:pos x="T0" y="T1"/>
                  </a:cxn>
                  <a:cxn ang="0">
                    <a:pos x="T2" y="T3"/>
                  </a:cxn>
                  <a:cxn ang="0">
                    <a:pos x="T4" y="T5"/>
                  </a:cxn>
                  <a:cxn ang="0">
                    <a:pos x="T6" y="T7"/>
                  </a:cxn>
                  <a:cxn ang="0">
                    <a:pos x="T8" y="T9"/>
                  </a:cxn>
                </a:cxnLst>
                <a:rect l="0" t="0" r="r" b="b"/>
                <a:pathLst>
                  <a:path w="83" h="189">
                    <a:moveTo>
                      <a:pt x="83" y="42"/>
                    </a:moveTo>
                    <a:lnTo>
                      <a:pt x="0" y="0"/>
                    </a:lnTo>
                    <a:lnTo>
                      <a:pt x="0" y="165"/>
                    </a:lnTo>
                    <a:lnTo>
                      <a:pt x="83" y="189"/>
                    </a:lnTo>
                    <a:lnTo>
                      <a:pt x="83" y="42"/>
                    </a:lnTo>
                    <a:close/>
                  </a:path>
                </a:pathLst>
              </a:custGeom>
              <a:grpFill/>
              <a:ln>
                <a:noFill/>
              </a:ln>
            </p:spPr>
            <p:txBody>
              <a:bodyPr anchor="ctr"/>
              <a:lstStyle/>
              <a:p>
                <a:pPr algn="ctr"/>
                <a:endParaRPr/>
              </a:p>
            </p:txBody>
          </p:sp>
          <p:sp>
            <p:nvSpPr>
              <p:cNvPr id="75" name="Freeform: Shape 198">
                <a:extLst>
                  <a:ext uri="{FF2B5EF4-FFF2-40B4-BE49-F238E27FC236}">
                    <a16:creationId xmlns:a16="http://schemas.microsoft.com/office/drawing/2014/main" id="{A955B5AF-E7E3-4AA1-8270-6EB0CB2C61DE}"/>
                  </a:ext>
                </a:extLst>
              </p:cNvPr>
              <p:cNvSpPr>
                <a:spLocks/>
              </p:cNvSpPr>
              <p:nvPr/>
            </p:nvSpPr>
            <p:spPr bwMode="auto">
              <a:xfrm>
                <a:off x="6878638" y="5543550"/>
                <a:ext cx="131763" cy="266700"/>
              </a:xfrm>
              <a:custGeom>
                <a:avLst/>
                <a:gdLst>
                  <a:gd name="T0" fmla="*/ 83 w 83"/>
                  <a:gd name="T1" fmla="*/ 20 h 168"/>
                  <a:gd name="T2" fmla="*/ 0 w 83"/>
                  <a:gd name="T3" fmla="*/ 0 h 168"/>
                  <a:gd name="T4" fmla="*/ 0 w 83"/>
                  <a:gd name="T5" fmla="*/ 166 h 168"/>
                  <a:gd name="T6" fmla="*/ 83 w 83"/>
                  <a:gd name="T7" fmla="*/ 168 h 168"/>
                  <a:gd name="T8" fmla="*/ 83 w 83"/>
                  <a:gd name="T9" fmla="*/ 20 h 168"/>
                </a:gdLst>
                <a:ahLst/>
                <a:cxnLst>
                  <a:cxn ang="0">
                    <a:pos x="T0" y="T1"/>
                  </a:cxn>
                  <a:cxn ang="0">
                    <a:pos x="T2" y="T3"/>
                  </a:cxn>
                  <a:cxn ang="0">
                    <a:pos x="T4" y="T5"/>
                  </a:cxn>
                  <a:cxn ang="0">
                    <a:pos x="T6" y="T7"/>
                  </a:cxn>
                  <a:cxn ang="0">
                    <a:pos x="T8" y="T9"/>
                  </a:cxn>
                </a:cxnLst>
                <a:rect l="0" t="0" r="r" b="b"/>
                <a:pathLst>
                  <a:path w="83" h="168">
                    <a:moveTo>
                      <a:pt x="83" y="20"/>
                    </a:moveTo>
                    <a:lnTo>
                      <a:pt x="0" y="0"/>
                    </a:lnTo>
                    <a:lnTo>
                      <a:pt x="0" y="166"/>
                    </a:lnTo>
                    <a:lnTo>
                      <a:pt x="83" y="168"/>
                    </a:lnTo>
                    <a:lnTo>
                      <a:pt x="83" y="20"/>
                    </a:lnTo>
                    <a:close/>
                  </a:path>
                </a:pathLst>
              </a:custGeom>
              <a:grpFill/>
              <a:ln>
                <a:noFill/>
              </a:ln>
            </p:spPr>
            <p:txBody>
              <a:bodyPr anchor="ctr"/>
              <a:lstStyle/>
              <a:p>
                <a:pPr algn="ctr"/>
                <a:endParaRPr/>
              </a:p>
            </p:txBody>
          </p:sp>
        </p:grpSp>
        <p:grpSp>
          <p:nvGrpSpPr>
            <p:cNvPr id="39" name="Group 162">
              <a:extLst>
                <a:ext uri="{FF2B5EF4-FFF2-40B4-BE49-F238E27FC236}">
                  <a16:creationId xmlns:a16="http://schemas.microsoft.com/office/drawing/2014/main" id="{C3DC050E-4114-48FE-9E13-9EBFC281DF4F}"/>
                </a:ext>
              </a:extLst>
            </p:cNvPr>
            <p:cNvGrpSpPr/>
            <p:nvPr/>
          </p:nvGrpSpPr>
          <p:grpSpPr>
            <a:xfrm>
              <a:off x="4392613" y="3429000"/>
              <a:ext cx="655638" cy="2381250"/>
              <a:chOff x="4392613" y="3429000"/>
              <a:chExt cx="655638" cy="2381250"/>
            </a:xfrm>
            <a:grpFill/>
          </p:grpSpPr>
          <p:sp>
            <p:nvSpPr>
              <p:cNvPr id="40" name="Freeform: Shape 163">
                <a:extLst>
                  <a:ext uri="{FF2B5EF4-FFF2-40B4-BE49-F238E27FC236}">
                    <a16:creationId xmlns:a16="http://schemas.microsoft.com/office/drawing/2014/main" id="{8AAFC2EB-1E9C-4241-A482-55B5C5077C44}"/>
                  </a:ext>
                </a:extLst>
              </p:cNvPr>
              <p:cNvSpPr>
                <a:spLocks/>
              </p:cNvSpPr>
              <p:nvPr/>
            </p:nvSpPr>
            <p:spPr bwMode="auto">
              <a:xfrm>
                <a:off x="4811713" y="3429000"/>
                <a:ext cx="236538" cy="512763"/>
              </a:xfrm>
              <a:custGeom>
                <a:avLst/>
                <a:gdLst>
                  <a:gd name="T0" fmla="*/ 0 w 149"/>
                  <a:gd name="T1" fmla="*/ 131 h 323"/>
                  <a:gd name="T2" fmla="*/ 149 w 149"/>
                  <a:gd name="T3" fmla="*/ 0 h 323"/>
                  <a:gd name="T4" fmla="*/ 149 w 149"/>
                  <a:gd name="T5" fmla="*/ 211 h 323"/>
                  <a:gd name="T6" fmla="*/ 0 w 149"/>
                  <a:gd name="T7" fmla="*/ 323 h 323"/>
                  <a:gd name="T8" fmla="*/ 0 w 149"/>
                  <a:gd name="T9" fmla="*/ 131 h 323"/>
                </a:gdLst>
                <a:ahLst/>
                <a:cxnLst>
                  <a:cxn ang="0">
                    <a:pos x="T0" y="T1"/>
                  </a:cxn>
                  <a:cxn ang="0">
                    <a:pos x="T2" y="T3"/>
                  </a:cxn>
                  <a:cxn ang="0">
                    <a:pos x="T4" y="T5"/>
                  </a:cxn>
                  <a:cxn ang="0">
                    <a:pos x="T6" y="T7"/>
                  </a:cxn>
                  <a:cxn ang="0">
                    <a:pos x="T8" y="T9"/>
                  </a:cxn>
                </a:cxnLst>
                <a:rect l="0" t="0" r="r" b="b"/>
                <a:pathLst>
                  <a:path w="149" h="323">
                    <a:moveTo>
                      <a:pt x="0" y="131"/>
                    </a:moveTo>
                    <a:lnTo>
                      <a:pt x="149" y="0"/>
                    </a:lnTo>
                    <a:lnTo>
                      <a:pt x="149" y="211"/>
                    </a:lnTo>
                    <a:lnTo>
                      <a:pt x="0" y="323"/>
                    </a:lnTo>
                    <a:lnTo>
                      <a:pt x="0" y="131"/>
                    </a:lnTo>
                    <a:close/>
                  </a:path>
                </a:pathLst>
              </a:custGeom>
              <a:grpFill/>
              <a:ln>
                <a:noFill/>
              </a:ln>
            </p:spPr>
            <p:txBody>
              <a:bodyPr anchor="ctr"/>
              <a:lstStyle/>
              <a:p>
                <a:pPr algn="ctr"/>
                <a:endParaRPr/>
              </a:p>
            </p:txBody>
          </p:sp>
          <p:sp>
            <p:nvSpPr>
              <p:cNvPr id="41" name="Freeform: Shape 164">
                <a:extLst>
                  <a:ext uri="{FF2B5EF4-FFF2-40B4-BE49-F238E27FC236}">
                    <a16:creationId xmlns:a16="http://schemas.microsoft.com/office/drawing/2014/main" id="{CD0B2BC9-32A4-46DF-90E5-6899A3B84A7A}"/>
                  </a:ext>
                </a:extLst>
              </p:cNvPr>
              <p:cNvSpPr>
                <a:spLocks/>
              </p:cNvSpPr>
              <p:nvPr/>
            </p:nvSpPr>
            <p:spPr bwMode="auto">
              <a:xfrm>
                <a:off x="4811713" y="3836988"/>
                <a:ext cx="236538" cy="477838"/>
              </a:xfrm>
              <a:custGeom>
                <a:avLst/>
                <a:gdLst>
                  <a:gd name="T0" fmla="*/ 0 w 149"/>
                  <a:gd name="T1" fmla="*/ 108 h 301"/>
                  <a:gd name="T2" fmla="*/ 149 w 149"/>
                  <a:gd name="T3" fmla="*/ 0 h 301"/>
                  <a:gd name="T4" fmla="*/ 149 w 149"/>
                  <a:gd name="T5" fmla="*/ 210 h 301"/>
                  <a:gd name="T6" fmla="*/ 0 w 149"/>
                  <a:gd name="T7" fmla="*/ 301 h 301"/>
                  <a:gd name="T8" fmla="*/ 0 w 149"/>
                  <a:gd name="T9" fmla="*/ 108 h 301"/>
                </a:gdLst>
                <a:ahLst/>
                <a:cxnLst>
                  <a:cxn ang="0">
                    <a:pos x="T0" y="T1"/>
                  </a:cxn>
                  <a:cxn ang="0">
                    <a:pos x="T2" y="T3"/>
                  </a:cxn>
                  <a:cxn ang="0">
                    <a:pos x="T4" y="T5"/>
                  </a:cxn>
                  <a:cxn ang="0">
                    <a:pos x="T6" y="T7"/>
                  </a:cxn>
                  <a:cxn ang="0">
                    <a:pos x="T8" y="T9"/>
                  </a:cxn>
                </a:cxnLst>
                <a:rect l="0" t="0" r="r" b="b"/>
                <a:pathLst>
                  <a:path w="149" h="301">
                    <a:moveTo>
                      <a:pt x="0" y="108"/>
                    </a:moveTo>
                    <a:lnTo>
                      <a:pt x="149" y="0"/>
                    </a:lnTo>
                    <a:lnTo>
                      <a:pt x="149" y="210"/>
                    </a:lnTo>
                    <a:lnTo>
                      <a:pt x="0" y="301"/>
                    </a:lnTo>
                    <a:lnTo>
                      <a:pt x="0" y="108"/>
                    </a:lnTo>
                    <a:close/>
                  </a:path>
                </a:pathLst>
              </a:custGeom>
              <a:grpFill/>
              <a:ln>
                <a:noFill/>
              </a:ln>
            </p:spPr>
            <p:txBody>
              <a:bodyPr anchor="ctr"/>
              <a:lstStyle/>
              <a:p>
                <a:pPr algn="ctr"/>
                <a:endParaRPr/>
              </a:p>
            </p:txBody>
          </p:sp>
          <p:sp>
            <p:nvSpPr>
              <p:cNvPr id="42" name="Freeform: Shape 165">
                <a:extLst>
                  <a:ext uri="{FF2B5EF4-FFF2-40B4-BE49-F238E27FC236}">
                    <a16:creationId xmlns:a16="http://schemas.microsoft.com/office/drawing/2014/main" id="{33431EF3-90C2-4B9D-BA66-4D3A524E3BD3}"/>
                  </a:ext>
                </a:extLst>
              </p:cNvPr>
              <p:cNvSpPr>
                <a:spLocks/>
              </p:cNvSpPr>
              <p:nvPr/>
            </p:nvSpPr>
            <p:spPr bwMode="auto">
              <a:xfrm>
                <a:off x="4811713" y="4243388"/>
                <a:ext cx="236538" cy="442913"/>
              </a:xfrm>
              <a:custGeom>
                <a:avLst/>
                <a:gdLst>
                  <a:gd name="T0" fmla="*/ 0 w 149"/>
                  <a:gd name="T1" fmla="*/ 87 h 279"/>
                  <a:gd name="T2" fmla="*/ 149 w 149"/>
                  <a:gd name="T3" fmla="*/ 0 h 279"/>
                  <a:gd name="T4" fmla="*/ 149 w 149"/>
                  <a:gd name="T5" fmla="*/ 211 h 279"/>
                  <a:gd name="T6" fmla="*/ 0 w 149"/>
                  <a:gd name="T7" fmla="*/ 279 h 279"/>
                  <a:gd name="T8" fmla="*/ 0 w 149"/>
                  <a:gd name="T9" fmla="*/ 87 h 279"/>
                </a:gdLst>
                <a:ahLst/>
                <a:cxnLst>
                  <a:cxn ang="0">
                    <a:pos x="T0" y="T1"/>
                  </a:cxn>
                  <a:cxn ang="0">
                    <a:pos x="T2" y="T3"/>
                  </a:cxn>
                  <a:cxn ang="0">
                    <a:pos x="T4" y="T5"/>
                  </a:cxn>
                  <a:cxn ang="0">
                    <a:pos x="T6" y="T7"/>
                  </a:cxn>
                  <a:cxn ang="0">
                    <a:pos x="T8" y="T9"/>
                  </a:cxn>
                </a:cxnLst>
                <a:rect l="0" t="0" r="r" b="b"/>
                <a:pathLst>
                  <a:path w="149" h="279">
                    <a:moveTo>
                      <a:pt x="0" y="87"/>
                    </a:moveTo>
                    <a:lnTo>
                      <a:pt x="149" y="0"/>
                    </a:lnTo>
                    <a:lnTo>
                      <a:pt x="149" y="211"/>
                    </a:lnTo>
                    <a:lnTo>
                      <a:pt x="0" y="279"/>
                    </a:lnTo>
                    <a:lnTo>
                      <a:pt x="0" y="87"/>
                    </a:lnTo>
                    <a:close/>
                  </a:path>
                </a:pathLst>
              </a:custGeom>
              <a:grpFill/>
              <a:ln>
                <a:noFill/>
              </a:ln>
            </p:spPr>
            <p:txBody>
              <a:bodyPr anchor="ctr"/>
              <a:lstStyle/>
              <a:p>
                <a:pPr algn="ctr"/>
                <a:endParaRPr/>
              </a:p>
            </p:txBody>
          </p:sp>
          <p:sp>
            <p:nvSpPr>
              <p:cNvPr id="43" name="Freeform: Shape 166">
                <a:extLst>
                  <a:ext uri="{FF2B5EF4-FFF2-40B4-BE49-F238E27FC236}">
                    <a16:creationId xmlns:a16="http://schemas.microsoft.com/office/drawing/2014/main" id="{E2B571DF-718C-4E02-8905-CF691D7EF8DE}"/>
                  </a:ext>
                </a:extLst>
              </p:cNvPr>
              <p:cNvSpPr>
                <a:spLocks/>
              </p:cNvSpPr>
              <p:nvPr/>
            </p:nvSpPr>
            <p:spPr bwMode="auto">
              <a:xfrm>
                <a:off x="4811713" y="4651375"/>
                <a:ext cx="236538" cy="406400"/>
              </a:xfrm>
              <a:custGeom>
                <a:avLst/>
                <a:gdLst>
                  <a:gd name="T0" fmla="*/ 0 w 149"/>
                  <a:gd name="T1" fmla="*/ 64 h 256"/>
                  <a:gd name="T2" fmla="*/ 149 w 149"/>
                  <a:gd name="T3" fmla="*/ 0 h 256"/>
                  <a:gd name="T4" fmla="*/ 149 w 149"/>
                  <a:gd name="T5" fmla="*/ 210 h 256"/>
                  <a:gd name="T6" fmla="*/ 0 w 149"/>
                  <a:gd name="T7" fmla="*/ 256 h 256"/>
                  <a:gd name="T8" fmla="*/ 0 w 149"/>
                  <a:gd name="T9" fmla="*/ 64 h 256"/>
                </a:gdLst>
                <a:ahLst/>
                <a:cxnLst>
                  <a:cxn ang="0">
                    <a:pos x="T0" y="T1"/>
                  </a:cxn>
                  <a:cxn ang="0">
                    <a:pos x="T2" y="T3"/>
                  </a:cxn>
                  <a:cxn ang="0">
                    <a:pos x="T4" y="T5"/>
                  </a:cxn>
                  <a:cxn ang="0">
                    <a:pos x="T6" y="T7"/>
                  </a:cxn>
                  <a:cxn ang="0">
                    <a:pos x="T8" y="T9"/>
                  </a:cxn>
                </a:cxnLst>
                <a:rect l="0" t="0" r="r" b="b"/>
                <a:pathLst>
                  <a:path w="149" h="256">
                    <a:moveTo>
                      <a:pt x="0" y="64"/>
                    </a:moveTo>
                    <a:lnTo>
                      <a:pt x="149" y="0"/>
                    </a:lnTo>
                    <a:lnTo>
                      <a:pt x="149" y="210"/>
                    </a:lnTo>
                    <a:lnTo>
                      <a:pt x="0" y="256"/>
                    </a:lnTo>
                    <a:lnTo>
                      <a:pt x="0" y="64"/>
                    </a:lnTo>
                    <a:close/>
                  </a:path>
                </a:pathLst>
              </a:custGeom>
              <a:grpFill/>
              <a:ln>
                <a:noFill/>
              </a:ln>
            </p:spPr>
            <p:txBody>
              <a:bodyPr anchor="ctr"/>
              <a:lstStyle/>
              <a:p>
                <a:pPr algn="ctr"/>
                <a:endParaRPr/>
              </a:p>
            </p:txBody>
          </p:sp>
          <p:sp>
            <p:nvSpPr>
              <p:cNvPr id="44" name="Freeform: Shape 167">
                <a:extLst>
                  <a:ext uri="{FF2B5EF4-FFF2-40B4-BE49-F238E27FC236}">
                    <a16:creationId xmlns:a16="http://schemas.microsoft.com/office/drawing/2014/main" id="{5ABBC3B4-47D5-4C97-99F6-14C6A566C0EE}"/>
                  </a:ext>
                </a:extLst>
              </p:cNvPr>
              <p:cNvSpPr>
                <a:spLocks/>
              </p:cNvSpPr>
              <p:nvPr/>
            </p:nvSpPr>
            <p:spPr bwMode="auto">
              <a:xfrm>
                <a:off x="4811713" y="5057775"/>
                <a:ext cx="236538" cy="373063"/>
              </a:xfrm>
              <a:custGeom>
                <a:avLst/>
                <a:gdLst>
                  <a:gd name="T0" fmla="*/ 0 w 149"/>
                  <a:gd name="T1" fmla="*/ 42 h 235"/>
                  <a:gd name="T2" fmla="*/ 149 w 149"/>
                  <a:gd name="T3" fmla="*/ 0 h 235"/>
                  <a:gd name="T4" fmla="*/ 149 w 149"/>
                  <a:gd name="T5" fmla="*/ 210 h 235"/>
                  <a:gd name="T6" fmla="*/ 0 w 149"/>
                  <a:gd name="T7" fmla="*/ 235 h 235"/>
                  <a:gd name="T8" fmla="*/ 0 w 149"/>
                  <a:gd name="T9" fmla="*/ 42 h 235"/>
                </a:gdLst>
                <a:ahLst/>
                <a:cxnLst>
                  <a:cxn ang="0">
                    <a:pos x="T0" y="T1"/>
                  </a:cxn>
                  <a:cxn ang="0">
                    <a:pos x="T2" y="T3"/>
                  </a:cxn>
                  <a:cxn ang="0">
                    <a:pos x="T4" y="T5"/>
                  </a:cxn>
                  <a:cxn ang="0">
                    <a:pos x="T6" y="T7"/>
                  </a:cxn>
                  <a:cxn ang="0">
                    <a:pos x="T8" y="T9"/>
                  </a:cxn>
                </a:cxnLst>
                <a:rect l="0" t="0" r="r" b="b"/>
                <a:pathLst>
                  <a:path w="149" h="235">
                    <a:moveTo>
                      <a:pt x="0" y="42"/>
                    </a:moveTo>
                    <a:lnTo>
                      <a:pt x="149" y="0"/>
                    </a:lnTo>
                    <a:lnTo>
                      <a:pt x="149" y="210"/>
                    </a:lnTo>
                    <a:lnTo>
                      <a:pt x="0" y="235"/>
                    </a:lnTo>
                    <a:lnTo>
                      <a:pt x="0" y="42"/>
                    </a:lnTo>
                    <a:close/>
                  </a:path>
                </a:pathLst>
              </a:custGeom>
              <a:grpFill/>
              <a:ln>
                <a:noFill/>
              </a:ln>
            </p:spPr>
            <p:txBody>
              <a:bodyPr anchor="ctr"/>
              <a:lstStyle/>
              <a:p>
                <a:pPr algn="ctr"/>
                <a:endParaRPr/>
              </a:p>
            </p:txBody>
          </p:sp>
          <p:sp>
            <p:nvSpPr>
              <p:cNvPr id="45" name="Freeform: Shape 168">
                <a:extLst>
                  <a:ext uri="{FF2B5EF4-FFF2-40B4-BE49-F238E27FC236}">
                    <a16:creationId xmlns:a16="http://schemas.microsoft.com/office/drawing/2014/main" id="{55D4A731-63ED-4D5B-B568-1E12E99FE68F}"/>
                  </a:ext>
                </a:extLst>
              </p:cNvPr>
              <p:cNvSpPr>
                <a:spLocks/>
              </p:cNvSpPr>
              <p:nvPr/>
            </p:nvSpPr>
            <p:spPr bwMode="auto">
              <a:xfrm>
                <a:off x="4811713" y="5465763"/>
                <a:ext cx="236538" cy="336550"/>
              </a:xfrm>
              <a:custGeom>
                <a:avLst/>
                <a:gdLst>
                  <a:gd name="T0" fmla="*/ 0 w 149"/>
                  <a:gd name="T1" fmla="*/ 19 h 212"/>
                  <a:gd name="T2" fmla="*/ 149 w 149"/>
                  <a:gd name="T3" fmla="*/ 0 h 212"/>
                  <a:gd name="T4" fmla="*/ 149 w 149"/>
                  <a:gd name="T5" fmla="*/ 210 h 212"/>
                  <a:gd name="T6" fmla="*/ 0 w 149"/>
                  <a:gd name="T7" fmla="*/ 212 h 212"/>
                  <a:gd name="T8" fmla="*/ 0 w 149"/>
                  <a:gd name="T9" fmla="*/ 19 h 212"/>
                </a:gdLst>
                <a:ahLst/>
                <a:cxnLst>
                  <a:cxn ang="0">
                    <a:pos x="T0" y="T1"/>
                  </a:cxn>
                  <a:cxn ang="0">
                    <a:pos x="T2" y="T3"/>
                  </a:cxn>
                  <a:cxn ang="0">
                    <a:pos x="T4" y="T5"/>
                  </a:cxn>
                  <a:cxn ang="0">
                    <a:pos x="T6" y="T7"/>
                  </a:cxn>
                  <a:cxn ang="0">
                    <a:pos x="T8" y="T9"/>
                  </a:cxn>
                </a:cxnLst>
                <a:rect l="0" t="0" r="r" b="b"/>
                <a:pathLst>
                  <a:path w="149" h="212">
                    <a:moveTo>
                      <a:pt x="0" y="19"/>
                    </a:moveTo>
                    <a:lnTo>
                      <a:pt x="149" y="0"/>
                    </a:lnTo>
                    <a:lnTo>
                      <a:pt x="149" y="210"/>
                    </a:lnTo>
                    <a:lnTo>
                      <a:pt x="0" y="212"/>
                    </a:lnTo>
                    <a:lnTo>
                      <a:pt x="0" y="19"/>
                    </a:lnTo>
                    <a:close/>
                  </a:path>
                </a:pathLst>
              </a:custGeom>
              <a:grpFill/>
              <a:ln>
                <a:noFill/>
              </a:ln>
            </p:spPr>
            <p:txBody>
              <a:bodyPr anchor="ctr"/>
              <a:lstStyle/>
              <a:p>
                <a:pPr algn="ctr"/>
                <a:endParaRPr/>
              </a:p>
            </p:txBody>
          </p:sp>
          <p:sp>
            <p:nvSpPr>
              <p:cNvPr id="46" name="Freeform: Shape 169">
                <a:extLst>
                  <a:ext uri="{FF2B5EF4-FFF2-40B4-BE49-F238E27FC236}">
                    <a16:creationId xmlns:a16="http://schemas.microsoft.com/office/drawing/2014/main" id="{83A801AE-4EE5-42B0-A9EB-BED00B0CFCB2}"/>
                  </a:ext>
                </a:extLst>
              </p:cNvPr>
              <p:cNvSpPr>
                <a:spLocks/>
              </p:cNvSpPr>
              <p:nvPr/>
            </p:nvSpPr>
            <p:spPr bwMode="auto">
              <a:xfrm>
                <a:off x="4570413" y="3687763"/>
                <a:ext cx="184150" cy="474663"/>
              </a:xfrm>
              <a:custGeom>
                <a:avLst/>
                <a:gdLst>
                  <a:gd name="T0" fmla="*/ 0 w 116"/>
                  <a:gd name="T1" fmla="*/ 130 h 299"/>
                  <a:gd name="T2" fmla="*/ 116 w 116"/>
                  <a:gd name="T3" fmla="*/ 0 h 299"/>
                  <a:gd name="T4" fmla="*/ 116 w 116"/>
                  <a:gd name="T5" fmla="*/ 188 h 299"/>
                  <a:gd name="T6" fmla="*/ 0 w 116"/>
                  <a:gd name="T7" fmla="*/ 299 h 299"/>
                  <a:gd name="T8" fmla="*/ 0 w 116"/>
                  <a:gd name="T9" fmla="*/ 130 h 299"/>
                </a:gdLst>
                <a:ahLst/>
                <a:cxnLst>
                  <a:cxn ang="0">
                    <a:pos x="T0" y="T1"/>
                  </a:cxn>
                  <a:cxn ang="0">
                    <a:pos x="T2" y="T3"/>
                  </a:cxn>
                  <a:cxn ang="0">
                    <a:pos x="T4" y="T5"/>
                  </a:cxn>
                  <a:cxn ang="0">
                    <a:pos x="T6" y="T7"/>
                  </a:cxn>
                  <a:cxn ang="0">
                    <a:pos x="T8" y="T9"/>
                  </a:cxn>
                </a:cxnLst>
                <a:rect l="0" t="0" r="r" b="b"/>
                <a:pathLst>
                  <a:path w="116" h="299">
                    <a:moveTo>
                      <a:pt x="0" y="130"/>
                    </a:moveTo>
                    <a:lnTo>
                      <a:pt x="116" y="0"/>
                    </a:lnTo>
                    <a:lnTo>
                      <a:pt x="116" y="188"/>
                    </a:lnTo>
                    <a:lnTo>
                      <a:pt x="0" y="299"/>
                    </a:lnTo>
                    <a:lnTo>
                      <a:pt x="0" y="130"/>
                    </a:lnTo>
                    <a:close/>
                  </a:path>
                </a:pathLst>
              </a:custGeom>
              <a:grpFill/>
              <a:ln>
                <a:noFill/>
              </a:ln>
            </p:spPr>
            <p:txBody>
              <a:bodyPr anchor="ctr"/>
              <a:lstStyle/>
              <a:p>
                <a:pPr algn="ctr"/>
                <a:endParaRPr/>
              </a:p>
            </p:txBody>
          </p:sp>
          <p:sp>
            <p:nvSpPr>
              <p:cNvPr id="47" name="Freeform: Shape 170">
                <a:extLst>
                  <a:ext uri="{FF2B5EF4-FFF2-40B4-BE49-F238E27FC236}">
                    <a16:creationId xmlns:a16="http://schemas.microsoft.com/office/drawing/2014/main" id="{676B3173-85BC-4FBA-B8A2-2B670DC4BC9C}"/>
                  </a:ext>
                </a:extLst>
              </p:cNvPr>
              <p:cNvSpPr>
                <a:spLocks/>
              </p:cNvSpPr>
              <p:nvPr/>
            </p:nvSpPr>
            <p:spPr bwMode="auto">
              <a:xfrm>
                <a:off x="4570413" y="4051300"/>
                <a:ext cx="184150" cy="439738"/>
              </a:xfrm>
              <a:custGeom>
                <a:avLst/>
                <a:gdLst>
                  <a:gd name="T0" fmla="*/ 0 w 116"/>
                  <a:gd name="T1" fmla="*/ 108 h 277"/>
                  <a:gd name="T2" fmla="*/ 116 w 116"/>
                  <a:gd name="T3" fmla="*/ 0 h 277"/>
                  <a:gd name="T4" fmla="*/ 116 w 116"/>
                  <a:gd name="T5" fmla="*/ 188 h 277"/>
                  <a:gd name="T6" fmla="*/ 0 w 116"/>
                  <a:gd name="T7" fmla="*/ 277 h 277"/>
                  <a:gd name="T8" fmla="*/ 0 w 116"/>
                  <a:gd name="T9" fmla="*/ 108 h 277"/>
                </a:gdLst>
                <a:ahLst/>
                <a:cxnLst>
                  <a:cxn ang="0">
                    <a:pos x="T0" y="T1"/>
                  </a:cxn>
                  <a:cxn ang="0">
                    <a:pos x="T2" y="T3"/>
                  </a:cxn>
                  <a:cxn ang="0">
                    <a:pos x="T4" y="T5"/>
                  </a:cxn>
                  <a:cxn ang="0">
                    <a:pos x="T6" y="T7"/>
                  </a:cxn>
                  <a:cxn ang="0">
                    <a:pos x="T8" y="T9"/>
                  </a:cxn>
                </a:cxnLst>
                <a:rect l="0" t="0" r="r" b="b"/>
                <a:pathLst>
                  <a:path w="116" h="277">
                    <a:moveTo>
                      <a:pt x="0" y="108"/>
                    </a:moveTo>
                    <a:lnTo>
                      <a:pt x="116" y="0"/>
                    </a:lnTo>
                    <a:lnTo>
                      <a:pt x="116" y="188"/>
                    </a:lnTo>
                    <a:lnTo>
                      <a:pt x="0" y="277"/>
                    </a:lnTo>
                    <a:lnTo>
                      <a:pt x="0" y="108"/>
                    </a:lnTo>
                    <a:close/>
                  </a:path>
                </a:pathLst>
              </a:custGeom>
              <a:grpFill/>
              <a:ln>
                <a:noFill/>
              </a:ln>
            </p:spPr>
            <p:txBody>
              <a:bodyPr anchor="ctr"/>
              <a:lstStyle/>
              <a:p>
                <a:pPr algn="ctr"/>
                <a:endParaRPr/>
              </a:p>
            </p:txBody>
          </p:sp>
          <p:sp>
            <p:nvSpPr>
              <p:cNvPr id="48" name="Freeform: Shape 171">
                <a:extLst>
                  <a:ext uri="{FF2B5EF4-FFF2-40B4-BE49-F238E27FC236}">
                    <a16:creationId xmlns:a16="http://schemas.microsoft.com/office/drawing/2014/main" id="{7C6BB94A-74C2-4F8F-A4B5-87FF11528236}"/>
                  </a:ext>
                </a:extLst>
              </p:cNvPr>
              <p:cNvSpPr>
                <a:spLocks/>
              </p:cNvSpPr>
              <p:nvPr/>
            </p:nvSpPr>
            <p:spPr bwMode="auto">
              <a:xfrm>
                <a:off x="4570413" y="4414838"/>
                <a:ext cx="184150" cy="406400"/>
              </a:xfrm>
              <a:custGeom>
                <a:avLst/>
                <a:gdLst>
                  <a:gd name="T0" fmla="*/ 0 w 116"/>
                  <a:gd name="T1" fmla="*/ 85 h 256"/>
                  <a:gd name="T2" fmla="*/ 116 w 116"/>
                  <a:gd name="T3" fmla="*/ 0 h 256"/>
                  <a:gd name="T4" fmla="*/ 116 w 116"/>
                  <a:gd name="T5" fmla="*/ 188 h 256"/>
                  <a:gd name="T6" fmla="*/ 0 w 116"/>
                  <a:gd name="T7" fmla="*/ 256 h 256"/>
                  <a:gd name="T8" fmla="*/ 0 w 116"/>
                  <a:gd name="T9" fmla="*/ 85 h 256"/>
                </a:gdLst>
                <a:ahLst/>
                <a:cxnLst>
                  <a:cxn ang="0">
                    <a:pos x="T0" y="T1"/>
                  </a:cxn>
                  <a:cxn ang="0">
                    <a:pos x="T2" y="T3"/>
                  </a:cxn>
                  <a:cxn ang="0">
                    <a:pos x="T4" y="T5"/>
                  </a:cxn>
                  <a:cxn ang="0">
                    <a:pos x="T6" y="T7"/>
                  </a:cxn>
                  <a:cxn ang="0">
                    <a:pos x="T8" y="T9"/>
                  </a:cxn>
                </a:cxnLst>
                <a:rect l="0" t="0" r="r" b="b"/>
                <a:pathLst>
                  <a:path w="116" h="256">
                    <a:moveTo>
                      <a:pt x="0" y="85"/>
                    </a:moveTo>
                    <a:lnTo>
                      <a:pt x="116" y="0"/>
                    </a:lnTo>
                    <a:lnTo>
                      <a:pt x="116" y="188"/>
                    </a:lnTo>
                    <a:lnTo>
                      <a:pt x="0" y="256"/>
                    </a:lnTo>
                    <a:lnTo>
                      <a:pt x="0" y="85"/>
                    </a:lnTo>
                    <a:close/>
                  </a:path>
                </a:pathLst>
              </a:custGeom>
              <a:grpFill/>
              <a:ln>
                <a:noFill/>
              </a:ln>
            </p:spPr>
            <p:txBody>
              <a:bodyPr anchor="ctr"/>
              <a:lstStyle/>
              <a:p>
                <a:pPr algn="ctr"/>
                <a:endParaRPr/>
              </a:p>
            </p:txBody>
          </p:sp>
          <p:sp>
            <p:nvSpPr>
              <p:cNvPr id="49" name="Freeform: Shape 172">
                <a:extLst>
                  <a:ext uri="{FF2B5EF4-FFF2-40B4-BE49-F238E27FC236}">
                    <a16:creationId xmlns:a16="http://schemas.microsoft.com/office/drawing/2014/main" id="{E29105C6-B3C6-4F18-A5FC-7F09A24594F9}"/>
                  </a:ext>
                </a:extLst>
              </p:cNvPr>
              <p:cNvSpPr>
                <a:spLocks/>
              </p:cNvSpPr>
              <p:nvPr/>
            </p:nvSpPr>
            <p:spPr bwMode="auto">
              <a:xfrm>
                <a:off x="4570413" y="4776788"/>
                <a:ext cx="184150" cy="371475"/>
              </a:xfrm>
              <a:custGeom>
                <a:avLst/>
                <a:gdLst>
                  <a:gd name="T0" fmla="*/ 0 w 116"/>
                  <a:gd name="T1" fmla="*/ 64 h 234"/>
                  <a:gd name="T2" fmla="*/ 116 w 116"/>
                  <a:gd name="T3" fmla="*/ 0 h 234"/>
                  <a:gd name="T4" fmla="*/ 116 w 116"/>
                  <a:gd name="T5" fmla="*/ 188 h 234"/>
                  <a:gd name="T6" fmla="*/ 0 w 116"/>
                  <a:gd name="T7" fmla="*/ 234 h 234"/>
                  <a:gd name="T8" fmla="*/ 0 w 116"/>
                  <a:gd name="T9" fmla="*/ 64 h 234"/>
                </a:gdLst>
                <a:ahLst/>
                <a:cxnLst>
                  <a:cxn ang="0">
                    <a:pos x="T0" y="T1"/>
                  </a:cxn>
                  <a:cxn ang="0">
                    <a:pos x="T2" y="T3"/>
                  </a:cxn>
                  <a:cxn ang="0">
                    <a:pos x="T4" y="T5"/>
                  </a:cxn>
                  <a:cxn ang="0">
                    <a:pos x="T6" y="T7"/>
                  </a:cxn>
                  <a:cxn ang="0">
                    <a:pos x="T8" y="T9"/>
                  </a:cxn>
                </a:cxnLst>
                <a:rect l="0" t="0" r="r" b="b"/>
                <a:pathLst>
                  <a:path w="116" h="234">
                    <a:moveTo>
                      <a:pt x="0" y="64"/>
                    </a:moveTo>
                    <a:lnTo>
                      <a:pt x="116" y="0"/>
                    </a:lnTo>
                    <a:lnTo>
                      <a:pt x="116" y="188"/>
                    </a:lnTo>
                    <a:lnTo>
                      <a:pt x="0" y="234"/>
                    </a:lnTo>
                    <a:lnTo>
                      <a:pt x="0" y="64"/>
                    </a:lnTo>
                    <a:close/>
                  </a:path>
                </a:pathLst>
              </a:custGeom>
              <a:grpFill/>
              <a:ln>
                <a:noFill/>
              </a:ln>
            </p:spPr>
            <p:txBody>
              <a:bodyPr anchor="ctr"/>
              <a:lstStyle/>
              <a:p>
                <a:pPr algn="ctr"/>
                <a:endParaRPr/>
              </a:p>
            </p:txBody>
          </p:sp>
          <p:sp>
            <p:nvSpPr>
              <p:cNvPr id="50" name="Freeform: Shape 173">
                <a:extLst>
                  <a:ext uri="{FF2B5EF4-FFF2-40B4-BE49-F238E27FC236}">
                    <a16:creationId xmlns:a16="http://schemas.microsoft.com/office/drawing/2014/main" id="{65AB1CB4-E56F-4EA1-8302-6DA9941B3643}"/>
                  </a:ext>
                </a:extLst>
              </p:cNvPr>
              <p:cNvSpPr>
                <a:spLocks/>
              </p:cNvSpPr>
              <p:nvPr/>
            </p:nvSpPr>
            <p:spPr bwMode="auto">
              <a:xfrm>
                <a:off x="4570413" y="5140325"/>
                <a:ext cx="184150" cy="336550"/>
              </a:xfrm>
              <a:custGeom>
                <a:avLst/>
                <a:gdLst>
                  <a:gd name="T0" fmla="*/ 0 w 116"/>
                  <a:gd name="T1" fmla="*/ 43 h 212"/>
                  <a:gd name="T2" fmla="*/ 116 w 116"/>
                  <a:gd name="T3" fmla="*/ 0 h 212"/>
                  <a:gd name="T4" fmla="*/ 116 w 116"/>
                  <a:gd name="T5" fmla="*/ 188 h 212"/>
                  <a:gd name="T6" fmla="*/ 0 w 116"/>
                  <a:gd name="T7" fmla="*/ 212 h 212"/>
                  <a:gd name="T8" fmla="*/ 0 w 116"/>
                  <a:gd name="T9" fmla="*/ 43 h 212"/>
                </a:gdLst>
                <a:ahLst/>
                <a:cxnLst>
                  <a:cxn ang="0">
                    <a:pos x="T0" y="T1"/>
                  </a:cxn>
                  <a:cxn ang="0">
                    <a:pos x="T2" y="T3"/>
                  </a:cxn>
                  <a:cxn ang="0">
                    <a:pos x="T4" y="T5"/>
                  </a:cxn>
                  <a:cxn ang="0">
                    <a:pos x="T6" y="T7"/>
                  </a:cxn>
                  <a:cxn ang="0">
                    <a:pos x="T8" y="T9"/>
                  </a:cxn>
                </a:cxnLst>
                <a:rect l="0" t="0" r="r" b="b"/>
                <a:pathLst>
                  <a:path w="116" h="212">
                    <a:moveTo>
                      <a:pt x="0" y="43"/>
                    </a:moveTo>
                    <a:lnTo>
                      <a:pt x="116" y="0"/>
                    </a:lnTo>
                    <a:lnTo>
                      <a:pt x="116" y="188"/>
                    </a:lnTo>
                    <a:lnTo>
                      <a:pt x="0" y="212"/>
                    </a:lnTo>
                    <a:lnTo>
                      <a:pt x="0" y="43"/>
                    </a:lnTo>
                    <a:close/>
                  </a:path>
                </a:pathLst>
              </a:custGeom>
              <a:grpFill/>
              <a:ln>
                <a:noFill/>
              </a:ln>
            </p:spPr>
            <p:txBody>
              <a:bodyPr anchor="ctr"/>
              <a:lstStyle/>
              <a:p>
                <a:pPr algn="ctr"/>
                <a:endParaRPr/>
              </a:p>
            </p:txBody>
          </p:sp>
          <p:sp>
            <p:nvSpPr>
              <p:cNvPr id="51" name="Freeform: Shape 174">
                <a:extLst>
                  <a:ext uri="{FF2B5EF4-FFF2-40B4-BE49-F238E27FC236}">
                    <a16:creationId xmlns:a16="http://schemas.microsoft.com/office/drawing/2014/main" id="{280064F7-592C-401D-96FD-6B95C997FF6F}"/>
                  </a:ext>
                </a:extLst>
              </p:cNvPr>
              <p:cNvSpPr>
                <a:spLocks/>
              </p:cNvSpPr>
              <p:nvPr/>
            </p:nvSpPr>
            <p:spPr bwMode="auto">
              <a:xfrm>
                <a:off x="4570413" y="5503863"/>
                <a:ext cx="184150" cy="301625"/>
              </a:xfrm>
              <a:custGeom>
                <a:avLst/>
                <a:gdLst>
                  <a:gd name="T0" fmla="*/ 0 w 116"/>
                  <a:gd name="T1" fmla="*/ 21 h 190"/>
                  <a:gd name="T2" fmla="*/ 116 w 116"/>
                  <a:gd name="T3" fmla="*/ 0 h 190"/>
                  <a:gd name="T4" fmla="*/ 116 w 116"/>
                  <a:gd name="T5" fmla="*/ 188 h 190"/>
                  <a:gd name="T6" fmla="*/ 0 w 116"/>
                  <a:gd name="T7" fmla="*/ 190 h 190"/>
                  <a:gd name="T8" fmla="*/ 0 w 116"/>
                  <a:gd name="T9" fmla="*/ 21 h 190"/>
                </a:gdLst>
                <a:ahLst/>
                <a:cxnLst>
                  <a:cxn ang="0">
                    <a:pos x="T0" y="T1"/>
                  </a:cxn>
                  <a:cxn ang="0">
                    <a:pos x="T2" y="T3"/>
                  </a:cxn>
                  <a:cxn ang="0">
                    <a:pos x="T4" y="T5"/>
                  </a:cxn>
                  <a:cxn ang="0">
                    <a:pos x="T6" y="T7"/>
                  </a:cxn>
                  <a:cxn ang="0">
                    <a:pos x="T8" y="T9"/>
                  </a:cxn>
                </a:cxnLst>
                <a:rect l="0" t="0" r="r" b="b"/>
                <a:pathLst>
                  <a:path w="116" h="190">
                    <a:moveTo>
                      <a:pt x="0" y="21"/>
                    </a:moveTo>
                    <a:lnTo>
                      <a:pt x="116" y="0"/>
                    </a:lnTo>
                    <a:lnTo>
                      <a:pt x="116" y="188"/>
                    </a:lnTo>
                    <a:lnTo>
                      <a:pt x="0" y="190"/>
                    </a:lnTo>
                    <a:lnTo>
                      <a:pt x="0" y="21"/>
                    </a:lnTo>
                    <a:close/>
                  </a:path>
                </a:pathLst>
              </a:custGeom>
              <a:grpFill/>
              <a:ln>
                <a:noFill/>
              </a:ln>
            </p:spPr>
            <p:txBody>
              <a:bodyPr anchor="ctr"/>
              <a:lstStyle/>
              <a:p>
                <a:pPr algn="ctr"/>
                <a:endParaRPr/>
              </a:p>
            </p:txBody>
          </p:sp>
          <p:sp>
            <p:nvSpPr>
              <p:cNvPr id="52" name="Freeform: Shape 175">
                <a:extLst>
                  <a:ext uri="{FF2B5EF4-FFF2-40B4-BE49-F238E27FC236}">
                    <a16:creationId xmlns:a16="http://schemas.microsoft.com/office/drawing/2014/main" id="{054AAF8A-1381-466D-8911-0D085216E898}"/>
                  </a:ext>
                </a:extLst>
              </p:cNvPr>
              <p:cNvSpPr>
                <a:spLocks/>
              </p:cNvSpPr>
              <p:nvPr/>
            </p:nvSpPr>
            <p:spPr bwMode="auto">
              <a:xfrm>
                <a:off x="4392613" y="3944938"/>
                <a:ext cx="131763" cy="441325"/>
              </a:xfrm>
              <a:custGeom>
                <a:avLst/>
                <a:gdLst>
                  <a:gd name="T0" fmla="*/ 0 w 83"/>
                  <a:gd name="T1" fmla="*/ 130 h 278"/>
                  <a:gd name="T2" fmla="*/ 83 w 83"/>
                  <a:gd name="T3" fmla="*/ 0 h 278"/>
                  <a:gd name="T4" fmla="*/ 83 w 83"/>
                  <a:gd name="T5" fmla="*/ 165 h 278"/>
                  <a:gd name="T6" fmla="*/ 0 w 83"/>
                  <a:gd name="T7" fmla="*/ 278 h 278"/>
                  <a:gd name="T8" fmla="*/ 0 w 83"/>
                  <a:gd name="T9" fmla="*/ 130 h 278"/>
                </a:gdLst>
                <a:ahLst/>
                <a:cxnLst>
                  <a:cxn ang="0">
                    <a:pos x="T0" y="T1"/>
                  </a:cxn>
                  <a:cxn ang="0">
                    <a:pos x="T2" y="T3"/>
                  </a:cxn>
                  <a:cxn ang="0">
                    <a:pos x="T4" y="T5"/>
                  </a:cxn>
                  <a:cxn ang="0">
                    <a:pos x="T6" y="T7"/>
                  </a:cxn>
                  <a:cxn ang="0">
                    <a:pos x="T8" y="T9"/>
                  </a:cxn>
                </a:cxnLst>
                <a:rect l="0" t="0" r="r" b="b"/>
                <a:pathLst>
                  <a:path w="83" h="278">
                    <a:moveTo>
                      <a:pt x="0" y="130"/>
                    </a:moveTo>
                    <a:lnTo>
                      <a:pt x="83" y="0"/>
                    </a:lnTo>
                    <a:lnTo>
                      <a:pt x="83" y="165"/>
                    </a:lnTo>
                    <a:lnTo>
                      <a:pt x="0" y="278"/>
                    </a:lnTo>
                    <a:lnTo>
                      <a:pt x="0" y="130"/>
                    </a:lnTo>
                    <a:close/>
                  </a:path>
                </a:pathLst>
              </a:custGeom>
              <a:grpFill/>
              <a:ln>
                <a:noFill/>
              </a:ln>
            </p:spPr>
            <p:txBody>
              <a:bodyPr anchor="ctr"/>
              <a:lstStyle/>
              <a:p>
                <a:pPr algn="ctr"/>
                <a:endParaRPr/>
              </a:p>
            </p:txBody>
          </p:sp>
          <p:sp>
            <p:nvSpPr>
              <p:cNvPr id="53" name="Freeform: Shape 176">
                <a:extLst>
                  <a:ext uri="{FF2B5EF4-FFF2-40B4-BE49-F238E27FC236}">
                    <a16:creationId xmlns:a16="http://schemas.microsoft.com/office/drawing/2014/main" id="{852B0FD9-991A-486C-8A3E-67660F0EC460}"/>
                  </a:ext>
                </a:extLst>
              </p:cNvPr>
              <p:cNvSpPr>
                <a:spLocks/>
              </p:cNvSpPr>
              <p:nvPr/>
            </p:nvSpPr>
            <p:spPr bwMode="auto">
              <a:xfrm>
                <a:off x="4392613" y="4265613"/>
                <a:ext cx="131763" cy="404813"/>
              </a:xfrm>
              <a:custGeom>
                <a:avLst/>
                <a:gdLst>
                  <a:gd name="T0" fmla="*/ 0 w 83"/>
                  <a:gd name="T1" fmla="*/ 108 h 255"/>
                  <a:gd name="T2" fmla="*/ 83 w 83"/>
                  <a:gd name="T3" fmla="*/ 0 h 255"/>
                  <a:gd name="T4" fmla="*/ 83 w 83"/>
                  <a:gd name="T5" fmla="*/ 165 h 255"/>
                  <a:gd name="T6" fmla="*/ 0 w 83"/>
                  <a:gd name="T7" fmla="*/ 255 h 255"/>
                  <a:gd name="T8" fmla="*/ 0 w 83"/>
                  <a:gd name="T9" fmla="*/ 108 h 255"/>
                </a:gdLst>
                <a:ahLst/>
                <a:cxnLst>
                  <a:cxn ang="0">
                    <a:pos x="T0" y="T1"/>
                  </a:cxn>
                  <a:cxn ang="0">
                    <a:pos x="T2" y="T3"/>
                  </a:cxn>
                  <a:cxn ang="0">
                    <a:pos x="T4" y="T5"/>
                  </a:cxn>
                  <a:cxn ang="0">
                    <a:pos x="T6" y="T7"/>
                  </a:cxn>
                  <a:cxn ang="0">
                    <a:pos x="T8" y="T9"/>
                  </a:cxn>
                </a:cxnLst>
                <a:rect l="0" t="0" r="r" b="b"/>
                <a:pathLst>
                  <a:path w="83" h="255">
                    <a:moveTo>
                      <a:pt x="0" y="108"/>
                    </a:moveTo>
                    <a:lnTo>
                      <a:pt x="83" y="0"/>
                    </a:lnTo>
                    <a:lnTo>
                      <a:pt x="83" y="165"/>
                    </a:lnTo>
                    <a:lnTo>
                      <a:pt x="0" y="255"/>
                    </a:lnTo>
                    <a:lnTo>
                      <a:pt x="0" y="108"/>
                    </a:lnTo>
                    <a:close/>
                  </a:path>
                </a:pathLst>
              </a:custGeom>
              <a:grpFill/>
              <a:ln>
                <a:noFill/>
              </a:ln>
            </p:spPr>
            <p:txBody>
              <a:bodyPr anchor="ctr"/>
              <a:lstStyle/>
              <a:p>
                <a:pPr algn="ctr"/>
                <a:endParaRPr/>
              </a:p>
            </p:txBody>
          </p:sp>
          <p:sp>
            <p:nvSpPr>
              <p:cNvPr id="54" name="Freeform: Shape 177">
                <a:extLst>
                  <a:ext uri="{FF2B5EF4-FFF2-40B4-BE49-F238E27FC236}">
                    <a16:creationId xmlns:a16="http://schemas.microsoft.com/office/drawing/2014/main" id="{16AC6911-E0AE-43B6-977E-7ED64F4042E2}"/>
                  </a:ext>
                </a:extLst>
              </p:cNvPr>
              <p:cNvSpPr>
                <a:spLocks/>
              </p:cNvSpPr>
              <p:nvPr/>
            </p:nvSpPr>
            <p:spPr bwMode="auto">
              <a:xfrm>
                <a:off x="4392613" y="4584700"/>
                <a:ext cx="131763" cy="369888"/>
              </a:xfrm>
              <a:custGeom>
                <a:avLst/>
                <a:gdLst>
                  <a:gd name="T0" fmla="*/ 0 w 83"/>
                  <a:gd name="T1" fmla="*/ 86 h 233"/>
                  <a:gd name="T2" fmla="*/ 83 w 83"/>
                  <a:gd name="T3" fmla="*/ 0 h 233"/>
                  <a:gd name="T4" fmla="*/ 83 w 83"/>
                  <a:gd name="T5" fmla="*/ 165 h 233"/>
                  <a:gd name="T6" fmla="*/ 0 w 83"/>
                  <a:gd name="T7" fmla="*/ 233 h 233"/>
                  <a:gd name="T8" fmla="*/ 0 w 83"/>
                  <a:gd name="T9" fmla="*/ 86 h 233"/>
                </a:gdLst>
                <a:ahLst/>
                <a:cxnLst>
                  <a:cxn ang="0">
                    <a:pos x="T0" y="T1"/>
                  </a:cxn>
                  <a:cxn ang="0">
                    <a:pos x="T2" y="T3"/>
                  </a:cxn>
                  <a:cxn ang="0">
                    <a:pos x="T4" y="T5"/>
                  </a:cxn>
                  <a:cxn ang="0">
                    <a:pos x="T6" y="T7"/>
                  </a:cxn>
                  <a:cxn ang="0">
                    <a:pos x="T8" y="T9"/>
                  </a:cxn>
                </a:cxnLst>
                <a:rect l="0" t="0" r="r" b="b"/>
                <a:pathLst>
                  <a:path w="83" h="233">
                    <a:moveTo>
                      <a:pt x="0" y="86"/>
                    </a:moveTo>
                    <a:lnTo>
                      <a:pt x="83" y="0"/>
                    </a:lnTo>
                    <a:lnTo>
                      <a:pt x="83" y="165"/>
                    </a:lnTo>
                    <a:lnTo>
                      <a:pt x="0" y="233"/>
                    </a:lnTo>
                    <a:lnTo>
                      <a:pt x="0" y="86"/>
                    </a:lnTo>
                    <a:close/>
                  </a:path>
                </a:pathLst>
              </a:custGeom>
              <a:grpFill/>
              <a:ln>
                <a:noFill/>
              </a:ln>
            </p:spPr>
            <p:txBody>
              <a:bodyPr anchor="ctr"/>
              <a:lstStyle/>
              <a:p>
                <a:pPr algn="ctr"/>
                <a:endParaRPr/>
              </a:p>
            </p:txBody>
          </p:sp>
          <p:sp>
            <p:nvSpPr>
              <p:cNvPr id="55" name="Freeform: Shape 178">
                <a:extLst>
                  <a:ext uri="{FF2B5EF4-FFF2-40B4-BE49-F238E27FC236}">
                    <a16:creationId xmlns:a16="http://schemas.microsoft.com/office/drawing/2014/main" id="{7B7876A3-E5C7-4BD0-9718-CE3AFC17F00F}"/>
                  </a:ext>
                </a:extLst>
              </p:cNvPr>
              <p:cNvSpPr>
                <a:spLocks/>
              </p:cNvSpPr>
              <p:nvPr/>
            </p:nvSpPr>
            <p:spPr bwMode="auto">
              <a:xfrm>
                <a:off x="4392613" y="4903788"/>
                <a:ext cx="131763" cy="336550"/>
              </a:xfrm>
              <a:custGeom>
                <a:avLst/>
                <a:gdLst>
                  <a:gd name="T0" fmla="*/ 0 w 83"/>
                  <a:gd name="T1" fmla="*/ 64 h 212"/>
                  <a:gd name="T2" fmla="*/ 83 w 83"/>
                  <a:gd name="T3" fmla="*/ 0 h 212"/>
                  <a:gd name="T4" fmla="*/ 83 w 83"/>
                  <a:gd name="T5" fmla="*/ 166 h 212"/>
                  <a:gd name="T6" fmla="*/ 0 w 83"/>
                  <a:gd name="T7" fmla="*/ 212 h 212"/>
                  <a:gd name="T8" fmla="*/ 0 w 83"/>
                  <a:gd name="T9" fmla="*/ 64 h 212"/>
                </a:gdLst>
                <a:ahLst/>
                <a:cxnLst>
                  <a:cxn ang="0">
                    <a:pos x="T0" y="T1"/>
                  </a:cxn>
                  <a:cxn ang="0">
                    <a:pos x="T2" y="T3"/>
                  </a:cxn>
                  <a:cxn ang="0">
                    <a:pos x="T4" y="T5"/>
                  </a:cxn>
                  <a:cxn ang="0">
                    <a:pos x="T6" y="T7"/>
                  </a:cxn>
                  <a:cxn ang="0">
                    <a:pos x="T8" y="T9"/>
                  </a:cxn>
                </a:cxnLst>
                <a:rect l="0" t="0" r="r" b="b"/>
                <a:pathLst>
                  <a:path w="83" h="212">
                    <a:moveTo>
                      <a:pt x="0" y="64"/>
                    </a:moveTo>
                    <a:lnTo>
                      <a:pt x="83" y="0"/>
                    </a:lnTo>
                    <a:lnTo>
                      <a:pt x="83" y="166"/>
                    </a:lnTo>
                    <a:lnTo>
                      <a:pt x="0" y="212"/>
                    </a:lnTo>
                    <a:lnTo>
                      <a:pt x="0" y="64"/>
                    </a:lnTo>
                    <a:close/>
                  </a:path>
                </a:pathLst>
              </a:custGeom>
              <a:grpFill/>
              <a:ln>
                <a:noFill/>
              </a:ln>
            </p:spPr>
            <p:txBody>
              <a:bodyPr anchor="ctr"/>
              <a:lstStyle/>
              <a:p>
                <a:pPr algn="ctr"/>
                <a:endParaRPr/>
              </a:p>
            </p:txBody>
          </p:sp>
          <p:sp>
            <p:nvSpPr>
              <p:cNvPr id="56" name="Freeform: Shape 179">
                <a:extLst>
                  <a:ext uri="{FF2B5EF4-FFF2-40B4-BE49-F238E27FC236}">
                    <a16:creationId xmlns:a16="http://schemas.microsoft.com/office/drawing/2014/main" id="{99D97EF1-049F-4167-88B8-5476F978F3B6}"/>
                  </a:ext>
                </a:extLst>
              </p:cNvPr>
              <p:cNvSpPr>
                <a:spLocks/>
              </p:cNvSpPr>
              <p:nvPr/>
            </p:nvSpPr>
            <p:spPr bwMode="auto">
              <a:xfrm>
                <a:off x="4392613" y="5224463"/>
                <a:ext cx="131763" cy="300038"/>
              </a:xfrm>
              <a:custGeom>
                <a:avLst/>
                <a:gdLst>
                  <a:gd name="T0" fmla="*/ 0 w 83"/>
                  <a:gd name="T1" fmla="*/ 42 h 189"/>
                  <a:gd name="T2" fmla="*/ 83 w 83"/>
                  <a:gd name="T3" fmla="*/ 0 h 189"/>
                  <a:gd name="T4" fmla="*/ 83 w 83"/>
                  <a:gd name="T5" fmla="*/ 165 h 189"/>
                  <a:gd name="T6" fmla="*/ 0 w 83"/>
                  <a:gd name="T7" fmla="*/ 189 h 189"/>
                  <a:gd name="T8" fmla="*/ 0 w 83"/>
                  <a:gd name="T9" fmla="*/ 42 h 189"/>
                </a:gdLst>
                <a:ahLst/>
                <a:cxnLst>
                  <a:cxn ang="0">
                    <a:pos x="T0" y="T1"/>
                  </a:cxn>
                  <a:cxn ang="0">
                    <a:pos x="T2" y="T3"/>
                  </a:cxn>
                  <a:cxn ang="0">
                    <a:pos x="T4" y="T5"/>
                  </a:cxn>
                  <a:cxn ang="0">
                    <a:pos x="T6" y="T7"/>
                  </a:cxn>
                  <a:cxn ang="0">
                    <a:pos x="T8" y="T9"/>
                  </a:cxn>
                </a:cxnLst>
                <a:rect l="0" t="0" r="r" b="b"/>
                <a:pathLst>
                  <a:path w="83" h="189">
                    <a:moveTo>
                      <a:pt x="0" y="42"/>
                    </a:moveTo>
                    <a:lnTo>
                      <a:pt x="83" y="0"/>
                    </a:lnTo>
                    <a:lnTo>
                      <a:pt x="83" y="165"/>
                    </a:lnTo>
                    <a:lnTo>
                      <a:pt x="0" y="189"/>
                    </a:lnTo>
                    <a:lnTo>
                      <a:pt x="0" y="42"/>
                    </a:lnTo>
                    <a:close/>
                  </a:path>
                </a:pathLst>
              </a:custGeom>
              <a:grpFill/>
              <a:ln>
                <a:noFill/>
              </a:ln>
            </p:spPr>
            <p:txBody>
              <a:bodyPr anchor="ctr"/>
              <a:lstStyle/>
              <a:p>
                <a:pPr algn="ctr"/>
                <a:endParaRPr/>
              </a:p>
            </p:txBody>
          </p:sp>
          <p:sp>
            <p:nvSpPr>
              <p:cNvPr id="57" name="Freeform: Shape 180">
                <a:extLst>
                  <a:ext uri="{FF2B5EF4-FFF2-40B4-BE49-F238E27FC236}">
                    <a16:creationId xmlns:a16="http://schemas.microsoft.com/office/drawing/2014/main" id="{7A1D202E-E70C-47F4-886A-570DCABECDD7}"/>
                  </a:ext>
                </a:extLst>
              </p:cNvPr>
              <p:cNvSpPr>
                <a:spLocks/>
              </p:cNvSpPr>
              <p:nvPr/>
            </p:nvSpPr>
            <p:spPr bwMode="auto">
              <a:xfrm>
                <a:off x="4392613" y="5543550"/>
                <a:ext cx="131763" cy="266700"/>
              </a:xfrm>
              <a:custGeom>
                <a:avLst/>
                <a:gdLst>
                  <a:gd name="T0" fmla="*/ 0 w 83"/>
                  <a:gd name="T1" fmla="*/ 20 h 168"/>
                  <a:gd name="T2" fmla="*/ 83 w 83"/>
                  <a:gd name="T3" fmla="*/ 0 h 168"/>
                  <a:gd name="T4" fmla="*/ 83 w 83"/>
                  <a:gd name="T5" fmla="*/ 166 h 168"/>
                  <a:gd name="T6" fmla="*/ 0 w 83"/>
                  <a:gd name="T7" fmla="*/ 168 h 168"/>
                  <a:gd name="T8" fmla="*/ 0 w 83"/>
                  <a:gd name="T9" fmla="*/ 20 h 168"/>
                </a:gdLst>
                <a:ahLst/>
                <a:cxnLst>
                  <a:cxn ang="0">
                    <a:pos x="T0" y="T1"/>
                  </a:cxn>
                  <a:cxn ang="0">
                    <a:pos x="T2" y="T3"/>
                  </a:cxn>
                  <a:cxn ang="0">
                    <a:pos x="T4" y="T5"/>
                  </a:cxn>
                  <a:cxn ang="0">
                    <a:pos x="T6" y="T7"/>
                  </a:cxn>
                  <a:cxn ang="0">
                    <a:pos x="T8" y="T9"/>
                  </a:cxn>
                </a:cxnLst>
                <a:rect l="0" t="0" r="r" b="b"/>
                <a:pathLst>
                  <a:path w="83" h="168">
                    <a:moveTo>
                      <a:pt x="0" y="20"/>
                    </a:moveTo>
                    <a:lnTo>
                      <a:pt x="83" y="0"/>
                    </a:lnTo>
                    <a:lnTo>
                      <a:pt x="83" y="166"/>
                    </a:lnTo>
                    <a:lnTo>
                      <a:pt x="0" y="168"/>
                    </a:lnTo>
                    <a:lnTo>
                      <a:pt x="0" y="20"/>
                    </a:lnTo>
                    <a:close/>
                  </a:path>
                </a:pathLst>
              </a:custGeom>
              <a:grpFill/>
              <a:ln>
                <a:noFill/>
              </a:ln>
            </p:spPr>
            <p:txBody>
              <a:bodyPr anchor="ctr"/>
              <a:lstStyle/>
              <a:p>
                <a:pPr algn="ctr"/>
                <a:endParaRPr/>
              </a:p>
            </p:txBody>
          </p:sp>
        </p:grpSp>
      </p:grpSp>
      <p:grpSp>
        <p:nvGrpSpPr>
          <p:cNvPr id="25" name="组合 24">
            <a:extLst>
              <a:ext uri="{FF2B5EF4-FFF2-40B4-BE49-F238E27FC236}">
                <a16:creationId xmlns:a16="http://schemas.microsoft.com/office/drawing/2014/main" id="{C1D28BCA-3DCE-4466-8A84-15E24E91E1A1}"/>
              </a:ext>
            </a:extLst>
          </p:cNvPr>
          <p:cNvGrpSpPr/>
          <p:nvPr/>
        </p:nvGrpSpPr>
        <p:grpSpPr>
          <a:xfrm>
            <a:off x="4458545" y="4913220"/>
            <a:ext cx="585653" cy="585654"/>
            <a:chOff x="4446032" y="4426318"/>
            <a:chExt cx="819291" cy="819292"/>
          </a:xfrm>
        </p:grpSpPr>
        <p:sp>
          <p:nvSpPr>
            <p:cNvPr id="26" name="Freeform 5">
              <a:extLst>
                <a:ext uri="{FF2B5EF4-FFF2-40B4-BE49-F238E27FC236}">
                  <a16:creationId xmlns:a16="http://schemas.microsoft.com/office/drawing/2014/main" id="{C0329F0F-7970-4499-9F18-E1B584E82EDB}"/>
                </a:ext>
              </a:extLst>
            </p:cNvPr>
            <p:cNvSpPr>
              <a:spLocks/>
            </p:cNvSpPr>
            <p:nvPr/>
          </p:nvSpPr>
          <p:spPr bwMode="auto">
            <a:xfrm>
              <a:off x="4446032" y="4999648"/>
              <a:ext cx="219214" cy="99432"/>
            </a:xfrm>
            <a:custGeom>
              <a:avLst/>
              <a:gdLst>
                <a:gd name="T0" fmla="*/ 708 w 713"/>
                <a:gd name="T1" fmla="*/ 45 h 323"/>
                <a:gd name="T2" fmla="*/ 711 w 713"/>
                <a:gd name="T3" fmla="*/ 12 h 323"/>
                <a:gd name="T4" fmla="*/ 697 w 713"/>
                <a:gd name="T5" fmla="*/ 1 h 323"/>
                <a:gd name="T6" fmla="*/ 11 w 713"/>
                <a:gd name="T7" fmla="*/ 270 h 323"/>
                <a:gd name="T8" fmla="*/ 11 w 713"/>
                <a:gd name="T9" fmla="*/ 312 h 323"/>
                <a:gd name="T10" fmla="*/ 53 w 713"/>
                <a:gd name="T11" fmla="*/ 312 h 323"/>
                <a:gd name="T12" fmla="*/ 693 w 713"/>
                <a:gd name="T13" fmla="*/ 61 h 323"/>
                <a:gd name="T14" fmla="*/ 708 w 713"/>
                <a:gd name="T15" fmla="*/ 45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3" h="323">
                  <a:moveTo>
                    <a:pt x="708" y="45"/>
                  </a:moveTo>
                  <a:cubicBezTo>
                    <a:pt x="709" y="34"/>
                    <a:pt x="710" y="23"/>
                    <a:pt x="711" y="12"/>
                  </a:cubicBezTo>
                  <a:cubicBezTo>
                    <a:pt x="713" y="0"/>
                    <a:pt x="703" y="0"/>
                    <a:pt x="697" y="1"/>
                  </a:cubicBezTo>
                  <a:cubicBezTo>
                    <a:pt x="448" y="29"/>
                    <a:pt x="202" y="80"/>
                    <a:pt x="11" y="270"/>
                  </a:cubicBezTo>
                  <a:cubicBezTo>
                    <a:pt x="0" y="281"/>
                    <a:pt x="0" y="300"/>
                    <a:pt x="11" y="312"/>
                  </a:cubicBezTo>
                  <a:cubicBezTo>
                    <a:pt x="23" y="323"/>
                    <a:pt x="42" y="323"/>
                    <a:pt x="53" y="312"/>
                  </a:cubicBezTo>
                  <a:cubicBezTo>
                    <a:pt x="216" y="148"/>
                    <a:pt x="438" y="92"/>
                    <a:pt x="693" y="61"/>
                  </a:cubicBezTo>
                  <a:cubicBezTo>
                    <a:pt x="704" y="60"/>
                    <a:pt x="707" y="53"/>
                    <a:pt x="708" y="4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7" name="Freeform 6">
              <a:extLst>
                <a:ext uri="{FF2B5EF4-FFF2-40B4-BE49-F238E27FC236}">
                  <a16:creationId xmlns:a16="http://schemas.microsoft.com/office/drawing/2014/main" id="{15B53C13-A435-47ED-90A8-A61013BDB301}"/>
                </a:ext>
              </a:extLst>
            </p:cNvPr>
            <p:cNvSpPr>
              <a:spLocks/>
            </p:cNvSpPr>
            <p:nvPr/>
          </p:nvSpPr>
          <p:spPr bwMode="auto">
            <a:xfrm>
              <a:off x="4716997" y="4426318"/>
              <a:ext cx="401796" cy="586122"/>
            </a:xfrm>
            <a:custGeom>
              <a:avLst/>
              <a:gdLst>
                <a:gd name="T0" fmla="*/ 1294 w 1306"/>
                <a:gd name="T1" fmla="*/ 11 h 1904"/>
                <a:gd name="T2" fmla="*/ 1252 w 1306"/>
                <a:gd name="T3" fmla="*/ 11 h 1904"/>
                <a:gd name="T4" fmla="*/ 968 w 1306"/>
                <a:gd name="T5" fmla="*/ 841 h 1904"/>
                <a:gd name="T6" fmla="*/ 728 w 1306"/>
                <a:gd name="T7" fmla="*/ 1607 h 1904"/>
                <a:gd name="T8" fmla="*/ 6 w 1306"/>
                <a:gd name="T9" fmla="*/ 1843 h 1904"/>
                <a:gd name="T10" fmla="*/ 0 w 1306"/>
                <a:gd name="T11" fmla="*/ 1904 h 1904"/>
                <a:gd name="T12" fmla="*/ 10 w 1306"/>
                <a:gd name="T13" fmla="*/ 1903 h 1904"/>
                <a:gd name="T14" fmla="*/ 770 w 1306"/>
                <a:gd name="T15" fmla="*/ 1650 h 1904"/>
                <a:gd name="T16" fmla="*/ 1023 w 1306"/>
                <a:gd name="T17" fmla="*/ 890 h 1904"/>
                <a:gd name="T18" fmla="*/ 1027 w 1306"/>
                <a:gd name="T19" fmla="*/ 847 h 1904"/>
                <a:gd name="T20" fmla="*/ 1294 w 1306"/>
                <a:gd name="T21" fmla="*/ 53 h 1904"/>
                <a:gd name="T22" fmla="*/ 1294 w 1306"/>
                <a:gd name="T23" fmla="*/ 11 h 1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06" h="1904">
                  <a:moveTo>
                    <a:pt x="1294" y="11"/>
                  </a:moveTo>
                  <a:cubicBezTo>
                    <a:pt x="1282" y="0"/>
                    <a:pt x="1264" y="0"/>
                    <a:pt x="1252" y="11"/>
                  </a:cubicBezTo>
                  <a:cubicBezTo>
                    <a:pt x="1027" y="238"/>
                    <a:pt x="997" y="543"/>
                    <a:pt x="968" y="841"/>
                  </a:cubicBezTo>
                  <a:cubicBezTo>
                    <a:pt x="942" y="1127"/>
                    <a:pt x="914" y="1424"/>
                    <a:pt x="728" y="1607"/>
                  </a:cubicBezTo>
                  <a:cubicBezTo>
                    <a:pt x="554" y="1784"/>
                    <a:pt x="279" y="1818"/>
                    <a:pt x="6" y="1843"/>
                  </a:cubicBezTo>
                  <a:cubicBezTo>
                    <a:pt x="4" y="1863"/>
                    <a:pt x="2" y="1883"/>
                    <a:pt x="0" y="1904"/>
                  </a:cubicBezTo>
                  <a:cubicBezTo>
                    <a:pt x="10" y="1903"/>
                    <a:pt x="10" y="1903"/>
                    <a:pt x="10" y="1903"/>
                  </a:cubicBezTo>
                  <a:cubicBezTo>
                    <a:pt x="285" y="1876"/>
                    <a:pt x="569" y="1848"/>
                    <a:pt x="770" y="1650"/>
                  </a:cubicBezTo>
                  <a:cubicBezTo>
                    <a:pt x="968" y="1449"/>
                    <a:pt x="996" y="1165"/>
                    <a:pt x="1023" y="890"/>
                  </a:cubicBezTo>
                  <a:cubicBezTo>
                    <a:pt x="1027" y="847"/>
                    <a:pt x="1027" y="847"/>
                    <a:pt x="1027" y="847"/>
                  </a:cubicBezTo>
                  <a:cubicBezTo>
                    <a:pt x="1057" y="528"/>
                    <a:pt x="1097" y="248"/>
                    <a:pt x="1294" y="53"/>
                  </a:cubicBezTo>
                  <a:cubicBezTo>
                    <a:pt x="1306" y="42"/>
                    <a:pt x="1306" y="23"/>
                    <a:pt x="1294" y="1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8" name="Freeform 7">
              <a:extLst>
                <a:ext uri="{FF2B5EF4-FFF2-40B4-BE49-F238E27FC236}">
                  <a16:creationId xmlns:a16="http://schemas.microsoft.com/office/drawing/2014/main" id="{E1A28D05-3E5D-464A-AD65-922ED64B0AD8}"/>
                </a:ext>
              </a:extLst>
            </p:cNvPr>
            <p:cNvSpPr>
              <a:spLocks/>
            </p:cNvSpPr>
            <p:nvPr/>
          </p:nvSpPr>
          <p:spPr bwMode="auto">
            <a:xfrm>
              <a:off x="4592562" y="4658325"/>
              <a:ext cx="412844" cy="587285"/>
            </a:xfrm>
            <a:custGeom>
              <a:avLst/>
              <a:gdLst>
                <a:gd name="T0" fmla="*/ 257 w 1342"/>
                <a:gd name="T1" fmla="*/ 1260 h 1909"/>
                <a:gd name="T2" fmla="*/ 12 w 1342"/>
                <a:gd name="T3" fmla="*/ 1855 h 1909"/>
                <a:gd name="T4" fmla="*/ 12 w 1342"/>
                <a:gd name="T5" fmla="*/ 1897 h 1909"/>
                <a:gd name="T6" fmla="*/ 54 w 1342"/>
                <a:gd name="T7" fmla="*/ 1897 h 1909"/>
                <a:gd name="T8" fmla="*/ 318 w 1342"/>
                <a:gd name="T9" fmla="*/ 1253 h 1909"/>
                <a:gd name="T10" fmla="*/ 339 w 1342"/>
                <a:gd name="T11" fmla="*/ 1059 h 1909"/>
                <a:gd name="T12" fmla="*/ 578 w 1342"/>
                <a:gd name="T13" fmla="*/ 301 h 1909"/>
                <a:gd name="T14" fmla="*/ 1327 w 1342"/>
                <a:gd name="T15" fmla="*/ 62 h 1909"/>
                <a:gd name="T16" fmla="*/ 1338 w 1342"/>
                <a:gd name="T17" fmla="*/ 50 h 1909"/>
                <a:gd name="T18" fmla="*/ 1342 w 1342"/>
                <a:gd name="T19" fmla="*/ 12 h 1909"/>
                <a:gd name="T20" fmla="*/ 1333 w 1342"/>
                <a:gd name="T21" fmla="*/ 2 h 1909"/>
                <a:gd name="T22" fmla="*/ 1295 w 1342"/>
                <a:gd name="T23" fmla="*/ 6 h 1909"/>
                <a:gd name="T24" fmla="*/ 536 w 1342"/>
                <a:gd name="T25" fmla="*/ 259 h 1909"/>
                <a:gd name="T26" fmla="*/ 283 w 1342"/>
                <a:gd name="T27" fmla="*/ 1018 h 1909"/>
                <a:gd name="T28" fmla="*/ 257 w 1342"/>
                <a:gd name="T29" fmla="*/ 1260 h 19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2" h="1909">
                  <a:moveTo>
                    <a:pt x="257" y="1260"/>
                  </a:moveTo>
                  <a:cubicBezTo>
                    <a:pt x="224" y="1496"/>
                    <a:pt x="166" y="1702"/>
                    <a:pt x="12" y="1855"/>
                  </a:cubicBezTo>
                  <a:cubicBezTo>
                    <a:pt x="0" y="1867"/>
                    <a:pt x="0" y="1886"/>
                    <a:pt x="12" y="1897"/>
                  </a:cubicBezTo>
                  <a:cubicBezTo>
                    <a:pt x="24" y="1909"/>
                    <a:pt x="42" y="1909"/>
                    <a:pt x="54" y="1897"/>
                  </a:cubicBezTo>
                  <a:cubicBezTo>
                    <a:pt x="232" y="1718"/>
                    <a:pt x="288" y="1489"/>
                    <a:pt x="318" y="1253"/>
                  </a:cubicBezTo>
                  <a:cubicBezTo>
                    <a:pt x="339" y="1059"/>
                    <a:pt x="339" y="1059"/>
                    <a:pt x="339" y="1059"/>
                  </a:cubicBezTo>
                  <a:cubicBezTo>
                    <a:pt x="365" y="775"/>
                    <a:pt x="394" y="483"/>
                    <a:pt x="578" y="301"/>
                  </a:cubicBezTo>
                  <a:cubicBezTo>
                    <a:pt x="758" y="119"/>
                    <a:pt x="1045" y="88"/>
                    <a:pt x="1327" y="62"/>
                  </a:cubicBezTo>
                  <a:cubicBezTo>
                    <a:pt x="1330" y="62"/>
                    <a:pt x="1337" y="54"/>
                    <a:pt x="1338" y="50"/>
                  </a:cubicBezTo>
                  <a:cubicBezTo>
                    <a:pt x="1339" y="38"/>
                    <a:pt x="1340" y="25"/>
                    <a:pt x="1342" y="12"/>
                  </a:cubicBezTo>
                  <a:cubicBezTo>
                    <a:pt x="1342" y="4"/>
                    <a:pt x="1338" y="0"/>
                    <a:pt x="1333" y="2"/>
                  </a:cubicBezTo>
                  <a:cubicBezTo>
                    <a:pt x="1295" y="6"/>
                    <a:pt x="1295" y="6"/>
                    <a:pt x="1295" y="6"/>
                  </a:cubicBezTo>
                  <a:cubicBezTo>
                    <a:pt x="1021" y="33"/>
                    <a:pt x="737" y="60"/>
                    <a:pt x="536" y="259"/>
                  </a:cubicBezTo>
                  <a:cubicBezTo>
                    <a:pt x="338" y="460"/>
                    <a:pt x="310" y="743"/>
                    <a:pt x="283" y="1018"/>
                  </a:cubicBezTo>
                  <a:lnTo>
                    <a:pt x="257" y="1260"/>
                  </a:ln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9" name="Freeform 8">
              <a:extLst>
                <a:ext uri="{FF2B5EF4-FFF2-40B4-BE49-F238E27FC236}">
                  <a16:creationId xmlns:a16="http://schemas.microsoft.com/office/drawing/2014/main" id="{0C9D1230-EF6E-423C-9947-FEC372868514}"/>
                </a:ext>
              </a:extLst>
            </p:cNvPr>
            <p:cNvSpPr>
              <a:spLocks/>
            </p:cNvSpPr>
            <p:nvPr/>
          </p:nvSpPr>
          <p:spPr bwMode="auto">
            <a:xfrm>
              <a:off x="4861783" y="4717635"/>
              <a:ext cx="115712" cy="113968"/>
            </a:xfrm>
            <a:custGeom>
              <a:avLst/>
              <a:gdLst>
                <a:gd name="T0" fmla="*/ 365 w 376"/>
                <a:gd name="T1" fmla="*/ 356 h 371"/>
                <a:gd name="T2" fmla="*/ 372 w 376"/>
                <a:gd name="T3" fmla="*/ 331 h 371"/>
                <a:gd name="T4" fmla="*/ 360 w 376"/>
                <a:gd name="T5" fmla="*/ 294 h 371"/>
                <a:gd name="T6" fmla="*/ 80 w 376"/>
                <a:gd name="T7" fmla="*/ 14 h 371"/>
                <a:gd name="T8" fmla="*/ 44 w 376"/>
                <a:gd name="T9" fmla="*/ 3 h 371"/>
                <a:gd name="T10" fmla="*/ 18 w 376"/>
                <a:gd name="T11" fmla="*/ 11 h 371"/>
                <a:gd name="T12" fmla="*/ 14 w 376"/>
                <a:gd name="T13" fmla="*/ 36 h 371"/>
                <a:gd name="T14" fmla="*/ 336 w 376"/>
                <a:gd name="T15" fmla="*/ 358 h 371"/>
                <a:gd name="T16" fmla="*/ 365 w 376"/>
                <a:gd name="T17" fmla="*/ 356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6" h="371">
                  <a:moveTo>
                    <a:pt x="365" y="356"/>
                  </a:moveTo>
                  <a:cubicBezTo>
                    <a:pt x="367" y="348"/>
                    <a:pt x="370" y="339"/>
                    <a:pt x="372" y="331"/>
                  </a:cubicBezTo>
                  <a:cubicBezTo>
                    <a:pt x="376" y="318"/>
                    <a:pt x="375" y="309"/>
                    <a:pt x="360" y="294"/>
                  </a:cubicBezTo>
                  <a:cubicBezTo>
                    <a:pt x="298" y="232"/>
                    <a:pt x="93" y="27"/>
                    <a:pt x="80" y="14"/>
                  </a:cubicBezTo>
                  <a:cubicBezTo>
                    <a:pt x="65" y="0"/>
                    <a:pt x="51" y="1"/>
                    <a:pt x="44" y="3"/>
                  </a:cubicBezTo>
                  <a:cubicBezTo>
                    <a:pt x="35" y="6"/>
                    <a:pt x="26" y="8"/>
                    <a:pt x="18" y="11"/>
                  </a:cubicBezTo>
                  <a:cubicBezTo>
                    <a:pt x="11" y="14"/>
                    <a:pt x="0" y="23"/>
                    <a:pt x="14" y="36"/>
                  </a:cubicBezTo>
                  <a:cubicBezTo>
                    <a:pt x="26" y="48"/>
                    <a:pt x="263" y="285"/>
                    <a:pt x="336" y="358"/>
                  </a:cubicBezTo>
                  <a:cubicBezTo>
                    <a:pt x="349" y="371"/>
                    <a:pt x="362" y="364"/>
                    <a:pt x="365" y="356"/>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0" name="Freeform 10">
              <a:extLst>
                <a:ext uri="{FF2B5EF4-FFF2-40B4-BE49-F238E27FC236}">
                  <a16:creationId xmlns:a16="http://schemas.microsoft.com/office/drawing/2014/main" id="{61C38299-5C79-4F51-B405-A11AA783B78C}"/>
                </a:ext>
              </a:extLst>
            </p:cNvPr>
            <p:cNvSpPr>
              <a:spLocks/>
            </p:cNvSpPr>
            <p:nvPr/>
          </p:nvSpPr>
          <p:spPr bwMode="auto">
            <a:xfrm>
              <a:off x="4786192" y="4758338"/>
              <a:ext cx="154089" cy="151764"/>
            </a:xfrm>
            <a:custGeom>
              <a:avLst/>
              <a:gdLst>
                <a:gd name="T0" fmla="*/ 475 w 499"/>
                <a:gd name="T1" fmla="*/ 479 h 493"/>
                <a:gd name="T2" fmla="*/ 484 w 499"/>
                <a:gd name="T3" fmla="*/ 469 h 493"/>
                <a:gd name="T4" fmla="*/ 480 w 499"/>
                <a:gd name="T5" fmla="*/ 435 h 493"/>
                <a:gd name="T6" fmla="*/ 58 w 499"/>
                <a:gd name="T7" fmla="*/ 12 h 493"/>
                <a:gd name="T8" fmla="*/ 33 w 499"/>
                <a:gd name="T9" fmla="*/ 5 h 493"/>
                <a:gd name="T10" fmla="*/ 9 w 499"/>
                <a:gd name="T11" fmla="*/ 28 h 493"/>
                <a:gd name="T12" fmla="*/ 13 w 499"/>
                <a:gd name="T13" fmla="*/ 55 h 493"/>
                <a:gd name="T14" fmla="*/ 438 w 499"/>
                <a:gd name="T15" fmla="*/ 480 h 493"/>
                <a:gd name="T16" fmla="*/ 475 w 499"/>
                <a:gd name="T17" fmla="*/ 479 h 4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9" h="493">
                  <a:moveTo>
                    <a:pt x="475" y="479"/>
                  </a:moveTo>
                  <a:cubicBezTo>
                    <a:pt x="478" y="476"/>
                    <a:pt x="481" y="472"/>
                    <a:pt x="484" y="469"/>
                  </a:cubicBezTo>
                  <a:cubicBezTo>
                    <a:pt x="499" y="452"/>
                    <a:pt x="490" y="445"/>
                    <a:pt x="480" y="435"/>
                  </a:cubicBezTo>
                  <a:cubicBezTo>
                    <a:pt x="480" y="435"/>
                    <a:pt x="71" y="24"/>
                    <a:pt x="58" y="12"/>
                  </a:cubicBezTo>
                  <a:cubicBezTo>
                    <a:pt x="45" y="0"/>
                    <a:pt x="36" y="2"/>
                    <a:pt x="33" y="5"/>
                  </a:cubicBezTo>
                  <a:cubicBezTo>
                    <a:pt x="25" y="13"/>
                    <a:pt x="17" y="20"/>
                    <a:pt x="9" y="28"/>
                  </a:cubicBezTo>
                  <a:cubicBezTo>
                    <a:pt x="5" y="32"/>
                    <a:pt x="0" y="41"/>
                    <a:pt x="13" y="55"/>
                  </a:cubicBezTo>
                  <a:cubicBezTo>
                    <a:pt x="26" y="69"/>
                    <a:pt x="438" y="480"/>
                    <a:pt x="438" y="480"/>
                  </a:cubicBezTo>
                  <a:cubicBezTo>
                    <a:pt x="446" y="488"/>
                    <a:pt x="462" y="493"/>
                    <a:pt x="475" y="479"/>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1" name="Freeform 12">
              <a:extLst>
                <a:ext uri="{FF2B5EF4-FFF2-40B4-BE49-F238E27FC236}">
                  <a16:creationId xmlns:a16="http://schemas.microsoft.com/office/drawing/2014/main" id="{99A65E50-91C2-4811-99A0-4A2308FC8E7C}"/>
                </a:ext>
              </a:extLst>
            </p:cNvPr>
            <p:cNvSpPr>
              <a:spLocks/>
            </p:cNvSpPr>
            <p:nvPr/>
          </p:nvSpPr>
          <p:spPr bwMode="auto">
            <a:xfrm>
              <a:off x="4743163" y="4831021"/>
              <a:ext cx="123272" cy="121528"/>
            </a:xfrm>
            <a:custGeom>
              <a:avLst/>
              <a:gdLst>
                <a:gd name="T0" fmla="*/ 355 w 401"/>
                <a:gd name="T1" fmla="*/ 393 h 395"/>
                <a:gd name="T2" fmla="*/ 383 w 401"/>
                <a:gd name="T3" fmla="*/ 383 h 395"/>
                <a:gd name="T4" fmla="*/ 384 w 401"/>
                <a:gd name="T5" fmla="*/ 356 h 395"/>
                <a:gd name="T6" fmla="*/ 40 w 401"/>
                <a:gd name="T7" fmla="*/ 12 h 395"/>
                <a:gd name="T8" fmla="*/ 13 w 401"/>
                <a:gd name="T9" fmla="*/ 12 h 395"/>
                <a:gd name="T10" fmla="*/ 2 w 401"/>
                <a:gd name="T11" fmla="*/ 40 h 395"/>
                <a:gd name="T12" fmla="*/ 11 w 401"/>
                <a:gd name="T13" fmla="*/ 71 h 395"/>
                <a:gd name="T14" fmla="*/ 318 w 401"/>
                <a:gd name="T15" fmla="*/ 378 h 395"/>
                <a:gd name="T16" fmla="*/ 355 w 401"/>
                <a:gd name="T17" fmla="*/ 393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1" h="395">
                  <a:moveTo>
                    <a:pt x="355" y="393"/>
                  </a:moveTo>
                  <a:cubicBezTo>
                    <a:pt x="365" y="390"/>
                    <a:pt x="374" y="387"/>
                    <a:pt x="383" y="383"/>
                  </a:cubicBezTo>
                  <a:cubicBezTo>
                    <a:pt x="390" y="381"/>
                    <a:pt x="401" y="373"/>
                    <a:pt x="384" y="356"/>
                  </a:cubicBezTo>
                  <a:cubicBezTo>
                    <a:pt x="367" y="339"/>
                    <a:pt x="40" y="12"/>
                    <a:pt x="40" y="12"/>
                  </a:cubicBezTo>
                  <a:cubicBezTo>
                    <a:pt x="31" y="3"/>
                    <a:pt x="17" y="0"/>
                    <a:pt x="13" y="12"/>
                  </a:cubicBezTo>
                  <a:cubicBezTo>
                    <a:pt x="9" y="21"/>
                    <a:pt x="6" y="31"/>
                    <a:pt x="2" y="40"/>
                  </a:cubicBezTo>
                  <a:cubicBezTo>
                    <a:pt x="1" y="46"/>
                    <a:pt x="0" y="59"/>
                    <a:pt x="11" y="71"/>
                  </a:cubicBezTo>
                  <a:cubicBezTo>
                    <a:pt x="20" y="82"/>
                    <a:pt x="248" y="309"/>
                    <a:pt x="318" y="378"/>
                  </a:cubicBezTo>
                  <a:cubicBezTo>
                    <a:pt x="331" y="391"/>
                    <a:pt x="349" y="395"/>
                    <a:pt x="355" y="393"/>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2" name="Freeform 13">
              <a:extLst>
                <a:ext uri="{FF2B5EF4-FFF2-40B4-BE49-F238E27FC236}">
                  <a16:creationId xmlns:a16="http://schemas.microsoft.com/office/drawing/2014/main" id="{E6329E72-7AE5-4B1C-93E0-524F23B90759}"/>
                </a:ext>
              </a:extLst>
            </p:cNvPr>
            <p:cNvSpPr>
              <a:spLocks/>
            </p:cNvSpPr>
            <p:nvPr/>
          </p:nvSpPr>
          <p:spPr bwMode="auto">
            <a:xfrm>
              <a:off x="5110071" y="4475743"/>
              <a:ext cx="109898" cy="109316"/>
            </a:xfrm>
            <a:custGeom>
              <a:avLst/>
              <a:gdLst>
                <a:gd name="T0" fmla="*/ 356 w 356"/>
                <a:gd name="T1" fmla="*/ 318 h 356"/>
                <a:gd name="T2" fmla="*/ 38 w 356"/>
                <a:gd name="T3" fmla="*/ 0 h 356"/>
                <a:gd name="T4" fmla="*/ 0 w 356"/>
                <a:gd name="T5" fmla="*/ 50 h 356"/>
                <a:gd name="T6" fmla="*/ 306 w 356"/>
                <a:gd name="T7" fmla="*/ 356 h 356"/>
                <a:gd name="T8" fmla="*/ 356 w 356"/>
                <a:gd name="T9" fmla="*/ 318 h 356"/>
              </a:gdLst>
              <a:ahLst/>
              <a:cxnLst>
                <a:cxn ang="0">
                  <a:pos x="T0" y="T1"/>
                </a:cxn>
                <a:cxn ang="0">
                  <a:pos x="T2" y="T3"/>
                </a:cxn>
                <a:cxn ang="0">
                  <a:pos x="T4" y="T5"/>
                </a:cxn>
                <a:cxn ang="0">
                  <a:pos x="T6" y="T7"/>
                </a:cxn>
                <a:cxn ang="0">
                  <a:pos x="T8" y="T9"/>
                </a:cxn>
              </a:cxnLst>
              <a:rect l="0" t="0" r="r" b="b"/>
              <a:pathLst>
                <a:path w="356" h="356">
                  <a:moveTo>
                    <a:pt x="356" y="318"/>
                  </a:moveTo>
                  <a:cubicBezTo>
                    <a:pt x="38" y="0"/>
                    <a:pt x="38" y="0"/>
                    <a:pt x="38" y="0"/>
                  </a:cubicBezTo>
                  <a:cubicBezTo>
                    <a:pt x="24" y="16"/>
                    <a:pt x="12" y="33"/>
                    <a:pt x="0" y="50"/>
                  </a:cubicBezTo>
                  <a:cubicBezTo>
                    <a:pt x="306" y="356"/>
                    <a:pt x="306" y="356"/>
                    <a:pt x="306" y="356"/>
                  </a:cubicBezTo>
                  <a:cubicBezTo>
                    <a:pt x="323" y="345"/>
                    <a:pt x="340" y="332"/>
                    <a:pt x="356" y="318"/>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3" name="Freeform 14">
              <a:extLst>
                <a:ext uri="{FF2B5EF4-FFF2-40B4-BE49-F238E27FC236}">
                  <a16:creationId xmlns:a16="http://schemas.microsoft.com/office/drawing/2014/main" id="{7811E988-5186-47E1-9990-26B73C4C5206}"/>
                </a:ext>
              </a:extLst>
            </p:cNvPr>
            <p:cNvSpPr>
              <a:spLocks/>
            </p:cNvSpPr>
            <p:nvPr/>
          </p:nvSpPr>
          <p:spPr bwMode="auto">
            <a:xfrm>
              <a:off x="5072857" y="4554823"/>
              <a:ext cx="68032" cy="68032"/>
            </a:xfrm>
            <a:custGeom>
              <a:avLst/>
              <a:gdLst>
                <a:gd name="T0" fmla="*/ 221 w 221"/>
                <a:gd name="T1" fmla="*/ 201 h 221"/>
                <a:gd name="T2" fmla="*/ 20 w 221"/>
                <a:gd name="T3" fmla="*/ 0 h 221"/>
                <a:gd name="T4" fmla="*/ 0 w 221"/>
                <a:gd name="T5" fmla="*/ 68 h 221"/>
                <a:gd name="T6" fmla="*/ 152 w 221"/>
                <a:gd name="T7" fmla="*/ 221 h 221"/>
                <a:gd name="T8" fmla="*/ 221 w 221"/>
                <a:gd name="T9" fmla="*/ 201 h 221"/>
              </a:gdLst>
              <a:ahLst/>
              <a:cxnLst>
                <a:cxn ang="0">
                  <a:pos x="T0" y="T1"/>
                </a:cxn>
                <a:cxn ang="0">
                  <a:pos x="T2" y="T3"/>
                </a:cxn>
                <a:cxn ang="0">
                  <a:pos x="T4" y="T5"/>
                </a:cxn>
                <a:cxn ang="0">
                  <a:pos x="T6" y="T7"/>
                </a:cxn>
                <a:cxn ang="0">
                  <a:pos x="T8" y="T9"/>
                </a:cxn>
              </a:cxnLst>
              <a:rect l="0" t="0" r="r" b="b"/>
              <a:pathLst>
                <a:path w="221" h="221">
                  <a:moveTo>
                    <a:pt x="221" y="201"/>
                  </a:moveTo>
                  <a:cubicBezTo>
                    <a:pt x="20" y="0"/>
                    <a:pt x="20" y="0"/>
                    <a:pt x="20" y="0"/>
                  </a:cubicBezTo>
                  <a:cubicBezTo>
                    <a:pt x="13" y="22"/>
                    <a:pt x="6" y="45"/>
                    <a:pt x="0" y="68"/>
                  </a:cubicBezTo>
                  <a:cubicBezTo>
                    <a:pt x="152" y="221"/>
                    <a:pt x="152" y="221"/>
                    <a:pt x="152" y="221"/>
                  </a:cubicBezTo>
                  <a:cubicBezTo>
                    <a:pt x="176" y="214"/>
                    <a:pt x="199" y="208"/>
                    <a:pt x="221" y="20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4" name="Freeform 15">
              <a:extLst>
                <a:ext uri="{FF2B5EF4-FFF2-40B4-BE49-F238E27FC236}">
                  <a16:creationId xmlns:a16="http://schemas.microsoft.com/office/drawing/2014/main" id="{772865C1-6637-42BB-8BC2-81A30289BB1F}"/>
                </a:ext>
              </a:extLst>
            </p:cNvPr>
            <p:cNvSpPr>
              <a:spLocks/>
            </p:cNvSpPr>
            <p:nvPr/>
          </p:nvSpPr>
          <p:spPr bwMode="auto">
            <a:xfrm>
              <a:off x="4587910" y="5051399"/>
              <a:ext cx="59891" cy="59892"/>
            </a:xfrm>
            <a:custGeom>
              <a:avLst/>
              <a:gdLst>
                <a:gd name="T0" fmla="*/ 181 w 195"/>
                <a:gd name="T1" fmla="*/ 175 h 195"/>
                <a:gd name="T2" fmla="*/ 189 w 195"/>
                <a:gd name="T3" fmla="*/ 145 h 195"/>
                <a:gd name="T4" fmla="*/ 180 w 195"/>
                <a:gd name="T5" fmla="*/ 113 h 195"/>
                <a:gd name="T6" fmla="*/ 82 w 195"/>
                <a:gd name="T7" fmla="*/ 15 h 195"/>
                <a:gd name="T8" fmla="*/ 50 w 195"/>
                <a:gd name="T9" fmla="*/ 2 h 195"/>
                <a:gd name="T10" fmla="*/ 12 w 195"/>
                <a:gd name="T11" fmla="*/ 12 h 195"/>
                <a:gd name="T12" fmla="*/ 10 w 195"/>
                <a:gd name="T13" fmla="*/ 31 h 195"/>
                <a:gd name="T14" fmla="*/ 159 w 195"/>
                <a:gd name="T15" fmla="*/ 180 h 195"/>
                <a:gd name="T16" fmla="*/ 181 w 195"/>
                <a:gd name="T17" fmla="*/ 175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5" h="195">
                  <a:moveTo>
                    <a:pt x="181" y="175"/>
                  </a:moveTo>
                  <a:cubicBezTo>
                    <a:pt x="184" y="165"/>
                    <a:pt x="187" y="155"/>
                    <a:pt x="189" y="145"/>
                  </a:cubicBezTo>
                  <a:cubicBezTo>
                    <a:pt x="191" y="139"/>
                    <a:pt x="195" y="129"/>
                    <a:pt x="180" y="113"/>
                  </a:cubicBezTo>
                  <a:cubicBezTo>
                    <a:pt x="170" y="102"/>
                    <a:pt x="111" y="44"/>
                    <a:pt x="82" y="15"/>
                  </a:cubicBezTo>
                  <a:cubicBezTo>
                    <a:pt x="70" y="3"/>
                    <a:pt x="61" y="0"/>
                    <a:pt x="50" y="2"/>
                  </a:cubicBezTo>
                  <a:cubicBezTo>
                    <a:pt x="37" y="5"/>
                    <a:pt x="24" y="9"/>
                    <a:pt x="12" y="12"/>
                  </a:cubicBezTo>
                  <a:cubicBezTo>
                    <a:pt x="0" y="16"/>
                    <a:pt x="2" y="23"/>
                    <a:pt x="10" y="31"/>
                  </a:cubicBezTo>
                  <a:cubicBezTo>
                    <a:pt x="48" y="68"/>
                    <a:pt x="148" y="167"/>
                    <a:pt x="159" y="180"/>
                  </a:cubicBezTo>
                  <a:cubicBezTo>
                    <a:pt x="172" y="195"/>
                    <a:pt x="179" y="182"/>
                    <a:pt x="181" y="17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5" name="Freeform 16">
              <a:extLst>
                <a:ext uri="{FF2B5EF4-FFF2-40B4-BE49-F238E27FC236}">
                  <a16:creationId xmlns:a16="http://schemas.microsoft.com/office/drawing/2014/main" id="{EC940241-EE94-4E87-A87B-9510DC89CF85}"/>
                </a:ext>
              </a:extLst>
            </p:cNvPr>
            <p:cNvSpPr>
              <a:spLocks/>
            </p:cNvSpPr>
            <p:nvPr/>
          </p:nvSpPr>
          <p:spPr bwMode="auto">
            <a:xfrm>
              <a:off x="4505923" y="5086868"/>
              <a:ext cx="105828" cy="105828"/>
            </a:xfrm>
            <a:custGeom>
              <a:avLst/>
              <a:gdLst>
                <a:gd name="T0" fmla="*/ 324 w 344"/>
                <a:gd name="T1" fmla="*/ 335 h 344"/>
                <a:gd name="T2" fmla="*/ 339 w 344"/>
                <a:gd name="T3" fmla="*/ 313 h 344"/>
                <a:gd name="T4" fmla="*/ 335 w 344"/>
                <a:gd name="T5" fmla="*/ 282 h 344"/>
                <a:gd name="T6" fmla="*/ 65 w 344"/>
                <a:gd name="T7" fmla="*/ 12 h 344"/>
                <a:gd name="T8" fmla="*/ 36 w 344"/>
                <a:gd name="T9" fmla="*/ 4 h 344"/>
                <a:gd name="T10" fmla="*/ 12 w 344"/>
                <a:gd name="T11" fmla="*/ 21 h 344"/>
                <a:gd name="T12" fmla="*/ 11 w 344"/>
                <a:gd name="T13" fmla="*/ 46 h 344"/>
                <a:gd name="T14" fmla="*/ 300 w 344"/>
                <a:gd name="T15" fmla="*/ 335 h 344"/>
                <a:gd name="T16" fmla="*/ 324 w 344"/>
                <a:gd name="T17" fmla="*/ 335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4" h="344">
                  <a:moveTo>
                    <a:pt x="324" y="335"/>
                  </a:moveTo>
                  <a:cubicBezTo>
                    <a:pt x="329" y="327"/>
                    <a:pt x="334" y="320"/>
                    <a:pt x="339" y="313"/>
                  </a:cubicBezTo>
                  <a:cubicBezTo>
                    <a:pt x="342" y="307"/>
                    <a:pt x="344" y="291"/>
                    <a:pt x="335" y="282"/>
                  </a:cubicBezTo>
                  <a:cubicBezTo>
                    <a:pt x="279" y="226"/>
                    <a:pt x="77" y="23"/>
                    <a:pt x="65" y="12"/>
                  </a:cubicBezTo>
                  <a:cubicBezTo>
                    <a:pt x="52" y="0"/>
                    <a:pt x="40" y="1"/>
                    <a:pt x="36" y="4"/>
                  </a:cubicBezTo>
                  <a:cubicBezTo>
                    <a:pt x="28" y="10"/>
                    <a:pt x="20" y="15"/>
                    <a:pt x="12" y="21"/>
                  </a:cubicBezTo>
                  <a:cubicBezTo>
                    <a:pt x="7" y="25"/>
                    <a:pt x="0" y="34"/>
                    <a:pt x="11" y="46"/>
                  </a:cubicBezTo>
                  <a:cubicBezTo>
                    <a:pt x="21" y="57"/>
                    <a:pt x="242" y="277"/>
                    <a:pt x="300" y="335"/>
                  </a:cubicBezTo>
                  <a:cubicBezTo>
                    <a:pt x="309" y="344"/>
                    <a:pt x="321" y="339"/>
                    <a:pt x="324" y="33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6" name="Freeform 17">
              <a:extLst>
                <a:ext uri="{FF2B5EF4-FFF2-40B4-BE49-F238E27FC236}">
                  <a16:creationId xmlns:a16="http://schemas.microsoft.com/office/drawing/2014/main" id="{9D7AFDF4-C9CE-486F-9F4C-D466C30B06F3}"/>
                </a:ext>
              </a:extLst>
            </p:cNvPr>
            <p:cNvSpPr>
              <a:spLocks/>
            </p:cNvSpPr>
            <p:nvPr/>
          </p:nvSpPr>
          <p:spPr bwMode="auto">
            <a:xfrm>
              <a:off x="5063553" y="4572849"/>
              <a:ext cx="201770" cy="97687"/>
            </a:xfrm>
            <a:custGeom>
              <a:avLst/>
              <a:gdLst>
                <a:gd name="T0" fmla="*/ 644 w 655"/>
                <a:gd name="T1" fmla="*/ 12 h 317"/>
                <a:gd name="T2" fmla="*/ 602 w 655"/>
                <a:gd name="T3" fmla="*/ 12 h 317"/>
                <a:gd name="T4" fmla="*/ 34 w 655"/>
                <a:gd name="T5" fmla="*/ 253 h 317"/>
                <a:gd name="T6" fmla="*/ 4 w 655"/>
                <a:gd name="T7" fmla="*/ 276 h 317"/>
                <a:gd name="T8" fmla="*/ 2 w 655"/>
                <a:gd name="T9" fmla="*/ 293 h 317"/>
                <a:gd name="T10" fmla="*/ 27 w 655"/>
                <a:gd name="T11" fmla="*/ 314 h 317"/>
                <a:gd name="T12" fmla="*/ 644 w 655"/>
                <a:gd name="T13" fmla="*/ 54 h 317"/>
                <a:gd name="T14" fmla="*/ 644 w 655"/>
                <a:gd name="T15" fmla="*/ 12 h 3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5" h="317">
                  <a:moveTo>
                    <a:pt x="644" y="12"/>
                  </a:moveTo>
                  <a:cubicBezTo>
                    <a:pt x="632" y="0"/>
                    <a:pt x="613" y="0"/>
                    <a:pt x="602" y="12"/>
                  </a:cubicBezTo>
                  <a:cubicBezTo>
                    <a:pt x="454" y="160"/>
                    <a:pt x="258" y="220"/>
                    <a:pt x="34" y="253"/>
                  </a:cubicBezTo>
                  <a:cubicBezTo>
                    <a:pt x="11" y="256"/>
                    <a:pt x="6" y="260"/>
                    <a:pt x="4" y="276"/>
                  </a:cubicBezTo>
                  <a:cubicBezTo>
                    <a:pt x="4" y="282"/>
                    <a:pt x="3" y="288"/>
                    <a:pt x="2" y="293"/>
                  </a:cubicBezTo>
                  <a:cubicBezTo>
                    <a:pt x="0" y="310"/>
                    <a:pt x="8" y="317"/>
                    <a:pt x="27" y="314"/>
                  </a:cubicBezTo>
                  <a:cubicBezTo>
                    <a:pt x="252" y="283"/>
                    <a:pt x="471" y="225"/>
                    <a:pt x="644" y="54"/>
                  </a:cubicBezTo>
                  <a:cubicBezTo>
                    <a:pt x="655" y="42"/>
                    <a:pt x="655" y="23"/>
                    <a:pt x="644" y="12"/>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grpSp>
      <p:sp>
        <p:nvSpPr>
          <p:cNvPr id="18" name="Inhaltsplatzhalter 4">
            <a:extLst>
              <a:ext uri="{FF2B5EF4-FFF2-40B4-BE49-F238E27FC236}">
                <a16:creationId xmlns:a16="http://schemas.microsoft.com/office/drawing/2014/main" id="{55C821C3-0778-40BE-B56D-E1EA510BFBDB}"/>
              </a:ext>
            </a:extLst>
          </p:cNvPr>
          <p:cNvSpPr txBox="1"/>
          <p:nvPr/>
        </p:nvSpPr>
        <p:spPr>
          <a:xfrm>
            <a:off x="563231" y="1998708"/>
            <a:ext cx="2874183" cy="369332"/>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00000"/>
              </a:lnSpc>
              <a:spcAft>
                <a:spcPts val="0"/>
              </a:spcAft>
              <a:buNone/>
            </a:pPr>
            <a:r>
              <a:rPr lang="zh-CN" altLang="en-US" sz="2400" b="1" dirty="0">
                <a:solidFill>
                  <a:schemeClr val="accent1"/>
                </a:solidFill>
                <a:latin typeface="+mj-lt"/>
              </a:rPr>
              <a:t>小标题</a:t>
            </a:r>
            <a:endParaRPr lang="en-US" altLang="zh-CN" sz="2400" b="1" dirty="0">
              <a:solidFill>
                <a:schemeClr val="accent1"/>
              </a:solidFill>
              <a:latin typeface="+mj-lt"/>
            </a:endParaRPr>
          </a:p>
        </p:txBody>
      </p:sp>
      <p:sp>
        <p:nvSpPr>
          <p:cNvPr id="105" name="Inhaltsplatzhalter 4">
            <a:extLst>
              <a:ext uri="{FF2B5EF4-FFF2-40B4-BE49-F238E27FC236}">
                <a16:creationId xmlns:a16="http://schemas.microsoft.com/office/drawing/2014/main" id="{2F2D78AC-3E2C-45D1-B8ED-648665FDEF5F}"/>
              </a:ext>
            </a:extLst>
          </p:cNvPr>
          <p:cNvSpPr txBox="1"/>
          <p:nvPr/>
        </p:nvSpPr>
        <p:spPr>
          <a:xfrm>
            <a:off x="558666" y="2459302"/>
            <a:ext cx="2874183" cy="49475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a:t>
            </a:r>
            <a:endParaRPr lang="en-US" sz="1300" dirty="0">
              <a:solidFill>
                <a:schemeClr val="bg1">
                  <a:lumMod val="65000"/>
                </a:schemeClr>
              </a:solidFill>
              <a:latin typeface="+mn-lt"/>
            </a:endParaRPr>
          </a:p>
        </p:txBody>
      </p:sp>
      <p:sp>
        <p:nvSpPr>
          <p:cNvPr id="21" name="Inhaltsplatzhalter 4">
            <a:extLst>
              <a:ext uri="{FF2B5EF4-FFF2-40B4-BE49-F238E27FC236}">
                <a16:creationId xmlns:a16="http://schemas.microsoft.com/office/drawing/2014/main" id="{05758053-0044-4595-9B6F-9FAC049A15E8}"/>
              </a:ext>
            </a:extLst>
          </p:cNvPr>
          <p:cNvSpPr txBox="1"/>
          <p:nvPr/>
        </p:nvSpPr>
        <p:spPr>
          <a:xfrm>
            <a:off x="1112923" y="4643031"/>
            <a:ext cx="2874183" cy="369332"/>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00000"/>
              </a:lnSpc>
              <a:spcAft>
                <a:spcPts val="0"/>
              </a:spcAft>
              <a:buNone/>
            </a:pPr>
            <a:r>
              <a:rPr lang="zh-CN" altLang="en-US" sz="2400" b="1" dirty="0">
                <a:solidFill>
                  <a:schemeClr val="accent4"/>
                </a:solidFill>
                <a:latin typeface="+mj-lt"/>
              </a:rPr>
              <a:t>小标题</a:t>
            </a:r>
            <a:endParaRPr lang="en-US" altLang="zh-CN" sz="2400" b="1" dirty="0">
              <a:solidFill>
                <a:schemeClr val="accent4"/>
              </a:solidFill>
              <a:latin typeface="+mj-lt"/>
            </a:endParaRPr>
          </a:p>
        </p:txBody>
      </p:sp>
      <p:sp>
        <p:nvSpPr>
          <p:cNvPr id="106" name="Inhaltsplatzhalter 4">
            <a:extLst>
              <a:ext uri="{FF2B5EF4-FFF2-40B4-BE49-F238E27FC236}">
                <a16:creationId xmlns:a16="http://schemas.microsoft.com/office/drawing/2014/main" id="{BF0C7871-01E5-40E7-8BF3-128FAA7B3E3F}"/>
              </a:ext>
            </a:extLst>
          </p:cNvPr>
          <p:cNvSpPr txBox="1"/>
          <p:nvPr/>
        </p:nvSpPr>
        <p:spPr>
          <a:xfrm>
            <a:off x="1112922" y="5091982"/>
            <a:ext cx="2874183" cy="49475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a:t>
            </a:r>
            <a:endParaRPr lang="en-US" sz="1300" dirty="0">
              <a:solidFill>
                <a:schemeClr val="bg1">
                  <a:lumMod val="65000"/>
                </a:schemeClr>
              </a:solidFill>
              <a:latin typeface="+mn-ea"/>
            </a:endParaRPr>
          </a:p>
        </p:txBody>
      </p:sp>
      <p:sp>
        <p:nvSpPr>
          <p:cNvPr id="20" name="Inhaltsplatzhalter 4">
            <a:extLst>
              <a:ext uri="{FF2B5EF4-FFF2-40B4-BE49-F238E27FC236}">
                <a16:creationId xmlns:a16="http://schemas.microsoft.com/office/drawing/2014/main" id="{FB60FD41-5A1D-47F9-9A68-7E7783A35EBB}"/>
              </a:ext>
            </a:extLst>
          </p:cNvPr>
          <p:cNvSpPr txBox="1"/>
          <p:nvPr/>
        </p:nvSpPr>
        <p:spPr>
          <a:xfrm>
            <a:off x="8772495" y="3483672"/>
            <a:ext cx="2856274" cy="369332"/>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0"/>
              </a:spcAft>
              <a:buNone/>
            </a:pPr>
            <a:r>
              <a:rPr lang="zh-CN" altLang="en-US" sz="2400" b="1" dirty="0">
                <a:solidFill>
                  <a:schemeClr val="accent3"/>
                </a:solidFill>
                <a:latin typeface="+mj-lt"/>
              </a:rPr>
              <a:t>小标题</a:t>
            </a:r>
            <a:endParaRPr lang="en-US" altLang="zh-CN" sz="2400" b="1" dirty="0">
              <a:solidFill>
                <a:schemeClr val="accent3"/>
              </a:solidFill>
              <a:latin typeface="+mj-lt"/>
            </a:endParaRPr>
          </a:p>
        </p:txBody>
      </p:sp>
      <p:sp>
        <p:nvSpPr>
          <p:cNvPr id="107" name="Inhaltsplatzhalter 4">
            <a:extLst>
              <a:ext uri="{FF2B5EF4-FFF2-40B4-BE49-F238E27FC236}">
                <a16:creationId xmlns:a16="http://schemas.microsoft.com/office/drawing/2014/main" id="{92679B30-4439-4A08-8ACB-B8DFDE35A4C9}"/>
              </a:ext>
            </a:extLst>
          </p:cNvPr>
          <p:cNvSpPr txBox="1"/>
          <p:nvPr/>
        </p:nvSpPr>
        <p:spPr>
          <a:xfrm>
            <a:off x="8772495" y="3951852"/>
            <a:ext cx="2856274" cy="49475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a:t>
            </a:r>
            <a:endParaRPr lang="en-US" sz="1300" dirty="0">
              <a:solidFill>
                <a:schemeClr val="tx1">
                  <a:lumMod val="75000"/>
                  <a:lumOff val="25000"/>
                </a:schemeClr>
              </a:solidFill>
              <a:latin typeface="+mn-lt"/>
            </a:endParaRPr>
          </a:p>
        </p:txBody>
      </p:sp>
      <p:sp>
        <p:nvSpPr>
          <p:cNvPr id="19" name="Inhaltsplatzhalter 4">
            <a:extLst>
              <a:ext uri="{FF2B5EF4-FFF2-40B4-BE49-F238E27FC236}">
                <a16:creationId xmlns:a16="http://schemas.microsoft.com/office/drawing/2014/main" id="{18578F8C-5D7F-4F11-A9F0-3790A74CD882}"/>
              </a:ext>
            </a:extLst>
          </p:cNvPr>
          <p:cNvSpPr txBox="1"/>
          <p:nvPr/>
        </p:nvSpPr>
        <p:spPr>
          <a:xfrm>
            <a:off x="7534516" y="1467242"/>
            <a:ext cx="2856273" cy="369332"/>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0"/>
              </a:spcAft>
              <a:buNone/>
            </a:pPr>
            <a:r>
              <a:rPr lang="zh-CN" altLang="en-US" sz="2400" b="1" dirty="0">
                <a:solidFill>
                  <a:schemeClr val="accent2"/>
                </a:solidFill>
                <a:latin typeface="+mj-lt"/>
              </a:rPr>
              <a:t>小标题</a:t>
            </a:r>
            <a:endParaRPr lang="en-US" altLang="zh-CN" sz="2400" b="1" dirty="0">
              <a:solidFill>
                <a:schemeClr val="accent2"/>
              </a:solidFill>
              <a:latin typeface="+mj-lt"/>
            </a:endParaRPr>
          </a:p>
        </p:txBody>
      </p:sp>
      <p:sp>
        <p:nvSpPr>
          <p:cNvPr id="108" name="Inhaltsplatzhalter 4">
            <a:extLst>
              <a:ext uri="{FF2B5EF4-FFF2-40B4-BE49-F238E27FC236}">
                <a16:creationId xmlns:a16="http://schemas.microsoft.com/office/drawing/2014/main" id="{9366E807-B5B7-4652-876D-C0316CD3CAAD}"/>
              </a:ext>
            </a:extLst>
          </p:cNvPr>
          <p:cNvSpPr txBox="1"/>
          <p:nvPr/>
        </p:nvSpPr>
        <p:spPr>
          <a:xfrm>
            <a:off x="7534516" y="1924753"/>
            <a:ext cx="2856273" cy="49475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a:t>
            </a:r>
            <a:endParaRPr lang="en-US" sz="1300" dirty="0">
              <a:solidFill>
                <a:schemeClr val="tx1">
                  <a:lumMod val="75000"/>
                  <a:lumOff val="25000"/>
                </a:schemeClr>
              </a:solidFill>
              <a:latin typeface="+mn-lt"/>
            </a:endParaRPr>
          </a:p>
        </p:txBody>
      </p:sp>
      <p:sp>
        <p:nvSpPr>
          <p:cNvPr id="110" name="矩形 109">
            <a:extLst>
              <a:ext uri="{FF2B5EF4-FFF2-40B4-BE49-F238E27FC236}">
                <a16:creationId xmlns:a16="http://schemas.microsoft.com/office/drawing/2014/main" id="{634F8FF1-EC37-4419-8CD6-BA7B1359633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09" name="组合 108">
            <a:extLst>
              <a:ext uri="{FF2B5EF4-FFF2-40B4-BE49-F238E27FC236}">
                <a16:creationId xmlns:a16="http://schemas.microsoft.com/office/drawing/2014/main" id="{68D675EA-6860-477B-9FDE-C0F592A4C839}"/>
              </a:ext>
            </a:extLst>
          </p:cNvPr>
          <p:cNvGrpSpPr/>
          <p:nvPr/>
        </p:nvGrpSpPr>
        <p:grpSpPr>
          <a:xfrm>
            <a:off x="-491832" y="1587"/>
            <a:ext cx="273269" cy="2129816"/>
            <a:chOff x="11681691" y="1513398"/>
            <a:chExt cx="273269" cy="2129816"/>
          </a:xfrm>
        </p:grpSpPr>
        <p:sp>
          <p:nvSpPr>
            <p:cNvPr id="111" name="矩形 110">
              <a:extLst>
                <a:ext uri="{FF2B5EF4-FFF2-40B4-BE49-F238E27FC236}">
                  <a16:creationId xmlns:a16="http://schemas.microsoft.com/office/drawing/2014/main" id="{8984AF7C-B7C0-4A78-9646-61C1D13A4B17}"/>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矩形 111">
              <a:extLst>
                <a:ext uri="{FF2B5EF4-FFF2-40B4-BE49-F238E27FC236}">
                  <a16:creationId xmlns:a16="http://schemas.microsoft.com/office/drawing/2014/main" id="{EDD29258-2D65-4134-9B1E-F9C98068D3D1}"/>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矩形 112">
              <a:extLst>
                <a:ext uri="{FF2B5EF4-FFF2-40B4-BE49-F238E27FC236}">
                  <a16:creationId xmlns:a16="http://schemas.microsoft.com/office/drawing/2014/main" id="{8903DDC0-0E29-4A02-9D97-B393AE972E9F}"/>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4" name="矩形 113">
              <a:extLst>
                <a:ext uri="{FF2B5EF4-FFF2-40B4-BE49-F238E27FC236}">
                  <a16:creationId xmlns:a16="http://schemas.microsoft.com/office/drawing/2014/main" id="{DA54A520-A207-4FD7-B4BE-649B29273A08}"/>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a:extLst>
                <a:ext uri="{FF2B5EF4-FFF2-40B4-BE49-F238E27FC236}">
                  <a16:creationId xmlns:a16="http://schemas.microsoft.com/office/drawing/2014/main" id="{796C3A0F-7939-4DBA-85D6-E12E20559B4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a:extLst>
                <a:ext uri="{FF2B5EF4-FFF2-40B4-BE49-F238E27FC236}">
                  <a16:creationId xmlns:a16="http://schemas.microsoft.com/office/drawing/2014/main" id="{C4710043-D42E-40EA-9F84-70FB0BAC814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a:extLst>
                <a:ext uri="{FF2B5EF4-FFF2-40B4-BE49-F238E27FC236}">
                  <a16:creationId xmlns:a16="http://schemas.microsoft.com/office/drawing/2014/main" id="{402ECFF0-5DB9-4134-A541-EBE83C4BE8F8}"/>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7503759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a:extLst>
              <a:ext uri="{FF2B5EF4-FFF2-40B4-BE49-F238E27FC236}">
                <a16:creationId xmlns:a16="http://schemas.microsoft.com/office/drawing/2014/main" id="{C673E3EF-89D9-4C11-91FA-D4CF35D7790C}"/>
              </a:ext>
            </a:extLst>
          </p:cNvPr>
          <p:cNvGrpSpPr/>
          <p:nvPr/>
        </p:nvGrpSpPr>
        <p:grpSpPr>
          <a:xfrm>
            <a:off x="781270" y="1355898"/>
            <a:ext cx="4981462" cy="1356922"/>
            <a:chOff x="508001" y="1566909"/>
            <a:chExt cx="4981462" cy="989041"/>
          </a:xfrm>
          <a:effectLst>
            <a:outerShdw blurRad="50800" dist="38100" dir="2700000" algn="tl" rotWithShape="0">
              <a:prstClr val="black">
                <a:alpha val="40000"/>
              </a:prstClr>
            </a:outerShdw>
          </a:effectLst>
        </p:grpSpPr>
        <p:sp>
          <p:nvSpPr>
            <p:cNvPr id="57" name="Freeform 5">
              <a:extLst>
                <a:ext uri="{FF2B5EF4-FFF2-40B4-BE49-F238E27FC236}">
                  <a16:creationId xmlns:a16="http://schemas.microsoft.com/office/drawing/2014/main" id="{91EBD26F-A4DE-4641-A6E2-FF8C554E5A45}"/>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58" name="Freeform 8">
              <a:extLst>
                <a:ext uri="{FF2B5EF4-FFF2-40B4-BE49-F238E27FC236}">
                  <a16:creationId xmlns:a16="http://schemas.microsoft.com/office/drawing/2014/main" id="{77916D63-C545-433C-B4FD-5F71CEDA53F7}"/>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1"/>
            </a:solidFill>
            <a:ln>
              <a:noFill/>
            </a:ln>
          </p:spPr>
          <p:txBody>
            <a:bodyPr vert="horz" wrap="square" lIns="91440" tIns="45720" rIns="91440" bIns="45720" numCol="1" anchor="t" anchorCtr="0" compatLnSpc="1"/>
            <a:lstStyle/>
            <a:p>
              <a:endParaRPr lang="en-US"/>
            </a:p>
          </p:txBody>
        </p:sp>
      </p:grpSp>
      <p:grpSp>
        <p:nvGrpSpPr>
          <p:cNvPr id="11" name="Group 20">
            <a:extLst>
              <a:ext uri="{FF2B5EF4-FFF2-40B4-BE49-F238E27FC236}">
                <a16:creationId xmlns:a16="http://schemas.microsoft.com/office/drawing/2014/main" id="{36B5DF36-5640-4547-874A-C68D24755498}"/>
              </a:ext>
            </a:extLst>
          </p:cNvPr>
          <p:cNvGrpSpPr/>
          <p:nvPr/>
        </p:nvGrpSpPr>
        <p:grpSpPr>
          <a:xfrm>
            <a:off x="875610" y="1284281"/>
            <a:ext cx="894759" cy="905639"/>
            <a:chOff x="707441" y="1800088"/>
            <a:chExt cx="894759" cy="905639"/>
          </a:xfrm>
        </p:grpSpPr>
        <p:sp>
          <p:nvSpPr>
            <p:cNvPr id="49" name="Freeform 6">
              <a:extLst>
                <a:ext uri="{FF2B5EF4-FFF2-40B4-BE49-F238E27FC236}">
                  <a16:creationId xmlns:a16="http://schemas.microsoft.com/office/drawing/2014/main" id="{C2FDB0EB-C019-4C46-B9BF-C005B71F454F}"/>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1"/>
            </a:solidFill>
            <a:ln>
              <a:noFill/>
            </a:ln>
          </p:spPr>
          <p:txBody>
            <a:bodyPr vert="horz" wrap="square" lIns="91440" tIns="45720" rIns="91440" bIns="45720" numCol="1" anchor="ctr" anchorCtr="0" compatLnSpc="1"/>
            <a:lstStyle/>
            <a:p>
              <a:pPr algn="ctr"/>
              <a:r>
                <a:rPr lang="en-US" sz="2400" b="1" dirty="0">
                  <a:solidFill>
                    <a:schemeClr val="bg1"/>
                  </a:solidFill>
                </a:rPr>
                <a:t>01</a:t>
              </a:r>
            </a:p>
          </p:txBody>
        </p:sp>
        <p:sp>
          <p:nvSpPr>
            <p:cNvPr id="50" name="Freeform 7">
              <a:extLst>
                <a:ext uri="{FF2B5EF4-FFF2-40B4-BE49-F238E27FC236}">
                  <a16:creationId xmlns:a16="http://schemas.microsoft.com/office/drawing/2014/main" id="{72261E73-2504-40EA-8003-6525A02A7B0F}"/>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42" name="Inhaltsplatzhalter 4">
            <a:extLst>
              <a:ext uri="{FF2B5EF4-FFF2-40B4-BE49-F238E27FC236}">
                <a16:creationId xmlns:a16="http://schemas.microsoft.com/office/drawing/2014/main" id="{BE26FD4A-693D-4068-A242-BDBC821A03A9}"/>
              </a:ext>
            </a:extLst>
          </p:cNvPr>
          <p:cNvSpPr txBox="1"/>
          <p:nvPr/>
        </p:nvSpPr>
        <p:spPr>
          <a:xfrm>
            <a:off x="1935419" y="1818593"/>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59" name="Inhaltsplatzhalter 4">
            <a:extLst>
              <a:ext uri="{FF2B5EF4-FFF2-40B4-BE49-F238E27FC236}">
                <a16:creationId xmlns:a16="http://schemas.microsoft.com/office/drawing/2014/main" id="{7D4A8579-0D15-4DD6-9040-3BA482C43806}"/>
              </a:ext>
            </a:extLst>
          </p:cNvPr>
          <p:cNvSpPr txBox="1"/>
          <p:nvPr/>
        </p:nvSpPr>
        <p:spPr>
          <a:xfrm>
            <a:off x="1935419" y="1490690"/>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1"/>
                </a:solidFill>
                <a:latin typeface="+mj-lt"/>
              </a:rPr>
              <a:t>小标题</a:t>
            </a:r>
            <a:r>
              <a:rPr lang="en-US" sz="1100" dirty="0">
                <a:solidFill>
                  <a:schemeClr val="bg1">
                    <a:lumMod val="50000"/>
                  </a:schemeClr>
                </a:solidFill>
                <a:latin typeface="+mn-lt"/>
              </a:rPr>
              <a:t>. </a:t>
            </a:r>
          </a:p>
        </p:txBody>
      </p:sp>
      <p:grpSp>
        <p:nvGrpSpPr>
          <p:cNvPr id="115" name="组合 114">
            <a:extLst>
              <a:ext uri="{FF2B5EF4-FFF2-40B4-BE49-F238E27FC236}">
                <a16:creationId xmlns:a16="http://schemas.microsoft.com/office/drawing/2014/main" id="{ECAAE106-13D5-4E09-B627-34E4099FC000}"/>
              </a:ext>
            </a:extLst>
          </p:cNvPr>
          <p:cNvGrpSpPr/>
          <p:nvPr/>
        </p:nvGrpSpPr>
        <p:grpSpPr>
          <a:xfrm>
            <a:off x="781270" y="3068767"/>
            <a:ext cx="4981462" cy="1356922"/>
            <a:chOff x="508001" y="1566909"/>
            <a:chExt cx="4981462" cy="989041"/>
          </a:xfrm>
          <a:effectLst>
            <a:outerShdw blurRad="50800" dist="38100" dir="2700000" algn="tl" rotWithShape="0">
              <a:prstClr val="black">
                <a:alpha val="40000"/>
              </a:prstClr>
            </a:outerShdw>
          </a:effectLst>
        </p:grpSpPr>
        <p:sp>
          <p:nvSpPr>
            <p:cNvPr id="121" name="Freeform 5">
              <a:extLst>
                <a:ext uri="{FF2B5EF4-FFF2-40B4-BE49-F238E27FC236}">
                  <a16:creationId xmlns:a16="http://schemas.microsoft.com/office/drawing/2014/main" id="{8A44D588-22E8-445D-84DF-525CF4F5070A}"/>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122" name="Freeform 8">
              <a:extLst>
                <a:ext uri="{FF2B5EF4-FFF2-40B4-BE49-F238E27FC236}">
                  <a16:creationId xmlns:a16="http://schemas.microsoft.com/office/drawing/2014/main" id="{CE0C3E04-AF56-49E6-93F4-BEF8EF0B07EB}"/>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2"/>
            </a:solidFill>
            <a:ln>
              <a:noFill/>
            </a:ln>
          </p:spPr>
          <p:txBody>
            <a:bodyPr vert="horz" wrap="square" lIns="91440" tIns="45720" rIns="91440" bIns="45720" numCol="1" anchor="t" anchorCtr="0" compatLnSpc="1"/>
            <a:lstStyle/>
            <a:p>
              <a:endParaRPr lang="en-US"/>
            </a:p>
          </p:txBody>
        </p:sp>
      </p:grpSp>
      <p:grpSp>
        <p:nvGrpSpPr>
          <p:cNvPr id="116" name="Group 20">
            <a:extLst>
              <a:ext uri="{FF2B5EF4-FFF2-40B4-BE49-F238E27FC236}">
                <a16:creationId xmlns:a16="http://schemas.microsoft.com/office/drawing/2014/main" id="{30E40299-CF35-4E50-AD84-207895DC6BB4}"/>
              </a:ext>
            </a:extLst>
          </p:cNvPr>
          <p:cNvGrpSpPr/>
          <p:nvPr/>
        </p:nvGrpSpPr>
        <p:grpSpPr>
          <a:xfrm>
            <a:off x="875610" y="2997150"/>
            <a:ext cx="894759" cy="905639"/>
            <a:chOff x="707441" y="1800088"/>
            <a:chExt cx="894759" cy="905639"/>
          </a:xfrm>
        </p:grpSpPr>
        <p:sp>
          <p:nvSpPr>
            <p:cNvPr id="119" name="Freeform 6">
              <a:extLst>
                <a:ext uri="{FF2B5EF4-FFF2-40B4-BE49-F238E27FC236}">
                  <a16:creationId xmlns:a16="http://schemas.microsoft.com/office/drawing/2014/main" id="{56C78209-5190-4B61-86F0-07E11994CEDB}"/>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2"/>
            </a:solidFill>
            <a:ln>
              <a:noFill/>
            </a:ln>
          </p:spPr>
          <p:txBody>
            <a:bodyPr vert="horz" wrap="square" lIns="91440" tIns="45720" rIns="91440" bIns="45720" numCol="1" anchor="ctr" anchorCtr="0" compatLnSpc="1"/>
            <a:lstStyle/>
            <a:p>
              <a:pPr algn="ctr"/>
              <a:r>
                <a:rPr lang="en-US" sz="2400" b="1" dirty="0">
                  <a:solidFill>
                    <a:schemeClr val="bg1"/>
                  </a:solidFill>
                </a:rPr>
                <a:t>02</a:t>
              </a:r>
            </a:p>
          </p:txBody>
        </p:sp>
        <p:sp>
          <p:nvSpPr>
            <p:cNvPr id="120" name="Freeform 7">
              <a:extLst>
                <a:ext uri="{FF2B5EF4-FFF2-40B4-BE49-F238E27FC236}">
                  <a16:creationId xmlns:a16="http://schemas.microsoft.com/office/drawing/2014/main" id="{F3F0C8B6-3DD5-4166-B7B8-9F61414818DF}"/>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17" name="Inhaltsplatzhalter 4">
            <a:extLst>
              <a:ext uri="{FF2B5EF4-FFF2-40B4-BE49-F238E27FC236}">
                <a16:creationId xmlns:a16="http://schemas.microsoft.com/office/drawing/2014/main" id="{9F50771E-D931-4048-8C51-3F80FEC69936}"/>
              </a:ext>
            </a:extLst>
          </p:cNvPr>
          <p:cNvSpPr txBox="1"/>
          <p:nvPr/>
        </p:nvSpPr>
        <p:spPr>
          <a:xfrm>
            <a:off x="1935419" y="3531463"/>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118" name="Inhaltsplatzhalter 4">
            <a:extLst>
              <a:ext uri="{FF2B5EF4-FFF2-40B4-BE49-F238E27FC236}">
                <a16:creationId xmlns:a16="http://schemas.microsoft.com/office/drawing/2014/main" id="{63472935-7802-46D5-AF86-0AA12E8A835C}"/>
              </a:ext>
            </a:extLst>
          </p:cNvPr>
          <p:cNvSpPr txBox="1"/>
          <p:nvPr/>
        </p:nvSpPr>
        <p:spPr>
          <a:xfrm>
            <a:off x="1935419" y="3203559"/>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2"/>
                </a:solidFill>
                <a:latin typeface="+mj-lt"/>
              </a:rPr>
              <a:t>小标题</a:t>
            </a:r>
            <a:r>
              <a:rPr lang="en-US" sz="1100" dirty="0">
                <a:solidFill>
                  <a:schemeClr val="accent2"/>
                </a:solidFill>
                <a:latin typeface="+mn-lt"/>
              </a:rPr>
              <a:t>. </a:t>
            </a:r>
          </a:p>
        </p:txBody>
      </p:sp>
      <p:grpSp>
        <p:nvGrpSpPr>
          <p:cNvPr id="124" name="组合 123">
            <a:extLst>
              <a:ext uri="{FF2B5EF4-FFF2-40B4-BE49-F238E27FC236}">
                <a16:creationId xmlns:a16="http://schemas.microsoft.com/office/drawing/2014/main" id="{B6389730-74DE-4DF6-A822-17CB9123270A}"/>
              </a:ext>
            </a:extLst>
          </p:cNvPr>
          <p:cNvGrpSpPr/>
          <p:nvPr/>
        </p:nvGrpSpPr>
        <p:grpSpPr>
          <a:xfrm>
            <a:off x="781270" y="4859449"/>
            <a:ext cx="4981462" cy="1356922"/>
            <a:chOff x="508001" y="1566909"/>
            <a:chExt cx="4981462" cy="989041"/>
          </a:xfrm>
          <a:effectLst>
            <a:outerShdw blurRad="50800" dist="38100" dir="2700000" algn="tl" rotWithShape="0">
              <a:prstClr val="black">
                <a:alpha val="40000"/>
              </a:prstClr>
            </a:outerShdw>
          </a:effectLst>
        </p:grpSpPr>
        <p:sp>
          <p:nvSpPr>
            <p:cNvPr id="130" name="Freeform 5">
              <a:extLst>
                <a:ext uri="{FF2B5EF4-FFF2-40B4-BE49-F238E27FC236}">
                  <a16:creationId xmlns:a16="http://schemas.microsoft.com/office/drawing/2014/main" id="{BD648DD7-E7F3-47BB-BA4B-FF59BA07B184}"/>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131" name="Freeform 8">
              <a:extLst>
                <a:ext uri="{FF2B5EF4-FFF2-40B4-BE49-F238E27FC236}">
                  <a16:creationId xmlns:a16="http://schemas.microsoft.com/office/drawing/2014/main" id="{9B9AC71C-004A-4843-886A-8D7B2ABD88F0}"/>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3"/>
            </a:solidFill>
            <a:ln>
              <a:noFill/>
            </a:ln>
          </p:spPr>
          <p:txBody>
            <a:bodyPr vert="horz" wrap="square" lIns="91440" tIns="45720" rIns="91440" bIns="45720" numCol="1" anchor="t" anchorCtr="0" compatLnSpc="1"/>
            <a:lstStyle/>
            <a:p>
              <a:endParaRPr lang="en-US"/>
            </a:p>
          </p:txBody>
        </p:sp>
      </p:grpSp>
      <p:grpSp>
        <p:nvGrpSpPr>
          <p:cNvPr id="125" name="Group 20">
            <a:extLst>
              <a:ext uri="{FF2B5EF4-FFF2-40B4-BE49-F238E27FC236}">
                <a16:creationId xmlns:a16="http://schemas.microsoft.com/office/drawing/2014/main" id="{023A860A-4101-489B-B3F7-FFD66A61E143}"/>
              </a:ext>
            </a:extLst>
          </p:cNvPr>
          <p:cNvGrpSpPr/>
          <p:nvPr/>
        </p:nvGrpSpPr>
        <p:grpSpPr>
          <a:xfrm>
            <a:off x="875610" y="4787832"/>
            <a:ext cx="894759" cy="905639"/>
            <a:chOff x="707441" y="1800088"/>
            <a:chExt cx="894759" cy="905639"/>
          </a:xfrm>
        </p:grpSpPr>
        <p:sp>
          <p:nvSpPr>
            <p:cNvPr id="128" name="Freeform 6">
              <a:extLst>
                <a:ext uri="{FF2B5EF4-FFF2-40B4-BE49-F238E27FC236}">
                  <a16:creationId xmlns:a16="http://schemas.microsoft.com/office/drawing/2014/main" id="{72711DE7-7B41-43BF-8D96-6E80E03C11FD}"/>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3"/>
            </a:solidFill>
            <a:ln>
              <a:noFill/>
            </a:ln>
          </p:spPr>
          <p:txBody>
            <a:bodyPr vert="horz" wrap="square" lIns="91440" tIns="45720" rIns="91440" bIns="45720" numCol="1" anchor="ctr" anchorCtr="0" compatLnSpc="1"/>
            <a:lstStyle/>
            <a:p>
              <a:pPr algn="ctr"/>
              <a:r>
                <a:rPr lang="en-US" sz="2400" b="1" dirty="0">
                  <a:solidFill>
                    <a:schemeClr val="bg1"/>
                  </a:solidFill>
                </a:rPr>
                <a:t>03</a:t>
              </a:r>
            </a:p>
          </p:txBody>
        </p:sp>
        <p:sp>
          <p:nvSpPr>
            <p:cNvPr id="129" name="Freeform 7">
              <a:extLst>
                <a:ext uri="{FF2B5EF4-FFF2-40B4-BE49-F238E27FC236}">
                  <a16:creationId xmlns:a16="http://schemas.microsoft.com/office/drawing/2014/main" id="{0D608746-2001-4203-9A58-C85781F1C4BB}"/>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26" name="Inhaltsplatzhalter 4">
            <a:extLst>
              <a:ext uri="{FF2B5EF4-FFF2-40B4-BE49-F238E27FC236}">
                <a16:creationId xmlns:a16="http://schemas.microsoft.com/office/drawing/2014/main" id="{B34D4154-CCC8-4DA4-A71A-BDDA6AD1A906}"/>
              </a:ext>
            </a:extLst>
          </p:cNvPr>
          <p:cNvSpPr txBox="1"/>
          <p:nvPr/>
        </p:nvSpPr>
        <p:spPr>
          <a:xfrm>
            <a:off x="1935419" y="5322145"/>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127" name="Inhaltsplatzhalter 4">
            <a:extLst>
              <a:ext uri="{FF2B5EF4-FFF2-40B4-BE49-F238E27FC236}">
                <a16:creationId xmlns:a16="http://schemas.microsoft.com/office/drawing/2014/main" id="{6C290DB5-1887-4A7C-B80D-48DE3B8BAC26}"/>
              </a:ext>
            </a:extLst>
          </p:cNvPr>
          <p:cNvSpPr txBox="1"/>
          <p:nvPr/>
        </p:nvSpPr>
        <p:spPr>
          <a:xfrm>
            <a:off x="1935419" y="4994241"/>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2"/>
                </a:solidFill>
                <a:latin typeface="+mj-lt"/>
              </a:rPr>
              <a:t>小标题</a:t>
            </a:r>
            <a:r>
              <a:rPr lang="en-US" sz="1100" dirty="0">
                <a:solidFill>
                  <a:schemeClr val="bg1">
                    <a:lumMod val="50000"/>
                  </a:schemeClr>
                </a:solidFill>
                <a:latin typeface="+mn-lt"/>
              </a:rPr>
              <a:t>. </a:t>
            </a:r>
          </a:p>
        </p:txBody>
      </p:sp>
      <p:grpSp>
        <p:nvGrpSpPr>
          <p:cNvPr id="133" name="组合 132">
            <a:extLst>
              <a:ext uri="{FF2B5EF4-FFF2-40B4-BE49-F238E27FC236}">
                <a16:creationId xmlns:a16="http://schemas.microsoft.com/office/drawing/2014/main" id="{74FA3FC6-7B62-483D-8AA4-C697B7D4F9BB}"/>
              </a:ext>
            </a:extLst>
          </p:cNvPr>
          <p:cNvGrpSpPr/>
          <p:nvPr/>
        </p:nvGrpSpPr>
        <p:grpSpPr>
          <a:xfrm>
            <a:off x="6429270" y="1355898"/>
            <a:ext cx="4981462" cy="1356922"/>
            <a:chOff x="508001" y="1566909"/>
            <a:chExt cx="4981462" cy="989041"/>
          </a:xfrm>
          <a:effectLst>
            <a:outerShdw blurRad="50800" dist="38100" dir="2700000" algn="tl" rotWithShape="0">
              <a:prstClr val="black">
                <a:alpha val="40000"/>
              </a:prstClr>
            </a:outerShdw>
          </a:effectLst>
        </p:grpSpPr>
        <p:sp>
          <p:nvSpPr>
            <p:cNvPr id="139" name="Freeform 5">
              <a:extLst>
                <a:ext uri="{FF2B5EF4-FFF2-40B4-BE49-F238E27FC236}">
                  <a16:creationId xmlns:a16="http://schemas.microsoft.com/office/drawing/2014/main" id="{8BC6E238-8B4D-49DE-B583-21681F508CCC}"/>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140" name="Freeform 8">
              <a:extLst>
                <a:ext uri="{FF2B5EF4-FFF2-40B4-BE49-F238E27FC236}">
                  <a16:creationId xmlns:a16="http://schemas.microsoft.com/office/drawing/2014/main" id="{E7B552F8-2A47-4499-8884-BA7B112D8776}"/>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4"/>
            </a:solidFill>
            <a:ln>
              <a:noFill/>
            </a:ln>
          </p:spPr>
          <p:txBody>
            <a:bodyPr vert="horz" wrap="square" lIns="91440" tIns="45720" rIns="91440" bIns="45720" numCol="1" anchor="t" anchorCtr="0" compatLnSpc="1"/>
            <a:lstStyle/>
            <a:p>
              <a:endParaRPr lang="en-US"/>
            </a:p>
          </p:txBody>
        </p:sp>
      </p:grpSp>
      <p:grpSp>
        <p:nvGrpSpPr>
          <p:cNvPr id="134" name="Group 20">
            <a:extLst>
              <a:ext uri="{FF2B5EF4-FFF2-40B4-BE49-F238E27FC236}">
                <a16:creationId xmlns:a16="http://schemas.microsoft.com/office/drawing/2014/main" id="{DD0DE470-A9E4-4877-9BBE-0D2E664B5288}"/>
              </a:ext>
            </a:extLst>
          </p:cNvPr>
          <p:cNvGrpSpPr/>
          <p:nvPr/>
        </p:nvGrpSpPr>
        <p:grpSpPr>
          <a:xfrm>
            <a:off x="6523610" y="1284281"/>
            <a:ext cx="894759" cy="905639"/>
            <a:chOff x="707441" y="1800088"/>
            <a:chExt cx="894759" cy="905639"/>
          </a:xfrm>
        </p:grpSpPr>
        <p:sp>
          <p:nvSpPr>
            <p:cNvPr id="137" name="Freeform 6">
              <a:extLst>
                <a:ext uri="{FF2B5EF4-FFF2-40B4-BE49-F238E27FC236}">
                  <a16:creationId xmlns:a16="http://schemas.microsoft.com/office/drawing/2014/main" id="{FE06C782-6A4A-418F-B36E-05AE353337C8}"/>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4"/>
            </a:solidFill>
            <a:ln>
              <a:noFill/>
            </a:ln>
          </p:spPr>
          <p:txBody>
            <a:bodyPr vert="horz" wrap="square" lIns="91440" tIns="45720" rIns="91440" bIns="45720" numCol="1" anchor="ctr" anchorCtr="0" compatLnSpc="1"/>
            <a:lstStyle/>
            <a:p>
              <a:pPr algn="ctr"/>
              <a:r>
                <a:rPr lang="en-US" sz="2400" b="1" dirty="0">
                  <a:solidFill>
                    <a:schemeClr val="bg1"/>
                  </a:solidFill>
                </a:rPr>
                <a:t>04</a:t>
              </a:r>
            </a:p>
          </p:txBody>
        </p:sp>
        <p:sp>
          <p:nvSpPr>
            <p:cNvPr id="138" name="Freeform 7">
              <a:extLst>
                <a:ext uri="{FF2B5EF4-FFF2-40B4-BE49-F238E27FC236}">
                  <a16:creationId xmlns:a16="http://schemas.microsoft.com/office/drawing/2014/main" id="{F0B9C2BF-C891-40A0-B5FA-B30006858599}"/>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35" name="Inhaltsplatzhalter 4">
            <a:extLst>
              <a:ext uri="{FF2B5EF4-FFF2-40B4-BE49-F238E27FC236}">
                <a16:creationId xmlns:a16="http://schemas.microsoft.com/office/drawing/2014/main" id="{4ED32C7C-E3C2-47A8-A5AC-DDBDD3DCC708}"/>
              </a:ext>
            </a:extLst>
          </p:cNvPr>
          <p:cNvSpPr txBox="1"/>
          <p:nvPr/>
        </p:nvSpPr>
        <p:spPr>
          <a:xfrm>
            <a:off x="7583419" y="1818594"/>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136" name="Inhaltsplatzhalter 4">
            <a:extLst>
              <a:ext uri="{FF2B5EF4-FFF2-40B4-BE49-F238E27FC236}">
                <a16:creationId xmlns:a16="http://schemas.microsoft.com/office/drawing/2014/main" id="{D6841F7B-D3B3-465D-9BCD-883D84E0E954}"/>
              </a:ext>
            </a:extLst>
          </p:cNvPr>
          <p:cNvSpPr txBox="1"/>
          <p:nvPr/>
        </p:nvSpPr>
        <p:spPr>
          <a:xfrm>
            <a:off x="7583419" y="1490690"/>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3"/>
                </a:solidFill>
                <a:latin typeface="+mj-lt"/>
              </a:rPr>
              <a:t>小标题</a:t>
            </a:r>
            <a:r>
              <a:rPr lang="en-US" sz="1100" dirty="0">
                <a:solidFill>
                  <a:schemeClr val="accent3"/>
                </a:solidFill>
                <a:latin typeface="+mn-lt"/>
              </a:rPr>
              <a:t>. </a:t>
            </a:r>
          </a:p>
        </p:txBody>
      </p:sp>
      <p:grpSp>
        <p:nvGrpSpPr>
          <p:cNvPr id="142" name="组合 141">
            <a:extLst>
              <a:ext uri="{FF2B5EF4-FFF2-40B4-BE49-F238E27FC236}">
                <a16:creationId xmlns:a16="http://schemas.microsoft.com/office/drawing/2014/main" id="{E16A08EB-E53F-4F67-AFEC-809AC099D51F}"/>
              </a:ext>
            </a:extLst>
          </p:cNvPr>
          <p:cNvGrpSpPr/>
          <p:nvPr/>
        </p:nvGrpSpPr>
        <p:grpSpPr>
          <a:xfrm>
            <a:off x="6429270" y="3068767"/>
            <a:ext cx="4981462" cy="1356922"/>
            <a:chOff x="508001" y="1566909"/>
            <a:chExt cx="4981462" cy="989041"/>
          </a:xfrm>
          <a:effectLst>
            <a:outerShdw blurRad="50800" dist="38100" dir="2700000" algn="tl" rotWithShape="0">
              <a:prstClr val="black">
                <a:alpha val="40000"/>
              </a:prstClr>
            </a:outerShdw>
          </a:effectLst>
        </p:grpSpPr>
        <p:sp>
          <p:nvSpPr>
            <p:cNvPr id="148" name="Freeform 5">
              <a:extLst>
                <a:ext uri="{FF2B5EF4-FFF2-40B4-BE49-F238E27FC236}">
                  <a16:creationId xmlns:a16="http://schemas.microsoft.com/office/drawing/2014/main" id="{829E572D-A5DB-41B9-9F24-1D8FEDFC3A2C}"/>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149" name="Freeform 8">
              <a:extLst>
                <a:ext uri="{FF2B5EF4-FFF2-40B4-BE49-F238E27FC236}">
                  <a16:creationId xmlns:a16="http://schemas.microsoft.com/office/drawing/2014/main" id="{3C9C78DF-3647-4B83-AF03-8CA0D5B11C74}"/>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5"/>
            </a:solidFill>
            <a:ln>
              <a:noFill/>
            </a:ln>
          </p:spPr>
          <p:txBody>
            <a:bodyPr vert="horz" wrap="square" lIns="91440" tIns="45720" rIns="91440" bIns="45720" numCol="1" anchor="t" anchorCtr="0" compatLnSpc="1"/>
            <a:lstStyle/>
            <a:p>
              <a:endParaRPr lang="en-US"/>
            </a:p>
          </p:txBody>
        </p:sp>
      </p:grpSp>
      <p:grpSp>
        <p:nvGrpSpPr>
          <p:cNvPr id="143" name="Group 20">
            <a:extLst>
              <a:ext uri="{FF2B5EF4-FFF2-40B4-BE49-F238E27FC236}">
                <a16:creationId xmlns:a16="http://schemas.microsoft.com/office/drawing/2014/main" id="{57EA0CA9-407C-4448-BBFB-567782CCFE71}"/>
              </a:ext>
            </a:extLst>
          </p:cNvPr>
          <p:cNvGrpSpPr/>
          <p:nvPr/>
        </p:nvGrpSpPr>
        <p:grpSpPr>
          <a:xfrm>
            <a:off x="6523610" y="2997150"/>
            <a:ext cx="894759" cy="905639"/>
            <a:chOff x="707441" y="1800088"/>
            <a:chExt cx="894759" cy="905639"/>
          </a:xfrm>
        </p:grpSpPr>
        <p:sp>
          <p:nvSpPr>
            <p:cNvPr id="146" name="Freeform 6">
              <a:extLst>
                <a:ext uri="{FF2B5EF4-FFF2-40B4-BE49-F238E27FC236}">
                  <a16:creationId xmlns:a16="http://schemas.microsoft.com/office/drawing/2014/main" id="{58FF031F-65F1-4B7A-BBA1-4D9E8CE98E0A}"/>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5"/>
            </a:solidFill>
            <a:ln>
              <a:noFill/>
            </a:ln>
          </p:spPr>
          <p:txBody>
            <a:bodyPr vert="horz" wrap="square" lIns="91440" tIns="45720" rIns="91440" bIns="45720" numCol="1" anchor="ctr" anchorCtr="0" compatLnSpc="1"/>
            <a:lstStyle/>
            <a:p>
              <a:pPr algn="ctr"/>
              <a:r>
                <a:rPr lang="en-US" sz="2400" b="1" dirty="0">
                  <a:solidFill>
                    <a:schemeClr val="bg1"/>
                  </a:solidFill>
                </a:rPr>
                <a:t>05</a:t>
              </a:r>
            </a:p>
          </p:txBody>
        </p:sp>
        <p:sp>
          <p:nvSpPr>
            <p:cNvPr id="147" name="Freeform 7">
              <a:extLst>
                <a:ext uri="{FF2B5EF4-FFF2-40B4-BE49-F238E27FC236}">
                  <a16:creationId xmlns:a16="http://schemas.microsoft.com/office/drawing/2014/main" id="{33C00B8B-45A2-4115-AF9E-47D4F788E359}"/>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44" name="Inhaltsplatzhalter 4">
            <a:extLst>
              <a:ext uri="{FF2B5EF4-FFF2-40B4-BE49-F238E27FC236}">
                <a16:creationId xmlns:a16="http://schemas.microsoft.com/office/drawing/2014/main" id="{01C1E1A6-7A9D-42ED-84F8-808285824729}"/>
              </a:ext>
            </a:extLst>
          </p:cNvPr>
          <p:cNvSpPr txBox="1"/>
          <p:nvPr/>
        </p:nvSpPr>
        <p:spPr>
          <a:xfrm>
            <a:off x="7583419" y="3531463"/>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145" name="Inhaltsplatzhalter 4">
            <a:extLst>
              <a:ext uri="{FF2B5EF4-FFF2-40B4-BE49-F238E27FC236}">
                <a16:creationId xmlns:a16="http://schemas.microsoft.com/office/drawing/2014/main" id="{407D80CE-053E-4617-9E37-2EBFA6DD7A0B}"/>
              </a:ext>
            </a:extLst>
          </p:cNvPr>
          <p:cNvSpPr txBox="1"/>
          <p:nvPr/>
        </p:nvSpPr>
        <p:spPr>
          <a:xfrm>
            <a:off x="7583419" y="3203559"/>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5"/>
                </a:solidFill>
                <a:latin typeface="+mj-lt"/>
              </a:rPr>
              <a:t>小标题</a:t>
            </a:r>
            <a:r>
              <a:rPr lang="en-US" sz="1100" dirty="0">
                <a:solidFill>
                  <a:schemeClr val="bg1">
                    <a:lumMod val="50000"/>
                  </a:schemeClr>
                </a:solidFill>
                <a:latin typeface="+mn-lt"/>
              </a:rPr>
              <a:t>. </a:t>
            </a:r>
          </a:p>
        </p:txBody>
      </p:sp>
      <p:grpSp>
        <p:nvGrpSpPr>
          <p:cNvPr id="151" name="组合 150">
            <a:extLst>
              <a:ext uri="{FF2B5EF4-FFF2-40B4-BE49-F238E27FC236}">
                <a16:creationId xmlns:a16="http://schemas.microsoft.com/office/drawing/2014/main" id="{3B288372-E913-4761-9820-3CBFB12D1748}"/>
              </a:ext>
            </a:extLst>
          </p:cNvPr>
          <p:cNvGrpSpPr/>
          <p:nvPr/>
        </p:nvGrpSpPr>
        <p:grpSpPr>
          <a:xfrm>
            <a:off x="6429268" y="4853253"/>
            <a:ext cx="4981462" cy="1356922"/>
            <a:chOff x="508001" y="1566909"/>
            <a:chExt cx="4981462" cy="989041"/>
          </a:xfrm>
          <a:effectLst>
            <a:outerShdw blurRad="50800" dist="38100" dir="2700000" algn="tl" rotWithShape="0">
              <a:prstClr val="black">
                <a:alpha val="40000"/>
              </a:prstClr>
            </a:outerShdw>
          </a:effectLst>
        </p:grpSpPr>
        <p:sp>
          <p:nvSpPr>
            <p:cNvPr id="157" name="Freeform 5">
              <a:extLst>
                <a:ext uri="{FF2B5EF4-FFF2-40B4-BE49-F238E27FC236}">
                  <a16:creationId xmlns:a16="http://schemas.microsoft.com/office/drawing/2014/main" id="{A3608AD0-5ECA-4CFB-B461-7C81D3554F3B}"/>
                </a:ext>
              </a:extLst>
            </p:cNvPr>
            <p:cNvSpPr/>
            <p:nvPr/>
          </p:nvSpPr>
          <p:spPr bwMode="auto">
            <a:xfrm>
              <a:off x="508001" y="1566909"/>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158" name="Freeform 8">
              <a:extLst>
                <a:ext uri="{FF2B5EF4-FFF2-40B4-BE49-F238E27FC236}">
                  <a16:creationId xmlns:a16="http://schemas.microsoft.com/office/drawing/2014/main" id="{8A4F7836-6B67-45EB-B0F9-90B5EB076720}"/>
                </a:ext>
              </a:extLst>
            </p:cNvPr>
            <p:cNvSpPr/>
            <p:nvPr/>
          </p:nvSpPr>
          <p:spPr bwMode="auto">
            <a:xfrm>
              <a:off x="5358014" y="1566909"/>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6"/>
            </a:solidFill>
            <a:ln>
              <a:noFill/>
            </a:ln>
          </p:spPr>
          <p:txBody>
            <a:bodyPr vert="horz" wrap="square" lIns="91440" tIns="45720" rIns="91440" bIns="45720" numCol="1" anchor="t" anchorCtr="0" compatLnSpc="1"/>
            <a:lstStyle/>
            <a:p>
              <a:endParaRPr lang="en-US"/>
            </a:p>
          </p:txBody>
        </p:sp>
      </p:grpSp>
      <p:grpSp>
        <p:nvGrpSpPr>
          <p:cNvPr id="152" name="Group 20">
            <a:extLst>
              <a:ext uri="{FF2B5EF4-FFF2-40B4-BE49-F238E27FC236}">
                <a16:creationId xmlns:a16="http://schemas.microsoft.com/office/drawing/2014/main" id="{995A7EBA-55A3-43A1-AF83-1DEE19313C9A}"/>
              </a:ext>
            </a:extLst>
          </p:cNvPr>
          <p:cNvGrpSpPr/>
          <p:nvPr/>
        </p:nvGrpSpPr>
        <p:grpSpPr>
          <a:xfrm>
            <a:off x="6523608" y="4781636"/>
            <a:ext cx="894759" cy="905639"/>
            <a:chOff x="707441" y="1800088"/>
            <a:chExt cx="894759" cy="905639"/>
          </a:xfrm>
        </p:grpSpPr>
        <p:sp>
          <p:nvSpPr>
            <p:cNvPr id="155" name="Freeform 6">
              <a:extLst>
                <a:ext uri="{FF2B5EF4-FFF2-40B4-BE49-F238E27FC236}">
                  <a16:creationId xmlns:a16="http://schemas.microsoft.com/office/drawing/2014/main" id="{5C34A98B-5EA9-4A25-9EA6-582E81C31645}"/>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6"/>
            </a:solidFill>
            <a:ln>
              <a:noFill/>
            </a:ln>
          </p:spPr>
          <p:txBody>
            <a:bodyPr vert="horz" wrap="square" lIns="91440" tIns="45720" rIns="91440" bIns="45720" numCol="1" anchor="ctr" anchorCtr="0" compatLnSpc="1"/>
            <a:lstStyle/>
            <a:p>
              <a:pPr algn="ctr"/>
              <a:r>
                <a:rPr lang="en-US" sz="2400" b="1" dirty="0">
                  <a:solidFill>
                    <a:schemeClr val="bg1"/>
                  </a:solidFill>
                </a:rPr>
                <a:t>06</a:t>
              </a:r>
            </a:p>
          </p:txBody>
        </p:sp>
        <p:sp>
          <p:nvSpPr>
            <p:cNvPr id="156" name="Freeform 7">
              <a:extLst>
                <a:ext uri="{FF2B5EF4-FFF2-40B4-BE49-F238E27FC236}">
                  <a16:creationId xmlns:a16="http://schemas.microsoft.com/office/drawing/2014/main" id="{7F1B36B8-E316-42C9-B050-65632B99D3F4}"/>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53" name="Inhaltsplatzhalter 4">
            <a:extLst>
              <a:ext uri="{FF2B5EF4-FFF2-40B4-BE49-F238E27FC236}">
                <a16:creationId xmlns:a16="http://schemas.microsoft.com/office/drawing/2014/main" id="{573C941E-646B-4F2E-B484-963DD38A228C}"/>
              </a:ext>
            </a:extLst>
          </p:cNvPr>
          <p:cNvSpPr txBox="1"/>
          <p:nvPr/>
        </p:nvSpPr>
        <p:spPr>
          <a:xfrm>
            <a:off x="7583417" y="5315949"/>
            <a:ext cx="3443501" cy="754822"/>
          </a:xfrm>
          <a:prstGeom prst="rect">
            <a:avLst/>
          </a:prstGeom>
        </p:spPr>
        <p:txBody>
          <a:bodyPr wrap="square" lIns="0" tIns="0" rIns="0" bIns="0" anchor="t" anchorCtr="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altLang="zh-CN" sz="1300" dirty="0">
              <a:solidFill>
                <a:schemeClr val="tx1">
                  <a:lumMod val="75000"/>
                  <a:lumOff val="25000"/>
                </a:schemeClr>
              </a:solidFill>
              <a:latin typeface="+mn-lt"/>
            </a:endParaRPr>
          </a:p>
        </p:txBody>
      </p:sp>
      <p:sp>
        <p:nvSpPr>
          <p:cNvPr id="154" name="Inhaltsplatzhalter 4">
            <a:extLst>
              <a:ext uri="{FF2B5EF4-FFF2-40B4-BE49-F238E27FC236}">
                <a16:creationId xmlns:a16="http://schemas.microsoft.com/office/drawing/2014/main" id="{B104929B-F2BE-482E-ABEA-7D6942E98E3A}"/>
              </a:ext>
            </a:extLst>
          </p:cNvPr>
          <p:cNvSpPr txBox="1"/>
          <p:nvPr/>
        </p:nvSpPr>
        <p:spPr>
          <a:xfrm>
            <a:off x="7583417" y="4988045"/>
            <a:ext cx="2428763" cy="276999"/>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6"/>
                </a:solidFill>
                <a:latin typeface="+mj-lt"/>
              </a:rPr>
              <a:t>小标题</a:t>
            </a:r>
            <a:r>
              <a:rPr lang="en-US" sz="1100" dirty="0">
                <a:solidFill>
                  <a:schemeClr val="bg1">
                    <a:lumMod val="50000"/>
                  </a:schemeClr>
                </a:solidFill>
                <a:latin typeface="+mn-lt"/>
              </a:rPr>
              <a:t>. </a:t>
            </a:r>
          </a:p>
        </p:txBody>
      </p:sp>
      <p:sp>
        <p:nvSpPr>
          <p:cNvPr id="5" name="标题 4">
            <a:extLst>
              <a:ext uri="{FF2B5EF4-FFF2-40B4-BE49-F238E27FC236}">
                <a16:creationId xmlns:a16="http://schemas.microsoft.com/office/drawing/2014/main" id="{2F896C1C-4CC3-4B43-8127-C0C11D3C2A8F}"/>
              </a:ext>
            </a:extLst>
          </p:cNvPr>
          <p:cNvSpPr>
            <a:spLocks noGrp="1"/>
          </p:cNvSpPr>
          <p:nvPr>
            <p:ph type="title"/>
          </p:nvPr>
        </p:nvSpPr>
        <p:spPr/>
        <p:txBody>
          <a:bodyPr/>
          <a:lstStyle/>
          <a:p>
            <a:endParaRPr lang="zh-CN" altLang="en-US"/>
          </a:p>
        </p:txBody>
      </p:sp>
      <p:sp>
        <p:nvSpPr>
          <p:cNvPr id="60" name="矩形 59">
            <a:extLst>
              <a:ext uri="{FF2B5EF4-FFF2-40B4-BE49-F238E27FC236}">
                <a16:creationId xmlns:a16="http://schemas.microsoft.com/office/drawing/2014/main" id="{10414BD7-96E6-4964-8830-8EC506F07546}"/>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52" name="组合 51">
            <a:extLst>
              <a:ext uri="{FF2B5EF4-FFF2-40B4-BE49-F238E27FC236}">
                <a16:creationId xmlns:a16="http://schemas.microsoft.com/office/drawing/2014/main" id="{E9F3EE13-1EE2-463B-B719-2D5CE8C6B39B}"/>
              </a:ext>
            </a:extLst>
          </p:cNvPr>
          <p:cNvGrpSpPr/>
          <p:nvPr/>
        </p:nvGrpSpPr>
        <p:grpSpPr>
          <a:xfrm>
            <a:off x="-491832" y="1587"/>
            <a:ext cx="273269" cy="2129816"/>
            <a:chOff x="11681691" y="1513398"/>
            <a:chExt cx="273269" cy="2129816"/>
          </a:xfrm>
        </p:grpSpPr>
        <p:sp>
          <p:nvSpPr>
            <p:cNvPr id="53" name="矩形 52">
              <a:extLst>
                <a:ext uri="{FF2B5EF4-FFF2-40B4-BE49-F238E27FC236}">
                  <a16:creationId xmlns:a16="http://schemas.microsoft.com/office/drawing/2014/main" id="{6057DBA0-2D0B-4A6B-8EA2-5132A368A19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a:extLst>
                <a:ext uri="{FF2B5EF4-FFF2-40B4-BE49-F238E27FC236}">
                  <a16:creationId xmlns:a16="http://schemas.microsoft.com/office/drawing/2014/main" id="{2F906755-7E5C-4F2C-BF32-B204B3CEE350}"/>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54">
              <a:extLst>
                <a:ext uri="{FF2B5EF4-FFF2-40B4-BE49-F238E27FC236}">
                  <a16:creationId xmlns:a16="http://schemas.microsoft.com/office/drawing/2014/main" id="{ED85F579-EF0B-41B9-8563-C3855FF13BE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a:extLst>
                <a:ext uri="{FF2B5EF4-FFF2-40B4-BE49-F238E27FC236}">
                  <a16:creationId xmlns:a16="http://schemas.microsoft.com/office/drawing/2014/main" id="{D2E80309-BFBA-4F33-B2BD-3FB36E76F91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矩形 60">
              <a:extLst>
                <a:ext uri="{FF2B5EF4-FFF2-40B4-BE49-F238E27FC236}">
                  <a16:creationId xmlns:a16="http://schemas.microsoft.com/office/drawing/2014/main" id="{099C3711-BCD8-4DDD-97B4-D521674CA54A}"/>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矩形 61">
              <a:extLst>
                <a:ext uri="{FF2B5EF4-FFF2-40B4-BE49-F238E27FC236}">
                  <a16:creationId xmlns:a16="http://schemas.microsoft.com/office/drawing/2014/main" id="{BC8FFD49-9DD4-407C-812A-B429BC0F23C4}"/>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62">
              <a:extLst>
                <a:ext uri="{FF2B5EF4-FFF2-40B4-BE49-F238E27FC236}">
                  <a16:creationId xmlns:a16="http://schemas.microsoft.com/office/drawing/2014/main" id="{4D7AFBE5-6DCB-498F-A3FE-3A60BBF2E447}"/>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0091080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6C042A2-9424-487D-A370-A1A946AC492E}"/>
              </a:ext>
            </a:extLst>
          </p:cNvPr>
          <p:cNvSpPr>
            <a:spLocks noGrp="1"/>
          </p:cNvSpPr>
          <p:nvPr>
            <p:ph type="title"/>
          </p:nvPr>
        </p:nvSpPr>
        <p:spPr/>
        <p:txBody>
          <a:bodyPr/>
          <a:lstStyle/>
          <a:p>
            <a:endParaRPr lang="zh-CN" altLang="en-US"/>
          </a:p>
        </p:txBody>
      </p:sp>
      <p:grpSp>
        <p:nvGrpSpPr>
          <p:cNvPr id="60" name="组合 59">
            <a:extLst>
              <a:ext uri="{FF2B5EF4-FFF2-40B4-BE49-F238E27FC236}">
                <a16:creationId xmlns:a16="http://schemas.microsoft.com/office/drawing/2014/main" id="{3391BC1C-07E9-42B4-99A5-C865B241F613}"/>
              </a:ext>
            </a:extLst>
          </p:cNvPr>
          <p:cNvGrpSpPr/>
          <p:nvPr/>
        </p:nvGrpSpPr>
        <p:grpSpPr>
          <a:xfrm>
            <a:off x="614452" y="1185709"/>
            <a:ext cx="10963096" cy="2481917"/>
            <a:chOff x="585165" y="1185709"/>
            <a:chExt cx="10963096" cy="2481917"/>
          </a:xfrm>
        </p:grpSpPr>
        <p:sp>
          <p:nvSpPr>
            <p:cNvPr id="9" name="Freeform 11">
              <a:extLst>
                <a:ext uri="{FF2B5EF4-FFF2-40B4-BE49-F238E27FC236}">
                  <a16:creationId xmlns:a16="http://schemas.microsoft.com/office/drawing/2014/main" id="{F00930BF-4843-4E24-A984-F24B47FB9B22}"/>
                </a:ext>
              </a:extLst>
            </p:cNvPr>
            <p:cNvSpPr/>
            <p:nvPr/>
          </p:nvSpPr>
          <p:spPr bwMode="auto">
            <a:xfrm>
              <a:off x="585165" y="2427779"/>
              <a:ext cx="2470807" cy="1239847"/>
            </a:xfrm>
            <a:custGeom>
              <a:avLst/>
              <a:gdLst>
                <a:gd name="T0" fmla="*/ 336 w 673"/>
                <a:gd name="T1" fmla="*/ 241 h 336"/>
                <a:gd name="T2" fmla="*/ 95 w 673"/>
                <a:gd name="T3" fmla="*/ 0 h 336"/>
                <a:gd name="T4" fmla="*/ 0 w 673"/>
                <a:gd name="T5" fmla="*/ 0 h 336"/>
                <a:gd name="T6" fmla="*/ 336 w 673"/>
                <a:gd name="T7" fmla="*/ 336 h 336"/>
                <a:gd name="T8" fmla="*/ 673 w 673"/>
                <a:gd name="T9" fmla="*/ 0 h 336"/>
                <a:gd name="T10" fmla="*/ 578 w 673"/>
                <a:gd name="T11" fmla="*/ 0 h 336"/>
                <a:gd name="T12" fmla="*/ 336 w 673"/>
                <a:gd name="T13" fmla="*/ 241 h 336"/>
                <a:gd name="T14" fmla="*/ 0 60000 65536"/>
                <a:gd name="T15" fmla="*/ 0 60000 65536"/>
                <a:gd name="T16" fmla="*/ 0 60000 65536"/>
                <a:gd name="T17" fmla="*/ 0 60000 65536"/>
                <a:gd name="T18" fmla="*/ 0 60000 65536"/>
                <a:gd name="T19" fmla="*/ 0 60000 65536"/>
                <a:gd name="T20" fmla="*/ 0 60000 65536"/>
                <a:gd name="T21" fmla="*/ 0 w 673"/>
                <a:gd name="T22" fmla="*/ 0 h 336"/>
                <a:gd name="T23" fmla="*/ 673 w 673"/>
                <a:gd name="T24" fmla="*/ 336 h 3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6">
                  <a:moveTo>
                    <a:pt x="336" y="241"/>
                  </a:moveTo>
                  <a:cubicBezTo>
                    <a:pt x="203" y="241"/>
                    <a:pt x="95" y="133"/>
                    <a:pt x="95" y="0"/>
                  </a:cubicBezTo>
                  <a:cubicBezTo>
                    <a:pt x="0" y="0"/>
                    <a:pt x="0" y="0"/>
                    <a:pt x="0" y="0"/>
                  </a:cubicBezTo>
                  <a:cubicBezTo>
                    <a:pt x="0" y="186"/>
                    <a:pt x="150" y="336"/>
                    <a:pt x="336" y="336"/>
                  </a:cubicBezTo>
                  <a:cubicBezTo>
                    <a:pt x="522" y="336"/>
                    <a:pt x="673" y="186"/>
                    <a:pt x="673" y="0"/>
                  </a:cubicBezTo>
                  <a:cubicBezTo>
                    <a:pt x="578" y="0"/>
                    <a:pt x="578" y="0"/>
                    <a:pt x="578" y="0"/>
                  </a:cubicBezTo>
                  <a:cubicBezTo>
                    <a:pt x="578" y="133"/>
                    <a:pt x="470" y="241"/>
                    <a:pt x="336" y="241"/>
                  </a:cubicBezTo>
                  <a:close/>
                </a:path>
              </a:pathLst>
            </a:custGeom>
            <a:solidFill>
              <a:schemeClr val="accent1"/>
            </a:solidFill>
            <a:ln w="9525">
              <a:noFill/>
              <a:round/>
            </a:ln>
          </p:spPr>
          <p:txBody>
            <a:bodyPr/>
            <a:lstStyle/>
            <a:p>
              <a:endParaRPr lang="zh-CN" altLang="en-US" sz="2519">
                <a:solidFill>
                  <a:schemeClr val="accent1"/>
                </a:solidFill>
                <a:latin typeface="+mn-ea"/>
                <a:sym typeface="思源黑体 CN Normal" panose="020B0400000000000000" pitchFamily="34" charset="-122"/>
              </a:endParaRPr>
            </a:p>
          </p:txBody>
        </p:sp>
        <p:sp>
          <p:nvSpPr>
            <p:cNvPr id="10" name="Freeform 12">
              <a:extLst>
                <a:ext uri="{FF2B5EF4-FFF2-40B4-BE49-F238E27FC236}">
                  <a16:creationId xmlns:a16="http://schemas.microsoft.com/office/drawing/2014/main" id="{B0B82BAF-BE24-48AD-A3DC-6C558FFD61EA}"/>
                </a:ext>
              </a:extLst>
            </p:cNvPr>
            <p:cNvSpPr/>
            <p:nvPr/>
          </p:nvSpPr>
          <p:spPr bwMode="auto">
            <a:xfrm>
              <a:off x="2707127" y="1185709"/>
              <a:ext cx="2470807" cy="1242070"/>
            </a:xfrm>
            <a:custGeom>
              <a:avLst/>
              <a:gdLst>
                <a:gd name="T0" fmla="*/ 337 w 673"/>
                <a:gd name="T1" fmla="*/ 0 h 337"/>
                <a:gd name="T2" fmla="*/ 0 w 673"/>
                <a:gd name="T3" fmla="*/ 337 h 337"/>
                <a:gd name="T4" fmla="*/ 95 w 673"/>
                <a:gd name="T5" fmla="*/ 337 h 337"/>
                <a:gd name="T6" fmla="*/ 337 w 673"/>
                <a:gd name="T7" fmla="*/ 95 h 337"/>
                <a:gd name="T8" fmla="*/ 578 w 673"/>
                <a:gd name="T9" fmla="*/ 337 h 337"/>
                <a:gd name="T10" fmla="*/ 673 w 673"/>
                <a:gd name="T11" fmla="*/ 337 h 337"/>
                <a:gd name="T12" fmla="*/ 337 w 673"/>
                <a:gd name="T13" fmla="*/ 0 h 337"/>
                <a:gd name="T14" fmla="*/ 0 60000 65536"/>
                <a:gd name="T15" fmla="*/ 0 60000 65536"/>
                <a:gd name="T16" fmla="*/ 0 60000 65536"/>
                <a:gd name="T17" fmla="*/ 0 60000 65536"/>
                <a:gd name="T18" fmla="*/ 0 60000 65536"/>
                <a:gd name="T19" fmla="*/ 0 60000 65536"/>
                <a:gd name="T20" fmla="*/ 0 60000 65536"/>
                <a:gd name="T21" fmla="*/ 0 w 673"/>
                <a:gd name="T22" fmla="*/ 0 h 337"/>
                <a:gd name="T23" fmla="*/ 673 w 673"/>
                <a:gd name="T24" fmla="*/ 337 h 3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7">
                  <a:moveTo>
                    <a:pt x="337" y="0"/>
                  </a:moveTo>
                  <a:cubicBezTo>
                    <a:pt x="151" y="0"/>
                    <a:pt x="0" y="151"/>
                    <a:pt x="0" y="337"/>
                  </a:cubicBezTo>
                  <a:cubicBezTo>
                    <a:pt x="95" y="337"/>
                    <a:pt x="95" y="337"/>
                    <a:pt x="95" y="337"/>
                  </a:cubicBezTo>
                  <a:cubicBezTo>
                    <a:pt x="95" y="203"/>
                    <a:pt x="203" y="95"/>
                    <a:pt x="337" y="95"/>
                  </a:cubicBezTo>
                  <a:cubicBezTo>
                    <a:pt x="470" y="95"/>
                    <a:pt x="578" y="203"/>
                    <a:pt x="578" y="337"/>
                  </a:cubicBezTo>
                  <a:cubicBezTo>
                    <a:pt x="673" y="337"/>
                    <a:pt x="673" y="337"/>
                    <a:pt x="673" y="337"/>
                  </a:cubicBezTo>
                  <a:cubicBezTo>
                    <a:pt x="673" y="151"/>
                    <a:pt x="523" y="0"/>
                    <a:pt x="337" y="0"/>
                  </a:cubicBezTo>
                  <a:close/>
                </a:path>
              </a:pathLst>
            </a:custGeom>
            <a:solidFill>
              <a:schemeClr val="accent1"/>
            </a:solidFill>
            <a:ln w="9525">
              <a:noFill/>
              <a:round/>
            </a:ln>
          </p:spPr>
          <p:txBody>
            <a:bodyPr/>
            <a:lstStyle/>
            <a:p>
              <a:endParaRPr lang="zh-CN" altLang="en-US" sz="2519">
                <a:latin typeface="+mn-ea"/>
                <a:sym typeface="思源黑体 CN Normal" panose="020B0400000000000000" pitchFamily="34" charset="-122"/>
              </a:endParaRPr>
            </a:p>
          </p:txBody>
        </p:sp>
        <p:sp>
          <p:nvSpPr>
            <p:cNvPr id="11" name="Freeform 13">
              <a:extLst>
                <a:ext uri="{FF2B5EF4-FFF2-40B4-BE49-F238E27FC236}">
                  <a16:creationId xmlns:a16="http://schemas.microsoft.com/office/drawing/2014/main" id="{2AC92DE1-02A5-4F38-BFB6-11BAED912D3A}"/>
                </a:ext>
              </a:extLst>
            </p:cNvPr>
            <p:cNvSpPr/>
            <p:nvPr/>
          </p:nvSpPr>
          <p:spPr bwMode="auto">
            <a:xfrm>
              <a:off x="4829087" y="2427779"/>
              <a:ext cx="2473030" cy="1239847"/>
            </a:xfrm>
            <a:custGeom>
              <a:avLst/>
              <a:gdLst>
                <a:gd name="T0" fmla="*/ 337 w 674"/>
                <a:gd name="T1" fmla="*/ 241 h 336"/>
                <a:gd name="T2" fmla="*/ 95 w 674"/>
                <a:gd name="T3" fmla="*/ 0 h 336"/>
                <a:gd name="T4" fmla="*/ 0 w 674"/>
                <a:gd name="T5" fmla="*/ 0 h 336"/>
                <a:gd name="T6" fmla="*/ 337 w 674"/>
                <a:gd name="T7" fmla="*/ 336 h 336"/>
                <a:gd name="T8" fmla="*/ 674 w 674"/>
                <a:gd name="T9" fmla="*/ 0 h 336"/>
                <a:gd name="T10" fmla="*/ 579 w 674"/>
                <a:gd name="T11" fmla="*/ 0 h 336"/>
                <a:gd name="T12" fmla="*/ 337 w 674"/>
                <a:gd name="T13" fmla="*/ 241 h 336"/>
                <a:gd name="T14" fmla="*/ 0 60000 65536"/>
                <a:gd name="T15" fmla="*/ 0 60000 65536"/>
                <a:gd name="T16" fmla="*/ 0 60000 65536"/>
                <a:gd name="T17" fmla="*/ 0 60000 65536"/>
                <a:gd name="T18" fmla="*/ 0 60000 65536"/>
                <a:gd name="T19" fmla="*/ 0 60000 65536"/>
                <a:gd name="T20" fmla="*/ 0 60000 65536"/>
                <a:gd name="T21" fmla="*/ 0 w 674"/>
                <a:gd name="T22" fmla="*/ 0 h 336"/>
                <a:gd name="T23" fmla="*/ 674 w 674"/>
                <a:gd name="T24" fmla="*/ 336 h 3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4" h="336">
                  <a:moveTo>
                    <a:pt x="337" y="241"/>
                  </a:moveTo>
                  <a:cubicBezTo>
                    <a:pt x="204" y="241"/>
                    <a:pt x="95" y="133"/>
                    <a:pt x="95" y="0"/>
                  </a:cubicBezTo>
                  <a:cubicBezTo>
                    <a:pt x="0" y="0"/>
                    <a:pt x="0" y="0"/>
                    <a:pt x="0" y="0"/>
                  </a:cubicBezTo>
                  <a:cubicBezTo>
                    <a:pt x="0" y="186"/>
                    <a:pt x="151" y="336"/>
                    <a:pt x="337" y="336"/>
                  </a:cubicBezTo>
                  <a:cubicBezTo>
                    <a:pt x="523" y="336"/>
                    <a:pt x="674" y="186"/>
                    <a:pt x="674" y="0"/>
                  </a:cubicBezTo>
                  <a:cubicBezTo>
                    <a:pt x="579" y="0"/>
                    <a:pt x="579" y="0"/>
                    <a:pt x="579" y="0"/>
                  </a:cubicBezTo>
                  <a:cubicBezTo>
                    <a:pt x="579" y="133"/>
                    <a:pt x="471" y="241"/>
                    <a:pt x="337" y="241"/>
                  </a:cubicBezTo>
                  <a:close/>
                </a:path>
              </a:pathLst>
            </a:custGeom>
            <a:solidFill>
              <a:schemeClr val="accent3"/>
            </a:solidFill>
            <a:ln w="9525">
              <a:noFill/>
              <a:round/>
            </a:ln>
          </p:spPr>
          <p:txBody>
            <a:bodyPr/>
            <a:lstStyle/>
            <a:p>
              <a:endParaRPr lang="zh-CN" altLang="en-US" sz="2519">
                <a:latin typeface="+mn-ea"/>
                <a:sym typeface="思源黑体 CN Normal" panose="020B0400000000000000" pitchFamily="34" charset="-122"/>
              </a:endParaRPr>
            </a:p>
          </p:txBody>
        </p:sp>
        <p:sp>
          <p:nvSpPr>
            <p:cNvPr id="12" name="Freeform 14">
              <a:extLst>
                <a:ext uri="{FF2B5EF4-FFF2-40B4-BE49-F238E27FC236}">
                  <a16:creationId xmlns:a16="http://schemas.microsoft.com/office/drawing/2014/main" id="{15AC13E9-089B-487A-8452-5BBE94B02DDA}"/>
                </a:ext>
              </a:extLst>
            </p:cNvPr>
            <p:cNvSpPr/>
            <p:nvPr/>
          </p:nvSpPr>
          <p:spPr bwMode="auto">
            <a:xfrm>
              <a:off x="6953271" y="1185709"/>
              <a:ext cx="2470807" cy="1242070"/>
            </a:xfrm>
            <a:custGeom>
              <a:avLst/>
              <a:gdLst>
                <a:gd name="T0" fmla="*/ 336 w 673"/>
                <a:gd name="T1" fmla="*/ 0 h 337"/>
                <a:gd name="T2" fmla="*/ 0 w 673"/>
                <a:gd name="T3" fmla="*/ 337 h 337"/>
                <a:gd name="T4" fmla="*/ 95 w 673"/>
                <a:gd name="T5" fmla="*/ 337 h 337"/>
                <a:gd name="T6" fmla="*/ 336 w 673"/>
                <a:gd name="T7" fmla="*/ 95 h 337"/>
                <a:gd name="T8" fmla="*/ 578 w 673"/>
                <a:gd name="T9" fmla="*/ 337 h 337"/>
                <a:gd name="T10" fmla="*/ 673 w 673"/>
                <a:gd name="T11" fmla="*/ 337 h 337"/>
                <a:gd name="T12" fmla="*/ 336 w 673"/>
                <a:gd name="T13" fmla="*/ 0 h 337"/>
                <a:gd name="T14" fmla="*/ 0 60000 65536"/>
                <a:gd name="T15" fmla="*/ 0 60000 65536"/>
                <a:gd name="T16" fmla="*/ 0 60000 65536"/>
                <a:gd name="T17" fmla="*/ 0 60000 65536"/>
                <a:gd name="T18" fmla="*/ 0 60000 65536"/>
                <a:gd name="T19" fmla="*/ 0 60000 65536"/>
                <a:gd name="T20" fmla="*/ 0 60000 65536"/>
                <a:gd name="T21" fmla="*/ 0 w 673"/>
                <a:gd name="T22" fmla="*/ 0 h 337"/>
                <a:gd name="T23" fmla="*/ 673 w 673"/>
                <a:gd name="T24" fmla="*/ 337 h 3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7">
                  <a:moveTo>
                    <a:pt x="336" y="0"/>
                  </a:moveTo>
                  <a:cubicBezTo>
                    <a:pt x="150" y="0"/>
                    <a:pt x="0" y="151"/>
                    <a:pt x="0" y="337"/>
                  </a:cubicBezTo>
                  <a:cubicBezTo>
                    <a:pt x="95" y="337"/>
                    <a:pt x="95" y="337"/>
                    <a:pt x="95" y="337"/>
                  </a:cubicBezTo>
                  <a:cubicBezTo>
                    <a:pt x="95" y="203"/>
                    <a:pt x="203" y="95"/>
                    <a:pt x="336" y="95"/>
                  </a:cubicBezTo>
                  <a:cubicBezTo>
                    <a:pt x="470" y="95"/>
                    <a:pt x="578" y="203"/>
                    <a:pt x="578" y="337"/>
                  </a:cubicBezTo>
                  <a:cubicBezTo>
                    <a:pt x="673" y="337"/>
                    <a:pt x="673" y="337"/>
                    <a:pt x="673" y="337"/>
                  </a:cubicBezTo>
                  <a:cubicBezTo>
                    <a:pt x="673" y="151"/>
                    <a:pt x="522" y="0"/>
                    <a:pt x="336" y="0"/>
                  </a:cubicBezTo>
                  <a:close/>
                </a:path>
              </a:pathLst>
            </a:custGeom>
            <a:solidFill>
              <a:schemeClr val="accent3"/>
            </a:solidFill>
            <a:ln w="9525">
              <a:noFill/>
              <a:round/>
            </a:ln>
          </p:spPr>
          <p:txBody>
            <a:bodyPr/>
            <a:lstStyle/>
            <a:p>
              <a:endParaRPr lang="zh-CN" altLang="en-US" sz="2519">
                <a:latin typeface="+mn-ea"/>
                <a:sym typeface="思源黑体 CN Normal" panose="020B0400000000000000" pitchFamily="34" charset="-122"/>
              </a:endParaRPr>
            </a:p>
          </p:txBody>
        </p:sp>
        <p:sp>
          <p:nvSpPr>
            <p:cNvPr id="13" name="Freeform 15">
              <a:extLst>
                <a:ext uri="{FF2B5EF4-FFF2-40B4-BE49-F238E27FC236}">
                  <a16:creationId xmlns:a16="http://schemas.microsoft.com/office/drawing/2014/main" id="{2AD86BEA-643D-469E-945F-486455E389CC}"/>
                </a:ext>
              </a:extLst>
            </p:cNvPr>
            <p:cNvSpPr/>
            <p:nvPr/>
          </p:nvSpPr>
          <p:spPr bwMode="auto">
            <a:xfrm>
              <a:off x="9075233" y="2427779"/>
              <a:ext cx="2473028" cy="1239847"/>
            </a:xfrm>
            <a:custGeom>
              <a:avLst/>
              <a:gdLst>
                <a:gd name="T0" fmla="*/ 337 w 674"/>
                <a:gd name="T1" fmla="*/ 241 h 336"/>
                <a:gd name="T2" fmla="*/ 95 w 674"/>
                <a:gd name="T3" fmla="*/ 0 h 336"/>
                <a:gd name="T4" fmla="*/ 0 w 674"/>
                <a:gd name="T5" fmla="*/ 0 h 336"/>
                <a:gd name="T6" fmla="*/ 337 w 674"/>
                <a:gd name="T7" fmla="*/ 336 h 336"/>
                <a:gd name="T8" fmla="*/ 674 w 674"/>
                <a:gd name="T9" fmla="*/ 0 h 336"/>
                <a:gd name="T10" fmla="*/ 579 w 674"/>
                <a:gd name="T11" fmla="*/ 0 h 336"/>
                <a:gd name="T12" fmla="*/ 337 w 674"/>
                <a:gd name="T13" fmla="*/ 241 h 336"/>
                <a:gd name="T14" fmla="*/ 0 60000 65536"/>
                <a:gd name="T15" fmla="*/ 0 60000 65536"/>
                <a:gd name="T16" fmla="*/ 0 60000 65536"/>
                <a:gd name="T17" fmla="*/ 0 60000 65536"/>
                <a:gd name="T18" fmla="*/ 0 60000 65536"/>
                <a:gd name="T19" fmla="*/ 0 60000 65536"/>
                <a:gd name="T20" fmla="*/ 0 60000 65536"/>
                <a:gd name="T21" fmla="*/ 0 w 674"/>
                <a:gd name="T22" fmla="*/ 0 h 336"/>
                <a:gd name="T23" fmla="*/ 674 w 674"/>
                <a:gd name="T24" fmla="*/ 336 h 3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4" h="336">
                  <a:moveTo>
                    <a:pt x="337" y="241"/>
                  </a:moveTo>
                  <a:cubicBezTo>
                    <a:pt x="203" y="241"/>
                    <a:pt x="95" y="133"/>
                    <a:pt x="95" y="0"/>
                  </a:cubicBezTo>
                  <a:cubicBezTo>
                    <a:pt x="0" y="0"/>
                    <a:pt x="0" y="0"/>
                    <a:pt x="0" y="0"/>
                  </a:cubicBezTo>
                  <a:cubicBezTo>
                    <a:pt x="0" y="186"/>
                    <a:pt x="151" y="336"/>
                    <a:pt x="337" y="336"/>
                  </a:cubicBezTo>
                  <a:cubicBezTo>
                    <a:pt x="523" y="336"/>
                    <a:pt x="674" y="186"/>
                    <a:pt x="674" y="0"/>
                  </a:cubicBezTo>
                  <a:cubicBezTo>
                    <a:pt x="579" y="0"/>
                    <a:pt x="579" y="0"/>
                    <a:pt x="579" y="0"/>
                  </a:cubicBezTo>
                  <a:cubicBezTo>
                    <a:pt x="579" y="133"/>
                    <a:pt x="470" y="241"/>
                    <a:pt x="337" y="241"/>
                  </a:cubicBezTo>
                  <a:close/>
                </a:path>
              </a:pathLst>
            </a:custGeom>
            <a:solidFill>
              <a:schemeClr val="accent6"/>
            </a:solidFill>
            <a:ln w="9525">
              <a:noFill/>
              <a:round/>
            </a:ln>
          </p:spPr>
          <p:txBody>
            <a:bodyPr/>
            <a:lstStyle/>
            <a:p>
              <a:endParaRPr lang="zh-CN" altLang="en-US" sz="2519">
                <a:latin typeface="+mn-ea"/>
                <a:sym typeface="思源黑体 CN Normal" panose="020B0400000000000000" pitchFamily="34" charset="-122"/>
              </a:endParaRPr>
            </a:p>
          </p:txBody>
        </p:sp>
        <p:sp>
          <p:nvSpPr>
            <p:cNvPr id="14" name="Freeform 16">
              <a:extLst>
                <a:ext uri="{FF2B5EF4-FFF2-40B4-BE49-F238E27FC236}">
                  <a16:creationId xmlns:a16="http://schemas.microsoft.com/office/drawing/2014/main" id="{FA3AF34C-7C45-4DB4-9EB6-8BB337BA93C7}"/>
                </a:ext>
              </a:extLst>
            </p:cNvPr>
            <p:cNvSpPr/>
            <p:nvPr/>
          </p:nvSpPr>
          <p:spPr bwMode="auto">
            <a:xfrm>
              <a:off x="585165" y="1194597"/>
              <a:ext cx="2470807" cy="1242070"/>
            </a:xfrm>
            <a:custGeom>
              <a:avLst/>
              <a:gdLst>
                <a:gd name="T0" fmla="*/ 336 w 673"/>
                <a:gd name="T1" fmla="*/ 0 h 337"/>
                <a:gd name="T2" fmla="*/ 0 w 673"/>
                <a:gd name="T3" fmla="*/ 337 h 337"/>
                <a:gd name="T4" fmla="*/ 95 w 673"/>
                <a:gd name="T5" fmla="*/ 337 h 337"/>
                <a:gd name="T6" fmla="*/ 336 w 673"/>
                <a:gd name="T7" fmla="*/ 95 h 337"/>
                <a:gd name="T8" fmla="*/ 578 w 673"/>
                <a:gd name="T9" fmla="*/ 337 h 337"/>
                <a:gd name="T10" fmla="*/ 673 w 673"/>
                <a:gd name="T11" fmla="*/ 337 h 337"/>
                <a:gd name="T12" fmla="*/ 336 w 673"/>
                <a:gd name="T13" fmla="*/ 0 h 337"/>
                <a:gd name="T14" fmla="*/ 0 60000 65536"/>
                <a:gd name="T15" fmla="*/ 0 60000 65536"/>
                <a:gd name="T16" fmla="*/ 0 60000 65536"/>
                <a:gd name="T17" fmla="*/ 0 60000 65536"/>
                <a:gd name="T18" fmla="*/ 0 60000 65536"/>
                <a:gd name="T19" fmla="*/ 0 60000 65536"/>
                <a:gd name="T20" fmla="*/ 0 60000 65536"/>
                <a:gd name="T21" fmla="*/ 0 w 673"/>
                <a:gd name="T22" fmla="*/ 0 h 337"/>
                <a:gd name="T23" fmla="*/ 673 w 673"/>
                <a:gd name="T24" fmla="*/ 337 h 3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7">
                  <a:moveTo>
                    <a:pt x="336" y="0"/>
                  </a:moveTo>
                  <a:cubicBezTo>
                    <a:pt x="150" y="0"/>
                    <a:pt x="0" y="151"/>
                    <a:pt x="0" y="337"/>
                  </a:cubicBezTo>
                  <a:cubicBezTo>
                    <a:pt x="95" y="337"/>
                    <a:pt x="95" y="337"/>
                    <a:pt x="95" y="337"/>
                  </a:cubicBezTo>
                  <a:cubicBezTo>
                    <a:pt x="95" y="203"/>
                    <a:pt x="203" y="95"/>
                    <a:pt x="336" y="95"/>
                  </a:cubicBezTo>
                  <a:cubicBezTo>
                    <a:pt x="470" y="95"/>
                    <a:pt x="578" y="203"/>
                    <a:pt x="578" y="337"/>
                  </a:cubicBezTo>
                  <a:cubicBezTo>
                    <a:pt x="673" y="337"/>
                    <a:pt x="673" y="337"/>
                    <a:pt x="673" y="337"/>
                  </a:cubicBezTo>
                  <a:cubicBezTo>
                    <a:pt x="673" y="151"/>
                    <a:pt x="522" y="0"/>
                    <a:pt x="336" y="0"/>
                  </a:cubicBezTo>
                  <a:close/>
                </a:path>
              </a:pathLst>
            </a:custGeom>
            <a:solidFill>
              <a:schemeClr val="accent2"/>
            </a:solidFill>
            <a:ln w="9525">
              <a:noFill/>
              <a:round/>
            </a:ln>
          </p:spPr>
          <p:txBody>
            <a:bodyPr/>
            <a:lstStyle/>
            <a:p>
              <a:endParaRPr lang="zh-CN" altLang="en-US" sz="2519">
                <a:latin typeface="+mn-ea"/>
                <a:sym typeface="思源黑体 CN Normal" panose="020B0400000000000000" pitchFamily="34" charset="-122"/>
              </a:endParaRPr>
            </a:p>
          </p:txBody>
        </p:sp>
        <p:sp>
          <p:nvSpPr>
            <p:cNvPr id="15" name="Freeform 17">
              <a:extLst>
                <a:ext uri="{FF2B5EF4-FFF2-40B4-BE49-F238E27FC236}">
                  <a16:creationId xmlns:a16="http://schemas.microsoft.com/office/drawing/2014/main" id="{B624759B-F676-441C-8A45-AC60BF41278F}"/>
                </a:ext>
              </a:extLst>
            </p:cNvPr>
            <p:cNvSpPr/>
            <p:nvPr/>
          </p:nvSpPr>
          <p:spPr bwMode="auto">
            <a:xfrm>
              <a:off x="2707127" y="2427779"/>
              <a:ext cx="2470807" cy="1239847"/>
            </a:xfrm>
            <a:custGeom>
              <a:avLst/>
              <a:gdLst>
                <a:gd name="T0" fmla="*/ 337 w 673"/>
                <a:gd name="T1" fmla="*/ 241 h 336"/>
                <a:gd name="T2" fmla="*/ 95 w 673"/>
                <a:gd name="T3" fmla="*/ 0 h 336"/>
                <a:gd name="T4" fmla="*/ 0 w 673"/>
                <a:gd name="T5" fmla="*/ 0 h 336"/>
                <a:gd name="T6" fmla="*/ 337 w 673"/>
                <a:gd name="T7" fmla="*/ 336 h 336"/>
                <a:gd name="T8" fmla="*/ 673 w 673"/>
                <a:gd name="T9" fmla="*/ 0 h 336"/>
                <a:gd name="T10" fmla="*/ 578 w 673"/>
                <a:gd name="T11" fmla="*/ 0 h 336"/>
                <a:gd name="T12" fmla="*/ 337 w 673"/>
                <a:gd name="T13" fmla="*/ 241 h 336"/>
                <a:gd name="T14" fmla="*/ 0 60000 65536"/>
                <a:gd name="T15" fmla="*/ 0 60000 65536"/>
                <a:gd name="T16" fmla="*/ 0 60000 65536"/>
                <a:gd name="T17" fmla="*/ 0 60000 65536"/>
                <a:gd name="T18" fmla="*/ 0 60000 65536"/>
                <a:gd name="T19" fmla="*/ 0 60000 65536"/>
                <a:gd name="T20" fmla="*/ 0 60000 65536"/>
                <a:gd name="T21" fmla="*/ 0 w 673"/>
                <a:gd name="T22" fmla="*/ 0 h 336"/>
                <a:gd name="T23" fmla="*/ 673 w 673"/>
                <a:gd name="T24" fmla="*/ 336 h 3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6">
                  <a:moveTo>
                    <a:pt x="337" y="241"/>
                  </a:moveTo>
                  <a:cubicBezTo>
                    <a:pt x="203" y="241"/>
                    <a:pt x="95" y="133"/>
                    <a:pt x="95" y="0"/>
                  </a:cubicBezTo>
                  <a:cubicBezTo>
                    <a:pt x="0" y="0"/>
                    <a:pt x="0" y="0"/>
                    <a:pt x="0" y="0"/>
                  </a:cubicBezTo>
                  <a:cubicBezTo>
                    <a:pt x="0" y="186"/>
                    <a:pt x="151" y="336"/>
                    <a:pt x="337" y="336"/>
                  </a:cubicBezTo>
                  <a:cubicBezTo>
                    <a:pt x="523" y="336"/>
                    <a:pt x="673" y="186"/>
                    <a:pt x="673" y="0"/>
                  </a:cubicBezTo>
                  <a:cubicBezTo>
                    <a:pt x="578" y="0"/>
                    <a:pt x="578" y="0"/>
                    <a:pt x="578" y="0"/>
                  </a:cubicBezTo>
                  <a:cubicBezTo>
                    <a:pt x="578" y="133"/>
                    <a:pt x="470" y="241"/>
                    <a:pt x="337" y="241"/>
                  </a:cubicBezTo>
                  <a:close/>
                </a:path>
              </a:pathLst>
            </a:custGeom>
            <a:solidFill>
              <a:schemeClr val="accent2">
                <a:lumMod val="100000"/>
              </a:schemeClr>
            </a:solidFill>
            <a:ln w="9525">
              <a:noFill/>
              <a:round/>
            </a:ln>
          </p:spPr>
          <p:txBody>
            <a:bodyPr/>
            <a:lstStyle/>
            <a:p>
              <a:endParaRPr lang="zh-CN" altLang="en-US" sz="2519">
                <a:latin typeface="+mn-ea"/>
                <a:sym typeface="思源黑体 CN Normal" panose="020B0400000000000000" pitchFamily="34" charset="-122"/>
              </a:endParaRPr>
            </a:p>
          </p:txBody>
        </p:sp>
        <p:sp>
          <p:nvSpPr>
            <p:cNvPr id="16" name="Freeform 18">
              <a:extLst>
                <a:ext uri="{FF2B5EF4-FFF2-40B4-BE49-F238E27FC236}">
                  <a16:creationId xmlns:a16="http://schemas.microsoft.com/office/drawing/2014/main" id="{0CD261FC-E034-4217-9897-1344FCCADA1D}"/>
                </a:ext>
              </a:extLst>
            </p:cNvPr>
            <p:cNvSpPr/>
            <p:nvPr/>
          </p:nvSpPr>
          <p:spPr bwMode="auto">
            <a:xfrm>
              <a:off x="4829087" y="1194597"/>
              <a:ext cx="2473030" cy="1242070"/>
            </a:xfrm>
            <a:custGeom>
              <a:avLst/>
              <a:gdLst>
                <a:gd name="T0" fmla="*/ 337 w 674"/>
                <a:gd name="T1" fmla="*/ 0 h 337"/>
                <a:gd name="T2" fmla="*/ 0 w 674"/>
                <a:gd name="T3" fmla="*/ 337 h 337"/>
                <a:gd name="T4" fmla="*/ 95 w 674"/>
                <a:gd name="T5" fmla="*/ 337 h 337"/>
                <a:gd name="T6" fmla="*/ 337 w 674"/>
                <a:gd name="T7" fmla="*/ 95 h 337"/>
                <a:gd name="T8" fmla="*/ 579 w 674"/>
                <a:gd name="T9" fmla="*/ 337 h 337"/>
                <a:gd name="T10" fmla="*/ 674 w 674"/>
                <a:gd name="T11" fmla="*/ 337 h 337"/>
                <a:gd name="T12" fmla="*/ 337 w 674"/>
                <a:gd name="T13" fmla="*/ 0 h 337"/>
                <a:gd name="T14" fmla="*/ 0 60000 65536"/>
                <a:gd name="T15" fmla="*/ 0 60000 65536"/>
                <a:gd name="T16" fmla="*/ 0 60000 65536"/>
                <a:gd name="T17" fmla="*/ 0 60000 65536"/>
                <a:gd name="T18" fmla="*/ 0 60000 65536"/>
                <a:gd name="T19" fmla="*/ 0 60000 65536"/>
                <a:gd name="T20" fmla="*/ 0 60000 65536"/>
                <a:gd name="T21" fmla="*/ 0 w 674"/>
                <a:gd name="T22" fmla="*/ 0 h 337"/>
                <a:gd name="T23" fmla="*/ 674 w 674"/>
                <a:gd name="T24" fmla="*/ 337 h 3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4" h="337">
                  <a:moveTo>
                    <a:pt x="337" y="0"/>
                  </a:moveTo>
                  <a:cubicBezTo>
                    <a:pt x="151" y="0"/>
                    <a:pt x="0" y="151"/>
                    <a:pt x="0" y="337"/>
                  </a:cubicBezTo>
                  <a:cubicBezTo>
                    <a:pt x="95" y="337"/>
                    <a:pt x="95" y="337"/>
                    <a:pt x="95" y="337"/>
                  </a:cubicBezTo>
                  <a:cubicBezTo>
                    <a:pt x="95" y="203"/>
                    <a:pt x="204" y="95"/>
                    <a:pt x="337" y="95"/>
                  </a:cubicBezTo>
                  <a:cubicBezTo>
                    <a:pt x="471" y="95"/>
                    <a:pt x="579" y="203"/>
                    <a:pt x="579" y="337"/>
                  </a:cubicBezTo>
                  <a:cubicBezTo>
                    <a:pt x="674" y="337"/>
                    <a:pt x="674" y="337"/>
                    <a:pt x="674" y="337"/>
                  </a:cubicBezTo>
                  <a:cubicBezTo>
                    <a:pt x="674" y="151"/>
                    <a:pt x="523" y="0"/>
                    <a:pt x="337" y="0"/>
                  </a:cubicBezTo>
                  <a:close/>
                </a:path>
              </a:pathLst>
            </a:custGeom>
            <a:solidFill>
              <a:schemeClr val="accent4"/>
            </a:solidFill>
            <a:ln w="9525">
              <a:noFill/>
              <a:round/>
            </a:ln>
          </p:spPr>
          <p:txBody>
            <a:bodyPr/>
            <a:lstStyle/>
            <a:p>
              <a:endParaRPr lang="zh-CN" altLang="en-US" sz="2519">
                <a:latin typeface="+mn-ea"/>
                <a:sym typeface="思源黑体 CN Normal" panose="020B0400000000000000" pitchFamily="34" charset="-122"/>
              </a:endParaRPr>
            </a:p>
          </p:txBody>
        </p:sp>
        <p:sp>
          <p:nvSpPr>
            <p:cNvPr id="17" name="Freeform 19">
              <a:extLst>
                <a:ext uri="{FF2B5EF4-FFF2-40B4-BE49-F238E27FC236}">
                  <a16:creationId xmlns:a16="http://schemas.microsoft.com/office/drawing/2014/main" id="{B394C252-A27A-41EE-8AA4-F8CB735A3149}"/>
                </a:ext>
              </a:extLst>
            </p:cNvPr>
            <p:cNvSpPr/>
            <p:nvPr/>
          </p:nvSpPr>
          <p:spPr bwMode="auto">
            <a:xfrm>
              <a:off x="6953271" y="2427779"/>
              <a:ext cx="2470807" cy="1239847"/>
            </a:xfrm>
            <a:custGeom>
              <a:avLst/>
              <a:gdLst>
                <a:gd name="T0" fmla="*/ 336 w 673"/>
                <a:gd name="T1" fmla="*/ 241 h 336"/>
                <a:gd name="T2" fmla="*/ 95 w 673"/>
                <a:gd name="T3" fmla="*/ 0 h 336"/>
                <a:gd name="T4" fmla="*/ 0 w 673"/>
                <a:gd name="T5" fmla="*/ 0 h 336"/>
                <a:gd name="T6" fmla="*/ 336 w 673"/>
                <a:gd name="T7" fmla="*/ 336 h 336"/>
                <a:gd name="T8" fmla="*/ 673 w 673"/>
                <a:gd name="T9" fmla="*/ 0 h 336"/>
                <a:gd name="T10" fmla="*/ 578 w 673"/>
                <a:gd name="T11" fmla="*/ 0 h 336"/>
                <a:gd name="T12" fmla="*/ 336 w 673"/>
                <a:gd name="T13" fmla="*/ 241 h 336"/>
                <a:gd name="T14" fmla="*/ 0 60000 65536"/>
                <a:gd name="T15" fmla="*/ 0 60000 65536"/>
                <a:gd name="T16" fmla="*/ 0 60000 65536"/>
                <a:gd name="T17" fmla="*/ 0 60000 65536"/>
                <a:gd name="T18" fmla="*/ 0 60000 65536"/>
                <a:gd name="T19" fmla="*/ 0 60000 65536"/>
                <a:gd name="T20" fmla="*/ 0 60000 65536"/>
                <a:gd name="T21" fmla="*/ 0 w 673"/>
                <a:gd name="T22" fmla="*/ 0 h 336"/>
                <a:gd name="T23" fmla="*/ 673 w 673"/>
                <a:gd name="T24" fmla="*/ 336 h 3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3" h="336">
                  <a:moveTo>
                    <a:pt x="336" y="241"/>
                  </a:moveTo>
                  <a:cubicBezTo>
                    <a:pt x="203" y="241"/>
                    <a:pt x="95" y="133"/>
                    <a:pt x="95" y="0"/>
                  </a:cubicBezTo>
                  <a:cubicBezTo>
                    <a:pt x="0" y="0"/>
                    <a:pt x="0" y="0"/>
                    <a:pt x="0" y="0"/>
                  </a:cubicBezTo>
                  <a:cubicBezTo>
                    <a:pt x="0" y="186"/>
                    <a:pt x="150" y="336"/>
                    <a:pt x="336" y="336"/>
                  </a:cubicBezTo>
                  <a:cubicBezTo>
                    <a:pt x="522" y="336"/>
                    <a:pt x="673" y="186"/>
                    <a:pt x="673" y="0"/>
                  </a:cubicBezTo>
                  <a:cubicBezTo>
                    <a:pt x="578" y="0"/>
                    <a:pt x="578" y="0"/>
                    <a:pt x="578" y="0"/>
                  </a:cubicBezTo>
                  <a:cubicBezTo>
                    <a:pt x="578" y="133"/>
                    <a:pt x="470" y="241"/>
                    <a:pt x="336" y="241"/>
                  </a:cubicBezTo>
                  <a:close/>
                </a:path>
              </a:pathLst>
            </a:custGeom>
            <a:solidFill>
              <a:schemeClr val="accent4"/>
            </a:solidFill>
            <a:ln w="9525">
              <a:noFill/>
              <a:round/>
            </a:ln>
          </p:spPr>
          <p:txBody>
            <a:bodyPr/>
            <a:lstStyle/>
            <a:p>
              <a:endParaRPr lang="zh-CN" altLang="en-US" sz="2519">
                <a:latin typeface="+mn-ea"/>
                <a:sym typeface="思源黑体 CN Normal" panose="020B0400000000000000" pitchFamily="34" charset="-122"/>
              </a:endParaRPr>
            </a:p>
          </p:txBody>
        </p:sp>
        <p:sp>
          <p:nvSpPr>
            <p:cNvPr id="18" name="Freeform 20">
              <a:extLst>
                <a:ext uri="{FF2B5EF4-FFF2-40B4-BE49-F238E27FC236}">
                  <a16:creationId xmlns:a16="http://schemas.microsoft.com/office/drawing/2014/main" id="{A9DD1D3F-A5A8-4A4D-B527-8B63DDEAA878}"/>
                </a:ext>
              </a:extLst>
            </p:cNvPr>
            <p:cNvSpPr/>
            <p:nvPr/>
          </p:nvSpPr>
          <p:spPr bwMode="auto">
            <a:xfrm>
              <a:off x="9075233" y="1194597"/>
              <a:ext cx="2473028" cy="1242070"/>
            </a:xfrm>
            <a:custGeom>
              <a:avLst/>
              <a:gdLst>
                <a:gd name="T0" fmla="*/ 337 w 674"/>
                <a:gd name="T1" fmla="*/ 0 h 337"/>
                <a:gd name="T2" fmla="*/ 0 w 674"/>
                <a:gd name="T3" fmla="*/ 337 h 337"/>
                <a:gd name="T4" fmla="*/ 95 w 674"/>
                <a:gd name="T5" fmla="*/ 337 h 337"/>
                <a:gd name="T6" fmla="*/ 337 w 674"/>
                <a:gd name="T7" fmla="*/ 95 h 337"/>
                <a:gd name="T8" fmla="*/ 579 w 674"/>
                <a:gd name="T9" fmla="*/ 337 h 337"/>
                <a:gd name="T10" fmla="*/ 674 w 674"/>
                <a:gd name="T11" fmla="*/ 337 h 337"/>
                <a:gd name="T12" fmla="*/ 337 w 674"/>
                <a:gd name="T13" fmla="*/ 0 h 337"/>
                <a:gd name="T14" fmla="*/ 0 60000 65536"/>
                <a:gd name="T15" fmla="*/ 0 60000 65536"/>
                <a:gd name="T16" fmla="*/ 0 60000 65536"/>
                <a:gd name="T17" fmla="*/ 0 60000 65536"/>
                <a:gd name="T18" fmla="*/ 0 60000 65536"/>
                <a:gd name="T19" fmla="*/ 0 60000 65536"/>
                <a:gd name="T20" fmla="*/ 0 60000 65536"/>
                <a:gd name="T21" fmla="*/ 0 w 674"/>
                <a:gd name="T22" fmla="*/ 0 h 337"/>
                <a:gd name="T23" fmla="*/ 674 w 674"/>
                <a:gd name="T24" fmla="*/ 337 h 3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674" h="337">
                  <a:moveTo>
                    <a:pt x="337" y="0"/>
                  </a:moveTo>
                  <a:cubicBezTo>
                    <a:pt x="151" y="0"/>
                    <a:pt x="0" y="151"/>
                    <a:pt x="0" y="337"/>
                  </a:cubicBezTo>
                  <a:cubicBezTo>
                    <a:pt x="95" y="337"/>
                    <a:pt x="95" y="337"/>
                    <a:pt x="95" y="337"/>
                  </a:cubicBezTo>
                  <a:cubicBezTo>
                    <a:pt x="95" y="203"/>
                    <a:pt x="203" y="95"/>
                    <a:pt x="337" y="95"/>
                  </a:cubicBezTo>
                  <a:cubicBezTo>
                    <a:pt x="470" y="95"/>
                    <a:pt x="579" y="203"/>
                    <a:pt x="579" y="337"/>
                  </a:cubicBezTo>
                  <a:cubicBezTo>
                    <a:pt x="674" y="337"/>
                    <a:pt x="674" y="337"/>
                    <a:pt x="674" y="337"/>
                  </a:cubicBezTo>
                  <a:cubicBezTo>
                    <a:pt x="674" y="151"/>
                    <a:pt x="523" y="0"/>
                    <a:pt x="337" y="0"/>
                  </a:cubicBezTo>
                  <a:close/>
                </a:path>
              </a:pathLst>
            </a:custGeom>
            <a:solidFill>
              <a:schemeClr val="accent1"/>
            </a:solidFill>
            <a:ln w="9525">
              <a:noFill/>
              <a:round/>
            </a:ln>
          </p:spPr>
          <p:txBody>
            <a:bodyPr/>
            <a:lstStyle/>
            <a:p>
              <a:endParaRPr lang="zh-CN" altLang="en-US" sz="2519">
                <a:latin typeface="+mn-ea"/>
                <a:sym typeface="思源黑体 CN Normal" panose="020B0400000000000000" pitchFamily="34" charset="-122"/>
              </a:endParaRPr>
            </a:p>
          </p:txBody>
        </p:sp>
      </p:grpSp>
      <p:sp>
        <p:nvSpPr>
          <p:cNvPr id="44" name="Inhaltsplatzhalter 4">
            <a:extLst>
              <a:ext uri="{FF2B5EF4-FFF2-40B4-BE49-F238E27FC236}">
                <a16:creationId xmlns:a16="http://schemas.microsoft.com/office/drawing/2014/main" id="{5E94D99C-B646-4BDC-8AC1-3FA4589E277D}"/>
              </a:ext>
            </a:extLst>
          </p:cNvPr>
          <p:cNvSpPr txBox="1"/>
          <p:nvPr/>
        </p:nvSpPr>
        <p:spPr>
          <a:xfrm>
            <a:off x="1007169" y="3988030"/>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45" name="Inhaltsplatzhalter 4">
            <a:extLst>
              <a:ext uri="{FF2B5EF4-FFF2-40B4-BE49-F238E27FC236}">
                <a16:creationId xmlns:a16="http://schemas.microsoft.com/office/drawing/2014/main" id="{438432FD-D09B-4B2D-B449-92332B9B7864}"/>
              </a:ext>
            </a:extLst>
          </p:cNvPr>
          <p:cNvSpPr txBox="1"/>
          <p:nvPr/>
        </p:nvSpPr>
        <p:spPr>
          <a:xfrm>
            <a:off x="1007169" y="4299197"/>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49" name="Inhaltsplatzhalter 4">
            <a:extLst>
              <a:ext uri="{FF2B5EF4-FFF2-40B4-BE49-F238E27FC236}">
                <a16:creationId xmlns:a16="http://schemas.microsoft.com/office/drawing/2014/main" id="{19246927-81AA-44BE-A933-F53479AB0BC8}"/>
              </a:ext>
            </a:extLst>
          </p:cNvPr>
          <p:cNvSpPr txBox="1"/>
          <p:nvPr/>
        </p:nvSpPr>
        <p:spPr>
          <a:xfrm>
            <a:off x="3130241" y="3988030"/>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accent2"/>
              </a:solidFill>
              <a:latin typeface="+mn-lt"/>
            </a:endParaRPr>
          </a:p>
        </p:txBody>
      </p:sp>
      <p:sp>
        <p:nvSpPr>
          <p:cNvPr id="50" name="Inhaltsplatzhalter 4">
            <a:extLst>
              <a:ext uri="{FF2B5EF4-FFF2-40B4-BE49-F238E27FC236}">
                <a16:creationId xmlns:a16="http://schemas.microsoft.com/office/drawing/2014/main" id="{FE8477C3-D7C2-475F-A66E-697A85EE2DE0}"/>
              </a:ext>
            </a:extLst>
          </p:cNvPr>
          <p:cNvSpPr txBox="1"/>
          <p:nvPr/>
        </p:nvSpPr>
        <p:spPr>
          <a:xfrm>
            <a:off x="3130241" y="4299197"/>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52" name="Inhaltsplatzhalter 4">
            <a:extLst>
              <a:ext uri="{FF2B5EF4-FFF2-40B4-BE49-F238E27FC236}">
                <a16:creationId xmlns:a16="http://schemas.microsoft.com/office/drawing/2014/main" id="{CEF8A373-E6BC-4660-9322-B20A7F98B5D9}"/>
              </a:ext>
            </a:extLst>
          </p:cNvPr>
          <p:cNvSpPr txBox="1"/>
          <p:nvPr/>
        </p:nvSpPr>
        <p:spPr>
          <a:xfrm>
            <a:off x="5253313" y="3998479"/>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3"/>
                </a:solidFill>
                <a:latin typeface="+mj-lt"/>
              </a:rPr>
              <a:t>小标题</a:t>
            </a:r>
            <a:endParaRPr lang="en-US" sz="1200" dirty="0">
              <a:solidFill>
                <a:schemeClr val="accent3"/>
              </a:solidFill>
              <a:latin typeface="+mn-lt"/>
            </a:endParaRPr>
          </a:p>
        </p:txBody>
      </p:sp>
      <p:sp>
        <p:nvSpPr>
          <p:cNvPr id="53" name="Inhaltsplatzhalter 4">
            <a:extLst>
              <a:ext uri="{FF2B5EF4-FFF2-40B4-BE49-F238E27FC236}">
                <a16:creationId xmlns:a16="http://schemas.microsoft.com/office/drawing/2014/main" id="{5DC89E47-3CD5-480D-9710-F45DA0552CAF}"/>
              </a:ext>
            </a:extLst>
          </p:cNvPr>
          <p:cNvSpPr txBox="1"/>
          <p:nvPr/>
        </p:nvSpPr>
        <p:spPr>
          <a:xfrm>
            <a:off x="5253313" y="4309646"/>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55" name="Inhaltsplatzhalter 4">
            <a:extLst>
              <a:ext uri="{FF2B5EF4-FFF2-40B4-BE49-F238E27FC236}">
                <a16:creationId xmlns:a16="http://schemas.microsoft.com/office/drawing/2014/main" id="{5114DE2C-3FA1-4B9C-92AB-BB4119404129}"/>
              </a:ext>
            </a:extLst>
          </p:cNvPr>
          <p:cNvSpPr txBox="1"/>
          <p:nvPr/>
        </p:nvSpPr>
        <p:spPr>
          <a:xfrm>
            <a:off x="7376385" y="3988030"/>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4"/>
                </a:solidFill>
                <a:latin typeface="+mj-lt"/>
              </a:rPr>
              <a:t>小标题</a:t>
            </a:r>
            <a:endParaRPr lang="en-US" sz="1200" dirty="0">
              <a:solidFill>
                <a:schemeClr val="accent4"/>
              </a:solidFill>
              <a:latin typeface="+mn-lt"/>
            </a:endParaRPr>
          </a:p>
        </p:txBody>
      </p:sp>
      <p:sp>
        <p:nvSpPr>
          <p:cNvPr id="56" name="Inhaltsplatzhalter 4">
            <a:extLst>
              <a:ext uri="{FF2B5EF4-FFF2-40B4-BE49-F238E27FC236}">
                <a16:creationId xmlns:a16="http://schemas.microsoft.com/office/drawing/2014/main" id="{D01D889D-E1F8-4873-9298-78C3296B85C7}"/>
              </a:ext>
            </a:extLst>
          </p:cNvPr>
          <p:cNvSpPr txBox="1"/>
          <p:nvPr/>
        </p:nvSpPr>
        <p:spPr>
          <a:xfrm>
            <a:off x="7376385" y="4299197"/>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58" name="Inhaltsplatzhalter 4">
            <a:extLst>
              <a:ext uri="{FF2B5EF4-FFF2-40B4-BE49-F238E27FC236}">
                <a16:creationId xmlns:a16="http://schemas.microsoft.com/office/drawing/2014/main" id="{63ED9F77-8F11-4715-8E7E-2890165A3AF7}"/>
              </a:ext>
            </a:extLst>
          </p:cNvPr>
          <p:cNvSpPr txBox="1"/>
          <p:nvPr/>
        </p:nvSpPr>
        <p:spPr>
          <a:xfrm>
            <a:off x="9499457" y="3998479"/>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6"/>
                </a:solidFill>
                <a:latin typeface="+mj-lt"/>
              </a:rPr>
              <a:t>小标题</a:t>
            </a:r>
            <a:endParaRPr lang="en-US" sz="1200" dirty="0">
              <a:solidFill>
                <a:schemeClr val="accent6"/>
              </a:solidFill>
              <a:latin typeface="+mn-lt"/>
            </a:endParaRPr>
          </a:p>
        </p:txBody>
      </p:sp>
      <p:sp>
        <p:nvSpPr>
          <p:cNvPr id="59" name="Inhaltsplatzhalter 4">
            <a:extLst>
              <a:ext uri="{FF2B5EF4-FFF2-40B4-BE49-F238E27FC236}">
                <a16:creationId xmlns:a16="http://schemas.microsoft.com/office/drawing/2014/main" id="{3C380B0F-D3E3-4B64-BD36-86BDFEA6BE90}"/>
              </a:ext>
            </a:extLst>
          </p:cNvPr>
          <p:cNvSpPr txBox="1"/>
          <p:nvPr/>
        </p:nvSpPr>
        <p:spPr>
          <a:xfrm>
            <a:off x="9499457" y="4309646"/>
            <a:ext cx="1685374" cy="1535036"/>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67" name="矩形 66">
            <a:extLst>
              <a:ext uri="{FF2B5EF4-FFF2-40B4-BE49-F238E27FC236}">
                <a16:creationId xmlns:a16="http://schemas.microsoft.com/office/drawing/2014/main" id="{A4F7ADA9-54D5-4699-B29F-5637071E249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30" name="组合 29">
            <a:extLst>
              <a:ext uri="{FF2B5EF4-FFF2-40B4-BE49-F238E27FC236}">
                <a16:creationId xmlns:a16="http://schemas.microsoft.com/office/drawing/2014/main" id="{89D1C616-9BF5-45DF-BC73-FFFC4FC8A3B2}"/>
              </a:ext>
            </a:extLst>
          </p:cNvPr>
          <p:cNvGrpSpPr>
            <a:grpSpLocks noChangeAspect="1"/>
          </p:cNvGrpSpPr>
          <p:nvPr/>
        </p:nvGrpSpPr>
        <p:grpSpPr>
          <a:xfrm>
            <a:off x="1398746" y="1938208"/>
            <a:ext cx="900000" cy="900000"/>
            <a:chOff x="1309855" y="1853611"/>
            <a:chExt cx="1080000" cy="1080000"/>
          </a:xfrm>
          <a:effectLst>
            <a:outerShdw blurRad="50800" dist="38100" dir="2700000" algn="tl" rotWithShape="0">
              <a:prstClr val="black">
                <a:alpha val="40000"/>
              </a:prstClr>
            </a:outerShdw>
          </a:effectLst>
        </p:grpSpPr>
        <p:sp>
          <p:nvSpPr>
            <p:cNvPr id="31" name="椭圆 30">
              <a:extLst>
                <a:ext uri="{FF2B5EF4-FFF2-40B4-BE49-F238E27FC236}">
                  <a16:creationId xmlns:a16="http://schemas.microsoft.com/office/drawing/2014/main" id="{F63E7BB9-5590-4C86-A2DF-F3430FB5309F}"/>
                </a:ext>
              </a:extLst>
            </p:cNvPr>
            <p:cNvSpPr/>
            <p:nvPr/>
          </p:nvSpPr>
          <p:spPr>
            <a:xfrm>
              <a:off x="1309855" y="1853611"/>
              <a:ext cx="1080000" cy="108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 name="Group 58">
              <a:extLst>
                <a:ext uri="{FF2B5EF4-FFF2-40B4-BE49-F238E27FC236}">
                  <a16:creationId xmlns:a16="http://schemas.microsoft.com/office/drawing/2014/main" id="{691BE0D7-2534-4741-A190-B4E0D605FB4A}"/>
                </a:ext>
              </a:extLst>
            </p:cNvPr>
            <p:cNvGrpSpPr/>
            <p:nvPr/>
          </p:nvGrpSpPr>
          <p:grpSpPr>
            <a:xfrm>
              <a:off x="1518965" y="2062721"/>
              <a:ext cx="661781" cy="661781"/>
              <a:chOff x="837205" y="3542332"/>
              <a:chExt cx="400024" cy="400024"/>
            </a:xfrm>
            <a:solidFill>
              <a:schemeClr val="bg1"/>
            </a:solidFill>
          </p:grpSpPr>
          <p:sp>
            <p:nvSpPr>
              <p:cNvPr id="33" name="Freeform 85">
                <a:extLst>
                  <a:ext uri="{FF2B5EF4-FFF2-40B4-BE49-F238E27FC236}">
                    <a16:creationId xmlns:a16="http://schemas.microsoft.com/office/drawing/2014/main" id="{1CBB9965-EE11-4DF3-9B64-C79057E1AF90}"/>
                  </a:ext>
                </a:extLst>
              </p:cNvPr>
              <p:cNvSpPr>
                <a:spLocks noEditPoints="1"/>
              </p:cNvSpPr>
              <p:nvPr/>
            </p:nvSpPr>
            <p:spPr bwMode="auto">
              <a:xfrm>
                <a:off x="837205" y="3542332"/>
                <a:ext cx="400024" cy="400024"/>
              </a:xfrm>
              <a:custGeom>
                <a:avLst/>
                <a:gdLst>
                  <a:gd name="T0" fmla="*/ 116 w 128"/>
                  <a:gd name="T1" fmla="*/ 0 h 128"/>
                  <a:gd name="T2" fmla="*/ 28 w 128"/>
                  <a:gd name="T3" fmla="*/ 0 h 128"/>
                  <a:gd name="T4" fmla="*/ 16 w 128"/>
                  <a:gd name="T5" fmla="*/ 12 h 128"/>
                  <a:gd name="T6" fmla="*/ 16 w 128"/>
                  <a:gd name="T7" fmla="*/ 20 h 128"/>
                  <a:gd name="T8" fmla="*/ 12 w 128"/>
                  <a:gd name="T9" fmla="*/ 20 h 128"/>
                  <a:gd name="T10" fmla="*/ 0 w 128"/>
                  <a:gd name="T11" fmla="*/ 32 h 128"/>
                  <a:gd name="T12" fmla="*/ 0 w 128"/>
                  <a:gd name="T13" fmla="*/ 112 h 128"/>
                  <a:gd name="T14" fmla="*/ 16 w 128"/>
                  <a:gd name="T15" fmla="*/ 128 h 128"/>
                  <a:gd name="T16" fmla="*/ 112 w 128"/>
                  <a:gd name="T17" fmla="*/ 128 h 128"/>
                  <a:gd name="T18" fmla="*/ 128 w 128"/>
                  <a:gd name="T19" fmla="*/ 112 h 128"/>
                  <a:gd name="T20" fmla="*/ 128 w 128"/>
                  <a:gd name="T21" fmla="*/ 12 h 128"/>
                  <a:gd name="T22" fmla="*/ 116 w 128"/>
                  <a:gd name="T23" fmla="*/ 0 h 128"/>
                  <a:gd name="T24" fmla="*/ 120 w 128"/>
                  <a:gd name="T25" fmla="*/ 112 h 128"/>
                  <a:gd name="T26" fmla="*/ 112 w 128"/>
                  <a:gd name="T27" fmla="*/ 120 h 128"/>
                  <a:gd name="T28" fmla="*/ 16 w 128"/>
                  <a:gd name="T29" fmla="*/ 120 h 128"/>
                  <a:gd name="T30" fmla="*/ 8 w 128"/>
                  <a:gd name="T31" fmla="*/ 112 h 128"/>
                  <a:gd name="T32" fmla="*/ 8 w 128"/>
                  <a:gd name="T33" fmla="*/ 32 h 128"/>
                  <a:gd name="T34" fmla="*/ 12 w 128"/>
                  <a:gd name="T35" fmla="*/ 28 h 128"/>
                  <a:gd name="T36" fmla="*/ 16 w 128"/>
                  <a:gd name="T37" fmla="*/ 28 h 128"/>
                  <a:gd name="T38" fmla="*/ 16 w 128"/>
                  <a:gd name="T39" fmla="*/ 108 h 128"/>
                  <a:gd name="T40" fmla="*/ 20 w 128"/>
                  <a:gd name="T41" fmla="*/ 112 h 128"/>
                  <a:gd name="T42" fmla="*/ 24 w 128"/>
                  <a:gd name="T43" fmla="*/ 108 h 128"/>
                  <a:gd name="T44" fmla="*/ 24 w 128"/>
                  <a:gd name="T45" fmla="*/ 12 h 128"/>
                  <a:gd name="T46" fmla="*/ 28 w 128"/>
                  <a:gd name="T47" fmla="*/ 8 h 128"/>
                  <a:gd name="T48" fmla="*/ 116 w 128"/>
                  <a:gd name="T49" fmla="*/ 8 h 128"/>
                  <a:gd name="T50" fmla="*/ 120 w 128"/>
                  <a:gd name="T51" fmla="*/ 12 h 128"/>
                  <a:gd name="T52" fmla="*/ 120 w 128"/>
                  <a:gd name="T53" fmla="*/ 11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8" h="128">
                    <a:moveTo>
                      <a:pt x="116" y="0"/>
                    </a:moveTo>
                    <a:cubicBezTo>
                      <a:pt x="28" y="0"/>
                      <a:pt x="28" y="0"/>
                      <a:pt x="28" y="0"/>
                    </a:cubicBezTo>
                    <a:cubicBezTo>
                      <a:pt x="21" y="0"/>
                      <a:pt x="16" y="5"/>
                      <a:pt x="16" y="12"/>
                    </a:cubicBezTo>
                    <a:cubicBezTo>
                      <a:pt x="16" y="20"/>
                      <a:pt x="16" y="20"/>
                      <a:pt x="16" y="20"/>
                    </a:cubicBezTo>
                    <a:cubicBezTo>
                      <a:pt x="12" y="20"/>
                      <a:pt x="12" y="20"/>
                      <a:pt x="12" y="20"/>
                    </a:cubicBezTo>
                    <a:cubicBezTo>
                      <a:pt x="5" y="20"/>
                      <a:pt x="0" y="25"/>
                      <a:pt x="0" y="32"/>
                    </a:cubicBezTo>
                    <a:cubicBezTo>
                      <a:pt x="0" y="112"/>
                      <a:pt x="0" y="112"/>
                      <a:pt x="0" y="112"/>
                    </a:cubicBezTo>
                    <a:cubicBezTo>
                      <a:pt x="0" y="121"/>
                      <a:pt x="7" y="128"/>
                      <a:pt x="16" y="128"/>
                    </a:cubicBezTo>
                    <a:cubicBezTo>
                      <a:pt x="112" y="128"/>
                      <a:pt x="112" y="128"/>
                      <a:pt x="112" y="128"/>
                    </a:cubicBezTo>
                    <a:cubicBezTo>
                      <a:pt x="121" y="128"/>
                      <a:pt x="128" y="121"/>
                      <a:pt x="128" y="112"/>
                    </a:cubicBezTo>
                    <a:cubicBezTo>
                      <a:pt x="128" y="12"/>
                      <a:pt x="128" y="12"/>
                      <a:pt x="128" y="12"/>
                    </a:cubicBezTo>
                    <a:cubicBezTo>
                      <a:pt x="128" y="5"/>
                      <a:pt x="123" y="0"/>
                      <a:pt x="116" y="0"/>
                    </a:cubicBezTo>
                    <a:close/>
                    <a:moveTo>
                      <a:pt x="120" y="112"/>
                    </a:moveTo>
                    <a:cubicBezTo>
                      <a:pt x="120" y="116"/>
                      <a:pt x="116" y="120"/>
                      <a:pt x="112" y="120"/>
                    </a:cubicBezTo>
                    <a:cubicBezTo>
                      <a:pt x="16" y="120"/>
                      <a:pt x="16" y="120"/>
                      <a:pt x="16" y="120"/>
                    </a:cubicBezTo>
                    <a:cubicBezTo>
                      <a:pt x="12" y="120"/>
                      <a:pt x="8" y="116"/>
                      <a:pt x="8" y="112"/>
                    </a:cubicBezTo>
                    <a:cubicBezTo>
                      <a:pt x="8" y="32"/>
                      <a:pt x="8" y="32"/>
                      <a:pt x="8" y="32"/>
                    </a:cubicBezTo>
                    <a:cubicBezTo>
                      <a:pt x="8" y="30"/>
                      <a:pt x="10" y="28"/>
                      <a:pt x="12" y="28"/>
                    </a:cubicBezTo>
                    <a:cubicBezTo>
                      <a:pt x="16" y="28"/>
                      <a:pt x="16" y="28"/>
                      <a:pt x="16" y="28"/>
                    </a:cubicBezTo>
                    <a:cubicBezTo>
                      <a:pt x="16" y="108"/>
                      <a:pt x="16" y="108"/>
                      <a:pt x="16" y="108"/>
                    </a:cubicBezTo>
                    <a:cubicBezTo>
                      <a:pt x="16" y="110"/>
                      <a:pt x="18" y="112"/>
                      <a:pt x="20" y="112"/>
                    </a:cubicBezTo>
                    <a:cubicBezTo>
                      <a:pt x="22" y="112"/>
                      <a:pt x="24" y="110"/>
                      <a:pt x="24" y="108"/>
                    </a:cubicBezTo>
                    <a:cubicBezTo>
                      <a:pt x="24" y="12"/>
                      <a:pt x="24" y="12"/>
                      <a:pt x="24" y="12"/>
                    </a:cubicBezTo>
                    <a:cubicBezTo>
                      <a:pt x="24" y="10"/>
                      <a:pt x="26" y="8"/>
                      <a:pt x="28" y="8"/>
                    </a:cubicBezTo>
                    <a:cubicBezTo>
                      <a:pt x="116" y="8"/>
                      <a:pt x="116" y="8"/>
                      <a:pt x="116" y="8"/>
                    </a:cubicBezTo>
                    <a:cubicBezTo>
                      <a:pt x="118" y="8"/>
                      <a:pt x="120" y="10"/>
                      <a:pt x="120" y="12"/>
                    </a:cubicBezTo>
                    <a:lnTo>
                      <a:pt x="120" y="1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4" name="Freeform 86">
                <a:extLst>
                  <a:ext uri="{FF2B5EF4-FFF2-40B4-BE49-F238E27FC236}">
                    <a16:creationId xmlns:a16="http://schemas.microsoft.com/office/drawing/2014/main" id="{7334A9F4-1F42-4320-8503-D596BFF1FC7D}"/>
                  </a:ext>
                </a:extLst>
              </p:cNvPr>
              <p:cNvSpPr>
                <a:spLocks/>
              </p:cNvSpPr>
              <p:nvPr/>
            </p:nvSpPr>
            <p:spPr bwMode="auto">
              <a:xfrm>
                <a:off x="1074843" y="3692836"/>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5" name="Freeform 87">
                <a:extLst>
                  <a:ext uri="{FF2B5EF4-FFF2-40B4-BE49-F238E27FC236}">
                    <a16:creationId xmlns:a16="http://schemas.microsoft.com/office/drawing/2014/main" id="{6D2D957C-D82F-4C1E-B0A3-68A0C5074E88}"/>
                  </a:ext>
                </a:extLst>
              </p:cNvPr>
              <p:cNvSpPr>
                <a:spLocks/>
              </p:cNvSpPr>
              <p:nvPr/>
            </p:nvSpPr>
            <p:spPr bwMode="auto">
              <a:xfrm>
                <a:off x="1074843" y="3655870"/>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6" name="Freeform 88">
                <a:extLst>
                  <a:ext uri="{FF2B5EF4-FFF2-40B4-BE49-F238E27FC236}">
                    <a16:creationId xmlns:a16="http://schemas.microsoft.com/office/drawing/2014/main" id="{D0988D60-F121-4004-8803-54A9491CD20B}"/>
                  </a:ext>
                </a:extLst>
              </p:cNvPr>
              <p:cNvSpPr>
                <a:spLocks/>
              </p:cNvSpPr>
              <p:nvPr/>
            </p:nvSpPr>
            <p:spPr bwMode="auto">
              <a:xfrm>
                <a:off x="1074843" y="3617583"/>
                <a:ext cx="112218" cy="1320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7" name="Freeform 89">
                <a:extLst>
                  <a:ext uri="{FF2B5EF4-FFF2-40B4-BE49-F238E27FC236}">
                    <a16:creationId xmlns:a16="http://schemas.microsoft.com/office/drawing/2014/main" id="{02E9381E-1DA5-47EF-B10A-A7078BE4205F}"/>
                  </a:ext>
                </a:extLst>
              </p:cNvPr>
              <p:cNvSpPr>
                <a:spLocks/>
              </p:cNvSpPr>
              <p:nvPr/>
            </p:nvSpPr>
            <p:spPr bwMode="auto">
              <a:xfrm>
                <a:off x="937541"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8" name="Freeform 90">
                <a:extLst>
                  <a:ext uri="{FF2B5EF4-FFF2-40B4-BE49-F238E27FC236}">
                    <a16:creationId xmlns:a16="http://schemas.microsoft.com/office/drawing/2014/main" id="{28B74FED-6036-4354-B08E-150BAE39F650}"/>
                  </a:ext>
                </a:extLst>
              </p:cNvPr>
              <p:cNvSpPr>
                <a:spLocks/>
              </p:cNvSpPr>
              <p:nvPr/>
            </p:nvSpPr>
            <p:spPr bwMode="auto">
              <a:xfrm>
                <a:off x="937541"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9" name="Freeform 91">
                <a:extLst>
                  <a:ext uri="{FF2B5EF4-FFF2-40B4-BE49-F238E27FC236}">
                    <a16:creationId xmlns:a16="http://schemas.microsoft.com/office/drawing/2014/main" id="{A593082F-8958-4F79-A5B8-4B7B10CC1DA3}"/>
                  </a:ext>
                </a:extLst>
              </p:cNvPr>
              <p:cNvSpPr>
                <a:spLocks/>
              </p:cNvSpPr>
              <p:nvPr/>
            </p:nvSpPr>
            <p:spPr bwMode="auto">
              <a:xfrm>
                <a:off x="937541"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0" name="Freeform 92">
                <a:extLst>
                  <a:ext uri="{FF2B5EF4-FFF2-40B4-BE49-F238E27FC236}">
                    <a16:creationId xmlns:a16="http://schemas.microsoft.com/office/drawing/2014/main" id="{2F146C6A-B025-4B5A-88C4-B4896A337F09}"/>
                  </a:ext>
                </a:extLst>
              </p:cNvPr>
              <p:cNvSpPr>
                <a:spLocks/>
              </p:cNvSpPr>
              <p:nvPr/>
            </p:nvSpPr>
            <p:spPr bwMode="auto">
              <a:xfrm>
                <a:off x="1074843"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1" name="Freeform 93">
                <a:extLst>
                  <a:ext uri="{FF2B5EF4-FFF2-40B4-BE49-F238E27FC236}">
                    <a16:creationId xmlns:a16="http://schemas.microsoft.com/office/drawing/2014/main" id="{7E210D9B-6012-4883-9F09-65A81EA035C8}"/>
                  </a:ext>
                </a:extLst>
              </p:cNvPr>
              <p:cNvSpPr>
                <a:spLocks/>
              </p:cNvSpPr>
              <p:nvPr/>
            </p:nvSpPr>
            <p:spPr bwMode="auto">
              <a:xfrm>
                <a:off x="1074843"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2" name="Freeform 94">
                <a:extLst>
                  <a:ext uri="{FF2B5EF4-FFF2-40B4-BE49-F238E27FC236}">
                    <a16:creationId xmlns:a16="http://schemas.microsoft.com/office/drawing/2014/main" id="{5864EC98-1B05-4DEC-9040-2683BD336531}"/>
                  </a:ext>
                </a:extLst>
              </p:cNvPr>
              <p:cNvSpPr>
                <a:spLocks/>
              </p:cNvSpPr>
              <p:nvPr/>
            </p:nvSpPr>
            <p:spPr bwMode="auto">
              <a:xfrm>
                <a:off x="1074843"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3" name="Freeform 95">
                <a:extLst>
                  <a:ext uri="{FF2B5EF4-FFF2-40B4-BE49-F238E27FC236}">
                    <a16:creationId xmlns:a16="http://schemas.microsoft.com/office/drawing/2014/main" id="{E4979E0D-3DFA-4CCA-B11A-E83645BD2705}"/>
                  </a:ext>
                </a:extLst>
              </p:cNvPr>
              <p:cNvSpPr>
                <a:spLocks/>
              </p:cNvSpPr>
              <p:nvPr/>
            </p:nvSpPr>
            <p:spPr bwMode="auto">
              <a:xfrm>
                <a:off x="937541" y="3729802"/>
                <a:ext cx="249520" cy="1320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6" name="Freeform 96">
                <a:extLst>
                  <a:ext uri="{FF2B5EF4-FFF2-40B4-BE49-F238E27FC236}">
                    <a16:creationId xmlns:a16="http://schemas.microsoft.com/office/drawing/2014/main" id="{287E85A5-069D-44BD-A86A-9E9C2EBEB95C}"/>
                  </a:ext>
                </a:extLst>
              </p:cNvPr>
              <p:cNvSpPr>
                <a:spLocks/>
              </p:cNvSpPr>
              <p:nvPr/>
            </p:nvSpPr>
            <p:spPr bwMode="auto">
              <a:xfrm>
                <a:off x="937541" y="3768087"/>
                <a:ext cx="249520" cy="1188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7" name="Freeform 97">
                <a:extLst>
                  <a:ext uri="{FF2B5EF4-FFF2-40B4-BE49-F238E27FC236}">
                    <a16:creationId xmlns:a16="http://schemas.microsoft.com/office/drawing/2014/main" id="{52A3AAFB-CABF-4878-B033-FF07B01D1EC1}"/>
                  </a:ext>
                </a:extLst>
              </p:cNvPr>
              <p:cNvSpPr>
                <a:spLocks noEditPoints="1"/>
              </p:cNvSpPr>
              <p:nvPr/>
            </p:nvSpPr>
            <p:spPr bwMode="auto">
              <a:xfrm>
                <a:off x="937541" y="3592500"/>
                <a:ext cx="112218" cy="112218"/>
              </a:xfrm>
              <a:custGeom>
                <a:avLst/>
                <a:gdLst>
                  <a:gd name="T0" fmla="*/ 4 w 36"/>
                  <a:gd name="T1" fmla="*/ 36 h 36"/>
                  <a:gd name="T2" fmla="*/ 32 w 36"/>
                  <a:gd name="T3" fmla="*/ 36 h 36"/>
                  <a:gd name="T4" fmla="*/ 36 w 36"/>
                  <a:gd name="T5" fmla="*/ 32 h 36"/>
                  <a:gd name="T6" fmla="*/ 36 w 36"/>
                  <a:gd name="T7" fmla="*/ 4 h 36"/>
                  <a:gd name="T8" fmla="*/ 32 w 36"/>
                  <a:gd name="T9" fmla="*/ 0 h 36"/>
                  <a:gd name="T10" fmla="*/ 4 w 36"/>
                  <a:gd name="T11" fmla="*/ 0 h 36"/>
                  <a:gd name="T12" fmla="*/ 0 w 36"/>
                  <a:gd name="T13" fmla="*/ 4 h 36"/>
                  <a:gd name="T14" fmla="*/ 0 w 36"/>
                  <a:gd name="T15" fmla="*/ 32 h 36"/>
                  <a:gd name="T16" fmla="*/ 4 w 36"/>
                  <a:gd name="T17" fmla="*/ 36 h 36"/>
                  <a:gd name="T18" fmla="*/ 8 w 36"/>
                  <a:gd name="T19" fmla="*/ 8 h 36"/>
                  <a:gd name="T20" fmla="*/ 28 w 36"/>
                  <a:gd name="T21" fmla="*/ 8 h 36"/>
                  <a:gd name="T22" fmla="*/ 28 w 36"/>
                  <a:gd name="T23" fmla="*/ 28 h 36"/>
                  <a:gd name="T24" fmla="*/ 8 w 36"/>
                  <a:gd name="T25" fmla="*/ 28 h 36"/>
                  <a:gd name="T26" fmla="*/ 8 w 36"/>
                  <a:gd name="T27" fmla="*/ 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36">
                    <a:moveTo>
                      <a:pt x="4" y="36"/>
                    </a:moveTo>
                    <a:cubicBezTo>
                      <a:pt x="32" y="36"/>
                      <a:pt x="32" y="36"/>
                      <a:pt x="32" y="36"/>
                    </a:cubicBezTo>
                    <a:cubicBezTo>
                      <a:pt x="34" y="36"/>
                      <a:pt x="36" y="34"/>
                      <a:pt x="36" y="32"/>
                    </a:cubicBezTo>
                    <a:cubicBezTo>
                      <a:pt x="36" y="4"/>
                      <a:pt x="36" y="4"/>
                      <a:pt x="36" y="4"/>
                    </a:cubicBezTo>
                    <a:cubicBezTo>
                      <a:pt x="36" y="2"/>
                      <a:pt x="34" y="0"/>
                      <a:pt x="32" y="0"/>
                    </a:cubicBezTo>
                    <a:cubicBezTo>
                      <a:pt x="4" y="0"/>
                      <a:pt x="4" y="0"/>
                      <a:pt x="4" y="0"/>
                    </a:cubicBezTo>
                    <a:cubicBezTo>
                      <a:pt x="2" y="0"/>
                      <a:pt x="0" y="2"/>
                      <a:pt x="0" y="4"/>
                    </a:cubicBezTo>
                    <a:cubicBezTo>
                      <a:pt x="0" y="32"/>
                      <a:pt x="0" y="32"/>
                      <a:pt x="0" y="32"/>
                    </a:cubicBezTo>
                    <a:cubicBezTo>
                      <a:pt x="0" y="34"/>
                      <a:pt x="2" y="36"/>
                      <a:pt x="4" y="36"/>
                    </a:cubicBezTo>
                    <a:close/>
                    <a:moveTo>
                      <a:pt x="8" y="8"/>
                    </a:moveTo>
                    <a:cubicBezTo>
                      <a:pt x="28" y="8"/>
                      <a:pt x="28" y="8"/>
                      <a:pt x="28" y="8"/>
                    </a:cubicBezTo>
                    <a:cubicBezTo>
                      <a:pt x="28" y="28"/>
                      <a:pt x="28" y="28"/>
                      <a:pt x="28" y="28"/>
                    </a:cubicBezTo>
                    <a:cubicBezTo>
                      <a:pt x="8" y="28"/>
                      <a:pt x="8" y="28"/>
                      <a:pt x="8" y="28"/>
                    </a:cubicBezTo>
                    <a:lnTo>
                      <a:pt x="8"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48" name="组合 47">
            <a:extLst>
              <a:ext uri="{FF2B5EF4-FFF2-40B4-BE49-F238E27FC236}">
                <a16:creationId xmlns:a16="http://schemas.microsoft.com/office/drawing/2014/main" id="{84977504-07EF-42A8-81B8-A1A6CF173C1E}"/>
              </a:ext>
            </a:extLst>
          </p:cNvPr>
          <p:cNvGrpSpPr>
            <a:grpSpLocks noChangeAspect="1"/>
          </p:cNvGrpSpPr>
          <p:nvPr/>
        </p:nvGrpSpPr>
        <p:grpSpPr>
          <a:xfrm>
            <a:off x="3532972" y="1935208"/>
            <a:ext cx="895521" cy="900000"/>
            <a:chOff x="3431818" y="1843783"/>
            <a:chExt cx="1074625" cy="1080000"/>
          </a:xfrm>
          <a:effectLst>
            <a:outerShdw blurRad="50800" dist="38100" dir="2700000" algn="tl" rotWithShape="0">
              <a:prstClr val="black">
                <a:alpha val="40000"/>
              </a:prstClr>
            </a:outerShdw>
          </a:effectLst>
        </p:grpSpPr>
        <p:sp>
          <p:nvSpPr>
            <p:cNvPr id="51" name="Oval 462">
              <a:extLst>
                <a:ext uri="{FF2B5EF4-FFF2-40B4-BE49-F238E27FC236}">
                  <a16:creationId xmlns:a16="http://schemas.microsoft.com/office/drawing/2014/main" id="{2EE72673-E5B5-4B83-938C-4DB1BA7AC2EC}"/>
                </a:ext>
              </a:extLst>
            </p:cNvPr>
            <p:cNvSpPr>
              <a:spLocks noChangeArrowheads="1"/>
            </p:cNvSpPr>
            <p:nvPr/>
          </p:nvSpPr>
          <p:spPr bwMode="auto">
            <a:xfrm>
              <a:off x="3431818" y="1843783"/>
              <a:ext cx="1074625" cy="1080000"/>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54" name="组合 53">
              <a:extLst>
                <a:ext uri="{FF2B5EF4-FFF2-40B4-BE49-F238E27FC236}">
                  <a16:creationId xmlns:a16="http://schemas.microsoft.com/office/drawing/2014/main" id="{3CB5B666-AE59-40D9-B3A3-041A7B63CEAE}"/>
                </a:ext>
              </a:extLst>
            </p:cNvPr>
            <p:cNvGrpSpPr/>
            <p:nvPr/>
          </p:nvGrpSpPr>
          <p:grpSpPr>
            <a:xfrm>
              <a:off x="3507043" y="2010348"/>
              <a:ext cx="886565" cy="779105"/>
              <a:chOff x="3937444" y="4152323"/>
              <a:chExt cx="886565" cy="779105"/>
            </a:xfrm>
          </p:grpSpPr>
          <p:sp>
            <p:nvSpPr>
              <p:cNvPr id="57" name="Freeform 509">
                <a:extLst>
                  <a:ext uri="{FF2B5EF4-FFF2-40B4-BE49-F238E27FC236}">
                    <a16:creationId xmlns:a16="http://schemas.microsoft.com/office/drawing/2014/main" id="{351DB6B7-370A-4E3E-9F70-73D23F1A15B9}"/>
                  </a:ext>
                </a:extLst>
              </p:cNvPr>
              <p:cNvSpPr>
                <a:spLocks/>
              </p:cNvSpPr>
              <p:nvPr/>
            </p:nvSpPr>
            <p:spPr bwMode="auto">
              <a:xfrm>
                <a:off x="4270579" y="4152323"/>
                <a:ext cx="553430" cy="779105"/>
              </a:xfrm>
              <a:custGeom>
                <a:avLst/>
                <a:gdLst>
                  <a:gd name="T0" fmla="*/ 29 w 95"/>
                  <a:gd name="T1" fmla="*/ 0 h 133"/>
                  <a:gd name="T2" fmla="*/ 0 w 95"/>
                  <a:gd name="T3" fmla="*/ 7 h 133"/>
                  <a:gd name="T4" fmla="*/ 0 w 95"/>
                  <a:gd name="T5" fmla="*/ 9 h 133"/>
                  <a:gd name="T6" fmla="*/ 1 w 95"/>
                  <a:gd name="T7" fmla="*/ 10 h 133"/>
                  <a:gd name="T8" fmla="*/ 29 w 95"/>
                  <a:gd name="T9" fmla="*/ 4 h 133"/>
                  <a:gd name="T10" fmla="*/ 91 w 95"/>
                  <a:gd name="T11" fmla="*/ 67 h 133"/>
                  <a:gd name="T12" fmla="*/ 29 w 95"/>
                  <a:gd name="T13" fmla="*/ 130 h 133"/>
                  <a:gd name="T14" fmla="*/ 13 w 95"/>
                  <a:gd name="T15" fmla="*/ 128 h 133"/>
                  <a:gd name="T16" fmla="*/ 9 w 95"/>
                  <a:gd name="T17" fmla="*/ 127 h 133"/>
                  <a:gd name="T18" fmla="*/ 12 w 95"/>
                  <a:gd name="T19" fmla="*/ 129 h 133"/>
                  <a:gd name="T20" fmla="*/ 15 w 95"/>
                  <a:gd name="T21" fmla="*/ 132 h 133"/>
                  <a:gd name="T22" fmla="*/ 18 w 95"/>
                  <a:gd name="T23" fmla="*/ 133 h 133"/>
                  <a:gd name="T24" fmla="*/ 29 w 95"/>
                  <a:gd name="T25" fmla="*/ 133 h 133"/>
                  <a:gd name="T26" fmla="*/ 95 w 95"/>
                  <a:gd name="T27" fmla="*/ 67 h 133"/>
                  <a:gd name="T28" fmla="*/ 29 w 95"/>
                  <a:gd name="T29" fmla="*/ 0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5" h="133">
                    <a:moveTo>
                      <a:pt x="29" y="0"/>
                    </a:moveTo>
                    <a:cubicBezTo>
                      <a:pt x="18" y="0"/>
                      <a:pt x="9" y="3"/>
                      <a:pt x="0" y="7"/>
                    </a:cubicBezTo>
                    <a:cubicBezTo>
                      <a:pt x="0" y="9"/>
                      <a:pt x="0" y="9"/>
                      <a:pt x="0" y="9"/>
                    </a:cubicBezTo>
                    <a:cubicBezTo>
                      <a:pt x="1" y="10"/>
                      <a:pt x="1" y="10"/>
                      <a:pt x="1" y="10"/>
                    </a:cubicBezTo>
                    <a:cubicBezTo>
                      <a:pt x="9" y="6"/>
                      <a:pt x="19" y="4"/>
                      <a:pt x="29" y="4"/>
                    </a:cubicBezTo>
                    <a:cubicBezTo>
                      <a:pt x="63" y="4"/>
                      <a:pt x="91" y="32"/>
                      <a:pt x="91" y="67"/>
                    </a:cubicBezTo>
                    <a:cubicBezTo>
                      <a:pt x="91" y="102"/>
                      <a:pt x="63" y="130"/>
                      <a:pt x="29" y="130"/>
                    </a:cubicBezTo>
                    <a:cubicBezTo>
                      <a:pt x="23" y="130"/>
                      <a:pt x="18" y="129"/>
                      <a:pt x="13" y="128"/>
                    </a:cubicBezTo>
                    <a:cubicBezTo>
                      <a:pt x="12" y="127"/>
                      <a:pt x="10" y="127"/>
                      <a:pt x="9" y="127"/>
                    </a:cubicBezTo>
                    <a:cubicBezTo>
                      <a:pt x="12" y="129"/>
                      <a:pt x="12" y="129"/>
                      <a:pt x="12" y="129"/>
                    </a:cubicBezTo>
                    <a:cubicBezTo>
                      <a:pt x="15" y="132"/>
                      <a:pt x="15" y="132"/>
                      <a:pt x="15" y="132"/>
                    </a:cubicBezTo>
                    <a:cubicBezTo>
                      <a:pt x="16" y="132"/>
                      <a:pt x="17" y="132"/>
                      <a:pt x="18" y="133"/>
                    </a:cubicBezTo>
                    <a:cubicBezTo>
                      <a:pt x="21" y="133"/>
                      <a:pt x="25" y="133"/>
                      <a:pt x="29" y="133"/>
                    </a:cubicBezTo>
                    <a:cubicBezTo>
                      <a:pt x="65" y="133"/>
                      <a:pt x="95" y="104"/>
                      <a:pt x="95" y="67"/>
                    </a:cubicBezTo>
                    <a:cubicBezTo>
                      <a:pt x="95" y="30"/>
                      <a:pt x="65" y="0"/>
                      <a:pt x="29"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6" name="Freeform 510">
                <a:extLst>
                  <a:ext uri="{FF2B5EF4-FFF2-40B4-BE49-F238E27FC236}">
                    <a16:creationId xmlns:a16="http://schemas.microsoft.com/office/drawing/2014/main" id="{BB39C66F-64A6-48C8-9408-81C63BB3F5D0}"/>
                  </a:ext>
                </a:extLst>
              </p:cNvPr>
              <p:cNvSpPr>
                <a:spLocks noEditPoints="1"/>
              </p:cNvSpPr>
              <p:nvPr/>
            </p:nvSpPr>
            <p:spPr bwMode="auto">
              <a:xfrm>
                <a:off x="4184609" y="4227548"/>
                <a:ext cx="564180" cy="634030"/>
              </a:xfrm>
              <a:custGeom>
                <a:avLst/>
                <a:gdLst>
                  <a:gd name="T0" fmla="*/ 44 w 97"/>
                  <a:gd name="T1" fmla="*/ 0 h 108"/>
                  <a:gd name="T2" fmla="*/ 19 w 97"/>
                  <a:gd name="T3" fmla="*/ 6 h 108"/>
                  <a:gd name="T4" fmla="*/ 36 w 97"/>
                  <a:gd name="T5" fmla="*/ 53 h 108"/>
                  <a:gd name="T6" fmla="*/ 38 w 97"/>
                  <a:gd name="T7" fmla="*/ 61 h 108"/>
                  <a:gd name="T8" fmla="*/ 31 w 97"/>
                  <a:gd name="T9" fmla="*/ 58 h 108"/>
                  <a:gd name="T10" fmla="*/ 12 w 97"/>
                  <a:gd name="T11" fmla="*/ 49 h 108"/>
                  <a:gd name="T12" fmla="*/ 14 w 97"/>
                  <a:gd name="T13" fmla="*/ 98 h 108"/>
                  <a:gd name="T14" fmla="*/ 44 w 97"/>
                  <a:gd name="T15" fmla="*/ 108 h 108"/>
                  <a:gd name="T16" fmla="*/ 97 w 97"/>
                  <a:gd name="T17" fmla="*/ 54 h 108"/>
                  <a:gd name="T18" fmla="*/ 44 w 97"/>
                  <a:gd name="T19" fmla="*/ 0 h 108"/>
                  <a:gd name="T20" fmla="*/ 72 w 97"/>
                  <a:gd name="T21" fmla="*/ 58 h 108"/>
                  <a:gd name="T22" fmla="*/ 48 w 97"/>
                  <a:gd name="T23" fmla="*/ 58 h 108"/>
                  <a:gd name="T24" fmla="*/ 44 w 97"/>
                  <a:gd name="T25" fmla="*/ 60 h 108"/>
                  <a:gd name="T26" fmla="*/ 38 w 97"/>
                  <a:gd name="T27" fmla="*/ 54 h 108"/>
                  <a:gd name="T28" fmla="*/ 40 w 97"/>
                  <a:gd name="T29" fmla="*/ 49 h 108"/>
                  <a:gd name="T30" fmla="*/ 40 w 97"/>
                  <a:gd name="T31" fmla="*/ 9 h 108"/>
                  <a:gd name="T32" fmla="*/ 44 w 97"/>
                  <a:gd name="T33" fmla="*/ 5 h 108"/>
                  <a:gd name="T34" fmla="*/ 48 w 97"/>
                  <a:gd name="T35" fmla="*/ 9 h 108"/>
                  <a:gd name="T36" fmla="*/ 48 w 97"/>
                  <a:gd name="T37" fmla="*/ 49 h 108"/>
                  <a:gd name="T38" fmla="*/ 48 w 97"/>
                  <a:gd name="T39" fmla="*/ 50 h 108"/>
                  <a:gd name="T40" fmla="*/ 72 w 97"/>
                  <a:gd name="T41" fmla="*/ 50 h 108"/>
                  <a:gd name="T42" fmla="*/ 76 w 97"/>
                  <a:gd name="T43" fmla="*/ 54 h 108"/>
                  <a:gd name="T44" fmla="*/ 72 w 97"/>
                  <a:gd name="T45" fmla="*/ 58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7" h="108">
                    <a:moveTo>
                      <a:pt x="44" y="0"/>
                    </a:moveTo>
                    <a:cubicBezTo>
                      <a:pt x="35" y="0"/>
                      <a:pt x="27" y="2"/>
                      <a:pt x="19" y="6"/>
                    </a:cubicBezTo>
                    <a:cubicBezTo>
                      <a:pt x="36" y="53"/>
                      <a:pt x="36" y="53"/>
                      <a:pt x="36" y="53"/>
                    </a:cubicBezTo>
                    <a:cubicBezTo>
                      <a:pt x="38" y="61"/>
                      <a:pt x="38" y="61"/>
                      <a:pt x="38" y="61"/>
                    </a:cubicBezTo>
                    <a:cubicBezTo>
                      <a:pt x="31" y="58"/>
                      <a:pt x="31" y="58"/>
                      <a:pt x="31" y="58"/>
                    </a:cubicBezTo>
                    <a:cubicBezTo>
                      <a:pt x="12" y="49"/>
                      <a:pt x="12" y="49"/>
                      <a:pt x="12" y="49"/>
                    </a:cubicBezTo>
                    <a:cubicBezTo>
                      <a:pt x="8" y="57"/>
                      <a:pt x="0" y="77"/>
                      <a:pt x="14" y="98"/>
                    </a:cubicBezTo>
                    <a:cubicBezTo>
                      <a:pt x="22" y="104"/>
                      <a:pt x="33" y="108"/>
                      <a:pt x="44" y="108"/>
                    </a:cubicBezTo>
                    <a:cubicBezTo>
                      <a:pt x="73" y="108"/>
                      <a:pt x="97" y="84"/>
                      <a:pt x="97" y="54"/>
                    </a:cubicBezTo>
                    <a:cubicBezTo>
                      <a:pt x="97" y="24"/>
                      <a:pt x="73" y="0"/>
                      <a:pt x="44" y="0"/>
                    </a:cubicBezTo>
                    <a:close/>
                    <a:moveTo>
                      <a:pt x="72" y="58"/>
                    </a:moveTo>
                    <a:cubicBezTo>
                      <a:pt x="48" y="58"/>
                      <a:pt x="48" y="58"/>
                      <a:pt x="48" y="58"/>
                    </a:cubicBezTo>
                    <a:cubicBezTo>
                      <a:pt x="47" y="59"/>
                      <a:pt x="46" y="60"/>
                      <a:pt x="44" y="60"/>
                    </a:cubicBezTo>
                    <a:cubicBezTo>
                      <a:pt x="40" y="60"/>
                      <a:pt x="38" y="57"/>
                      <a:pt x="38" y="54"/>
                    </a:cubicBezTo>
                    <a:cubicBezTo>
                      <a:pt x="38" y="52"/>
                      <a:pt x="39" y="50"/>
                      <a:pt x="40" y="49"/>
                    </a:cubicBezTo>
                    <a:cubicBezTo>
                      <a:pt x="40" y="9"/>
                      <a:pt x="40" y="9"/>
                      <a:pt x="40" y="9"/>
                    </a:cubicBezTo>
                    <a:cubicBezTo>
                      <a:pt x="40" y="6"/>
                      <a:pt x="42" y="5"/>
                      <a:pt x="44" y="5"/>
                    </a:cubicBezTo>
                    <a:cubicBezTo>
                      <a:pt x="46" y="5"/>
                      <a:pt x="48" y="6"/>
                      <a:pt x="48" y="9"/>
                    </a:cubicBezTo>
                    <a:cubicBezTo>
                      <a:pt x="48" y="49"/>
                      <a:pt x="48" y="49"/>
                      <a:pt x="48" y="49"/>
                    </a:cubicBezTo>
                    <a:cubicBezTo>
                      <a:pt x="48" y="50"/>
                      <a:pt x="48" y="50"/>
                      <a:pt x="48" y="50"/>
                    </a:cubicBezTo>
                    <a:cubicBezTo>
                      <a:pt x="72" y="50"/>
                      <a:pt x="72" y="50"/>
                      <a:pt x="72" y="50"/>
                    </a:cubicBezTo>
                    <a:cubicBezTo>
                      <a:pt x="74" y="50"/>
                      <a:pt x="76" y="52"/>
                      <a:pt x="76" y="54"/>
                    </a:cubicBezTo>
                    <a:cubicBezTo>
                      <a:pt x="76" y="56"/>
                      <a:pt x="74" y="58"/>
                      <a:pt x="72" y="5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9" name="Freeform 511">
                <a:extLst>
                  <a:ext uri="{FF2B5EF4-FFF2-40B4-BE49-F238E27FC236}">
                    <a16:creationId xmlns:a16="http://schemas.microsoft.com/office/drawing/2014/main" id="{1A0A131A-7F3D-4C0A-B015-D56B08A98D9A}"/>
                  </a:ext>
                </a:extLst>
              </p:cNvPr>
              <p:cNvSpPr>
                <a:spLocks/>
              </p:cNvSpPr>
              <p:nvPr/>
            </p:nvSpPr>
            <p:spPr bwMode="auto">
              <a:xfrm>
                <a:off x="3937444" y="4222178"/>
                <a:ext cx="429850" cy="660895"/>
              </a:xfrm>
              <a:custGeom>
                <a:avLst/>
                <a:gdLst>
                  <a:gd name="T0" fmla="*/ 74 w 74"/>
                  <a:gd name="T1" fmla="*/ 55 h 113"/>
                  <a:gd name="T2" fmla="*/ 58 w 74"/>
                  <a:gd name="T3" fmla="*/ 9 h 113"/>
                  <a:gd name="T4" fmla="*/ 55 w 74"/>
                  <a:gd name="T5" fmla="*/ 0 h 113"/>
                  <a:gd name="T6" fmla="*/ 55 w 74"/>
                  <a:gd name="T7" fmla="*/ 0 h 113"/>
                  <a:gd name="T8" fmla="*/ 46 w 74"/>
                  <a:gd name="T9" fmla="*/ 4 h 113"/>
                  <a:gd name="T10" fmla="*/ 40 w 74"/>
                  <a:gd name="T11" fmla="*/ 7 h 113"/>
                  <a:gd name="T12" fmla="*/ 0 w 74"/>
                  <a:gd name="T13" fmla="*/ 25 h 113"/>
                  <a:gd name="T14" fmla="*/ 22 w 74"/>
                  <a:gd name="T15" fmla="*/ 33 h 113"/>
                  <a:gd name="T16" fmla="*/ 19 w 74"/>
                  <a:gd name="T17" fmla="*/ 52 h 113"/>
                  <a:gd name="T18" fmla="*/ 23 w 74"/>
                  <a:gd name="T19" fmla="*/ 70 h 113"/>
                  <a:gd name="T20" fmla="*/ 30 w 74"/>
                  <a:gd name="T21" fmla="*/ 84 h 113"/>
                  <a:gd name="T22" fmla="*/ 62 w 74"/>
                  <a:gd name="T23" fmla="*/ 113 h 113"/>
                  <a:gd name="T24" fmla="*/ 48 w 74"/>
                  <a:gd name="T25" fmla="*/ 93 h 113"/>
                  <a:gd name="T26" fmla="*/ 52 w 74"/>
                  <a:gd name="T27" fmla="*/ 46 h 113"/>
                  <a:gd name="T28" fmla="*/ 74 w 74"/>
                  <a:gd name="T29" fmla="*/ 55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74" h="113">
                    <a:moveTo>
                      <a:pt x="74" y="55"/>
                    </a:moveTo>
                    <a:cubicBezTo>
                      <a:pt x="58" y="9"/>
                      <a:pt x="58" y="9"/>
                      <a:pt x="58" y="9"/>
                    </a:cubicBezTo>
                    <a:cubicBezTo>
                      <a:pt x="55" y="0"/>
                      <a:pt x="55" y="0"/>
                      <a:pt x="55" y="0"/>
                    </a:cubicBezTo>
                    <a:cubicBezTo>
                      <a:pt x="55" y="0"/>
                      <a:pt x="55" y="0"/>
                      <a:pt x="55" y="0"/>
                    </a:cubicBezTo>
                    <a:cubicBezTo>
                      <a:pt x="46" y="4"/>
                      <a:pt x="46" y="4"/>
                      <a:pt x="46" y="4"/>
                    </a:cubicBezTo>
                    <a:cubicBezTo>
                      <a:pt x="40" y="7"/>
                      <a:pt x="40" y="7"/>
                      <a:pt x="40" y="7"/>
                    </a:cubicBezTo>
                    <a:cubicBezTo>
                      <a:pt x="0" y="25"/>
                      <a:pt x="0" y="25"/>
                      <a:pt x="0" y="25"/>
                    </a:cubicBezTo>
                    <a:cubicBezTo>
                      <a:pt x="22" y="33"/>
                      <a:pt x="22" y="33"/>
                      <a:pt x="22" y="33"/>
                    </a:cubicBezTo>
                    <a:cubicBezTo>
                      <a:pt x="20" y="40"/>
                      <a:pt x="19" y="46"/>
                      <a:pt x="19" y="52"/>
                    </a:cubicBezTo>
                    <a:cubicBezTo>
                      <a:pt x="19" y="59"/>
                      <a:pt x="21" y="65"/>
                      <a:pt x="23" y="70"/>
                    </a:cubicBezTo>
                    <a:cubicBezTo>
                      <a:pt x="25" y="75"/>
                      <a:pt x="27" y="80"/>
                      <a:pt x="30" y="84"/>
                    </a:cubicBezTo>
                    <a:cubicBezTo>
                      <a:pt x="43" y="103"/>
                      <a:pt x="62" y="113"/>
                      <a:pt x="62" y="113"/>
                    </a:cubicBezTo>
                    <a:cubicBezTo>
                      <a:pt x="55" y="106"/>
                      <a:pt x="51" y="100"/>
                      <a:pt x="48" y="93"/>
                    </a:cubicBezTo>
                    <a:cubicBezTo>
                      <a:pt x="37" y="68"/>
                      <a:pt x="52" y="46"/>
                      <a:pt x="52" y="46"/>
                    </a:cubicBezTo>
                    <a:lnTo>
                      <a:pt x="74" y="5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0" name="Rectangle 512">
                <a:extLst>
                  <a:ext uri="{FF2B5EF4-FFF2-40B4-BE49-F238E27FC236}">
                    <a16:creationId xmlns:a16="http://schemas.microsoft.com/office/drawing/2014/main" id="{0F04869D-D469-420C-ABE6-34FBEEB8B148}"/>
                  </a:ext>
                </a:extLst>
              </p:cNvPr>
              <p:cNvSpPr>
                <a:spLocks noChangeArrowheads="1"/>
              </p:cNvSpPr>
              <p:nvPr/>
            </p:nvSpPr>
            <p:spPr bwMode="auto">
              <a:xfrm>
                <a:off x="4351174" y="4926053"/>
                <a:ext cx="5375" cy="53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71" name="组合 70">
            <a:extLst>
              <a:ext uri="{FF2B5EF4-FFF2-40B4-BE49-F238E27FC236}">
                <a16:creationId xmlns:a16="http://schemas.microsoft.com/office/drawing/2014/main" id="{2F109F92-D61A-4678-A8D0-05CB332F56B6}"/>
              </a:ext>
            </a:extLst>
          </p:cNvPr>
          <p:cNvGrpSpPr>
            <a:grpSpLocks noChangeAspect="1"/>
          </p:cNvGrpSpPr>
          <p:nvPr/>
        </p:nvGrpSpPr>
        <p:grpSpPr>
          <a:xfrm>
            <a:off x="5657155" y="1935208"/>
            <a:ext cx="900000" cy="900000"/>
            <a:chOff x="5561787" y="1870695"/>
            <a:chExt cx="1080000" cy="1080000"/>
          </a:xfrm>
          <a:effectLst>
            <a:outerShdw blurRad="50800" dist="38100" dir="2700000" algn="tl" rotWithShape="0">
              <a:prstClr val="black">
                <a:alpha val="40000"/>
              </a:prstClr>
            </a:outerShdw>
          </a:effectLst>
        </p:grpSpPr>
        <p:sp>
          <p:nvSpPr>
            <p:cNvPr id="72" name="椭圆 71">
              <a:extLst>
                <a:ext uri="{FF2B5EF4-FFF2-40B4-BE49-F238E27FC236}">
                  <a16:creationId xmlns:a16="http://schemas.microsoft.com/office/drawing/2014/main" id="{3121B219-482B-4132-A7B2-DC877B825250}"/>
                </a:ext>
              </a:extLst>
            </p:cNvPr>
            <p:cNvSpPr/>
            <p:nvPr/>
          </p:nvSpPr>
          <p:spPr>
            <a:xfrm>
              <a:off x="5561787" y="1870695"/>
              <a:ext cx="1080000" cy="1080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3" name="组合 72">
              <a:extLst>
                <a:ext uri="{FF2B5EF4-FFF2-40B4-BE49-F238E27FC236}">
                  <a16:creationId xmlns:a16="http://schemas.microsoft.com/office/drawing/2014/main" id="{F40BD7BF-9ABB-4CFB-9681-9C235F68EFC8}"/>
                </a:ext>
              </a:extLst>
            </p:cNvPr>
            <p:cNvGrpSpPr/>
            <p:nvPr/>
          </p:nvGrpSpPr>
          <p:grpSpPr>
            <a:xfrm>
              <a:off x="5757165" y="2074243"/>
              <a:ext cx="692560" cy="692561"/>
              <a:chOff x="4446032" y="4426318"/>
              <a:chExt cx="819291" cy="819292"/>
            </a:xfrm>
          </p:grpSpPr>
          <p:sp>
            <p:nvSpPr>
              <p:cNvPr id="74" name="Freeform 5">
                <a:extLst>
                  <a:ext uri="{FF2B5EF4-FFF2-40B4-BE49-F238E27FC236}">
                    <a16:creationId xmlns:a16="http://schemas.microsoft.com/office/drawing/2014/main" id="{358DCDB5-5CC6-4BFE-A38C-47EDE2FD1C4D}"/>
                  </a:ext>
                </a:extLst>
              </p:cNvPr>
              <p:cNvSpPr>
                <a:spLocks/>
              </p:cNvSpPr>
              <p:nvPr/>
            </p:nvSpPr>
            <p:spPr bwMode="auto">
              <a:xfrm>
                <a:off x="4446032" y="4999648"/>
                <a:ext cx="219214" cy="99432"/>
              </a:xfrm>
              <a:custGeom>
                <a:avLst/>
                <a:gdLst>
                  <a:gd name="T0" fmla="*/ 708 w 713"/>
                  <a:gd name="T1" fmla="*/ 45 h 323"/>
                  <a:gd name="T2" fmla="*/ 711 w 713"/>
                  <a:gd name="T3" fmla="*/ 12 h 323"/>
                  <a:gd name="T4" fmla="*/ 697 w 713"/>
                  <a:gd name="T5" fmla="*/ 1 h 323"/>
                  <a:gd name="T6" fmla="*/ 11 w 713"/>
                  <a:gd name="T7" fmla="*/ 270 h 323"/>
                  <a:gd name="T8" fmla="*/ 11 w 713"/>
                  <a:gd name="T9" fmla="*/ 312 h 323"/>
                  <a:gd name="T10" fmla="*/ 53 w 713"/>
                  <a:gd name="T11" fmla="*/ 312 h 323"/>
                  <a:gd name="T12" fmla="*/ 693 w 713"/>
                  <a:gd name="T13" fmla="*/ 61 h 323"/>
                  <a:gd name="T14" fmla="*/ 708 w 713"/>
                  <a:gd name="T15" fmla="*/ 45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3" h="323">
                    <a:moveTo>
                      <a:pt x="708" y="45"/>
                    </a:moveTo>
                    <a:cubicBezTo>
                      <a:pt x="709" y="34"/>
                      <a:pt x="710" y="23"/>
                      <a:pt x="711" y="12"/>
                    </a:cubicBezTo>
                    <a:cubicBezTo>
                      <a:pt x="713" y="0"/>
                      <a:pt x="703" y="0"/>
                      <a:pt x="697" y="1"/>
                    </a:cubicBezTo>
                    <a:cubicBezTo>
                      <a:pt x="448" y="29"/>
                      <a:pt x="202" y="80"/>
                      <a:pt x="11" y="270"/>
                    </a:cubicBezTo>
                    <a:cubicBezTo>
                      <a:pt x="0" y="281"/>
                      <a:pt x="0" y="300"/>
                      <a:pt x="11" y="312"/>
                    </a:cubicBezTo>
                    <a:cubicBezTo>
                      <a:pt x="23" y="323"/>
                      <a:pt x="42" y="323"/>
                      <a:pt x="53" y="312"/>
                    </a:cubicBezTo>
                    <a:cubicBezTo>
                      <a:pt x="216" y="148"/>
                      <a:pt x="438" y="92"/>
                      <a:pt x="693" y="61"/>
                    </a:cubicBezTo>
                    <a:cubicBezTo>
                      <a:pt x="704" y="60"/>
                      <a:pt x="707" y="53"/>
                      <a:pt x="708" y="4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5" name="Freeform 6">
                <a:extLst>
                  <a:ext uri="{FF2B5EF4-FFF2-40B4-BE49-F238E27FC236}">
                    <a16:creationId xmlns:a16="http://schemas.microsoft.com/office/drawing/2014/main" id="{64BE5C30-D21C-4077-B496-0A03B7B5AE86}"/>
                  </a:ext>
                </a:extLst>
              </p:cNvPr>
              <p:cNvSpPr>
                <a:spLocks/>
              </p:cNvSpPr>
              <p:nvPr/>
            </p:nvSpPr>
            <p:spPr bwMode="auto">
              <a:xfrm>
                <a:off x="4716997" y="4426318"/>
                <a:ext cx="401796" cy="586122"/>
              </a:xfrm>
              <a:custGeom>
                <a:avLst/>
                <a:gdLst>
                  <a:gd name="T0" fmla="*/ 1294 w 1306"/>
                  <a:gd name="T1" fmla="*/ 11 h 1904"/>
                  <a:gd name="T2" fmla="*/ 1252 w 1306"/>
                  <a:gd name="T3" fmla="*/ 11 h 1904"/>
                  <a:gd name="T4" fmla="*/ 968 w 1306"/>
                  <a:gd name="T5" fmla="*/ 841 h 1904"/>
                  <a:gd name="T6" fmla="*/ 728 w 1306"/>
                  <a:gd name="T7" fmla="*/ 1607 h 1904"/>
                  <a:gd name="T8" fmla="*/ 6 w 1306"/>
                  <a:gd name="T9" fmla="*/ 1843 h 1904"/>
                  <a:gd name="T10" fmla="*/ 0 w 1306"/>
                  <a:gd name="T11" fmla="*/ 1904 h 1904"/>
                  <a:gd name="T12" fmla="*/ 10 w 1306"/>
                  <a:gd name="T13" fmla="*/ 1903 h 1904"/>
                  <a:gd name="T14" fmla="*/ 770 w 1306"/>
                  <a:gd name="T15" fmla="*/ 1650 h 1904"/>
                  <a:gd name="T16" fmla="*/ 1023 w 1306"/>
                  <a:gd name="T17" fmla="*/ 890 h 1904"/>
                  <a:gd name="T18" fmla="*/ 1027 w 1306"/>
                  <a:gd name="T19" fmla="*/ 847 h 1904"/>
                  <a:gd name="T20" fmla="*/ 1294 w 1306"/>
                  <a:gd name="T21" fmla="*/ 53 h 1904"/>
                  <a:gd name="T22" fmla="*/ 1294 w 1306"/>
                  <a:gd name="T23" fmla="*/ 11 h 1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06" h="1904">
                    <a:moveTo>
                      <a:pt x="1294" y="11"/>
                    </a:moveTo>
                    <a:cubicBezTo>
                      <a:pt x="1282" y="0"/>
                      <a:pt x="1264" y="0"/>
                      <a:pt x="1252" y="11"/>
                    </a:cubicBezTo>
                    <a:cubicBezTo>
                      <a:pt x="1027" y="238"/>
                      <a:pt x="997" y="543"/>
                      <a:pt x="968" y="841"/>
                    </a:cubicBezTo>
                    <a:cubicBezTo>
                      <a:pt x="942" y="1127"/>
                      <a:pt x="914" y="1424"/>
                      <a:pt x="728" y="1607"/>
                    </a:cubicBezTo>
                    <a:cubicBezTo>
                      <a:pt x="554" y="1784"/>
                      <a:pt x="279" y="1818"/>
                      <a:pt x="6" y="1843"/>
                    </a:cubicBezTo>
                    <a:cubicBezTo>
                      <a:pt x="4" y="1863"/>
                      <a:pt x="2" y="1883"/>
                      <a:pt x="0" y="1904"/>
                    </a:cubicBezTo>
                    <a:cubicBezTo>
                      <a:pt x="10" y="1903"/>
                      <a:pt x="10" y="1903"/>
                      <a:pt x="10" y="1903"/>
                    </a:cubicBezTo>
                    <a:cubicBezTo>
                      <a:pt x="285" y="1876"/>
                      <a:pt x="569" y="1848"/>
                      <a:pt x="770" y="1650"/>
                    </a:cubicBezTo>
                    <a:cubicBezTo>
                      <a:pt x="968" y="1449"/>
                      <a:pt x="996" y="1165"/>
                      <a:pt x="1023" y="890"/>
                    </a:cubicBezTo>
                    <a:cubicBezTo>
                      <a:pt x="1027" y="847"/>
                      <a:pt x="1027" y="847"/>
                      <a:pt x="1027" y="847"/>
                    </a:cubicBezTo>
                    <a:cubicBezTo>
                      <a:pt x="1057" y="528"/>
                      <a:pt x="1097" y="248"/>
                      <a:pt x="1294" y="53"/>
                    </a:cubicBezTo>
                    <a:cubicBezTo>
                      <a:pt x="1306" y="42"/>
                      <a:pt x="1306" y="23"/>
                      <a:pt x="1294" y="1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6" name="Freeform 7">
                <a:extLst>
                  <a:ext uri="{FF2B5EF4-FFF2-40B4-BE49-F238E27FC236}">
                    <a16:creationId xmlns:a16="http://schemas.microsoft.com/office/drawing/2014/main" id="{8F83B8CB-10D0-431D-B374-997C34F60E34}"/>
                  </a:ext>
                </a:extLst>
              </p:cNvPr>
              <p:cNvSpPr>
                <a:spLocks/>
              </p:cNvSpPr>
              <p:nvPr/>
            </p:nvSpPr>
            <p:spPr bwMode="auto">
              <a:xfrm>
                <a:off x="4592562" y="4658325"/>
                <a:ext cx="412844" cy="587285"/>
              </a:xfrm>
              <a:custGeom>
                <a:avLst/>
                <a:gdLst>
                  <a:gd name="T0" fmla="*/ 257 w 1342"/>
                  <a:gd name="T1" fmla="*/ 1260 h 1909"/>
                  <a:gd name="T2" fmla="*/ 12 w 1342"/>
                  <a:gd name="T3" fmla="*/ 1855 h 1909"/>
                  <a:gd name="T4" fmla="*/ 12 w 1342"/>
                  <a:gd name="T5" fmla="*/ 1897 h 1909"/>
                  <a:gd name="T6" fmla="*/ 54 w 1342"/>
                  <a:gd name="T7" fmla="*/ 1897 h 1909"/>
                  <a:gd name="T8" fmla="*/ 318 w 1342"/>
                  <a:gd name="T9" fmla="*/ 1253 h 1909"/>
                  <a:gd name="T10" fmla="*/ 339 w 1342"/>
                  <a:gd name="T11" fmla="*/ 1059 h 1909"/>
                  <a:gd name="T12" fmla="*/ 578 w 1342"/>
                  <a:gd name="T13" fmla="*/ 301 h 1909"/>
                  <a:gd name="T14" fmla="*/ 1327 w 1342"/>
                  <a:gd name="T15" fmla="*/ 62 h 1909"/>
                  <a:gd name="T16" fmla="*/ 1338 w 1342"/>
                  <a:gd name="T17" fmla="*/ 50 h 1909"/>
                  <a:gd name="T18" fmla="*/ 1342 w 1342"/>
                  <a:gd name="T19" fmla="*/ 12 h 1909"/>
                  <a:gd name="T20" fmla="*/ 1333 w 1342"/>
                  <a:gd name="T21" fmla="*/ 2 h 1909"/>
                  <a:gd name="T22" fmla="*/ 1295 w 1342"/>
                  <a:gd name="T23" fmla="*/ 6 h 1909"/>
                  <a:gd name="T24" fmla="*/ 536 w 1342"/>
                  <a:gd name="T25" fmla="*/ 259 h 1909"/>
                  <a:gd name="T26" fmla="*/ 283 w 1342"/>
                  <a:gd name="T27" fmla="*/ 1018 h 1909"/>
                  <a:gd name="T28" fmla="*/ 257 w 1342"/>
                  <a:gd name="T29" fmla="*/ 1260 h 19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2" h="1909">
                    <a:moveTo>
                      <a:pt x="257" y="1260"/>
                    </a:moveTo>
                    <a:cubicBezTo>
                      <a:pt x="224" y="1496"/>
                      <a:pt x="166" y="1702"/>
                      <a:pt x="12" y="1855"/>
                    </a:cubicBezTo>
                    <a:cubicBezTo>
                      <a:pt x="0" y="1867"/>
                      <a:pt x="0" y="1886"/>
                      <a:pt x="12" y="1897"/>
                    </a:cubicBezTo>
                    <a:cubicBezTo>
                      <a:pt x="24" y="1909"/>
                      <a:pt x="42" y="1909"/>
                      <a:pt x="54" y="1897"/>
                    </a:cubicBezTo>
                    <a:cubicBezTo>
                      <a:pt x="232" y="1718"/>
                      <a:pt x="288" y="1489"/>
                      <a:pt x="318" y="1253"/>
                    </a:cubicBezTo>
                    <a:cubicBezTo>
                      <a:pt x="339" y="1059"/>
                      <a:pt x="339" y="1059"/>
                      <a:pt x="339" y="1059"/>
                    </a:cubicBezTo>
                    <a:cubicBezTo>
                      <a:pt x="365" y="775"/>
                      <a:pt x="394" y="483"/>
                      <a:pt x="578" y="301"/>
                    </a:cubicBezTo>
                    <a:cubicBezTo>
                      <a:pt x="758" y="119"/>
                      <a:pt x="1045" y="88"/>
                      <a:pt x="1327" y="62"/>
                    </a:cubicBezTo>
                    <a:cubicBezTo>
                      <a:pt x="1330" y="62"/>
                      <a:pt x="1337" y="54"/>
                      <a:pt x="1338" y="50"/>
                    </a:cubicBezTo>
                    <a:cubicBezTo>
                      <a:pt x="1339" y="38"/>
                      <a:pt x="1340" y="25"/>
                      <a:pt x="1342" y="12"/>
                    </a:cubicBezTo>
                    <a:cubicBezTo>
                      <a:pt x="1342" y="4"/>
                      <a:pt x="1338" y="0"/>
                      <a:pt x="1333" y="2"/>
                    </a:cubicBezTo>
                    <a:cubicBezTo>
                      <a:pt x="1295" y="6"/>
                      <a:pt x="1295" y="6"/>
                      <a:pt x="1295" y="6"/>
                    </a:cubicBezTo>
                    <a:cubicBezTo>
                      <a:pt x="1021" y="33"/>
                      <a:pt x="737" y="60"/>
                      <a:pt x="536" y="259"/>
                    </a:cubicBezTo>
                    <a:cubicBezTo>
                      <a:pt x="338" y="460"/>
                      <a:pt x="310" y="743"/>
                      <a:pt x="283" y="1018"/>
                    </a:cubicBezTo>
                    <a:lnTo>
                      <a:pt x="257" y="1260"/>
                    </a:ln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7" name="Freeform 8">
                <a:extLst>
                  <a:ext uri="{FF2B5EF4-FFF2-40B4-BE49-F238E27FC236}">
                    <a16:creationId xmlns:a16="http://schemas.microsoft.com/office/drawing/2014/main" id="{FECF40C7-0923-47CA-96DF-15EDA1487724}"/>
                  </a:ext>
                </a:extLst>
              </p:cNvPr>
              <p:cNvSpPr>
                <a:spLocks/>
              </p:cNvSpPr>
              <p:nvPr/>
            </p:nvSpPr>
            <p:spPr bwMode="auto">
              <a:xfrm>
                <a:off x="4861783" y="4717635"/>
                <a:ext cx="115712" cy="113968"/>
              </a:xfrm>
              <a:custGeom>
                <a:avLst/>
                <a:gdLst>
                  <a:gd name="T0" fmla="*/ 365 w 376"/>
                  <a:gd name="T1" fmla="*/ 356 h 371"/>
                  <a:gd name="T2" fmla="*/ 372 w 376"/>
                  <a:gd name="T3" fmla="*/ 331 h 371"/>
                  <a:gd name="T4" fmla="*/ 360 w 376"/>
                  <a:gd name="T5" fmla="*/ 294 h 371"/>
                  <a:gd name="T6" fmla="*/ 80 w 376"/>
                  <a:gd name="T7" fmla="*/ 14 h 371"/>
                  <a:gd name="T8" fmla="*/ 44 w 376"/>
                  <a:gd name="T9" fmla="*/ 3 h 371"/>
                  <a:gd name="T10" fmla="*/ 18 w 376"/>
                  <a:gd name="T11" fmla="*/ 11 h 371"/>
                  <a:gd name="T12" fmla="*/ 14 w 376"/>
                  <a:gd name="T13" fmla="*/ 36 h 371"/>
                  <a:gd name="T14" fmla="*/ 336 w 376"/>
                  <a:gd name="T15" fmla="*/ 358 h 371"/>
                  <a:gd name="T16" fmla="*/ 365 w 376"/>
                  <a:gd name="T17" fmla="*/ 356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6" h="371">
                    <a:moveTo>
                      <a:pt x="365" y="356"/>
                    </a:moveTo>
                    <a:cubicBezTo>
                      <a:pt x="367" y="348"/>
                      <a:pt x="370" y="339"/>
                      <a:pt x="372" y="331"/>
                    </a:cubicBezTo>
                    <a:cubicBezTo>
                      <a:pt x="376" y="318"/>
                      <a:pt x="375" y="309"/>
                      <a:pt x="360" y="294"/>
                    </a:cubicBezTo>
                    <a:cubicBezTo>
                      <a:pt x="298" y="232"/>
                      <a:pt x="93" y="27"/>
                      <a:pt x="80" y="14"/>
                    </a:cubicBezTo>
                    <a:cubicBezTo>
                      <a:pt x="65" y="0"/>
                      <a:pt x="51" y="1"/>
                      <a:pt x="44" y="3"/>
                    </a:cubicBezTo>
                    <a:cubicBezTo>
                      <a:pt x="35" y="6"/>
                      <a:pt x="26" y="8"/>
                      <a:pt x="18" y="11"/>
                    </a:cubicBezTo>
                    <a:cubicBezTo>
                      <a:pt x="11" y="14"/>
                      <a:pt x="0" y="23"/>
                      <a:pt x="14" y="36"/>
                    </a:cubicBezTo>
                    <a:cubicBezTo>
                      <a:pt x="26" y="48"/>
                      <a:pt x="263" y="285"/>
                      <a:pt x="336" y="358"/>
                    </a:cubicBezTo>
                    <a:cubicBezTo>
                      <a:pt x="349" y="371"/>
                      <a:pt x="362" y="364"/>
                      <a:pt x="365" y="356"/>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8" name="Freeform 10">
                <a:extLst>
                  <a:ext uri="{FF2B5EF4-FFF2-40B4-BE49-F238E27FC236}">
                    <a16:creationId xmlns:a16="http://schemas.microsoft.com/office/drawing/2014/main" id="{6D8565B8-9128-421D-AE29-A55F0EAD5932}"/>
                  </a:ext>
                </a:extLst>
              </p:cNvPr>
              <p:cNvSpPr>
                <a:spLocks/>
              </p:cNvSpPr>
              <p:nvPr/>
            </p:nvSpPr>
            <p:spPr bwMode="auto">
              <a:xfrm>
                <a:off x="4786192" y="4758338"/>
                <a:ext cx="154089" cy="151764"/>
              </a:xfrm>
              <a:custGeom>
                <a:avLst/>
                <a:gdLst>
                  <a:gd name="T0" fmla="*/ 475 w 499"/>
                  <a:gd name="T1" fmla="*/ 479 h 493"/>
                  <a:gd name="T2" fmla="*/ 484 w 499"/>
                  <a:gd name="T3" fmla="*/ 469 h 493"/>
                  <a:gd name="T4" fmla="*/ 480 w 499"/>
                  <a:gd name="T5" fmla="*/ 435 h 493"/>
                  <a:gd name="T6" fmla="*/ 58 w 499"/>
                  <a:gd name="T7" fmla="*/ 12 h 493"/>
                  <a:gd name="T8" fmla="*/ 33 w 499"/>
                  <a:gd name="T9" fmla="*/ 5 h 493"/>
                  <a:gd name="T10" fmla="*/ 9 w 499"/>
                  <a:gd name="T11" fmla="*/ 28 h 493"/>
                  <a:gd name="T12" fmla="*/ 13 w 499"/>
                  <a:gd name="T13" fmla="*/ 55 h 493"/>
                  <a:gd name="T14" fmla="*/ 438 w 499"/>
                  <a:gd name="T15" fmla="*/ 480 h 493"/>
                  <a:gd name="T16" fmla="*/ 475 w 499"/>
                  <a:gd name="T17" fmla="*/ 479 h 4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9" h="493">
                    <a:moveTo>
                      <a:pt x="475" y="479"/>
                    </a:moveTo>
                    <a:cubicBezTo>
                      <a:pt x="478" y="476"/>
                      <a:pt x="481" y="472"/>
                      <a:pt x="484" y="469"/>
                    </a:cubicBezTo>
                    <a:cubicBezTo>
                      <a:pt x="499" y="452"/>
                      <a:pt x="490" y="445"/>
                      <a:pt x="480" y="435"/>
                    </a:cubicBezTo>
                    <a:cubicBezTo>
                      <a:pt x="480" y="435"/>
                      <a:pt x="71" y="24"/>
                      <a:pt x="58" y="12"/>
                    </a:cubicBezTo>
                    <a:cubicBezTo>
                      <a:pt x="45" y="0"/>
                      <a:pt x="36" y="2"/>
                      <a:pt x="33" y="5"/>
                    </a:cubicBezTo>
                    <a:cubicBezTo>
                      <a:pt x="25" y="13"/>
                      <a:pt x="17" y="20"/>
                      <a:pt x="9" y="28"/>
                    </a:cubicBezTo>
                    <a:cubicBezTo>
                      <a:pt x="5" y="32"/>
                      <a:pt x="0" y="41"/>
                      <a:pt x="13" y="55"/>
                    </a:cubicBezTo>
                    <a:cubicBezTo>
                      <a:pt x="26" y="69"/>
                      <a:pt x="438" y="480"/>
                      <a:pt x="438" y="480"/>
                    </a:cubicBezTo>
                    <a:cubicBezTo>
                      <a:pt x="446" y="488"/>
                      <a:pt x="462" y="493"/>
                      <a:pt x="475" y="479"/>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79" name="Freeform 12">
                <a:extLst>
                  <a:ext uri="{FF2B5EF4-FFF2-40B4-BE49-F238E27FC236}">
                    <a16:creationId xmlns:a16="http://schemas.microsoft.com/office/drawing/2014/main" id="{0912518C-0FF8-4774-ADF4-146193941FE6}"/>
                  </a:ext>
                </a:extLst>
              </p:cNvPr>
              <p:cNvSpPr>
                <a:spLocks/>
              </p:cNvSpPr>
              <p:nvPr/>
            </p:nvSpPr>
            <p:spPr bwMode="auto">
              <a:xfrm>
                <a:off x="4743163" y="4831021"/>
                <a:ext cx="123272" cy="121528"/>
              </a:xfrm>
              <a:custGeom>
                <a:avLst/>
                <a:gdLst>
                  <a:gd name="T0" fmla="*/ 355 w 401"/>
                  <a:gd name="T1" fmla="*/ 393 h 395"/>
                  <a:gd name="T2" fmla="*/ 383 w 401"/>
                  <a:gd name="T3" fmla="*/ 383 h 395"/>
                  <a:gd name="T4" fmla="*/ 384 w 401"/>
                  <a:gd name="T5" fmla="*/ 356 h 395"/>
                  <a:gd name="T6" fmla="*/ 40 w 401"/>
                  <a:gd name="T7" fmla="*/ 12 h 395"/>
                  <a:gd name="T8" fmla="*/ 13 w 401"/>
                  <a:gd name="T9" fmla="*/ 12 h 395"/>
                  <a:gd name="T10" fmla="*/ 2 w 401"/>
                  <a:gd name="T11" fmla="*/ 40 h 395"/>
                  <a:gd name="T12" fmla="*/ 11 w 401"/>
                  <a:gd name="T13" fmla="*/ 71 h 395"/>
                  <a:gd name="T14" fmla="*/ 318 w 401"/>
                  <a:gd name="T15" fmla="*/ 378 h 395"/>
                  <a:gd name="T16" fmla="*/ 355 w 401"/>
                  <a:gd name="T17" fmla="*/ 393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1" h="395">
                    <a:moveTo>
                      <a:pt x="355" y="393"/>
                    </a:moveTo>
                    <a:cubicBezTo>
                      <a:pt x="365" y="390"/>
                      <a:pt x="374" y="387"/>
                      <a:pt x="383" y="383"/>
                    </a:cubicBezTo>
                    <a:cubicBezTo>
                      <a:pt x="390" y="381"/>
                      <a:pt x="401" y="373"/>
                      <a:pt x="384" y="356"/>
                    </a:cubicBezTo>
                    <a:cubicBezTo>
                      <a:pt x="367" y="339"/>
                      <a:pt x="40" y="12"/>
                      <a:pt x="40" y="12"/>
                    </a:cubicBezTo>
                    <a:cubicBezTo>
                      <a:pt x="31" y="3"/>
                      <a:pt x="17" y="0"/>
                      <a:pt x="13" y="12"/>
                    </a:cubicBezTo>
                    <a:cubicBezTo>
                      <a:pt x="9" y="21"/>
                      <a:pt x="6" y="31"/>
                      <a:pt x="2" y="40"/>
                    </a:cubicBezTo>
                    <a:cubicBezTo>
                      <a:pt x="1" y="46"/>
                      <a:pt x="0" y="59"/>
                      <a:pt x="11" y="71"/>
                    </a:cubicBezTo>
                    <a:cubicBezTo>
                      <a:pt x="20" y="82"/>
                      <a:pt x="248" y="309"/>
                      <a:pt x="318" y="378"/>
                    </a:cubicBezTo>
                    <a:cubicBezTo>
                      <a:pt x="331" y="391"/>
                      <a:pt x="349" y="395"/>
                      <a:pt x="355" y="393"/>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0" name="Freeform 13">
                <a:extLst>
                  <a:ext uri="{FF2B5EF4-FFF2-40B4-BE49-F238E27FC236}">
                    <a16:creationId xmlns:a16="http://schemas.microsoft.com/office/drawing/2014/main" id="{D1F46F00-082D-4108-8DE2-3AAE0BF8FB38}"/>
                  </a:ext>
                </a:extLst>
              </p:cNvPr>
              <p:cNvSpPr>
                <a:spLocks/>
              </p:cNvSpPr>
              <p:nvPr/>
            </p:nvSpPr>
            <p:spPr bwMode="auto">
              <a:xfrm>
                <a:off x="5110071" y="4475743"/>
                <a:ext cx="109898" cy="109316"/>
              </a:xfrm>
              <a:custGeom>
                <a:avLst/>
                <a:gdLst>
                  <a:gd name="T0" fmla="*/ 356 w 356"/>
                  <a:gd name="T1" fmla="*/ 318 h 356"/>
                  <a:gd name="T2" fmla="*/ 38 w 356"/>
                  <a:gd name="T3" fmla="*/ 0 h 356"/>
                  <a:gd name="T4" fmla="*/ 0 w 356"/>
                  <a:gd name="T5" fmla="*/ 50 h 356"/>
                  <a:gd name="T6" fmla="*/ 306 w 356"/>
                  <a:gd name="T7" fmla="*/ 356 h 356"/>
                  <a:gd name="T8" fmla="*/ 356 w 356"/>
                  <a:gd name="T9" fmla="*/ 318 h 356"/>
                </a:gdLst>
                <a:ahLst/>
                <a:cxnLst>
                  <a:cxn ang="0">
                    <a:pos x="T0" y="T1"/>
                  </a:cxn>
                  <a:cxn ang="0">
                    <a:pos x="T2" y="T3"/>
                  </a:cxn>
                  <a:cxn ang="0">
                    <a:pos x="T4" y="T5"/>
                  </a:cxn>
                  <a:cxn ang="0">
                    <a:pos x="T6" y="T7"/>
                  </a:cxn>
                  <a:cxn ang="0">
                    <a:pos x="T8" y="T9"/>
                  </a:cxn>
                </a:cxnLst>
                <a:rect l="0" t="0" r="r" b="b"/>
                <a:pathLst>
                  <a:path w="356" h="356">
                    <a:moveTo>
                      <a:pt x="356" y="318"/>
                    </a:moveTo>
                    <a:cubicBezTo>
                      <a:pt x="38" y="0"/>
                      <a:pt x="38" y="0"/>
                      <a:pt x="38" y="0"/>
                    </a:cubicBezTo>
                    <a:cubicBezTo>
                      <a:pt x="24" y="16"/>
                      <a:pt x="12" y="33"/>
                      <a:pt x="0" y="50"/>
                    </a:cubicBezTo>
                    <a:cubicBezTo>
                      <a:pt x="306" y="356"/>
                      <a:pt x="306" y="356"/>
                      <a:pt x="306" y="356"/>
                    </a:cubicBezTo>
                    <a:cubicBezTo>
                      <a:pt x="323" y="345"/>
                      <a:pt x="340" y="332"/>
                      <a:pt x="356" y="318"/>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1" name="Freeform 14">
                <a:extLst>
                  <a:ext uri="{FF2B5EF4-FFF2-40B4-BE49-F238E27FC236}">
                    <a16:creationId xmlns:a16="http://schemas.microsoft.com/office/drawing/2014/main" id="{0043BABF-0BD2-427A-8970-CD718C59F0F1}"/>
                  </a:ext>
                </a:extLst>
              </p:cNvPr>
              <p:cNvSpPr>
                <a:spLocks/>
              </p:cNvSpPr>
              <p:nvPr/>
            </p:nvSpPr>
            <p:spPr bwMode="auto">
              <a:xfrm>
                <a:off x="5072857" y="4554823"/>
                <a:ext cx="68032" cy="68032"/>
              </a:xfrm>
              <a:custGeom>
                <a:avLst/>
                <a:gdLst>
                  <a:gd name="T0" fmla="*/ 221 w 221"/>
                  <a:gd name="T1" fmla="*/ 201 h 221"/>
                  <a:gd name="T2" fmla="*/ 20 w 221"/>
                  <a:gd name="T3" fmla="*/ 0 h 221"/>
                  <a:gd name="T4" fmla="*/ 0 w 221"/>
                  <a:gd name="T5" fmla="*/ 68 h 221"/>
                  <a:gd name="T6" fmla="*/ 152 w 221"/>
                  <a:gd name="T7" fmla="*/ 221 h 221"/>
                  <a:gd name="T8" fmla="*/ 221 w 221"/>
                  <a:gd name="T9" fmla="*/ 201 h 221"/>
                </a:gdLst>
                <a:ahLst/>
                <a:cxnLst>
                  <a:cxn ang="0">
                    <a:pos x="T0" y="T1"/>
                  </a:cxn>
                  <a:cxn ang="0">
                    <a:pos x="T2" y="T3"/>
                  </a:cxn>
                  <a:cxn ang="0">
                    <a:pos x="T4" y="T5"/>
                  </a:cxn>
                  <a:cxn ang="0">
                    <a:pos x="T6" y="T7"/>
                  </a:cxn>
                  <a:cxn ang="0">
                    <a:pos x="T8" y="T9"/>
                  </a:cxn>
                </a:cxnLst>
                <a:rect l="0" t="0" r="r" b="b"/>
                <a:pathLst>
                  <a:path w="221" h="221">
                    <a:moveTo>
                      <a:pt x="221" y="201"/>
                    </a:moveTo>
                    <a:cubicBezTo>
                      <a:pt x="20" y="0"/>
                      <a:pt x="20" y="0"/>
                      <a:pt x="20" y="0"/>
                    </a:cubicBezTo>
                    <a:cubicBezTo>
                      <a:pt x="13" y="22"/>
                      <a:pt x="6" y="45"/>
                      <a:pt x="0" y="68"/>
                    </a:cubicBezTo>
                    <a:cubicBezTo>
                      <a:pt x="152" y="221"/>
                      <a:pt x="152" y="221"/>
                      <a:pt x="152" y="221"/>
                    </a:cubicBezTo>
                    <a:cubicBezTo>
                      <a:pt x="176" y="214"/>
                      <a:pt x="199" y="208"/>
                      <a:pt x="221" y="20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2" name="Freeform 15">
                <a:extLst>
                  <a:ext uri="{FF2B5EF4-FFF2-40B4-BE49-F238E27FC236}">
                    <a16:creationId xmlns:a16="http://schemas.microsoft.com/office/drawing/2014/main" id="{2BB4A3E0-2FE1-4FAF-9FB2-19F3DA9EA529}"/>
                  </a:ext>
                </a:extLst>
              </p:cNvPr>
              <p:cNvSpPr>
                <a:spLocks/>
              </p:cNvSpPr>
              <p:nvPr/>
            </p:nvSpPr>
            <p:spPr bwMode="auto">
              <a:xfrm>
                <a:off x="4587910" y="5051399"/>
                <a:ext cx="59891" cy="59892"/>
              </a:xfrm>
              <a:custGeom>
                <a:avLst/>
                <a:gdLst>
                  <a:gd name="T0" fmla="*/ 181 w 195"/>
                  <a:gd name="T1" fmla="*/ 175 h 195"/>
                  <a:gd name="T2" fmla="*/ 189 w 195"/>
                  <a:gd name="T3" fmla="*/ 145 h 195"/>
                  <a:gd name="T4" fmla="*/ 180 w 195"/>
                  <a:gd name="T5" fmla="*/ 113 h 195"/>
                  <a:gd name="T6" fmla="*/ 82 w 195"/>
                  <a:gd name="T7" fmla="*/ 15 h 195"/>
                  <a:gd name="T8" fmla="*/ 50 w 195"/>
                  <a:gd name="T9" fmla="*/ 2 h 195"/>
                  <a:gd name="T10" fmla="*/ 12 w 195"/>
                  <a:gd name="T11" fmla="*/ 12 h 195"/>
                  <a:gd name="T12" fmla="*/ 10 w 195"/>
                  <a:gd name="T13" fmla="*/ 31 h 195"/>
                  <a:gd name="T14" fmla="*/ 159 w 195"/>
                  <a:gd name="T15" fmla="*/ 180 h 195"/>
                  <a:gd name="T16" fmla="*/ 181 w 195"/>
                  <a:gd name="T17" fmla="*/ 175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5" h="195">
                    <a:moveTo>
                      <a:pt x="181" y="175"/>
                    </a:moveTo>
                    <a:cubicBezTo>
                      <a:pt x="184" y="165"/>
                      <a:pt x="187" y="155"/>
                      <a:pt x="189" y="145"/>
                    </a:cubicBezTo>
                    <a:cubicBezTo>
                      <a:pt x="191" y="139"/>
                      <a:pt x="195" y="129"/>
                      <a:pt x="180" y="113"/>
                    </a:cubicBezTo>
                    <a:cubicBezTo>
                      <a:pt x="170" y="102"/>
                      <a:pt x="111" y="44"/>
                      <a:pt x="82" y="15"/>
                    </a:cubicBezTo>
                    <a:cubicBezTo>
                      <a:pt x="70" y="3"/>
                      <a:pt x="61" y="0"/>
                      <a:pt x="50" y="2"/>
                    </a:cubicBezTo>
                    <a:cubicBezTo>
                      <a:pt x="37" y="5"/>
                      <a:pt x="24" y="9"/>
                      <a:pt x="12" y="12"/>
                    </a:cubicBezTo>
                    <a:cubicBezTo>
                      <a:pt x="0" y="16"/>
                      <a:pt x="2" y="23"/>
                      <a:pt x="10" y="31"/>
                    </a:cubicBezTo>
                    <a:cubicBezTo>
                      <a:pt x="48" y="68"/>
                      <a:pt x="148" y="167"/>
                      <a:pt x="159" y="180"/>
                    </a:cubicBezTo>
                    <a:cubicBezTo>
                      <a:pt x="172" y="195"/>
                      <a:pt x="179" y="182"/>
                      <a:pt x="181" y="17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3" name="Freeform 16">
                <a:extLst>
                  <a:ext uri="{FF2B5EF4-FFF2-40B4-BE49-F238E27FC236}">
                    <a16:creationId xmlns:a16="http://schemas.microsoft.com/office/drawing/2014/main" id="{8F930EC0-9C5E-4788-AB3A-B903BB5BF23F}"/>
                  </a:ext>
                </a:extLst>
              </p:cNvPr>
              <p:cNvSpPr>
                <a:spLocks/>
              </p:cNvSpPr>
              <p:nvPr/>
            </p:nvSpPr>
            <p:spPr bwMode="auto">
              <a:xfrm>
                <a:off x="4505923" y="5086868"/>
                <a:ext cx="105828" cy="105828"/>
              </a:xfrm>
              <a:custGeom>
                <a:avLst/>
                <a:gdLst>
                  <a:gd name="T0" fmla="*/ 324 w 344"/>
                  <a:gd name="T1" fmla="*/ 335 h 344"/>
                  <a:gd name="T2" fmla="*/ 339 w 344"/>
                  <a:gd name="T3" fmla="*/ 313 h 344"/>
                  <a:gd name="T4" fmla="*/ 335 w 344"/>
                  <a:gd name="T5" fmla="*/ 282 h 344"/>
                  <a:gd name="T6" fmla="*/ 65 w 344"/>
                  <a:gd name="T7" fmla="*/ 12 h 344"/>
                  <a:gd name="T8" fmla="*/ 36 w 344"/>
                  <a:gd name="T9" fmla="*/ 4 h 344"/>
                  <a:gd name="T10" fmla="*/ 12 w 344"/>
                  <a:gd name="T11" fmla="*/ 21 h 344"/>
                  <a:gd name="T12" fmla="*/ 11 w 344"/>
                  <a:gd name="T13" fmla="*/ 46 h 344"/>
                  <a:gd name="T14" fmla="*/ 300 w 344"/>
                  <a:gd name="T15" fmla="*/ 335 h 344"/>
                  <a:gd name="T16" fmla="*/ 324 w 344"/>
                  <a:gd name="T17" fmla="*/ 335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4" h="344">
                    <a:moveTo>
                      <a:pt x="324" y="335"/>
                    </a:moveTo>
                    <a:cubicBezTo>
                      <a:pt x="329" y="327"/>
                      <a:pt x="334" y="320"/>
                      <a:pt x="339" y="313"/>
                    </a:cubicBezTo>
                    <a:cubicBezTo>
                      <a:pt x="342" y="307"/>
                      <a:pt x="344" y="291"/>
                      <a:pt x="335" y="282"/>
                    </a:cubicBezTo>
                    <a:cubicBezTo>
                      <a:pt x="279" y="226"/>
                      <a:pt x="77" y="23"/>
                      <a:pt x="65" y="12"/>
                    </a:cubicBezTo>
                    <a:cubicBezTo>
                      <a:pt x="52" y="0"/>
                      <a:pt x="40" y="1"/>
                      <a:pt x="36" y="4"/>
                    </a:cubicBezTo>
                    <a:cubicBezTo>
                      <a:pt x="28" y="10"/>
                      <a:pt x="20" y="15"/>
                      <a:pt x="12" y="21"/>
                    </a:cubicBezTo>
                    <a:cubicBezTo>
                      <a:pt x="7" y="25"/>
                      <a:pt x="0" y="34"/>
                      <a:pt x="11" y="46"/>
                    </a:cubicBezTo>
                    <a:cubicBezTo>
                      <a:pt x="21" y="57"/>
                      <a:pt x="242" y="277"/>
                      <a:pt x="300" y="335"/>
                    </a:cubicBezTo>
                    <a:cubicBezTo>
                      <a:pt x="309" y="344"/>
                      <a:pt x="321" y="339"/>
                      <a:pt x="324" y="33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4" name="Freeform 17">
                <a:extLst>
                  <a:ext uri="{FF2B5EF4-FFF2-40B4-BE49-F238E27FC236}">
                    <a16:creationId xmlns:a16="http://schemas.microsoft.com/office/drawing/2014/main" id="{F60B6526-E660-4192-8365-701F5F0FDEE3}"/>
                  </a:ext>
                </a:extLst>
              </p:cNvPr>
              <p:cNvSpPr>
                <a:spLocks/>
              </p:cNvSpPr>
              <p:nvPr/>
            </p:nvSpPr>
            <p:spPr bwMode="auto">
              <a:xfrm>
                <a:off x="5063553" y="4572849"/>
                <a:ext cx="201770" cy="97687"/>
              </a:xfrm>
              <a:custGeom>
                <a:avLst/>
                <a:gdLst>
                  <a:gd name="T0" fmla="*/ 644 w 655"/>
                  <a:gd name="T1" fmla="*/ 12 h 317"/>
                  <a:gd name="T2" fmla="*/ 602 w 655"/>
                  <a:gd name="T3" fmla="*/ 12 h 317"/>
                  <a:gd name="T4" fmla="*/ 34 w 655"/>
                  <a:gd name="T5" fmla="*/ 253 h 317"/>
                  <a:gd name="T6" fmla="*/ 4 w 655"/>
                  <a:gd name="T7" fmla="*/ 276 h 317"/>
                  <a:gd name="T8" fmla="*/ 2 w 655"/>
                  <a:gd name="T9" fmla="*/ 293 h 317"/>
                  <a:gd name="T10" fmla="*/ 27 w 655"/>
                  <a:gd name="T11" fmla="*/ 314 h 317"/>
                  <a:gd name="T12" fmla="*/ 644 w 655"/>
                  <a:gd name="T13" fmla="*/ 54 h 317"/>
                  <a:gd name="T14" fmla="*/ 644 w 655"/>
                  <a:gd name="T15" fmla="*/ 12 h 3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5" h="317">
                    <a:moveTo>
                      <a:pt x="644" y="12"/>
                    </a:moveTo>
                    <a:cubicBezTo>
                      <a:pt x="632" y="0"/>
                      <a:pt x="613" y="0"/>
                      <a:pt x="602" y="12"/>
                    </a:cubicBezTo>
                    <a:cubicBezTo>
                      <a:pt x="454" y="160"/>
                      <a:pt x="258" y="220"/>
                      <a:pt x="34" y="253"/>
                    </a:cubicBezTo>
                    <a:cubicBezTo>
                      <a:pt x="11" y="256"/>
                      <a:pt x="6" y="260"/>
                      <a:pt x="4" y="276"/>
                    </a:cubicBezTo>
                    <a:cubicBezTo>
                      <a:pt x="4" y="282"/>
                      <a:pt x="3" y="288"/>
                      <a:pt x="2" y="293"/>
                    </a:cubicBezTo>
                    <a:cubicBezTo>
                      <a:pt x="0" y="310"/>
                      <a:pt x="8" y="317"/>
                      <a:pt x="27" y="314"/>
                    </a:cubicBezTo>
                    <a:cubicBezTo>
                      <a:pt x="252" y="283"/>
                      <a:pt x="471" y="225"/>
                      <a:pt x="644" y="54"/>
                    </a:cubicBezTo>
                    <a:cubicBezTo>
                      <a:pt x="655" y="42"/>
                      <a:pt x="655" y="23"/>
                      <a:pt x="644" y="12"/>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grpSp>
      </p:grpSp>
      <p:grpSp>
        <p:nvGrpSpPr>
          <p:cNvPr id="85" name="组合 84">
            <a:extLst>
              <a:ext uri="{FF2B5EF4-FFF2-40B4-BE49-F238E27FC236}">
                <a16:creationId xmlns:a16="http://schemas.microsoft.com/office/drawing/2014/main" id="{A4C29F04-4A24-450F-ADF1-994D5B9275DD}"/>
              </a:ext>
            </a:extLst>
          </p:cNvPr>
          <p:cNvGrpSpPr>
            <a:grpSpLocks noChangeAspect="1"/>
          </p:cNvGrpSpPr>
          <p:nvPr/>
        </p:nvGrpSpPr>
        <p:grpSpPr>
          <a:xfrm>
            <a:off x="9893254" y="1935208"/>
            <a:ext cx="900000" cy="900000"/>
            <a:chOff x="9802145" y="1861709"/>
            <a:chExt cx="1080000" cy="1080000"/>
          </a:xfrm>
          <a:effectLst>
            <a:outerShdw blurRad="50800" dist="38100" dir="2700000" algn="tl" rotWithShape="0">
              <a:prstClr val="black">
                <a:alpha val="40000"/>
              </a:prstClr>
            </a:outerShdw>
          </a:effectLst>
        </p:grpSpPr>
        <p:sp>
          <p:nvSpPr>
            <p:cNvPr id="86" name="Oval 2422">
              <a:extLst>
                <a:ext uri="{FF2B5EF4-FFF2-40B4-BE49-F238E27FC236}">
                  <a16:creationId xmlns:a16="http://schemas.microsoft.com/office/drawing/2014/main" id="{84E5F130-6925-4F5F-B371-FDAEF389718A}"/>
                </a:ext>
              </a:extLst>
            </p:cNvPr>
            <p:cNvSpPr>
              <a:spLocks noChangeArrowheads="1"/>
            </p:cNvSpPr>
            <p:nvPr/>
          </p:nvSpPr>
          <p:spPr bwMode="auto">
            <a:xfrm>
              <a:off x="9802145" y="1861709"/>
              <a:ext cx="1080000" cy="1080000"/>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87" name="组合 86">
              <a:extLst>
                <a:ext uri="{FF2B5EF4-FFF2-40B4-BE49-F238E27FC236}">
                  <a16:creationId xmlns:a16="http://schemas.microsoft.com/office/drawing/2014/main" id="{A5E0EEC9-C980-4EDA-9B26-FF65458B8758}"/>
                </a:ext>
              </a:extLst>
            </p:cNvPr>
            <p:cNvGrpSpPr/>
            <p:nvPr/>
          </p:nvGrpSpPr>
          <p:grpSpPr>
            <a:xfrm>
              <a:off x="9839943" y="2104708"/>
              <a:ext cx="1009805" cy="648000"/>
              <a:chOff x="5600539" y="5707181"/>
              <a:chExt cx="1009805" cy="648000"/>
            </a:xfrm>
          </p:grpSpPr>
          <p:sp>
            <p:nvSpPr>
              <p:cNvPr id="88" name="Freeform 2472">
                <a:extLst>
                  <a:ext uri="{FF2B5EF4-FFF2-40B4-BE49-F238E27FC236}">
                    <a16:creationId xmlns:a16="http://schemas.microsoft.com/office/drawing/2014/main" id="{B9F59103-41EF-47AC-9643-E44972F9EF6D}"/>
                  </a:ext>
                </a:extLst>
              </p:cNvPr>
              <p:cNvSpPr>
                <a:spLocks noEditPoints="1"/>
              </p:cNvSpPr>
              <p:nvPr/>
            </p:nvSpPr>
            <p:spPr bwMode="auto">
              <a:xfrm>
                <a:off x="5600539" y="5712583"/>
                <a:ext cx="361801" cy="388800"/>
              </a:xfrm>
              <a:custGeom>
                <a:avLst/>
                <a:gdLst>
                  <a:gd name="T0" fmla="*/ 0 w 61"/>
                  <a:gd name="T1" fmla="*/ 50 h 66"/>
                  <a:gd name="T2" fmla="*/ 18 w 61"/>
                  <a:gd name="T3" fmla="*/ 66 h 66"/>
                  <a:gd name="T4" fmla="*/ 61 w 61"/>
                  <a:gd name="T5" fmla="*/ 16 h 66"/>
                  <a:gd name="T6" fmla="*/ 43 w 61"/>
                  <a:gd name="T7" fmla="*/ 0 h 66"/>
                  <a:gd name="T8" fmla="*/ 0 w 61"/>
                  <a:gd name="T9" fmla="*/ 50 h 66"/>
                  <a:gd name="T10" fmla="*/ 20 w 61"/>
                  <a:gd name="T11" fmla="*/ 53 h 66"/>
                  <a:gd name="T12" fmla="*/ 13 w 61"/>
                  <a:gd name="T13" fmla="*/ 52 h 66"/>
                  <a:gd name="T14" fmla="*/ 14 w 61"/>
                  <a:gd name="T15" fmla="*/ 45 h 66"/>
                  <a:gd name="T16" fmla="*/ 21 w 61"/>
                  <a:gd name="T17" fmla="*/ 46 h 66"/>
                  <a:gd name="T18" fmla="*/ 20 w 61"/>
                  <a:gd name="T19" fmla="*/ 5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1" h="66">
                    <a:moveTo>
                      <a:pt x="0" y="50"/>
                    </a:moveTo>
                    <a:cubicBezTo>
                      <a:pt x="18" y="66"/>
                      <a:pt x="18" y="66"/>
                      <a:pt x="18" y="66"/>
                    </a:cubicBezTo>
                    <a:cubicBezTo>
                      <a:pt x="61" y="16"/>
                      <a:pt x="61" y="16"/>
                      <a:pt x="61" y="16"/>
                    </a:cubicBezTo>
                    <a:cubicBezTo>
                      <a:pt x="43" y="0"/>
                      <a:pt x="43" y="0"/>
                      <a:pt x="43" y="0"/>
                    </a:cubicBezTo>
                    <a:lnTo>
                      <a:pt x="0" y="50"/>
                    </a:lnTo>
                    <a:close/>
                    <a:moveTo>
                      <a:pt x="20" y="53"/>
                    </a:moveTo>
                    <a:cubicBezTo>
                      <a:pt x="18" y="55"/>
                      <a:pt x="15" y="55"/>
                      <a:pt x="13" y="52"/>
                    </a:cubicBezTo>
                    <a:cubicBezTo>
                      <a:pt x="11" y="50"/>
                      <a:pt x="12" y="47"/>
                      <a:pt x="14" y="45"/>
                    </a:cubicBezTo>
                    <a:cubicBezTo>
                      <a:pt x="16" y="44"/>
                      <a:pt x="19" y="44"/>
                      <a:pt x="21" y="46"/>
                    </a:cubicBezTo>
                    <a:cubicBezTo>
                      <a:pt x="23" y="48"/>
                      <a:pt x="22" y="52"/>
                      <a:pt x="20" y="5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9" name="Freeform 2473">
                <a:extLst>
                  <a:ext uri="{FF2B5EF4-FFF2-40B4-BE49-F238E27FC236}">
                    <a16:creationId xmlns:a16="http://schemas.microsoft.com/office/drawing/2014/main" id="{E191FC5D-ACC5-4866-9962-576A26E39AB6}"/>
                  </a:ext>
                </a:extLst>
              </p:cNvPr>
              <p:cNvSpPr>
                <a:spLocks noEditPoints="1"/>
              </p:cNvSpPr>
              <p:nvPr/>
            </p:nvSpPr>
            <p:spPr bwMode="auto">
              <a:xfrm>
                <a:off x="6243142" y="5707181"/>
                <a:ext cx="367202" cy="388800"/>
              </a:xfrm>
              <a:custGeom>
                <a:avLst/>
                <a:gdLst>
                  <a:gd name="T0" fmla="*/ 0 w 62"/>
                  <a:gd name="T1" fmla="*/ 15 h 66"/>
                  <a:gd name="T2" fmla="*/ 44 w 62"/>
                  <a:gd name="T3" fmla="*/ 66 h 66"/>
                  <a:gd name="T4" fmla="*/ 62 w 62"/>
                  <a:gd name="T5" fmla="*/ 50 h 66"/>
                  <a:gd name="T6" fmla="*/ 18 w 62"/>
                  <a:gd name="T7" fmla="*/ 0 h 66"/>
                  <a:gd name="T8" fmla="*/ 0 w 62"/>
                  <a:gd name="T9" fmla="*/ 15 h 66"/>
                  <a:gd name="T10" fmla="*/ 41 w 62"/>
                  <a:gd name="T11" fmla="*/ 45 h 66"/>
                  <a:gd name="T12" fmla="*/ 48 w 62"/>
                  <a:gd name="T13" fmla="*/ 46 h 66"/>
                  <a:gd name="T14" fmla="*/ 47 w 62"/>
                  <a:gd name="T15" fmla="*/ 53 h 66"/>
                  <a:gd name="T16" fmla="*/ 40 w 62"/>
                  <a:gd name="T17" fmla="*/ 52 h 66"/>
                  <a:gd name="T18" fmla="*/ 41 w 62"/>
                  <a:gd name="T19" fmla="*/ 4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66">
                    <a:moveTo>
                      <a:pt x="0" y="15"/>
                    </a:moveTo>
                    <a:cubicBezTo>
                      <a:pt x="44" y="66"/>
                      <a:pt x="44" y="66"/>
                      <a:pt x="44" y="66"/>
                    </a:cubicBezTo>
                    <a:cubicBezTo>
                      <a:pt x="62" y="50"/>
                      <a:pt x="62" y="50"/>
                      <a:pt x="62" y="50"/>
                    </a:cubicBezTo>
                    <a:cubicBezTo>
                      <a:pt x="18" y="0"/>
                      <a:pt x="18" y="0"/>
                      <a:pt x="18" y="0"/>
                    </a:cubicBezTo>
                    <a:lnTo>
                      <a:pt x="0" y="15"/>
                    </a:lnTo>
                    <a:close/>
                    <a:moveTo>
                      <a:pt x="41" y="45"/>
                    </a:moveTo>
                    <a:cubicBezTo>
                      <a:pt x="43" y="43"/>
                      <a:pt x="47" y="43"/>
                      <a:pt x="48" y="46"/>
                    </a:cubicBezTo>
                    <a:cubicBezTo>
                      <a:pt x="50" y="48"/>
                      <a:pt x="50" y="51"/>
                      <a:pt x="47" y="53"/>
                    </a:cubicBezTo>
                    <a:cubicBezTo>
                      <a:pt x="45" y="54"/>
                      <a:pt x="42" y="54"/>
                      <a:pt x="40" y="52"/>
                    </a:cubicBezTo>
                    <a:cubicBezTo>
                      <a:pt x="39" y="50"/>
                      <a:pt x="39" y="46"/>
                      <a:pt x="41"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0" name="Freeform 2474">
                <a:extLst>
                  <a:ext uri="{FF2B5EF4-FFF2-40B4-BE49-F238E27FC236}">
                    <a16:creationId xmlns:a16="http://schemas.microsoft.com/office/drawing/2014/main" id="{95661735-769B-4760-9145-F639960FC2BC}"/>
                  </a:ext>
                </a:extLst>
              </p:cNvPr>
              <p:cNvSpPr>
                <a:spLocks noEditPoints="1"/>
              </p:cNvSpPr>
              <p:nvPr/>
            </p:nvSpPr>
            <p:spPr bwMode="auto">
              <a:xfrm>
                <a:off x="5816539" y="5836781"/>
                <a:ext cx="599398" cy="518400"/>
              </a:xfrm>
              <a:custGeom>
                <a:avLst/>
                <a:gdLst>
                  <a:gd name="T0" fmla="*/ 71 w 102"/>
                  <a:gd name="T1" fmla="*/ 1 h 88"/>
                  <a:gd name="T2" fmla="*/ 65 w 102"/>
                  <a:gd name="T3" fmla="*/ 5 h 88"/>
                  <a:gd name="T4" fmla="*/ 63 w 102"/>
                  <a:gd name="T5" fmla="*/ 3 h 88"/>
                  <a:gd name="T6" fmla="*/ 52 w 102"/>
                  <a:gd name="T7" fmla="*/ 0 h 88"/>
                  <a:gd name="T8" fmla="*/ 34 w 102"/>
                  <a:gd name="T9" fmla="*/ 2 h 88"/>
                  <a:gd name="T10" fmla="*/ 29 w 102"/>
                  <a:gd name="T11" fmla="*/ 1 h 88"/>
                  <a:gd name="T12" fmla="*/ 0 w 102"/>
                  <a:gd name="T13" fmla="*/ 35 h 88"/>
                  <a:gd name="T14" fmla="*/ 9 w 102"/>
                  <a:gd name="T15" fmla="*/ 50 h 88"/>
                  <a:gd name="T16" fmla="*/ 16 w 102"/>
                  <a:gd name="T17" fmla="*/ 71 h 88"/>
                  <a:gd name="T18" fmla="*/ 37 w 102"/>
                  <a:gd name="T19" fmla="*/ 86 h 88"/>
                  <a:gd name="T20" fmla="*/ 42 w 102"/>
                  <a:gd name="T21" fmla="*/ 88 h 88"/>
                  <a:gd name="T22" fmla="*/ 48 w 102"/>
                  <a:gd name="T23" fmla="*/ 86 h 88"/>
                  <a:gd name="T24" fmla="*/ 49 w 102"/>
                  <a:gd name="T25" fmla="*/ 83 h 88"/>
                  <a:gd name="T26" fmla="*/ 62 w 102"/>
                  <a:gd name="T27" fmla="*/ 80 h 88"/>
                  <a:gd name="T28" fmla="*/ 82 w 102"/>
                  <a:gd name="T29" fmla="*/ 62 h 88"/>
                  <a:gd name="T30" fmla="*/ 82 w 102"/>
                  <a:gd name="T31" fmla="*/ 57 h 88"/>
                  <a:gd name="T32" fmla="*/ 102 w 102"/>
                  <a:gd name="T33" fmla="*/ 37 h 88"/>
                  <a:gd name="T34" fmla="*/ 71 w 102"/>
                  <a:gd name="T35" fmla="*/ 1 h 88"/>
                  <a:gd name="T36" fmla="*/ 45 w 102"/>
                  <a:gd name="T37" fmla="*/ 83 h 88"/>
                  <a:gd name="T38" fmla="*/ 45 w 102"/>
                  <a:gd name="T39" fmla="*/ 83 h 88"/>
                  <a:gd name="T40" fmla="*/ 38 w 102"/>
                  <a:gd name="T41" fmla="*/ 83 h 88"/>
                  <a:gd name="T42" fmla="*/ 19 w 102"/>
                  <a:gd name="T43" fmla="*/ 68 h 88"/>
                  <a:gd name="T44" fmla="*/ 12 w 102"/>
                  <a:gd name="T45" fmla="*/ 56 h 88"/>
                  <a:gd name="T46" fmla="*/ 12 w 102"/>
                  <a:gd name="T47" fmla="*/ 54 h 88"/>
                  <a:gd name="T48" fmla="*/ 12 w 102"/>
                  <a:gd name="T49" fmla="*/ 52 h 88"/>
                  <a:gd name="T50" fmla="*/ 12 w 102"/>
                  <a:gd name="T51" fmla="*/ 52 h 88"/>
                  <a:gd name="T52" fmla="*/ 14 w 102"/>
                  <a:gd name="T53" fmla="*/ 51 h 88"/>
                  <a:gd name="T54" fmla="*/ 14 w 102"/>
                  <a:gd name="T55" fmla="*/ 51 h 88"/>
                  <a:gd name="T56" fmla="*/ 16 w 102"/>
                  <a:gd name="T57" fmla="*/ 51 h 88"/>
                  <a:gd name="T58" fmla="*/ 18 w 102"/>
                  <a:gd name="T59" fmla="*/ 52 h 88"/>
                  <a:gd name="T60" fmla="*/ 19 w 102"/>
                  <a:gd name="T61" fmla="*/ 54 h 88"/>
                  <a:gd name="T62" fmla="*/ 26 w 102"/>
                  <a:gd name="T63" fmla="*/ 61 h 88"/>
                  <a:gd name="T64" fmla="*/ 36 w 102"/>
                  <a:gd name="T65" fmla="*/ 72 h 88"/>
                  <a:gd name="T66" fmla="*/ 41 w 102"/>
                  <a:gd name="T67" fmla="*/ 76 h 88"/>
                  <a:gd name="T68" fmla="*/ 45 w 102"/>
                  <a:gd name="T69" fmla="*/ 83 h 88"/>
                  <a:gd name="T70" fmla="*/ 80 w 102"/>
                  <a:gd name="T71" fmla="*/ 53 h 88"/>
                  <a:gd name="T72" fmla="*/ 80 w 102"/>
                  <a:gd name="T73" fmla="*/ 52 h 88"/>
                  <a:gd name="T74" fmla="*/ 65 w 102"/>
                  <a:gd name="T75" fmla="*/ 33 h 88"/>
                  <a:gd name="T76" fmla="*/ 53 w 102"/>
                  <a:gd name="T77" fmla="*/ 25 h 88"/>
                  <a:gd name="T78" fmla="*/ 37 w 102"/>
                  <a:gd name="T79" fmla="*/ 35 h 88"/>
                  <a:gd name="T80" fmla="*/ 28 w 102"/>
                  <a:gd name="T81" fmla="*/ 41 h 88"/>
                  <a:gd name="T82" fmla="*/ 25 w 102"/>
                  <a:gd name="T83" fmla="*/ 33 h 88"/>
                  <a:gd name="T84" fmla="*/ 31 w 102"/>
                  <a:gd name="T85" fmla="*/ 25 h 88"/>
                  <a:gd name="T86" fmla="*/ 38 w 102"/>
                  <a:gd name="T87" fmla="*/ 17 h 88"/>
                  <a:gd name="T88" fmla="*/ 51 w 102"/>
                  <a:gd name="T89" fmla="*/ 10 h 88"/>
                  <a:gd name="T90" fmla="*/ 62 w 102"/>
                  <a:gd name="T91" fmla="*/ 13 h 88"/>
                  <a:gd name="T92" fmla="*/ 65 w 102"/>
                  <a:gd name="T93" fmla="*/ 9 h 88"/>
                  <a:gd name="T94" fmla="*/ 70 w 102"/>
                  <a:gd name="T95" fmla="*/ 5 h 88"/>
                  <a:gd name="T96" fmla="*/ 97 w 102"/>
                  <a:gd name="T97" fmla="*/ 37 h 88"/>
                  <a:gd name="T98" fmla="*/ 80 w 102"/>
                  <a:gd name="T99" fmla="*/ 5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02" h="88">
                    <a:moveTo>
                      <a:pt x="71" y="1"/>
                    </a:moveTo>
                    <a:cubicBezTo>
                      <a:pt x="65" y="5"/>
                      <a:pt x="65" y="5"/>
                      <a:pt x="65" y="5"/>
                    </a:cubicBezTo>
                    <a:cubicBezTo>
                      <a:pt x="64" y="4"/>
                      <a:pt x="64" y="4"/>
                      <a:pt x="63" y="3"/>
                    </a:cubicBezTo>
                    <a:cubicBezTo>
                      <a:pt x="60" y="1"/>
                      <a:pt x="56" y="0"/>
                      <a:pt x="52" y="0"/>
                    </a:cubicBezTo>
                    <a:cubicBezTo>
                      <a:pt x="48" y="0"/>
                      <a:pt x="36" y="2"/>
                      <a:pt x="34" y="2"/>
                    </a:cubicBezTo>
                    <a:cubicBezTo>
                      <a:pt x="31" y="2"/>
                      <a:pt x="29" y="1"/>
                      <a:pt x="29" y="1"/>
                    </a:cubicBezTo>
                    <a:cubicBezTo>
                      <a:pt x="0" y="35"/>
                      <a:pt x="0" y="35"/>
                      <a:pt x="0" y="35"/>
                    </a:cubicBezTo>
                    <a:cubicBezTo>
                      <a:pt x="0" y="35"/>
                      <a:pt x="4" y="42"/>
                      <a:pt x="9" y="50"/>
                    </a:cubicBezTo>
                    <a:cubicBezTo>
                      <a:pt x="6" y="54"/>
                      <a:pt x="11" y="64"/>
                      <a:pt x="16" y="71"/>
                    </a:cubicBezTo>
                    <a:cubicBezTo>
                      <a:pt x="22" y="78"/>
                      <a:pt x="33" y="84"/>
                      <a:pt x="37" y="86"/>
                    </a:cubicBezTo>
                    <a:cubicBezTo>
                      <a:pt x="38" y="87"/>
                      <a:pt x="40" y="88"/>
                      <a:pt x="42" y="88"/>
                    </a:cubicBezTo>
                    <a:cubicBezTo>
                      <a:pt x="45" y="88"/>
                      <a:pt x="47" y="87"/>
                      <a:pt x="48" y="86"/>
                    </a:cubicBezTo>
                    <a:cubicBezTo>
                      <a:pt x="49" y="85"/>
                      <a:pt x="49" y="84"/>
                      <a:pt x="49" y="83"/>
                    </a:cubicBezTo>
                    <a:cubicBezTo>
                      <a:pt x="54" y="82"/>
                      <a:pt x="59" y="81"/>
                      <a:pt x="62" y="80"/>
                    </a:cubicBezTo>
                    <a:cubicBezTo>
                      <a:pt x="68" y="77"/>
                      <a:pt x="81" y="64"/>
                      <a:pt x="82" y="62"/>
                    </a:cubicBezTo>
                    <a:cubicBezTo>
                      <a:pt x="82" y="60"/>
                      <a:pt x="82" y="59"/>
                      <a:pt x="82" y="57"/>
                    </a:cubicBezTo>
                    <a:cubicBezTo>
                      <a:pt x="102" y="37"/>
                      <a:pt x="102" y="37"/>
                      <a:pt x="102" y="37"/>
                    </a:cubicBezTo>
                    <a:lnTo>
                      <a:pt x="71" y="1"/>
                    </a:lnTo>
                    <a:close/>
                    <a:moveTo>
                      <a:pt x="45" y="83"/>
                    </a:moveTo>
                    <a:cubicBezTo>
                      <a:pt x="45" y="83"/>
                      <a:pt x="45" y="83"/>
                      <a:pt x="45" y="83"/>
                    </a:cubicBezTo>
                    <a:cubicBezTo>
                      <a:pt x="44" y="85"/>
                      <a:pt x="41" y="85"/>
                      <a:pt x="38" y="83"/>
                    </a:cubicBezTo>
                    <a:cubicBezTo>
                      <a:pt x="29" y="78"/>
                      <a:pt x="22" y="73"/>
                      <a:pt x="19" y="68"/>
                    </a:cubicBezTo>
                    <a:cubicBezTo>
                      <a:pt x="16" y="64"/>
                      <a:pt x="13" y="60"/>
                      <a:pt x="12" y="56"/>
                    </a:cubicBezTo>
                    <a:cubicBezTo>
                      <a:pt x="12" y="56"/>
                      <a:pt x="12" y="55"/>
                      <a:pt x="12" y="54"/>
                    </a:cubicBezTo>
                    <a:cubicBezTo>
                      <a:pt x="11" y="53"/>
                      <a:pt x="11" y="52"/>
                      <a:pt x="12" y="52"/>
                    </a:cubicBezTo>
                    <a:cubicBezTo>
                      <a:pt x="12" y="52"/>
                      <a:pt x="12" y="52"/>
                      <a:pt x="12" y="52"/>
                    </a:cubicBezTo>
                    <a:cubicBezTo>
                      <a:pt x="13" y="51"/>
                      <a:pt x="13" y="51"/>
                      <a:pt x="14" y="51"/>
                    </a:cubicBezTo>
                    <a:cubicBezTo>
                      <a:pt x="14" y="51"/>
                      <a:pt x="14" y="51"/>
                      <a:pt x="14" y="51"/>
                    </a:cubicBezTo>
                    <a:cubicBezTo>
                      <a:pt x="15" y="51"/>
                      <a:pt x="15" y="51"/>
                      <a:pt x="16" y="51"/>
                    </a:cubicBezTo>
                    <a:cubicBezTo>
                      <a:pt x="17" y="51"/>
                      <a:pt x="17" y="52"/>
                      <a:pt x="18" y="52"/>
                    </a:cubicBezTo>
                    <a:cubicBezTo>
                      <a:pt x="18" y="53"/>
                      <a:pt x="19" y="53"/>
                      <a:pt x="19" y="54"/>
                    </a:cubicBezTo>
                    <a:cubicBezTo>
                      <a:pt x="21" y="55"/>
                      <a:pt x="23" y="57"/>
                      <a:pt x="26" y="61"/>
                    </a:cubicBezTo>
                    <a:cubicBezTo>
                      <a:pt x="29" y="66"/>
                      <a:pt x="33" y="69"/>
                      <a:pt x="36" y="72"/>
                    </a:cubicBezTo>
                    <a:cubicBezTo>
                      <a:pt x="38" y="73"/>
                      <a:pt x="39" y="74"/>
                      <a:pt x="41" y="76"/>
                    </a:cubicBezTo>
                    <a:cubicBezTo>
                      <a:pt x="45" y="80"/>
                      <a:pt x="46" y="82"/>
                      <a:pt x="45" y="83"/>
                    </a:cubicBezTo>
                    <a:close/>
                    <a:moveTo>
                      <a:pt x="80" y="53"/>
                    </a:moveTo>
                    <a:cubicBezTo>
                      <a:pt x="80" y="53"/>
                      <a:pt x="80" y="52"/>
                      <a:pt x="80" y="52"/>
                    </a:cubicBezTo>
                    <a:cubicBezTo>
                      <a:pt x="78" y="47"/>
                      <a:pt x="68" y="37"/>
                      <a:pt x="65" y="33"/>
                    </a:cubicBezTo>
                    <a:cubicBezTo>
                      <a:pt x="61" y="29"/>
                      <a:pt x="59" y="28"/>
                      <a:pt x="53" y="25"/>
                    </a:cubicBezTo>
                    <a:cubicBezTo>
                      <a:pt x="46" y="25"/>
                      <a:pt x="39" y="33"/>
                      <a:pt x="37" y="35"/>
                    </a:cubicBezTo>
                    <a:cubicBezTo>
                      <a:pt x="35" y="36"/>
                      <a:pt x="33" y="42"/>
                      <a:pt x="28" y="41"/>
                    </a:cubicBezTo>
                    <a:cubicBezTo>
                      <a:pt x="23" y="40"/>
                      <a:pt x="25" y="33"/>
                      <a:pt x="25" y="33"/>
                    </a:cubicBezTo>
                    <a:cubicBezTo>
                      <a:pt x="25" y="33"/>
                      <a:pt x="27" y="29"/>
                      <a:pt x="31" y="25"/>
                    </a:cubicBezTo>
                    <a:cubicBezTo>
                      <a:pt x="34" y="20"/>
                      <a:pt x="36" y="20"/>
                      <a:pt x="38" y="17"/>
                    </a:cubicBezTo>
                    <a:cubicBezTo>
                      <a:pt x="40" y="15"/>
                      <a:pt x="47" y="10"/>
                      <a:pt x="51" y="10"/>
                    </a:cubicBezTo>
                    <a:cubicBezTo>
                      <a:pt x="54" y="10"/>
                      <a:pt x="60" y="13"/>
                      <a:pt x="62" y="13"/>
                    </a:cubicBezTo>
                    <a:cubicBezTo>
                      <a:pt x="63" y="13"/>
                      <a:pt x="65" y="11"/>
                      <a:pt x="65" y="9"/>
                    </a:cubicBezTo>
                    <a:cubicBezTo>
                      <a:pt x="70" y="5"/>
                      <a:pt x="70" y="5"/>
                      <a:pt x="70" y="5"/>
                    </a:cubicBezTo>
                    <a:cubicBezTo>
                      <a:pt x="97" y="37"/>
                      <a:pt x="97" y="37"/>
                      <a:pt x="97" y="37"/>
                    </a:cubicBezTo>
                    <a:lnTo>
                      <a:pt x="80" y="5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91" name="组合 90">
            <a:extLst>
              <a:ext uri="{FF2B5EF4-FFF2-40B4-BE49-F238E27FC236}">
                <a16:creationId xmlns:a16="http://schemas.microsoft.com/office/drawing/2014/main" id="{C6727448-D3E7-4C17-B245-5D71ABA0340C}"/>
              </a:ext>
            </a:extLst>
          </p:cNvPr>
          <p:cNvGrpSpPr>
            <a:grpSpLocks noChangeAspect="1"/>
          </p:cNvGrpSpPr>
          <p:nvPr/>
        </p:nvGrpSpPr>
        <p:grpSpPr>
          <a:xfrm>
            <a:off x="7781338" y="1938190"/>
            <a:ext cx="900000" cy="900000"/>
            <a:chOff x="7684320" y="1835133"/>
            <a:chExt cx="1080000" cy="1080000"/>
          </a:xfrm>
          <a:effectLst>
            <a:outerShdw blurRad="50800" dist="38100" dir="2700000" algn="tl" rotWithShape="0">
              <a:prstClr val="black">
                <a:alpha val="40000"/>
              </a:prstClr>
            </a:outerShdw>
          </a:effectLst>
        </p:grpSpPr>
        <p:sp>
          <p:nvSpPr>
            <p:cNvPr id="92" name="椭圆 91">
              <a:extLst>
                <a:ext uri="{FF2B5EF4-FFF2-40B4-BE49-F238E27FC236}">
                  <a16:creationId xmlns:a16="http://schemas.microsoft.com/office/drawing/2014/main" id="{5D036925-B6BA-4EBA-ACEE-AAD1AAE30FA2}"/>
                </a:ext>
              </a:extLst>
            </p:cNvPr>
            <p:cNvSpPr/>
            <p:nvPr/>
          </p:nvSpPr>
          <p:spPr>
            <a:xfrm>
              <a:off x="7684320" y="1835133"/>
              <a:ext cx="1080000" cy="1080000"/>
            </a:xfrm>
            <a:prstGeom prst="ellipse">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dirty="0"/>
            </a:p>
          </p:txBody>
        </p:sp>
        <p:sp>
          <p:nvSpPr>
            <p:cNvPr id="93" name="Freeform 307">
              <a:extLst>
                <a:ext uri="{FF2B5EF4-FFF2-40B4-BE49-F238E27FC236}">
                  <a16:creationId xmlns:a16="http://schemas.microsoft.com/office/drawing/2014/main" id="{17D004B0-40C6-4F94-96F5-5EFF3BC5FDB1}"/>
                </a:ext>
              </a:extLst>
            </p:cNvPr>
            <p:cNvSpPr>
              <a:spLocks noEditPoints="1"/>
            </p:cNvSpPr>
            <p:nvPr/>
          </p:nvSpPr>
          <p:spPr bwMode="auto">
            <a:xfrm>
              <a:off x="7838796" y="1989611"/>
              <a:ext cx="771048" cy="771044"/>
            </a:xfrm>
            <a:custGeom>
              <a:avLst/>
              <a:gdLst>
                <a:gd name="T0" fmla="*/ 198 w 202"/>
                <a:gd name="T1" fmla="*/ 97 h 202"/>
                <a:gd name="T2" fmla="*/ 175 w 202"/>
                <a:gd name="T3" fmla="*/ 97 h 202"/>
                <a:gd name="T4" fmla="*/ 105 w 202"/>
                <a:gd name="T5" fmla="*/ 27 h 202"/>
                <a:gd name="T6" fmla="*/ 105 w 202"/>
                <a:gd name="T7" fmla="*/ 4 h 202"/>
                <a:gd name="T8" fmla="*/ 101 w 202"/>
                <a:gd name="T9" fmla="*/ 0 h 202"/>
                <a:gd name="T10" fmla="*/ 97 w 202"/>
                <a:gd name="T11" fmla="*/ 4 h 202"/>
                <a:gd name="T12" fmla="*/ 97 w 202"/>
                <a:gd name="T13" fmla="*/ 27 h 202"/>
                <a:gd name="T14" fmla="*/ 28 w 202"/>
                <a:gd name="T15" fmla="*/ 97 h 202"/>
                <a:gd name="T16" fmla="*/ 4 w 202"/>
                <a:gd name="T17" fmla="*/ 97 h 202"/>
                <a:gd name="T18" fmla="*/ 0 w 202"/>
                <a:gd name="T19" fmla="*/ 101 h 202"/>
                <a:gd name="T20" fmla="*/ 4 w 202"/>
                <a:gd name="T21" fmla="*/ 105 h 202"/>
                <a:gd name="T22" fmla="*/ 28 w 202"/>
                <a:gd name="T23" fmla="*/ 105 h 202"/>
                <a:gd name="T24" fmla="*/ 97 w 202"/>
                <a:gd name="T25" fmla="*/ 174 h 202"/>
                <a:gd name="T26" fmla="*/ 97 w 202"/>
                <a:gd name="T27" fmla="*/ 198 h 202"/>
                <a:gd name="T28" fmla="*/ 101 w 202"/>
                <a:gd name="T29" fmla="*/ 202 h 202"/>
                <a:gd name="T30" fmla="*/ 105 w 202"/>
                <a:gd name="T31" fmla="*/ 198 h 202"/>
                <a:gd name="T32" fmla="*/ 105 w 202"/>
                <a:gd name="T33" fmla="*/ 174 h 202"/>
                <a:gd name="T34" fmla="*/ 175 w 202"/>
                <a:gd name="T35" fmla="*/ 105 h 202"/>
                <a:gd name="T36" fmla="*/ 198 w 202"/>
                <a:gd name="T37" fmla="*/ 105 h 202"/>
                <a:gd name="T38" fmla="*/ 202 w 202"/>
                <a:gd name="T39" fmla="*/ 101 h 202"/>
                <a:gd name="T40" fmla="*/ 198 w 202"/>
                <a:gd name="T41" fmla="*/ 97 h 202"/>
                <a:gd name="T42" fmla="*/ 105 w 202"/>
                <a:gd name="T43" fmla="*/ 166 h 202"/>
                <a:gd name="T44" fmla="*/ 105 w 202"/>
                <a:gd name="T45" fmla="*/ 141 h 202"/>
                <a:gd name="T46" fmla="*/ 101 w 202"/>
                <a:gd name="T47" fmla="*/ 137 h 202"/>
                <a:gd name="T48" fmla="*/ 97 w 202"/>
                <a:gd name="T49" fmla="*/ 141 h 202"/>
                <a:gd name="T50" fmla="*/ 97 w 202"/>
                <a:gd name="T51" fmla="*/ 166 h 202"/>
                <a:gd name="T52" fmla="*/ 36 w 202"/>
                <a:gd name="T53" fmla="*/ 105 h 202"/>
                <a:gd name="T54" fmla="*/ 61 w 202"/>
                <a:gd name="T55" fmla="*/ 105 h 202"/>
                <a:gd name="T56" fmla="*/ 65 w 202"/>
                <a:gd name="T57" fmla="*/ 101 h 202"/>
                <a:gd name="T58" fmla="*/ 61 w 202"/>
                <a:gd name="T59" fmla="*/ 97 h 202"/>
                <a:gd name="T60" fmla="*/ 36 w 202"/>
                <a:gd name="T61" fmla="*/ 97 h 202"/>
                <a:gd name="T62" fmla="*/ 97 w 202"/>
                <a:gd name="T63" fmla="*/ 35 h 202"/>
                <a:gd name="T64" fmla="*/ 97 w 202"/>
                <a:gd name="T65" fmla="*/ 61 h 202"/>
                <a:gd name="T66" fmla="*/ 101 w 202"/>
                <a:gd name="T67" fmla="*/ 65 h 202"/>
                <a:gd name="T68" fmla="*/ 105 w 202"/>
                <a:gd name="T69" fmla="*/ 61 h 202"/>
                <a:gd name="T70" fmla="*/ 105 w 202"/>
                <a:gd name="T71" fmla="*/ 35 h 202"/>
                <a:gd name="T72" fmla="*/ 167 w 202"/>
                <a:gd name="T73" fmla="*/ 97 h 202"/>
                <a:gd name="T74" fmla="*/ 141 w 202"/>
                <a:gd name="T75" fmla="*/ 97 h 202"/>
                <a:gd name="T76" fmla="*/ 137 w 202"/>
                <a:gd name="T77" fmla="*/ 101 h 202"/>
                <a:gd name="T78" fmla="*/ 141 w 202"/>
                <a:gd name="T79" fmla="*/ 105 h 202"/>
                <a:gd name="T80" fmla="*/ 167 w 202"/>
                <a:gd name="T81" fmla="*/ 105 h 202"/>
                <a:gd name="T82" fmla="*/ 105 w 202"/>
                <a:gd name="T83" fmla="*/ 16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02" h="202">
                  <a:moveTo>
                    <a:pt x="198" y="97"/>
                  </a:moveTo>
                  <a:cubicBezTo>
                    <a:pt x="175" y="97"/>
                    <a:pt x="175" y="97"/>
                    <a:pt x="175" y="97"/>
                  </a:cubicBezTo>
                  <a:cubicBezTo>
                    <a:pt x="173" y="59"/>
                    <a:pt x="143" y="29"/>
                    <a:pt x="105" y="27"/>
                  </a:cubicBezTo>
                  <a:cubicBezTo>
                    <a:pt x="105" y="4"/>
                    <a:pt x="105" y="4"/>
                    <a:pt x="105" y="4"/>
                  </a:cubicBezTo>
                  <a:cubicBezTo>
                    <a:pt x="105" y="1"/>
                    <a:pt x="103" y="0"/>
                    <a:pt x="101" y="0"/>
                  </a:cubicBezTo>
                  <a:cubicBezTo>
                    <a:pt x="99" y="0"/>
                    <a:pt x="97" y="1"/>
                    <a:pt x="97" y="4"/>
                  </a:cubicBezTo>
                  <a:cubicBezTo>
                    <a:pt x="97" y="27"/>
                    <a:pt x="97" y="27"/>
                    <a:pt x="97" y="27"/>
                  </a:cubicBezTo>
                  <a:cubicBezTo>
                    <a:pt x="60" y="29"/>
                    <a:pt x="30" y="59"/>
                    <a:pt x="28" y="97"/>
                  </a:cubicBezTo>
                  <a:cubicBezTo>
                    <a:pt x="4" y="97"/>
                    <a:pt x="4" y="97"/>
                    <a:pt x="4" y="97"/>
                  </a:cubicBezTo>
                  <a:cubicBezTo>
                    <a:pt x="2" y="97"/>
                    <a:pt x="0" y="98"/>
                    <a:pt x="0" y="101"/>
                  </a:cubicBezTo>
                  <a:cubicBezTo>
                    <a:pt x="0" y="103"/>
                    <a:pt x="2" y="105"/>
                    <a:pt x="4" y="105"/>
                  </a:cubicBezTo>
                  <a:cubicBezTo>
                    <a:pt x="28" y="105"/>
                    <a:pt x="28" y="105"/>
                    <a:pt x="28" y="105"/>
                  </a:cubicBezTo>
                  <a:cubicBezTo>
                    <a:pt x="30" y="142"/>
                    <a:pt x="60" y="172"/>
                    <a:pt x="97" y="174"/>
                  </a:cubicBezTo>
                  <a:cubicBezTo>
                    <a:pt x="97" y="198"/>
                    <a:pt x="97" y="198"/>
                    <a:pt x="97" y="198"/>
                  </a:cubicBezTo>
                  <a:cubicBezTo>
                    <a:pt x="97" y="200"/>
                    <a:pt x="99" y="202"/>
                    <a:pt x="101" y="202"/>
                  </a:cubicBezTo>
                  <a:cubicBezTo>
                    <a:pt x="103" y="202"/>
                    <a:pt x="105" y="200"/>
                    <a:pt x="105" y="198"/>
                  </a:cubicBezTo>
                  <a:cubicBezTo>
                    <a:pt x="105" y="174"/>
                    <a:pt x="105" y="174"/>
                    <a:pt x="105" y="174"/>
                  </a:cubicBezTo>
                  <a:cubicBezTo>
                    <a:pt x="143" y="172"/>
                    <a:pt x="173" y="142"/>
                    <a:pt x="175" y="105"/>
                  </a:cubicBezTo>
                  <a:cubicBezTo>
                    <a:pt x="198" y="105"/>
                    <a:pt x="198" y="105"/>
                    <a:pt x="198" y="105"/>
                  </a:cubicBezTo>
                  <a:cubicBezTo>
                    <a:pt x="201" y="105"/>
                    <a:pt x="202" y="103"/>
                    <a:pt x="202" y="101"/>
                  </a:cubicBezTo>
                  <a:cubicBezTo>
                    <a:pt x="202" y="98"/>
                    <a:pt x="201" y="97"/>
                    <a:pt x="198" y="97"/>
                  </a:cubicBezTo>
                  <a:close/>
                  <a:moveTo>
                    <a:pt x="105" y="166"/>
                  </a:moveTo>
                  <a:cubicBezTo>
                    <a:pt x="105" y="141"/>
                    <a:pt x="105" y="141"/>
                    <a:pt x="105" y="141"/>
                  </a:cubicBezTo>
                  <a:cubicBezTo>
                    <a:pt x="105" y="139"/>
                    <a:pt x="103" y="137"/>
                    <a:pt x="101" y="137"/>
                  </a:cubicBezTo>
                  <a:cubicBezTo>
                    <a:pt x="99" y="137"/>
                    <a:pt x="97" y="139"/>
                    <a:pt x="97" y="141"/>
                  </a:cubicBezTo>
                  <a:cubicBezTo>
                    <a:pt x="97" y="166"/>
                    <a:pt x="97" y="166"/>
                    <a:pt x="97" y="166"/>
                  </a:cubicBezTo>
                  <a:cubicBezTo>
                    <a:pt x="64" y="164"/>
                    <a:pt x="38" y="138"/>
                    <a:pt x="36" y="105"/>
                  </a:cubicBezTo>
                  <a:cubicBezTo>
                    <a:pt x="61" y="105"/>
                    <a:pt x="61" y="105"/>
                    <a:pt x="61" y="105"/>
                  </a:cubicBezTo>
                  <a:cubicBezTo>
                    <a:pt x="63" y="105"/>
                    <a:pt x="65" y="103"/>
                    <a:pt x="65" y="101"/>
                  </a:cubicBezTo>
                  <a:cubicBezTo>
                    <a:pt x="65" y="98"/>
                    <a:pt x="63" y="97"/>
                    <a:pt x="61" y="97"/>
                  </a:cubicBezTo>
                  <a:cubicBezTo>
                    <a:pt x="36" y="97"/>
                    <a:pt x="36" y="97"/>
                    <a:pt x="36" y="97"/>
                  </a:cubicBezTo>
                  <a:cubicBezTo>
                    <a:pt x="38" y="64"/>
                    <a:pt x="64" y="37"/>
                    <a:pt x="97" y="35"/>
                  </a:cubicBezTo>
                  <a:cubicBezTo>
                    <a:pt x="97" y="61"/>
                    <a:pt x="97" y="61"/>
                    <a:pt x="97" y="61"/>
                  </a:cubicBezTo>
                  <a:cubicBezTo>
                    <a:pt x="97" y="63"/>
                    <a:pt x="99" y="65"/>
                    <a:pt x="101" y="65"/>
                  </a:cubicBezTo>
                  <a:cubicBezTo>
                    <a:pt x="103" y="65"/>
                    <a:pt x="105" y="63"/>
                    <a:pt x="105" y="61"/>
                  </a:cubicBezTo>
                  <a:cubicBezTo>
                    <a:pt x="105" y="35"/>
                    <a:pt x="105" y="35"/>
                    <a:pt x="105" y="35"/>
                  </a:cubicBezTo>
                  <a:cubicBezTo>
                    <a:pt x="138" y="37"/>
                    <a:pt x="165" y="64"/>
                    <a:pt x="167" y="97"/>
                  </a:cubicBezTo>
                  <a:cubicBezTo>
                    <a:pt x="141" y="97"/>
                    <a:pt x="141" y="97"/>
                    <a:pt x="141" y="97"/>
                  </a:cubicBezTo>
                  <a:cubicBezTo>
                    <a:pt x="139" y="97"/>
                    <a:pt x="137" y="98"/>
                    <a:pt x="137" y="101"/>
                  </a:cubicBezTo>
                  <a:cubicBezTo>
                    <a:pt x="137" y="103"/>
                    <a:pt x="139" y="105"/>
                    <a:pt x="141" y="105"/>
                  </a:cubicBezTo>
                  <a:cubicBezTo>
                    <a:pt x="167" y="105"/>
                    <a:pt x="167" y="105"/>
                    <a:pt x="167" y="105"/>
                  </a:cubicBezTo>
                  <a:cubicBezTo>
                    <a:pt x="165" y="138"/>
                    <a:pt x="138" y="164"/>
                    <a:pt x="105" y="166"/>
                  </a:cubicBezTo>
                  <a:close/>
                </a:path>
              </a:pathLst>
            </a:custGeom>
            <a:solidFill>
              <a:schemeClr val="bg1"/>
            </a:solidFill>
            <a:ln w="28575">
              <a:solidFill>
                <a:schemeClr val="bg1"/>
              </a:solid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94" name="组合 93">
            <a:extLst>
              <a:ext uri="{FF2B5EF4-FFF2-40B4-BE49-F238E27FC236}">
                <a16:creationId xmlns:a16="http://schemas.microsoft.com/office/drawing/2014/main" id="{11C47040-FFDB-4D4F-AD53-E867C3F4EE68}"/>
              </a:ext>
            </a:extLst>
          </p:cNvPr>
          <p:cNvGrpSpPr/>
          <p:nvPr/>
        </p:nvGrpSpPr>
        <p:grpSpPr>
          <a:xfrm>
            <a:off x="-491832" y="1587"/>
            <a:ext cx="273269" cy="2129816"/>
            <a:chOff x="11681691" y="1513398"/>
            <a:chExt cx="273269" cy="2129816"/>
          </a:xfrm>
        </p:grpSpPr>
        <p:sp>
          <p:nvSpPr>
            <p:cNvPr id="95" name="矩形 94">
              <a:extLst>
                <a:ext uri="{FF2B5EF4-FFF2-40B4-BE49-F238E27FC236}">
                  <a16:creationId xmlns:a16="http://schemas.microsoft.com/office/drawing/2014/main" id="{5A453F93-8DB2-4098-B7C7-3C380A6E7B22}"/>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95">
              <a:extLst>
                <a:ext uri="{FF2B5EF4-FFF2-40B4-BE49-F238E27FC236}">
                  <a16:creationId xmlns:a16="http://schemas.microsoft.com/office/drawing/2014/main" id="{FCCFD7F1-72B1-4406-A550-B583596B73CF}"/>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矩形 96">
              <a:extLst>
                <a:ext uri="{FF2B5EF4-FFF2-40B4-BE49-F238E27FC236}">
                  <a16:creationId xmlns:a16="http://schemas.microsoft.com/office/drawing/2014/main" id="{3BCB8FC2-A284-4E22-ADF6-F7D84E326B0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矩形 97">
              <a:extLst>
                <a:ext uri="{FF2B5EF4-FFF2-40B4-BE49-F238E27FC236}">
                  <a16:creationId xmlns:a16="http://schemas.microsoft.com/office/drawing/2014/main" id="{C93A4DCB-DC1B-4BC2-AA0B-9E11ECCEE8FC}"/>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a:extLst>
                <a:ext uri="{FF2B5EF4-FFF2-40B4-BE49-F238E27FC236}">
                  <a16:creationId xmlns:a16="http://schemas.microsoft.com/office/drawing/2014/main" id="{82011CC4-D803-42F0-A885-FFF2367F49AF}"/>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a:extLst>
                <a:ext uri="{FF2B5EF4-FFF2-40B4-BE49-F238E27FC236}">
                  <a16:creationId xmlns:a16="http://schemas.microsoft.com/office/drawing/2014/main" id="{FD673272-010C-4443-917B-20B1C5483F7C}"/>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a:extLst>
                <a:ext uri="{FF2B5EF4-FFF2-40B4-BE49-F238E27FC236}">
                  <a16:creationId xmlns:a16="http://schemas.microsoft.com/office/drawing/2014/main" id="{75368FD1-AC46-493D-8E35-FECAECC6D12C}"/>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1300917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7232322-9E82-40D1-8F98-CF0F28F96963}"/>
              </a:ext>
            </a:extLst>
          </p:cNvPr>
          <p:cNvSpPr>
            <a:spLocks noGrp="1"/>
          </p:cNvSpPr>
          <p:nvPr>
            <p:ph type="title"/>
          </p:nvPr>
        </p:nvSpPr>
        <p:spPr/>
        <p:txBody>
          <a:bodyPr/>
          <a:lstStyle/>
          <a:p>
            <a:endParaRPr lang="zh-CN" altLang="en-US"/>
          </a:p>
        </p:txBody>
      </p:sp>
      <p:sp>
        <p:nvSpPr>
          <p:cNvPr id="57" name="矩形 56">
            <a:extLst>
              <a:ext uri="{FF2B5EF4-FFF2-40B4-BE49-F238E27FC236}">
                <a16:creationId xmlns:a16="http://schemas.microsoft.com/office/drawing/2014/main" id="{CDE1DAED-68C2-45FE-8336-02001D857114}"/>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 name="组合 1">
            <a:extLst>
              <a:ext uri="{FF2B5EF4-FFF2-40B4-BE49-F238E27FC236}">
                <a16:creationId xmlns:a16="http://schemas.microsoft.com/office/drawing/2014/main" id="{260DAE70-D5CE-4B37-A3B6-DEBC35439B17}"/>
              </a:ext>
            </a:extLst>
          </p:cNvPr>
          <p:cNvGrpSpPr/>
          <p:nvPr/>
        </p:nvGrpSpPr>
        <p:grpSpPr>
          <a:xfrm>
            <a:off x="3416320" y="2042128"/>
            <a:ext cx="5365352" cy="2974098"/>
            <a:chOff x="3416320" y="2042128"/>
            <a:chExt cx="5365352" cy="2974098"/>
          </a:xfrm>
          <a:effectLst>
            <a:outerShdw blurRad="50800" dist="38100" dir="2700000" algn="tl" rotWithShape="0">
              <a:prstClr val="black">
                <a:alpha val="40000"/>
              </a:prstClr>
            </a:outerShdw>
          </a:effectLst>
        </p:grpSpPr>
        <p:sp>
          <p:nvSpPr>
            <p:cNvPr id="4" name="Freeform 5">
              <a:extLst>
                <a:ext uri="{FF2B5EF4-FFF2-40B4-BE49-F238E27FC236}">
                  <a16:creationId xmlns:a16="http://schemas.microsoft.com/office/drawing/2014/main" id="{2E606534-09B5-4933-8B85-58BB7D6D4FBA}"/>
                </a:ext>
              </a:extLst>
            </p:cNvPr>
            <p:cNvSpPr/>
            <p:nvPr/>
          </p:nvSpPr>
          <p:spPr bwMode="auto">
            <a:xfrm>
              <a:off x="4898711" y="3528511"/>
              <a:ext cx="1482391" cy="1487715"/>
            </a:xfrm>
            <a:custGeom>
              <a:avLst/>
              <a:gdLst>
                <a:gd name="T0" fmla="*/ 218 w 218"/>
                <a:gd name="T1" fmla="*/ 0 h 218"/>
                <a:gd name="T2" fmla="*/ 135 w 218"/>
                <a:gd name="T3" fmla="*/ 0 h 218"/>
                <a:gd name="T4" fmla="*/ 0 w 218"/>
                <a:gd name="T5" fmla="*/ 136 h 218"/>
                <a:gd name="T6" fmla="*/ 0 w 218"/>
                <a:gd name="T7" fmla="*/ 218 h 218"/>
                <a:gd name="T8" fmla="*/ 218 w 218"/>
                <a:gd name="T9" fmla="*/ 0 h 218"/>
              </a:gdLst>
              <a:ahLst/>
              <a:cxnLst>
                <a:cxn ang="0">
                  <a:pos x="T0" y="T1"/>
                </a:cxn>
                <a:cxn ang="0">
                  <a:pos x="T2" y="T3"/>
                </a:cxn>
                <a:cxn ang="0">
                  <a:pos x="T4" y="T5"/>
                </a:cxn>
                <a:cxn ang="0">
                  <a:pos x="T6" y="T7"/>
                </a:cxn>
                <a:cxn ang="0">
                  <a:pos x="T8" y="T9"/>
                </a:cxn>
              </a:cxnLst>
              <a:rect l="0" t="0" r="r" b="b"/>
              <a:pathLst>
                <a:path w="218" h="218">
                  <a:moveTo>
                    <a:pt x="218" y="0"/>
                  </a:moveTo>
                  <a:cubicBezTo>
                    <a:pt x="135" y="0"/>
                    <a:pt x="135" y="0"/>
                    <a:pt x="135" y="0"/>
                  </a:cubicBezTo>
                  <a:cubicBezTo>
                    <a:pt x="135" y="75"/>
                    <a:pt x="74" y="136"/>
                    <a:pt x="0" y="136"/>
                  </a:cubicBezTo>
                  <a:cubicBezTo>
                    <a:pt x="0" y="218"/>
                    <a:pt x="0" y="218"/>
                    <a:pt x="0" y="218"/>
                  </a:cubicBezTo>
                  <a:cubicBezTo>
                    <a:pt x="120" y="218"/>
                    <a:pt x="218" y="120"/>
                    <a:pt x="218" y="0"/>
                  </a:cubicBezTo>
                  <a:close/>
                </a:path>
              </a:pathLst>
            </a:custGeom>
            <a:solidFill>
              <a:schemeClr val="accent3"/>
            </a:solidFill>
            <a:ln>
              <a:noFill/>
            </a:ln>
          </p:spPr>
          <p:txBody>
            <a:bodyPr vert="horz" wrap="square" lIns="91440" tIns="45720" rIns="91440" bIns="45720" numCol="1" anchor="t" anchorCtr="0" compatLnSpc="1"/>
            <a:lstStyle/>
            <a:p>
              <a:endParaRPr lang="en-US"/>
            </a:p>
          </p:txBody>
        </p:sp>
        <p:sp>
          <p:nvSpPr>
            <p:cNvPr id="5" name="Freeform 6">
              <a:extLst>
                <a:ext uri="{FF2B5EF4-FFF2-40B4-BE49-F238E27FC236}">
                  <a16:creationId xmlns:a16="http://schemas.microsoft.com/office/drawing/2014/main" id="{3DD55175-452D-4321-B92A-D76107FD7BEE}"/>
                </a:ext>
              </a:extLst>
            </p:cNvPr>
            <p:cNvSpPr/>
            <p:nvPr/>
          </p:nvSpPr>
          <p:spPr bwMode="auto">
            <a:xfrm>
              <a:off x="5816889" y="2042128"/>
              <a:ext cx="1482391" cy="1486384"/>
            </a:xfrm>
            <a:custGeom>
              <a:avLst/>
              <a:gdLst>
                <a:gd name="T0" fmla="*/ 218 w 218"/>
                <a:gd name="T1" fmla="*/ 0 h 218"/>
                <a:gd name="T2" fmla="*/ 0 w 218"/>
                <a:gd name="T3" fmla="*/ 218 h 218"/>
                <a:gd name="T4" fmla="*/ 83 w 218"/>
                <a:gd name="T5" fmla="*/ 218 h 218"/>
                <a:gd name="T6" fmla="*/ 218 w 218"/>
                <a:gd name="T7" fmla="*/ 83 h 218"/>
                <a:gd name="T8" fmla="*/ 218 w 218"/>
                <a:gd name="T9" fmla="*/ 0 h 218"/>
              </a:gdLst>
              <a:ahLst/>
              <a:cxnLst>
                <a:cxn ang="0">
                  <a:pos x="T0" y="T1"/>
                </a:cxn>
                <a:cxn ang="0">
                  <a:pos x="T2" y="T3"/>
                </a:cxn>
                <a:cxn ang="0">
                  <a:pos x="T4" y="T5"/>
                </a:cxn>
                <a:cxn ang="0">
                  <a:pos x="T6" y="T7"/>
                </a:cxn>
                <a:cxn ang="0">
                  <a:pos x="T8" y="T9"/>
                </a:cxn>
              </a:cxnLst>
              <a:rect l="0" t="0" r="r" b="b"/>
              <a:pathLst>
                <a:path w="218" h="218">
                  <a:moveTo>
                    <a:pt x="218" y="0"/>
                  </a:moveTo>
                  <a:cubicBezTo>
                    <a:pt x="98" y="0"/>
                    <a:pt x="0" y="98"/>
                    <a:pt x="0" y="218"/>
                  </a:cubicBezTo>
                  <a:cubicBezTo>
                    <a:pt x="83" y="218"/>
                    <a:pt x="83" y="218"/>
                    <a:pt x="83" y="218"/>
                  </a:cubicBezTo>
                  <a:cubicBezTo>
                    <a:pt x="83" y="143"/>
                    <a:pt x="144" y="83"/>
                    <a:pt x="218" y="83"/>
                  </a:cubicBezTo>
                  <a:lnTo>
                    <a:pt x="218" y="0"/>
                  </a:lnTo>
                  <a:close/>
                </a:path>
              </a:pathLst>
            </a:custGeom>
            <a:solidFill>
              <a:schemeClr val="accent3"/>
            </a:solidFill>
            <a:ln>
              <a:noFill/>
            </a:ln>
          </p:spPr>
          <p:txBody>
            <a:bodyPr vert="horz" wrap="square" lIns="91440" tIns="45720" rIns="91440" bIns="45720" numCol="1" anchor="t" anchorCtr="0" compatLnSpc="1"/>
            <a:lstStyle/>
            <a:p>
              <a:endParaRPr lang="en-US"/>
            </a:p>
          </p:txBody>
        </p:sp>
        <p:sp>
          <p:nvSpPr>
            <p:cNvPr id="6" name="Freeform 7">
              <a:extLst>
                <a:ext uri="{FF2B5EF4-FFF2-40B4-BE49-F238E27FC236}">
                  <a16:creationId xmlns:a16="http://schemas.microsoft.com/office/drawing/2014/main" id="{5D837EFA-6CBA-4FE4-AAFA-65BD5971F68D}"/>
                </a:ext>
              </a:extLst>
            </p:cNvPr>
            <p:cNvSpPr/>
            <p:nvPr/>
          </p:nvSpPr>
          <p:spPr bwMode="auto">
            <a:xfrm>
              <a:off x="5816889" y="3528511"/>
              <a:ext cx="1482391" cy="1487715"/>
            </a:xfrm>
            <a:custGeom>
              <a:avLst/>
              <a:gdLst>
                <a:gd name="T0" fmla="*/ 0 w 218"/>
                <a:gd name="T1" fmla="*/ 0 h 218"/>
                <a:gd name="T2" fmla="*/ 83 w 218"/>
                <a:gd name="T3" fmla="*/ 0 h 218"/>
                <a:gd name="T4" fmla="*/ 218 w 218"/>
                <a:gd name="T5" fmla="*/ 136 h 218"/>
                <a:gd name="T6" fmla="*/ 218 w 218"/>
                <a:gd name="T7" fmla="*/ 218 h 218"/>
                <a:gd name="T8" fmla="*/ 0 w 218"/>
                <a:gd name="T9" fmla="*/ 0 h 218"/>
              </a:gdLst>
              <a:ahLst/>
              <a:cxnLst>
                <a:cxn ang="0">
                  <a:pos x="T0" y="T1"/>
                </a:cxn>
                <a:cxn ang="0">
                  <a:pos x="T2" y="T3"/>
                </a:cxn>
                <a:cxn ang="0">
                  <a:pos x="T4" y="T5"/>
                </a:cxn>
                <a:cxn ang="0">
                  <a:pos x="T6" y="T7"/>
                </a:cxn>
                <a:cxn ang="0">
                  <a:pos x="T8" y="T9"/>
                </a:cxn>
              </a:cxnLst>
              <a:rect l="0" t="0" r="r" b="b"/>
              <a:pathLst>
                <a:path w="218" h="218">
                  <a:moveTo>
                    <a:pt x="0" y="0"/>
                  </a:moveTo>
                  <a:cubicBezTo>
                    <a:pt x="83" y="0"/>
                    <a:pt x="83" y="0"/>
                    <a:pt x="83" y="0"/>
                  </a:cubicBezTo>
                  <a:cubicBezTo>
                    <a:pt x="83" y="75"/>
                    <a:pt x="144" y="136"/>
                    <a:pt x="218" y="136"/>
                  </a:cubicBezTo>
                  <a:cubicBezTo>
                    <a:pt x="218" y="218"/>
                    <a:pt x="218" y="218"/>
                    <a:pt x="218" y="218"/>
                  </a:cubicBezTo>
                  <a:cubicBezTo>
                    <a:pt x="98" y="218"/>
                    <a:pt x="0" y="120"/>
                    <a:pt x="0" y="0"/>
                  </a:cubicBezTo>
                  <a:close/>
                </a:path>
              </a:pathLst>
            </a:custGeom>
            <a:solidFill>
              <a:schemeClr val="accent1"/>
            </a:solidFill>
            <a:ln>
              <a:noFill/>
            </a:ln>
          </p:spPr>
          <p:txBody>
            <a:bodyPr vert="horz" wrap="square" lIns="91440" tIns="45720" rIns="91440" bIns="45720" numCol="1" anchor="t" anchorCtr="0" compatLnSpc="1"/>
            <a:lstStyle/>
            <a:p>
              <a:endParaRPr lang="en-US"/>
            </a:p>
          </p:txBody>
        </p:sp>
        <p:sp>
          <p:nvSpPr>
            <p:cNvPr id="7" name="Freeform 8">
              <a:extLst>
                <a:ext uri="{FF2B5EF4-FFF2-40B4-BE49-F238E27FC236}">
                  <a16:creationId xmlns:a16="http://schemas.microsoft.com/office/drawing/2014/main" id="{A1151159-65FB-4053-8C4F-0832E9CC4EE7}"/>
                </a:ext>
              </a:extLst>
            </p:cNvPr>
            <p:cNvSpPr/>
            <p:nvPr/>
          </p:nvSpPr>
          <p:spPr bwMode="auto">
            <a:xfrm>
              <a:off x="7299281" y="2042128"/>
              <a:ext cx="1482391" cy="1486384"/>
            </a:xfrm>
            <a:custGeom>
              <a:avLst/>
              <a:gdLst>
                <a:gd name="T0" fmla="*/ 0 w 218"/>
                <a:gd name="T1" fmla="*/ 0 h 218"/>
                <a:gd name="T2" fmla="*/ 218 w 218"/>
                <a:gd name="T3" fmla="*/ 218 h 218"/>
                <a:gd name="T4" fmla="*/ 136 w 218"/>
                <a:gd name="T5" fmla="*/ 218 h 218"/>
                <a:gd name="T6" fmla="*/ 0 w 218"/>
                <a:gd name="T7" fmla="*/ 83 h 218"/>
                <a:gd name="T8" fmla="*/ 0 w 218"/>
                <a:gd name="T9" fmla="*/ 0 h 218"/>
              </a:gdLst>
              <a:ahLst/>
              <a:cxnLst>
                <a:cxn ang="0">
                  <a:pos x="T0" y="T1"/>
                </a:cxn>
                <a:cxn ang="0">
                  <a:pos x="T2" y="T3"/>
                </a:cxn>
                <a:cxn ang="0">
                  <a:pos x="T4" y="T5"/>
                </a:cxn>
                <a:cxn ang="0">
                  <a:pos x="T6" y="T7"/>
                </a:cxn>
                <a:cxn ang="0">
                  <a:pos x="T8" y="T9"/>
                </a:cxn>
              </a:cxnLst>
              <a:rect l="0" t="0" r="r" b="b"/>
              <a:pathLst>
                <a:path w="218" h="218">
                  <a:moveTo>
                    <a:pt x="0" y="0"/>
                  </a:moveTo>
                  <a:cubicBezTo>
                    <a:pt x="121" y="0"/>
                    <a:pt x="218" y="98"/>
                    <a:pt x="218" y="218"/>
                  </a:cubicBezTo>
                  <a:cubicBezTo>
                    <a:pt x="136" y="218"/>
                    <a:pt x="136" y="218"/>
                    <a:pt x="136" y="218"/>
                  </a:cubicBezTo>
                  <a:cubicBezTo>
                    <a:pt x="136" y="143"/>
                    <a:pt x="75" y="83"/>
                    <a:pt x="0" y="83"/>
                  </a:cubicBezTo>
                  <a:lnTo>
                    <a:pt x="0" y="0"/>
                  </a:lnTo>
                  <a:close/>
                </a:path>
              </a:pathLst>
            </a:custGeom>
            <a:solidFill>
              <a:schemeClr val="accent3"/>
            </a:solidFill>
            <a:ln>
              <a:noFill/>
            </a:ln>
          </p:spPr>
          <p:txBody>
            <a:bodyPr vert="horz" wrap="square" lIns="91440" tIns="45720" rIns="91440" bIns="45720" numCol="1" anchor="t" anchorCtr="0" compatLnSpc="1"/>
            <a:lstStyle/>
            <a:p>
              <a:endParaRPr lang="en-US" dirty="0"/>
            </a:p>
          </p:txBody>
        </p:sp>
        <p:sp>
          <p:nvSpPr>
            <p:cNvPr id="8" name="Freeform 9">
              <a:extLst>
                <a:ext uri="{FF2B5EF4-FFF2-40B4-BE49-F238E27FC236}">
                  <a16:creationId xmlns:a16="http://schemas.microsoft.com/office/drawing/2014/main" id="{5AA32828-5A47-4FA1-B67F-F82D21E12044}"/>
                </a:ext>
              </a:extLst>
            </p:cNvPr>
            <p:cNvSpPr/>
            <p:nvPr/>
          </p:nvSpPr>
          <p:spPr bwMode="auto">
            <a:xfrm>
              <a:off x="7299281" y="3528511"/>
              <a:ext cx="1482391" cy="1487715"/>
            </a:xfrm>
            <a:custGeom>
              <a:avLst/>
              <a:gdLst>
                <a:gd name="T0" fmla="*/ 218 w 218"/>
                <a:gd name="T1" fmla="*/ 0 h 218"/>
                <a:gd name="T2" fmla="*/ 136 w 218"/>
                <a:gd name="T3" fmla="*/ 0 h 218"/>
                <a:gd name="T4" fmla="*/ 0 w 218"/>
                <a:gd name="T5" fmla="*/ 136 h 218"/>
                <a:gd name="T6" fmla="*/ 0 w 218"/>
                <a:gd name="T7" fmla="*/ 218 h 218"/>
                <a:gd name="T8" fmla="*/ 218 w 218"/>
                <a:gd name="T9" fmla="*/ 0 h 218"/>
              </a:gdLst>
              <a:ahLst/>
              <a:cxnLst>
                <a:cxn ang="0">
                  <a:pos x="T0" y="T1"/>
                </a:cxn>
                <a:cxn ang="0">
                  <a:pos x="T2" y="T3"/>
                </a:cxn>
                <a:cxn ang="0">
                  <a:pos x="T4" y="T5"/>
                </a:cxn>
                <a:cxn ang="0">
                  <a:pos x="T6" y="T7"/>
                </a:cxn>
                <a:cxn ang="0">
                  <a:pos x="T8" y="T9"/>
                </a:cxn>
              </a:cxnLst>
              <a:rect l="0" t="0" r="r" b="b"/>
              <a:pathLst>
                <a:path w="218" h="218">
                  <a:moveTo>
                    <a:pt x="218" y="0"/>
                  </a:moveTo>
                  <a:cubicBezTo>
                    <a:pt x="136" y="0"/>
                    <a:pt x="136" y="0"/>
                    <a:pt x="136" y="0"/>
                  </a:cubicBezTo>
                  <a:cubicBezTo>
                    <a:pt x="136" y="75"/>
                    <a:pt x="75" y="136"/>
                    <a:pt x="0" y="136"/>
                  </a:cubicBezTo>
                  <a:cubicBezTo>
                    <a:pt x="0" y="218"/>
                    <a:pt x="0" y="218"/>
                    <a:pt x="0" y="218"/>
                  </a:cubicBezTo>
                  <a:cubicBezTo>
                    <a:pt x="121" y="218"/>
                    <a:pt x="218" y="120"/>
                    <a:pt x="218" y="0"/>
                  </a:cubicBezTo>
                  <a:close/>
                </a:path>
              </a:pathLst>
            </a:custGeom>
            <a:solidFill>
              <a:schemeClr val="accent1"/>
            </a:solidFill>
            <a:ln>
              <a:noFill/>
            </a:ln>
          </p:spPr>
          <p:txBody>
            <a:bodyPr vert="horz" wrap="square" lIns="91440" tIns="45720" rIns="91440" bIns="45720" numCol="1" anchor="t" anchorCtr="0" compatLnSpc="1"/>
            <a:lstStyle/>
            <a:p>
              <a:endParaRPr lang="en-US"/>
            </a:p>
          </p:txBody>
        </p:sp>
        <p:sp>
          <p:nvSpPr>
            <p:cNvPr id="9" name="Freeform 10">
              <a:extLst>
                <a:ext uri="{FF2B5EF4-FFF2-40B4-BE49-F238E27FC236}">
                  <a16:creationId xmlns:a16="http://schemas.microsoft.com/office/drawing/2014/main" id="{5E5F986F-1911-4ECE-916A-0C7BBC4528A2}"/>
                </a:ext>
              </a:extLst>
            </p:cNvPr>
            <p:cNvSpPr/>
            <p:nvPr/>
          </p:nvSpPr>
          <p:spPr bwMode="auto">
            <a:xfrm>
              <a:off x="3416320" y="3528511"/>
              <a:ext cx="1482391" cy="1487715"/>
            </a:xfrm>
            <a:custGeom>
              <a:avLst/>
              <a:gdLst>
                <a:gd name="T0" fmla="*/ 0 w 218"/>
                <a:gd name="T1" fmla="*/ 0 h 218"/>
                <a:gd name="T2" fmla="*/ 82 w 218"/>
                <a:gd name="T3" fmla="*/ 0 h 218"/>
                <a:gd name="T4" fmla="*/ 218 w 218"/>
                <a:gd name="T5" fmla="*/ 136 h 218"/>
                <a:gd name="T6" fmla="*/ 218 w 218"/>
                <a:gd name="T7" fmla="*/ 218 h 218"/>
                <a:gd name="T8" fmla="*/ 0 w 218"/>
                <a:gd name="T9" fmla="*/ 0 h 218"/>
              </a:gdLst>
              <a:ahLst/>
              <a:cxnLst>
                <a:cxn ang="0">
                  <a:pos x="T0" y="T1"/>
                </a:cxn>
                <a:cxn ang="0">
                  <a:pos x="T2" y="T3"/>
                </a:cxn>
                <a:cxn ang="0">
                  <a:pos x="T4" y="T5"/>
                </a:cxn>
                <a:cxn ang="0">
                  <a:pos x="T6" y="T7"/>
                </a:cxn>
                <a:cxn ang="0">
                  <a:pos x="T8" y="T9"/>
                </a:cxn>
              </a:cxnLst>
              <a:rect l="0" t="0" r="r" b="b"/>
              <a:pathLst>
                <a:path w="218" h="218">
                  <a:moveTo>
                    <a:pt x="0" y="0"/>
                  </a:moveTo>
                  <a:cubicBezTo>
                    <a:pt x="82" y="0"/>
                    <a:pt x="82" y="0"/>
                    <a:pt x="82" y="0"/>
                  </a:cubicBezTo>
                  <a:cubicBezTo>
                    <a:pt x="82" y="75"/>
                    <a:pt x="143" y="136"/>
                    <a:pt x="218" y="136"/>
                  </a:cubicBezTo>
                  <a:cubicBezTo>
                    <a:pt x="218" y="218"/>
                    <a:pt x="218" y="218"/>
                    <a:pt x="218" y="218"/>
                  </a:cubicBezTo>
                  <a:cubicBezTo>
                    <a:pt x="97" y="218"/>
                    <a:pt x="0" y="120"/>
                    <a:pt x="0" y="0"/>
                  </a:cubicBezTo>
                  <a:close/>
                </a:path>
              </a:pathLst>
            </a:custGeom>
            <a:solidFill>
              <a:schemeClr val="accent3"/>
            </a:solidFill>
            <a:ln>
              <a:noFill/>
            </a:ln>
          </p:spPr>
          <p:txBody>
            <a:bodyPr vert="horz" wrap="square" lIns="91440" tIns="45720" rIns="91440" bIns="45720" numCol="1" anchor="t" anchorCtr="0" compatLnSpc="1"/>
            <a:lstStyle/>
            <a:p>
              <a:endParaRPr lang="en-US"/>
            </a:p>
          </p:txBody>
        </p:sp>
        <p:sp>
          <p:nvSpPr>
            <p:cNvPr id="10" name="Freeform 11">
              <a:extLst>
                <a:ext uri="{FF2B5EF4-FFF2-40B4-BE49-F238E27FC236}">
                  <a16:creationId xmlns:a16="http://schemas.microsoft.com/office/drawing/2014/main" id="{969DB80F-F418-40C1-BC6C-A5FF610FE7FF}"/>
                </a:ext>
              </a:extLst>
            </p:cNvPr>
            <p:cNvSpPr/>
            <p:nvPr/>
          </p:nvSpPr>
          <p:spPr bwMode="auto">
            <a:xfrm>
              <a:off x="4898711" y="2042128"/>
              <a:ext cx="1482391" cy="1486384"/>
            </a:xfrm>
            <a:custGeom>
              <a:avLst/>
              <a:gdLst>
                <a:gd name="T0" fmla="*/ 0 w 218"/>
                <a:gd name="T1" fmla="*/ 0 h 218"/>
                <a:gd name="T2" fmla="*/ 218 w 218"/>
                <a:gd name="T3" fmla="*/ 218 h 218"/>
                <a:gd name="T4" fmla="*/ 135 w 218"/>
                <a:gd name="T5" fmla="*/ 218 h 218"/>
                <a:gd name="T6" fmla="*/ 0 w 218"/>
                <a:gd name="T7" fmla="*/ 83 h 218"/>
                <a:gd name="T8" fmla="*/ 0 w 218"/>
                <a:gd name="T9" fmla="*/ 0 h 218"/>
              </a:gdLst>
              <a:ahLst/>
              <a:cxnLst>
                <a:cxn ang="0">
                  <a:pos x="T0" y="T1"/>
                </a:cxn>
                <a:cxn ang="0">
                  <a:pos x="T2" y="T3"/>
                </a:cxn>
                <a:cxn ang="0">
                  <a:pos x="T4" y="T5"/>
                </a:cxn>
                <a:cxn ang="0">
                  <a:pos x="T6" y="T7"/>
                </a:cxn>
                <a:cxn ang="0">
                  <a:pos x="T8" y="T9"/>
                </a:cxn>
              </a:cxnLst>
              <a:rect l="0" t="0" r="r" b="b"/>
              <a:pathLst>
                <a:path w="218" h="218">
                  <a:moveTo>
                    <a:pt x="0" y="0"/>
                  </a:moveTo>
                  <a:cubicBezTo>
                    <a:pt x="120" y="0"/>
                    <a:pt x="218" y="98"/>
                    <a:pt x="218" y="218"/>
                  </a:cubicBezTo>
                  <a:cubicBezTo>
                    <a:pt x="135" y="218"/>
                    <a:pt x="135" y="218"/>
                    <a:pt x="135" y="218"/>
                  </a:cubicBezTo>
                  <a:cubicBezTo>
                    <a:pt x="135" y="143"/>
                    <a:pt x="74" y="83"/>
                    <a:pt x="0" y="83"/>
                  </a:cubicBezTo>
                  <a:lnTo>
                    <a:pt x="0" y="0"/>
                  </a:lnTo>
                  <a:close/>
                </a:path>
              </a:pathLst>
            </a:custGeom>
            <a:solidFill>
              <a:schemeClr val="accent1"/>
            </a:solidFill>
            <a:ln>
              <a:noFill/>
            </a:ln>
          </p:spPr>
          <p:txBody>
            <a:bodyPr vert="horz" wrap="square" lIns="91440" tIns="45720" rIns="91440" bIns="45720" numCol="1" anchor="t" anchorCtr="0" compatLnSpc="1"/>
            <a:lstStyle/>
            <a:p>
              <a:endParaRPr lang="en-US"/>
            </a:p>
          </p:txBody>
        </p:sp>
        <p:sp>
          <p:nvSpPr>
            <p:cNvPr id="11" name="Freeform 12">
              <a:extLst>
                <a:ext uri="{FF2B5EF4-FFF2-40B4-BE49-F238E27FC236}">
                  <a16:creationId xmlns:a16="http://schemas.microsoft.com/office/drawing/2014/main" id="{BE77608B-ED1B-4BA9-AFE1-A43D31442B4B}"/>
                </a:ext>
              </a:extLst>
            </p:cNvPr>
            <p:cNvSpPr/>
            <p:nvPr/>
          </p:nvSpPr>
          <p:spPr bwMode="auto">
            <a:xfrm>
              <a:off x="3416320" y="2042128"/>
              <a:ext cx="1482391" cy="1486384"/>
            </a:xfrm>
            <a:custGeom>
              <a:avLst/>
              <a:gdLst>
                <a:gd name="T0" fmla="*/ 218 w 218"/>
                <a:gd name="T1" fmla="*/ 0 h 218"/>
                <a:gd name="T2" fmla="*/ 0 w 218"/>
                <a:gd name="T3" fmla="*/ 218 h 218"/>
                <a:gd name="T4" fmla="*/ 82 w 218"/>
                <a:gd name="T5" fmla="*/ 218 h 218"/>
                <a:gd name="T6" fmla="*/ 218 w 218"/>
                <a:gd name="T7" fmla="*/ 83 h 218"/>
                <a:gd name="T8" fmla="*/ 218 w 218"/>
                <a:gd name="T9" fmla="*/ 0 h 218"/>
              </a:gdLst>
              <a:ahLst/>
              <a:cxnLst>
                <a:cxn ang="0">
                  <a:pos x="T0" y="T1"/>
                </a:cxn>
                <a:cxn ang="0">
                  <a:pos x="T2" y="T3"/>
                </a:cxn>
                <a:cxn ang="0">
                  <a:pos x="T4" y="T5"/>
                </a:cxn>
                <a:cxn ang="0">
                  <a:pos x="T6" y="T7"/>
                </a:cxn>
                <a:cxn ang="0">
                  <a:pos x="T8" y="T9"/>
                </a:cxn>
              </a:cxnLst>
              <a:rect l="0" t="0" r="r" b="b"/>
              <a:pathLst>
                <a:path w="218" h="218">
                  <a:moveTo>
                    <a:pt x="218" y="0"/>
                  </a:moveTo>
                  <a:cubicBezTo>
                    <a:pt x="97" y="0"/>
                    <a:pt x="0" y="98"/>
                    <a:pt x="0" y="218"/>
                  </a:cubicBezTo>
                  <a:cubicBezTo>
                    <a:pt x="82" y="218"/>
                    <a:pt x="82" y="218"/>
                    <a:pt x="82" y="218"/>
                  </a:cubicBezTo>
                  <a:cubicBezTo>
                    <a:pt x="82" y="143"/>
                    <a:pt x="143" y="83"/>
                    <a:pt x="218" y="83"/>
                  </a:cubicBezTo>
                  <a:lnTo>
                    <a:pt x="218" y="0"/>
                  </a:lnTo>
                  <a:close/>
                </a:path>
              </a:pathLst>
            </a:custGeom>
            <a:solidFill>
              <a:schemeClr val="accent1"/>
            </a:solidFill>
            <a:ln>
              <a:noFill/>
            </a:ln>
          </p:spPr>
          <p:txBody>
            <a:bodyPr vert="horz" wrap="square" lIns="91440" tIns="45720" rIns="91440" bIns="45720" numCol="1" anchor="t" anchorCtr="0" compatLnSpc="1"/>
            <a:lstStyle/>
            <a:p>
              <a:endParaRPr lang="en-US"/>
            </a:p>
          </p:txBody>
        </p:sp>
      </p:grpSp>
      <p:cxnSp>
        <p:nvCxnSpPr>
          <p:cNvPr id="17" name="Elbow Connector 4">
            <a:extLst>
              <a:ext uri="{FF2B5EF4-FFF2-40B4-BE49-F238E27FC236}">
                <a16:creationId xmlns:a16="http://schemas.microsoft.com/office/drawing/2014/main" id="{F6E8F5BA-8249-495C-9DAA-1B08B99A9315}"/>
              </a:ext>
            </a:extLst>
          </p:cNvPr>
          <p:cNvCxnSpPr/>
          <p:nvPr/>
        </p:nvCxnSpPr>
        <p:spPr>
          <a:xfrm rot="10800000">
            <a:off x="3049082" y="1913316"/>
            <a:ext cx="699048" cy="579949"/>
          </a:xfrm>
          <a:prstGeom prst="bentConnector3">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8" name="Elbow Connector 23">
            <a:extLst>
              <a:ext uri="{FF2B5EF4-FFF2-40B4-BE49-F238E27FC236}">
                <a16:creationId xmlns:a16="http://schemas.microsoft.com/office/drawing/2014/main" id="{14F9A392-D1C2-4481-9D22-5AD517ECE401}"/>
              </a:ext>
            </a:extLst>
          </p:cNvPr>
          <p:cNvCxnSpPr/>
          <p:nvPr/>
        </p:nvCxnSpPr>
        <p:spPr>
          <a:xfrm rot="10800000" flipH="1">
            <a:off x="8391688" y="1913316"/>
            <a:ext cx="699048" cy="579949"/>
          </a:xfrm>
          <a:prstGeom prst="bentConnector3">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9" name="Elbow Connector 24">
            <a:extLst>
              <a:ext uri="{FF2B5EF4-FFF2-40B4-BE49-F238E27FC236}">
                <a16:creationId xmlns:a16="http://schemas.microsoft.com/office/drawing/2014/main" id="{E0EA31ED-16D7-48D2-9C38-B0273A83A172}"/>
              </a:ext>
            </a:extLst>
          </p:cNvPr>
          <p:cNvCxnSpPr/>
          <p:nvPr/>
        </p:nvCxnSpPr>
        <p:spPr>
          <a:xfrm rot="10800000">
            <a:off x="8391688" y="4581169"/>
            <a:ext cx="699048" cy="579949"/>
          </a:xfrm>
          <a:prstGeom prst="bentConnector3">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0" name="Elbow Connector 26">
            <a:extLst>
              <a:ext uri="{FF2B5EF4-FFF2-40B4-BE49-F238E27FC236}">
                <a16:creationId xmlns:a16="http://schemas.microsoft.com/office/drawing/2014/main" id="{115ADE43-CCAB-4A63-A8F0-438A0AFD9588}"/>
              </a:ext>
            </a:extLst>
          </p:cNvPr>
          <p:cNvCxnSpPr/>
          <p:nvPr/>
        </p:nvCxnSpPr>
        <p:spPr>
          <a:xfrm rot="10800000" flipV="1">
            <a:off x="3049082" y="4581170"/>
            <a:ext cx="699048" cy="579949"/>
          </a:xfrm>
          <a:prstGeom prst="bentConnector3">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30">
            <a:extLst>
              <a:ext uri="{FF2B5EF4-FFF2-40B4-BE49-F238E27FC236}">
                <a16:creationId xmlns:a16="http://schemas.microsoft.com/office/drawing/2014/main" id="{501DA63B-1AA3-401B-9893-546708676A40}"/>
              </a:ext>
            </a:extLst>
          </p:cNvPr>
          <p:cNvCxnSpPr/>
          <p:nvPr/>
        </p:nvCxnSpPr>
        <p:spPr>
          <a:xfrm flipV="1">
            <a:off x="4898711" y="1261364"/>
            <a:ext cx="0" cy="742664"/>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31">
            <a:extLst>
              <a:ext uri="{FF2B5EF4-FFF2-40B4-BE49-F238E27FC236}">
                <a16:creationId xmlns:a16="http://schemas.microsoft.com/office/drawing/2014/main" id="{EA3143F0-458D-4CC7-B0B2-7950D97884A5}"/>
              </a:ext>
            </a:extLst>
          </p:cNvPr>
          <p:cNvCxnSpPr/>
          <p:nvPr/>
        </p:nvCxnSpPr>
        <p:spPr>
          <a:xfrm flipV="1">
            <a:off x="7311980" y="5059518"/>
            <a:ext cx="0" cy="697646"/>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39" name="Inhaltsplatzhalter 4">
            <a:extLst>
              <a:ext uri="{FF2B5EF4-FFF2-40B4-BE49-F238E27FC236}">
                <a16:creationId xmlns:a16="http://schemas.microsoft.com/office/drawing/2014/main" id="{C4B76F30-4F27-4FE9-B3C8-2140CAA8C5DB}"/>
              </a:ext>
            </a:extLst>
          </p:cNvPr>
          <p:cNvSpPr txBox="1"/>
          <p:nvPr/>
        </p:nvSpPr>
        <p:spPr>
          <a:xfrm>
            <a:off x="1013458" y="1477431"/>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40" name="Inhaltsplatzhalter 4">
            <a:extLst>
              <a:ext uri="{FF2B5EF4-FFF2-40B4-BE49-F238E27FC236}">
                <a16:creationId xmlns:a16="http://schemas.microsoft.com/office/drawing/2014/main" id="{C204333C-734E-4BA4-B73D-25E1F147B014}"/>
              </a:ext>
            </a:extLst>
          </p:cNvPr>
          <p:cNvSpPr txBox="1"/>
          <p:nvPr/>
        </p:nvSpPr>
        <p:spPr>
          <a:xfrm>
            <a:off x="1013458" y="1774621"/>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sp>
        <p:nvSpPr>
          <p:cNvPr id="41" name="Inhaltsplatzhalter 4">
            <a:extLst>
              <a:ext uri="{FF2B5EF4-FFF2-40B4-BE49-F238E27FC236}">
                <a16:creationId xmlns:a16="http://schemas.microsoft.com/office/drawing/2014/main" id="{14FD36D7-35B4-4C1C-B4D4-7B01DE7A3D01}"/>
              </a:ext>
            </a:extLst>
          </p:cNvPr>
          <p:cNvSpPr txBox="1"/>
          <p:nvPr/>
        </p:nvSpPr>
        <p:spPr>
          <a:xfrm>
            <a:off x="982952" y="4753349"/>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00000"/>
              </a:lnSpc>
              <a:spcAft>
                <a:spcPts val="1200"/>
              </a:spcAft>
              <a:buNone/>
            </a:pPr>
            <a:r>
              <a:rPr lang="zh-CN" altLang="en-US" sz="1800" b="1" dirty="0">
                <a:solidFill>
                  <a:schemeClr val="accent6"/>
                </a:solidFill>
                <a:latin typeface="+mj-lt"/>
              </a:rPr>
              <a:t>小标题</a:t>
            </a:r>
            <a:endParaRPr lang="en-US" sz="1200" dirty="0">
              <a:solidFill>
                <a:schemeClr val="accent6"/>
              </a:solidFill>
              <a:latin typeface="+mn-lt"/>
            </a:endParaRPr>
          </a:p>
        </p:txBody>
      </p:sp>
      <p:sp>
        <p:nvSpPr>
          <p:cNvPr id="42" name="Inhaltsplatzhalter 4">
            <a:extLst>
              <a:ext uri="{FF2B5EF4-FFF2-40B4-BE49-F238E27FC236}">
                <a16:creationId xmlns:a16="http://schemas.microsoft.com/office/drawing/2014/main" id="{741A9A67-2935-48EB-A88D-E596E3580B5A}"/>
              </a:ext>
            </a:extLst>
          </p:cNvPr>
          <p:cNvSpPr txBox="1"/>
          <p:nvPr/>
        </p:nvSpPr>
        <p:spPr>
          <a:xfrm>
            <a:off x="982952" y="5050539"/>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sp>
        <p:nvSpPr>
          <p:cNvPr id="45" name="Inhaltsplatzhalter 4">
            <a:extLst>
              <a:ext uri="{FF2B5EF4-FFF2-40B4-BE49-F238E27FC236}">
                <a16:creationId xmlns:a16="http://schemas.microsoft.com/office/drawing/2014/main" id="{B3F232AD-3C52-4284-9355-9A18D08388C6}"/>
              </a:ext>
            </a:extLst>
          </p:cNvPr>
          <p:cNvSpPr txBox="1"/>
          <p:nvPr/>
        </p:nvSpPr>
        <p:spPr>
          <a:xfrm>
            <a:off x="5248255" y="5120298"/>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00000"/>
              </a:lnSpc>
              <a:spcAft>
                <a:spcPts val="1200"/>
              </a:spcAft>
              <a:buNone/>
            </a:pPr>
            <a:r>
              <a:rPr lang="zh-CN" altLang="en-US" sz="1800" b="1" dirty="0">
                <a:solidFill>
                  <a:schemeClr val="accent3"/>
                </a:solidFill>
                <a:latin typeface="+mj-lt"/>
              </a:rPr>
              <a:t>小标题</a:t>
            </a:r>
            <a:endParaRPr lang="en-US" sz="1200" dirty="0">
              <a:solidFill>
                <a:schemeClr val="accent3"/>
              </a:solidFill>
              <a:latin typeface="+mn-lt"/>
            </a:endParaRPr>
          </a:p>
        </p:txBody>
      </p:sp>
      <p:sp>
        <p:nvSpPr>
          <p:cNvPr id="46" name="Inhaltsplatzhalter 4">
            <a:extLst>
              <a:ext uri="{FF2B5EF4-FFF2-40B4-BE49-F238E27FC236}">
                <a16:creationId xmlns:a16="http://schemas.microsoft.com/office/drawing/2014/main" id="{07C30CA3-427A-4A4E-8DD2-A4644035361A}"/>
              </a:ext>
            </a:extLst>
          </p:cNvPr>
          <p:cNvSpPr txBox="1"/>
          <p:nvPr/>
        </p:nvSpPr>
        <p:spPr>
          <a:xfrm>
            <a:off x="5248255" y="5417488"/>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sp>
        <p:nvSpPr>
          <p:cNvPr id="48" name="Inhaltsplatzhalter 4">
            <a:extLst>
              <a:ext uri="{FF2B5EF4-FFF2-40B4-BE49-F238E27FC236}">
                <a16:creationId xmlns:a16="http://schemas.microsoft.com/office/drawing/2014/main" id="{A5656330-EC56-44DB-8E2E-009FA9104610}"/>
              </a:ext>
            </a:extLst>
          </p:cNvPr>
          <p:cNvSpPr txBox="1"/>
          <p:nvPr/>
        </p:nvSpPr>
        <p:spPr>
          <a:xfrm>
            <a:off x="5019232" y="1137985"/>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2"/>
                </a:solidFill>
                <a:latin typeface="+mj-lt"/>
              </a:rPr>
              <a:t>小标题</a:t>
            </a:r>
            <a:endParaRPr lang="en-US" sz="1200" dirty="0">
              <a:solidFill>
                <a:schemeClr val="accent2"/>
              </a:solidFill>
              <a:latin typeface="+mn-lt"/>
            </a:endParaRPr>
          </a:p>
        </p:txBody>
      </p:sp>
      <p:sp>
        <p:nvSpPr>
          <p:cNvPr id="49" name="Inhaltsplatzhalter 4">
            <a:extLst>
              <a:ext uri="{FF2B5EF4-FFF2-40B4-BE49-F238E27FC236}">
                <a16:creationId xmlns:a16="http://schemas.microsoft.com/office/drawing/2014/main" id="{35B9CFF2-695E-474A-981B-83245486AAC1}"/>
              </a:ext>
            </a:extLst>
          </p:cNvPr>
          <p:cNvSpPr txBox="1"/>
          <p:nvPr/>
        </p:nvSpPr>
        <p:spPr>
          <a:xfrm>
            <a:off x="5019232" y="1435175"/>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sp>
        <p:nvSpPr>
          <p:cNvPr id="54" name="Inhaltsplatzhalter 4">
            <a:extLst>
              <a:ext uri="{FF2B5EF4-FFF2-40B4-BE49-F238E27FC236}">
                <a16:creationId xmlns:a16="http://schemas.microsoft.com/office/drawing/2014/main" id="{DDC8E531-3EBD-4A89-8CA4-52B53A3C37EE}"/>
              </a:ext>
            </a:extLst>
          </p:cNvPr>
          <p:cNvSpPr txBox="1"/>
          <p:nvPr/>
        </p:nvSpPr>
        <p:spPr>
          <a:xfrm>
            <a:off x="9157548" y="1477431"/>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6"/>
                </a:solidFill>
                <a:latin typeface="+mj-lt"/>
              </a:rPr>
              <a:t>小标题</a:t>
            </a:r>
            <a:endParaRPr lang="en-US" sz="1200" dirty="0">
              <a:solidFill>
                <a:schemeClr val="accent6"/>
              </a:solidFill>
              <a:latin typeface="+mn-lt"/>
            </a:endParaRPr>
          </a:p>
        </p:txBody>
      </p:sp>
      <p:sp>
        <p:nvSpPr>
          <p:cNvPr id="59" name="Inhaltsplatzhalter 4">
            <a:extLst>
              <a:ext uri="{FF2B5EF4-FFF2-40B4-BE49-F238E27FC236}">
                <a16:creationId xmlns:a16="http://schemas.microsoft.com/office/drawing/2014/main" id="{3678E85E-4703-4D2E-B805-5C9F1DB0AD0B}"/>
              </a:ext>
            </a:extLst>
          </p:cNvPr>
          <p:cNvSpPr txBox="1"/>
          <p:nvPr/>
        </p:nvSpPr>
        <p:spPr>
          <a:xfrm>
            <a:off x="9157548" y="1774621"/>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sp>
        <p:nvSpPr>
          <p:cNvPr id="61" name="Inhaltsplatzhalter 4">
            <a:extLst>
              <a:ext uri="{FF2B5EF4-FFF2-40B4-BE49-F238E27FC236}">
                <a16:creationId xmlns:a16="http://schemas.microsoft.com/office/drawing/2014/main" id="{CA979BF0-4FE9-4301-9440-E7440AAD5027}"/>
              </a:ext>
            </a:extLst>
          </p:cNvPr>
          <p:cNvSpPr txBox="1"/>
          <p:nvPr/>
        </p:nvSpPr>
        <p:spPr>
          <a:xfrm>
            <a:off x="9157548" y="4753349"/>
            <a:ext cx="19437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00000"/>
              </a:lnSpc>
              <a:spcAft>
                <a:spcPts val="1200"/>
              </a:spcAft>
              <a:buNone/>
            </a:pPr>
            <a:r>
              <a:rPr lang="zh-CN" altLang="en-US" sz="1800" b="1" dirty="0">
                <a:solidFill>
                  <a:schemeClr val="accent4"/>
                </a:solidFill>
                <a:latin typeface="+mj-lt"/>
              </a:rPr>
              <a:t>小标题</a:t>
            </a:r>
            <a:endParaRPr lang="en-US" sz="1200" dirty="0">
              <a:solidFill>
                <a:schemeClr val="accent4"/>
              </a:solidFill>
              <a:latin typeface="+mn-lt"/>
            </a:endParaRPr>
          </a:p>
        </p:txBody>
      </p:sp>
      <p:sp>
        <p:nvSpPr>
          <p:cNvPr id="62" name="Inhaltsplatzhalter 4">
            <a:extLst>
              <a:ext uri="{FF2B5EF4-FFF2-40B4-BE49-F238E27FC236}">
                <a16:creationId xmlns:a16="http://schemas.microsoft.com/office/drawing/2014/main" id="{6B49AD50-3048-41A7-8562-FB674462A740}"/>
              </a:ext>
            </a:extLst>
          </p:cNvPr>
          <p:cNvSpPr txBox="1"/>
          <p:nvPr/>
        </p:nvSpPr>
        <p:spPr>
          <a:xfrm>
            <a:off x="9157548" y="5050539"/>
            <a:ext cx="1943773" cy="456728"/>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a:t>
            </a:r>
            <a:endParaRPr lang="en-US" sz="1200" dirty="0">
              <a:solidFill>
                <a:schemeClr val="tx1">
                  <a:lumMod val="75000"/>
                  <a:lumOff val="25000"/>
                </a:schemeClr>
              </a:solidFill>
              <a:latin typeface="+mn-ea"/>
            </a:endParaRPr>
          </a:p>
        </p:txBody>
      </p:sp>
      <p:grpSp>
        <p:nvGrpSpPr>
          <p:cNvPr id="63" name="组合 62">
            <a:extLst>
              <a:ext uri="{FF2B5EF4-FFF2-40B4-BE49-F238E27FC236}">
                <a16:creationId xmlns:a16="http://schemas.microsoft.com/office/drawing/2014/main" id="{53B36827-9498-4CFB-8368-74722AC7EB79}"/>
              </a:ext>
            </a:extLst>
          </p:cNvPr>
          <p:cNvGrpSpPr/>
          <p:nvPr/>
        </p:nvGrpSpPr>
        <p:grpSpPr>
          <a:xfrm>
            <a:off x="4356039" y="2994796"/>
            <a:ext cx="1080000" cy="1080000"/>
            <a:chOff x="1309855" y="1853611"/>
            <a:chExt cx="1080000" cy="1080000"/>
          </a:xfrm>
        </p:grpSpPr>
        <p:sp>
          <p:nvSpPr>
            <p:cNvPr id="64" name="椭圆 63">
              <a:extLst>
                <a:ext uri="{FF2B5EF4-FFF2-40B4-BE49-F238E27FC236}">
                  <a16:creationId xmlns:a16="http://schemas.microsoft.com/office/drawing/2014/main" id="{77F4A469-33ED-475A-9E63-BD71C230C890}"/>
                </a:ext>
              </a:extLst>
            </p:cNvPr>
            <p:cNvSpPr/>
            <p:nvPr/>
          </p:nvSpPr>
          <p:spPr>
            <a:xfrm>
              <a:off x="1309855" y="1853611"/>
              <a:ext cx="1080000" cy="10800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5" name="Group 58">
              <a:extLst>
                <a:ext uri="{FF2B5EF4-FFF2-40B4-BE49-F238E27FC236}">
                  <a16:creationId xmlns:a16="http://schemas.microsoft.com/office/drawing/2014/main" id="{33EC6B74-BB07-4A74-8396-C6601F5E0210}"/>
                </a:ext>
              </a:extLst>
            </p:cNvPr>
            <p:cNvGrpSpPr/>
            <p:nvPr/>
          </p:nvGrpSpPr>
          <p:grpSpPr>
            <a:xfrm>
              <a:off x="1518965" y="2062721"/>
              <a:ext cx="661781" cy="661781"/>
              <a:chOff x="837205" y="3542332"/>
              <a:chExt cx="400024" cy="400024"/>
            </a:xfrm>
            <a:solidFill>
              <a:schemeClr val="bg1"/>
            </a:solidFill>
          </p:grpSpPr>
          <p:sp>
            <p:nvSpPr>
              <p:cNvPr id="66" name="Freeform 85">
                <a:extLst>
                  <a:ext uri="{FF2B5EF4-FFF2-40B4-BE49-F238E27FC236}">
                    <a16:creationId xmlns:a16="http://schemas.microsoft.com/office/drawing/2014/main" id="{761FDD62-8A57-41C7-A1EB-1CB773D17EE6}"/>
                  </a:ext>
                </a:extLst>
              </p:cNvPr>
              <p:cNvSpPr>
                <a:spLocks noEditPoints="1"/>
              </p:cNvSpPr>
              <p:nvPr/>
            </p:nvSpPr>
            <p:spPr bwMode="auto">
              <a:xfrm>
                <a:off x="837205" y="3542332"/>
                <a:ext cx="400024" cy="400024"/>
              </a:xfrm>
              <a:custGeom>
                <a:avLst/>
                <a:gdLst>
                  <a:gd name="T0" fmla="*/ 116 w 128"/>
                  <a:gd name="T1" fmla="*/ 0 h 128"/>
                  <a:gd name="T2" fmla="*/ 28 w 128"/>
                  <a:gd name="T3" fmla="*/ 0 h 128"/>
                  <a:gd name="T4" fmla="*/ 16 w 128"/>
                  <a:gd name="T5" fmla="*/ 12 h 128"/>
                  <a:gd name="T6" fmla="*/ 16 w 128"/>
                  <a:gd name="T7" fmla="*/ 20 h 128"/>
                  <a:gd name="T8" fmla="*/ 12 w 128"/>
                  <a:gd name="T9" fmla="*/ 20 h 128"/>
                  <a:gd name="T10" fmla="*/ 0 w 128"/>
                  <a:gd name="T11" fmla="*/ 32 h 128"/>
                  <a:gd name="T12" fmla="*/ 0 w 128"/>
                  <a:gd name="T13" fmla="*/ 112 h 128"/>
                  <a:gd name="T14" fmla="*/ 16 w 128"/>
                  <a:gd name="T15" fmla="*/ 128 h 128"/>
                  <a:gd name="T16" fmla="*/ 112 w 128"/>
                  <a:gd name="T17" fmla="*/ 128 h 128"/>
                  <a:gd name="T18" fmla="*/ 128 w 128"/>
                  <a:gd name="T19" fmla="*/ 112 h 128"/>
                  <a:gd name="T20" fmla="*/ 128 w 128"/>
                  <a:gd name="T21" fmla="*/ 12 h 128"/>
                  <a:gd name="T22" fmla="*/ 116 w 128"/>
                  <a:gd name="T23" fmla="*/ 0 h 128"/>
                  <a:gd name="T24" fmla="*/ 120 w 128"/>
                  <a:gd name="T25" fmla="*/ 112 h 128"/>
                  <a:gd name="T26" fmla="*/ 112 w 128"/>
                  <a:gd name="T27" fmla="*/ 120 h 128"/>
                  <a:gd name="T28" fmla="*/ 16 w 128"/>
                  <a:gd name="T29" fmla="*/ 120 h 128"/>
                  <a:gd name="T30" fmla="*/ 8 w 128"/>
                  <a:gd name="T31" fmla="*/ 112 h 128"/>
                  <a:gd name="T32" fmla="*/ 8 w 128"/>
                  <a:gd name="T33" fmla="*/ 32 h 128"/>
                  <a:gd name="T34" fmla="*/ 12 w 128"/>
                  <a:gd name="T35" fmla="*/ 28 h 128"/>
                  <a:gd name="T36" fmla="*/ 16 w 128"/>
                  <a:gd name="T37" fmla="*/ 28 h 128"/>
                  <a:gd name="T38" fmla="*/ 16 w 128"/>
                  <a:gd name="T39" fmla="*/ 108 h 128"/>
                  <a:gd name="T40" fmla="*/ 20 w 128"/>
                  <a:gd name="T41" fmla="*/ 112 h 128"/>
                  <a:gd name="T42" fmla="*/ 24 w 128"/>
                  <a:gd name="T43" fmla="*/ 108 h 128"/>
                  <a:gd name="T44" fmla="*/ 24 w 128"/>
                  <a:gd name="T45" fmla="*/ 12 h 128"/>
                  <a:gd name="T46" fmla="*/ 28 w 128"/>
                  <a:gd name="T47" fmla="*/ 8 h 128"/>
                  <a:gd name="T48" fmla="*/ 116 w 128"/>
                  <a:gd name="T49" fmla="*/ 8 h 128"/>
                  <a:gd name="T50" fmla="*/ 120 w 128"/>
                  <a:gd name="T51" fmla="*/ 12 h 128"/>
                  <a:gd name="T52" fmla="*/ 120 w 128"/>
                  <a:gd name="T53" fmla="*/ 11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8" h="128">
                    <a:moveTo>
                      <a:pt x="116" y="0"/>
                    </a:moveTo>
                    <a:cubicBezTo>
                      <a:pt x="28" y="0"/>
                      <a:pt x="28" y="0"/>
                      <a:pt x="28" y="0"/>
                    </a:cubicBezTo>
                    <a:cubicBezTo>
                      <a:pt x="21" y="0"/>
                      <a:pt x="16" y="5"/>
                      <a:pt x="16" y="12"/>
                    </a:cubicBezTo>
                    <a:cubicBezTo>
                      <a:pt x="16" y="20"/>
                      <a:pt x="16" y="20"/>
                      <a:pt x="16" y="20"/>
                    </a:cubicBezTo>
                    <a:cubicBezTo>
                      <a:pt x="12" y="20"/>
                      <a:pt x="12" y="20"/>
                      <a:pt x="12" y="20"/>
                    </a:cubicBezTo>
                    <a:cubicBezTo>
                      <a:pt x="5" y="20"/>
                      <a:pt x="0" y="25"/>
                      <a:pt x="0" y="32"/>
                    </a:cubicBezTo>
                    <a:cubicBezTo>
                      <a:pt x="0" y="112"/>
                      <a:pt x="0" y="112"/>
                      <a:pt x="0" y="112"/>
                    </a:cubicBezTo>
                    <a:cubicBezTo>
                      <a:pt x="0" y="121"/>
                      <a:pt x="7" y="128"/>
                      <a:pt x="16" y="128"/>
                    </a:cubicBezTo>
                    <a:cubicBezTo>
                      <a:pt x="112" y="128"/>
                      <a:pt x="112" y="128"/>
                      <a:pt x="112" y="128"/>
                    </a:cubicBezTo>
                    <a:cubicBezTo>
                      <a:pt x="121" y="128"/>
                      <a:pt x="128" y="121"/>
                      <a:pt x="128" y="112"/>
                    </a:cubicBezTo>
                    <a:cubicBezTo>
                      <a:pt x="128" y="12"/>
                      <a:pt x="128" y="12"/>
                      <a:pt x="128" y="12"/>
                    </a:cubicBezTo>
                    <a:cubicBezTo>
                      <a:pt x="128" y="5"/>
                      <a:pt x="123" y="0"/>
                      <a:pt x="116" y="0"/>
                    </a:cubicBezTo>
                    <a:close/>
                    <a:moveTo>
                      <a:pt x="120" y="112"/>
                    </a:moveTo>
                    <a:cubicBezTo>
                      <a:pt x="120" y="116"/>
                      <a:pt x="116" y="120"/>
                      <a:pt x="112" y="120"/>
                    </a:cubicBezTo>
                    <a:cubicBezTo>
                      <a:pt x="16" y="120"/>
                      <a:pt x="16" y="120"/>
                      <a:pt x="16" y="120"/>
                    </a:cubicBezTo>
                    <a:cubicBezTo>
                      <a:pt x="12" y="120"/>
                      <a:pt x="8" y="116"/>
                      <a:pt x="8" y="112"/>
                    </a:cubicBezTo>
                    <a:cubicBezTo>
                      <a:pt x="8" y="32"/>
                      <a:pt x="8" y="32"/>
                      <a:pt x="8" y="32"/>
                    </a:cubicBezTo>
                    <a:cubicBezTo>
                      <a:pt x="8" y="30"/>
                      <a:pt x="10" y="28"/>
                      <a:pt x="12" y="28"/>
                    </a:cubicBezTo>
                    <a:cubicBezTo>
                      <a:pt x="16" y="28"/>
                      <a:pt x="16" y="28"/>
                      <a:pt x="16" y="28"/>
                    </a:cubicBezTo>
                    <a:cubicBezTo>
                      <a:pt x="16" y="108"/>
                      <a:pt x="16" y="108"/>
                      <a:pt x="16" y="108"/>
                    </a:cubicBezTo>
                    <a:cubicBezTo>
                      <a:pt x="16" y="110"/>
                      <a:pt x="18" y="112"/>
                      <a:pt x="20" y="112"/>
                    </a:cubicBezTo>
                    <a:cubicBezTo>
                      <a:pt x="22" y="112"/>
                      <a:pt x="24" y="110"/>
                      <a:pt x="24" y="108"/>
                    </a:cubicBezTo>
                    <a:cubicBezTo>
                      <a:pt x="24" y="12"/>
                      <a:pt x="24" y="12"/>
                      <a:pt x="24" y="12"/>
                    </a:cubicBezTo>
                    <a:cubicBezTo>
                      <a:pt x="24" y="10"/>
                      <a:pt x="26" y="8"/>
                      <a:pt x="28" y="8"/>
                    </a:cubicBezTo>
                    <a:cubicBezTo>
                      <a:pt x="116" y="8"/>
                      <a:pt x="116" y="8"/>
                      <a:pt x="116" y="8"/>
                    </a:cubicBezTo>
                    <a:cubicBezTo>
                      <a:pt x="118" y="8"/>
                      <a:pt x="120" y="10"/>
                      <a:pt x="120" y="12"/>
                    </a:cubicBezTo>
                    <a:lnTo>
                      <a:pt x="120" y="1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7" name="Freeform 86">
                <a:extLst>
                  <a:ext uri="{FF2B5EF4-FFF2-40B4-BE49-F238E27FC236}">
                    <a16:creationId xmlns:a16="http://schemas.microsoft.com/office/drawing/2014/main" id="{81BA8EB2-A06D-41C6-AC48-FFACA74DC9F6}"/>
                  </a:ext>
                </a:extLst>
              </p:cNvPr>
              <p:cNvSpPr>
                <a:spLocks/>
              </p:cNvSpPr>
              <p:nvPr/>
            </p:nvSpPr>
            <p:spPr bwMode="auto">
              <a:xfrm>
                <a:off x="1074843" y="3692836"/>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8" name="Freeform 87">
                <a:extLst>
                  <a:ext uri="{FF2B5EF4-FFF2-40B4-BE49-F238E27FC236}">
                    <a16:creationId xmlns:a16="http://schemas.microsoft.com/office/drawing/2014/main" id="{D2858485-650C-4FB5-A03B-20C31BCD373F}"/>
                  </a:ext>
                </a:extLst>
              </p:cNvPr>
              <p:cNvSpPr>
                <a:spLocks/>
              </p:cNvSpPr>
              <p:nvPr/>
            </p:nvSpPr>
            <p:spPr bwMode="auto">
              <a:xfrm>
                <a:off x="1074843" y="3655870"/>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9" name="Freeform 88">
                <a:extLst>
                  <a:ext uri="{FF2B5EF4-FFF2-40B4-BE49-F238E27FC236}">
                    <a16:creationId xmlns:a16="http://schemas.microsoft.com/office/drawing/2014/main" id="{575C799E-4BF8-4BBD-BD02-FA72A424B75F}"/>
                  </a:ext>
                </a:extLst>
              </p:cNvPr>
              <p:cNvSpPr>
                <a:spLocks/>
              </p:cNvSpPr>
              <p:nvPr/>
            </p:nvSpPr>
            <p:spPr bwMode="auto">
              <a:xfrm>
                <a:off x="1074843" y="3617583"/>
                <a:ext cx="112218" cy="1320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0" name="Freeform 89">
                <a:extLst>
                  <a:ext uri="{FF2B5EF4-FFF2-40B4-BE49-F238E27FC236}">
                    <a16:creationId xmlns:a16="http://schemas.microsoft.com/office/drawing/2014/main" id="{4B8A6FF8-70DA-4E5F-A7D0-B02E08312D30}"/>
                  </a:ext>
                </a:extLst>
              </p:cNvPr>
              <p:cNvSpPr>
                <a:spLocks/>
              </p:cNvSpPr>
              <p:nvPr/>
            </p:nvSpPr>
            <p:spPr bwMode="auto">
              <a:xfrm>
                <a:off x="937541"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1" name="Freeform 90">
                <a:extLst>
                  <a:ext uri="{FF2B5EF4-FFF2-40B4-BE49-F238E27FC236}">
                    <a16:creationId xmlns:a16="http://schemas.microsoft.com/office/drawing/2014/main" id="{D6AF4E9B-27FC-4BF7-9346-7411DFFDB078}"/>
                  </a:ext>
                </a:extLst>
              </p:cNvPr>
              <p:cNvSpPr>
                <a:spLocks/>
              </p:cNvSpPr>
              <p:nvPr/>
            </p:nvSpPr>
            <p:spPr bwMode="auto">
              <a:xfrm>
                <a:off x="937541"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2" name="Freeform 91">
                <a:extLst>
                  <a:ext uri="{FF2B5EF4-FFF2-40B4-BE49-F238E27FC236}">
                    <a16:creationId xmlns:a16="http://schemas.microsoft.com/office/drawing/2014/main" id="{8825764E-94DC-4EB9-BC3B-B65416438F7A}"/>
                  </a:ext>
                </a:extLst>
              </p:cNvPr>
              <p:cNvSpPr>
                <a:spLocks/>
              </p:cNvSpPr>
              <p:nvPr/>
            </p:nvSpPr>
            <p:spPr bwMode="auto">
              <a:xfrm>
                <a:off x="937541"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3" name="Freeform 92">
                <a:extLst>
                  <a:ext uri="{FF2B5EF4-FFF2-40B4-BE49-F238E27FC236}">
                    <a16:creationId xmlns:a16="http://schemas.microsoft.com/office/drawing/2014/main" id="{0060D318-007A-4F3E-8BB0-1151FA4B3DD7}"/>
                  </a:ext>
                </a:extLst>
              </p:cNvPr>
              <p:cNvSpPr>
                <a:spLocks/>
              </p:cNvSpPr>
              <p:nvPr/>
            </p:nvSpPr>
            <p:spPr bwMode="auto">
              <a:xfrm>
                <a:off x="1074843"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4" name="Freeform 93">
                <a:extLst>
                  <a:ext uri="{FF2B5EF4-FFF2-40B4-BE49-F238E27FC236}">
                    <a16:creationId xmlns:a16="http://schemas.microsoft.com/office/drawing/2014/main" id="{C1717355-59B2-4C07-98C6-AD9107506CE4}"/>
                  </a:ext>
                </a:extLst>
              </p:cNvPr>
              <p:cNvSpPr>
                <a:spLocks/>
              </p:cNvSpPr>
              <p:nvPr/>
            </p:nvSpPr>
            <p:spPr bwMode="auto">
              <a:xfrm>
                <a:off x="1074843"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5" name="Freeform 94">
                <a:extLst>
                  <a:ext uri="{FF2B5EF4-FFF2-40B4-BE49-F238E27FC236}">
                    <a16:creationId xmlns:a16="http://schemas.microsoft.com/office/drawing/2014/main" id="{0ACD3A56-3E41-4F06-851F-59F9BCA8CB78}"/>
                  </a:ext>
                </a:extLst>
              </p:cNvPr>
              <p:cNvSpPr>
                <a:spLocks/>
              </p:cNvSpPr>
              <p:nvPr/>
            </p:nvSpPr>
            <p:spPr bwMode="auto">
              <a:xfrm>
                <a:off x="1074843"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6" name="Freeform 95">
                <a:extLst>
                  <a:ext uri="{FF2B5EF4-FFF2-40B4-BE49-F238E27FC236}">
                    <a16:creationId xmlns:a16="http://schemas.microsoft.com/office/drawing/2014/main" id="{EFA5666E-FA35-47AD-B7BA-600215546C64}"/>
                  </a:ext>
                </a:extLst>
              </p:cNvPr>
              <p:cNvSpPr>
                <a:spLocks/>
              </p:cNvSpPr>
              <p:nvPr/>
            </p:nvSpPr>
            <p:spPr bwMode="auto">
              <a:xfrm>
                <a:off x="937541" y="3729802"/>
                <a:ext cx="249520" cy="1320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7" name="Freeform 96">
                <a:extLst>
                  <a:ext uri="{FF2B5EF4-FFF2-40B4-BE49-F238E27FC236}">
                    <a16:creationId xmlns:a16="http://schemas.microsoft.com/office/drawing/2014/main" id="{C2A6C36B-3110-4933-8EB3-A493F6371A63}"/>
                  </a:ext>
                </a:extLst>
              </p:cNvPr>
              <p:cNvSpPr>
                <a:spLocks/>
              </p:cNvSpPr>
              <p:nvPr/>
            </p:nvSpPr>
            <p:spPr bwMode="auto">
              <a:xfrm>
                <a:off x="937541" y="3768087"/>
                <a:ext cx="249520" cy="1188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8" name="Freeform 97">
                <a:extLst>
                  <a:ext uri="{FF2B5EF4-FFF2-40B4-BE49-F238E27FC236}">
                    <a16:creationId xmlns:a16="http://schemas.microsoft.com/office/drawing/2014/main" id="{F55CFB22-4311-431C-A1ED-9074E570E493}"/>
                  </a:ext>
                </a:extLst>
              </p:cNvPr>
              <p:cNvSpPr>
                <a:spLocks noEditPoints="1"/>
              </p:cNvSpPr>
              <p:nvPr/>
            </p:nvSpPr>
            <p:spPr bwMode="auto">
              <a:xfrm>
                <a:off x="937541" y="3592500"/>
                <a:ext cx="112218" cy="112218"/>
              </a:xfrm>
              <a:custGeom>
                <a:avLst/>
                <a:gdLst>
                  <a:gd name="T0" fmla="*/ 4 w 36"/>
                  <a:gd name="T1" fmla="*/ 36 h 36"/>
                  <a:gd name="T2" fmla="*/ 32 w 36"/>
                  <a:gd name="T3" fmla="*/ 36 h 36"/>
                  <a:gd name="T4" fmla="*/ 36 w 36"/>
                  <a:gd name="T5" fmla="*/ 32 h 36"/>
                  <a:gd name="T6" fmla="*/ 36 w 36"/>
                  <a:gd name="T7" fmla="*/ 4 h 36"/>
                  <a:gd name="T8" fmla="*/ 32 w 36"/>
                  <a:gd name="T9" fmla="*/ 0 h 36"/>
                  <a:gd name="T10" fmla="*/ 4 w 36"/>
                  <a:gd name="T11" fmla="*/ 0 h 36"/>
                  <a:gd name="T12" fmla="*/ 0 w 36"/>
                  <a:gd name="T13" fmla="*/ 4 h 36"/>
                  <a:gd name="T14" fmla="*/ 0 w 36"/>
                  <a:gd name="T15" fmla="*/ 32 h 36"/>
                  <a:gd name="T16" fmla="*/ 4 w 36"/>
                  <a:gd name="T17" fmla="*/ 36 h 36"/>
                  <a:gd name="T18" fmla="*/ 8 w 36"/>
                  <a:gd name="T19" fmla="*/ 8 h 36"/>
                  <a:gd name="T20" fmla="*/ 28 w 36"/>
                  <a:gd name="T21" fmla="*/ 8 h 36"/>
                  <a:gd name="T22" fmla="*/ 28 w 36"/>
                  <a:gd name="T23" fmla="*/ 28 h 36"/>
                  <a:gd name="T24" fmla="*/ 8 w 36"/>
                  <a:gd name="T25" fmla="*/ 28 h 36"/>
                  <a:gd name="T26" fmla="*/ 8 w 36"/>
                  <a:gd name="T27" fmla="*/ 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36">
                    <a:moveTo>
                      <a:pt x="4" y="36"/>
                    </a:moveTo>
                    <a:cubicBezTo>
                      <a:pt x="32" y="36"/>
                      <a:pt x="32" y="36"/>
                      <a:pt x="32" y="36"/>
                    </a:cubicBezTo>
                    <a:cubicBezTo>
                      <a:pt x="34" y="36"/>
                      <a:pt x="36" y="34"/>
                      <a:pt x="36" y="32"/>
                    </a:cubicBezTo>
                    <a:cubicBezTo>
                      <a:pt x="36" y="4"/>
                      <a:pt x="36" y="4"/>
                      <a:pt x="36" y="4"/>
                    </a:cubicBezTo>
                    <a:cubicBezTo>
                      <a:pt x="36" y="2"/>
                      <a:pt x="34" y="0"/>
                      <a:pt x="32" y="0"/>
                    </a:cubicBezTo>
                    <a:cubicBezTo>
                      <a:pt x="4" y="0"/>
                      <a:pt x="4" y="0"/>
                      <a:pt x="4" y="0"/>
                    </a:cubicBezTo>
                    <a:cubicBezTo>
                      <a:pt x="2" y="0"/>
                      <a:pt x="0" y="2"/>
                      <a:pt x="0" y="4"/>
                    </a:cubicBezTo>
                    <a:cubicBezTo>
                      <a:pt x="0" y="32"/>
                      <a:pt x="0" y="32"/>
                      <a:pt x="0" y="32"/>
                    </a:cubicBezTo>
                    <a:cubicBezTo>
                      <a:pt x="0" y="34"/>
                      <a:pt x="2" y="36"/>
                      <a:pt x="4" y="36"/>
                    </a:cubicBezTo>
                    <a:close/>
                    <a:moveTo>
                      <a:pt x="8" y="8"/>
                    </a:moveTo>
                    <a:cubicBezTo>
                      <a:pt x="28" y="8"/>
                      <a:pt x="28" y="8"/>
                      <a:pt x="28" y="8"/>
                    </a:cubicBezTo>
                    <a:cubicBezTo>
                      <a:pt x="28" y="28"/>
                      <a:pt x="28" y="28"/>
                      <a:pt x="28" y="28"/>
                    </a:cubicBezTo>
                    <a:cubicBezTo>
                      <a:pt x="8" y="28"/>
                      <a:pt x="8" y="28"/>
                      <a:pt x="8" y="28"/>
                    </a:cubicBezTo>
                    <a:lnTo>
                      <a:pt x="8"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79" name="组合 78">
            <a:extLst>
              <a:ext uri="{FF2B5EF4-FFF2-40B4-BE49-F238E27FC236}">
                <a16:creationId xmlns:a16="http://schemas.microsoft.com/office/drawing/2014/main" id="{ECE7F0B1-32E4-4E55-8B56-06931D2D9971}"/>
              </a:ext>
            </a:extLst>
          </p:cNvPr>
          <p:cNvGrpSpPr/>
          <p:nvPr/>
        </p:nvGrpSpPr>
        <p:grpSpPr>
          <a:xfrm>
            <a:off x="6771980" y="2987426"/>
            <a:ext cx="1080000" cy="1080000"/>
            <a:chOff x="5561787" y="1870695"/>
            <a:chExt cx="1080000" cy="1080000"/>
          </a:xfrm>
        </p:grpSpPr>
        <p:sp>
          <p:nvSpPr>
            <p:cNvPr id="80" name="椭圆 79">
              <a:extLst>
                <a:ext uri="{FF2B5EF4-FFF2-40B4-BE49-F238E27FC236}">
                  <a16:creationId xmlns:a16="http://schemas.microsoft.com/office/drawing/2014/main" id="{769362B1-D25C-4D72-92A8-83E4A24D8DB9}"/>
                </a:ext>
              </a:extLst>
            </p:cNvPr>
            <p:cNvSpPr/>
            <p:nvPr/>
          </p:nvSpPr>
          <p:spPr>
            <a:xfrm>
              <a:off x="5561787" y="1870695"/>
              <a:ext cx="1080000" cy="1080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1" name="组合 80">
              <a:extLst>
                <a:ext uri="{FF2B5EF4-FFF2-40B4-BE49-F238E27FC236}">
                  <a16:creationId xmlns:a16="http://schemas.microsoft.com/office/drawing/2014/main" id="{3547DE3D-2630-477C-982B-BEAFF868269B}"/>
                </a:ext>
              </a:extLst>
            </p:cNvPr>
            <p:cNvGrpSpPr/>
            <p:nvPr/>
          </p:nvGrpSpPr>
          <p:grpSpPr>
            <a:xfrm>
              <a:off x="5757165" y="2074243"/>
              <a:ext cx="692560" cy="692561"/>
              <a:chOff x="4446032" y="4426318"/>
              <a:chExt cx="819291" cy="819292"/>
            </a:xfrm>
          </p:grpSpPr>
          <p:sp>
            <p:nvSpPr>
              <p:cNvPr id="82" name="Freeform 5">
                <a:extLst>
                  <a:ext uri="{FF2B5EF4-FFF2-40B4-BE49-F238E27FC236}">
                    <a16:creationId xmlns:a16="http://schemas.microsoft.com/office/drawing/2014/main" id="{388F98F4-EDA9-4C98-B3B6-C70A6C0C7142}"/>
                  </a:ext>
                </a:extLst>
              </p:cNvPr>
              <p:cNvSpPr>
                <a:spLocks/>
              </p:cNvSpPr>
              <p:nvPr/>
            </p:nvSpPr>
            <p:spPr bwMode="auto">
              <a:xfrm>
                <a:off x="4446032" y="4999648"/>
                <a:ext cx="219214" cy="99432"/>
              </a:xfrm>
              <a:custGeom>
                <a:avLst/>
                <a:gdLst>
                  <a:gd name="T0" fmla="*/ 708 w 713"/>
                  <a:gd name="T1" fmla="*/ 45 h 323"/>
                  <a:gd name="T2" fmla="*/ 711 w 713"/>
                  <a:gd name="T3" fmla="*/ 12 h 323"/>
                  <a:gd name="T4" fmla="*/ 697 w 713"/>
                  <a:gd name="T5" fmla="*/ 1 h 323"/>
                  <a:gd name="T6" fmla="*/ 11 w 713"/>
                  <a:gd name="T7" fmla="*/ 270 h 323"/>
                  <a:gd name="T8" fmla="*/ 11 w 713"/>
                  <a:gd name="T9" fmla="*/ 312 h 323"/>
                  <a:gd name="T10" fmla="*/ 53 w 713"/>
                  <a:gd name="T11" fmla="*/ 312 h 323"/>
                  <a:gd name="T12" fmla="*/ 693 w 713"/>
                  <a:gd name="T13" fmla="*/ 61 h 323"/>
                  <a:gd name="T14" fmla="*/ 708 w 713"/>
                  <a:gd name="T15" fmla="*/ 45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3" h="323">
                    <a:moveTo>
                      <a:pt x="708" y="45"/>
                    </a:moveTo>
                    <a:cubicBezTo>
                      <a:pt x="709" y="34"/>
                      <a:pt x="710" y="23"/>
                      <a:pt x="711" y="12"/>
                    </a:cubicBezTo>
                    <a:cubicBezTo>
                      <a:pt x="713" y="0"/>
                      <a:pt x="703" y="0"/>
                      <a:pt x="697" y="1"/>
                    </a:cubicBezTo>
                    <a:cubicBezTo>
                      <a:pt x="448" y="29"/>
                      <a:pt x="202" y="80"/>
                      <a:pt x="11" y="270"/>
                    </a:cubicBezTo>
                    <a:cubicBezTo>
                      <a:pt x="0" y="281"/>
                      <a:pt x="0" y="300"/>
                      <a:pt x="11" y="312"/>
                    </a:cubicBezTo>
                    <a:cubicBezTo>
                      <a:pt x="23" y="323"/>
                      <a:pt x="42" y="323"/>
                      <a:pt x="53" y="312"/>
                    </a:cubicBezTo>
                    <a:cubicBezTo>
                      <a:pt x="216" y="148"/>
                      <a:pt x="438" y="92"/>
                      <a:pt x="693" y="61"/>
                    </a:cubicBezTo>
                    <a:cubicBezTo>
                      <a:pt x="704" y="60"/>
                      <a:pt x="707" y="53"/>
                      <a:pt x="708" y="4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3" name="Freeform 6">
                <a:extLst>
                  <a:ext uri="{FF2B5EF4-FFF2-40B4-BE49-F238E27FC236}">
                    <a16:creationId xmlns:a16="http://schemas.microsoft.com/office/drawing/2014/main" id="{4EF8906F-A532-4DB1-9FCA-E16D99DC09AE}"/>
                  </a:ext>
                </a:extLst>
              </p:cNvPr>
              <p:cNvSpPr>
                <a:spLocks/>
              </p:cNvSpPr>
              <p:nvPr/>
            </p:nvSpPr>
            <p:spPr bwMode="auto">
              <a:xfrm>
                <a:off x="4716997" y="4426318"/>
                <a:ext cx="401796" cy="586122"/>
              </a:xfrm>
              <a:custGeom>
                <a:avLst/>
                <a:gdLst>
                  <a:gd name="T0" fmla="*/ 1294 w 1306"/>
                  <a:gd name="T1" fmla="*/ 11 h 1904"/>
                  <a:gd name="T2" fmla="*/ 1252 w 1306"/>
                  <a:gd name="T3" fmla="*/ 11 h 1904"/>
                  <a:gd name="T4" fmla="*/ 968 w 1306"/>
                  <a:gd name="T5" fmla="*/ 841 h 1904"/>
                  <a:gd name="T6" fmla="*/ 728 w 1306"/>
                  <a:gd name="T7" fmla="*/ 1607 h 1904"/>
                  <a:gd name="T8" fmla="*/ 6 w 1306"/>
                  <a:gd name="T9" fmla="*/ 1843 h 1904"/>
                  <a:gd name="T10" fmla="*/ 0 w 1306"/>
                  <a:gd name="T11" fmla="*/ 1904 h 1904"/>
                  <a:gd name="T12" fmla="*/ 10 w 1306"/>
                  <a:gd name="T13" fmla="*/ 1903 h 1904"/>
                  <a:gd name="T14" fmla="*/ 770 w 1306"/>
                  <a:gd name="T15" fmla="*/ 1650 h 1904"/>
                  <a:gd name="T16" fmla="*/ 1023 w 1306"/>
                  <a:gd name="T17" fmla="*/ 890 h 1904"/>
                  <a:gd name="T18" fmla="*/ 1027 w 1306"/>
                  <a:gd name="T19" fmla="*/ 847 h 1904"/>
                  <a:gd name="T20" fmla="*/ 1294 w 1306"/>
                  <a:gd name="T21" fmla="*/ 53 h 1904"/>
                  <a:gd name="T22" fmla="*/ 1294 w 1306"/>
                  <a:gd name="T23" fmla="*/ 11 h 1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06" h="1904">
                    <a:moveTo>
                      <a:pt x="1294" y="11"/>
                    </a:moveTo>
                    <a:cubicBezTo>
                      <a:pt x="1282" y="0"/>
                      <a:pt x="1264" y="0"/>
                      <a:pt x="1252" y="11"/>
                    </a:cubicBezTo>
                    <a:cubicBezTo>
                      <a:pt x="1027" y="238"/>
                      <a:pt x="997" y="543"/>
                      <a:pt x="968" y="841"/>
                    </a:cubicBezTo>
                    <a:cubicBezTo>
                      <a:pt x="942" y="1127"/>
                      <a:pt x="914" y="1424"/>
                      <a:pt x="728" y="1607"/>
                    </a:cubicBezTo>
                    <a:cubicBezTo>
                      <a:pt x="554" y="1784"/>
                      <a:pt x="279" y="1818"/>
                      <a:pt x="6" y="1843"/>
                    </a:cubicBezTo>
                    <a:cubicBezTo>
                      <a:pt x="4" y="1863"/>
                      <a:pt x="2" y="1883"/>
                      <a:pt x="0" y="1904"/>
                    </a:cubicBezTo>
                    <a:cubicBezTo>
                      <a:pt x="10" y="1903"/>
                      <a:pt x="10" y="1903"/>
                      <a:pt x="10" y="1903"/>
                    </a:cubicBezTo>
                    <a:cubicBezTo>
                      <a:pt x="285" y="1876"/>
                      <a:pt x="569" y="1848"/>
                      <a:pt x="770" y="1650"/>
                    </a:cubicBezTo>
                    <a:cubicBezTo>
                      <a:pt x="968" y="1449"/>
                      <a:pt x="996" y="1165"/>
                      <a:pt x="1023" y="890"/>
                    </a:cubicBezTo>
                    <a:cubicBezTo>
                      <a:pt x="1027" y="847"/>
                      <a:pt x="1027" y="847"/>
                      <a:pt x="1027" y="847"/>
                    </a:cubicBezTo>
                    <a:cubicBezTo>
                      <a:pt x="1057" y="528"/>
                      <a:pt x="1097" y="248"/>
                      <a:pt x="1294" y="53"/>
                    </a:cubicBezTo>
                    <a:cubicBezTo>
                      <a:pt x="1306" y="42"/>
                      <a:pt x="1306" y="23"/>
                      <a:pt x="1294" y="1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4" name="Freeform 7">
                <a:extLst>
                  <a:ext uri="{FF2B5EF4-FFF2-40B4-BE49-F238E27FC236}">
                    <a16:creationId xmlns:a16="http://schemas.microsoft.com/office/drawing/2014/main" id="{E47DB9F2-F717-4F7C-8C3A-F07DE5BC8930}"/>
                  </a:ext>
                </a:extLst>
              </p:cNvPr>
              <p:cNvSpPr>
                <a:spLocks/>
              </p:cNvSpPr>
              <p:nvPr/>
            </p:nvSpPr>
            <p:spPr bwMode="auto">
              <a:xfrm>
                <a:off x="4592562" y="4658325"/>
                <a:ext cx="412844" cy="587285"/>
              </a:xfrm>
              <a:custGeom>
                <a:avLst/>
                <a:gdLst>
                  <a:gd name="T0" fmla="*/ 257 w 1342"/>
                  <a:gd name="T1" fmla="*/ 1260 h 1909"/>
                  <a:gd name="T2" fmla="*/ 12 w 1342"/>
                  <a:gd name="T3" fmla="*/ 1855 h 1909"/>
                  <a:gd name="T4" fmla="*/ 12 w 1342"/>
                  <a:gd name="T5" fmla="*/ 1897 h 1909"/>
                  <a:gd name="T6" fmla="*/ 54 w 1342"/>
                  <a:gd name="T7" fmla="*/ 1897 h 1909"/>
                  <a:gd name="T8" fmla="*/ 318 w 1342"/>
                  <a:gd name="T9" fmla="*/ 1253 h 1909"/>
                  <a:gd name="T10" fmla="*/ 339 w 1342"/>
                  <a:gd name="T11" fmla="*/ 1059 h 1909"/>
                  <a:gd name="T12" fmla="*/ 578 w 1342"/>
                  <a:gd name="T13" fmla="*/ 301 h 1909"/>
                  <a:gd name="T14" fmla="*/ 1327 w 1342"/>
                  <a:gd name="T15" fmla="*/ 62 h 1909"/>
                  <a:gd name="T16" fmla="*/ 1338 w 1342"/>
                  <a:gd name="T17" fmla="*/ 50 h 1909"/>
                  <a:gd name="T18" fmla="*/ 1342 w 1342"/>
                  <a:gd name="T19" fmla="*/ 12 h 1909"/>
                  <a:gd name="T20" fmla="*/ 1333 w 1342"/>
                  <a:gd name="T21" fmla="*/ 2 h 1909"/>
                  <a:gd name="T22" fmla="*/ 1295 w 1342"/>
                  <a:gd name="T23" fmla="*/ 6 h 1909"/>
                  <a:gd name="T24" fmla="*/ 536 w 1342"/>
                  <a:gd name="T25" fmla="*/ 259 h 1909"/>
                  <a:gd name="T26" fmla="*/ 283 w 1342"/>
                  <a:gd name="T27" fmla="*/ 1018 h 1909"/>
                  <a:gd name="T28" fmla="*/ 257 w 1342"/>
                  <a:gd name="T29" fmla="*/ 1260 h 19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2" h="1909">
                    <a:moveTo>
                      <a:pt x="257" y="1260"/>
                    </a:moveTo>
                    <a:cubicBezTo>
                      <a:pt x="224" y="1496"/>
                      <a:pt x="166" y="1702"/>
                      <a:pt x="12" y="1855"/>
                    </a:cubicBezTo>
                    <a:cubicBezTo>
                      <a:pt x="0" y="1867"/>
                      <a:pt x="0" y="1886"/>
                      <a:pt x="12" y="1897"/>
                    </a:cubicBezTo>
                    <a:cubicBezTo>
                      <a:pt x="24" y="1909"/>
                      <a:pt x="42" y="1909"/>
                      <a:pt x="54" y="1897"/>
                    </a:cubicBezTo>
                    <a:cubicBezTo>
                      <a:pt x="232" y="1718"/>
                      <a:pt x="288" y="1489"/>
                      <a:pt x="318" y="1253"/>
                    </a:cubicBezTo>
                    <a:cubicBezTo>
                      <a:pt x="339" y="1059"/>
                      <a:pt x="339" y="1059"/>
                      <a:pt x="339" y="1059"/>
                    </a:cubicBezTo>
                    <a:cubicBezTo>
                      <a:pt x="365" y="775"/>
                      <a:pt x="394" y="483"/>
                      <a:pt x="578" y="301"/>
                    </a:cubicBezTo>
                    <a:cubicBezTo>
                      <a:pt x="758" y="119"/>
                      <a:pt x="1045" y="88"/>
                      <a:pt x="1327" y="62"/>
                    </a:cubicBezTo>
                    <a:cubicBezTo>
                      <a:pt x="1330" y="62"/>
                      <a:pt x="1337" y="54"/>
                      <a:pt x="1338" y="50"/>
                    </a:cubicBezTo>
                    <a:cubicBezTo>
                      <a:pt x="1339" y="38"/>
                      <a:pt x="1340" y="25"/>
                      <a:pt x="1342" y="12"/>
                    </a:cubicBezTo>
                    <a:cubicBezTo>
                      <a:pt x="1342" y="4"/>
                      <a:pt x="1338" y="0"/>
                      <a:pt x="1333" y="2"/>
                    </a:cubicBezTo>
                    <a:cubicBezTo>
                      <a:pt x="1295" y="6"/>
                      <a:pt x="1295" y="6"/>
                      <a:pt x="1295" y="6"/>
                    </a:cubicBezTo>
                    <a:cubicBezTo>
                      <a:pt x="1021" y="33"/>
                      <a:pt x="737" y="60"/>
                      <a:pt x="536" y="259"/>
                    </a:cubicBezTo>
                    <a:cubicBezTo>
                      <a:pt x="338" y="460"/>
                      <a:pt x="310" y="743"/>
                      <a:pt x="283" y="1018"/>
                    </a:cubicBezTo>
                    <a:lnTo>
                      <a:pt x="257" y="1260"/>
                    </a:ln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5" name="Freeform 8">
                <a:extLst>
                  <a:ext uri="{FF2B5EF4-FFF2-40B4-BE49-F238E27FC236}">
                    <a16:creationId xmlns:a16="http://schemas.microsoft.com/office/drawing/2014/main" id="{A49FC5BC-03A6-441B-8E1D-9DB0821A8341}"/>
                  </a:ext>
                </a:extLst>
              </p:cNvPr>
              <p:cNvSpPr>
                <a:spLocks/>
              </p:cNvSpPr>
              <p:nvPr/>
            </p:nvSpPr>
            <p:spPr bwMode="auto">
              <a:xfrm>
                <a:off x="4861783" y="4717635"/>
                <a:ext cx="115712" cy="113968"/>
              </a:xfrm>
              <a:custGeom>
                <a:avLst/>
                <a:gdLst>
                  <a:gd name="T0" fmla="*/ 365 w 376"/>
                  <a:gd name="T1" fmla="*/ 356 h 371"/>
                  <a:gd name="T2" fmla="*/ 372 w 376"/>
                  <a:gd name="T3" fmla="*/ 331 h 371"/>
                  <a:gd name="T4" fmla="*/ 360 w 376"/>
                  <a:gd name="T5" fmla="*/ 294 h 371"/>
                  <a:gd name="T6" fmla="*/ 80 w 376"/>
                  <a:gd name="T7" fmla="*/ 14 h 371"/>
                  <a:gd name="T8" fmla="*/ 44 w 376"/>
                  <a:gd name="T9" fmla="*/ 3 h 371"/>
                  <a:gd name="T10" fmla="*/ 18 w 376"/>
                  <a:gd name="T11" fmla="*/ 11 h 371"/>
                  <a:gd name="T12" fmla="*/ 14 w 376"/>
                  <a:gd name="T13" fmla="*/ 36 h 371"/>
                  <a:gd name="T14" fmla="*/ 336 w 376"/>
                  <a:gd name="T15" fmla="*/ 358 h 371"/>
                  <a:gd name="T16" fmla="*/ 365 w 376"/>
                  <a:gd name="T17" fmla="*/ 356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6" h="371">
                    <a:moveTo>
                      <a:pt x="365" y="356"/>
                    </a:moveTo>
                    <a:cubicBezTo>
                      <a:pt x="367" y="348"/>
                      <a:pt x="370" y="339"/>
                      <a:pt x="372" y="331"/>
                    </a:cubicBezTo>
                    <a:cubicBezTo>
                      <a:pt x="376" y="318"/>
                      <a:pt x="375" y="309"/>
                      <a:pt x="360" y="294"/>
                    </a:cubicBezTo>
                    <a:cubicBezTo>
                      <a:pt x="298" y="232"/>
                      <a:pt x="93" y="27"/>
                      <a:pt x="80" y="14"/>
                    </a:cubicBezTo>
                    <a:cubicBezTo>
                      <a:pt x="65" y="0"/>
                      <a:pt x="51" y="1"/>
                      <a:pt x="44" y="3"/>
                    </a:cubicBezTo>
                    <a:cubicBezTo>
                      <a:pt x="35" y="6"/>
                      <a:pt x="26" y="8"/>
                      <a:pt x="18" y="11"/>
                    </a:cubicBezTo>
                    <a:cubicBezTo>
                      <a:pt x="11" y="14"/>
                      <a:pt x="0" y="23"/>
                      <a:pt x="14" y="36"/>
                    </a:cubicBezTo>
                    <a:cubicBezTo>
                      <a:pt x="26" y="48"/>
                      <a:pt x="263" y="285"/>
                      <a:pt x="336" y="358"/>
                    </a:cubicBezTo>
                    <a:cubicBezTo>
                      <a:pt x="349" y="371"/>
                      <a:pt x="362" y="364"/>
                      <a:pt x="365" y="356"/>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6" name="Freeform 10">
                <a:extLst>
                  <a:ext uri="{FF2B5EF4-FFF2-40B4-BE49-F238E27FC236}">
                    <a16:creationId xmlns:a16="http://schemas.microsoft.com/office/drawing/2014/main" id="{9522DA13-45F0-4027-8A49-326F8BDA99C4}"/>
                  </a:ext>
                </a:extLst>
              </p:cNvPr>
              <p:cNvSpPr>
                <a:spLocks/>
              </p:cNvSpPr>
              <p:nvPr/>
            </p:nvSpPr>
            <p:spPr bwMode="auto">
              <a:xfrm>
                <a:off x="4786192" y="4758338"/>
                <a:ext cx="154089" cy="151764"/>
              </a:xfrm>
              <a:custGeom>
                <a:avLst/>
                <a:gdLst>
                  <a:gd name="T0" fmla="*/ 475 w 499"/>
                  <a:gd name="T1" fmla="*/ 479 h 493"/>
                  <a:gd name="T2" fmla="*/ 484 w 499"/>
                  <a:gd name="T3" fmla="*/ 469 h 493"/>
                  <a:gd name="T4" fmla="*/ 480 w 499"/>
                  <a:gd name="T5" fmla="*/ 435 h 493"/>
                  <a:gd name="T6" fmla="*/ 58 w 499"/>
                  <a:gd name="T7" fmla="*/ 12 h 493"/>
                  <a:gd name="T8" fmla="*/ 33 w 499"/>
                  <a:gd name="T9" fmla="*/ 5 h 493"/>
                  <a:gd name="T10" fmla="*/ 9 w 499"/>
                  <a:gd name="T11" fmla="*/ 28 h 493"/>
                  <a:gd name="T12" fmla="*/ 13 w 499"/>
                  <a:gd name="T13" fmla="*/ 55 h 493"/>
                  <a:gd name="T14" fmla="*/ 438 w 499"/>
                  <a:gd name="T15" fmla="*/ 480 h 493"/>
                  <a:gd name="T16" fmla="*/ 475 w 499"/>
                  <a:gd name="T17" fmla="*/ 479 h 4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9" h="493">
                    <a:moveTo>
                      <a:pt x="475" y="479"/>
                    </a:moveTo>
                    <a:cubicBezTo>
                      <a:pt x="478" y="476"/>
                      <a:pt x="481" y="472"/>
                      <a:pt x="484" y="469"/>
                    </a:cubicBezTo>
                    <a:cubicBezTo>
                      <a:pt x="499" y="452"/>
                      <a:pt x="490" y="445"/>
                      <a:pt x="480" y="435"/>
                    </a:cubicBezTo>
                    <a:cubicBezTo>
                      <a:pt x="480" y="435"/>
                      <a:pt x="71" y="24"/>
                      <a:pt x="58" y="12"/>
                    </a:cubicBezTo>
                    <a:cubicBezTo>
                      <a:pt x="45" y="0"/>
                      <a:pt x="36" y="2"/>
                      <a:pt x="33" y="5"/>
                    </a:cubicBezTo>
                    <a:cubicBezTo>
                      <a:pt x="25" y="13"/>
                      <a:pt x="17" y="20"/>
                      <a:pt x="9" y="28"/>
                    </a:cubicBezTo>
                    <a:cubicBezTo>
                      <a:pt x="5" y="32"/>
                      <a:pt x="0" y="41"/>
                      <a:pt x="13" y="55"/>
                    </a:cubicBezTo>
                    <a:cubicBezTo>
                      <a:pt x="26" y="69"/>
                      <a:pt x="438" y="480"/>
                      <a:pt x="438" y="480"/>
                    </a:cubicBezTo>
                    <a:cubicBezTo>
                      <a:pt x="446" y="488"/>
                      <a:pt x="462" y="493"/>
                      <a:pt x="475" y="479"/>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87" name="Freeform 12">
                <a:extLst>
                  <a:ext uri="{FF2B5EF4-FFF2-40B4-BE49-F238E27FC236}">
                    <a16:creationId xmlns:a16="http://schemas.microsoft.com/office/drawing/2014/main" id="{D0BE2E75-5E67-4517-940C-97567E364851}"/>
                  </a:ext>
                </a:extLst>
              </p:cNvPr>
              <p:cNvSpPr>
                <a:spLocks/>
              </p:cNvSpPr>
              <p:nvPr/>
            </p:nvSpPr>
            <p:spPr bwMode="auto">
              <a:xfrm>
                <a:off x="4743163" y="4831021"/>
                <a:ext cx="123272" cy="121528"/>
              </a:xfrm>
              <a:custGeom>
                <a:avLst/>
                <a:gdLst>
                  <a:gd name="T0" fmla="*/ 355 w 401"/>
                  <a:gd name="T1" fmla="*/ 393 h 395"/>
                  <a:gd name="T2" fmla="*/ 383 w 401"/>
                  <a:gd name="T3" fmla="*/ 383 h 395"/>
                  <a:gd name="T4" fmla="*/ 384 w 401"/>
                  <a:gd name="T5" fmla="*/ 356 h 395"/>
                  <a:gd name="T6" fmla="*/ 40 w 401"/>
                  <a:gd name="T7" fmla="*/ 12 h 395"/>
                  <a:gd name="T8" fmla="*/ 13 w 401"/>
                  <a:gd name="T9" fmla="*/ 12 h 395"/>
                  <a:gd name="T10" fmla="*/ 2 w 401"/>
                  <a:gd name="T11" fmla="*/ 40 h 395"/>
                  <a:gd name="T12" fmla="*/ 11 w 401"/>
                  <a:gd name="T13" fmla="*/ 71 h 395"/>
                  <a:gd name="T14" fmla="*/ 318 w 401"/>
                  <a:gd name="T15" fmla="*/ 378 h 395"/>
                  <a:gd name="T16" fmla="*/ 355 w 401"/>
                  <a:gd name="T17" fmla="*/ 393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1" h="395">
                    <a:moveTo>
                      <a:pt x="355" y="393"/>
                    </a:moveTo>
                    <a:cubicBezTo>
                      <a:pt x="365" y="390"/>
                      <a:pt x="374" y="387"/>
                      <a:pt x="383" y="383"/>
                    </a:cubicBezTo>
                    <a:cubicBezTo>
                      <a:pt x="390" y="381"/>
                      <a:pt x="401" y="373"/>
                      <a:pt x="384" y="356"/>
                    </a:cubicBezTo>
                    <a:cubicBezTo>
                      <a:pt x="367" y="339"/>
                      <a:pt x="40" y="12"/>
                      <a:pt x="40" y="12"/>
                    </a:cubicBezTo>
                    <a:cubicBezTo>
                      <a:pt x="31" y="3"/>
                      <a:pt x="17" y="0"/>
                      <a:pt x="13" y="12"/>
                    </a:cubicBezTo>
                    <a:cubicBezTo>
                      <a:pt x="9" y="21"/>
                      <a:pt x="6" y="31"/>
                      <a:pt x="2" y="40"/>
                    </a:cubicBezTo>
                    <a:cubicBezTo>
                      <a:pt x="1" y="46"/>
                      <a:pt x="0" y="59"/>
                      <a:pt x="11" y="71"/>
                    </a:cubicBezTo>
                    <a:cubicBezTo>
                      <a:pt x="20" y="82"/>
                      <a:pt x="248" y="309"/>
                      <a:pt x="318" y="378"/>
                    </a:cubicBezTo>
                    <a:cubicBezTo>
                      <a:pt x="331" y="391"/>
                      <a:pt x="349" y="395"/>
                      <a:pt x="355" y="393"/>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8" name="Freeform 13">
                <a:extLst>
                  <a:ext uri="{FF2B5EF4-FFF2-40B4-BE49-F238E27FC236}">
                    <a16:creationId xmlns:a16="http://schemas.microsoft.com/office/drawing/2014/main" id="{3CE56AF3-7C8C-45A0-BD52-E6C5C0AA49E0}"/>
                  </a:ext>
                </a:extLst>
              </p:cNvPr>
              <p:cNvSpPr>
                <a:spLocks/>
              </p:cNvSpPr>
              <p:nvPr/>
            </p:nvSpPr>
            <p:spPr bwMode="auto">
              <a:xfrm>
                <a:off x="5110071" y="4475743"/>
                <a:ext cx="109898" cy="109316"/>
              </a:xfrm>
              <a:custGeom>
                <a:avLst/>
                <a:gdLst>
                  <a:gd name="T0" fmla="*/ 356 w 356"/>
                  <a:gd name="T1" fmla="*/ 318 h 356"/>
                  <a:gd name="T2" fmla="*/ 38 w 356"/>
                  <a:gd name="T3" fmla="*/ 0 h 356"/>
                  <a:gd name="T4" fmla="*/ 0 w 356"/>
                  <a:gd name="T5" fmla="*/ 50 h 356"/>
                  <a:gd name="T6" fmla="*/ 306 w 356"/>
                  <a:gd name="T7" fmla="*/ 356 h 356"/>
                  <a:gd name="T8" fmla="*/ 356 w 356"/>
                  <a:gd name="T9" fmla="*/ 318 h 356"/>
                </a:gdLst>
                <a:ahLst/>
                <a:cxnLst>
                  <a:cxn ang="0">
                    <a:pos x="T0" y="T1"/>
                  </a:cxn>
                  <a:cxn ang="0">
                    <a:pos x="T2" y="T3"/>
                  </a:cxn>
                  <a:cxn ang="0">
                    <a:pos x="T4" y="T5"/>
                  </a:cxn>
                  <a:cxn ang="0">
                    <a:pos x="T6" y="T7"/>
                  </a:cxn>
                  <a:cxn ang="0">
                    <a:pos x="T8" y="T9"/>
                  </a:cxn>
                </a:cxnLst>
                <a:rect l="0" t="0" r="r" b="b"/>
                <a:pathLst>
                  <a:path w="356" h="356">
                    <a:moveTo>
                      <a:pt x="356" y="318"/>
                    </a:moveTo>
                    <a:cubicBezTo>
                      <a:pt x="38" y="0"/>
                      <a:pt x="38" y="0"/>
                      <a:pt x="38" y="0"/>
                    </a:cubicBezTo>
                    <a:cubicBezTo>
                      <a:pt x="24" y="16"/>
                      <a:pt x="12" y="33"/>
                      <a:pt x="0" y="50"/>
                    </a:cubicBezTo>
                    <a:cubicBezTo>
                      <a:pt x="306" y="356"/>
                      <a:pt x="306" y="356"/>
                      <a:pt x="306" y="356"/>
                    </a:cubicBezTo>
                    <a:cubicBezTo>
                      <a:pt x="323" y="345"/>
                      <a:pt x="340" y="332"/>
                      <a:pt x="356" y="318"/>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89" name="Freeform 14">
                <a:extLst>
                  <a:ext uri="{FF2B5EF4-FFF2-40B4-BE49-F238E27FC236}">
                    <a16:creationId xmlns:a16="http://schemas.microsoft.com/office/drawing/2014/main" id="{763FCBD1-5AEB-4728-A000-0220C6A1B69C}"/>
                  </a:ext>
                </a:extLst>
              </p:cNvPr>
              <p:cNvSpPr>
                <a:spLocks/>
              </p:cNvSpPr>
              <p:nvPr/>
            </p:nvSpPr>
            <p:spPr bwMode="auto">
              <a:xfrm>
                <a:off x="5072857" y="4554823"/>
                <a:ext cx="68032" cy="68032"/>
              </a:xfrm>
              <a:custGeom>
                <a:avLst/>
                <a:gdLst>
                  <a:gd name="T0" fmla="*/ 221 w 221"/>
                  <a:gd name="T1" fmla="*/ 201 h 221"/>
                  <a:gd name="T2" fmla="*/ 20 w 221"/>
                  <a:gd name="T3" fmla="*/ 0 h 221"/>
                  <a:gd name="T4" fmla="*/ 0 w 221"/>
                  <a:gd name="T5" fmla="*/ 68 h 221"/>
                  <a:gd name="T6" fmla="*/ 152 w 221"/>
                  <a:gd name="T7" fmla="*/ 221 h 221"/>
                  <a:gd name="T8" fmla="*/ 221 w 221"/>
                  <a:gd name="T9" fmla="*/ 201 h 221"/>
                </a:gdLst>
                <a:ahLst/>
                <a:cxnLst>
                  <a:cxn ang="0">
                    <a:pos x="T0" y="T1"/>
                  </a:cxn>
                  <a:cxn ang="0">
                    <a:pos x="T2" y="T3"/>
                  </a:cxn>
                  <a:cxn ang="0">
                    <a:pos x="T4" y="T5"/>
                  </a:cxn>
                  <a:cxn ang="0">
                    <a:pos x="T6" y="T7"/>
                  </a:cxn>
                  <a:cxn ang="0">
                    <a:pos x="T8" y="T9"/>
                  </a:cxn>
                </a:cxnLst>
                <a:rect l="0" t="0" r="r" b="b"/>
                <a:pathLst>
                  <a:path w="221" h="221">
                    <a:moveTo>
                      <a:pt x="221" y="201"/>
                    </a:moveTo>
                    <a:cubicBezTo>
                      <a:pt x="20" y="0"/>
                      <a:pt x="20" y="0"/>
                      <a:pt x="20" y="0"/>
                    </a:cubicBezTo>
                    <a:cubicBezTo>
                      <a:pt x="13" y="22"/>
                      <a:pt x="6" y="45"/>
                      <a:pt x="0" y="68"/>
                    </a:cubicBezTo>
                    <a:cubicBezTo>
                      <a:pt x="152" y="221"/>
                      <a:pt x="152" y="221"/>
                      <a:pt x="152" y="221"/>
                    </a:cubicBezTo>
                    <a:cubicBezTo>
                      <a:pt x="176" y="214"/>
                      <a:pt x="199" y="208"/>
                      <a:pt x="221" y="20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90" name="Freeform 15">
                <a:extLst>
                  <a:ext uri="{FF2B5EF4-FFF2-40B4-BE49-F238E27FC236}">
                    <a16:creationId xmlns:a16="http://schemas.microsoft.com/office/drawing/2014/main" id="{5EA9A561-17B7-4A02-9645-5055A51ACFED}"/>
                  </a:ext>
                </a:extLst>
              </p:cNvPr>
              <p:cNvSpPr>
                <a:spLocks/>
              </p:cNvSpPr>
              <p:nvPr/>
            </p:nvSpPr>
            <p:spPr bwMode="auto">
              <a:xfrm>
                <a:off x="4587910" y="5051399"/>
                <a:ext cx="59891" cy="59892"/>
              </a:xfrm>
              <a:custGeom>
                <a:avLst/>
                <a:gdLst>
                  <a:gd name="T0" fmla="*/ 181 w 195"/>
                  <a:gd name="T1" fmla="*/ 175 h 195"/>
                  <a:gd name="T2" fmla="*/ 189 w 195"/>
                  <a:gd name="T3" fmla="*/ 145 h 195"/>
                  <a:gd name="T4" fmla="*/ 180 w 195"/>
                  <a:gd name="T5" fmla="*/ 113 h 195"/>
                  <a:gd name="T6" fmla="*/ 82 w 195"/>
                  <a:gd name="T7" fmla="*/ 15 h 195"/>
                  <a:gd name="T8" fmla="*/ 50 w 195"/>
                  <a:gd name="T9" fmla="*/ 2 h 195"/>
                  <a:gd name="T10" fmla="*/ 12 w 195"/>
                  <a:gd name="T11" fmla="*/ 12 h 195"/>
                  <a:gd name="T12" fmla="*/ 10 w 195"/>
                  <a:gd name="T13" fmla="*/ 31 h 195"/>
                  <a:gd name="T14" fmla="*/ 159 w 195"/>
                  <a:gd name="T15" fmla="*/ 180 h 195"/>
                  <a:gd name="T16" fmla="*/ 181 w 195"/>
                  <a:gd name="T17" fmla="*/ 175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5" h="195">
                    <a:moveTo>
                      <a:pt x="181" y="175"/>
                    </a:moveTo>
                    <a:cubicBezTo>
                      <a:pt x="184" y="165"/>
                      <a:pt x="187" y="155"/>
                      <a:pt x="189" y="145"/>
                    </a:cubicBezTo>
                    <a:cubicBezTo>
                      <a:pt x="191" y="139"/>
                      <a:pt x="195" y="129"/>
                      <a:pt x="180" y="113"/>
                    </a:cubicBezTo>
                    <a:cubicBezTo>
                      <a:pt x="170" y="102"/>
                      <a:pt x="111" y="44"/>
                      <a:pt x="82" y="15"/>
                    </a:cubicBezTo>
                    <a:cubicBezTo>
                      <a:pt x="70" y="3"/>
                      <a:pt x="61" y="0"/>
                      <a:pt x="50" y="2"/>
                    </a:cubicBezTo>
                    <a:cubicBezTo>
                      <a:pt x="37" y="5"/>
                      <a:pt x="24" y="9"/>
                      <a:pt x="12" y="12"/>
                    </a:cubicBezTo>
                    <a:cubicBezTo>
                      <a:pt x="0" y="16"/>
                      <a:pt x="2" y="23"/>
                      <a:pt x="10" y="31"/>
                    </a:cubicBezTo>
                    <a:cubicBezTo>
                      <a:pt x="48" y="68"/>
                      <a:pt x="148" y="167"/>
                      <a:pt x="159" y="180"/>
                    </a:cubicBezTo>
                    <a:cubicBezTo>
                      <a:pt x="172" y="195"/>
                      <a:pt x="179" y="182"/>
                      <a:pt x="181" y="17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91" name="Freeform 16">
                <a:extLst>
                  <a:ext uri="{FF2B5EF4-FFF2-40B4-BE49-F238E27FC236}">
                    <a16:creationId xmlns:a16="http://schemas.microsoft.com/office/drawing/2014/main" id="{70C13E77-D5E7-4A0E-8882-3B0EFDBE82F2}"/>
                  </a:ext>
                </a:extLst>
              </p:cNvPr>
              <p:cNvSpPr>
                <a:spLocks/>
              </p:cNvSpPr>
              <p:nvPr/>
            </p:nvSpPr>
            <p:spPr bwMode="auto">
              <a:xfrm>
                <a:off x="4505923" y="5086868"/>
                <a:ext cx="105828" cy="105828"/>
              </a:xfrm>
              <a:custGeom>
                <a:avLst/>
                <a:gdLst>
                  <a:gd name="T0" fmla="*/ 324 w 344"/>
                  <a:gd name="T1" fmla="*/ 335 h 344"/>
                  <a:gd name="T2" fmla="*/ 339 w 344"/>
                  <a:gd name="T3" fmla="*/ 313 h 344"/>
                  <a:gd name="T4" fmla="*/ 335 w 344"/>
                  <a:gd name="T5" fmla="*/ 282 h 344"/>
                  <a:gd name="T6" fmla="*/ 65 w 344"/>
                  <a:gd name="T7" fmla="*/ 12 h 344"/>
                  <a:gd name="T8" fmla="*/ 36 w 344"/>
                  <a:gd name="T9" fmla="*/ 4 h 344"/>
                  <a:gd name="T10" fmla="*/ 12 w 344"/>
                  <a:gd name="T11" fmla="*/ 21 h 344"/>
                  <a:gd name="T12" fmla="*/ 11 w 344"/>
                  <a:gd name="T13" fmla="*/ 46 h 344"/>
                  <a:gd name="T14" fmla="*/ 300 w 344"/>
                  <a:gd name="T15" fmla="*/ 335 h 344"/>
                  <a:gd name="T16" fmla="*/ 324 w 344"/>
                  <a:gd name="T17" fmla="*/ 335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4" h="344">
                    <a:moveTo>
                      <a:pt x="324" y="335"/>
                    </a:moveTo>
                    <a:cubicBezTo>
                      <a:pt x="329" y="327"/>
                      <a:pt x="334" y="320"/>
                      <a:pt x="339" y="313"/>
                    </a:cubicBezTo>
                    <a:cubicBezTo>
                      <a:pt x="342" y="307"/>
                      <a:pt x="344" y="291"/>
                      <a:pt x="335" y="282"/>
                    </a:cubicBezTo>
                    <a:cubicBezTo>
                      <a:pt x="279" y="226"/>
                      <a:pt x="77" y="23"/>
                      <a:pt x="65" y="12"/>
                    </a:cubicBezTo>
                    <a:cubicBezTo>
                      <a:pt x="52" y="0"/>
                      <a:pt x="40" y="1"/>
                      <a:pt x="36" y="4"/>
                    </a:cubicBezTo>
                    <a:cubicBezTo>
                      <a:pt x="28" y="10"/>
                      <a:pt x="20" y="15"/>
                      <a:pt x="12" y="21"/>
                    </a:cubicBezTo>
                    <a:cubicBezTo>
                      <a:pt x="7" y="25"/>
                      <a:pt x="0" y="34"/>
                      <a:pt x="11" y="46"/>
                    </a:cubicBezTo>
                    <a:cubicBezTo>
                      <a:pt x="21" y="57"/>
                      <a:pt x="242" y="277"/>
                      <a:pt x="300" y="335"/>
                    </a:cubicBezTo>
                    <a:cubicBezTo>
                      <a:pt x="309" y="344"/>
                      <a:pt x="321" y="339"/>
                      <a:pt x="324" y="33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92" name="Freeform 17">
                <a:extLst>
                  <a:ext uri="{FF2B5EF4-FFF2-40B4-BE49-F238E27FC236}">
                    <a16:creationId xmlns:a16="http://schemas.microsoft.com/office/drawing/2014/main" id="{D3307882-4419-41B6-BC3A-AB43CA8B4915}"/>
                  </a:ext>
                </a:extLst>
              </p:cNvPr>
              <p:cNvSpPr>
                <a:spLocks/>
              </p:cNvSpPr>
              <p:nvPr/>
            </p:nvSpPr>
            <p:spPr bwMode="auto">
              <a:xfrm>
                <a:off x="5063553" y="4572849"/>
                <a:ext cx="201770" cy="97687"/>
              </a:xfrm>
              <a:custGeom>
                <a:avLst/>
                <a:gdLst>
                  <a:gd name="T0" fmla="*/ 644 w 655"/>
                  <a:gd name="T1" fmla="*/ 12 h 317"/>
                  <a:gd name="T2" fmla="*/ 602 w 655"/>
                  <a:gd name="T3" fmla="*/ 12 h 317"/>
                  <a:gd name="T4" fmla="*/ 34 w 655"/>
                  <a:gd name="T5" fmla="*/ 253 h 317"/>
                  <a:gd name="T6" fmla="*/ 4 w 655"/>
                  <a:gd name="T7" fmla="*/ 276 h 317"/>
                  <a:gd name="T8" fmla="*/ 2 w 655"/>
                  <a:gd name="T9" fmla="*/ 293 h 317"/>
                  <a:gd name="T10" fmla="*/ 27 w 655"/>
                  <a:gd name="T11" fmla="*/ 314 h 317"/>
                  <a:gd name="T12" fmla="*/ 644 w 655"/>
                  <a:gd name="T13" fmla="*/ 54 h 317"/>
                  <a:gd name="T14" fmla="*/ 644 w 655"/>
                  <a:gd name="T15" fmla="*/ 12 h 3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5" h="317">
                    <a:moveTo>
                      <a:pt x="644" y="12"/>
                    </a:moveTo>
                    <a:cubicBezTo>
                      <a:pt x="632" y="0"/>
                      <a:pt x="613" y="0"/>
                      <a:pt x="602" y="12"/>
                    </a:cubicBezTo>
                    <a:cubicBezTo>
                      <a:pt x="454" y="160"/>
                      <a:pt x="258" y="220"/>
                      <a:pt x="34" y="253"/>
                    </a:cubicBezTo>
                    <a:cubicBezTo>
                      <a:pt x="11" y="256"/>
                      <a:pt x="6" y="260"/>
                      <a:pt x="4" y="276"/>
                    </a:cubicBezTo>
                    <a:cubicBezTo>
                      <a:pt x="4" y="282"/>
                      <a:pt x="3" y="288"/>
                      <a:pt x="2" y="293"/>
                    </a:cubicBezTo>
                    <a:cubicBezTo>
                      <a:pt x="0" y="310"/>
                      <a:pt x="8" y="317"/>
                      <a:pt x="27" y="314"/>
                    </a:cubicBezTo>
                    <a:cubicBezTo>
                      <a:pt x="252" y="283"/>
                      <a:pt x="471" y="225"/>
                      <a:pt x="644" y="54"/>
                    </a:cubicBezTo>
                    <a:cubicBezTo>
                      <a:pt x="655" y="42"/>
                      <a:pt x="655" y="23"/>
                      <a:pt x="644" y="12"/>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grpSp>
      </p:grpSp>
      <p:grpSp>
        <p:nvGrpSpPr>
          <p:cNvPr id="93" name="组合 92">
            <a:extLst>
              <a:ext uri="{FF2B5EF4-FFF2-40B4-BE49-F238E27FC236}">
                <a16:creationId xmlns:a16="http://schemas.microsoft.com/office/drawing/2014/main" id="{3D85745D-4E47-4337-A288-80E10D9F3EFE}"/>
              </a:ext>
            </a:extLst>
          </p:cNvPr>
          <p:cNvGrpSpPr/>
          <p:nvPr/>
        </p:nvGrpSpPr>
        <p:grpSpPr>
          <a:xfrm>
            <a:off x="-491832" y="1587"/>
            <a:ext cx="273269" cy="2129816"/>
            <a:chOff x="11681691" y="1513398"/>
            <a:chExt cx="273269" cy="2129816"/>
          </a:xfrm>
        </p:grpSpPr>
        <p:sp>
          <p:nvSpPr>
            <p:cNvPr id="94" name="矩形 93">
              <a:extLst>
                <a:ext uri="{FF2B5EF4-FFF2-40B4-BE49-F238E27FC236}">
                  <a16:creationId xmlns:a16="http://schemas.microsoft.com/office/drawing/2014/main" id="{2A2046E3-E8AC-4BCD-9A88-73ADF697658C}"/>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5" name="矩形 94">
              <a:extLst>
                <a:ext uri="{FF2B5EF4-FFF2-40B4-BE49-F238E27FC236}">
                  <a16:creationId xmlns:a16="http://schemas.microsoft.com/office/drawing/2014/main" id="{D1F76768-E285-44C5-BDF5-E0954FDDB09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95">
              <a:extLst>
                <a:ext uri="{FF2B5EF4-FFF2-40B4-BE49-F238E27FC236}">
                  <a16:creationId xmlns:a16="http://schemas.microsoft.com/office/drawing/2014/main" id="{090D877E-4270-4E7B-AD60-46BC5F51F38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7" name="矩形 96">
              <a:extLst>
                <a:ext uri="{FF2B5EF4-FFF2-40B4-BE49-F238E27FC236}">
                  <a16:creationId xmlns:a16="http://schemas.microsoft.com/office/drawing/2014/main" id="{210CC143-A3D1-46E8-A18B-208D4F219133}"/>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矩形 97">
              <a:extLst>
                <a:ext uri="{FF2B5EF4-FFF2-40B4-BE49-F238E27FC236}">
                  <a16:creationId xmlns:a16="http://schemas.microsoft.com/office/drawing/2014/main" id="{35E2A928-16D6-4A1C-ADC7-89C2284E7AF5}"/>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98">
              <a:extLst>
                <a:ext uri="{FF2B5EF4-FFF2-40B4-BE49-F238E27FC236}">
                  <a16:creationId xmlns:a16="http://schemas.microsoft.com/office/drawing/2014/main" id="{363A6C3A-C27C-4C7E-84C7-64DFDFCF7D40}"/>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0" name="矩形 99">
              <a:extLst>
                <a:ext uri="{FF2B5EF4-FFF2-40B4-BE49-F238E27FC236}">
                  <a16:creationId xmlns:a16="http://schemas.microsoft.com/office/drawing/2014/main" id="{CE06ED41-1477-4CC0-A857-2AA3C63AFA2A}"/>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00927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标题 61">
            <a:extLst>
              <a:ext uri="{FF2B5EF4-FFF2-40B4-BE49-F238E27FC236}">
                <a16:creationId xmlns:a16="http://schemas.microsoft.com/office/drawing/2014/main" id="{D835A3EC-450A-418E-AED8-00EF9C4DBB10}"/>
              </a:ext>
            </a:extLst>
          </p:cNvPr>
          <p:cNvSpPr>
            <a:spLocks noGrp="1"/>
          </p:cNvSpPr>
          <p:nvPr>
            <p:ph type="title"/>
          </p:nvPr>
        </p:nvSpPr>
        <p:spPr/>
        <p:txBody>
          <a:bodyPr>
            <a:normAutofit/>
          </a:bodyPr>
          <a:lstStyle/>
          <a:p>
            <a:endParaRPr lang="zh-CN" altLang="en-US" dirty="0"/>
          </a:p>
        </p:txBody>
      </p:sp>
      <p:grpSp>
        <p:nvGrpSpPr>
          <p:cNvPr id="4" name="Group 59">
            <a:extLst>
              <a:ext uri="{FF2B5EF4-FFF2-40B4-BE49-F238E27FC236}">
                <a16:creationId xmlns:a16="http://schemas.microsoft.com/office/drawing/2014/main" id="{B2CCFA7B-BD38-4765-8639-89D784380B65}"/>
              </a:ext>
            </a:extLst>
          </p:cNvPr>
          <p:cNvGrpSpPr/>
          <p:nvPr/>
        </p:nvGrpSpPr>
        <p:grpSpPr>
          <a:xfrm rot="5400000">
            <a:off x="4101511" y="1359918"/>
            <a:ext cx="4005356" cy="4286573"/>
            <a:chOff x="4346678" y="2157124"/>
            <a:chExt cx="3686802" cy="3945653"/>
          </a:xfrm>
        </p:grpSpPr>
        <p:sp>
          <p:nvSpPr>
            <p:cNvPr id="55" name="Freeform 5">
              <a:extLst>
                <a:ext uri="{FF2B5EF4-FFF2-40B4-BE49-F238E27FC236}">
                  <a16:creationId xmlns:a16="http://schemas.microsoft.com/office/drawing/2014/main" id="{78B14583-D13A-4420-B697-EC1CA8AA51CF}"/>
                </a:ext>
              </a:extLst>
            </p:cNvPr>
            <p:cNvSpPr/>
            <p:nvPr/>
          </p:nvSpPr>
          <p:spPr bwMode="auto">
            <a:xfrm rot="5400000">
              <a:off x="4256776" y="2320793"/>
              <a:ext cx="3940374" cy="3613035"/>
            </a:xfrm>
            <a:custGeom>
              <a:avLst/>
              <a:gdLst>
                <a:gd name="T0" fmla="*/ 892 w 945"/>
                <a:gd name="T1" fmla="*/ 54 h 866"/>
                <a:gd name="T2" fmla="*/ 762 w 945"/>
                <a:gd name="T3" fmla="*/ 0 h 866"/>
                <a:gd name="T4" fmla="*/ 636 w 945"/>
                <a:gd name="T5" fmla="*/ 52 h 866"/>
                <a:gd name="T6" fmla="*/ 576 w 945"/>
                <a:gd name="T7" fmla="*/ 219 h 866"/>
                <a:gd name="T8" fmla="*/ 462 w 945"/>
                <a:gd name="T9" fmla="*/ 421 h 866"/>
                <a:gd name="T10" fmla="*/ 193 w 945"/>
                <a:gd name="T11" fmla="*/ 501 h 866"/>
                <a:gd name="T12" fmla="*/ 183 w 945"/>
                <a:gd name="T13" fmla="*/ 501 h 866"/>
                <a:gd name="T14" fmla="*/ 54 w 945"/>
                <a:gd name="T15" fmla="*/ 554 h 866"/>
                <a:gd name="T16" fmla="*/ 0 w 945"/>
                <a:gd name="T17" fmla="*/ 683 h 866"/>
                <a:gd name="T18" fmla="*/ 54 w 945"/>
                <a:gd name="T19" fmla="*/ 812 h 866"/>
                <a:gd name="T20" fmla="*/ 183 w 945"/>
                <a:gd name="T21" fmla="*/ 866 h 866"/>
                <a:gd name="T22" fmla="*/ 310 w 945"/>
                <a:gd name="T23" fmla="*/ 815 h 866"/>
                <a:gd name="T24" fmla="*/ 349 w 945"/>
                <a:gd name="T25" fmla="*/ 758 h 866"/>
                <a:gd name="T26" fmla="*/ 371 w 945"/>
                <a:gd name="T27" fmla="*/ 637 h 866"/>
                <a:gd name="T28" fmla="*/ 483 w 945"/>
                <a:gd name="T29" fmla="*/ 445 h 866"/>
                <a:gd name="T30" fmla="*/ 762 w 945"/>
                <a:gd name="T31" fmla="*/ 366 h 866"/>
                <a:gd name="T32" fmla="*/ 892 w 945"/>
                <a:gd name="T33" fmla="*/ 312 h 866"/>
                <a:gd name="T34" fmla="*/ 945 w 945"/>
                <a:gd name="T35" fmla="*/ 183 h 866"/>
                <a:gd name="T36" fmla="*/ 892 w 945"/>
                <a:gd name="T37" fmla="*/ 54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5" h="866">
                  <a:moveTo>
                    <a:pt x="892" y="54"/>
                  </a:moveTo>
                  <a:cubicBezTo>
                    <a:pt x="858" y="21"/>
                    <a:pt x="813" y="0"/>
                    <a:pt x="762" y="0"/>
                  </a:cubicBezTo>
                  <a:cubicBezTo>
                    <a:pt x="713" y="0"/>
                    <a:pt x="668" y="20"/>
                    <a:pt x="636" y="52"/>
                  </a:cubicBezTo>
                  <a:cubicBezTo>
                    <a:pt x="574" y="111"/>
                    <a:pt x="583" y="176"/>
                    <a:pt x="576" y="219"/>
                  </a:cubicBezTo>
                  <a:cubicBezTo>
                    <a:pt x="562" y="300"/>
                    <a:pt x="521" y="370"/>
                    <a:pt x="462" y="421"/>
                  </a:cubicBezTo>
                  <a:cubicBezTo>
                    <a:pt x="375" y="496"/>
                    <a:pt x="289" y="506"/>
                    <a:pt x="193" y="501"/>
                  </a:cubicBezTo>
                  <a:cubicBezTo>
                    <a:pt x="189" y="501"/>
                    <a:pt x="186" y="501"/>
                    <a:pt x="183" y="501"/>
                  </a:cubicBezTo>
                  <a:cubicBezTo>
                    <a:pt x="132" y="501"/>
                    <a:pt x="87" y="521"/>
                    <a:pt x="54" y="554"/>
                  </a:cubicBezTo>
                  <a:cubicBezTo>
                    <a:pt x="21" y="587"/>
                    <a:pt x="0" y="633"/>
                    <a:pt x="0" y="683"/>
                  </a:cubicBezTo>
                  <a:cubicBezTo>
                    <a:pt x="0" y="734"/>
                    <a:pt x="21" y="779"/>
                    <a:pt x="54" y="812"/>
                  </a:cubicBezTo>
                  <a:cubicBezTo>
                    <a:pt x="87" y="845"/>
                    <a:pt x="132" y="866"/>
                    <a:pt x="183" y="866"/>
                  </a:cubicBezTo>
                  <a:cubicBezTo>
                    <a:pt x="232" y="866"/>
                    <a:pt x="277" y="846"/>
                    <a:pt x="310" y="815"/>
                  </a:cubicBezTo>
                  <a:cubicBezTo>
                    <a:pt x="326" y="799"/>
                    <a:pt x="340" y="779"/>
                    <a:pt x="349" y="758"/>
                  </a:cubicBezTo>
                  <a:cubicBezTo>
                    <a:pt x="370" y="712"/>
                    <a:pt x="362" y="687"/>
                    <a:pt x="371" y="637"/>
                  </a:cubicBezTo>
                  <a:cubicBezTo>
                    <a:pt x="386" y="561"/>
                    <a:pt x="427" y="494"/>
                    <a:pt x="483" y="445"/>
                  </a:cubicBezTo>
                  <a:cubicBezTo>
                    <a:pt x="604" y="341"/>
                    <a:pt x="730" y="366"/>
                    <a:pt x="762" y="366"/>
                  </a:cubicBezTo>
                  <a:cubicBezTo>
                    <a:pt x="813" y="366"/>
                    <a:pt x="858" y="345"/>
                    <a:pt x="892" y="312"/>
                  </a:cubicBezTo>
                  <a:cubicBezTo>
                    <a:pt x="925" y="279"/>
                    <a:pt x="945" y="234"/>
                    <a:pt x="945" y="183"/>
                  </a:cubicBezTo>
                  <a:cubicBezTo>
                    <a:pt x="945" y="133"/>
                    <a:pt x="925" y="87"/>
                    <a:pt x="892" y="54"/>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grpSp>
          <p:nvGrpSpPr>
            <p:cNvPr id="56" name="Group 63">
              <a:extLst>
                <a:ext uri="{FF2B5EF4-FFF2-40B4-BE49-F238E27FC236}">
                  <a16:creationId xmlns:a16="http://schemas.microsoft.com/office/drawing/2014/main" id="{18D74E69-1CB1-4260-A54B-4F3A7324CD42}"/>
                </a:ext>
              </a:extLst>
            </p:cNvPr>
            <p:cNvGrpSpPr/>
            <p:nvPr/>
          </p:nvGrpSpPr>
          <p:grpSpPr>
            <a:xfrm>
              <a:off x="4346678" y="2162403"/>
              <a:ext cx="3607756" cy="3940374"/>
              <a:chOff x="4346678" y="2162403"/>
              <a:chExt cx="3607756" cy="3940374"/>
            </a:xfrm>
          </p:grpSpPr>
          <p:sp>
            <p:nvSpPr>
              <p:cNvPr id="57" name="Oval 6">
                <a:extLst>
                  <a:ext uri="{FF2B5EF4-FFF2-40B4-BE49-F238E27FC236}">
                    <a16:creationId xmlns:a16="http://schemas.microsoft.com/office/drawing/2014/main" id="{C84A5029-F015-462F-83BA-EF69C881AD9F}"/>
                  </a:ext>
                </a:extLst>
              </p:cNvPr>
              <p:cNvSpPr>
                <a:spLocks noChangeArrowheads="1"/>
              </p:cNvSpPr>
              <p:nvPr/>
            </p:nvSpPr>
            <p:spPr bwMode="auto">
              <a:xfrm rot="5400000">
                <a:off x="6432137" y="4580480"/>
                <a:ext cx="152229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58" name="Freeform 7">
                <a:extLst>
                  <a:ext uri="{FF2B5EF4-FFF2-40B4-BE49-F238E27FC236}">
                    <a16:creationId xmlns:a16="http://schemas.microsoft.com/office/drawing/2014/main" id="{90299967-1416-4CDA-B108-B96E10F1A36B}"/>
                  </a:ext>
                </a:extLst>
              </p:cNvPr>
              <p:cNvSpPr/>
              <p:nvPr/>
            </p:nvSpPr>
            <p:spPr bwMode="auto">
              <a:xfrm rot="5400000">
                <a:off x="5022472" y="3061702"/>
                <a:ext cx="2250888" cy="2145294"/>
              </a:xfrm>
              <a:custGeom>
                <a:avLst/>
                <a:gdLst>
                  <a:gd name="T0" fmla="*/ 540 w 540"/>
                  <a:gd name="T1" fmla="*/ 188 h 514"/>
                  <a:gd name="T2" fmla="*/ 163 w 540"/>
                  <a:gd name="T3" fmla="*/ 514 h 514"/>
                  <a:gd name="T4" fmla="*/ 0 w 540"/>
                  <a:gd name="T5" fmla="*/ 325 h 514"/>
                  <a:gd name="T6" fmla="*/ 377 w 540"/>
                  <a:gd name="T7" fmla="*/ 0 h 514"/>
                  <a:gd name="T8" fmla="*/ 540 w 540"/>
                  <a:gd name="T9" fmla="*/ 188 h 514"/>
                </a:gdLst>
                <a:ahLst/>
                <a:cxnLst>
                  <a:cxn ang="0">
                    <a:pos x="T0" y="T1"/>
                  </a:cxn>
                  <a:cxn ang="0">
                    <a:pos x="T2" y="T3"/>
                  </a:cxn>
                  <a:cxn ang="0">
                    <a:pos x="T4" y="T5"/>
                  </a:cxn>
                  <a:cxn ang="0">
                    <a:pos x="T6" y="T7"/>
                  </a:cxn>
                  <a:cxn ang="0">
                    <a:pos x="T8" y="T9"/>
                  </a:cxn>
                </a:cxnLst>
                <a:rect l="0" t="0" r="r" b="b"/>
                <a:pathLst>
                  <a:path w="540" h="514">
                    <a:moveTo>
                      <a:pt x="540" y="188"/>
                    </a:moveTo>
                    <a:cubicBezTo>
                      <a:pt x="344" y="167"/>
                      <a:pt x="170" y="317"/>
                      <a:pt x="163" y="514"/>
                    </a:cubicBezTo>
                    <a:cubicBezTo>
                      <a:pt x="0" y="325"/>
                      <a:pt x="0" y="325"/>
                      <a:pt x="0" y="325"/>
                    </a:cubicBezTo>
                    <a:cubicBezTo>
                      <a:pt x="196" y="347"/>
                      <a:pt x="370" y="197"/>
                      <a:pt x="377" y="0"/>
                    </a:cubicBezTo>
                    <a:lnTo>
                      <a:pt x="540" y="188"/>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59" name="Oval 8">
                <a:extLst>
                  <a:ext uri="{FF2B5EF4-FFF2-40B4-BE49-F238E27FC236}">
                    <a16:creationId xmlns:a16="http://schemas.microsoft.com/office/drawing/2014/main" id="{1CE51FA0-7C1A-4FB8-9A46-751875556429}"/>
                  </a:ext>
                </a:extLst>
              </p:cNvPr>
              <p:cNvSpPr>
                <a:spLocks noChangeArrowheads="1"/>
              </p:cNvSpPr>
              <p:nvPr/>
            </p:nvSpPr>
            <p:spPr bwMode="auto">
              <a:xfrm rot="5400000">
                <a:off x="4344918" y="2164163"/>
                <a:ext cx="152581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grpSp>
      </p:grpSp>
      <p:sp>
        <p:nvSpPr>
          <p:cNvPr id="5" name="Oval 9">
            <a:extLst>
              <a:ext uri="{FF2B5EF4-FFF2-40B4-BE49-F238E27FC236}">
                <a16:creationId xmlns:a16="http://schemas.microsoft.com/office/drawing/2014/main" id="{21232193-3D85-42F9-8185-EE5D42374186}"/>
              </a:ext>
            </a:extLst>
          </p:cNvPr>
          <p:cNvSpPr>
            <a:spLocks noChangeArrowheads="1"/>
          </p:cNvSpPr>
          <p:nvPr/>
        </p:nvSpPr>
        <p:spPr bwMode="auto">
          <a:xfrm>
            <a:off x="4115770" y="3919133"/>
            <a:ext cx="1340271" cy="1342183"/>
          </a:xfrm>
          <a:prstGeom prst="ellipse">
            <a:avLst/>
          </a:prstGeom>
          <a:solidFill>
            <a:schemeClr val="accent3"/>
          </a:solidFill>
          <a:ln>
            <a:noFill/>
          </a:ln>
        </p:spPr>
        <p:txBody>
          <a:bodyPr vert="horz" wrap="square" lIns="91440" tIns="45720" rIns="91440" bIns="45720" numCol="1" anchor="t" anchorCtr="0" compatLnSpc="1"/>
          <a:lstStyle/>
          <a:p>
            <a:endParaRPr lang="en-US"/>
          </a:p>
        </p:txBody>
      </p:sp>
      <p:sp>
        <p:nvSpPr>
          <p:cNvPr id="6" name="Oval 10">
            <a:extLst>
              <a:ext uri="{FF2B5EF4-FFF2-40B4-BE49-F238E27FC236}">
                <a16:creationId xmlns:a16="http://schemas.microsoft.com/office/drawing/2014/main" id="{BA3E53B3-4AE9-4F15-AAFF-DC7821A62210}"/>
              </a:ext>
            </a:extLst>
          </p:cNvPr>
          <p:cNvSpPr>
            <a:spLocks noChangeArrowheads="1"/>
          </p:cNvSpPr>
          <p:nvPr/>
        </p:nvSpPr>
        <p:spPr bwMode="auto">
          <a:xfrm>
            <a:off x="6742778" y="1653484"/>
            <a:ext cx="1340271" cy="1342183"/>
          </a:xfrm>
          <a:prstGeom prst="ellipse">
            <a:avLst/>
          </a:prstGeom>
          <a:solidFill>
            <a:schemeClr val="accent4"/>
          </a:solidFill>
          <a:ln>
            <a:noFill/>
          </a:ln>
        </p:spPr>
        <p:txBody>
          <a:bodyPr vert="horz" wrap="square" lIns="91440" tIns="45720" rIns="91440" bIns="45720" numCol="1" anchor="t" anchorCtr="0" compatLnSpc="1"/>
          <a:lstStyle/>
          <a:p>
            <a:endParaRPr lang="en-US"/>
          </a:p>
        </p:txBody>
      </p:sp>
      <p:grpSp>
        <p:nvGrpSpPr>
          <p:cNvPr id="7" name="Group 77">
            <a:extLst>
              <a:ext uri="{FF2B5EF4-FFF2-40B4-BE49-F238E27FC236}">
                <a16:creationId xmlns:a16="http://schemas.microsoft.com/office/drawing/2014/main" id="{0EA2E5A4-1588-4EB2-A5C8-30FD07EBFEE6}"/>
              </a:ext>
            </a:extLst>
          </p:cNvPr>
          <p:cNvGrpSpPr/>
          <p:nvPr/>
        </p:nvGrpSpPr>
        <p:grpSpPr>
          <a:xfrm rot="5400000">
            <a:off x="3863784" y="1210599"/>
            <a:ext cx="2288225" cy="2448882"/>
            <a:chOff x="4346678" y="2157124"/>
            <a:chExt cx="3686802" cy="3945653"/>
          </a:xfrm>
        </p:grpSpPr>
        <p:sp>
          <p:nvSpPr>
            <p:cNvPr id="50" name="Freeform 5">
              <a:extLst>
                <a:ext uri="{FF2B5EF4-FFF2-40B4-BE49-F238E27FC236}">
                  <a16:creationId xmlns:a16="http://schemas.microsoft.com/office/drawing/2014/main" id="{C09B61E7-E7B9-4BCA-8B45-27AB38B7A4E1}"/>
                </a:ext>
              </a:extLst>
            </p:cNvPr>
            <p:cNvSpPr/>
            <p:nvPr/>
          </p:nvSpPr>
          <p:spPr bwMode="auto">
            <a:xfrm rot="5400000">
              <a:off x="4256776" y="2320793"/>
              <a:ext cx="3940374" cy="3613035"/>
            </a:xfrm>
            <a:custGeom>
              <a:avLst/>
              <a:gdLst>
                <a:gd name="T0" fmla="*/ 892 w 945"/>
                <a:gd name="T1" fmla="*/ 54 h 866"/>
                <a:gd name="T2" fmla="*/ 762 w 945"/>
                <a:gd name="T3" fmla="*/ 0 h 866"/>
                <a:gd name="T4" fmla="*/ 636 w 945"/>
                <a:gd name="T5" fmla="*/ 52 h 866"/>
                <a:gd name="T6" fmla="*/ 576 w 945"/>
                <a:gd name="T7" fmla="*/ 219 h 866"/>
                <a:gd name="T8" fmla="*/ 462 w 945"/>
                <a:gd name="T9" fmla="*/ 421 h 866"/>
                <a:gd name="T10" fmla="*/ 193 w 945"/>
                <a:gd name="T11" fmla="*/ 501 h 866"/>
                <a:gd name="T12" fmla="*/ 183 w 945"/>
                <a:gd name="T13" fmla="*/ 501 h 866"/>
                <a:gd name="T14" fmla="*/ 54 w 945"/>
                <a:gd name="T15" fmla="*/ 554 h 866"/>
                <a:gd name="T16" fmla="*/ 0 w 945"/>
                <a:gd name="T17" fmla="*/ 683 h 866"/>
                <a:gd name="T18" fmla="*/ 54 w 945"/>
                <a:gd name="T19" fmla="*/ 812 h 866"/>
                <a:gd name="T20" fmla="*/ 183 w 945"/>
                <a:gd name="T21" fmla="*/ 866 h 866"/>
                <a:gd name="T22" fmla="*/ 310 w 945"/>
                <a:gd name="T23" fmla="*/ 815 h 866"/>
                <a:gd name="T24" fmla="*/ 349 w 945"/>
                <a:gd name="T25" fmla="*/ 758 h 866"/>
                <a:gd name="T26" fmla="*/ 371 w 945"/>
                <a:gd name="T27" fmla="*/ 637 h 866"/>
                <a:gd name="T28" fmla="*/ 483 w 945"/>
                <a:gd name="T29" fmla="*/ 445 h 866"/>
                <a:gd name="T30" fmla="*/ 762 w 945"/>
                <a:gd name="T31" fmla="*/ 366 h 866"/>
                <a:gd name="T32" fmla="*/ 892 w 945"/>
                <a:gd name="T33" fmla="*/ 312 h 866"/>
                <a:gd name="T34" fmla="*/ 945 w 945"/>
                <a:gd name="T35" fmla="*/ 183 h 866"/>
                <a:gd name="T36" fmla="*/ 892 w 945"/>
                <a:gd name="T37" fmla="*/ 54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5" h="866">
                  <a:moveTo>
                    <a:pt x="892" y="54"/>
                  </a:moveTo>
                  <a:cubicBezTo>
                    <a:pt x="858" y="21"/>
                    <a:pt x="813" y="0"/>
                    <a:pt x="762" y="0"/>
                  </a:cubicBezTo>
                  <a:cubicBezTo>
                    <a:pt x="713" y="0"/>
                    <a:pt x="668" y="20"/>
                    <a:pt x="636" y="52"/>
                  </a:cubicBezTo>
                  <a:cubicBezTo>
                    <a:pt x="574" y="111"/>
                    <a:pt x="583" y="176"/>
                    <a:pt x="576" y="219"/>
                  </a:cubicBezTo>
                  <a:cubicBezTo>
                    <a:pt x="562" y="300"/>
                    <a:pt x="521" y="370"/>
                    <a:pt x="462" y="421"/>
                  </a:cubicBezTo>
                  <a:cubicBezTo>
                    <a:pt x="375" y="496"/>
                    <a:pt x="289" y="506"/>
                    <a:pt x="193" y="501"/>
                  </a:cubicBezTo>
                  <a:cubicBezTo>
                    <a:pt x="189" y="501"/>
                    <a:pt x="186" y="501"/>
                    <a:pt x="183" y="501"/>
                  </a:cubicBezTo>
                  <a:cubicBezTo>
                    <a:pt x="132" y="501"/>
                    <a:pt x="87" y="521"/>
                    <a:pt x="54" y="554"/>
                  </a:cubicBezTo>
                  <a:cubicBezTo>
                    <a:pt x="21" y="587"/>
                    <a:pt x="0" y="633"/>
                    <a:pt x="0" y="683"/>
                  </a:cubicBezTo>
                  <a:cubicBezTo>
                    <a:pt x="0" y="734"/>
                    <a:pt x="21" y="779"/>
                    <a:pt x="54" y="812"/>
                  </a:cubicBezTo>
                  <a:cubicBezTo>
                    <a:pt x="87" y="845"/>
                    <a:pt x="132" y="866"/>
                    <a:pt x="183" y="866"/>
                  </a:cubicBezTo>
                  <a:cubicBezTo>
                    <a:pt x="232" y="866"/>
                    <a:pt x="277" y="846"/>
                    <a:pt x="310" y="815"/>
                  </a:cubicBezTo>
                  <a:cubicBezTo>
                    <a:pt x="326" y="799"/>
                    <a:pt x="340" y="779"/>
                    <a:pt x="349" y="758"/>
                  </a:cubicBezTo>
                  <a:cubicBezTo>
                    <a:pt x="370" y="712"/>
                    <a:pt x="362" y="687"/>
                    <a:pt x="371" y="637"/>
                  </a:cubicBezTo>
                  <a:cubicBezTo>
                    <a:pt x="386" y="561"/>
                    <a:pt x="427" y="494"/>
                    <a:pt x="483" y="445"/>
                  </a:cubicBezTo>
                  <a:cubicBezTo>
                    <a:pt x="604" y="341"/>
                    <a:pt x="730" y="366"/>
                    <a:pt x="762" y="366"/>
                  </a:cubicBezTo>
                  <a:cubicBezTo>
                    <a:pt x="813" y="366"/>
                    <a:pt x="858" y="345"/>
                    <a:pt x="892" y="312"/>
                  </a:cubicBezTo>
                  <a:cubicBezTo>
                    <a:pt x="925" y="279"/>
                    <a:pt x="945" y="234"/>
                    <a:pt x="945" y="183"/>
                  </a:cubicBezTo>
                  <a:cubicBezTo>
                    <a:pt x="945" y="133"/>
                    <a:pt x="925" y="87"/>
                    <a:pt x="892" y="54"/>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grpSp>
          <p:nvGrpSpPr>
            <p:cNvPr id="51" name="Group 81">
              <a:extLst>
                <a:ext uri="{FF2B5EF4-FFF2-40B4-BE49-F238E27FC236}">
                  <a16:creationId xmlns:a16="http://schemas.microsoft.com/office/drawing/2014/main" id="{D3F2430C-B282-4104-BCC0-FDDAC7247812}"/>
                </a:ext>
              </a:extLst>
            </p:cNvPr>
            <p:cNvGrpSpPr/>
            <p:nvPr/>
          </p:nvGrpSpPr>
          <p:grpSpPr>
            <a:xfrm>
              <a:off x="4346678" y="2162403"/>
              <a:ext cx="3607756" cy="3940374"/>
              <a:chOff x="4346678" y="2162403"/>
              <a:chExt cx="3607756" cy="3940374"/>
            </a:xfrm>
          </p:grpSpPr>
          <p:sp>
            <p:nvSpPr>
              <p:cNvPr id="52" name="Oval 6">
                <a:extLst>
                  <a:ext uri="{FF2B5EF4-FFF2-40B4-BE49-F238E27FC236}">
                    <a16:creationId xmlns:a16="http://schemas.microsoft.com/office/drawing/2014/main" id="{D8530CF6-9E45-4B4F-9296-033476A79C8C}"/>
                  </a:ext>
                </a:extLst>
              </p:cNvPr>
              <p:cNvSpPr>
                <a:spLocks noChangeArrowheads="1"/>
              </p:cNvSpPr>
              <p:nvPr/>
            </p:nvSpPr>
            <p:spPr bwMode="auto">
              <a:xfrm rot="5400000">
                <a:off x="6432137" y="4580480"/>
                <a:ext cx="152229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53" name="Freeform 7">
                <a:extLst>
                  <a:ext uri="{FF2B5EF4-FFF2-40B4-BE49-F238E27FC236}">
                    <a16:creationId xmlns:a16="http://schemas.microsoft.com/office/drawing/2014/main" id="{550F0076-C352-4B4C-B929-DC1398AC0814}"/>
                  </a:ext>
                </a:extLst>
              </p:cNvPr>
              <p:cNvSpPr/>
              <p:nvPr/>
            </p:nvSpPr>
            <p:spPr bwMode="auto">
              <a:xfrm rot="5400000">
                <a:off x="5022472" y="3061702"/>
                <a:ext cx="2250888" cy="2145294"/>
              </a:xfrm>
              <a:custGeom>
                <a:avLst/>
                <a:gdLst>
                  <a:gd name="T0" fmla="*/ 540 w 540"/>
                  <a:gd name="T1" fmla="*/ 188 h 514"/>
                  <a:gd name="T2" fmla="*/ 163 w 540"/>
                  <a:gd name="T3" fmla="*/ 514 h 514"/>
                  <a:gd name="T4" fmla="*/ 0 w 540"/>
                  <a:gd name="T5" fmla="*/ 325 h 514"/>
                  <a:gd name="T6" fmla="*/ 377 w 540"/>
                  <a:gd name="T7" fmla="*/ 0 h 514"/>
                  <a:gd name="T8" fmla="*/ 540 w 540"/>
                  <a:gd name="T9" fmla="*/ 188 h 514"/>
                </a:gdLst>
                <a:ahLst/>
                <a:cxnLst>
                  <a:cxn ang="0">
                    <a:pos x="T0" y="T1"/>
                  </a:cxn>
                  <a:cxn ang="0">
                    <a:pos x="T2" y="T3"/>
                  </a:cxn>
                  <a:cxn ang="0">
                    <a:pos x="T4" y="T5"/>
                  </a:cxn>
                  <a:cxn ang="0">
                    <a:pos x="T6" y="T7"/>
                  </a:cxn>
                  <a:cxn ang="0">
                    <a:pos x="T8" y="T9"/>
                  </a:cxn>
                </a:cxnLst>
                <a:rect l="0" t="0" r="r" b="b"/>
                <a:pathLst>
                  <a:path w="540" h="514">
                    <a:moveTo>
                      <a:pt x="540" y="188"/>
                    </a:moveTo>
                    <a:cubicBezTo>
                      <a:pt x="344" y="167"/>
                      <a:pt x="170" y="317"/>
                      <a:pt x="163" y="514"/>
                    </a:cubicBezTo>
                    <a:cubicBezTo>
                      <a:pt x="0" y="325"/>
                      <a:pt x="0" y="325"/>
                      <a:pt x="0" y="325"/>
                    </a:cubicBezTo>
                    <a:cubicBezTo>
                      <a:pt x="196" y="347"/>
                      <a:pt x="370" y="197"/>
                      <a:pt x="377" y="0"/>
                    </a:cubicBezTo>
                    <a:lnTo>
                      <a:pt x="540" y="188"/>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54" name="Oval 8">
                <a:extLst>
                  <a:ext uri="{FF2B5EF4-FFF2-40B4-BE49-F238E27FC236}">
                    <a16:creationId xmlns:a16="http://schemas.microsoft.com/office/drawing/2014/main" id="{E6835103-9C32-404A-8CFF-192BCECB16FD}"/>
                  </a:ext>
                </a:extLst>
              </p:cNvPr>
              <p:cNvSpPr>
                <a:spLocks noChangeArrowheads="1"/>
              </p:cNvSpPr>
              <p:nvPr/>
            </p:nvSpPr>
            <p:spPr bwMode="auto">
              <a:xfrm rot="5400000">
                <a:off x="4344918" y="2164163"/>
                <a:ext cx="152581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grpSp>
      </p:grpSp>
      <p:sp>
        <p:nvSpPr>
          <p:cNvPr id="8" name="Oval 9">
            <a:extLst>
              <a:ext uri="{FF2B5EF4-FFF2-40B4-BE49-F238E27FC236}">
                <a16:creationId xmlns:a16="http://schemas.microsoft.com/office/drawing/2014/main" id="{B443922D-504C-4413-BBFC-6C211579C382}"/>
              </a:ext>
            </a:extLst>
          </p:cNvPr>
          <p:cNvSpPr>
            <a:spLocks noChangeArrowheads="1"/>
          </p:cNvSpPr>
          <p:nvPr/>
        </p:nvSpPr>
        <p:spPr bwMode="auto">
          <a:xfrm>
            <a:off x="3871930" y="2672656"/>
            <a:ext cx="765685" cy="766777"/>
          </a:xfrm>
          <a:prstGeom prst="ellipse">
            <a:avLst/>
          </a:prstGeom>
          <a:solidFill>
            <a:schemeClr val="accent1"/>
          </a:solidFill>
          <a:ln>
            <a:noFill/>
          </a:ln>
        </p:spPr>
        <p:txBody>
          <a:bodyPr vert="horz" wrap="square" lIns="91440" tIns="45720" rIns="91440" bIns="45720" numCol="1" anchor="t" anchorCtr="0" compatLnSpc="1"/>
          <a:lstStyle/>
          <a:p>
            <a:endParaRPr lang="en-US"/>
          </a:p>
        </p:txBody>
      </p:sp>
      <p:sp>
        <p:nvSpPr>
          <p:cNvPr id="9" name="Oval 10">
            <a:extLst>
              <a:ext uri="{FF2B5EF4-FFF2-40B4-BE49-F238E27FC236}">
                <a16:creationId xmlns:a16="http://schemas.microsoft.com/office/drawing/2014/main" id="{911DCC3C-B7CE-48CB-B71C-4953FC74362E}"/>
              </a:ext>
            </a:extLst>
          </p:cNvPr>
          <p:cNvSpPr>
            <a:spLocks noChangeArrowheads="1"/>
          </p:cNvSpPr>
          <p:nvPr/>
        </p:nvSpPr>
        <p:spPr bwMode="auto">
          <a:xfrm>
            <a:off x="5372717" y="1383498"/>
            <a:ext cx="765685" cy="766777"/>
          </a:xfrm>
          <a:prstGeom prst="ellipse">
            <a:avLst/>
          </a:prstGeom>
          <a:solidFill>
            <a:schemeClr val="accent2"/>
          </a:solidFill>
          <a:ln>
            <a:noFill/>
          </a:ln>
        </p:spPr>
        <p:txBody>
          <a:bodyPr vert="horz" wrap="square" lIns="91440" tIns="45720" rIns="91440" bIns="45720" numCol="1" anchor="t" anchorCtr="0" compatLnSpc="1"/>
          <a:lstStyle/>
          <a:p>
            <a:endParaRPr lang="en-US"/>
          </a:p>
        </p:txBody>
      </p:sp>
      <p:grpSp>
        <p:nvGrpSpPr>
          <p:cNvPr id="10" name="Group 86">
            <a:extLst>
              <a:ext uri="{FF2B5EF4-FFF2-40B4-BE49-F238E27FC236}">
                <a16:creationId xmlns:a16="http://schemas.microsoft.com/office/drawing/2014/main" id="{033CD633-77C2-47EC-B391-81203CDAA57C}"/>
              </a:ext>
            </a:extLst>
          </p:cNvPr>
          <p:cNvGrpSpPr/>
          <p:nvPr/>
        </p:nvGrpSpPr>
        <p:grpSpPr>
          <a:xfrm rot="5400000">
            <a:off x="5998310" y="3381285"/>
            <a:ext cx="2288225" cy="2448882"/>
            <a:chOff x="4346678" y="2157124"/>
            <a:chExt cx="3686802" cy="3945653"/>
          </a:xfrm>
        </p:grpSpPr>
        <p:sp>
          <p:nvSpPr>
            <p:cNvPr id="45" name="Freeform 5">
              <a:extLst>
                <a:ext uri="{FF2B5EF4-FFF2-40B4-BE49-F238E27FC236}">
                  <a16:creationId xmlns:a16="http://schemas.microsoft.com/office/drawing/2014/main" id="{B4059025-9452-4E57-A89C-B7DED304FA0A}"/>
                </a:ext>
              </a:extLst>
            </p:cNvPr>
            <p:cNvSpPr/>
            <p:nvPr/>
          </p:nvSpPr>
          <p:spPr bwMode="auto">
            <a:xfrm rot="5400000">
              <a:off x="4256776" y="2320793"/>
              <a:ext cx="3940374" cy="3613035"/>
            </a:xfrm>
            <a:custGeom>
              <a:avLst/>
              <a:gdLst>
                <a:gd name="T0" fmla="*/ 892 w 945"/>
                <a:gd name="T1" fmla="*/ 54 h 866"/>
                <a:gd name="T2" fmla="*/ 762 w 945"/>
                <a:gd name="T3" fmla="*/ 0 h 866"/>
                <a:gd name="T4" fmla="*/ 636 w 945"/>
                <a:gd name="T5" fmla="*/ 52 h 866"/>
                <a:gd name="T6" fmla="*/ 576 w 945"/>
                <a:gd name="T7" fmla="*/ 219 h 866"/>
                <a:gd name="T8" fmla="*/ 462 w 945"/>
                <a:gd name="T9" fmla="*/ 421 h 866"/>
                <a:gd name="T10" fmla="*/ 193 w 945"/>
                <a:gd name="T11" fmla="*/ 501 h 866"/>
                <a:gd name="T12" fmla="*/ 183 w 945"/>
                <a:gd name="T13" fmla="*/ 501 h 866"/>
                <a:gd name="T14" fmla="*/ 54 w 945"/>
                <a:gd name="T15" fmla="*/ 554 h 866"/>
                <a:gd name="T16" fmla="*/ 0 w 945"/>
                <a:gd name="T17" fmla="*/ 683 h 866"/>
                <a:gd name="T18" fmla="*/ 54 w 945"/>
                <a:gd name="T19" fmla="*/ 812 h 866"/>
                <a:gd name="T20" fmla="*/ 183 w 945"/>
                <a:gd name="T21" fmla="*/ 866 h 866"/>
                <a:gd name="T22" fmla="*/ 310 w 945"/>
                <a:gd name="T23" fmla="*/ 815 h 866"/>
                <a:gd name="T24" fmla="*/ 349 w 945"/>
                <a:gd name="T25" fmla="*/ 758 h 866"/>
                <a:gd name="T26" fmla="*/ 371 w 945"/>
                <a:gd name="T27" fmla="*/ 637 h 866"/>
                <a:gd name="T28" fmla="*/ 483 w 945"/>
                <a:gd name="T29" fmla="*/ 445 h 866"/>
                <a:gd name="T30" fmla="*/ 762 w 945"/>
                <a:gd name="T31" fmla="*/ 366 h 866"/>
                <a:gd name="T32" fmla="*/ 892 w 945"/>
                <a:gd name="T33" fmla="*/ 312 h 866"/>
                <a:gd name="T34" fmla="*/ 945 w 945"/>
                <a:gd name="T35" fmla="*/ 183 h 866"/>
                <a:gd name="T36" fmla="*/ 892 w 945"/>
                <a:gd name="T37" fmla="*/ 54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5" h="866">
                  <a:moveTo>
                    <a:pt x="892" y="54"/>
                  </a:moveTo>
                  <a:cubicBezTo>
                    <a:pt x="858" y="21"/>
                    <a:pt x="813" y="0"/>
                    <a:pt x="762" y="0"/>
                  </a:cubicBezTo>
                  <a:cubicBezTo>
                    <a:pt x="713" y="0"/>
                    <a:pt x="668" y="20"/>
                    <a:pt x="636" y="52"/>
                  </a:cubicBezTo>
                  <a:cubicBezTo>
                    <a:pt x="574" y="111"/>
                    <a:pt x="583" y="176"/>
                    <a:pt x="576" y="219"/>
                  </a:cubicBezTo>
                  <a:cubicBezTo>
                    <a:pt x="562" y="300"/>
                    <a:pt x="521" y="370"/>
                    <a:pt x="462" y="421"/>
                  </a:cubicBezTo>
                  <a:cubicBezTo>
                    <a:pt x="375" y="496"/>
                    <a:pt x="289" y="506"/>
                    <a:pt x="193" y="501"/>
                  </a:cubicBezTo>
                  <a:cubicBezTo>
                    <a:pt x="189" y="501"/>
                    <a:pt x="186" y="501"/>
                    <a:pt x="183" y="501"/>
                  </a:cubicBezTo>
                  <a:cubicBezTo>
                    <a:pt x="132" y="501"/>
                    <a:pt x="87" y="521"/>
                    <a:pt x="54" y="554"/>
                  </a:cubicBezTo>
                  <a:cubicBezTo>
                    <a:pt x="21" y="587"/>
                    <a:pt x="0" y="633"/>
                    <a:pt x="0" y="683"/>
                  </a:cubicBezTo>
                  <a:cubicBezTo>
                    <a:pt x="0" y="734"/>
                    <a:pt x="21" y="779"/>
                    <a:pt x="54" y="812"/>
                  </a:cubicBezTo>
                  <a:cubicBezTo>
                    <a:pt x="87" y="845"/>
                    <a:pt x="132" y="866"/>
                    <a:pt x="183" y="866"/>
                  </a:cubicBezTo>
                  <a:cubicBezTo>
                    <a:pt x="232" y="866"/>
                    <a:pt x="277" y="846"/>
                    <a:pt x="310" y="815"/>
                  </a:cubicBezTo>
                  <a:cubicBezTo>
                    <a:pt x="326" y="799"/>
                    <a:pt x="340" y="779"/>
                    <a:pt x="349" y="758"/>
                  </a:cubicBezTo>
                  <a:cubicBezTo>
                    <a:pt x="370" y="712"/>
                    <a:pt x="362" y="687"/>
                    <a:pt x="371" y="637"/>
                  </a:cubicBezTo>
                  <a:cubicBezTo>
                    <a:pt x="386" y="561"/>
                    <a:pt x="427" y="494"/>
                    <a:pt x="483" y="445"/>
                  </a:cubicBezTo>
                  <a:cubicBezTo>
                    <a:pt x="604" y="341"/>
                    <a:pt x="730" y="366"/>
                    <a:pt x="762" y="366"/>
                  </a:cubicBezTo>
                  <a:cubicBezTo>
                    <a:pt x="813" y="366"/>
                    <a:pt x="858" y="345"/>
                    <a:pt x="892" y="312"/>
                  </a:cubicBezTo>
                  <a:cubicBezTo>
                    <a:pt x="925" y="279"/>
                    <a:pt x="945" y="234"/>
                    <a:pt x="945" y="183"/>
                  </a:cubicBezTo>
                  <a:cubicBezTo>
                    <a:pt x="945" y="133"/>
                    <a:pt x="925" y="87"/>
                    <a:pt x="892" y="54"/>
                  </a:cubicBez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grpSp>
          <p:nvGrpSpPr>
            <p:cNvPr id="46" name="Group 90">
              <a:extLst>
                <a:ext uri="{FF2B5EF4-FFF2-40B4-BE49-F238E27FC236}">
                  <a16:creationId xmlns:a16="http://schemas.microsoft.com/office/drawing/2014/main" id="{0FA05D97-42CF-4A5C-8978-F55960B1D74D}"/>
                </a:ext>
              </a:extLst>
            </p:cNvPr>
            <p:cNvGrpSpPr/>
            <p:nvPr/>
          </p:nvGrpSpPr>
          <p:grpSpPr>
            <a:xfrm>
              <a:off x="4346678" y="2162403"/>
              <a:ext cx="3607756" cy="3940374"/>
              <a:chOff x="4346678" y="2162403"/>
              <a:chExt cx="3607756" cy="3940374"/>
            </a:xfrm>
          </p:grpSpPr>
          <p:sp>
            <p:nvSpPr>
              <p:cNvPr id="47" name="Oval 6">
                <a:extLst>
                  <a:ext uri="{FF2B5EF4-FFF2-40B4-BE49-F238E27FC236}">
                    <a16:creationId xmlns:a16="http://schemas.microsoft.com/office/drawing/2014/main" id="{8295C831-7C2D-4E78-81BC-3B75D72789A5}"/>
                  </a:ext>
                </a:extLst>
              </p:cNvPr>
              <p:cNvSpPr>
                <a:spLocks noChangeArrowheads="1"/>
              </p:cNvSpPr>
              <p:nvPr/>
            </p:nvSpPr>
            <p:spPr bwMode="auto">
              <a:xfrm rot="5400000">
                <a:off x="6432137" y="4580480"/>
                <a:ext cx="152229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48" name="Freeform 7">
                <a:extLst>
                  <a:ext uri="{FF2B5EF4-FFF2-40B4-BE49-F238E27FC236}">
                    <a16:creationId xmlns:a16="http://schemas.microsoft.com/office/drawing/2014/main" id="{25C294FE-A487-497E-A021-205CE56570E7}"/>
                  </a:ext>
                </a:extLst>
              </p:cNvPr>
              <p:cNvSpPr/>
              <p:nvPr/>
            </p:nvSpPr>
            <p:spPr bwMode="auto">
              <a:xfrm rot="5400000">
                <a:off x="5022472" y="3061702"/>
                <a:ext cx="2250888" cy="2145294"/>
              </a:xfrm>
              <a:custGeom>
                <a:avLst/>
                <a:gdLst>
                  <a:gd name="T0" fmla="*/ 540 w 540"/>
                  <a:gd name="T1" fmla="*/ 188 h 514"/>
                  <a:gd name="T2" fmla="*/ 163 w 540"/>
                  <a:gd name="T3" fmla="*/ 514 h 514"/>
                  <a:gd name="T4" fmla="*/ 0 w 540"/>
                  <a:gd name="T5" fmla="*/ 325 h 514"/>
                  <a:gd name="T6" fmla="*/ 377 w 540"/>
                  <a:gd name="T7" fmla="*/ 0 h 514"/>
                  <a:gd name="T8" fmla="*/ 540 w 540"/>
                  <a:gd name="T9" fmla="*/ 188 h 514"/>
                </a:gdLst>
                <a:ahLst/>
                <a:cxnLst>
                  <a:cxn ang="0">
                    <a:pos x="T0" y="T1"/>
                  </a:cxn>
                  <a:cxn ang="0">
                    <a:pos x="T2" y="T3"/>
                  </a:cxn>
                  <a:cxn ang="0">
                    <a:pos x="T4" y="T5"/>
                  </a:cxn>
                  <a:cxn ang="0">
                    <a:pos x="T6" y="T7"/>
                  </a:cxn>
                  <a:cxn ang="0">
                    <a:pos x="T8" y="T9"/>
                  </a:cxn>
                </a:cxnLst>
                <a:rect l="0" t="0" r="r" b="b"/>
                <a:pathLst>
                  <a:path w="540" h="514">
                    <a:moveTo>
                      <a:pt x="540" y="188"/>
                    </a:moveTo>
                    <a:cubicBezTo>
                      <a:pt x="344" y="167"/>
                      <a:pt x="170" y="317"/>
                      <a:pt x="163" y="514"/>
                    </a:cubicBezTo>
                    <a:cubicBezTo>
                      <a:pt x="0" y="325"/>
                      <a:pt x="0" y="325"/>
                      <a:pt x="0" y="325"/>
                    </a:cubicBezTo>
                    <a:cubicBezTo>
                      <a:pt x="196" y="347"/>
                      <a:pt x="370" y="197"/>
                      <a:pt x="377" y="0"/>
                    </a:cubicBezTo>
                    <a:lnTo>
                      <a:pt x="540" y="188"/>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49" name="Oval 8">
                <a:extLst>
                  <a:ext uri="{FF2B5EF4-FFF2-40B4-BE49-F238E27FC236}">
                    <a16:creationId xmlns:a16="http://schemas.microsoft.com/office/drawing/2014/main" id="{553AD665-E275-40DF-BE60-83B383B8F1C3}"/>
                  </a:ext>
                </a:extLst>
              </p:cNvPr>
              <p:cNvSpPr>
                <a:spLocks noChangeArrowheads="1"/>
              </p:cNvSpPr>
              <p:nvPr/>
            </p:nvSpPr>
            <p:spPr bwMode="auto">
              <a:xfrm rot="5400000">
                <a:off x="4344918" y="2164163"/>
                <a:ext cx="1525817" cy="1522297"/>
              </a:xfrm>
              <a:prstGeom prst="ellipse">
                <a:avLst/>
              </a:prstGeom>
              <a:solidFill>
                <a:schemeClr val="bg1">
                  <a:lumMod val="95000"/>
                </a:schemeClr>
              </a:solidFill>
              <a:ln>
                <a:noFill/>
              </a:ln>
            </p:spPr>
            <p:txBody>
              <a:bodyPr vert="horz" wrap="square" lIns="91440" tIns="45720" rIns="91440" bIns="45720" numCol="1" anchor="t" anchorCtr="0" compatLnSpc="1"/>
              <a:lstStyle/>
              <a:p>
                <a:endParaRPr lang="en-US"/>
              </a:p>
            </p:txBody>
          </p:sp>
        </p:grpSp>
      </p:grpSp>
      <p:sp>
        <p:nvSpPr>
          <p:cNvPr id="11" name="Oval 9">
            <a:extLst>
              <a:ext uri="{FF2B5EF4-FFF2-40B4-BE49-F238E27FC236}">
                <a16:creationId xmlns:a16="http://schemas.microsoft.com/office/drawing/2014/main" id="{B9E43058-D739-4178-B94C-DE7BABA98485}"/>
              </a:ext>
            </a:extLst>
          </p:cNvPr>
          <p:cNvSpPr>
            <a:spLocks noChangeArrowheads="1"/>
          </p:cNvSpPr>
          <p:nvPr/>
        </p:nvSpPr>
        <p:spPr bwMode="auto">
          <a:xfrm>
            <a:off x="6006456" y="4843342"/>
            <a:ext cx="765685" cy="766777"/>
          </a:xfrm>
          <a:prstGeom prst="ellipse">
            <a:avLst/>
          </a:prstGeom>
          <a:solidFill>
            <a:schemeClr val="accent5"/>
          </a:solidFill>
          <a:ln>
            <a:noFill/>
          </a:ln>
        </p:spPr>
        <p:txBody>
          <a:bodyPr vert="horz" wrap="square" lIns="91440" tIns="45720" rIns="91440" bIns="45720" numCol="1" anchor="t" anchorCtr="0" compatLnSpc="1"/>
          <a:lstStyle/>
          <a:p>
            <a:endParaRPr lang="en-US"/>
          </a:p>
        </p:txBody>
      </p:sp>
      <p:sp>
        <p:nvSpPr>
          <p:cNvPr id="12" name="Oval 10">
            <a:extLst>
              <a:ext uri="{FF2B5EF4-FFF2-40B4-BE49-F238E27FC236}">
                <a16:creationId xmlns:a16="http://schemas.microsoft.com/office/drawing/2014/main" id="{2D11114B-1315-4EA8-B694-049B19C79626}"/>
              </a:ext>
            </a:extLst>
          </p:cNvPr>
          <p:cNvSpPr>
            <a:spLocks noChangeArrowheads="1"/>
          </p:cNvSpPr>
          <p:nvPr/>
        </p:nvSpPr>
        <p:spPr bwMode="auto">
          <a:xfrm>
            <a:off x="7507243" y="3543370"/>
            <a:ext cx="765685" cy="766777"/>
          </a:xfrm>
          <a:prstGeom prst="ellipse">
            <a:avLst/>
          </a:prstGeom>
          <a:solidFill>
            <a:schemeClr val="accent6"/>
          </a:solidFill>
          <a:ln>
            <a:noFill/>
          </a:ln>
        </p:spPr>
        <p:txBody>
          <a:bodyPr vert="horz" wrap="square" lIns="91440" tIns="45720" rIns="91440" bIns="45720" numCol="1" anchor="t" anchorCtr="0" compatLnSpc="1"/>
          <a:lstStyle/>
          <a:p>
            <a:endParaRPr lang="en-US"/>
          </a:p>
        </p:txBody>
      </p:sp>
      <p:sp>
        <p:nvSpPr>
          <p:cNvPr id="13" name="Inhaltsplatzhalter 4">
            <a:extLst>
              <a:ext uri="{FF2B5EF4-FFF2-40B4-BE49-F238E27FC236}">
                <a16:creationId xmlns:a16="http://schemas.microsoft.com/office/drawing/2014/main" id="{868EADEC-1C44-4F9E-86CD-A109E5BECA2B}"/>
              </a:ext>
            </a:extLst>
          </p:cNvPr>
          <p:cNvSpPr txBox="1"/>
          <p:nvPr/>
        </p:nvSpPr>
        <p:spPr>
          <a:xfrm>
            <a:off x="517091" y="2725447"/>
            <a:ext cx="3064667"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800" b="1" dirty="0">
                <a:solidFill>
                  <a:schemeClr val="accent2"/>
                </a:solidFill>
                <a:latin typeface="+mj-lt"/>
              </a:rPr>
              <a:t>小标题</a:t>
            </a:r>
            <a:br>
              <a:rPr lang="en-US" sz="1400" b="1" dirty="0">
                <a:solidFill>
                  <a:schemeClr val="accent1"/>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300" dirty="0">
              <a:solidFill>
                <a:schemeClr val="bg1">
                  <a:lumMod val="65000"/>
                </a:schemeClr>
              </a:solidFill>
              <a:latin typeface="+mn-lt"/>
            </a:endParaRPr>
          </a:p>
        </p:txBody>
      </p:sp>
      <p:sp>
        <p:nvSpPr>
          <p:cNvPr id="14" name="Inhaltsplatzhalter 4">
            <a:extLst>
              <a:ext uri="{FF2B5EF4-FFF2-40B4-BE49-F238E27FC236}">
                <a16:creationId xmlns:a16="http://schemas.microsoft.com/office/drawing/2014/main" id="{78F02094-6255-4C00-91C2-C62A34FB1B75}"/>
              </a:ext>
            </a:extLst>
          </p:cNvPr>
          <p:cNvSpPr txBox="1"/>
          <p:nvPr/>
        </p:nvSpPr>
        <p:spPr>
          <a:xfrm>
            <a:off x="8615722" y="1855216"/>
            <a:ext cx="3059186"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accent1"/>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300" dirty="0">
              <a:solidFill>
                <a:schemeClr val="bg1">
                  <a:lumMod val="65000"/>
                </a:schemeClr>
              </a:solidFill>
              <a:latin typeface="+mn-lt"/>
            </a:endParaRPr>
          </a:p>
        </p:txBody>
      </p:sp>
      <p:sp>
        <p:nvSpPr>
          <p:cNvPr id="15" name="Inhaltsplatzhalter 4">
            <a:extLst>
              <a:ext uri="{FF2B5EF4-FFF2-40B4-BE49-F238E27FC236}">
                <a16:creationId xmlns:a16="http://schemas.microsoft.com/office/drawing/2014/main" id="{0D3F0560-0AE8-4267-A7EC-798D9E3101D5}"/>
              </a:ext>
            </a:extLst>
          </p:cNvPr>
          <p:cNvSpPr txBox="1"/>
          <p:nvPr/>
        </p:nvSpPr>
        <p:spPr>
          <a:xfrm>
            <a:off x="517091" y="1297527"/>
            <a:ext cx="3064667"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800" b="1" dirty="0">
                <a:solidFill>
                  <a:schemeClr val="accent1"/>
                </a:solidFill>
                <a:latin typeface="+mj-lt"/>
              </a:rPr>
              <a:t>小标题</a:t>
            </a:r>
            <a:br>
              <a:rPr lang="en-US" sz="1400" b="1" dirty="0">
                <a:solidFill>
                  <a:schemeClr val="accent2"/>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100" dirty="0">
              <a:solidFill>
                <a:schemeClr val="bg1">
                  <a:lumMod val="65000"/>
                </a:schemeClr>
              </a:solidFill>
              <a:latin typeface="+mn-lt"/>
            </a:endParaRPr>
          </a:p>
        </p:txBody>
      </p:sp>
      <p:sp>
        <p:nvSpPr>
          <p:cNvPr id="16" name="Inhaltsplatzhalter 4">
            <a:extLst>
              <a:ext uri="{FF2B5EF4-FFF2-40B4-BE49-F238E27FC236}">
                <a16:creationId xmlns:a16="http://schemas.microsoft.com/office/drawing/2014/main" id="{D852AC82-F7A2-4CCE-8690-55AE9BB539A2}"/>
              </a:ext>
            </a:extLst>
          </p:cNvPr>
          <p:cNvSpPr txBox="1"/>
          <p:nvPr/>
        </p:nvSpPr>
        <p:spPr>
          <a:xfrm>
            <a:off x="517091" y="4153367"/>
            <a:ext cx="3064667"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800" b="1" dirty="0">
                <a:solidFill>
                  <a:schemeClr val="accent3"/>
                </a:solidFill>
                <a:latin typeface="+mj-lt"/>
              </a:rPr>
              <a:t>小标题</a:t>
            </a:r>
            <a:br>
              <a:rPr lang="en-US" sz="1400" b="1" dirty="0">
                <a:solidFill>
                  <a:schemeClr val="accent3"/>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300" dirty="0">
              <a:solidFill>
                <a:schemeClr val="bg1">
                  <a:lumMod val="65000"/>
                </a:schemeClr>
              </a:solidFill>
              <a:latin typeface="+mn-lt"/>
            </a:endParaRPr>
          </a:p>
        </p:txBody>
      </p:sp>
      <p:sp>
        <p:nvSpPr>
          <p:cNvPr id="17" name="Inhaltsplatzhalter 4">
            <a:extLst>
              <a:ext uri="{FF2B5EF4-FFF2-40B4-BE49-F238E27FC236}">
                <a16:creationId xmlns:a16="http://schemas.microsoft.com/office/drawing/2014/main" id="{5A390575-5120-470D-B8D8-697D7D5C1B6C}"/>
              </a:ext>
            </a:extLst>
          </p:cNvPr>
          <p:cNvSpPr txBox="1"/>
          <p:nvPr/>
        </p:nvSpPr>
        <p:spPr>
          <a:xfrm>
            <a:off x="8615722" y="3323586"/>
            <a:ext cx="3059186"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6"/>
                </a:solidFill>
                <a:latin typeface="+mj-lt"/>
              </a:rPr>
              <a:t>小标题</a:t>
            </a:r>
            <a:br>
              <a:rPr lang="en-US" sz="1400" b="1" dirty="0">
                <a:solidFill>
                  <a:schemeClr val="accent1"/>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300" dirty="0">
              <a:solidFill>
                <a:schemeClr val="bg1">
                  <a:lumMod val="65000"/>
                </a:schemeClr>
              </a:solidFill>
              <a:latin typeface="+mn-lt"/>
            </a:endParaRPr>
          </a:p>
        </p:txBody>
      </p:sp>
      <p:sp>
        <p:nvSpPr>
          <p:cNvPr id="18" name="Inhaltsplatzhalter 4">
            <a:extLst>
              <a:ext uri="{FF2B5EF4-FFF2-40B4-BE49-F238E27FC236}">
                <a16:creationId xmlns:a16="http://schemas.microsoft.com/office/drawing/2014/main" id="{70FAA06F-B6DB-4D61-8002-178135C9E00F}"/>
              </a:ext>
            </a:extLst>
          </p:cNvPr>
          <p:cNvSpPr txBox="1"/>
          <p:nvPr/>
        </p:nvSpPr>
        <p:spPr>
          <a:xfrm>
            <a:off x="8615722" y="4791956"/>
            <a:ext cx="3059186" cy="111492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5"/>
                </a:solidFill>
                <a:latin typeface="+mj-lt"/>
              </a:rPr>
              <a:t>小标题</a:t>
            </a:r>
            <a:br>
              <a:rPr lang="en-US" sz="1400" b="1" dirty="0">
                <a:solidFill>
                  <a:schemeClr val="accent1"/>
                </a:solidFill>
                <a:latin typeface="+mj-lt"/>
              </a:rPr>
            </a:b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a:t>
            </a:r>
            <a:endParaRPr lang="en-US" sz="1300" dirty="0">
              <a:solidFill>
                <a:schemeClr val="bg1">
                  <a:lumMod val="65000"/>
                </a:schemeClr>
              </a:solidFill>
              <a:latin typeface="+mn-lt"/>
            </a:endParaRPr>
          </a:p>
        </p:txBody>
      </p:sp>
      <p:cxnSp>
        <p:nvCxnSpPr>
          <p:cNvPr id="19" name="Straight Connector 100">
            <a:extLst>
              <a:ext uri="{FF2B5EF4-FFF2-40B4-BE49-F238E27FC236}">
                <a16:creationId xmlns:a16="http://schemas.microsoft.com/office/drawing/2014/main" id="{160AA618-E68F-4A5C-85DF-A637644A29FF}"/>
              </a:ext>
            </a:extLst>
          </p:cNvPr>
          <p:cNvCxnSpPr/>
          <p:nvPr/>
        </p:nvCxnSpPr>
        <p:spPr>
          <a:xfrm>
            <a:off x="3742511" y="1766886"/>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0" name="Straight Connector 101">
            <a:extLst>
              <a:ext uri="{FF2B5EF4-FFF2-40B4-BE49-F238E27FC236}">
                <a16:creationId xmlns:a16="http://schemas.microsoft.com/office/drawing/2014/main" id="{CE867318-9B25-4222-828C-44D2D3E56601}"/>
              </a:ext>
            </a:extLst>
          </p:cNvPr>
          <p:cNvCxnSpPr/>
          <p:nvPr/>
        </p:nvCxnSpPr>
        <p:spPr>
          <a:xfrm>
            <a:off x="7085958" y="5261315"/>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21" name="Group 102">
            <a:extLst>
              <a:ext uri="{FF2B5EF4-FFF2-40B4-BE49-F238E27FC236}">
                <a16:creationId xmlns:a16="http://schemas.microsoft.com/office/drawing/2014/main" id="{C8FEAA7D-626C-4703-B5E0-4CEB46484392}"/>
              </a:ext>
            </a:extLst>
          </p:cNvPr>
          <p:cNvGrpSpPr/>
          <p:nvPr/>
        </p:nvGrpSpPr>
        <p:grpSpPr>
          <a:xfrm>
            <a:off x="5562078" y="1605545"/>
            <a:ext cx="386963" cy="322683"/>
            <a:chOff x="10987088" y="1993900"/>
            <a:chExt cx="477837" cy="398463"/>
          </a:xfrm>
          <a:solidFill>
            <a:schemeClr val="bg1"/>
          </a:solidFill>
        </p:grpSpPr>
        <p:sp>
          <p:nvSpPr>
            <p:cNvPr id="43" name="Freeform 107">
              <a:extLst>
                <a:ext uri="{FF2B5EF4-FFF2-40B4-BE49-F238E27FC236}">
                  <a16:creationId xmlns:a16="http://schemas.microsoft.com/office/drawing/2014/main" id="{A63521DF-B2F3-4D9A-8255-228B97D22A63}"/>
                </a:ext>
              </a:extLst>
            </p:cNvPr>
            <p:cNvSpPr/>
            <p:nvPr/>
          </p:nvSpPr>
          <p:spPr bwMode="auto">
            <a:xfrm>
              <a:off x="10987088" y="1993900"/>
              <a:ext cx="396875" cy="398463"/>
            </a:xfrm>
            <a:custGeom>
              <a:avLst/>
              <a:gdLst>
                <a:gd name="T0" fmla="*/ 0 w 2745"/>
                <a:gd name="T1" fmla="*/ 0 h 2770"/>
                <a:gd name="T2" fmla="*/ 371 w 2745"/>
                <a:gd name="T3" fmla="*/ 0 h 2770"/>
                <a:gd name="T4" fmla="*/ 371 w 2745"/>
                <a:gd name="T5" fmla="*/ 2398 h 2770"/>
                <a:gd name="T6" fmla="*/ 2745 w 2745"/>
                <a:gd name="T7" fmla="*/ 2398 h 2770"/>
                <a:gd name="T8" fmla="*/ 2745 w 2745"/>
                <a:gd name="T9" fmla="*/ 2770 h 2770"/>
                <a:gd name="T10" fmla="*/ 0 w 2745"/>
                <a:gd name="T11" fmla="*/ 2770 h 2770"/>
                <a:gd name="T12" fmla="*/ 0 w 2745"/>
                <a:gd name="T13" fmla="*/ 0 h 2770"/>
              </a:gdLst>
              <a:ahLst/>
              <a:cxnLst>
                <a:cxn ang="0">
                  <a:pos x="T0" y="T1"/>
                </a:cxn>
                <a:cxn ang="0">
                  <a:pos x="T2" y="T3"/>
                </a:cxn>
                <a:cxn ang="0">
                  <a:pos x="T4" y="T5"/>
                </a:cxn>
                <a:cxn ang="0">
                  <a:pos x="T6" y="T7"/>
                </a:cxn>
                <a:cxn ang="0">
                  <a:pos x="T8" y="T9"/>
                </a:cxn>
                <a:cxn ang="0">
                  <a:pos x="T10" y="T11"/>
                </a:cxn>
                <a:cxn ang="0">
                  <a:pos x="T12" y="T13"/>
                </a:cxn>
              </a:cxnLst>
              <a:rect l="0" t="0" r="r" b="b"/>
              <a:pathLst>
                <a:path w="2745" h="2770">
                  <a:moveTo>
                    <a:pt x="0" y="0"/>
                  </a:moveTo>
                  <a:lnTo>
                    <a:pt x="371" y="0"/>
                  </a:lnTo>
                  <a:lnTo>
                    <a:pt x="371" y="2398"/>
                  </a:lnTo>
                  <a:lnTo>
                    <a:pt x="2745" y="2398"/>
                  </a:lnTo>
                  <a:lnTo>
                    <a:pt x="2745" y="2770"/>
                  </a:lnTo>
                  <a:lnTo>
                    <a:pt x="0" y="2770"/>
                  </a:lnTo>
                  <a:lnTo>
                    <a:pt x="0"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44" name="Freeform 108">
              <a:extLst>
                <a:ext uri="{FF2B5EF4-FFF2-40B4-BE49-F238E27FC236}">
                  <a16:creationId xmlns:a16="http://schemas.microsoft.com/office/drawing/2014/main" id="{F841B4C6-082F-4910-91AC-53449B7F6B2F}"/>
                </a:ext>
              </a:extLst>
            </p:cNvPr>
            <p:cNvSpPr/>
            <p:nvPr/>
          </p:nvSpPr>
          <p:spPr bwMode="auto">
            <a:xfrm>
              <a:off x="11066463" y="2047875"/>
              <a:ext cx="398462" cy="249238"/>
            </a:xfrm>
            <a:custGeom>
              <a:avLst/>
              <a:gdLst>
                <a:gd name="T0" fmla="*/ 2761 w 2761"/>
                <a:gd name="T1" fmla="*/ 0 h 1725"/>
                <a:gd name="T2" fmla="*/ 2559 w 2761"/>
                <a:gd name="T3" fmla="*/ 1146 h 1725"/>
                <a:gd name="T4" fmla="*/ 2274 w 2761"/>
                <a:gd name="T5" fmla="*/ 861 h 1725"/>
                <a:gd name="T6" fmla="*/ 1411 w 2761"/>
                <a:gd name="T7" fmla="*/ 1725 h 1725"/>
                <a:gd name="T8" fmla="*/ 864 w 2761"/>
                <a:gd name="T9" fmla="*/ 1177 h 1725"/>
                <a:gd name="T10" fmla="*/ 349 w 2761"/>
                <a:gd name="T11" fmla="*/ 1693 h 1725"/>
                <a:gd name="T12" fmla="*/ 0 w 2761"/>
                <a:gd name="T13" fmla="*/ 1341 h 1725"/>
                <a:gd name="T14" fmla="*/ 864 w 2761"/>
                <a:gd name="T15" fmla="*/ 476 h 1725"/>
                <a:gd name="T16" fmla="*/ 1411 w 2761"/>
                <a:gd name="T17" fmla="*/ 1025 h 1725"/>
                <a:gd name="T18" fmla="*/ 1924 w 2761"/>
                <a:gd name="T19" fmla="*/ 509 h 1725"/>
                <a:gd name="T20" fmla="*/ 1618 w 2761"/>
                <a:gd name="T21" fmla="*/ 202 h 1725"/>
                <a:gd name="T22" fmla="*/ 2761 w 2761"/>
                <a:gd name="T23" fmla="*/ 0 h 1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761" h="1725">
                  <a:moveTo>
                    <a:pt x="2761" y="0"/>
                  </a:moveTo>
                  <a:lnTo>
                    <a:pt x="2559" y="1146"/>
                  </a:lnTo>
                  <a:lnTo>
                    <a:pt x="2274" y="861"/>
                  </a:lnTo>
                  <a:lnTo>
                    <a:pt x="1411" y="1725"/>
                  </a:lnTo>
                  <a:lnTo>
                    <a:pt x="864" y="1177"/>
                  </a:lnTo>
                  <a:lnTo>
                    <a:pt x="349" y="1693"/>
                  </a:lnTo>
                  <a:lnTo>
                    <a:pt x="0" y="1341"/>
                  </a:lnTo>
                  <a:lnTo>
                    <a:pt x="864" y="476"/>
                  </a:lnTo>
                  <a:lnTo>
                    <a:pt x="1411" y="1025"/>
                  </a:lnTo>
                  <a:lnTo>
                    <a:pt x="1924" y="509"/>
                  </a:lnTo>
                  <a:lnTo>
                    <a:pt x="1618" y="202"/>
                  </a:lnTo>
                  <a:lnTo>
                    <a:pt x="2761" y="0"/>
                  </a:lnTo>
                  <a:close/>
                </a:path>
              </a:pathLst>
            </a:custGeom>
            <a:grpFill/>
            <a:ln w="0">
              <a:noFill/>
              <a:prstDash val="solid"/>
              <a:round/>
            </a:ln>
          </p:spPr>
          <p:txBody>
            <a:bodyPr vert="horz" wrap="square" lIns="91440" tIns="45720" rIns="91440" bIns="45720" numCol="1" anchor="t" anchorCtr="0" compatLnSpc="1"/>
            <a:lstStyle/>
            <a:p>
              <a:endParaRPr lang="en-US"/>
            </a:p>
          </p:txBody>
        </p:sp>
      </p:grpSp>
      <p:grpSp>
        <p:nvGrpSpPr>
          <p:cNvPr id="22" name="Group 105">
            <a:extLst>
              <a:ext uri="{FF2B5EF4-FFF2-40B4-BE49-F238E27FC236}">
                <a16:creationId xmlns:a16="http://schemas.microsoft.com/office/drawing/2014/main" id="{05F07657-3752-41BF-B3C2-5F6473631BBB}"/>
              </a:ext>
            </a:extLst>
          </p:cNvPr>
          <p:cNvGrpSpPr/>
          <p:nvPr/>
        </p:nvGrpSpPr>
        <p:grpSpPr>
          <a:xfrm>
            <a:off x="7108323" y="2053435"/>
            <a:ext cx="616130" cy="542280"/>
            <a:chOff x="10059988" y="2759075"/>
            <a:chExt cx="463550" cy="407988"/>
          </a:xfrm>
          <a:solidFill>
            <a:schemeClr val="bg1"/>
          </a:solidFill>
        </p:grpSpPr>
        <p:sp>
          <p:nvSpPr>
            <p:cNvPr id="39" name="Freeform 182">
              <a:extLst>
                <a:ext uri="{FF2B5EF4-FFF2-40B4-BE49-F238E27FC236}">
                  <a16:creationId xmlns:a16="http://schemas.microsoft.com/office/drawing/2014/main" id="{45A2ED17-4DE7-4577-8D66-03F6F4F6C7C7}"/>
                </a:ext>
              </a:extLst>
            </p:cNvPr>
            <p:cNvSpPr/>
            <p:nvPr/>
          </p:nvSpPr>
          <p:spPr bwMode="auto">
            <a:xfrm>
              <a:off x="10059988" y="2759075"/>
              <a:ext cx="463550" cy="168275"/>
            </a:xfrm>
            <a:custGeom>
              <a:avLst/>
              <a:gdLst>
                <a:gd name="T0" fmla="*/ 1606 w 3212"/>
                <a:gd name="T1" fmla="*/ 0 h 1164"/>
                <a:gd name="T2" fmla="*/ 1815 w 3212"/>
                <a:gd name="T3" fmla="*/ 5 h 1164"/>
                <a:gd name="T4" fmla="*/ 2016 w 3212"/>
                <a:gd name="T5" fmla="*/ 19 h 1164"/>
                <a:gd name="T6" fmla="*/ 2208 w 3212"/>
                <a:gd name="T7" fmla="*/ 43 h 1164"/>
                <a:gd name="T8" fmla="*/ 2388 w 3212"/>
                <a:gd name="T9" fmla="*/ 74 h 1164"/>
                <a:gd name="T10" fmla="*/ 2554 w 3212"/>
                <a:gd name="T11" fmla="*/ 112 h 1164"/>
                <a:gd name="T12" fmla="*/ 2706 w 3212"/>
                <a:gd name="T13" fmla="*/ 158 h 1164"/>
                <a:gd name="T14" fmla="*/ 2841 w 3212"/>
                <a:gd name="T15" fmla="*/ 210 h 1164"/>
                <a:gd name="T16" fmla="*/ 2958 w 3212"/>
                <a:gd name="T17" fmla="*/ 268 h 1164"/>
                <a:gd name="T18" fmla="*/ 3055 w 3212"/>
                <a:gd name="T19" fmla="*/ 331 h 1164"/>
                <a:gd name="T20" fmla="*/ 3130 w 3212"/>
                <a:gd name="T21" fmla="*/ 398 h 1164"/>
                <a:gd name="T22" fmla="*/ 3182 w 3212"/>
                <a:gd name="T23" fmla="*/ 469 h 1164"/>
                <a:gd name="T24" fmla="*/ 3209 w 3212"/>
                <a:gd name="T25" fmla="*/ 544 h 1164"/>
                <a:gd name="T26" fmla="*/ 3209 w 3212"/>
                <a:gd name="T27" fmla="*/ 620 h 1164"/>
                <a:gd name="T28" fmla="*/ 3182 w 3212"/>
                <a:gd name="T29" fmla="*/ 695 h 1164"/>
                <a:gd name="T30" fmla="*/ 3130 w 3212"/>
                <a:gd name="T31" fmla="*/ 766 h 1164"/>
                <a:gd name="T32" fmla="*/ 3055 w 3212"/>
                <a:gd name="T33" fmla="*/ 833 h 1164"/>
                <a:gd name="T34" fmla="*/ 2958 w 3212"/>
                <a:gd name="T35" fmla="*/ 896 h 1164"/>
                <a:gd name="T36" fmla="*/ 2841 w 3212"/>
                <a:gd name="T37" fmla="*/ 954 h 1164"/>
                <a:gd name="T38" fmla="*/ 2706 w 3212"/>
                <a:gd name="T39" fmla="*/ 1006 h 1164"/>
                <a:gd name="T40" fmla="*/ 2554 w 3212"/>
                <a:gd name="T41" fmla="*/ 1052 h 1164"/>
                <a:gd name="T42" fmla="*/ 2388 w 3212"/>
                <a:gd name="T43" fmla="*/ 1090 h 1164"/>
                <a:gd name="T44" fmla="*/ 2208 w 3212"/>
                <a:gd name="T45" fmla="*/ 1122 h 1164"/>
                <a:gd name="T46" fmla="*/ 2016 w 3212"/>
                <a:gd name="T47" fmla="*/ 1145 h 1164"/>
                <a:gd name="T48" fmla="*/ 1815 w 3212"/>
                <a:gd name="T49" fmla="*/ 1159 h 1164"/>
                <a:gd name="T50" fmla="*/ 1606 w 3212"/>
                <a:gd name="T51" fmla="*/ 1164 h 1164"/>
                <a:gd name="T52" fmla="*/ 1397 w 3212"/>
                <a:gd name="T53" fmla="*/ 1159 h 1164"/>
                <a:gd name="T54" fmla="*/ 1195 w 3212"/>
                <a:gd name="T55" fmla="*/ 1145 h 1164"/>
                <a:gd name="T56" fmla="*/ 1004 w 3212"/>
                <a:gd name="T57" fmla="*/ 1122 h 1164"/>
                <a:gd name="T58" fmla="*/ 824 w 3212"/>
                <a:gd name="T59" fmla="*/ 1090 h 1164"/>
                <a:gd name="T60" fmla="*/ 658 w 3212"/>
                <a:gd name="T61" fmla="*/ 1052 h 1164"/>
                <a:gd name="T62" fmla="*/ 506 w 3212"/>
                <a:gd name="T63" fmla="*/ 1006 h 1164"/>
                <a:gd name="T64" fmla="*/ 371 w 3212"/>
                <a:gd name="T65" fmla="*/ 954 h 1164"/>
                <a:gd name="T66" fmla="*/ 254 w 3212"/>
                <a:gd name="T67" fmla="*/ 896 h 1164"/>
                <a:gd name="T68" fmla="*/ 157 w 3212"/>
                <a:gd name="T69" fmla="*/ 833 h 1164"/>
                <a:gd name="T70" fmla="*/ 82 w 3212"/>
                <a:gd name="T71" fmla="*/ 766 h 1164"/>
                <a:gd name="T72" fmla="*/ 30 w 3212"/>
                <a:gd name="T73" fmla="*/ 695 h 1164"/>
                <a:gd name="T74" fmla="*/ 3 w 3212"/>
                <a:gd name="T75" fmla="*/ 620 h 1164"/>
                <a:gd name="T76" fmla="*/ 3 w 3212"/>
                <a:gd name="T77" fmla="*/ 544 h 1164"/>
                <a:gd name="T78" fmla="*/ 30 w 3212"/>
                <a:gd name="T79" fmla="*/ 469 h 1164"/>
                <a:gd name="T80" fmla="*/ 82 w 3212"/>
                <a:gd name="T81" fmla="*/ 398 h 1164"/>
                <a:gd name="T82" fmla="*/ 157 w 3212"/>
                <a:gd name="T83" fmla="*/ 331 h 1164"/>
                <a:gd name="T84" fmla="*/ 254 w 3212"/>
                <a:gd name="T85" fmla="*/ 268 h 1164"/>
                <a:gd name="T86" fmla="*/ 371 w 3212"/>
                <a:gd name="T87" fmla="*/ 210 h 1164"/>
                <a:gd name="T88" fmla="*/ 506 w 3212"/>
                <a:gd name="T89" fmla="*/ 158 h 1164"/>
                <a:gd name="T90" fmla="*/ 658 w 3212"/>
                <a:gd name="T91" fmla="*/ 112 h 1164"/>
                <a:gd name="T92" fmla="*/ 824 w 3212"/>
                <a:gd name="T93" fmla="*/ 74 h 1164"/>
                <a:gd name="T94" fmla="*/ 1004 w 3212"/>
                <a:gd name="T95" fmla="*/ 43 h 1164"/>
                <a:gd name="T96" fmla="*/ 1195 w 3212"/>
                <a:gd name="T97" fmla="*/ 19 h 1164"/>
                <a:gd name="T98" fmla="*/ 1397 w 3212"/>
                <a:gd name="T99" fmla="*/ 5 h 1164"/>
                <a:gd name="T100" fmla="*/ 1606 w 3212"/>
                <a:gd name="T101" fmla="*/ 0 h 1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212" h="1164">
                  <a:moveTo>
                    <a:pt x="1606" y="0"/>
                  </a:moveTo>
                  <a:lnTo>
                    <a:pt x="1606" y="0"/>
                  </a:lnTo>
                  <a:lnTo>
                    <a:pt x="1712" y="2"/>
                  </a:lnTo>
                  <a:lnTo>
                    <a:pt x="1815" y="5"/>
                  </a:lnTo>
                  <a:lnTo>
                    <a:pt x="1917" y="11"/>
                  </a:lnTo>
                  <a:lnTo>
                    <a:pt x="2016" y="19"/>
                  </a:lnTo>
                  <a:lnTo>
                    <a:pt x="2114" y="30"/>
                  </a:lnTo>
                  <a:lnTo>
                    <a:pt x="2208" y="43"/>
                  </a:lnTo>
                  <a:lnTo>
                    <a:pt x="2299" y="57"/>
                  </a:lnTo>
                  <a:lnTo>
                    <a:pt x="2388" y="74"/>
                  </a:lnTo>
                  <a:lnTo>
                    <a:pt x="2472" y="92"/>
                  </a:lnTo>
                  <a:lnTo>
                    <a:pt x="2554" y="112"/>
                  </a:lnTo>
                  <a:lnTo>
                    <a:pt x="2632" y="135"/>
                  </a:lnTo>
                  <a:lnTo>
                    <a:pt x="2706" y="158"/>
                  </a:lnTo>
                  <a:lnTo>
                    <a:pt x="2775" y="183"/>
                  </a:lnTo>
                  <a:lnTo>
                    <a:pt x="2841" y="210"/>
                  </a:lnTo>
                  <a:lnTo>
                    <a:pt x="2902" y="238"/>
                  </a:lnTo>
                  <a:lnTo>
                    <a:pt x="2958" y="268"/>
                  </a:lnTo>
                  <a:lnTo>
                    <a:pt x="3009" y="299"/>
                  </a:lnTo>
                  <a:lnTo>
                    <a:pt x="3055" y="331"/>
                  </a:lnTo>
                  <a:lnTo>
                    <a:pt x="3096" y="364"/>
                  </a:lnTo>
                  <a:lnTo>
                    <a:pt x="3130" y="398"/>
                  </a:lnTo>
                  <a:lnTo>
                    <a:pt x="3159" y="433"/>
                  </a:lnTo>
                  <a:lnTo>
                    <a:pt x="3182" y="469"/>
                  </a:lnTo>
                  <a:lnTo>
                    <a:pt x="3199" y="506"/>
                  </a:lnTo>
                  <a:lnTo>
                    <a:pt x="3209" y="544"/>
                  </a:lnTo>
                  <a:lnTo>
                    <a:pt x="3212" y="582"/>
                  </a:lnTo>
                  <a:lnTo>
                    <a:pt x="3209" y="620"/>
                  </a:lnTo>
                  <a:lnTo>
                    <a:pt x="3199" y="658"/>
                  </a:lnTo>
                  <a:lnTo>
                    <a:pt x="3182" y="695"/>
                  </a:lnTo>
                  <a:lnTo>
                    <a:pt x="3159" y="731"/>
                  </a:lnTo>
                  <a:lnTo>
                    <a:pt x="3130" y="766"/>
                  </a:lnTo>
                  <a:lnTo>
                    <a:pt x="3096" y="800"/>
                  </a:lnTo>
                  <a:lnTo>
                    <a:pt x="3055" y="833"/>
                  </a:lnTo>
                  <a:lnTo>
                    <a:pt x="3009" y="865"/>
                  </a:lnTo>
                  <a:lnTo>
                    <a:pt x="2958" y="896"/>
                  </a:lnTo>
                  <a:lnTo>
                    <a:pt x="2902" y="926"/>
                  </a:lnTo>
                  <a:lnTo>
                    <a:pt x="2841" y="954"/>
                  </a:lnTo>
                  <a:lnTo>
                    <a:pt x="2775" y="981"/>
                  </a:lnTo>
                  <a:lnTo>
                    <a:pt x="2706" y="1006"/>
                  </a:lnTo>
                  <a:lnTo>
                    <a:pt x="2632" y="1030"/>
                  </a:lnTo>
                  <a:lnTo>
                    <a:pt x="2554" y="1052"/>
                  </a:lnTo>
                  <a:lnTo>
                    <a:pt x="2472" y="1072"/>
                  </a:lnTo>
                  <a:lnTo>
                    <a:pt x="2388" y="1090"/>
                  </a:lnTo>
                  <a:lnTo>
                    <a:pt x="2299" y="1107"/>
                  </a:lnTo>
                  <a:lnTo>
                    <a:pt x="2208" y="1122"/>
                  </a:lnTo>
                  <a:lnTo>
                    <a:pt x="2114" y="1134"/>
                  </a:lnTo>
                  <a:lnTo>
                    <a:pt x="2016" y="1145"/>
                  </a:lnTo>
                  <a:lnTo>
                    <a:pt x="1917" y="1153"/>
                  </a:lnTo>
                  <a:lnTo>
                    <a:pt x="1815" y="1159"/>
                  </a:lnTo>
                  <a:lnTo>
                    <a:pt x="1712" y="1163"/>
                  </a:lnTo>
                  <a:lnTo>
                    <a:pt x="1606" y="1164"/>
                  </a:lnTo>
                  <a:lnTo>
                    <a:pt x="1500" y="1163"/>
                  </a:lnTo>
                  <a:lnTo>
                    <a:pt x="1397" y="1159"/>
                  </a:lnTo>
                  <a:lnTo>
                    <a:pt x="1295" y="1153"/>
                  </a:lnTo>
                  <a:lnTo>
                    <a:pt x="1195" y="1145"/>
                  </a:lnTo>
                  <a:lnTo>
                    <a:pt x="1098" y="1134"/>
                  </a:lnTo>
                  <a:lnTo>
                    <a:pt x="1004" y="1122"/>
                  </a:lnTo>
                  <a:lnTo>
                    <a:pt x="912" y="1107"/>
                  </a:lnTo>
                  <a:lnTo>
                    <a:pt x="824" y="1090"/>
                  </a:lnTo>
                  <a:lnTo>
                    <a:pt x="739" y="1072"/>
                  </a:lnTo>
                  <a:lnTo>
                    <a:pt x="658" y="1052"/>
                  </a:lnTo>
                  <a:lnTo>
                    <a:pt x="580" y="1030"/>
                  </a:lnTo>
                  <a:lnTo>
                    <a:pt x="506" y="1006"/>
                  </a:lnTo>
                  <a:lnTo>
                    <a:pt x="436" y="981"/>
                  </a:lnTo>
                  <a:lnTo>
                    <a:pt x="371" y="954"/>
                  </a:lnTo>
                  <a:lnTo>
                    <a:pt x="310" y="926"/>
                  </a:lnTo>
                  <a:lnTo>
                    <a:pt x="254" y="896"/>
                  </a:lnTo>
                  <a:lnTo>
                    <a:pt x="203" y="865"/>
                  </a:lnTo>
                  <a:lnTo>
                    <a:pt x="157" y="833"/>
                  </a:lnTo>
                  <a:lnTo>
                    <a:pt x="116" y="800"/>
                  </a:lnTo>
                  <a:lnTo>
                    <a:pt x="82" y="766"/>
                  </a:lnTo>
                  <a:lnTo>
                    <a:pt x="53" y="731"/>
                  </a:lnTo>
                  <a:lnTo>
                    <a:pt x="30" y="695"/>
                  </a:lnTo>
                  <a:lnTo>
                    <a:pt x="13" y="658"/>
                  </a:lnTo>
                  <a:lnTo>
                    <a:pt x="3" y="620"/>
                  </a:lnTo>
                  <a:lnTo>
                    <a:pt x="0" y="582"/>
                  </a:lnTo>
                  <a:lnTo>
                    <a:pt x="3" y="544"/>
                  </a:lnTo>
                  <a:lnTo>
                    <a:pt x="13" y="506"/>
                  </a:lnTo>
                  <a:lnTo>
                    <a:pt x="30" y="469"/>
                  </a:lnTo>
                  <a:lnTo>
                    <a:pt x="53" y="433"/>
                  </a:lnTo>
                  <a:lnTo>
                    <a:pt x="82" y="398"/>
                  </a:lnTo>
                  <a:lnTo>
                    <a:pt x="116" y="364"/>
                  </a:lnTo>
                  <a:lnTo>
                    <a:pt x="157" y="331"/>
                  </a:lnTo>
                  <a:lnTo>
                    <a:pt x="203" y="299"/>
                  </a:lnTo>
                  <a:lnTo>
                    <a:pt x="254" y="268"/>
                  </a:lnTo>
                  <a:lnTo>
                    <a:pt x="310" y="238"/>
                  </a:lnTo>
                  <a:lnTo>
                    <a:pt x="371" y="210"/>
                  </a:lnTo>
                  <a:lnTo>
                    <a:pt x="436" y="183"/>
                  </a:lnTo>
                  <a:lnTo>
                    <a:pt x="506" y="158"/>
                  </a:lnTo>
                  <a:lnTo>
                    <a:pt x="580" y="135"/>
                  </a:lnTo>
                  <a:lnTo>
                    <a:pt x="658" y="112"/>
                  </a:lnTo>
                  <a:lnTo>
                    <a:pt x="739" y="92"/>
                  </a:lnTo>
                  <a:lnTo>
                    <a:pt x="824" y="74"/>
                  </a:lnTo>
                  <a:lnTo>
                    <a:pt x="912" y="57"/>
                  </a:lnTo>
                  <a:lnTo>
                    <a:pt x="1004" y="43"/>
                  </a:lnTo>
                  <a:lnTo>
                    <a:pt x="1098" y="30"/>
                  </a:lnTo>
                  <a:lnTo>
                    <a:pt x="1195" y="19"/>
                  </a:lnTo>
                  <a:lnTo>
                    <a:pt x="1295" y="11"/>
                  </a:lnTo>
                  <a:lnTo>
                    <a:pt x="1397" y="5"/>
                  </a:lnTo>
                  <a:lnTo>
                    <a:pt x="1500" y="2"/>
                  </a:lnTo>
                  <a:lnTo>
                    <a:pt x="1606"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40" name="Freeform 183">
              <a:extLst>
                <a:ext uri="{FF2B5EF4-FFF2-40B4-BE49-F238E27FC236}">
                  <a16:creationId xmlns:a16="http://schemas.microsoft.com/office/drawing/2014/main" id="{E9490423-4757-478D-8128-FDFEB952F980}"/>
                </a:ext>
              </a:extLst>
            </p:cNvPr>
            <p:cNvSpPr/>
            <p:nvPr/>
          </p:nvSpPr>
          <p:spPr bwMode="auto">
            <a:xfrm>
              <a:off x="10059988" y="2917825"/>
              <a:ext cx="463550" cy="93663"/>
            </a:xfrm>
            <a:custGeom>
              <a:avLst/>
              <a:gdLst>
                <a:gd name="T0" fmla="*/ 87 w 3212"/>
                <a:gd name="T1" fmla="*/ 40 h 648"/>
                <a:gd name="T2" fmla="*/ 256 w 3212"/>
                <a:gd name="T3" fmla="*/ 114 h 648"/>
                <a:gd name="T4" fmla="*/ 442 w 3212"/>
                <a:gd name="T5" fmla="*/ 179 h 648"/>
                <a:gd name="T6" fmla="*/ 647 w 3212"/>
                <a:gd name="T7" fmla="*/ 233 h 648"/>
                <a:gd name="T8" fmla="*/ 869 w 3212"/>
                <a:gd name="T9" fmla="*/ 277 h 648"/>
                <a:gd name="T10" fmla="*/ 1103 w 3212"/>
                <a:gd name="T11" fmla="*/ 310 h 648"/>
                <a:gd name="T12" fmla="*/ 1349 w 3212"/>
                <a:gd name="T13" fmla="*/ 330 h 648"/>
                <a:gd name="T14" fmla="*/ 1606 w 3212"/>
                <a:gd name="T15" fmla="*/ 338 h 648"/>
                <a:gd name="T16" fmla="*/ 1862 w 3212"/>
                <a:gd name="T17" fmla="*/ 330 h 648"/>
                <a:gd name="T18" fmla="*/ 2109 w 3212"/>
                <a:gd name="T19" fmla="*/ 310 h 648"/>
                <a:gd name="T20" fmla="*/ 2343 w 3212"/>
                <a:gd name="T21" fmla="*/ 277 h 648"/>
                <a:gd name="T22" fmla="*/ 2564 w 3212"/>
                <a:gd name="T23" fmla="*/ 233 h 648"/>
                <a:gd name="T24" fmla="*/ 2769 w 3212"/>
                <a:gd name="T25" fmla="*/ 179 h 648"/>
                <a:gd name="T26" fmla="*/ 2957 w 3212"/>
                <a:gd name="T27" fmla="*/ 114 h 648"/>
                <a:gd name="T28" fmla="*/ 3125 w 3212"/>
                <a:gd name="T29" fmla="*/ 40 h 648"/>
                <a:gd name="T30" fmla="*/ 3209 w 3212"/>
                <a:gd name="T31" fmla="*/ 33 h 648"/>
                <a:gd name="T32" fmla="*/ 3209 w 3212"/>
                <a:gd name="T33" fmla="*/ 104 h 648"/>
                <a:gd name="T34" fmla="*/ 3182 w 3212"/>
                <a:gd name="T35" fmla="*/ 179 h 648"/>
                <a:gd name="T36" fmla="*/ 3130 w 3212"/>
                <a:gd name="T37" fmla="*/ 250 h 648"/>
                <a:gd name="T38" fmla="*/ 3055 w 3212"/>
                <a:gd name="T39" fmla="*/ 317 h 648"/>
                <a:gd name="T40" fmla="*/ 2958 w 3212"/>
                <a:gd name="T41" fmla="*/ 381 h 648"/>
                <a:gd name="T42" fmla="*/ 2841 w 3212"/>
                <a:gd name="T43" fmla="*/ 439 h 648"/>
                <a:gd name="T44" fmla="*/ 2706 w 3212"/>
                <a:gd name="T45" fmla="*/ 491 h 648"/>
                <a:gd name="T46" fmla="*/ 2554 w 3212"/>
                <a:gd name="T47" fmla="*/ 536 h 648"/>
                <a:gd name="T48" fmla="*/ 2388 w 3212"/>
                <a:gd name="T49" fmla="*/ 575 h 648"/>
                <a:gd name="T50" fmla="*/ 2208 w 3212"/>
                <a:gd name="T51" fmla="*/ 606 h 648"/>
                <a:gd name="T52" fmla="*/ 2016 w 3212"/>
                <a:gd name="T53" fmla="*/ 629 h 648"/>
                <a:gd name="T54" fmla="*/ 1815 w 3212"/>
                <a:gd name="T55" fmla="*/ 644 h 648"/>
                <a:gd name="T56" fmla="*/ 1606 w 3212"/>
                <a:gd name="T57" fmla="*/ 648 h 648"/>
                <a:gd name="T58" fmla="*/ 1397 w 3212"/>
                <a:gd name="T59" fmla="*/ 644 h 648"/>
                <a:gd name="T60" fmla="*/ 1195 w 3212"/>
                <a:gd name="T61" fmla="*/ 629 h 648"/>
                <a:gd name="T62" fmla="*/ 1004 w 3212"/>
                <a:gd name="T63" fmla="*/ 606 h 648"/>
                <a:gd name="T64" fmla="*/ 824 w 3212"/>
                <a:gd name="T65" fmla="*/ 575 h 648"/>
                <a:gd name="T66" fmla="*/ 658 w 3212"/>
                <a:gd name="T67" fmla="*/ 536 h 648"/>
                <a:gd name="T68" fmla="*/ 506 w 3212"/>
                <a:gd name="T69" fmla="*/ 491 h 648"/>
                <a:gd name="T70" fmla="*/ 371 w 3212"/>
                <a:gd name="T71" fmla="*/ 439 h 648"/>
                <a:gd name="T72" fmla="*/ 254 w 3212"/>
                <a:gd name="T73" fmla="*/ 381 h 648"/>
                <a:gd name="T74" fmla="*/ 157 w 3212"/>
                <a:gd name="T75" fmla="*/ 317 h 648"/>
                <a:gd name="T76" fmla="*/ 82 w 3212"/>
                <a:gd name="T77" fmla="*/ 250 h 648"/>
                <a:gd name="T78" fmla="*/ 30 w 3212"/>
                <a:gd name="T79" fmla="*/ 179 h 648"/>
                <a:gd name="T80" fmla="*/ 3 w 3212"/>
                <a:gd name="T81" fmla="*/ 104 h 648"/>
                <a:gd name="T82" fmla="*/ 3 w 3212"/>
                <a:gd name="T83" fmla="*/ 33 h 6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12" h="648">
                  <a:moveTo>
                    <a:pt x="11" y="0"/>
                  </a:moveTo>
                  <a:lnTo>
                    <a:pt x="87" y="40"/>
                  </a:lnTo>
                  <a:lnTo>
                    <a:pt x="169" y="78"/>
                  </a:lnTo>
                  <a:lnTo>
                    <a:pt x="256" y="114"/>
                  </a:lnTo>
                  <a:lnTo>
                    <a:pt x="346" y="147"/>
                  </a:lnTo>
                  <a:lnTo>
                    <a:pt x="442" y="179"/>
                  </a:lnTo>
                  <a:lnTo>
                    <a:pt x="543" y="207"/>
                  </a:lnTo>
                  <a:lnTo>
                    <a:pt x="647" y="233"/>
                  </a:lnTo>
                  <a:lnTo>
                    <a:pt x="756" y="257"/>
                  </a:lnTo>
                  <a:lnTo>
                    <a:pt x="869" y="277"/>
                  </a:lnTo>
                  <a:lnTo>
                    <a:pt x="985" y="295"/>
                  </a:lnTo>
                  <a:lnTo>
                    <a:pt x="1103" y="310"/>
                  </a:lnTo>
                  <a:lnTo>
                    <a:pt x="1225" y="322"/>
                  </a:lnTo>
                  <a:lnTo>
                    <a:pt x="1349" y="330"/>
                  </a:lnTo>
                  <a:lnTo>
                    <a:pt x="1477" y="336"/>
                  </a:lnTo>
                  <a:lnTo>
                    <a:pt x="1606" y="338"/>
                  </a:lnTo>
                  <a:lnTo>
                    <a:pt x="1735" y="336"/>
                  </a:lnTo>
                  <a:lnTo>
                    <a:pt x="1862" y="330"/>
                  </a:lnTo>
                  <a:lnTo>
                    <a:pt x="1987" y="322"/>
                  </a:lnTo>
                  <a:lnTo>
                    <a:pt x="2109" y="310"/>
                  </a:lnTo>
                  <a:lnTo>
                    <a:pt x="2228" y="295"/>
                  </a:lnTo>
                  <a:lnTo>
                    <a:pt x="2343" y="277"/>
                  </a:lnTo>
                  <a:lnTo>
                    <a:pt x="2455" y="257"/>
                  </a:lnTo>
                  <a:lnTo>
                    <a:pt x="2564" y="233"/>
                  </a:lnTo>
                  <a:lnTo>
                    <a:pt x="2669" y="207"/>
                  </a:lnTo>
                  <a:lnTo>
                    <a:pt x="2769" y="179"/>
                  </a:lnTo>
                  <a:lnTo>
                    <a:pt x="2865" y="147"/>
                  </a:lnTo>
                  <a:lnTo>
                    <a:pt x="2957" y="114"/>
                  </a:lnTo>
                  <a:lnTo>
                    <a:pt x="3044" y="78"/>
                  </a:lnTo>
                  <a:lnTo>
                    <a:pt x="3125" y="40"/>
                  </a:lnTo>
                  <a:lnTo>
                    <a:pt x="3202" y="0"/>
                  </a:lnTo>
                  <a:lnTo>
                    <a:pt x="3209" y="33"/>
                  </a:lnTo>
                  <a:lnTo>
                    <a:pt x="3212" y="66"/>
                  </a:lnTo>
                  <a:lnTo>
                    <a:pt x="3209" y="104"/>
                  </a:lnTo>
                  <a:lnTo>
                    <a:pt x="3199" y="142"/>
                  </a:lnTo>
                  <a:lnTo>
                    <a:pt x="3182" y="179"/>
                  </a:lnTo>
                  <a:lnTo>
                    <a:pt x="3159" y="215"/>
                  </a:lnTo>
                  <a:lnTo>
                    <a:pt x="3130" y="250"/>
                  </a:lnTo>
                  <a:lnTo>
                    <a:pt x="3096" y="284"/>
                  </a:lnTo>
                  <a:lnTo>
                    <a:pt x="3055" y="317"/>
                  </a:lnTo>
                  <a:lnTo>
                    <a:pt x="3009" y="350"/>
                  </a:lnTo>
                  <a:lnTo>
                    <a:pt x="2958" y="381"/>
                  </a:lnTo>
                  <a:lnTo>
                    <a:pt x="2902" y="410"/>
                  </a:lnTo>
                  <a:lnTo>
                    <a:pt x="2841" y="439"/>
                  </a:lnTo>
                  <a:lnTo>
                    <a:pt x="2775" y="465"/>
                  </a:lnTo>
                  <a:lnTo>
                    <a:pt x="2706" y="491"/>
                  </a:lnTo>
                  <a:lnTo>
                    <a:pt x="2632" y="514"/>
                  </a:lnTo>
                  <a:lnTo>
                    <a:pt x="2554" y="536"/>
                  </a:lnTo>
                  <a:lnTo>
                    <a:pt x="2472" y="557"/>
                  </a:lnTo>
                  <a:lnTo>
                    <a:pt x="2388" y="575"/>
                  </a:lnTo>
                  <a:lnTo>
                    <a:pt x="2299" y="592"/>
                  </a:lnTo>
                  <a:lnTo>
                    <a:pt x="2208" y="606"/>
                  </a:lnTo>
                  <a:lnTo>
                    <a:pt x="2114" y="619"/>
                  </a:lnTo>
                  <a:lnTo>
                    <a:pt x="2016" y="629"/>
                  </a:lnTo>
                  <a:lnTo>
                    <a:pt x="1917" y="638"/>
                  </a:lnTo>
                  <a:lnTo>
                    <a:pt x="1815" y="644"/>
                  </a:lnTo>
                  <a:lnTo>
                    <a:pt x="1712" y="647"/>
                  </a:lnTo>
                  <a:lnTo>
                    <a:pt x="1606" y="648"/>
                  </a:lnTo>
                  <a:lnTo>
                    <a:pt x="1500" y="647"/>
                  </a:lnTo>
                  <a:lnTo>
                    <a:pt x="1397" y="644"/>
                  </a:lnTo>
                  <a:lnTo>
                    <a:pt x="1295" y="638"/>
                  </a:lnTo>
                  <a:lnTo>
                    <a:pt x="1195" y="629"/>
                  </a:lnTo>
                  <a:lnTo>
                    <a:pt x="1098" y="619"/>
                  </a:lnTo>
                  <a:lnTo>
                    <a:pt x="1004" y="606"/>
                  </a:lnTo>
                  <a:lnTo>
                    <a:pt x="912" y="592"/>
                  </a:lnTo>
                  <a:lnTo>
                    <a:pt x="824" y="575"/>
                  </a:lnTo>
                  <a:lnTo>
                    <a:pt x="739" y="557"/>
                  </a:lnTo>
                  <a:lnTo>
                    <a:pt x="658" y="536"/>
                  </a:lnTo>
                  <a:lnTo>
                    <a:pt x="580" y="514"/>
                  </a:lnTo>
                  <a:lnTo>
                    <a:pt x="506" y="491"/>
                  </a:lnTo>
                  <a:lnTo>
                    <a:pt x="436" y="465"/>
                  </a:lnTo>
                  <a:lnTo>
                    <a:pt x="371" y="439"/>
                  </a:lnTo>
                  <a:lnTo>
                    <a:pt x="310" y="410"/>
                  </a:lnTo>
                  <a:lnTo>
                    <a:pt x="254" y="381"/>
                  </a:lnTo>
                  <a:lnTo>
                    <a:pt x="203" y="350"/>
                  </a:lnTo>
                  <a:lnTo>
                    <a:pt x="157" y="317"/>
                  </a:lnTo>
                  <a:lnTo>
                    <a:pt x="116" y="284"/>
                  </a:lnTo>
                  <a:lnTo>
                    <a:pt x="82" y="250"/>
                  </a:lnTo>
                  <a:lnTo>
                    <a:pt x="53" y="215"/>
                  </a:lnTo>
                  <a:lnTo>
                    <a:pt x="30" y="179"/>
                  </a:lnTo>
                  <a:lnTo>
                    <a:pt x="13" y="142"/>
                  </a:lnTo>
                  <a:lnTo>
                    <a:pt x="3" y="104"/>
                  </a:lnTo>
                  <a:lnTo>
                    <a:pt x="0" y="66"/>
                  </a:lnTo>
                  <a:lnTo>
                    <a:pt x="3" y="33"/>
                  </a:lnTo>
                  <a:lnTo>
                    <a:pt x="11"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41" name="Freeform 184">
              <a:extLst>
                <a:ext uri="{FF2B5EF4-FFF2-40B4-BE49-F238E27FC236}">
                  <a16:creationId xmlns:a16="http://schemas.microsoft.com/office/drawing/2014/main" id="{55959862-38C1-4A59-BA7E-F1BF7FA7AAAA}"/>
                </a:ext>
              </a:extLst>
            </p:cNvPr>
            <p:cNvSpPr/>
            <p:nvPr/>
          </p:nvSpPr>
          <p:spPr bwMode="auto">
            <a:xfrm>
              <a:off x="10059988" y="2995613"/>
              <a:ext cx="463550" cy="93663"/>
            </a:xfrm>
            <a:custGeom>
              <a:avLst/>
              <a:gdLst>
                <a:gd name="T0" fmla="*/ 87 w 3212"/>
                <a:gd name="T1" fmla="*/ 40 h 647"/>
                <a:gd name="T2" fmla="*/ 256 w 3212"/>
                <a:gd name="T3" fmla="*/ 114 h 647"/>
                <a:gd name="T4" fmla="*/ 442 w 3212"/>
                <a:gd name="T5" fmla="*/ 178 h 647"/>
                <a:gd name="T6" fmla="*/ 647 w 3212"/>
                <a:gd name="T7" fmla="*/ 233 h 647"/>
                <a:gd name="T8" fmla="*/ 869 w 3212"/>
                <a:gd name="T9" fmla="*/ 277 h 647"/>
                <a:gd name="T10" fmla="*/ 1103 w 3212"/>
                <a:gd name="T11" fmla="*/ 310 h 647"/>
                <a:gd name="T12" fmla="*/ 1349 w 3212"/>
                <a:gd name="T13" fmla="*/ 330 h 647"/>
                <a:gd name="T14" fmla="*/ 1606 w 3212"/>
                <a:gd name="T15" fmla="*/ 337 h 647"/>
                <a:gd name="T16" fmla="*/ 1862 w 3212"/>
                <a:gd name="T17" fmla="*/ 330 h 647"/>
                <a:gd name="T18" fmla="*/ 2109 w 3212"/>
                <a:gd name="T19" fmla="*/ 310 h 647"/>
                <a:gd name="T20" fmla="*/ 2343 w 3212"/>
                <a:gd name="T21" fmla="*/ 277 h 647"/>
                <a:gd name="T22" fmla="*/ 2564 w 3212"/>
                <a:gd name="T23" fmla="*/ 233 h 647"/>
                <a:gd name="T24" fmla="*/ 2769 w 3212"/>
                <a:gd name="T25" fmla="*/ 178 h 647"/>
                <a:gd name="T26" fmla="*/ 2957 w 3212"/>
                <a:gd name="T27" fmla="*/ 114 h 647"/>
                <a:gd name="T28" fmla="*/ 3125 w 3212"/>
                <a:gd name="T29" fmla="*/ 40 h 647"/>
                <a:gd name="T30" fmla="*/ 3209 w 3212"/>
                <a:gd name="T31" fmla="*/ 33 h 647"/>
                <a:gd name="T32" fmla="*/ 3209 w 3212"/>
                <a:gd name="T33" fmla="*/ 104 h 647"/>
                <a:gd name="T34" fmla="*/ 3182 w 3212"/>
                <a:gd name="T35" fmla="*/ 178 h 647"/>
                <a:gd name="T36" fmla="*/ 3130 w 3212"/>
                <a:gd name="T37" fmla="*/ 250 h 647"/>
                <a:gd name="T38" fmla="*/ 3055 w 3212"/>
                <a:gd name="T39" fmla="*/ 317 h 647"/>
                <a:gd name="T40" fmla="*/ 2958 w 3212"/>
                <a:gd name="T41" fmla="*/ 380 h 647"/>
                <a:gd name="T42" fmla="*/ 2841 w 3212"/>
                <a:gd name="T43" fmla="*/ 438 h 647"/>
                <a:gd name="T44" fmla="*/ 2706 w 3212"/>
                <a:gd name="T45" fmla="*/ 490 h 647"/>
                <a:gd name="T46" fmla="*/ 2554 w 3212"/>
                <a:gd name="T47" fmla="*/ 535 h 647"/>
                <a:gd name="T48" fmla="*/ 2388 w 3212"/>
                <a:gd name="T49" fmla="*/ 574 h 647"/>
                <a:gd name="T50" fmla="*/ 2208 w 3212"/>
                <a:gd name="T51" fmla="*/ 605 h 647"/>
                <a:gd name="T52" fmla="*/ 2016 w 3212"/>
                <a:gd name="T53" fmla="*/ 628 h 647"/>
                <a:gd name="T54" fmla="*/ 1815 w 3212"/>
                <a:gd name="T55" fmla="*/ 643 h 647"/>
                <a:gd name="T56" fmla="*/ 1606 w 3212"/>
                <a:gd name="T57" fmla="*/ 647 h 647"/>
                <a:gd name="T58" fmla="*/ 1397 w 3212"/>
                <a:gd name="T59" fmla="*/ 643 h 647"/>
                <a:gd name="T60" fmla="*/ 1195 w 3212"/>
                <a:gd name="T61" fmla="*/ 628 h 647"/>
                <a:gd name="T62" fmla="*/ 1004 w 3212"/>
                <a:gd name="T63" fmla="*/ 605 h 647"/>
                <a:gd name="T64" fmla="*/ 824 w 3212"/>
                <a:gd name="T65" fmla="*/ 574 h 647"/>
                <a:gd name="T66" fmla="*/ 658 w 3212"/>
                <a:gd name="T67" fmla="*/ 535 h 647"/>
                <a:gd name="T68" fmla="*/ 506 w 3212"/>
                <a:gd name="T69" fmla="*/ 490 h 647"/>
                <a:gd name="T70" fmla="*/ 371 w 3212"/>
                <a:gd name="T71" fmla="*/ 438 h 647"/>
                <a:gd name="T72" fmla="*/ 254 w 3212"/>
                <a:gd name="T73" fmla="*/ 380 h 647"/>
                <a:gd name="T74" fmla="*/ 157 w 3212"/>
                <a:gd name="T75" fmla="*/ 317 h 647"/>
                <a:gd name="T76" fmla="*/ 82 w 3212"/>
                <a:gd name="T77" fmla="*/ 250 h 647"/>
                <a:gd name="T78" fmla="*/ 30 w 3212"/>
                <a:gd name="T79" fmla="*/ 178 h 647"/>
                <a:gd name="T80" fmla="*/ 3 w 3212"/>
                <a:gd name="T81" fmla="*/ 104 h 647"/>
                <a:gd name="T82" fmla="*/ 3 w 3212"/>
                <a:gd name="T83" fmla="*/ 33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12" h="647">
                  <a:moveTo>
                    <a:pt x="11" y="0"/>
                  </a:moveTo>
                  <a:lnTo>
                    <a:pt x="87" y="40"/>
                  </a:lnTo>
                  <a:lnTo>
                    <a:pt x="169" y="78"/>
                  </a:lnTo>
                  <a:lnTo>
                    <a:pt x="256" y="114"/>
                  </a:lnTo>
                  <a:lnTo>
                    <a:pt x="346" y="147"/>
                  </a:lnTo>
                  <a:lnTo>
                    <a:pt x="442" y="178"/>
                  </a:lnTo>
                  <a:lnTo>
                    <a:pt x="543" y="207"/>
                  </a:lnTo>
                  <a:lnTo>
                    <a:pt x="647" y="233"/>
                  </a:lnTo>
                  <a:lnTo>
                    <a:pt x="756" y="257"/>
                  </a:lnTo>
                  <a:lnTo>
                    <a:pt x="869" y="277"/>
                  </a:lnTo>
                  <a:lnTo>
                    <a:pt x="985" y="295"/>
                  </a:lnTo>
                  <a:lnTo>
                    <a:pt x="1103" y="310"/>
                  </a:lnTo>
                  <a:lnTo>
                    <a:pt x="1225" y="322"/>
                  </a:lnTo>
                  <a:lnTo>
                    <a:pt x="1349" y="330"/>
                  </a:lnTo>
                  <a:lnTo>
                    <a:pt x="1477" y="335"/>
                  </a:lnTo>
                  <a:lnTo>
                    <a:pt x="1606" y="337"/>
                  </a:lnTo>
                  <a:lnTo>
                    <a:pt x="1735" y="335"/>
                  </a:lnTo>
                  <a:lnTo>
                    <a:pt x="1862" y="330"/>
                  </a:lnTo>
                  <a:lnTo>
                    <a:pt x="1987" y="322"/>
                  </a:lnTo>
                  <a:lnTo>
                    <a:pt x="2109" y="310"/>
                  </a:lnTo>
                  <a:lnTo>
                    <a:pt x="2228" y="295"/>
                  </a:lnTo>
                  <a:lnTo>
                    <a:pt x="2343" y="277"/>
                  </a:lnTo>
                  <a:lnTo>
                    <a:pt x="2455" y="257"/>
                  </a:lnTo>
                  <a:lnTo>
                    <a:pt x="2564" y="233"/>
                  </a:lnTo>
                  <a:lnTo>
                    <a:pt x="2669" y="207"/>
                  </a:lnTo>
                  <a:lnTo>
                    <a:pt x="2769" y="178"/>
                  </a:lnTo>
                  <a:lnTo>
                    <a:pt x="2865" y="147"/>
                  </a:lnTo>
                  <a:lnTo>
                    <a:pt x="2957" y="114"/>
                  </a:lnTo>
                  <a:lnTo>
                    <a:pt x="3044" y="78"/>
                  </a:lnTo>
                  <a:lnTo>
                    <a:pt x="3125" y="40"/>
                  </a:lnTo>
                  <a:lnTo>
                    <a:pt x="3202" y="0"/>
                  </a:lnTo>
                  <a:lnTo>
                    <a:pt x="3209" y="33"/>
                  </a:lnTo>
                  <a:lnTo>
                    <a:pt x="3212" y="66"/>
                  </a:lnTo>
                  <a:lnTo>
                    <a:pt x="3209" y="104"/>
                  </a:lnTo>
                  <a:lnTo>
                    <a:pt x="3199" y="142"/>
                  </a:lnTo>
                  <a:lnTo>
                    <a:pt x="3182" y="178"/>
                  </a:lnTo>
                  <a:lnTo>
                    <a:pt x="3159" y="215"/>
                  </a:lnTo>
                  <a:lnTo>
                    <a:pt x="3130" y="250"/>
                  </a:lnTo>
                  <a:lnTo>
                    <a:pt x="3096" y="284"/>
                  </a:lnTo>
                  <a:lnTo>
                    <a:pt x="3055" y="317"/>
                  </a:lnTo>
                  <a:lnTo>
                    <a:pt x="3009" y="349"/>
                  </a:lnTo>
                  <a:lnTo>
                    <a:pt x="2958" y="380"/>
                  </a:lnTo>
                  <a:lnTo>
                    <a:pt x="2902" y="409"/>
                  </a:lnTo>
                  <a:lnTo>
                    <a:pt x="2841" y="438"/>
                  </a:lnTo>
                  <a:lnTo>
                    <a:pt x="2775" y="464"/>
                  </a:lnTo>
                  <a:lnTo>
                    <a:pt x="2706" y="490"/>
                  </a:lnTo>
                  <a:lnTo>
                    <a:pt x="2632" y="513"/>
                  </a:lnTo>
                  <a:lnTo>
                    <a:pt x="2554" y="535"/>
                  </a:lnTo>
                  <a:lnTo>
                    <a:pt x="2472" y="556"/>
                  </a:lnTo>
                  <a:lnTo>
                    <a:pt x="2388" y="574"/>
                  </a:lnTo>
                  <a:lnTo>
                    <a:pt x="2299" y="591"/>
                  </a:lnTo>
                  <a:lnTo>
                    <a:pt x="2208" y="605"/>
                  </a:lnTo>
                  <a:lnTo>
                    <a:pt x="2114" y="618"/>
                  </a:lnTo>
                  <a:lnTo>
                    <a:pt x="2016" y="628"/>
                  </a:lnTo>
                  <a:lnTo>
                    <a:pt x="1917" y="637"/>
                  </a:lnTo>
                  <a:lnTo>
                    <a:pt x="1815" y="643"/>
                  </a:lnTo>
                  <a:lnTo>
                    <a:pt x="1712" y="646"/>
                  </a:lnTo>
                  <a:lnTo>
                    <a:pt x="1606" y="647"/>
                  </a:lnTo>
                  <a:lnTo>
                    <a:pt x="1500" y="646"/>
                  </a:lnTo>
                  <a:lnTo>
                    <a:pt x="1397" y="643"/>
                  </a:lnTo>
                  <a:lnTo>
                    <a:pt x="1295" y="637"/>
                  </a:lnTo>
                  <a:lnTo>
                    <a:pt x="1195" y="628"/>
                  </a:lnTo>
                  <a:lnTo>
                    <a:pt x="1098" y="618"/>
                  </a:lnTo>
                  <a:lnTo>
                    <a:pt x="1004" y="605"/>
                  </a:lnTo>
                  <a:lnTo>
                    <a:pt x="912" y="591"/>
                  </a:lnTo>
                  <a:lnTo>
                    <a:pt x="824" y="574"/>
                  </a:lnTo>
                  <a:lnTo>
                    <a:pt x="739" y="556"/>
                  </a:lnTo>
                  <a:lnTo>
                    <a:pt x="658" y="535"/>
                  </a:lnTo>
                  <a:lnTo>
                    <a:pt x="580" y="513"/>
                  </a:lnTo>
                  <a:lnTo>
                    <a:pt x="506" y="490"/>
                  </a:lnTo>
                  <a:lnTo>
                    <a:pt x="436" y="464"/>
                  </a:lnTo>
                  <a:lnTo>
                    <a:pt x="371" y="438"/>
                  </a:lnTo>
                  <a:lnTo>
                    <a:pt x="310" y="409"/>
                  </a:lnTo>
                  <a:lnTo>
                    <a:pt x="254" y="380"/>
                  </a:lnTo>
                  <a:lnTo>
                    <a:pt x="203" y="349"/>
                  </a:lnTo>
                  <a:lnTo>
                    <a:pt x="157" y="317"/>
                  </a:lnTo>
                  <a:lnTo>
                    <a:pt x="116" y="284"/>
                  </a:lnTo>
                  <a:lnTo>
                    <a:pt x="82" y="250"/>
                  </a:lnTo>
                  <a:lnTo>
                    <a:pt x="53" y="215"/>
                  </a:lnTo>
                  <a:lnTo>
                    <a:pt x="30" y="178"/>
                  </a:lnTo>
                  <a:lnTo>
                    <a:pt x="13" y="142"/>
                  </a:lnTo>
                  <a:lnTo>
                    <a:pt x="3" y="104"/>
                  </a:lnTo>
                  <a:lnTo>
                    <a:pt x="0" y="66"/>
                  </a:lnTo>
                  <a:lnTo>
                    <a:pt x="3" y="33"/>
                  </a:lnTo>
                  <a:lnTo>
                    <a:pt x="11"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42" name="Freeform 185">
              <a:extLst>
                <a:ext uri="{FF2B5EF4-FFF2-40B4-BE49-F238E27FC236}">
                  <a16:creationId xmlns:a16="http://schemas.microsoft.com/office/drawing/2014/main" id="{35560CC6-0DBD-4E54-AAF3-C71D296BC07D}"/>
                </a:ext>
              </a:extLst>
            </p:cNvPr>
            <p:cNvSpPr/>
            <p:nvPr/>
          </p:nvSpPr>
          <p:spPr bwMode="auto">
            <a:xfrm>
              <a:off x="10059988" y="3074988"/>
              <a:ext cx="463550" cy="92075"/>
            </a:xfrm>
            <a:custGeom>
              <a:avLst/>
              <a:gdLst>
                <a:gd name="T0" fmla="*/ 87 w 3212"/>
                <a:gd name="T1" fmla="*/ 40 h 647"/>
                <a:gd name="T2" fmla="*/ 256 w 3212"/>
                <a:gd name="T3" fmla="*/ 113 h 647"/>
                <a:gd name="T4" fmla="*/ 442 w 3212"/>
                <a:gd name="T5" fmla="*/ 178 h 647"/>
                <a:gd name="T6" fmla="*/ 647 w 3212"/>
                <a:gd name="T7" fmla="*/ 233 h 647"/>
                <a:gd name="T8" fmla="*/ 869 w 3212"/>
                <a:gd name="T9" fmla="*/ 277 h 647"/>
                <a:gd name="T10" fmla="*/ 1103 w 3212"/>
                <a:gd name="T11" fmla="*/ 310 h 647"/>
                <a:gd name="T12" fmla="*/ 1349 w 3212"/>
                <a:gd name="T13" fmla="*/ 330 h 647"/>
                <a:gd name="T14" fmla="*/ 1606 w 3212"/>
                <a:gd name="T15" fmla="*/ 337 h 647"/>
                <a:gd name="T16" fmla="*/ 1862 w 3212"/>
                <a:gd name="T17" fmla="*/ 330 h 647"/>
                <a:gd name="T18" fmla="*/ 2109 w 3212"/>
                <a:gd name="T19" fmla="*/ 310 h 647"/>
                <a:gd name="T20" fmla="*/ 2343 w 3212"/>
                <a:gd name="T21" fmla="*/ 277 h 647"/>
                <a:gd name="T22" fmla="*/ 2564 w 3212"/>
                <a:gd name="T23" fmla="*/ 233 h 647"/>
                <a:gd name="T24" fmla="*/ 2769 w 3212"/>
                <a:gd name="T25" fmla="*/ 178 h 647"/>
                <a:gd name="T26" fmla="*/ 2957 w 3212"/>
                <a:gd name="T27" fmla="*/ 113 h 647"/>
                <a:gd name="T28" fmla="*/ 3125 w 3212"/>
                <a:gd name="T29" fmla="*/ 40 h 647"/>
                <a:gd name="T30" fmla="*/ 3209 w 3212"/>
                <a:gd name="T31" fmla="*/ 32 h 647"/>
                <a:gd name="T32" fmla="*/ 3209 w 3212"/>
                <a:gd name="T33" fmla="*/ 103 h 647"/>
                <a:gd name="T34" fmla="*/ 3182 w 3212"/>
                <a:gd name="T35" fmla="*/ 178 h 647"/>
                <a:gd name="T36" fmla="*/ 3130 w 3212"/>
                <a:gd name="T37" fmla="*/ 249 h 647"/>
                <a:gd name="T38" fmla="*/ 3055 w 3212"/>
                <a:gd name="T39" fmla="*/ 316 h 647"/>
                <a:gd name="T40" fmla="*/ 2958 w 3212"/>
                <a:gd name="T41" fmla="*/ 379 h 647"/>
                <a:gd name="T42" fmla="*/ 2841 w 3212"/>
                <a:gd name="T43" fmla="*/ 437 h 647"/>
                <a:gd name="T44" fmla="*/ 2706 w 3212"/>
                <a:gd name="T45" fmla="*/ 489 h 647"/>
                <a:gd name="T46" fmla="*/ 2554 w 3212"/>
                <a:gd name="T47" fmla="*/ 535 h 647"/>
                <a:gd name="T48" fmla="*/ 2388 w 3212"/>
                <a:gd name="T49" fmla="*/ 574 h 647"/>
                <a:gd name="T50" fmla="*/ 2208 w 3212"/>
                <a:gd name="T51" fmla="*/ 605 h 647"/>
                <a:gd name="T52" fmla="*/ 2016 w 3212"/>
                <a:gd name="T53" fmla="*/ 628 h 647"/>
                <a:gd name="T54" fmla="*/ 1815 w 3212"/>
                <a:gd name="T55" fmla="*/ 642 h 647"/>
                <a:gd name="T56" fmla="*/ 1606 w 3212"/>
                <a:gd name="T57" fmla="*/ 647 h 647"/>
                <a:gd name="T58" fmla="*/ 1397 w 3212"/>
                <a:gd name="T59" fmla="*/ 642 h 647"/>
                <a:gd name="T60" fmla="*/ 1195 w 3212"/>
                <a:gd name="T61" fmla="*/ 628 h 647"/>
                <a:gd name="T62" fmla="*/ 1004 w 3212"/>
                <a:gd name="T63" fmla="*/ 605 h 647"/>
                <a:gd name="T64" fmla="*/ 824 w 3212"/>
                <a:gd name="T65" fmla="*/ 574 h 647"/>
                <a:gd name="T66" fmla="*/ 658 w 3212"/>
                <a:gd name="T67" fmla="*/ 535 h 647"/>
                <a:gd name="T68" fmla="*/ 506 w 3212"/>
                <a:gd name="T69" fmla="*/ 489 h 647"/>
                <a:gd name="T70" fmla="*/ 371 w 3212"/>
                <a:gd name="T71" fmla="*/ 437 h 647"/>
                <a:gd name="T72" fmla="*/ 254 w 3212"/>
                <a:gd name="T73" fmla="*/ 379 h 647"/>
                <a:gd name="T74" fmla="*/ 157 w 3212"/>
                <a:gd name="T75" fmla="*/ 316 h 647"/>
                <a:gd name="T76" fmla="*/ 82 w 3212"/>
                <a:gd name="T77" fmla="*/ 249 h 647"/>
                <a:gd name="T78" fmla="*/ 30 w 3212"/>
                <a:gd name="T79" fmla="*/ 178 h 647"/>
                <a:gd name="T80" fmla="*/ 3 w 3212"/>
                <a:gd name="T81" fmla="*/ 103 h 647"/>
                <a:gd name="T82" fmla="*/ 3 w 3212"/>
                <a:gd name="T83" fmla="*/ 32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12" h="647">
                  <a:moveTo>
                    <a:pt x="11" y="0"/>
                  </a:moveTo>
                  <a:lnTo>
                    <a:pt x="87" y="40"/>
                  </a:lnTo>
                  <a:lnTo>
                    <a:pt x="169" y="78"/>
                  </a:lnTo>
                  <a:lnTo>
                    <a:pt x="256" y="113"/>
                  </a:lnTo>
                  <a:lnTo>
                    <a:pt x="346" y="147"/>
                  </a:lnTo>
                  <a:lnTo>
                    <a:pt x="442" y="178"/>
                  </a:lnTo>
                  <a:lnTo>
                    <a:pt x="543" y="207"/>
                  </a:lnTo>
                  <a:lnTo>
                    <a:pt x="647" y="233"/>
                  </a:lnTo>
                  <a:lnTo>
                    <a:pt x="756" y="257"/>
                  </a:lnTo>
                  <a:lnTo>
                    <a:pt x="869" y="277"/>
                  </a:lnTo>
                  <a:lnTo>
                    <a:pt x="985" y="295"/>
                  </a:lnTo>
                  <a:lnTo>
                    <a:pt x="1103" y="310"/>
                  </a:lnTo>
                  <a:lnTo>
                    <a:pt x="1225" y="322"/>
                  </a:lnTo>
                  <a:lnTo>
                    <a:pt x="1349" y="330"/>
                  </a:lnTo>
                  <a:lnTo>
                    <a:pt x="1477" y="335"/>
                  </a:lnTo>
                  <a:lnTo>
                    <a:pt x="1606" y="337"/>
                  </a:lnTo>
                  <a:lnTo>
                    <a:pt x="1735" y="335"/>
                  </a:lnTo>
                  <a:lnTo>
                    <a:pt x="1862" y="330"/>
                  </a:lnTo>
                  <a:lnTo>
                    <a:pt x="1987" y="322"/>
                  </a:lnTo>
                  <a:lnTo>
                    <a:pt x="2109" y="310"/>
                  </a:lnTo>
                  <a:lnTo>
                    <a:pt x="2228" y="295"/>
                  </a:lnTo>
                  <a:lnTo>
                    <a:pt x="2343" y="277"/>
                  </a:lnTo>
                  <a:lnTo>
                    <a:pt x="2455" y="257"/>
                  </a:lnTo>
                  <a:lnTo>
                    <a:pt x="2564" y="233"/>
                  </a:lnTo>
                  <a:lnTo>
                    <a:pt x="2669" y="207"/>
                  </a:lnTo>
                  <a:lnTo>
                    <a:pt x="2769" y="178"/>
                  </a:lnTo>
                  <a:lnTo>
                    <a:pt x="2865" y="147"/>
                  </a:lnTo>
                  <a:lnTo>
                    <a:pt x="2957" y="113"/>
                  </a:lnTo>
                  <a:lnTo>
                    <a:pt x="3044" y="78"/>
                  </a:lnTo>
                  <a:lnTo>
                    <a:pt x="3125" y="40"/>
                  </a:lnTo>
                  <a:lnTo>
                    <a:pt x="3202" y="0"/>
                  </a:lnTo>
                  <a:lnTo>
                    <a:pt x="3209" y="32"/>
                  </a:lnTo>
                  <a:lnTo>
                    <a:pt x="3212" y="65"/>
                  </a:lnTo>
                  <a:lnTo>
                    <a:pt x="3209" y="103"/>
                  </a:lnTo>
                  <a:lnTo>
                    <a:pt x="3199" y="141"/>
                  </a:lnTo>
                  <a:lnTo>
                    <a:pt x="3182" y="178"/>
                  </a:lnTo>
                  <a:lnTo>
                    <a:pt x="3159" y="214"/>
                  </a:lnTo>
                  <a:lnTo>
                    <a:pt x="3130" y="249"/>
                  </a:lnTo>
                  <a:lnTo>
                    <a:pt x="3096" y="283"/>
                  </a:lnTo>
                  <a:lnTo>
                    <a:pt x="3055" y="316"/>
                  </a:lnTo>
                  <a:lnTo>
                    <a:pt x="3009" y="348"/>
                  </a:lnTo>
                  <a:lnTo>
                    <a:pt x="2958" y="379"/>
                  </a:lnTo>
                  <a:lnTo>
                    <a:pt x="2902" y="409"/>
                  </a:lnTo>
                  <a:lnTo>
                    <a:pt x="2841" y="437"/>
                  </a:lnTo>
                  <a:lnTo>
                    <a:pt x="2775" y="464"/>
                  </a:lnTo>
                  <a:lnTo>
                    <a:pt x="2706" y="489"/>
                  </a:lnTo>
                  <a:lnTo>
                    <a:pt x="2632" y="513"/>
                  </a:lnTo>
                  <a:lnTo>
                    <a:pt x="2554" y="535"/>
                  </a:lnTo>
                  <a:lnTo>
                    <a:pt x="2472" y="555"/>
                  </a:lnTo>
                  <a:lnTo>
                    <a:pt x="2388" y="574"/>
                  </a:lnTo>
                  <a:lnTo>
                    <a:pt x="2299" y="590"/>
                  </a:lnTo>
                  <a:lnTo>
                    <a:pt x="2208" y="605"/>
                  </a:lnTo>
                  <a:lnTo>
                    <a:pt x="2114" y="618"/>
                  </a:lnTo>
                  <a:lnTo>
                    <a:pt x="2016" y="628"/>
                  </a:lnTo>
                  <a:lnTo>
                    <a:pt x="1917" y="636"/>
                  </a:lnTo>
                  <a:lnTo>
                    <a:pt x="1815" y="642"/>
                  </a:lnTo>
                  <a:lnTo>
                    <a:pt x="1712" y="646"/>
                  </a:lnTo>
                  <a:lnTo>
                    <a:pt x="1606" y="647"/>
                  </a:lnTo>
                  <a:lnTo>
                    <a:pt x="1500" y="646"/>
                  </a:lnTo>
                  <a:lnTo>
                    <a:pt x="1397" y="642"/>
                  </a:lnTo>
                  <a:lnTo>
                    <a:pt x="1295" y="636"/>
                  </a:lnTo>
                  <a:lnTo>
                    <a:pt x="1195" y="628"/>
                  </a:lnTo>
                  <a:lnTo>
                    <a:pt x="1098" y="618"/>
                  </a:lnTo>
                  <a:lnTo>
                    <a:pt x="1004" y="605"/>
                  </a:lnTo>
                  <a:lnTo>
                    <a:pt x="912" y="590"/>
                  </a:lnTo>
                  <a:lnTo>
                    <a:pt x="824" y="574"/>
                  </a:lnTo>
                  <a:lnTo>
                    <a:pt x="739" y="555"/>
                  </a:lnTo>
                  <a:lnTo>
                    <a:pt x="658" y="535"/>
                  </a:lnTo>
                  <a:lnTo>
                    <a:pt x="580" y="513"/>
                  </a:lnTo>
                  <a:lnTo>
                    <a:pt x="506" y="489"/>
                  </a:lnTo>
                  <a:lnTo>
                    <a:pt x="436" y="464"/>
                  </a:lnTo>
                  <a:lnTo>
                    <a:pt x="371" y="437"/>
                  </a:lnTo>
                  <a:lnTo>
                    <a:pt x="310" y="409"/>
                  </a:lnTo>
                  <a:lnTo>
                    <a:pt x="254" y="379"/>
                  </a:lnTo>
                  <a:lnTo>
                    <a:pt x="203" y="348"/>
                  </a:lnTo>
                  <a:lnTo>
                    <a:pt x="157" y="316"/>
                  </a:lnTo>
                  <a:lnTo>
                    <a:pt x="116" y="283"/>
                  </a:lnTo>
                  <a:lnTo>
                    <a:pt x="82" y="249"/>
                  </a:lnTo>
                  <a:lnTo>
                    <a:pt x="53" y="214"/>
                  </a:lnTo>
                  <a:lnTo>
                    <a:pt x="30" y="178"/>
                  </a:lnTo>
                  <a:lnTo>
                    <a:pt x="13" y="141"/>
                  </a:lnTo>
                  <a:lnTo>
                    <a:pt x="3" y="103"/>
                  </a:lnTo>
                  <a:lnTo>
                    <a:pt x="0" y="65"/>
                  </a:lnTo>
                  <a:lnTo>
                    <a:pt x="3" y="32"/>
                  </a:lnTo>
                  <a:lnTo>
                    <a:pt x="11" y="0"/>
                  </a:lnTo>
                  <a:close/>
                </a:path>
              </a:pathLst>
            </a:custGeom>
            <a:grpFill/>
            <a:ln w="0">
              <a:noFill/>
              <a:prstDash val="solid"/>
              <a:round/>
            </a:ln>
          </p:spPr>
          <p:txBody>
            <a:bodyPr vert="horz" wrap="square" lIns="91440" tIns="45720" rIns="91440" bIns="45720" numCol="1" anchor="t" anchorCtr="0" compatLnSpc="1"/>
            <a:lstStyle/>
            <a:p>
              <a:endParaRPr lang="en-US"/>
            </a:p>
          </p:txBody>
        </p:sp>
      </p:grpSp>
      <p:grpSp>
        <p:nvGrpSpPr>
          <p:cNvPr id="23" name="Group 110">
            <a:extLst>
              <a:ext uri="{FF2B5EF4-FFF2-40B4-BE49-F238E27FC236}">
                <a16:creationId xmlns:a16="http://schemas.microsoft.com/office/drawing/2014/main" id="{B8F6EF83-C764-4D0F-981D-061200163FA0}"/>
              </a:ext>
            </a:extLst>
          </p:cNvPr>
          <p:cNvGrpSpPr/>
          <p:nvPr/>
        </p:nvGrpSpPr>
        <p:grpSpPr>
          <a:xfrm>
            <a:off x="4104947" y="2830419"/>
            <a:ext cx="299650" cy="440755"/>
            <a:chOff x="9209088" y="5059363"/>
            <a:chExt cx="300038" cy="441324"/>
          </a:xfrm>
          <a:solidFill>
            <a:schemeClr val="bg1"/>
          </a:solidFill>
        </p:grpSpPr>
        <p:sp>
          <p:nvSpPr>
            <p:cNvPr id="33" name="Freeform 412">
              <a:extLst>
                <a:ext uri="{FF2B5EF4-FFF2-40B4-BE49-F238E27FC236}">
                  <a16:creationId xmlns:a16="http://schemas.microsoft.com/office/drawing/2014/main" id="{2D36F485-541B-49A9-BA42-B55694AD6D7B}"/>
                </a:ext>
              </a:extLst>
            </p:cNvPr>
            <p:cNvSpPr/>
            <p:nvPr/>
          </p:nvSpPr>
          <p:spPr bwMode="auto">
            <a:xfrm>
              <a:off x="9313863" y="5059363"/>
              <a:ext cx="90488" cy="90487"/>
            </a:xfrm>
            <a:custGeom>
              <a:avLst/>
              <a:gdLst>
                <a:gd name="T0" fmla="*/ 343 w 686"/>
                <a:gd name="T1" fmla="*/ 0 h 686"/>
                <a:gd name="T2" fmla="*/ 390 w 686"/>
                <a:gd name="T3" fmla="*/ 3 h 686"/>
                <a:gd name="T4" fmla="*/ 435 w 686"/>
                <a:gd name="T5" fmla="*/ 12 h 686"/>
                <a:gd name="T6" fmla="*/ 477 w 686"/>
                <a:gd name="T7" fmla="*/ 27 h 686"/>
                <a:gd name="T8" fmla="*/ 517 w 686"/>
                <a:gd name="T9" fmla="*/ 46 h 686"/>
                <a:gd name="T10" fmla="*/ 553 w 686"/>
                <a:gd name="T11" fmla="*/ 71 h 686"/>
                <a:gd name="T12" fmla="*/ 586 w 686"/>
                <a:gd name="T13" fmla="*/ 100 h 686"/>
                <a:gd name="T14" fmla="*/ 615 w 686"/>
                <a:gd name="T15" fmla="*/ 133 h 686"/>
                <a:gd name="T16" fmla="*/ 640 w 686"/>
                <a:gd name="T17" fmla="*/ 169 h 686"/>
                <a:gd name="T18" fmla="*/ 659 w 686"/>
                <a:gd name="T19" fmla="*/ 209 h 686"/>
                <a:gd name="T20" fmla="*/ 674 w 686"/>
                <a:gd name="T21" fmla="*/ 251 h 686"/>
                <a:gd name="T22" fmla="*/ 683 w 686"/>
                <a:gd name="T23" fmla="*/ 296 h 686"/>
                <a:gd name="T24" fmla="*/ 686 w 686"/>
                <a:gd name="T25" fmla="*/ 342 h 686"/>
                <a:gd name="T26" fmla="*/ 683 w 686"/>
                <a:gd name="T27" fmla="*/ 389 h 686"/>
                <a:gd name="T28" fmla="*/ 674 w 686"/>
                <a:gd name="T29" fmla="*/ 434 h 686"/>
                <a:gd name="T30" fmla="*/ 659 w 686"/>
                <a:gd name="T31" fmla="*/ 476 h 686"/>
                <a:gd name="T32" fmla="*/ 640 w 686"/>
                <a:gd name="T33" fmla="*/ 516 h 686"/>
                <a:gd name="T34" fmla="*/ 615 w 686"/>
                <a:gd name="T35" fmla="*/ 552 h 686"/>
                <a:gd name="T36" fmla="*/ 586 w 686"/>
                <a:gd name="T37" fmla="*/ 585 h 686"/>
                <a:gd name="T38" fmla="*/ 553 w 686"/>
                <a:gd name="T39" fmla="*/ 614 h 686"/>
                <a:gd name="T40" fmla="*/ 517 w 686"/>
                <a:gd name="T41" fmla="*/ 639 h 686"/>
                <a:gd name="T42" fmla="*/ 477 w 686"/>
                <a:gd name="T43" fmla="*/ 659 h 686"/>
                <a:gd name="T44" fmla="*/ 435 w 686"/>
                <a:gd name="T45" fmla="*/ 674 h 686"/>
                <a:gd name="T46" fmla="*/ 390 w 686"/>
                <a:gd name="T47" fmla="*/ 682 h 686"/>
                <a:gd name="T48" fmla="*/ 343 w 686"/>
                <a:gd name="T49" fmla="*/ 686 h 686"/>
                <a:gd name="T50" fmla="*/ 296 w 686"/>
                <a:gd name="T51" fmla="*/ 682 h 686"/>
                <a:gd name="T52" fmla="*/ 252 w 686"/>
                <a:gd name="T53" fmla="*/ 674 h 686"/>
                <a:gd name="T54" fmla="*/ 210 w 686"/>
                <a:gd name="T55" fmla="*/ 659 h 686"/>
                <a:gd name="T56" fmla="*/ 170 w 686"/>
                <a:gd name="T57" fmla="*/ 639 h 686"/>
                <a:gd name="T58" fmla="*/ 134 w 686"/>
                <a:gd name="T59" fmla="*/ 614 h 686"/>
                <a:gd name="T60" fmla="*/ 101 w 686"/>
                <a:gd name="T61" fmla="*/ 585 h 686"/>
                <a:gd name="T62" fmla="*/ 72 w 686"/>
                <a:gd name="T63" fmla="*/ 552 h 686"/>
                <a:gd name="T64" fmla="*/ 48 w 686"/>
                <a:gd name="T65" fmla="*/ 516 h 686"/>
                <a:gd name="T66" fmla="*/ 27 w 686"/>
                <a:gd name="T67" fmla="*/ 476 h 686"/>
                <a:gd name="T68" fmla="*/ 13 w 686"/>
                <a:gd name="T69" fmla="*/ 434 h 686"/>
                <a:gd name="T70" fmla="*/ 4 w 686"/>
                <a:gd name="T71" fmla="*/ 389 h 686"/>
                <a:gd name="T72" fmla="*/ 0 w 686"/>
                <a:gd name="T73" fmla="*/ 342 h 686"/>
                <a:gd name="T74" fmla="*/ 4 w 686"/>
                <a:gd name="T75" fmla="*/ 296 h 686"/>
                <a:gd name="T76" fmla="*/ 13 w 686"/>
                <a:gd name="T77" fmla="*/ 251 h 686"/>
                <a:gd name="T78" fmla="*/ 27 w 686"/>
                <a:gd name="T79" fmla="*/ 209 h 686"/>
                <a:gd name="T80" fmla="*/ 48 w 686"/>
                <a:gd name="T81" fmla="*/ 169 h 686"/>
                <a:gd name="T82" fmla="*/ 72 w 686"/>
                <a:gd name="T83" fmla="*/ 133 h 686"/>
                <a:gd name="T84" fmla="*/ 101 w 686"/>
                <a:gd name="T85" fmla="*/ 100 h 686"/>
                <a:gd name="T86" fmla="*/ 134 w 686"/>
                <a:gd name="T87" fmla="*/ 71 h 686"/>
                <a:gd name="T88" fmla="*/ 170 w 686"/>
                <a:gd name="T89" fmla="*/ 46 h 686"/>
                <a:gd name="T90" fmla="*/ 210 w 686"/>
                <a:gd name="T91" fmla="*/ 27 h 686"/>
                <a:gd name="T92" fmla="*/ 252 w 686"/>
                <a:gd name="T93" fmla="*/ 12 h 686"/>
                <a:gd name="T94" fmla="*/ 296 w 686"/>
                <a:gd name="T95" fmla="*/ 3 h 686"/>
                <a:gd name="T96" fmla="*/ 343 w 686"/>
                <a:gd name="T97" fmla="*/ 0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86" h="686">
                  <a:moveTo>
                    <a:pt x="343" y="0"/>
                  </a:moveTo>
                  <a:lnTo>
                    <a:pt x="390" y="3"/>
                  </a:lnTo>
                  <a:lnTo>
                    <a:pt x="435" y="12"/>
                  </a:lnTo>
                  <a:lnTo>
                    <a:pt x="477" y="27"/>
                  </a:lnTo>
                  <a:lnTo>
                    <a:pt x="517" y="46"/>
                  </a:lnTo>
                  <a:lnTo>
                    <a:pt x="553" y="71"/>
                  </a:lnTo>
                  <a:lnTo>
                    <a:pt x="586" y="100"/>
                  </a:lnTo>
                  <a:lnTo>
                    <a:pt x="615" y="133"/>
                  </a:lnTo>
                  <a:lnTo>
                    <a:pt x="640" y="169"/>
                  </a:lnTo>
                  <a:lnTo>
                    <a:pt x="659" y="209"/>
                  </a:lnTo>
                  <a:lnTo>
                    <a:pt x="674" y="251"/>
                  </a:lnTo>
                  <a:lnTo>
                    <a:pt x="683" y="296"/>
                  </a:lnTo>
                  <a:lnTo>
                    <a:pt x="686" y="342"/>
                  </a:lnTo>
                  <a:lnTo>
                    <a:pt x="683" y="389"/>
                  </a:lnTo>
                  <a:lnTo>
                    <a:pt x="674" y="434"/>
                  </a:lnTo>
                  <a:lnTo>
                    <a:pt x="659" y="476"/>
                  </a:lnTo>
                  <a:lnTo>
                    <a:pt x="640" y="516"/>
                  </a:lnTo>
                  <a:lnTo>
                    <a:pt x="615" y="552"/>
                  </a:lnTo>
                  <a:lnTo>
                    <a:pt x="586" y="585"/>
                  </a:lnTo>
                  <a:lnTo>
                    <a:pt x="553" y="614"/>
                  </a:lnTo>
                  <a:lnTo>
                    <a:pt x="517" y="639"/>
                  </a:lnTo>
                  <a:lnTo>
                    <a:pt x="477" y="659"/>
                  </a:lnTo>
                  <a:lnTo>
                    <a:pt x="435" y="674"/>
                  </a:lnTo>
                  <a:lnTo>
                    <a:pt x="390" y="682"/>
                  </a:lnTo>
                  <a:lnTo>
                    <a:pt x="343" y="686"/>
                  </a:lnTo>
                  <a:lnTo>
                    <a:pt x="296" y="682"/>
                  </a:lnTo>
                  <a:lnTo>
                    <a:pt x="252" y="674"/>
                  </a:lnTo>
                  <a:lnTo>
                    <a:pt x="210" y="659"/>
                  </a:lnTo>
                  <a:lnTo>
                    <a:pt x="170" y="639"/>
                  </a:lnTo>
                  <a:lnTo>
                    <a:pt x="134" y="614"/>
                  </a:lnTo>
                  <a:lnTo>
                    <a:pt x="101" y="585"/>
                  </a:lnTo>
                  <a:lnTo>
                    <a:pt x="72" y="552"/>
                  </a:lnTo>
                  <a:lnTo>
                    <a:pt x="48" y="516"/>
                  </a:lnTo>
                  <a:lnTo>
                    <a:pt x="27" y="476"/>
                  </a:lnTo>
                  <a:lnTo>
                    <a:pt x="13" y="434"/>
                  </a:lnTo>
                  <a:lnTo>
                    <a:pt x="4" y="389"/>
                  </a:lnTo>
                  <a:lnTo>
                    <a:pt x="0" y="342"/>
                  </a:lnTo>
                  <a:lnTo>
                    <a:pt x="4" y="296"/>
                  </a:lnTo>
                  <a:lnTo>
                    <a:pt x="13" y="251"/>
                  </a:lnTo>
                  <a:lnTo>
                    <a:pt x="27" y="209"/>
                  </a:lnTo>
                  <a:lnTo>
                    <a:pt x="48" y="169"/>
                  </a:lnTo>
                  <a:lnTo>
                    <a:pt x="72" y="133"/>
                  </a:lnTo>
                  <a:lnTo>
                    <a:pt x="101" y="100"/>
                  </a:lnTo>
                  <a:lnTo>
                    <a:pt x="134" y="71"/>
                  </a:lnTo>
                  <a:lnTo>
                    <a:pt x="170" y="46"/>
                  </a:lnTo>
                  <a:lnTo>
                    <a:pt x="210" y="27"/>
                  </a:lnTo>
                  <a:lnTo>
                    <a:pt x="252" y="12"/>
                  </a:lnTo>
                  <a:lnTo>
                    <a:pt x="296" y="3"/>
                  </a:lnTo>
                  <a:lnTo>
                    <a:pt x="343"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4" name="Freeform 413">
              <a:extLst>
                <a:ext uri="{FF2B5EF4-FFF2-40B4-BE49-F238E27FC236}">
                  <a16:creationId xmlns:a16="http://schemas.microsoft.com/office/drawing/2014/main" id="{96FF40D6-EDA1-4ED9-976C-7A0F120A1A22}"/>
                </a:ext>
              </a:extLst>
            </p:cNvPr>
            <p:cNvSpPr/>
            <p:nvPr/>
          </p:nvSpPr>
          <p:spPr bwMode="auto">
            <a:xfrm>
              <a:off x="9288463" y="5156200"/>
              <a:ext cx="141288" cy="344487"/>
            </a:xfrm>
            <a:custGeom>
              <a:avLst/>
              <a:gdLst>
                <a:gd name="T0" fmla="*/ 925 w 1073"/>
                <a:gd name="T1" fmla="*/ 1 h 2605"/>
                <a:gd name="T2" fmla="*/ 982 w 1073"/>
                <a:gd name="T3" fmla="*/ 12 h 2605"/>
                <a:gd name="T4" fmla="*/ 1029 w 1073"/>
                <a:gd name="T5" fmla="*/ 45 h 2605"/>
                <a:gd name="T6" fmla="*/ 1061 w 1073"/>
                <a:gd name="T7" fmla="*/ 91 h 2605"/>
                <a:gd name="T8" fmla="*/ 1073 w 1073"/>
                <a:gd name="T9" fmla="*/ 149 h 2605"/>
                <a:gd name="T10" fmla="*/ 1069 w 1073"/>
                <a:gd name="T11" fmla="*/ 1419 h 2605"/>
                <a:gd name="T12" fmla="*/ 1048 w 1073"/>
                <a:gd name="T13" fmla="*/ 1472 h 2605"/>
                <a:gd name="T14" fmla="*/ 1007 w 1073"/>
                <a:gd name="T15" fmla="*/ 1512 h 2605"/>
                <a:gd name="T16" fmla="*/ 954 w 1073"/>
                <a:gd name="T17" fmla="*/ 1535 h 2605"/>
                <a:gd name="T18" fmla="*/ 900 w 1073"/>
                <a:gd name="T19" fmla="*/ 1536 h 2605"/>
                <a:gd name="T20" fmla="*/ 854 w 1073"/>
                <a:gd name="T21" fmla="*/ 1520 h 2605"/>
                <a:gd name="T22" fmla="*/ 835 w 1073"/>
                <a:gd name="T23" fmla="*/ 2456 h 2605"/>
                <a:gd name="T24" fmla="*/ 824 w 1073"/>
                <a:gd name="T25" fmla="*/ 2515 h 2605"/>
                <a:gd name="T26" fmla="*/ 792 w 1073"/>
                <a:gd name="T27" fmla="*/ 2561 h 2605"/>
                <a:gd name="T28" fmla="*/ 744 w 1073"/>
                <a:gd name="T29" fmla="*/ 2593 h 2605"/>
                <a:gd name="T30" fmla="*/ 687 w 1073"/>
                <a:gd name="T31" fmla="*/ 2605 h 2605"/>
                <a:gd name="T32" fmla="*/ 629 w 1073"/>
                <a:gd name="T33" fmla="*/ 2593 h 2605"/>
                <a:gd name="T34" fmla="*/ 582 w 1073"/>
                <a:gd name="T35" fmla="*/ 2561 h 2605"/>
                <a:gd name="T36" fmla="*/ 551 w 1073"/>
                <a:gd name="T37" fmla="*/ 2515 h 2605"/>
                <a:gd name="T38" fmla="*/ 539 w 1073"/>
                <a:gd name="T39" fmla="*/ 2456 h 2605"/>
                <a:gd name="T40" fmla="*/ 532 w 1073"/>
                <a:gd name="T41" fmla="*/ 2486 h 2605"/>
                <a:gd name="T42" fmla="*/ 509 w 1073"/>
                <a:gd name="T43" fmla="*/ 2539 h 2605"/>
                <a:gd name="T44" fmla="*/ 469 w 1073"/>
                <a:gd name="T45" fmla="*/ 2579 h 2605"/>
                <a:gd name="T46" fmla="*/ 416 w 1073"/>
                <a:gd name="T47" fmla="*/ 2602 h 2605"/>
                <a:gd name="T48" fmla="*/ 357 w 1073"/>
                <a:gd name="T49" fmla="*/ 2602 h 2605"/>
                <a:gd name="T50" fmla="*/ 304 w 1073"/>
                <a:gd name="T51" fmla="*/ 2579 h 2605"/>
                <a:gd name="T52" fmla="*/ 263 w 1073"/>
                <a:gd name="T53" fmla="*/ 2539 h 2605"/>
                <a:gd name="T54" fmla="*/ 241 w 1073"/>
                <a:gd name="T55" fmla="*/ 2486 h 2605"/>
                <a:gd name="T56" fmla="*/ 238 w 1073"/>
                <a:gd name="T57" fmla="*/ 1507 h 2605"/>
                <a:gd name="T58" fmla="*/ 197 w 1073"/>
                <a:gd name="T59" fmla="*/ 1530 h 2605"/>
                <a:gd name="T60" fmla="*/ 148 w 1073"/>
                <a:gd name="T61" fmla="*/ 1538 h 2605"/>
                <a:gd name="T62" fmla="*/ 91 w 1073"/>
                <a:gd name="T63" fmla="*/ 1526 h 2605"/>
                <a:gd name="T64" fmla="*/ 43 w 1073"/>
                <a:gd name="T65" fmla="*/ 1495 h 2605"/>
                <a:gd name="T66" fmla="*/ 12 w 1073"/>
                <a:gd name="T67" fmla="*/ 1447 h 2605"/>
                <a:gd name="T68" fmla="*/ 0 w 1073"/>
                <a:gd name="T69" fmla="*/ 1389 h 2605"/>
                <a:gd name="T70" fmla="*/ 3 w 1073"/>
                <a:gd name="T71" fmla="*/ 119 h 2605"/>
                <a:gd name="T72" fmla="*/ 25 w 1073"/>
                <a:gd name="T73" fmla="*/ 67 h 2605"/>
                <a:gd name="T74" fmla="*/ 64 w 1073"/>
                <a:gd name="T75" fmla="*/ 27 h 2605"/>
                <a:gd name="T76" fmla="*/ 116 w 1073"/>
                <a:gd name="T77" fmla="*/ 5 h 2605"/>
                <a:gd name="T78" fmla="*/ 145 w 1073"/>
                <a:gd name="T79" fmla="*/ 0 h 26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1073" h="2605">
                  <a:moveTo>
                    <a:pt x="145" y="0"/>
                  </a:moveTo>
                  <a:lnTo>
                    <a:pt x="925" y="1"/>
                  </a:lnTo>
                  <a:lnTo>
                    <a:pt x="954" y="4"/>
                  </a:lnTo>
                  <a:lnTo>
                    <a:pt x="982" y="12"/>
                  </a:lnTo>
                  <a:lnTo>
                    <a:pt x="1007" y="26"/>
                  </a:lnTo>
                  <a:lnTo>
                    <a:pt x="1029" y="45"/>
                  </a:lnTo>
                  <a:lnTo>
                    <a:pt x="1048" y="66"/>
                  </a:lnTo>
                  <a:lnTo>
                    <a:pt x="1061" y="91"/>
                  </a:lnTo>
                  <a:lnTo>
                    <a:pt x="1069" y="119"/>
                  </a:lnTo>
                  <a:lnTo>
                    <a:pt x="1073" y="149"/>
                  </a:lnTo>
                  <a:lnTo>
                    <a:pt x="1073" y="1389"/>
                  </a:lnTo>
                  <a:lnTo>
                    <a:pt x="1069" y="1419"/>
                  </a:lnTo>
                  <a:lnTo>
                    <a:pt x="1061" y="1447"/>
                  </a:lnTo>
                  <a:lnTo>
                    <a:pt x="1048" y="1472"/>
                  </a:lnTo>
                  <a:lnTo>
                    <a:pt x="1029" y="1495"/>
                  </a:lnTo>
                  <a:lnTo>
                    <a:pt x="1007" y="1512"/>
                  </a:lnTo>
                  <a:lnTo>
                    <a:pt x="982" y="1526"/>
                  </a:lnTo>
                  <a:lnTo>
                    <a:pt x="954" y="1535"/>
                  </a:lnTo>
                  <a:lnTo>
                    <a:pt x="925" y="1538"/>
                  </a:lnTo>
                  <a:lnTo>
                    <a:pt x="900" y="1536"/>
                  </a:lnTo>
                  <a:lnTo>
                    <a:pt x="876" y="1530"/>
                  </a:lnTo>
                  <a:lnTo>
                    <a:pt x="854" y="1520"/>
                  </a:lnTo>
                  <a:lnTo>
                    <a:pt x="835" y="1508"/>
                  </a:lnTo>
                  <a:lnTo>
                    <a:pt x="835" y="2456"/>
                  </a:lnTo>
                  <a:lnTo>
                    <a:pt x="833" y="2486"/>
                  </a:lnTo>
                  <a:lnTo>
                    <a:pt x="824" y="2515"/>
                  </a:lnTo>
                  <a:lnTo>
                    <a:pt x="810" y="2539"/>
                  </a:lnTo>
                  <a:lnTo>
                    <a:pt x="792" y="2561"/>
                  </a:lnTo>
                  <a:lnTo>
                    <a:pt x="770" y="2579"/>
                  </a:lnTo>
                  <a:lnTo>
                    <a:pt x="744" y="2593"/>
                  </a:lnTo>
                  <a:lnTo>
                    <a:pt x="717" y="2602"/>
                  </a:lnTo>
                  <a:lnTo>
                    <a:pt x="687" y="2605"/>
                  </a:lnTo>
                  <a:lnTo>
                    <a:pt x="657" y="2602"/>
                  </a:lnTo>
                  <a:lnTo>
                    <a:pt x="629" y="2593"/>
                  </a:lnTo>
                  <a:lnTo>
                    <a:pt x="604" y="2579"/>
                  </a:lnTo>
                  <a:lnTo>
                    <a:pt x="582" y="2561"/>
                  </a:lnTo>
                  <a:lnTo>
                    <a:pt x="564" y="2539"/>
                  </a:lnTo>
                  <a:lnTo>
                    <a:pt x="551" y="2515"/>
                  </a:lnTo>
                  <a:lnTo>
                    <a:pt x="542" y="2486"/>
                  </a:lnTo>
                  <a:lnTo>
                    <a:pt x="539" y="2456"/>
                  </a:lnTo>
                  <a:lnTo>
                    <a:pt x="535" y="2456"/>
                  </a:lnTo>
                  <a:lnTo>
                    <a:pt x="532" y="2486"/>
                  </a:lnTo>
                  <a:lnTo>
                    <a:pt x="523" y="2515"/>
                  </a:lnTo>
                  <a:lnTo>
                    <a:pt x="509" y="2539"/>
                  </a:lnTo>
                  <a:lnTo>
                    <a:pt x="492" y="2561"/>
                  </a:lnTo>
                  <a:lnTo>
                    <a:pt x="469" y="2579"/>
                  </a:lnTo>
                  <a:lnTo>
                    <a:pt x="444" y="2593"/>
                  </a:lnTo>
                  <a:lnTo>
                    <a:pt x="416" y="2602"/>
                  </a:lnTo>
                  <a:lnTo>
                    <a:pt x="386" y="2605"/>
                  </a:lnTo>
                  <a:lnTo>
                    <a:pt x="357" y="2602"/>
                  </a:lnTo>
                  <a:lnTo>
                    <a:pt x="328" y="2593"/>
                  </a:lnTo>
                  <a:lnTo>
                    <a:pt x="304" y="2579"/>
                  </a:lnTo>
                  <a:lnTo>
                    <a:pt x="281" y="2561"/>
                  </a:lnTo>
                  <a:lnTo>
                    <a:pt x="263" y="2539"/>
                  </a:lnTo>
                  <a:lnTo>
                    <a:pt x="250" y="2515"/>
                  </a:lnTo>
                  <a:lnTo>
                    <a:pt x="241" y="2486"/>
                  </a:lnTo>
                  <a:lnTo>
                    <a:pt x="238" y="2456"/>
                  </a:lnTo>
                  <a:lnTo>
                    <a:pt x="238" y="1507"/>
                  </a:lnTo>
                  <a:lnTo>
                    <a:pt x="218" y="1520"/>
                  </a:lnTo>
                  <a:lnTo>
                    <a:pt x="197" y="1530"/>
                  </a:lnTo>
                  <a:lnTo>
                    <a:pt x="173" y="1536"/>
                  </a:lnTo>
                  <a:lnTo>
                    <a:pt x="148" y="1538"/>
                  </a:lnTo>
                  <a:lnTo>
                    <a:pt x="119" y="1535"/>
                  </a:lnTo>
                  <a:lnTo>
                    <a:pt x="91" y="1526"/>
                  </a:lnTo>
                  <a:lnTo>
                    <a:pt x="66" y="1512"/>
                  </a:lnTo>
                  <a:lnTo>
                    <a:pt x="43" y="1495"/>
                  </a:lnTo>
                  <a:lnTo>
                    <a:pt x="25" y="1472"/>
                  </a:lnTo>
                  <a:lnTo>
                    <a:pt x="12" y="1447"/>
                  </a:lnTo>
                  <a:lnTo>
                    <a:pt x="3" y="1419"/>
                  </a:lnTo>
                  <a:lnTo>
                    <a:pt x="0" y="1389"/>
                  </a:lnTo>
                  <a:lnTo>
                    <a:pt x="0" y="149"/>
                  </a:lnTo>
                  <a:lnTo>
                    <a:pt x="3" y="119"/>
                  </a:lnTo>
                  <a:lnTo>
                    <a:pt x="11" y="92"/>
                  </a:lnTo>
                  <a:lnTo>
                    <a:pt x="25" y="67"/>
                  </a:lnTo>
                  <a:lnTo>
                    <a:pt x="42" y="46"/>
                  </a:lnTo>
                  <a:lnTo>
                    <a:pt x="64" y="27"/>
                  </a:lnTo>
                  <a:lnTo>
                    <a:pt x="89" y="13"/>
                  </a:lnTo>
                  <a:lnTo>
                    <a:pt x="116" y="5"/>
                  </a:lnTo>
                  <a:lnTo>
                    <a:pt x="145" y="1"/>
                  </a:lnTo>
                  <a:lnTo>
                    <a:pt x="145"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5" name="Freeform 414">
              <a:extLst>
                <a:ext uri="{FF2B5EF4-FFF2-40B4-BE49-F238E27FC236}">
                  <a16:creationId xmlns:a16="http://schemas.microsoft.com/office/drawing/2014/main" id="{072BF233-4BD3-4660-B90C-9D15B44F96AA}"/>
                </a:ext>
              </a:extLst>
            </p:cNvPr>
            <p:cNvSpPr/>
            <p:nvPr/>
          </p:nvSpPr>
          <p:spPr bwMode="auto">
            <a:xfrm>
              <a:off x="9232901" y="5059363"/>
              <a:ext cx="74613" cy="82550"/>
            </a:xfrm>
            <a:custGeom>
              <a:avLst/>
              <a:gdLst>
                <a:gd name="T0" fmla="*/ 314 w 565"/>
                <a:gd name="T1" fmla="*/ 0 h 629"/>
                <a:gd name="T2" fmla="*/ 358 w 565"/>
                <a:gd name="T3" fmla="*/ 3 h 629"/>
                <a:gd name="T4" fmla="*/ 400 w 565"/>
                <a:gd name="T5" fmla="*/ 12 h 629"/>
                <a:gd name="T6" fmla="*/ 439 w 565"/>
                <a:gd name="T7" fmla="*/ 25 h 629"/>
                <a:gd name="T8" fmla="*/ 474 w 565"/>
                <a:gd name="T9" fmla="*/ 44 h 629"/>
                <a:gd name="T10" fmla="*/ 508 w 565"/>
                <a:gd name="T11" fmla="*/ 67 h 629"/>
                <a:gd name="T12" fmla="*/ 538 w 565"/>
                <a:gd name="T13" fmla="*/ 94 h 629"/>
                <a:gd name="T14" fmla="*/ 565 w 565"/>
                <a:gd name="T15" fmla="*/ 125 h 629"/>
                <a:gd name="T16" fmla="*/ 545 w 565"/>
                <a:gd name="T17" fmla="*/ 165 h 629"/>
                <a:gd name="T18" fmla="*/ 528 w 565"/>
                <a:gd name="T19" fmla="*/ 206 h 629"/>
                <a:gd name="T20" fmla="*/ 516 w 565"/>
                <a:gd name="T21" fmla="*/ 250 h 629"/>
                <a:gd name="T22" fmla="*/ 509 w 565"/>
                <a:gd name="T23" fmla="*/ 296 h 629"/>
                <a:gd name="T24" fmla="*/ 507 w 565"/>
                <a:gd name="T25" fmla="*/ 342 h 629"/>
                <a:gd name="T26" fmla="*/ 509 w 565"/>
                <a:gd name="T27" fmla="*/ 391 h 629"/>
                <a:gd name="T28" fmla="*/ 518 w 565"/>
                <a:gd name="T29" fmla="*/ 437 h 629"/>
                <a:gd name="T30" fmla="*/ 530 w 565"/>
                <a:gd name="T31" fmla="*/ 483 h 629"/>
                <a:gd name="T32" fmla="*/ 548 w 565"/>
                <a:gd name="T33" fmla="*/ 525 h 629"/>
                <a:gd name="T34" fmla="*/ 518 w 565"/>
                <a:gd name="T35" fmla="*/ 555 h 629"/>
                <a:gd name="T36" fmla="*/ 483 w 565"/>
                <a:gd name="T37" fmla="*/ 581 h 629"/>
                <a:gd name="T38" fmla="*/ 445 w 565"/>
                <a:gd name="T39" fmla="*/ 601 h 629"/>
                <a:gd name="T40" fmla="*/ 404 w 565"/>
                <a:gd name="T41" fmla="*/ 616 h 629"/>
                <a:gd name="T42" fmla="*/ 361 w 565"/>
                <a:gd name="T43" fmla="*/ 626 h 629"/>
                <a:gd name="T44" fmla="*/ 314 w 565"/>
                <a:gd name="T45" fmla="*/ 629 h 629"/>
                <a:gd name="T46" fmla="*/ 272 w 565"/>
                <a:gd name="T47" fmla="*/ 627 h 629"/>
                <a:gd name="T48" fmla="*/ 231 w 565"/>
                <a:gd name="T49" fmla="*/ 619 h 629"/>
                <a:gd name="T50" fmla="*/ 192 w 565"/>
                <a:gd name="T51" fmla="*/ 605 h 629"/>
                <a:gd name="T52" fmla="*/ 156 w 565"/>
                <a:gd name="T53" fmla="*/ 587 h 629"/>
                <a:gd name="T54" fmla="*/ 122 w 565"/>
                <a:gd name="T55" fmla="*/ 565 h 629"/>
                <a:gd name="T56" fmla="*/ 92 w 565"/>
                <a:gd name="T57" fmla="*/ 538 h 629"/>
                <a:gd name="T58" fmla="*/ 66 w 565"/>
                <a:gd name="T59" fmla="*/ 507 h 629"/>
                <a:gd name="T60" fmla="*/ 43 w 565"/>
                <a:gd name="T61" fmla="*/ 474 h 629"/>
                <a:gd name="T62" fmla="*/ 25 w 565"/>
                <a:gd name="T63" fmla="*/ 437 h 629"/>
                <a:gd name="T64" fmla="*/ 11 w 565"/>
                <a:gd name="T65" fmla="*/ 398 h 629"/>
                <a:gd name="T66" fmla="*/ 2 w 565"/>
                <a:gd name="T67" fmla="*/ 357 h 629"/>
                <a:gd name="T68" fmla="*/ 0 w 565"/>
                <a:gd name="T69" fmla="*/ 315 h 629"/>
                <a:gd name="T70" fmla="*/ 3 w 565"/>
                <a:gd name="T71" fmla="*/ 269 h 629"/>
                <a:gd name="T72" fmla="*/ 13 w 565"/>
                <a:gd name="T73" fmla="*/ 223 h 629"/>
                <a:gd name="T74" fmla="*/ 29 w 565"/>
                <a:gd name="T75" fmla="*/ 182 h 629"/>
                <a:gd name="T76" fmla="*/ 51 w 565"/>
                <a:gd name="T77" fmla="*/ 143 h 629"/>
                <a:gd name="T78" fmla="*/ 77 w 565"/>
                <a:gd name="T79" fmla="*/ 108 h 629"/>
                <a:gd name="T80" fmla="*/ 108 w 565"/>
                <a:gd name="T81" fmla="*/ 76 h 629"/>
                <a:gd name="T82" fmla="*/ 144 w 565"/>
                <a:gd name="T83" fmla="*/ 51 h 629"/>
                <a:gd name="T84" fmla="*/ 183 w 565"/>
                <a:gd name="T85" fmla="*/ 29 h 629"/>
                <a:gd name="T86" fmla="*/ 224 w 565"/>
                <a:gd name="T87" fmla="*/ 13 h 629"/>
                <a:gd name="T88" fmla="*/ 268 w 565"/>
                <a:gd name="T89" fmla="*/ 3 h 629"/>
                <a:gd name="T90" fmla="*/ 314 w 565"/>
                <a:gd name="T91" fmla="*/ 0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5" h="629">
                  <a:moveTo>
                    <a:pt x="314" y="0"/>
                  </a:moveTo>
                  <a:lnTo>
                    <a:pt x="358" y="3"/>
                  </a:lnTo>
                  <a:lnTo>
                    <a:pt x="400" y="12"/>
                  </a:lnTo>
                  <a:lnTo>
                    <a:pt x="439" y="25"/>
                  </a:lnTo>
                  <a:lnTo>
                    <a:pt x="474" y="44"/>
                  </a:lnTo>
                  <a:lnTo>
                    <a:pt x="508" y="67"/>
                  </a:lnTo>
                  <a:lnTo>
                    <a:pt x="538" y="94"/>
                  </a:lnTo>
                  <a:lnTo>
                    <a:pt x="565" y="125"/>
                  </a:lnTo>
                  <a:lnTo>
                    <a:pt x="545" y="165"/>
                  </a:lnTo>
                  <a:lnTo>
                    <a:pt x="528" y="206"/>
                  </a:lnTo>
                  <a:lnTo>
                    <a:pt x="516" y="250"/>
                  </a:lnTo>
                  <a:lnTo>
                    <a:pt x="509" y="296"/>
                  </a:lnTo>
                  <a:lnTo>
                    <a:pt x="507" y="342"/>
                  </a:lnTo>
                  <a:lnTo>
                    <a:pt x="509" y="391"/>
                  </a:lnTo>
                  <a:lnTo>
                    <a:pt x="518" y="437"/>
                  </a:lnTo>
                  <a:lnTo>
                    <a:pt x="530" y="483"/>
                  </a:lnTo>
                  <a:lnTo>
                    <a:pt x="548" y="525"/>
                  </a:lnTo>
                  <a:lnTo>
                    <a:pt x="518" y="555"/>
                  </a:lnTo>
                  <a:lnTo>
                    <a:pt x="483" y="581"/>
                  </a:lnTo>
                  <a:lnTo>
                    <a:pt x="445" y="601"/>
                  </a:lnTo>
                  <a:lnTo>
                    <a:pt x="404" y="616"/>
                  </a:lnTo>
                  <a:lnTo>
                    <a:pt x="361" y="626"/>
                  </a:lnTo>
                  <a:lnTo>
                    <a:pt x="314" y="629"/>
                  </a:lnTo>
                  <a:lnTo>
                    <a:pt x="272" y="627"/>
                  </a:lnTo>
                  <a:lnTo>
                    <a:pt x="231" y="619"/>
                  </a:lnTo>
                  <a:lnTo>
                    <a:pt x="192" y="605"/>
                  </a:lnTo>
                  <a:lnTo>
                    <a:pt x="156" y="587"/>
                  </a:lnTo>
                  <a:lnTo>
                    <a:pt x="122" y="565"/>
                  </a:lnTo>
                  <a:lnTo>
                    <a:pt x="92" y="538"/>
                  </a:lnTo>
                  <a:lnTo>
                    <a:pt x="66" y="507"/>
                  </a:lnTo>
                  <a:lnTo>
                    <a:pt x="43" y="474"/>
                  </a:lnTo>
                  <a:lnTo>
                    <a:pt x="25" y="437"/>
                  </a:lnTo>
                  <a:lnTo>
                    <a:pt x="11" y="398"/>
                  </a:lnTo>
                  <a:lnTo>
                    <a:pt x="2" y="357"/>
                  </a:lnTo>
                  <a:lnTo>
                    <a:pt x="0" y="315"/>
                  </a:lnTo>
                  <a:lnTo>
                    <a:pt x="3" y="269"/>
                  </a:lnTo>
                  <a:lnTo>
                    <a:pt x="13" y="223"/>
                  </a:lnTo>
                  <a:lnTo>
                    <a:pt x="29" y="182"/>
                  </a:lnTo>
                  <a:lnTo>
                    <a:pt x="51" y="143"/>
                  </a:lnTo>
                  <a:lnTo>
                    <a:pt x="77" y="108"/>
                  </a:lnTo>
                  <a:lnTo>
                    <a:pt x="108" y="76"/>
                  </a:lnTo>
                  <a:lnTo>
                    <a:pt x="144" y="51"/>
                  </a:lnTo>
                  <a:lnTo>
                    <a:pt x="183" y="29"/>
                  </a:lnTo>
                  <a:lnTo>
                    <a:pt x="224" y="13"/>
                  </a:lnTo>
                  <a:lnTo>
                    <a:pt x="268" y="3"/>
                  </a:lnTo>
                  <a:lnTo>
                    <a:pt x="314"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6" name="Freeform 415">
              <a:extLst>
                <a:ext uri="{FF2B5EF4-FFF2-40B4-BE49-F238E27FC236}">
                  <a16:creationId xmlns:a16="http://schemas.microsoft.com/office/drawing/2014/main" id="{4CA8B208-9B0D-401D-BA3E-5D117C1FB2FA}"/>
                </a:ext>
              </a:extLst>
            </p:cNvPr>
            <p:cNvSpPr/>
            <p:nvPr/>
          </p:nvSpPr>
          <p:spPr bwMode="auto">
            <a:xfrm>
              <a:off x="9209088" y="5148263"/>
              <a:ext cx="96838" cy="317500"/>
            </a:xfrm>
            <a:custGeom>
              <a:avLst/>
              <a:gdLst>
                <a:gd name="T0" fmla="*/ 373 w 729"/>
                <a:gd name="T1" fmla="*/ 0 h 2394"/>
                <a:gd name="T2" fmla="*/ 510 w 729"/>
                <a:gd name="T3" fmla="*/ 0 h 2394"/>
                <a:gd name="T4" fmla="*/ 600 w 729"/>
                <a:gd name="T5" fmla="*/ 0 h 2394"/>
                <a:gd name="T6" fmla="*/ 550 w 729"/>
                <a:gd name="T7" fmla="*/ 46 h 2394"/>
                <a:gd name="T8" fmla="*/ 513 w 729"/>
                <a:gd name="T9" fmla="*/ 105 h 2394"/>
                <a:gd name="T10" fmla="*/ 494 w 729"/>
                <a:gd name="T11" fmla="*/ 172 h 2394"/>
                <a:gd name="T12" fmla="*/ 490 w 729"/>
                <a:gd name="T13" fmla="*/ 1448 h 2394"/>
                <a:gd name="T14" fmla="*/ 502 w 729"/>
                <a:gd name="T15" fmla="*/ 1526 h 2394"/>
                <a:gd name="T16" fmla="*/ 536 w 729"/>
                <a:gd name="T17" fmla="*/ 1594 h 2394"/>
                <a:gd name="T18" fmla="*/ 588 w 729"/>
                <a:gd name="T19" fmla="*/ 1648 h 2394"/>
                <a:gd name="T20" fmla="*/ 652 w 729"/>
                <a:gd name="T21" fmla="*/ 1685 h 2394"/>
                <a:gd name="T22" fmla="*/ 729 w 729"/>
                <a:gd name="T23" fmla="*/ 1702 h 2394"/>
                <a:gd name="T24" fmla="*/ 708 w 729"/>
                <a:gd name="T25" fmla="*/ 2370 h 2394"/>
                <a:gd name="T26" fmla="*/ 659 w 729"/>
                <a:gd name="T27" fmla="*/ 2392 h 2394"/>
                <a:gd name="T28" fmla="*/ 604 w 729"/>
                <a:gd name="T29" fmla="*/ 2392 h 2394"/>
                <a:gd name="T30" fmla="*/ 555 w 729"/>
                <a:gd name="T31" fmla="*/ 2372 h 2394"/>
                <a:gd name="T32" fmla="*/ 518 w 729"/>
                <a:gd name="T33" fmla="*/ 2335 h 2394"/>
                <a:gd name="T34" fmla="*/ 498 w 729"/>
                <a:gd name="T35" fmla="*/ 2285 h 2394"/>
                <a:gd name="T36" fmla="*/ 491 w 729"/>
                <a:gd name="T37" fmla="*/ 2258 h 2394"/>
                <a:gd name="T38" fmla="*/ 481 w 729"/>
                <a:gd name="T39" fmla="*/ 2311 h 2394"/>
                <a:gd name="T40" fmla="*/ 451 w 729"/>
                <a:gd name="T41" fmla="*/ 2354 h 2394"/>
                <a:gd name="T42" fmla="*/ 408 w 729"/>
                <a:gd name="T43" fmla="*/ 2383 h 2394"/>
                <a:gd name="T44" fmla="*/ 355 w 729"/>
                <a:gd name="T45" fmla="*/ 2394 h 2394"/>
                <a:gd name="T46" fmla="*/ 301 w 729"/>
                <a:gd name="T47" fmla="*/ 2383 h 2394"/>
                <a:gd name="T48" fmla="*/ 258 w 729"/>
                <a:gd name="T49" fmla="*/ 2354 h 2394"/>
                <a:gd name="T50" fmla="*/ 229 w 729"/>
                <a:gd name="T51" fmla="*/ 2311 h 2394"/>
                <a:gd name="T52" fmla="*/ 218 w 729"/>
                <a:gd name="T53" fmla="*/ 2258 h 2394"/>
                <a:gd name="T54" fmla="*/ 201 w 729"/>
                <a:gd name="T55" fmla="*/ 1397 h 2394"/>
                <a:gd name="T56" fmla="*/ 159 w 729"/>
                <a:gd name="T57" fmla="*/ 1411 h 2394"/>
                <a:gd name="T58" fmla="*/ 109 w 729"/>
                <a:gd name="T59" fmla="*/ 1410 h 2394"/>
                <a:gd name="T60" fmla="*/ 60 w 729"/>
                <a:gd name="T61" fmla="*/ 1390 h 2394"/>
                <a:gd name="T62" fmla="*/ 24 w 729"/>
                <a:gd name="T63" fmla="*/ 1353 h 2394"/>
                <a:gd name="T64" fmla="*/ 3 w 729"/>
                <a:gd name="T65" fmla="*/ 1305 h 2394"/>
                <a:gd name="T66" fmla="*/ 0 w 729"/>
                <a:gd name="T67" fmla="*/ 137 h 2394"/>
                <a:gd name="T68" fmla="*/ 11 w 729"/>
                <a:gd name="T69" fmla="*/ 84 h 2394"/>
                <a:gd name="T70" fmla="*/ 39 w 729"/>
                <a:gd name="T71" fmla="*/ 42 h 2394"/>
                <a:gd name="T72" fmla="*/ 81 w 729"/>
                <a:gd name="T73" fmla="*/ 12 h 2394"/>
                <a:gd name="T74" fmla="*/ 133 w 729"/>
                <a:gd name="T75" fmla="*/ 1 h 2394"/>
                <a:gd name="T76" fmla="*/ 289 w 729"/>
                <a:gd name="T77" fmla="*/ 0 h 2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9" h="2394">
                  <a:moveTo>
                    <a:pt x="329" y="0"/>
                  </a:moveTo>
                  <a:lnTo>
                    <a:pt x="373" y="0"/>
                  </a:lnTo>
                  <a:lnTo>
                    <a:pt x="463" y="0"/>
                  </a:lnTo>
                  <a:lnTo>
                    <a:pt x="510" y="0"/>
                  </a:lnTo>
                  <a:lnTo>
                    <a:pt x="556" y="0"/>
                  </a:lnTo>
                  <a:lnTo>
                    <a:pt x="600" y="0"/>
                  </a:lnTo>
                  <a:lnTo>
                    <a:pt x="573" y="21"/>
                  </a:lnTo>
                  <a:lnTo>
                    <a:pt x="550" y="46"/>
                  </a:lnTo>
                  <a:lnTo>
                    <a:pt x="529" y="74"/>
                  </a:lnTo>
                  <a:lnTo>
                    <a:pt x="513" y="105"/>
                  </a:lnTo>
                  <a:lnTo>
                    <a:pt x="501" y="137"/>
                  </a:lnTo>
                  <a:lnTo>
                    <a:pt x="494" y="172"/>
                  </a:lnTo>
                  <a:lnTo>
                    <a:pt x="490" y="208"/>
                  </a:lnTo>
                  <a:lnTo>
                    <a:pt x="490" y="1448"/>
                  </a:lnTo>
                  <a:lnTo>
                    <a:pt x="494" y="1488"/>
                  </a:lnTo>
                  <a:lnTo>
                    <a:pt x="502" y="1526"/>
                  </a:lnTo>
                  <a:lnTo>
                    <a:pt x="516" y="1562"/>
                  </a:lnTo>
                  <a:lnTo>
                    <a:pt x="536" y="1594"/>
                  </a:lnTo>
                  <a:lnTo>
                    <a:pt x="559" y="1622"/>
                  </a:lnTo>
                  <a:lnTo>
                    <a:pt x="588" y="1648"/>
                  </a:lnTo>
                  <a:lnTo>
                    <a:pt x="619" y="1668"/>
                  </a:lnTo>
                  <a:lnTo>
                    <a:pt x="652" y="1685"/>
                  </a:lnTo>
                  <a:lnTo>
                    <a:pt x="690" y="1697"/>
                  </a:lnTo>
                  <a:lnTo>
                    <a:pt x="729" y="1702"/>
                  </a:lnTo>
                  <a:lnTo>
                    <a:pt x="729" y="2354"/>
                  </a:lnTo>
                  <a:lnTo>
                    <a:pt x="708" y="2370"/>
                  </a:lnTo>
                  <a:lnTo>
                    <a:pt x="685" y="2383"/>
                  </a:lnTo>
                  <a:lnTo>
                    <a:pt x="659" y="2392"/>
                  </a:lnTo>
                  <a:lnTo>
                    <a:pt x="632" y="2394"/>
                  </a:lnTo>
                  <a:lnTo>
                    <a:pt x="604" y="2392"/>
                  </a:lnTo>
                  <a:lnTo>
                    <a:pt x="579" y="2383"/>
                  </a:lnTo>
                  <a:lnTo>
                    <a:pt x="555" y="2372"/>
                  </a:lnTo>
                  <a:lnTo>
                    <a:pt x="535" y="2354"/>
                  </a:lnTo>
                  <a:lnTo>
                    <a:pt x="518" y="2335"/>
                  </a:lnTo>
                  <a:lnTo>
                    <a:pt x="505" y="2311"/>
                  </a:lnTo>
                  <a:lnTo>
                    <a:pt x="498" y="2285"/>
                  </a:lnTo>
                  <a:lnTo>
                    <a:pt x="495" y="2258"/>
                  </a:lnTo>
                  <a:lnTo>
                    <a:pt x="491" y="2258"/>
                  </a:lnTo>
                  <a:lnTo>
                    <a:pt x="488" y="2285"/>
                  </a:lnTo>
                  <a:lnTo>
                    <a:pt x="481" y="2311"/>
                  </a:lnTo>
                  <a:lnTo>
                    <a:pt x="469" y="2335"/>
                  </a:lnTo>
                  <a:lnTo>
                    <a:pt x="451" y="2354"/>
                  </a:lnTo>
                  <a:lnTo>
                    <a:pt x="431" y="2372"/>
                  </a:lnTo>
                  <a:lnTo>
                    <a:pt x="408" y="2383"/>
                  </a:lnTo>
                  <a:lnTo>
                    <a:pt x="382" y="2392"/>
                  </a:lnTo>
                  <a:lnTo>
                    <a:pt x="355" y="2394"/>
                  </a:lnTo>
                  <a:lnTo>
                    <a:pt x="327" y="2392"/>
                  </a:lnTo>
                  <a:lnTo>
                    <a:pt x="301" y="2383"/>
                  </a:lnTo>
                  <a:lnTo>
                    <a:pt x="279" y="2372"/>
                  </a:lnTo>
                  <a:lnTo>
                    <a:pt x="258" y="2354"/>
                  </a:lnTo>
                  <a:lnTo>
                    <a:pt x="242" y="2335"/>
                  </a:lnTo>
                  <a:lnTo>
                    <a:pt x="229" y="2311"/>
                  </a:lnTo>
                  <a:lnTo>
                    <a:pt x="221" y="2285"/>
                  </a:lnTo>
                  <a:lnTo>
                    <a:pt x="218" y="2258"/>
                  </a:lnTo>
                  <a:lnTo>
                    <a:pt x="218" y="1386"/>
                  </a:lnTo>
                  <a:lnTo>
                    <a:pt x="201" y="1397"/>
                  </a:lnTo>
                  <a:lnTo>
                    <a:pt x="180" y="1406"/>
                  </a:lnTo>
                  <a:lnTo>
                    <a:pt x="159" y="1411"/>
                  </a:lnTo>
                  <a:lnTo>
                    <a:pt x="137" y="1414"/>
                  </a:lnTo>
                  <a:lnTo>
                    <a:pt x="109" y="1410"/>
                  </a:lnTo>
                  <a:lnTo>
                    <a:pt x="83" y="1403"/>
                  </a:lnTo>
                  <a:lnTo>
                    <a:pt x="60" y="1390"/>
                  </a:lnTo>
                  <a:lnTo>
                    <a:pt x="40" y="1374"/>
                  </a:lnTo>
                  <a:lnTo>
                    <a:pt x="24" y="1353"/>
                  </a:lnTo>
                  <a:lnTo>
                    <a:pt x="11" y="1330"/>
                  </a:lnTo>
                  <a:lnTo>
                    <a:pt x="3" y="1305"/>
                  </a:lnTo>
                  <a:lnTo>
                    <a:pt x="0" y="1276"/>
                  </a:lnTo>
                  <a:lnTo>
                    <a:pt x="0" y="137"/>
                  </a:lnTo>
                  <a:lnTo>
                    <a:pt x="2" y="110"/>
                  </a:lnTo>
                  <a:lnTo>
                    <a:pt x="11" y="84"/>
                  </a:lnTo>
                  <a:lnTo>
                    <a:pt x="23" y="61"/>
                  </a:lnTo>
                  <a:lnTo>
                    <a:pt x="39" y="42"/>
                  </a:lnTo>
                  <a:lnTo>
                    <a:pt x="58" y="25"/>
                  </a:lnTo>
                  <a:lnTo>
                    <a:pt x="81" y="12"/>
                  </a:lnTo>
                  <a:lnTo>
                    <a:pt x="106" y="4"/>
                  </a:lnTo>
                  <a:lnTo>
                    <a:pt x="133" y="1"/>
                  </a:lnTo>
                  <a:lnTo>
                    <a:pt x="133" y="0"/>
                  </a:lnTo>
                  <a:lnTo>
                    <a:pt x="289" y="0"/>
                  </a:lnTo>
                  <a:lnTo>
                    <a:pt x="329"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7" name="Freeform 416">
              <a:extLst>
                <a:ext uri="{FF2B5EF4-FFF2-40B4-BE49-F238E27FC236}">
                  <a16:creationId xmlns:a16="http://schemas.microsoft.com/office/drawing/2014/main" id="{D5F54781-B0F2-4137-A9D8-CF1DD0E3511D}"/>
                </a:ext>
              </a:extLst>
            </p:cNvPr>
            <p:cNvSpPr/>
            <p:nvPr/>
          </p:nvSpPr>
          <p:spPr bwMode="auto">
            <a:xfrm>
              <a:off x="9410701" y="5059363"/>
              <a:ext cx="74613" cy="82550"/>
            </a:xfrm>
            <a:custGeom>
              <a:avLst/>
              <a:gdLst>
                <a:gd name="T0" fmla="*/ 249 w 565"/>
                <a:gd name="T1" fmla="*/ 0 h 629"/>
                <a:gd name="T2" fmla="*/ 297 w 565"/>
                <a:gd name="T3" fmla="*/ 3 h 629"/>
                <a:gd name="T4" fmla="*/ 341 w 565"/>
                <a:gd name="T5" fmla="*/ 13 h 629"/>
                <a:gd name="T6" fmla="*/ 382 w 565"/>
                <a:gd name="T7" fmla="*/ 29 h 629"/>
                <a:gd name="T8" fmla="*/ 421 w 565"/>
                <a:gd name="T9" fmla="*/ 51 h 629"/>
                <a:gd name="T10" fmla="*/ 457 w 565"/>
                <a:gd name="T11" fmla="*/ 76 h 629"/>
                <a:gd name="T12" fmla="*/ 488 w 565"/>
                <a:gd name="T13" fmla="*/ 108 h 629"/>
                <a:gd name="T14" fmla="*/ 514 w 565"/>
                <a:gd name="T15" fmla="*/ 143 h 629"/>
                <a:gd name="T16" fmla="*/ 535 w 565"/>
                <a:gd name="T17" fmla="*/ 182 h 629"/>
                <a:gd name="T18" fmla="*/ 552 w 565"/>
                <a:gd name="T19" fmla="*/ 223 h 629"/>
                <a:gd name="T20" fmla="*/ 561 w 565"/>
                <a:gd name="T21" fmla="*/ 269 h 629"/>
                <a:gd name="T22" fmla="*/ 565 w 565"/>
                <a:gd name="T23" fmla="*/ 315 h 629"/>
                <a:gd name="T24" fmla="*/ 562 w 565"/>
                <a:gd name="T25" fmla="*/ 357 h 629"/>
                <a:gd name="T26" fmla="*/ 554 w 565"/>
                <a:gd name="T27" fmla="*/ 398 h 629"/>
                <a:gd name="T28" fmla="*/ 540 w 565"/>
                <a:gd name="T29" fmla="*/ 437 h 629"/>
                <a:gd name="T30" fmla="*/ 521 w 565"/>
                <a:gd name="T31" fmla="*/ 474 h 629"/>
                <a:gd name="T32" fmla="*/ 499 w 565"/>
                <a:gd name="T33" fmla="*/ 507 h 629"/>
                <a:gd name="T34" fmla="*/ 473 w 565"/>
                <a:gd name="T35" fmla="*/ 538 h 629"/>
                <a:gd name="T36" fmla="*/ 443 w 565"/>
                <a:gd name="T37" fmla="*/ 565 h 629"/>
                <a:gd name="T38" fmla="*/ 409 w 565"/>
                <a:gd name="T39" fmla="*/ 587 h 629"/>
                <a:gd name="T40" fmla="*/ 372 w 565"/>
                <a:gd name="T41" fmla="*/ 605 h 629"/>
                <a:gd name="T42" fmla="*/ 333 w 565"/>
                <a:gd name="T43" fmla="*/ 619 h 629"/>
                <a:gd name="T44" fmla="*/ 292 w 565"/>
                <a:gd name="T45" fmla="*/ 627 h 629"/>
                <a:gd name="T46" fmla="*/ 249 w 565"/>
                <a:gd name="T47" fmla="*/ 629 h 629"/>
                <a:gd name="T48" fmla="*/ 204 w 565"/>
                <a:gd name="T49" fmla="*/ 626 h 629"/>
                <a:gd name="T50" fmla="*/ 161 w 565"/>
                <a:gd name="T51" fmla="*/ 616 h 629"/>
                <a:gd name="T52" fmla="*/ 120 w 565"/>
                <a:gd name="T53" fmla="*/ 601 h 629"/>
                <a:gd name="T54" fmla="*/ 82 w 565"/>
                <a:gd name="T55" fmla="*/ 581 h 629"/>
                <a:gd name="T56" fmla="*/ 47 w 565"/>
                <a:gd name="T57" fmla="*/ 555 h 629"/>
                <a:gd name="T58" fmla="*/ 17 w 565"/>
                <a:gd name="T59" fmla="*/ 526 h 629"/>
                <a:gd name="T60" fmla="*/ 34 w 565"/>
                <a:gd name="T61" fmla="*/ 483 h 629"/>
                <a:gd name="T62" fmla="*/ 47 w 565"/>
                <a:gd name="T63" fmla="*/ 438 h 629"/>
                <a:gd name="T64" fmla="*/ 56 w 565"/>
                <a:gd name="T65" fmla="*/ 391 h 629"/>
                <a:gd name="T66" fmla="*/ 59 w 565"/>
                <a:gd name="T67" fmla="*/ 342 h 629"/>
                <a:gd name="T68" fmla="*/ 56 w 565"/>
                <a:gd name="T69" fmla="*/ 296 h 629"/>
                <a:gd name="T70" fmla="*/ 48 w 565"/>
                <a:gd name="T71" fmla="*/ 250 h 629"/>
                <a:gd name="T72" fmla="*/ 36 w 565"/>
                <a:gd name="T73" fmla="*/ 206 h 629"/>
                <a:gd name="T74" fmla="*/ 20 w 565"/>
                <a:gd name="T75" fmla="*/ 164 h 629"/>
                <a:gd name="T76" fmla="*/ 0 w 565"/>
                <a:gd name="T77" fmla="*/ 124 h 629"/>
                <a:gd name="T78" fmla="*/ 27 w 565"/>
                <a:gd name="T79" fmla="*/ 94 h 629"/>
                <a:gd name="T80" fmla="*/ 57 w 565"/>
                <a:gd name="T81" fmla="*/ 67 h 629"/>
                <a:gd name="T82" fmla="*/ 90 w 565"/>
                <a:gd name="T83" fmla="*/ 44 h 629"/>
                <a:gd name="T84" fmla="*/ 126 w 565"/>
                <a:gd name="T85" fmla="*/ 25 h 629"/>
                <a:gd name="T86" fmla="*/ 165 w 565"/>
                <a:gd name="T87" fmla="*/ 12 h 629"/>
                <a:gd name="T88" fmla="*/ 207 w 565"/>
                <a:gd name="T89" fmla="*/ 3 h 629"/>
                <a:gd name="T90" fmla="*/ 249 w 565"/>
                <a:gd name="T91" fmla="*/ 0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5" h="629">
                  <a:moveTo>
                    <a:pt x="249" y="0"/>
                  </a:moveTo>
                  <a:lnTo>
                    <a:pt x="297" y="3"/>
                  </a:lnTo>
                  <a:lnTo>
                    <a:pt x="341" y="13"/>
                  </a:lnTo>
                  <a:lnTo>
                    <a:pt x="382" y="29"/>
                  </a:lnTo>
                  <a:lnTo>
                    <a:pt x="421" y="51"/>
                  </a:lnTo>
                  <a:lnTo>
                    <a:pt x="457" y="76"/>
                  </a:lnTo>
                  <a:lnTo>
                    <a:pt x="488" y="108"/>
                  </a:lnTo>
                  <a:lnTo>
                    <a:pt x="514" y="143"/>
                  </a:lnTo>
                  <a:lnTo>
                    <a:pt x="535" y="182"/>
                  </a:lnTo>
                  <a:lnTo>
                    <a:pt x="552" y="223"/>
                  </a:lnTo>
                  <a:lnTo>
                    <a:pt x="561" y="269"/>
                  </a:lnTo>
                  <a:lnTo>
                    <a:pt x="565" y="315"/>
                  </a:lnTo>
                  <a:lnTo>
                    <a:pt x="562" y="357"/>
                  </a:lnTo>
                  <a:lnTo>
                    <a:pt x="554" y="398"/>
                  </a:lnTo>
                  <a:lnTo>
                    <a:pt x="540" y="437"/>
                  </a:lnTo>
                  <a:lnTo>
                    <a:pt x="521" y="474"/>
                  </a:lnTo>
                  <a:lnTo>
                    <a:pt x="499" y="507"/>
                  </a:lnTo>
                  <a:lnTo>
                    <a:pt x="473" y="538"/>
                  </a:lnTo>
                  <a:lnTo>
                    <a:pt x="443" y="565"/>
                  </a:lnTo>
                  <a:lnTo>
                    <a:pt x="409" y="587"/>
                  </a:lnTo>
                  <a:lnTo>
                    <a:pt x="372" y="605"/>
                  </a:lnTo>
                  <a:lnTo>
                    <a:pt x="333" y="619"/>
                  </a:lnTo>
                  <a:lnTo>
                    <a:pt x="292" y="627"/>
                  </a:lnTo>
                  <a:lnTo>
                    <a:pt x="249" y="629"/>
                  </a:lnTo>
                  <a:lnTo>
                    <a:pt x="204" y="626"/>
                  </a:lnTo>
                  <a:lnTo>
                    <a:pt x="161" y="616"/>
                  </a:lnTo>
                  <a:lnTo>
                    <a:pt x="120" y="601"/>
                  </a:lnTo>
                  <a:lnTo>
                    <a:pt x="82" y="581"/>
                  </a:lnTo>
                  <a:lnTo>
                    <a:pt x="47" y="555"/>
                  </a:lnTo>
                  <a:lnTo>
                    <a:pt x="17" y="526"/>
                  </a:lnTo>
                  <a:lnTo>
                    <a:pt x="34" y="483"/>
                  </a:lnTo>
                  <a:lnTo>
                    <a:pt x="47" y="438"/>
                  </a:lnTo>
                  <a:lnTo>
                    <a:pt x="56" y="391"/>
                  </a:lnTo>
                  <a:lnTo>
                    <a:pt x="59" y="342"/>
                  </a:lnTo>
                  <a:lnTo>
                    <a:pt x="56" y="296"/>
                  </a:lnTo>
                  <a:lnTo>
                    <a:pt x="48" y="250"/>
                  </a:lnTo>
                  <a:lnTo>
                    <a:pt x="36" y="206"/>
                  </a:lnTo>
                  <a:lnTo>
                    <a:pt x="20" y="164"/>
                  </a:lnTo>
                  <a:lnTo>
                    <a:pt x="0" y="124"/>
                  </a:lnTo>
                  <a:lnTo>
                    <a:pt x="27" y="94"/>
                  </a:lnTo>
                  <a:lnTo>
                    <a:pt x="57" y="67"/>
                  </a:lnTo>
                  <a:lnTo>
                    <a:pt x="90" y="44"/>
                  </a:lnTo>
                  <a:lnTo>
                    <a:pt x="126" y="25"/>
                  </a:lnTo>
                  <a:lnTo>
                    <a:pt x="165" y="12"/>
                  </a:lnTo>
                  <a:lnTo>
                    <a:pt x="207" y="3"/>
                  </a:lnTo>
                  <a:lnTo>
                    <a:pt x="249"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8" name="Freeform 417">
              <a:extLst>
                <a:ext uri="{FF2B5EF4-FFF2-40B4-BE49-F238E27FC236}">
                  <a16:creationId xmlns:a16="http://schemas.microsoft.com/office/drawing/2014/main" id="{8B7CA046-B029-44DE-8F65-1EEEA7F48ECC}"/>
                </a:ext>
              </a:extLst>
            </p:cNvPr>
            <p:cNvSpPr/>
            <p:nvPr/>
          </p:nvSpPr>
          <p:spPr bwMode="auto">
            <a:xfrm>
              <a:off x="9412288" y="5148263"/>
              <a:ext cx="96838" cy="317500"/>
            </a:xfrm>
            <a:custGeom>
              <a:avLst/>
              <a:gdLst>
                <a:gd name="T0" fmla="*/ 510 w 728"/>
                <a:gd name="T1" fmla="*/ 0 h 2394"/>
                <a:gd name="T2" fmla="*/ 579 w 728"/>
                <a:gd name="T3" fmla="*/ 0 h 2394"/>
                <a:gd name="T4" fmla="*/ 594 w 728"/>
                <a:gd name="T5" fmla="*/ 0 h 2394"/>
                <a:gd name="T6" fmla="*/ 621 w 728"/>
                <a:gd name="T7" fmla="*/ 4 h 2394"/>
                <a:gd name="T8" fmla="*/ 669 w 728"/>
                <a:gd name="T9" fmla="*/ 25 h 2394"/>
                <a:gd name="T10" fmla="*/ 705 w 728"/>
                <a:gd name="T11" fmla="*/ 61 h 2394"/>
                <a:gd name="T12" fmla="*/ 725 w 728"/>
                <a:gd name="T13" fmla="*/ 110 h 2394"/>
                <a:gd name="T14" fmla="*/ 728 w 728"/>
                <a:gd name="T15" fmla="*/ 1276 h 2394"/>
                <a:gd name="T16" fmla="*/ 717 w 728"/>
                <a:gd name="T17" fmla="*/ 1330 h 2394"/>
                <a:gd name="T18" fmla="*/ 688 w 728"/>
                <a:gd name="T19" fmla="*/ 1374 h 2394"/>
                <a:gd name="T20" fmla="*/ 645 w 728"/>
                <a:gd name="T21" fmla="*/ 1403 h 2394"/>
                <a:gd name="T22" fmla="*/ 592 w 728"/>
                <a:gd name="T23" fmla="*/ 1414 h 2394"/>
                <a:gd name="T24" fmla="*/ 547 w 728"/>
                <a:gd name="T25" fmla="*/ 1406 h 2394"/>
                <a:gd name="T26" fmla="*/ 509 w 728"/>
                <a:gd name="T27" fmla="*/ 1386 h 2394"/>
                <a:gd name="T28" fmla="*/ 506 w 728"/>
                <a:gd name="T29" fmla="*/ 2285 h 2394"/>
                <a:gd name="T30" fmla="*/ 486 w 728"/>
                <a:gd name="T31" fmla="*/ 2335 h 2394"/>
                <a:gd name="T32" fmla="*/ 449 w 728"/>
                <a:gd name="T33" fmla="*/ 2372 h 2394"/>
                <a:gd name="T34" fmla="*/ 401 w 728"/>
                <a:gd name="T35" fmla="*/ 2392 h 2394"/>
                <a:gd name="T36" fmla="*/ 345 w 728"/>
                <a:gd name="T37" fmla="*/ 2392 h 2394"/>
                <a:gd name="T38" fmla="*/ 297 w 728"/>
                <a:gd name="T39" fmla="*/ 2372 h 2394"/>
                <a:gd name="T40" fmla="*/ 260 w 728"/>
                <a:gd name="T41" fmla="*/ 2335 h 2394"/>
                <a:gd name="T42" fmla="*/ 240 w 728"/>
                <a:gd name="T43" fmla="*/ 2285 h 2394"/>
                <a:gd name="T44" fmla="*/ 233 w 728"/>
                <a:gd name="T45" fmla="*/ 2258 h 2394"/>
                <a:gd name="T46" fmla="*/ 222 w 728"/>
                <a:gd name="T47" fmla="*/ 2311 h 2394"/>
                <a:gd name="T48" fmla="*/ 192 w 728"/>
                <a:gd name="T49" fmla="*/ 2354 h 2394"/>
                <a:gd name="T50" fmla="*/ 149 w 728"/>
                <a:gd name="T51" fmla="*/ 2383 h 2394"/>
                <a:gd name="T52" fmla="*/ 96 w 728"/>
                <a:gd name="T53" fmla="*/ 2394 h 2394"/>
                <a:gd name="T54" fmla="*/ 43 w 728"/>
                <a:gd name="T55" fmla="*/ 2383 h 2394"/>
                <a:gd name="T56" fmla="*/ 0 w 728"/>
                <a:gd name="T57" fmla="*/ 2354 h 2394"/>
                <a:gd name="T58" fmla="*/ 39 w 728"/>
                <a:gd name="T59" fmla="*/ 1697 h 2394"/>
                <a:gd name="T60" fmla="*/ 109 w 728"/>
                <a:gd name="T61" fmla="*/ 1668 h 2394"/>
                <a:gd name="T62" fmla="*/ 168 w 728"/>
                <a:gd name="T63" fmla="*/ 1622 h 2394"/>
                <a:gd name="T64" fmla="*/ 210 w 728"/>
                <a:gd name="T65" fmla="*/ 1560 h 2394"/>
                <a:gd name="T66" fmla="*/ 234 w 728"/>
                <a:gd name="T67" fmla="*/ 1488 h 2394"/>
                <a:gd name="T68" fmla="*/ 236 w 728"/>
                <a:gd name="T69" fmla="*/ 208 h 2394"/>
                <a:gd name="T70" fmla="*/ 227 w 728"/>
                <a:gd name="T71" fmla="*/ 137 h 2394"/>
                <a:gd name="T72" fmla="*/ 199 w 728"/>
                <a:gd name="T73" fmla="*/ 74 h 2394"/>
                <a:gd name="T74" fmla="*/ 155 w 728"/>
                <a:gd name="T75" fmla="*/ 21 h 2394"/>
                <a:gd name="T76" fmla="*/ 438 w 728"/>
                <a:gd name="T77" fmla="*/ 0 h 2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8" h="2394">
                  <a:moveTo>
                    <a:pt x="476" y="0"/>
                  </a:moveTo>
                  <a:lnTo>
                    <a:pt x="510" y="0"/>
                  </a:lnTo>
                  <a:lnTo>
                    <a:pt x="561" y="0"/>
                  </a:lnTo>
                  <a:lnTo>
                    <a:pt x="579" y="0"/>
                  </a:lnTo>
                  <a:lnTo>
                    <a:pt x="591" y="0"/>
                  </a:lnTo>
                  <a:lnTo>
                    <a:pt x="594" y="0"/>
                  </a:lnTo>
                  <a:lnTo>
                    <a:pt x="594" y="1"/>
                  </a:lnTo>
                  <a:lnTo>
                    <a:pt x="621" y="4"/>
                  </a:lnTo>
                  <a:lnTo>
                    <a:pt x="647" y="12"/>
                  </a:lnTo>
                  <a:lnTo>
                    <a:pt x="669" y="25"/>
                  </a:lnTo>
                  <a:lnTo>
                    <a:pt x="689" y="42"/>
                  </a:lnTo>
                  <a:lnTo>
                    <a:pt x="705" y="61"/>
                  </a:lnTo>
                  <a:lnTo>
                    <a:pt x="717" y="84"/>
                  </a:lnTo>
                  <a:lnTo>
                    <a:pt x="725" y="110"/>
                  </a:lnTo>
                  <a:lnTo>
                    <a:pt x="728" y="137"/>
                  </a:lnTo>
                  <a:lnTo>
                    <a:pt x="728" y="1276"/>
                  </a:lnTo>
                  <a:lnTo>
                    <a:pt x="725" y="1305"/>
                  </a:lnTo>
                  <a:lnTo>
                    <a:pt x="717" y="1330"/>
                  </a:lnTo>
                  <a:lnTo>
                    <a:pt x="704" y="1353"/>
                  </a:lnTo>
                  <a:lnTo>
                    <a:pt x="688" y="1374"/>
                  </a:lnTo>
                  <a:lnTo>
                    <a:pt x="667" y="1390"/>
                  </a:lnTo>
                  <a:lnTo>
                    <a:pt x="645" y="1403"/>
                  </a:lnTo>
                  <a:lnTo>
                    <a:pt x="619" y="1410"/>
                  </a:lnTo>
                  <a:lnTo>
                    <a:pt x="592" y="1414"/>
                  </a:lnTo>
                  <a:lnTo>
                    <a:pt x="569" y="1411"/>
                  </a:lnTo>
                  <a:lnTo>
                    <a:pt x="547" y="1406"/>
                  </a:lnTo>
                  <a:lnTo>
                    <a:pt x="527" y="1397"/>
                  </a:lnTo>
                  <a:lnTo>
                    <a:pt x="509" y="1386"/>
                  </a:lnTo>
                  <a:lnTo>
                    <a:pt x="509" y="2258"/>
                  </a:lnTo>
                  <a:lnTo>
                    <a:pt x="506" y="2285"/>
                  </a:lnTo>
                  <a:lnTo>
                    <a:pt x="499" y="2311"/>
                  </a:lnTo>
                  <a:lnTo>
                    <a:pt x="486" y="2335"/>
                  </a:lnTo>
                  <a:lnTo>
                    <a:pt x="470" y="2354"/>
                  </a:lnTo>
                  <a:lnTo>
                    <a:pt x="449" y="2372"/>
                  </a:lnTo>
                  <a:lnTo>
                    <a:pt x="426" y="2383"/>
                  </a:lnTo>
                  <a:lnTo>
                    <a:pt x="401" y="2392"/>
                  </a:lnTo>
                  <a:lnTo>
                    <a:pt x="372" y="2394"/>
                  </a:lnTo>
                  <a:lnTo>
                    <a:pt x="345" y="2392"/>
                  </a:lnTo>
                  <a:lnTo>
                    <a:pt x="320" y="2383"/>
                  </a:lnTo>
                  <a:lnTo>
                    <a:pt x="297" y="2372"/>
                  </a:lnTo>
                  <a:lnTo>
                    <a:pt x="276" y="2354"/>
                  </a:lnTo>
                  <a:lnTo>
                    <a:pt x="260" y="2335"/>
                  </a:lnTo>
                  <a:lnTo>
                    <a:pt x="247" y="2311"/>
                  </a:lnTo>
                  <a:lnTo>
                    <a:pt x="240" y="2285"/>
                  </a:lnTo>
                  <a:lnTo>
                    <a:pt x="236" y="2258"/>
                  </a:lnTo>
                  <a:lnTo>
                    <a:pt x="233" y="2258"/>
                  </a:lnTo>
                  <a:lnTo>
                    <a:pt x="230" y="2285"/>
                  </a:lnTo>
                  <a:lnTo>
                    <a:pt x="222" y="2311"/>
                  </a:lnTo>
                  <a:lnTo>
                    <a:pt x="209" y="2335"/>
                  </a:lnTo>
                  <a:lnTo>
                    <a:pt x="192" y="2354"/>
                  </a:lnTo>
                  <a:lnTo>
                    <a:pt x="173" y="2372"/>
                  </a:lnTo>
                  <a:lnTo>
                    <a:pt x="149" y="2383"/>
                  </a:lnTo>
                  <a:lnTo>
                    <a:pt x="123" y="2392"/>
                  </a:lnTo>
                  <a:lnTo>
                    <a:pt x="96" y="2394"/>
                  </a:lnTo>
                  <a:lnTo>
                    <a:pt x="69" y="2392"/>
                  </a:lnTo>
                  <a:lnTo>
                    <a:pt x="43" y="2383"/>
                  </a:lnTo>
                  <a:lnTo>
                    <a:pt x="19" y="2372"/>
                  </a:lnTo>
                  <a:lnTo>
                    <a:pt x="0" y="2354"/>
                  </a:lnTo>
                  <a:lnTo>
                    <a:pt x="0" y="1702"/>
                  </a:lnTo>
                  <a:lnTo>
                    <a:pt x="39" y="1697"/>
                  </a:lnTo>
                  <a:lnTo>
                    <a:pt x="75" y="1685"/>
                  </a:lnTo>
                  <a:lnTo>
                    <a:pt x="109" y="1668"/>
                  </a:lnTo>
                  <a:lnTo>
                    <a:pt x="140" y="1648"/>
                  </a:lnTo>
                  <a:lnTo>
                    <a:pt x="168" y="1622"/>
                  </a:lnTo>
                  <a:lnTo>
                    <a:pt x="191" y="1593"/>
                  </a:lnTo>
                  <a:lnTo>
                    <a:pt x="210" y="1560"/>
                  </a:lnTo>
                  <a:lnTo>
                    <a:pt x="224" y="1526"/>
                  </a:lnTo>
                  <a:lnTo>
                    <a:pt x="234" y="1488"/>
                  </a:lnTo>
                  <a:lnTo>
                    <a:pt x="236" y="1448"/>
                  </a:lnTo>
                  <a:lnTo>
                    <a:pt x="236" y="208"/>
                  </a:lnTo>
                  <a:lnTo>
                    <a:pt x="234" y="172"/>
                  </a:lnTo>
                  <a:lnTo>
                    <a:pt x="227" y="137"/>
                  </a:lnTo>
                  <a:lnTo>
                    <a:pt x="215" y="105"/>
                  </a:lnTo>
                  <a:lnTo>
                    <a:pt x="199" y="74"/>
                  </a:lnTo>
                  <a:lnTo>
                    <a:pt x="178" y="46"/>
                  </a:lnTo>
                  <a:lnTo>
                    <a:pt x="155" y="21"/>
                  </a:lnTo>
                  <a:lnTo>
                    <a:pt x="128" y="0"/>
                  </a:lnTo>
                  <a:lnTo>
                    <a:pt x="438" y="0"/>
                  </a:lnTo>
                  <a:lnTo>
                    <a:pt x="476" y="0"/>
                  </a:lnTo>
                  <a:close/>
                </a:path>
              </a:pathLst>
            </a:custGeom>
            <a:grpFill/>
            <a:ln w="0">
              <a:noFill/>
              <a:prstDash val="solid"/>
              <a:round/>
            </a:ln>
          </p:spPr>
          <p:txBody>
            <a:bodyPr vert="horz" wrap="square" lIns="91440" tIns="45720" rIns="91440" bIns="45720" numCol="1" anchor="t" anchorCtr="0" compatLnSpc="1"/>
            <a:lstStyle/>
            <a:p>
              <a:endParaRPr lang="en-US"/>
            </a:p>
          </p:txBody>
        </p:sp>
      </p:grpSp>
      <p:sp>
        <p:nvSpPr>
          <p:cNvPr id="24" name="Freeform 66">
            <a:extLst>
              <a:ext uri="{FF2B5EF4-FFF2-40B4-BE49-F238E27FC236}">
                <a16:creationId xmlns:a16="http://schemas.microsoft.com/office/drawing/2014/main" id="{84307D41-4AC5-4088-89A1-DA51C86C2054}"/>
              </a:ext>
            </a:extLst>
          </p:cNvPr>
          <p:cNvSpPr>
            <a:spLocks noEditPoints="1"/>
          </p:cNvSpPr>
          <p:nvPr/>
        </p:nvSpPr>
        <p:spPr bwMode="auto">
          <a:xfrm>
            <a:off x="4427365" y="4268214"/>
            <a:ext cx="646580" cy="644254"/>
          </a:xfrm>
          <a:custGeom>
            <a:avLst/>
            <a:gdLst>
              <a:gd name="T0" fmla="*/ 3130 w 3331"/>
              <a:gd name="T1" fmla="*/ 1290 h 3328"/>
              <a:gd name="T2" fmla="*/ 3082 w 3331"/>
              <a:gd name="T3" fmla="*/ 1039 h 3328"/>
              <a:gd name="T4" fmla="*/ 2984 w 3331"/>
              <a:gd name="T5" fmla="*/ 809 h 3328"/>
              <a:gd name="T6" fmla="*/ 2841 w 3331"/>
              <a:gd name="T7" fmla="*/ 606 h 3328"/>
              <a:gd name="T8" fmla="*/ 2661 w 3331"/>
              <a:gd name="T9" fmla="*/ 438 h 3328"/>
              <a:gd name="T10" fmla="*/ 2449 w 3331"/>
              <a:gd name="T11" fmla="*/ 310 h 3328"/>
              <a:gd name="T12" fmla="*/ 2210 w 3331"/>
              <a:gd name="T13" fmla="*/ 227 h 3328"/>
              <a:gd name="T14" fmla="*/ 1571 w 3331"/>
              <a:gd name="T15" fmla="*/ 185 h 3328"/>
              <a:gd name="T16" fmla="*/ 1632 w 3331"/>
              <a:gd name="T17" fmla="*/ 207 h 3328"/>
              <a:gd name="T18" fmla="*/ 1666 w 3331"/>
              <a:gd name="T19" fmla="*/ 261 h 3328"/>
              <a:gd name="T20" fmla="*/ 1672 w 3331"/>
              <a:gd name="T21" fmla="*/ 1578 h 3328"/>
              <a:gd name="T22" fmla="*/ 1708 w 3331"/>
              <a:gd name="T23" fmla="*/ 1635 h 3328"/>
              <a:gd name="T24" fmla="*/ 1773 w 3331"/>
              <a:gd name="T25" fmla="*/ 1659 h 3328"/>
              <a:gd name="T26" fmla="*/ 3087 w 3331"/>
              <a:gd name="T27" fmla="*/ 1669 h 3328"/>
              <a:gd name="T28" fmla="*/ 3132 w 3331"/>
              <a:gd name="T29" fmla="*/ 1714 h 3328"/>
              <a:gd name="T30" fmla="*/ 3139 w 3331"/>
              <a:gd name="T31" fmla="*/ 1846 h 3328"/>
              <a:gd name="T32" fmla="*/ 3103 w 3331"/>
              <a:gd name="T33" fmla="*/ 2109 h 3328"/>
              <a:gd name="T34" fmla="*/ 3023 w 3331"/>
              <a:gd name="T35" fmla="*/ 2358 h 3328"/>
              <a:gd name="T36" fmla="*/ 2903 w 3331"/>
              <a:gd name="T37" fmla="*/ 2590 h 3328"/>
              <a:gd name="T38" fmla="*/ 2743 w 3331"/>
              <a:gd name="T39" fmla="*/ 2802 h 3328"/>
              <a:gd name="T40" fmla="*/ 2549 w 3331"/>
              <a:gd name="T41" fmla="*/ 2986 h 3328"/>
              <a:gd name="T42" fmla="*/ 2330 w 3331"/>
              <a:gd name="T43" fmla="*/ 3133 h 3328"/>
              <a:gd name="T44" fmla="*/ 2091 w 3331"/>
              <a:gd name="T45" fmla="*/ 3240 h 3328"/>
              <a:gd name="T46" fmla="*/ 1837 w 3331"/>
              <a:gd name="T47" fmla="*/ 3305 h 3328"/>
              <a:gd name="T48" fmla="*/ 1571 w 3331"/>
              <a:gd name="T49" fmla="*/ 3328 h 3328"/>
              <a:gd name="T50" fmla="*/ 1440 w 3331"/>
              <a:gd name="T51" fmla="*/ 3322 h 3328"/>
              <a:gd name="T52" fmla="*/ 1169 w 3331"/>
              <a:gd name="T53" fmla="*/ 3276 h 3328"/>
              <a:gd name="T54" fmla="*/ 912 w 3331"/>
              <a:gd name="T55" fmla="*/ 3182 h 3328"/>
              <a:gd name="T56" fmla="*/ 674 w 3331"/>
              <a:gd name="T57" fmla="*/ 3046 h 3328"/>
              <a:gd name="T58" fmla="*/ 460 w 3331"/>
              <a:gd name="T59" fmla="*/ 2866 h 3328"/>
              <a:gd name="T60" fmla="*/ 281 w 3331"/>
              <a:gd name="T61" fmla="*/ 2653 h 3328"/>
              <a:gd name="T62" fmla="*/ 145 w 3331"/>
              <a:gd name="T63" fmla="*/ 2415 h 3328"/>
              <a:gd name="T64" fmla="*/ 51 w 3331"/>
              <a:gd name="T65" fmla="*/ 2158 h 3328"/>
              <a:gd name="T66" fmla="*/ 4 w 3331"/>
              <a:gd name="T67" fmla="*/ 1887 h 3328"/>
              <a:gd name="T68" fmla="*/ 5 w 3331"/>
              <a:gd name="T69" fmla="*/ 1613 h 3328"/>
              <a:gd name="T70" fmla="*/ 52 w 3331"/>
              <a:gd name="T71" fmla="*/ 1349 h 3328"/>
              <a:gd name="T72" fmla="*/ 142 w 3331"/>
              <a:gd name="T73" fmla="*/ 1100 h 3328"/>
              <a:gd name="T74" fmla="*/ 274 w 3331"/>
              <a:gd name="T75" fmla="*/ 868 h 3328"/>
              <a:gd name="T76" fmla="*/ 446 w 3331"/>
              <a:gd name="T77" fmla="*/ 659 h 3328"/>
              <a:gd name="T78" fmla="*/ 651 w 3331"/>
              <a:gd name="T79" fmla="*/ 482 h 3328"/>
              <a:gd name="T80" fmla="*/ 880 w 3331"/>
              <a:gd name="T81" fmla="*/ 344 h 3328"/>
              <a:gd name="T82" fmla="*/ 1128 w 3331"/>
              <a:gd name="T83" fmla="*/ 249 h 3328"/>
              <a:gd name="T84" fmla="*/ 1389 w 3331"/>
              <a:gd name="T85" fmla="*/ 196 h 3328"/>
              <a:gd name="T86" fmla="*/ 1943 w 3331"/>
              <a:gd name="T87" fmla="*/ 0 h 3328"/>
              <a:gd name="T88" fmla="*/ 2222 w 3331"/>
              <a:gd name="T89" fmla="*/ 29 h 3328"/>
              <a:gd name="T90" fmla="*/ 2482 w 3331"/>
              <a:gd name="T91" fmla="*/ 109 h 3328"/>
              <a:gd name="T92" fmla="*/ 2718 w 3331"/>
              <a:gd name="T93" fmla="*/ 237 h 3328"/>
              <a:gd name="T94" fmla="*/ 2923 w 3331"/>
              <a:gd name="T95" fmla="*/ 407 h 3328"/>
              <a:gd name="T96" fmla="*/ 3094 w 3331"/>
              <a:gd name="T97" fmla="*/ 613 h 3328"/>
              <a:gd name="T98" fmla="*/ 3222 w 3331"/>
              <a:gd name="T99" fmla="*/ 848 h 3328"/>
              <a:gd name="T100" fmla="*/ 3302 w 3331"/>
              <a:gd name="T101" fmla="*/ 1109 h 3328"/>
              <a:gd name="T102" fmla="*/ 3331 w 3331"/>
              <a:gd name="T103" fmla="*/ 1388 h 3328"/>
              <a:gd name="T104" fmla="*/ 3310 w 3331"/>
              <a:gd name="T105" fmla="*/ 1449 h 3328"/>
              <a:gd name="T106" fmla="*/ 3256 w 3331"/>
              <a:gd name="T107" fmla="*/ 1484 h 3328"/>
              <a:gd name="T108" fmla="*/ 1920 w 3331"/>
              <a:gd name="T109" fmla="*/ 1484 h 3328"/>
              <a:gd name="T110" fmla="*/ 1866 w 3331"/>
              <a:gd name="T111" fmla="*/ 1449 h 3328"/>
              <a:gd name="T112" fmla="*/ 1844 w 3331"/>
              <a:gd name="T113" fmla="*/ 1388 h 3328"/>
              <a:gd name="T114" fmla="*/ 1854 w 3331"/>
              <a:gd name="T115" fmla="*/ 55 h 3328"/>
              <a:gd name="T116" fmla="*/ 1899 w 3331"/>
              <a:gd name="T117" fmla="*/ 10 h 3328"/>
              <a:gd name="T118" fmla="*/ 1943 w 3331"/>
              <a:gd name="T119" fmla="*/ 0 h 3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3331" h="3328">
                <a:moveTo>
                  <a:pt x="2040" y="201"/>
                </a:moveTo>
                <a:lnTo>
                  <a:pt x="2040" y="1290"/>
                </a:lnTo>
                <a:lnTo>
                  <a:pt x="3130" y="1290"/>
                </a:lnTo>
                <a:lnTo>
                  <a:pt x="3120" y="1204"/>
                </a:lnTo>
                <a:lnTo>
                  <a:pt x="3104" y="1120"/>
                </a:lnTo>
                <a:lnTo>
                  <a:pt x="3082" y="1039"/>
                </a:lnTo>
                <a:lnTo>
                  <a:pt x="3055" y="959"/>
                </a:lnTo>
                <a:lnTo>
                  <a:pt x="3021" y="882"/>
                </a:lnTo>
                <a:lnTo>
                  <a:pt x="2984" y="809"/>
                </a:lnTo>
                <a:lnTo>
                  <a:pt x="2941" y="737"/>
                </a:lnTo>
                <a:lnTo>
                  <a:pt x="2893" y="670"/>
                </a:lnTo>
                <a:lnTo>
                  <a:pt x="2841" y="606"/>
                </a:lnTo>
                <a:lnTo>
                  <a:pt x="2785" y="546"/>
                </a:lnTo>
                <a:lnTo>
                  <a:pt x="2725" y="490"/>
                </a:lnTo>
                <a:lnTo>
                  <a:pt x="2661" y="438"/>
                </a:lnTo>
                <a:lnTo>
                  <a:pt x="2593" y="390"/>
                </a:lnTo>
                <a:lnTo>
                  <a:pt x="2522" y="347"/>
                </a:lnTo>
                <a:lnTo>
                  <a:pt x="2449" y="310"/>
                </a:lnTo>
                <a:lnTo>
                  <a:pt x="2371" y="276"/>
                </a:lnTo>
                <a:lnTo>
                  <a:pt x="2292" y="249"/>
                </a:lnTo>
                <a:lnTo>
                  <a:pt x="2210" y="227"/>
                </a:lnTo>
                <a:lnTo>
                  <a:pt x="2127" y="211"/>
                </a:lnTo>
                <a:lnTo>
                  <a:pt x="2040" y="201"/>
                </a:lnTo>
                <a:close/>
                <a:moveTo>
                  <a:pt x="1571" y="185"/>
                </a:moveTo>
                <a:lnTo>
                  <a:pt x="1593" y="189"/>
                </a:lnTo>
                <a:lnTo>
                  <a:pt x="1614" y="196"/>
                </a:lnTo>
                <a:lnTo>
                  <a:pt x="1632" y="207"/>
                </a:lnTo>
                <a:lnTo>
                  <a:pt x="1647" y="222"/>
                </a:lnTo>
                <a:lnTo>
                  <a:pt x="1658" y="240"/>
                </a:lnTo>
                <a:lnTo>
                  <a:pt x="1666" y="261"/>
                </a:lnTo>
                <a:lnTo>
                  <a:pt x="1669" y="284"/>
                </a:lnTo>
                <a:lnTo>
                  <a:pt x="1669" y="1555"/>
                </a:lnTo>
                <a:lnTo>
                  <a:pt x="1672" y="1578"/>
                </a:lnTo>
                <a:lnTo>
                  <a:pt x="1680" y="1600"/>
                </a:lnTo>
                <a:lnTo>
                  <a:pt x="1692" y="1619"/>
                </a:lnTo>
                <a:lnTo>
                  <a:pt x="1708" y="1635"/>
                </a:lnTo>
                <a:lnTo>
                  <a:pt x="1728" y="1648"/>
                </a:lnTo>
                <a:lnTo>
                  <a:pt x="1749" y="1656"/>
                </a:lnTo>
                <a:lnTo>
                  <a:pt x="1773" y="1659"/>
                </a:lnTo>
                <a:lnTo>
                  <a:pt x="3044" y="1659"/>
                </a:lnTo>
                <a:lnTo>
                  <a:pt x="3067" y="1661"/>
                </a:lnTo>
                <a:lnTo>
                  <a:pt x="3087" y="1669"/>
                </a:lnTo>
                <a:lnTo>
                  <a:pt x="3106" y="1680"/>
                </a:lnTo>
                <a:lnTo>
                  <a:pt x="3121" y="1695"/>
                </a:lnTo>
                <a:lnTo>
                  <a:pt x="3132" y="1714"/>
                </a:lnTo>
                <a:lnTo>
                  <a:pt x="3139" y="1734"/>
                </a:lnTo>
                <a:lnTo>
                  <a:pt x="3142" y="1757"/>
                </a:lnTo>
                <a:lnTo>
                  <a:pt x="3139" y="1846"/>
                </a:lnTo>
                <a:lnTo>
                  <a:pt x="3132" y="1935"/>
                </a:lnTo>
                <a:lnTo>
                  <a:pt x="3120" y="2022"/>
                </a:lnTo>
                <a:lnTo>
                  <a:pt x="3103" y="2109"/>
                </a:lnTo>
                <a:lnTo>
                  <a:pt x="3081" y="2193"/>
                </a:lnTo>
                <a:lnTo>
                  <a:pt x="3055" y="2277"/>
                </a:lnTo>
                <a:lnTo>
                  <a:pt x="3023" y="2358"/>
                </a:lnTo>
                <a:lnTo>
                  <a:pt x="2988" y="2438"/>
                </a:lnTo>
                <a:lnTo>
                  <a:pt x="2948" y="2515"/>
                </a:lnTo>
                <a:lnTo>
                  <a:pt x="2903" y="2590"/>
                </a:lnTo>
                <a:lnTo>
                  <a:pt x="2854" y="2664"/>
                </a:lnTo>
                <a:lnTo>
                  <a:pt x="2801" y="2734"/>
                </a:lnTo>
                <a:lnTo>
                  <a:pt x="2743" y="2802"/>
                </a:lnTo>
                <a:lnTo>
                  <a:pt x="2682" y="2867"/>
                </a:lnTo>
                <a:lnTo>
                  <a:pt x="2617" y="2928"/>
                </a:lnTo>
                <a:lnTo>
                  <a:pt x="2549" y="2986"/>
                </a:lnTo>
                <a:lnTo>
                  <a:pt x="2478" y="3039"/>
                </a:lnTo>
                <a:lnTo>
                  <a:pt x="2405" y="3088"/>
                </a:lnTo>
                <a:lnTo>
                  <a:pt x="2330" y="3133"/>
                </a:lnTo>
                <a:lnTo>
                  <a:pt x="2252" y="3173"/>
                </a:lnTo>
                <a:lnTo>
                  <a:pt x="2173" y="3208"/>
                </a:lnTo>
                <a:lnTo>
                  <a:pt x="2091" y="3240"/>
                </a:lnTo>
                <a:lnTo>
                  <a:pt x="2008" y="3266"/>
                </a:lnTo>
                <a:lnTo>
                  <a:pt x="1922" y="3288"/>
                </a:lnTo>
                <a:lnTo>
                  <a:pt x="1837" y="3305"/>
                </a:lnTo>
                <a:lnTo>
                  <a:pt x="1749" y="3317"/>
                </a:lnTo>
                <a:lnTo>
                  <a:pt x="1660" y="3325"/>
                </a:lnTo>
                <a:lnTo>
                  <a:pt x="1571" y="3328"/>
                </a:lnTo>
                <a:lnTo>
                  <a:pt x="1571" y="3328"/>
                </a:lnTo>
                <a:lnTo>
                  <a:pt x="1533" y="3328"/>
                </a:lnTo>
                <a:lnTo>
                  <a:pt x="1440" y="3322"/>
                </a:lnTo>
                <a:lnTo>
                  <a:pt x="1349" y="3312"/>
                </a:lnTo>
                <a:lnTo>
                  <a:pt x="1258" y="3296"/>
                </a:lnTo>
                <a:lnTo>
                  <a:pt x="1169" y="3276"/>
                </a:lnTo>
                <a:lnTo>
                  <a:pt x="1082" y="3249"/>
                </a:lnTo>
                <a:lnTo>
                  <a:pt x="995" y="3219"/>
                </a:lnTo>
                <a:lnTo>
                  <a:pt x="912" y="3182"/>
                </a:lnTo>
                <a:lnTo>
                  <a:pt x="830" y="3141"/>
                </a:lnTo>
                <a:lnTo>
                  <a:pt x="751" y="3095"/>
                </a:lnTo>
                <a:lnTo>
                  <a:pt x="674" y="3046"/>
                </a:lnTo>
                <a:lnTo>
                  <a:pt x="600" y="2990"/>
                </a:lnTo>
                <a:lnTo>
                  <a:pt x="529" y="2930"/>
                </a:lnTo>
                <a:lnTo>
                  <a:pt x="460" y="2866"/>
                </a:lnTo>
                <a:lnTo>
                  <a:pt x="396" y="2798"/>
                </a:lnTo>
                <a:lnTo>
                  <a:pt x="337" y="2727"/>
                </a:lnTo>
                <a:lnTo>
                  <a:pt x="281" y="2653"/>
                </a:lnTo>
                <a:lnTo>
                  <a:pt x="231" y="2576"/>
                </a:lnTo>
                <a:lnTo>
                  <a:pt x="185" y="2497"/>
                </a:lnTo>
                <a:lnTo>
                  <a:pt x="145" y="2415"/>
                </a:lnTo>
                <a:lnTo>
                  <a:pt x="108" y="2332"/>
                </a:lnTo>
                <a:lnTo>
                  <a:pt x="77" y="2245"/>
                </a:lnTo>
                <a:lnTo>
                  <a:pt x="51" y="2158"/>
                </a:lnTo>
                <a:lnTo>
                  <a:pt x="31" y="2069"/>
                </a:lnTo>
                <a:lnTo>
                  <a:pt x="14" y="1978"/>
                </a:lnTo>
                <a:lnTo>
                  <a:pt x="4" y="1887"/>
                </a:lnTo>
                <a:lnTo>
                  <a:pt x="0" y="1794"/>
                </a:lnTo>
                <a:lnTo>
                  <a:pt x="0" y="1704"/>
                </a:lnTo>
                <a:lnTo>
                  <a:pt x="5" y="1613"/>
                </a:lnTo>
                <a:lnTo>
                  <a:pt x="16" y="1524"/>
                </a:lnTo>
                <a:lnTo>
                  <a:pt x="32" y="1436"/>
                </a:lnTo>
                <a:lnTo>
                  <a:pt x="52" y="1349"/>
                </a:lnTo>
                <a:lnTo>
                  <a:pt x="77" y="1265"/>
                </a:lnTo>
                <a:lnTo>
                  <a:pt x="107" y="1181"/>
                </a:lnTo>
                <a:lnTo>
                  <a:pt x="142" y="1100"/>
                </a:lnTo>
                <a:lnTo>
                  <a:pt x="181" y="1020"/>
                </a:lnTo>
                <a:lnTo>
                  <a:pt x="225" y="943"/>
                </a:lnTo>
                <a:lnTo>
                  <a:pt x="274" y="868"/>
                </a:lnTo>
                <a:lnTo>
                  <a:pt x="327" y="795"/>
                </a:lnTo>
                <a:lnTo>
                  <a:pt x="384" y="726"/>
                </a:lnTo>
                <a:lnTo>
                  <a:pt x="446" y="659"/>
                </a:lnTo>
                <a:lnTo>
                  <a:pt x="511" y="596"/>
                </a:lnTo>
                <a:lnTo>
                  <a:pt x="580" y="537"/>
                </a:lnTo>
                <a:lnTo>
                  <a:pt x="651" y="482"/>
                </a:lnTo>
                <a:lnTo>
                  <a:pt x="725" y="432"/>
                </a:lnTo>
                <a:lnTo>
                  <a:pt x="801" y="386"/>
                </a:lnTo>
                <a:lnTo>
                  <a:pt x="880" y="344"/>
                </a:lnTo>
                <a:lnTo>
                  <a:pt x="961" y="308"/>
                </a:lnTo>
                <a:lnTo>
                  <a:pt x="1043" y="276"/>
                </a:lnTo>
                <a:lnTo>
                  <a:pt x="1128" y="249"/>
                </a:lnTo>
                <a:lnTo>
                  <a:pt x="1213" y="226"/>
                </a:lnTo>
                <a:lnTo>
                  <a:pt x="1301" y="209"/>
                </a:lnTo>
                <a:lnTo>
                  <a:pt x="1389" y="196"/>
                </a:lnTo>
                <a:lnTo>
                  <a:pt x="1480" y="189"/>
                </a:lnTo>
                <a:lnTo>
                  <a:pt x="1571" y="185"/>
                </a:lnTo>
                <a:close/>
                <a:moveTo>
                  <a:pt x="1943" y="0"/>
                </a:moveTo>
                <a:lnTo>
                  <a:pt x="2037" y="3"/>
                </a:lnTo>
                <a:lnTo>
                  <a:pt x="2130" y="13"/>
                </a:lnTo>
                <a:lnTo>
                  <a:pt x="2222" y="29"/>
                </a:lnTo>
                <a:lnTo>
                  <a:pt x="2311" y="50"/>
                </a:lnTo>
                <a:lnTo>
                  <a:pt x="2398" y="77"/>
                </a:lnTo>
                <a:lnTo>
                  <a:pt x="2482" y="109"/>
                </a:lnTo>
                <a:lnTo>
                  <a:pt x="2564" y="147"/>
                </a:lnTo>
                <a:lnTo>
                  <a:pt x="2642" y="190"/>
                </a:lnTo>
                <a:lnTo>
                  <a:pt x="2718" y="237"/>
                </a:lnTo>
                <a:lnTo>
                  <a:pt x="2790" y="289"/>
                </a:lnTo>
                <a:lnTo>
                  <a:pt x="2858" y="346"/>
                </a:lnTo>
                <a:lnTo>
                  <a:pt x="2923" y="407"/>
                </a:lnTo>
                <a:lnTo>
                  <a:pt x="2985" y="472"/>
                </a:lnTo>
                <a:lnTo>
                  <a:pt x="3041" y="541"/>
                </a:lnTo>
                <a:lnTo>
                  <a:pt x="3094" y="613"/>
                </a:lnTo>
                <a:lnTo>
                  <a:pt x="3140" y="688"/>
                </a:lnTo>
                <a:lnTo>
                  <a:pt x="3183" y="767"/>
                </a:lnTo>
                <a:lnTo>
                  <a:pt x="3222" y="848"/>
                </a:lnTo>
                <a:lnTo>
                  <a:pt x="3253" y="933"/>
                </a:lnTo>
                <a:lnTo>
                  <a:pt x="3281" y="1019"/>
                </a:lnTo>
                <a:lnTo>
                  <a:pt x="3302" y="1109"/>
                </a:lnTo>
                <a:lnTo>
                  <a:pt x="3318" y="1200"/>
                </a:lnTo>
                <a:lnTo>
                  <a:pt x="3328" y="1293"/>
                </a:lnTo>
                <a:lnTo>
                  <a:pt x="3331" y="1388"/>
                </a:lnTo>
                <a:lnTo>
                  <a:pt x="3328" y="1410"/>
                </a:lnTo>
                <a:lnTo>
                  <a:pt x="3321" y="1431"/>
                </a:lnTo>
                <a:lnTo>
                  <a:pt x="3310" y="1449"/>
                </a:lnTo>
                <a:lnTo>
                  <a:pt x="3294" y="1464"/>
                </a:lnTo>
                <a:lnTo>
                  <a:pt x="3276" y="1477"/>
                </a:lnTo>
                <a:lnTo>
                  <a:pt x="3256" y="1484"/>
                </a:lnTo>
                <a:lnTo>
                  <a:pt x="3232" y="1486"/>
                </a:lnTo>
                <a:lnTo>
                  <a:pt x="1943" y="1486"/>
                </a:lnTo>
                <a:lnTo>
                  <a:pt x="1920" y="1484"/>
                </a:lnTo>
                <a:lnTo>
                  <a:pt x="1899" y="1477"/>
                </a:lnTo>
                <a:lnTo>
                  <a:pt x="1881" y="1464"/>
                </a:lnTo>
                <a:lnTo>
                  <a:pt x="1866" y="1449"/>
                </a:lnTo>
                <a:lnTo>
                  <a:pt x="1854" y="1431"/>
                </a:lnTo>
                <a:lnTo>
                  <a:pt x="1847" y="1410"/>
                </a:lnTo>
                <a:lnTo>
                  <a:pt x="1844" y="1388"/>
                </a:lnTo>
                <a:lnTo>
                  <a:pt x="1844" y="98"/>
                </a:lnTo>
                <a:lnTo>
                  <a:pt x="1847" y="75"/>
                </a:lnTo>
                <a:lnTo>
                  <a:pt x="1854" y="55"/>
                </a:lnTo>
                <a:lnTo>
                  <a:pt x="1866" y="37"/>
                </a:lnTo>
                <a:lnTo>
                  <a:pt x="1881" y="22"/>
                </a:lnTo>
                <a:lnTo>
                  <a:pt x="1899" y="10"/>
                </a:lnTo>
                <a:lnTo>
                  <a:pt x="1920" y="3"/>
                </a:lnTo>
                <a:lnTo>
                  <a:pt x="1943" y="0"/>
                </a:lnTo>
                <a:lnTo>
                  <a:pt x="1943" y="0"/>
                </a:lnTo>
                <a:close/>
              </a:path>
            </a:pathLst>
          </a:custGeom>
          <a:solidFill>
            <a:schemeClr val="bg1"/>
          </a:solidFill>
          <a:ln w="0">
            <a:noFill/>
            <a:prstDash val="solid"/>
            <a:round/>
          </a:ln>
        </p:spPr>
        <p:txBody>
          <a:bodyPr vert="horz" wrap="square" lIns="91440" tIns="45720" rIns="91440" bIns="45720" numCol="1" anchor="t" anchorCtr="0" compatLnSpc="1"/>
          <a:lstStyle/>
          <a:p>
            <a:endParaRPr lang="en-US"/>
          </a:p>
        </p:txBody>
      </p:sp>
      <p:grpSp>
        <p:nvGrpSpPr>
          <p:cNvPr id="25" name="Group 118">
            <a:extLst>
              <a:ext uri="{FF2B5EF4-FFF2-40B4-BE49-F238E27FC236}">
                <a16:creationId xmlns:a16="http://schemas.microsoft.com/office/drawing/2014/main" id="{CAF9E197-9357-4ED0-BAEF-24E288A57380}"/>
              </a:ext>
            </a:extLst>
          </p:cNvPr>
          <p:cNvGrpSpPr/>
          <p:nvPr/>
        </p:nvGrpSpPr>
        <p:grpSpPr>
          <a:xfrm>
            <a:off x="6188940" y="5013768"/>
            <a:ext cx="424156" cy="419610"/>
            <a:chOff x="2587625" y="4291013"/>
            <a:chExt cx="444500" cy="439738"/>
          </a:xfrm>
          <a:solidFill>
            <a:schemeClr val="bg1"/>
          </a:solidFill>
        </p:grpSpPr>
        <p:sp>
          <p:nvSpPr>
            <p:cNvPr id="27" name="Freeform 290">
              <a:extLst>
                <a:ext uri="{FF2B5EF4-FFF2-40B4-BE49-F238E27FC236}">
                  <a16:creationId xmlns:a16="http://schemas.microsoft.com/office/drawing/2014/main" id="{D57A4C78-BC71-43E1-AF45-C9B84203B5C4}"/>
                </a:ext>
              </a:extLst>
            </p:cNvPr>
            <p:cNvSpPr>
              <a:spLocks noEditPoints="1"/>
            </p:cNvSpPr>
            <p:nvPr/>
          </p:nvSpPr>
          <p:spPr bwMode="auto">
            <a:xfrm>
              <a:off x="2790825" y="4491038"/>
              <a:ext cx="241300" cy="239713"/>
            </a:xfrm>
            <a:custGeom>
              <a:avLst/>
              <a:gdLst>
                <a:gd name="T0" fmla="*/ 582 w 1676"/>
                <a:gd name="T1" fmla="*/ 282 h 1813"/>
                <a:gd name="T2" fmla="*/ 453 w 1676"/>
                <a:gd name="T3" fmla="*/ 343 h 1813"/>
                <a:gd name="T4" fmla="*/ 344 w 1676"/>
                <a:gd name="T5" fmla="*/ 449 h 1813"/>
                <a:gd name="T6" fmla="*/ 274 w 1676"/>
                <a:gd name="T7" fmla="*/ 582 h 1813"/>
                <a:gd name="T8" fmla="*/ 246 w 1676"/>
                <a:gd name="T9" fmla="*/ 729 h 1813"/>
                <a:gd name="T10" fmla="*/ 260 w 1676"/>
                <a:gd name="T11" fmla="*/ 878 h 1813"/>
                <a:gd name="T12" fmla="*/ 316 w 1676"/>
                <a:gd name="T13" fmla="*/ 1018 h 1813"/>
                <a:gd name="T14" fmla="*/ 414 w 1676"/>
                <a:gd name="T15" fmla="*/ 1136 h 1813"/>
                <a:gd name="T16" fmla="*/ 538 w 1676"/>
                <a:gd name="T17" fmla="*/ 1212 h 1813"/>
                <a:gd name="T18" fmla="*/ 673 w 1676"/>
                <a:gd name="T19" fmla="*/ 1242 h 1813"/>
                <a:gd name="T20" fmla="*/ 811 w 1676"/>
                <a:gd name="T21" fmla="*/ 1227 h 1813"/>
                <a:gd name="T22" fmla="*/ 941 w 1676"/>
                <a:gd name="T23" fmla="*/ 1166 h 1813"/>
                <a:gd name="T24" fmla="*/ 1049 w 1676"/>
                <a:gd name="T25" fmla="*/ 1061 h 1813"/>
                <a:gd name="T26" fmla="*/ 1119 w 1676"/>
                <a:gd name="T27" fmla="*/ 927 h 1813"/>
                <a:gd name="T28" fmla="*/ 1147 w 1676"/>
                <a:gd name="T29" fmla="*/ 779 h 1813"/>
                <a:gd name="T30" fmla="*/ 1133 w 1676"/>
                <a:gd name="T31" fmla="*/ 630 h 1813"/>
                <a:gd name="T32" fmla="*/ 1077 w 1676"/>
                <a:gd name="T33" fmla="*/ 491 h 1813"/>
                <a:gd name="T34" fmla="*/ 980 w 1676"/>
                <a:gd name="T35" fmla="*/ 374 h 1813"/>
                <a:gd name="T36" fmla="*/ 855 w 1676"/>
                <a:gd name="T37" fmla="*/ 298 h 1813"/>
                <a:gd name="T38" fmla="*/ 720 w 1676"/>
                <a:gd name="T39" fmla="*/ 267 h 1813"/>
                <a:gd name="T40" fmla="*/ 781 w 1676"/>
                <a:gd name="T41" fmla="*/ 5 h 1813"/>
                <a:gd name="T42" fmla="*/ 946 w 1676"/>
                <a:gd name="T43" fmla="*/ 49 h 1813"/>
                <a:gd name="T44" fmla="*/ 1099 w 1676"/>
                <a:gd name="T45" fmla="*/ 137 h 1813"/>
                <a:gd name="T46" fmla="*/ 1230 w 1676"/>
                <a:gd name="T47" fmla="*/ 267 h 1813"/>
                <a:gd name="T48" fmla="*/ 1324 w 1676"/>
                <a:gd name="T49" fmla="*/ 424 h 1813"/>
                <a:gd name="T50" fmla="*/ 1378 w 1676"/>
                <a:gd name="T51" fmla="*/ 596 h 1813"/>
                <a:gd name="T52" fmla="*/ 1393 w 1676"/>
                <a:gd name="T53" fmla="*/ 775 h 1813"/>
                <a:gd name="T54" fmla="*/ 1368 w 1676"/>
                <a:gd name="T55" fmla="*/ 953 h 1813"/>
                <a:gd name="T56" fmla="*/ 1603 w 1676"/>
                <a:gd name="T57" fmla="*/ 1363 h 1813"/>
                <a:gd name="T58" fmla="*/ 1656 w 1676"/>
                <a:gd name="T59" fmla="*/ 1449 h 1813"/>
                <a:gd name="T60" fmla="*/ 1676 w 1676"/>
                <a:gd name="T61" fmla="*/ 1550 h 1813"/>
                <a:gd name="T62" fmla="*/ 1656 w 1676"/>
                <a:gd name="T63" fmla="*/ 1651 h 1813"/>
                <a:gd name="T64" fmla="*/ 1603 w 1676"/>
                <a:gd name="T65" fmla="*/ 1737 h 1813"/>
                <a:gd name="T66" fmla="*/ 1515 w 1676"/>
                <a:gd name="T67" fmla="*/ 1798 h 1813"/>
                <a:gd name="T68" fmla="*/ 1414 w 1676"/>
                <a:gd name="T69" fmla="*/ 1813 h 1813"/>
                <a:gd name="T70" fmla="*/ 1316 w 1676"/>
                <a:gd name="T71" fmla="*/ 1783 h 1813"/>
                <a:gd name="T72" fmla="*/ 986 w 1676"/>
                <a:gd name="T73" fmla="*/ 1441 h 1813"/>
                <a:gd name="T74" fmla="*/ 826 w 1676"/>
                <a:gd name="T75" fmla="*/ 1496 h 1813"/>
                <a:gd name="T76" fmla="*/ 660 w 1676"/>
                <a:gd name="T77" fmla="*/ 1508 h 1813"/>
                <a:gd name="T78" fmla="*/ 496 w 1676"/>
                <a:gd name="T79" fmla="*/ 1477 h 1813"/>
                <a:gd name="T80" fmla="*/ 341 w 1676"/>
                <a:gd name="T81" fmla="*/ 1404 h 1813"/>
                <a:gd name="T82" fmla="*/ 204 w 1676"/>
                <a:gd name="T83" fmla="*/ 1289 h 1813"/>
                <a:gd name="T84" fmla="*/ 95 w 1676"/>
                <a:gd name="T85" fmla="*/ 1137 h 1813"/>
                <a:gd name="T86" fmla="*/ 27 w 1676"/>
                <a:gd name="T87" fmla="*/ 966 h 1813"/>
                <a:gd name="T88" fmla="*/ 0 w 1676"/>
                <a:gd name="T89" fmla="*/ 785 h 1813"/>
                <a:gd name="T90" fmla="*/ 13 w 1676"/>
                <a:gd name="T91" fmla="*/ 602 h 1813"/>
                <a:gd name="T92" fmla="*/ 67 w 1676"/>
                <a:gd name="T93" fmla="*/ 427 h 1813"/>
                <a:gd name="T94" fmla="*/ 162 w 1676"/>
                <a:gd name="T95" fmla="*/ 268 h 1813"/>
                <a:gd name="T96" fmla="*/ 294 w 1676"/>
                <a:gd name="T97" fmla="*/ 137 h 1813"/>
                <a:gd name="T98" fmla="*/ 447 w 1676"/>
                <a:gd name="T99" fmla="*/ 49 h 1813"/>
                <a:gd name="T100" fmla="*/ 612 w 1676"/>
                <a:gd name="T101" fmla="*/ 5 h 18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676" h="1813">
                  <a:moveTo>
                    <a:pt x="673" y="267"/>
                  </a:moveTo>
                  <a:lnTo>
                    <a:pt x="627" y="272"/>
                  </a:lnTo>
                  <a:lnTo>
                    <a:pt x="582" y="282"/>
                  </a:lnTo>
                  <a:lnTo>
                    <a:pt x="538" y="298"/>
                  </a:lnTo>
                  <a:lnTo>
                    <a:pt x="495" y="317"/>
                  </a:lnTo>
                  <a:lnTo>
                    <a:pt x="453" y="343"/>
                  </a:lnTo>
                  <a:lnTo>
                    <a:pt x="414" y="374"/>
                  </a:lnTo>
                  <a:lnTo>
                    <a:pt x="377" y="409"/>
                  </a:lnTo>
                  <a:lnTo>
                    <a:pt x="344" y="449"/>
                  </a:lnTo>
                  <a:lnTo>
                    <a:pt x="316" y="491"/>
                  </a:lnTo>
                  <a:lnTo>
                    <a:pt x="293" y="536"/>
                  </a:lnTo>
                  <a:lnTo>
                    <a:pt x="274" y="582"/>
                  </a:lnTo>
                  <a:lnTo>
                    <a:pt x="260" y="630"/>
                  </a:lnTo>
                  <a:lnTo>
                    <a:pt x="251" y="679"/>
                  </a:lnTo>
                  <a:lnTo>
                    <a:pt x="246" y="729"/>
                  </a:lnTo>
                  <a:lnTo>
                    <a:pt x="246" y="779"/>
                  </a:lnTo>
                  <a:lnTo>
                    <a:pt x="251" y="829"/>
                  </a:lnTo>
                  <a:lnTo>
                    <a:pt x="260" y="878"/>
                  </a:lnTo>
                  <a:lnTo>
                    <a:pt x="274" y="927"/>
                  </a:lnTo>
                  <a:lnTo>
                    <a:pt x="293" y="974"/>
                  </a:lnTo>
                  <a:lnTo>
                    <a:pt x="316" y="1018"/>
                  </a:lnTo>
                  <a:lnTo>
                    <a:pt x="344" y="1061"/>
                  </a:lnTo>
                  <a:lnTo>
                    <a:pt x="377" y="1100"/>
                  </a:lnTo>
                  <a:lnTo>
                    <a:pt x="414" y="1136"/>
                  </a:lnTo>
                  <a:lnTo>
                    <a:pt x="453" y="1166"/>
                  </a:lnTo>
                  <a:lnTo>
                    <a:pt x="495" y="1191"/>
                  </a:lnTo>
                  <a:lnTo>
                    <a:pt x="538" y="1212"/>
                  </a:lnTo>
                  <a:lnTo>
                    <a:pt x="582" y="1227"/>
                  </a:lnTo>
                  <a:lnTo>
                    <a:pt x="627" y="1237"/>
                  </a:lnTo>
                  <a:lnTo>
                    <a:pt x="673" y="1242"/>
                  </a:lnTo>
                  <a:lnTo>
                    <a:pt x="720" y="1242"/>
                  </a:lnTo>
                  <a:lnTo>
                    <a:pt x="766" y="1237"/>
                  </a:lnTo>
                  <a:lnTo>
                    <a:pt x="811" y="1227"/>
                  </a:lnTo>
                  <a:lnTo>
                    <a:pt x="855" y="1212"/>
                  </a:lnTo>
                  <a:lnTo>
                    <a:pt x="898" y="1191"/>
                  </a:lnTo>
                  <a:lnTo>
                    <a:pt x="941" y="1166"/>
                  </a:lnTo>
                  <a:lnTo>
                    <a:pt x="980" y="1136"/>
                  </a:lnTo>
                  <a:lnTo>
                    <a:pt x="1016" y="1100"/>
                  </a:lnTo>
                  <a:lnTo>
                    <a:pt x="1049" y="1061"/>
                  </a:lnTo>
                  <a:lnTo>
                    <a:pt x="1077" y="1018"/>
                  </a:lnTo>
                  <a:lnTo>
                    <a:pt x="1100" y="974"/>
                  </a:lnTo>
                  <a:lnTo>
                    <a:pt x="1119" y="927"/>
                  </a:lnTo>
                  <a:lnTo>
                    <a:pt x="1133" y="878"/>
                  </a:lnTo>
                  <a:lnTo>
                    <a:pt x="1142" y="829"/>
                  </a:lnTo>
                  <a:lnTo>
                    <a:pt x="1147" y="779"/>
                  </a:lnTo>
                  <a:lnTo>
                    <a:pt x="1147" y="729"/>
                  </a:lnTo>
                  <a:lnTo>
                    <a:pt x="1142" y="679"/>
                  </a:lnTo>
                  <a:lnTo>
                    <a:pt x="1133" y="630"/>
                  </a:lnTo>
                  <a:lnTo>
                    <a:pt x="1119" y="582"/>
                  </a:lnTo>
                  <a:lnTo>
                    <a:pt x="1100" y="536"/>
                  </a:lnTo>
                  <a:lnTo>
                    <a:pt x="1077" y="491"/>
                  </a:lnTo>
                  <a:lnTo>
                    <a:pt x="1049" y="449"/>
                  </a:lnTo>
                  <a:lnTo>
                    <a:pt x="1016" y="409"/>
                  </a:lnTo>
                  <a:lnTo>
                    <a:pt x="980" y="374"/>
                  </a:lnTo>
                  <a:lnTo>
                    <a:pt x="941" y="343"/>
                  </a:lnTo>
                  <a:lnTo>
                    <a:pt x="898" y="317"/>
                  </a:lnTo>
                  <a:lnTo>
                    <a:pt x="855" y="298"/>
                  </a:lnTo>
                  <a:lnTo>
                    <a:pt x="811" y="282"/>
                  </a:lnTo>
                  <a:lnTo>
                    <a:pt x="766" y="272"/>
                  </a:lnTo>
                  <a:lnTo>
                    <a:pt x="720" y="267"/>
                  </a:lnTo>
                  <a:lnTo>
                    <a:pt x="673" y="267"/>
                  </a:lnTo>
                  <a:close/>
                  <a:moveTo>
                    <a:pt x="725" y="0"/>
                  </a:moveTo>
                  <a:lnTo>
                    <a:pt x="781" y="5"/>
                  </a:lnTo>
                  <a:lnTo>
                    <a:pt x="837" y="15"/>
                  </a:lnTo>
                  <a:lnTo>
                    <a:pt x="892" y="29"/>
                  </a:lnTo>
                  <a:lnTo>
                    <a:pt x="946" y="49"/>
                  </a:lnTo>
                  <a:lnTo>
                    <a:pt x="999" y="74"/>
                  </a:lnTo>
                  <a:lnTo>
                    <a:pt x="1050" y="103"/>
                  </a:lnTo>
                  <a:lnTo>
                    <a:pt x="1099" y="137"/>
                  </a:lnTo>
                  <a:lnTo>
                    <a:pt x="1145" y="176"/>
                  </a:lnTo>
                  <a:lnTo>
                    <a:pt x="1190" y="219"/>
                  </a:lnTo>
                  <a:lnTo>
                    <a:pt x="1230" y="267"/>
                  </a:lnTo>
                  <a:lnTo>
                    <a:pt x="1266" y="317"/>
                  </a:lnTo>
                  <a:lnTo>
                    <a:pt x="1297" y="369"/>
                  </a:lnTo>
                  <a:lnTo>
                    <a:pt x="1324" y="424"/>
                  </a:lnTo>
                  <a:lnTo>
                    <a:pt x="1346" y="479"/>
                  </a:lnTo>
                  <a:lnTo>
                    <a:pt x="1364" y="537"/>
                  </a:lnTo>
                  <a:lnTo>
                    <a:pt x="1378" y="596"/>
                  </a:lnTo>
                  <a:lnTo>
                    <a:pt x="1387" y="655"/>
                  </a:lnTo>
                  <a:lnTo>
                    <a:pt x="1392" y="715"/>
                  </a:lnTo>
                  <a:lnTo>
                    <a:pt x="1393" y="775"/>
                  </a:lnTo>
                  <a:lnTo>
                    <a:pt x="1389" y="835"/>
                  </a:lnTo>
                  <a:lnTo>
                    <a:pt x="1381" y="895"/>
                  </a:lnTo>
                  <a:lnTo>
                    <a:pt x="1368" y="953"/>
                  </a:lnTo>
                  <a:lnTo>
                    <a:pt x="1351" y="1011"/>
                  </a:lnTo>
                  <a:lnTo>
                    <a:pt x="1330" y="1067"/>
                  </a:lnTo>
                  <a:lnTo>
                    <a:pt x="1603" y="1363"/>
                  </a:lnTo>
                  <a:lnTo>
                    <a:pt x="1625" y="1389"/>
                  </a:lnTo>
                  <a:lnTo>
                    <a:pt x="1642" y="1419"/>
                  </a:lnTo>
                  <a:lnTo>
                    <a:pt x="1656" y="1449"/>
                  </a:lnTo>
                  <a:lnTo>
                    <a:pt x="1668" y="1482"/>
                  </a:lnTo>
                  <a:lnTo>
                    <a:pt x="1674" y="1515"/>
                  </a:lnTo>
                  <a:lnTo>
                    <a:pt x="1676" y="1550"/>
                  </a:lnTo>
                  <a:lnTo>
                    <a:pt x="1674" y="1585"/>
                  </a:lnTo>
                  <a:lnTo>
                    <a:pt x="1668" y="1619"/>
                  </a:lnTo>
                  <a:lnTo>
                    <a:pt x="1656" y="1651"/>
                  </a:lnTo>
                  <a:lnTo>
                    <a:pt x="1642" y="1682"/>
                  </a:lnTo>
                  <a:lnTo>
                    <a:pt x="1625" y="1711"/>
                  </a:lnTo>
                  <a:lnTo>
                    <a:pt x="1603" y="1737"/>
                  </a:lnTo>
                  <a:lnTo>
                    <a:pt x="1576" y="1762"/>
                  </a:lnTo>
                  <a:lnTo>
                    <a:pt x="1547" y="1783"/>
                  </a:lnTo>
                  <a:lnTo>
                    <a:pt x="1515" y="1798"/>
                  </a:lnTo>
                  <a:lnTo>
                    <a:pt x="1482" y="1809"/>
                  </a:lnTo>
                  <a:lnTo>
                    <a:pt x="1449" y="1813"/>
                  </a:lnTo>
                  <a:lnTo>
                    <a:pt x="1414" y="1813"/>
                  </a:lnTo>
                  <a:lnTo>
                    <a:pt x="1380" y="1809"/>
                  </a:lnTo>
                  <a:lnTo>
                    <a:pt x="1347" y="1798"/>
                  </a:lnTo>
                  <a:lnTo>
                    <a:pt x="1316" y="1783"/>
                  </a:lnTo>
                  <a:lnTo>
                    <a:pt x="1286" y="1762"/>
                  </a:lnTo>
                  <a:lnTo>
                    <a:pt x="1259" y="1737"/>
                  </a:lnTo>
                  <a:lnTo>
                    <a:pt x="986" y="1441"/>
                  </a:lnTo>
                  <a:lnTo>
                    <a:pt x="934" y="1464"/>
                  </a:lnTo>
                  <a:lnTo>
                    <a:pt x="880" y="1483"/>
                  </a:lnTo>
                  <a:lnTo>
                    <a:pt x="826" y="1496"/>
                  </a:lnTo>
                  <a:lnTo>
                    <a:pt x="771" y="1504"/>
                  </a:lnTo>
                  <a:lnTo>
                    <a:pt x="716" y="1509"/>
                  </a:lnTo>
                  <a:lnTo>
                    <a:pt x="660" y="1508"/>
                  </a:lnTo>
                  <a:lnTo>
                    <a:pt x="605" y="1503"/>
                  </a:lnTo>
                  <a:lnTo>
                    <a:pt x="550" y="1493"/>
                  </a:lnTo>
                  <a:lnTo>
                    <a:pt x="496" y="1477"/>
                  </a:lnTo>
                  <a:lnTo>
                    <a:pt x="443" y="1458"/>
                  </a:lnTo>
                  <a:lnTo>
                    <a:pt x="391" y="1434"/>
                  </a:lnTo>
                  <a:lnTo>
                    <a:pt x="341" y="1404"/>
                  </a:lnTo>
                  <a:lnTo>
                    <a:pt x="293" y="1371"/>
                  </a:lnTo>
                  <a:lnTo>
                    <a:pt x="247" y="1332"/>
                  </a:lnTo>
                  <a:lnTo>
                    <a:pt x="204" y="1289"/>
                  </a:lnTo>
                  <a:lnTo>
                    <a:pt x="162" y="1240"/>
                  </a:lnTo>
                  <a:lnTo>
                    <a:pt x="126" y="1190"/>
                  </a:lnTo>
                  <a:lnTo>
                    <a:pt x="95" y="1137"/>
                  </a:lnTo>
                  <a:lnTo>
                    <a:pt x="68" y="1082"/>
                  </a:lnTo>
                  <a:lnTo>
                    <a:pt x="45" y="1024"/>
                  </a:lnTo>
                  <a:lnTo>
                    <a:pt x="27" y="966"/>
                  </a:lnTo>
                  <a:lnTo>
                    <a:pt x="13" y="906"/>
                  </a:lnTo>
                  <a:lnTo>
                    <a:pt x="4" y="846"/>
                  </a:lnTo>
                  <a:lnTo>
                    <a:pt x="0" y="785"/>
                  </a:lnTo>
                  <a:lnTo>
                    <a:pt x="0" y="724"/>
                  </a:lnTo>
                  <a:lnTo>
                    <a:pt x="4" y="663"/>
                  </a:lnTo>
                  <a:lnTo>
                    <a:pt x="13" y="602"/>
                  </a:lnTo>
                  <a:lnTo>
                    <a:pt x="27" y="543"/>
                  </a:lnTo>
                  <a:lnTo>
                    <a:pt x="45" y="485"/>
                  </a:lnTo>
                  <a:lnTo>
                    <a:pt x="67" y="427"/>
                  </a:lnTo>
                  <a:lnTo>
                    <a:pt x="94" y="373"/>
                  </a:lnTo>
                  <a:lnTo>
                    <a:pt x="126" y="319"/>
                  </a:lnTo>
                  <a:lnTo>
                    <a:pt x="162" y="268"/>
                  </a:lnTo>
                  <a:lnTo>
                    <a:pt x="203" y="220"/>
                  </a:lnTo>
                  <a:lnTo>
                    <a:pt x="247" y="176"/>
                  </a:lnTo>
                  <a:lnTo>
                    <a:pt x="294" y="137"/>
                  </a:lnTo>
                  <a:lnTo>
                    <a:pt x="343" y="103"/>
                  </a:lnTo>
                  <a:lnTo>
                    <a:pt x="394" y="74"/>
                  </a:lnTo>
                  <a:lnTo>
                    <a:pt x="447" y="49"/>
                  </a:lnTo>
                  <a:lnTo>
                    <a:pt x="501" y="29"/>
                  </a:lnTo>
                  <a:lnTo>
                    <a:pt x="556" y="15"/>
                  </a:lnTo>
                  <a:lnTo>
                    <a:pt x="612" y="5"/>
                  </a:lnTo>
                  <a:lnTo>
                    <a:pt x="668" y="0"/>
                  </a:lnTo>
                  <a:lnTo>
                    <a:pt x="725"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28" name="Freeform 291">
              <a:extLst>
                <a:ext uri="{FF2B5EF4-FFF2-40B4-BE49-F238E27FC236}">
                  <a16:creationId xmlns:a16="http://schemas.microsoft.com/office/drawing/2014/main" id="{7474BCA4-76E2-4ACA-9486-51913C06AC83}"/>
                </a:ext>
              </a:extLst>
            </p:cNvPr>
            <p:cNvSpPr/>
            <p:nvPr/>
          </p:nvSpPr>
          <p:spPr bwMode="auto">
            <a:xfrm>
              <a:off x="2811463" y="4335463"/>
              <a:ext cx="217488" cy="274638"/>
            </a:xfrm>
            <a:custGeom>
              <a:avLst/>
              <a:gdLst>
                <a:gd name="T0" fmla="*/ 459 w 1508"/>
                <a:gd name="T1" fmla="*/ 30 h 2083"/>
                <a:gd name="T2" fmla="*/ 619 w 1508"/>
                <a:gd name="T3" fmla="*/ 254 h 2083"/>
                <a:gd name="T4" fmla="*/ 841 w 1508"/>
                <a:gd name="T5" fmla="*/ 542 h 2083"/>
                <a:gd name="T6" fmla="*/ 960 w 1508"/>
                <a:gd name="T7" fmla="*/ 441 h 2083"/>
                <a:gd name="T8" fmla="*/ 1249 w 1508"/>
                <a:gd name="T9" fmla="*/ 400 h 2083"/>
                <a:gd name="T10" fmla="*/ 1340 w 1508"/>
                <a:gd name="T11" fmla="*/ 564 h 2083"/>
                <a:gd name="T12" fmla="*/ 1411 w 1508"/>
                <a:gd name="T13" fmla="*/ 741 h 2083"/>
                <a:gd name="T14" fmla="*/ 1464 w 1508"/>
                <a:gd name="T15" fmla="*/ 927 h 2083"/>
                <a:gd name="T16" fmla="*/ 1497 w 1508"/>
                <a:gd name="T17" fmla="*/ 1121 h 2083"/>
                <a:gd name="T18" fmla="*/ 1508 w 1508"/>
                <a:gd name="T19" fmla="*/ 1322 h 2083"/>
                <a:gd name="T20" fmla="*/ 1497 w 1508"/>
                <a:gd name="T21" fmla="*/ 1526 h 2083"/>
                <a:gd name="T22" fmla="*/ 1463 w 1508"/>
                <a:gd name="T23" fmla="*/ 1720 h 2083"/>
                <a:gd name="T24" fmla="*/ 1409 w 1508"/>
                <a:gd name="T25" fmla="*/ 1907 h 2083"/>
                <a:gd name="T26" fmla="*/ 1337 w 1508"/>
                <a:gd name="T27" fmla="*/ 2083 h 2083"/>
                <a:gd name="T28" fmla="*/ 1349 w 1508"/>
                <a:gd name="T29" fmla="*/ 1945 h 2083"/>
                <a:gd name="T30" fmla="*/ 1341 w 1508"/>
                <a:gd name="T31" fmla="*/ 1808 h 2083"/>
                <a:gd name="T32" fmla="*/ 1313 w 1508"/>
                <a:gd name="T33" fmla="*/ 1675 h 2083"/>
                <a:gd name="T34" fmla="*/ 1266 w 1508"/>
                <a:gd name="T35" fmla="*/ 1547 h 2083"/>
                <a:gd name="T36" fmla="*/ 1201 w 1508"/>
                <a:gd name="T37" fmla="*/ 1429 h 2083"/>
                <a:gd name="T38" fmla="*/ 1117 w 1508"/>
                <a:gd name="T39" fmla="*/ 1321 h 2083"/>
                <a:gd name="T40" fmla="*/ 1021 w 1508"/>
                <a:gd name="T41" fmla="*/ 1233 h 2083"/>
                <a:gd name="T42" fmla="*/ 915 w 1508"/>
                <a:gd name="T43" fmla="*/ 1162 h 2083"/>
                <a:gd name="T44" fmla="*/ 801 w 1508"/>
                <a:gd name="T45" fmla="*/ 1111 h 2083"/>
                <a:gd name="T46" fmla="*/ 680 w 1508"/>
                <a:gd name="T47" fmla="*/ 1080 h 2083"/>
                <a:gd name="T48" fmla="*/ 554 w 1508"/>
                <a:gd name="T49" fmla="*/ 1069 h 2083"/>
                <a:gd name="T50" fmla="*/ 416 w 1508"/>
                <a:gd name="T51" fmla="*/ 1082 h 2083"/>
                <a:gd name="T52" fmla="*/ 283 w 1508"/>
                <a:gd name="T53" fmla="*/ 1120 h 2083"/>
                <a:gd name="T54" fmla="*/ 160 w 1508"/>
                <a:gd name="T55" fmla="*/ 1182 h 2083"/>
                <a:gd name="T56" fmla="*/ 591 w 1508"/>
                <a:gd name="T57" fmla="*/ 812 h 2083"/>
                <a:gd name="T58" fmla="*/ 751 w 1508"/>
                <a:gd name="T59" fmla="*/ 755 h 2083"/>
                <a:gd name="T60" fmla="*/ 500 w 1508"/>
                <a:gd name="T61" fmla="*/ 407 h 2083"/>
                <a:gd name="T62" fmla="*/ 338 w 1508"/>
                <a:gd name="T63" fmla="*/ 367 h 2083"/>
                <a:gd name="T64" fmla="*/ 175 w 1508"/>
                <a:gd name="T65" fmla="*/ 519 h 2083"/>
                <a:gd name="T66" fmla="*/ 0 w 1508"/>
                <a:gd name="T67" fmla="*/ 375 h 2083"/>
                <a:gd name="T68" fmla="*/ 166 w 1508"/>
                <a:gd name="T69" fmla="*/ 151 h 2083"/>
                <a:gd name="T70" fmla="*/ 287 w 1508"/>
                <a:gd name="T71" fmla="*/ 289 h 2083"/>
                <a:gd name="T72" fmla="*/ 445 w 1508"/>
                <a:gd name="T73" fmla="*/ 351 h 2083"/>
                <a:gd name="T74" fmla="*/ 453 w 1508"/>
                <a:gd name="T75" fmla="*/ 220 h 2083"/>
                <a:gd name="T76" fmla="*/ 316 w 1508"/>
                <a:gd name="T77" fmla="*/ 0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08" h="2083">
                  <a:moveTo>
                    <a:pt x="316" y="0"/>
                  </a:moveTo>
                  <a:lnTo>
                    <a:pt x="459" y="30"/>
                  </a:lnTo>
                  <a:lnTo>
                    <a:pt x="582" y="149"/>
                  </a:lnTo>
                  <a:lnTo>
                    <a:pt x="619" y="254"/>
                  </a:lnTo>
                  <a:lnTo>
                    <a:pt x="647" y="352"/>
                  </a:lnTo>
                  <a:lnTo>
                    <a:pt x="841" y="542"/>
                  </a:lnTo>
                  <a:lnTo>
                    <a:pt x="891" y="559"/>
                  </a:lnTo>
                  <a:lnTo>
                    <a:pt x="960" y="441"/>
                  </a:lnTo>
                  <a:lnTo>
                    <a:pt x="1204" y="417"/>
                  </a:lnTo>
                  <a:lnTo>
                    <a:pt x="1249" y="400"/>
                  </a:lnTo>
                  <a:lnTo>
                    <a:pt x="1297" y="481"/>
                  </a:lnTo>
                  <a:lnTo>
                    <a:pt x="1340" y="564"/>
                  </a:lnTo>
                  <a:lnTo>
                    <a:pt x="1378" y="651"/>
                  </a:lnTo>
                  <a:lnTo>
                    <a:pt x="1411" y="741"/>
                  </a:lnTo>
                  <a:lnTo>
                    <a:pt x="1440" y="832"/>
                  </a:lnTo>
                  <a:lnTo>
                    <a:pt x="1464" y="927"/>
                  </a:lnTo>
                  <a:lnTo>
                    <a:pt x="1483" y="1022"/>
                  </a:lnTo>
                  <a:lnTo>
                    <a:pt x="1497" y="1121"/>
                  </a:lnTo>
                  <a:lnTo>
                    <a:pt x="1505" y="1221"/>
                  </a:lnTo>
                  <a:lnTo>
                    <a:pt x="1508" y="1322"/>
                  </a:lnTo>
                  <a:lnTo>
                    <a:pt x="1505" y="1425"/>
                  </a:lnTo>
                  <a:lnTo>
                    <a:pt x="1497" y="1526"/>
                  </a:lnTo>
                  <a:lnTo>
                    <a:pt x="1483" y="1623"/>
                  </a:lnTo>
                  <a:lnTo>
                    <a:pt x="1463" y="1720"/>
                  </a:lnTo>
                  <a:lnTo>
                    <a:pt x="1439" y="1815"/>
                  </a:lnTo>
                  <a:lnTo>
                    <a:pt x="1409" y="1907"/>
                  </a:lnTo>
                  <a:lnTo>
                    <a:pt x="1375" y="1996"/>
                  </a:lnTo>
                  <a:lnTo>
                    <a:pt x="1337" y="2083"/>
                  </a:lnTo>
                  <a:lnTo>
                    <a:pt x="1345" y="2015"/>
                  </a:lnTo>
                  <a:lnTo>
                    <a:pt x="1349" y="1945"/>
                  </a:lnTo>
                  <a:lnTo>
                    <a:pt x="1347" y="1877"/>
                  </a:lnTo>
                  <a:lnTo>
                    <a:pt x="1341" y="1808"/>
                  </a:lnTo>
                  <a:lnTo>
                    <a:pt x="1329" y="1741"/>
                  </a:lnTo>
                  <a:lnTo>
                    <a:pt x="1313" y="1675"/>
                  </a:lnTo>
                  <a:lnTo>
                    <a:pt x="1293" y="1610"/>
                  </a:lnTo>
                  <a:lnTo>
                    <a:pt x="1266" y="1547"/>
                  </a:lnTo>
                  <a:lnTo>
                    <a:pt x="1236" y="1486"/>
                  </a:lnTo>
                  <a:lnTo>
                    <a:pt x="1201" y="1429"/>
                  </a:lnTo>
                  <a:lnTo>
                    <a:pt x="1161" y="1373"/>
                  </a:lnTo>
                  <a:lnTo>
                    <a:pt x="1117" y="1321"/>
                  </a:lnTo>
                  <a:lnTo>
                    <a:pt x="1071" y="1276"/>
                  </a:lnTo>
                  <a:lnTo>
                    <a:pt x="1021" y="1233"/>
                  </a:lnTo>
                  <a:lnTo>
                    <a:pt x="969" y="1195"/>
                  </a:lnTo>
                  <a:lnTo>
                    <a:pt x="915" y="1162"/>
                  </a:lnTo>
                  <a:lnTo>
                    <a:pt x="859" y="1134"/>
                  </a:lnTo>
                  <a:lnTo>
                    <a:pt x="801" y="1111"/>
                  </a:lnTo>
                  <a:lnTo>
                    <a:pt x="741" y="1093"/>
                  </a:lnTo>
                  <a:lnTo>
                    <a:pt x="680" y="1080"/>
                  </a:lnTo>
                  <a:lnTo>
                    <a:pt x="617" y="1072"/>
                  </a:lnTo>
                  <a:lnTo>
                    <a:pt x="554" y="1069"/>
                  </a:lnTo>
                  <a:lnTo>
                    <a:pt x="484" y="1072"/>
                  </a:lnTo>
                  <a:lnTo>
                    <a:pt x="416" y="1082"/>
                  </a:lnTo>
                  <a:lnTo>
                    <a:pt x="349" y="1098"/>
                  </a:lnTo>
                  <a:lnTo>
                    <a:pt x="283" y="1120"/>
                  </a:lnTo>
                  <a:lnTo>
                    <a:pt x="220" y="1148"/>
                  </a:lnTo>
                  <a:lnTo>
                    <a:pt x="160" y="1182"/>
                  </a:lnTo>
                  <a:lnTo>
                    <a:pt x="338" y="952"/>
                  </a:lnTo>
                  <a:lnTo>
                    <a:pt x="591" y="812"/>
                  </a:lnTo>
                  <a:lnTo>
                    <a:pt x="738" y="833"/>
                  </a:lnTo>
                  <a:lnTo>
                    <a:pt x="751" y="755"/>
                  </a:lnTo>
                  <a:lnTo>
                    <a:pt x="570" y="556"/>
                  </a:lnTo>
                  <a:lnTo>
                    <a:pt x="500" y="407"/>
                  </a:lnTo>
                  <a:lnTo>
                    <a:pt x="400" y="407"/>
                  </a:lnTo>
                  <a:lnTo>
                    <a:pt x="338" y="367"/>
                  </a:lnTo>
                  <a:lnTo>
                    <a:pt x="203" y="345"/>
                  </a:lnTo>
                  <a:lnTo>
                    <a:pt x="175" y="519"/>
                  </a:lnTo>
                  <a:lnTo>
                    <a:pt x="12" y="484"/>
                  </a:lnTo>
                  <a:lnTo>
                    <a:pt x="0" y="375"/>
                  </a:lnTo>
                  <a:lnTo>
                    <a:pt x="125" y="345"/>
                  </a:lnTo>
                  <a:lnTo>
                    <a:pt x="166" y="151"/>
                  </a:lnTo>
                  <a:lnTo>
                    <a:pt x="291" y="207"/>
                  </a:lnTo>
                  <a:lnTo>
                    <a:pt x="287" y="289"/>
                  </a:lnTo>
                  <a:lnTo>
                    <a:pt x="382" y="332"/>
                  </a:lnTo>
                  <a:lnTo>
                    <a:pt x="445" y="351"/>
                  </a:lnTo>
                  <a:lnTo>
                    <a:pt x="522" y="308"/>
                  </a:lnTo>
                  <a:lnTo>
                    <a:pt x="453" y="220"/>
                  </a:lnTo>
                  <a:lnTo>
                    <a:pt x="313" y="71"/>
                  </a:lnTo>
                  <a:lnTo>
                    <a:pt x="316"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29" name="Freeform 292">
              <a:extLst>
                <a:ext uri="{FF2B5EF4-FFF2-40B4-BE49-F238E27FC236}">
                  <a16:creationId xmlns:a16="http://schemas.microsoft.com/office/drawing/2014/main" id="{F4EBEBBD-E9E1-4726-9C07-4F6126F3B4FA}"/>
                </a:ext>
              </a:extLst>
            </p:cNvPr>
            <p:cNvSpPr/>
            <p:nvPr/>
          </p:nvSpPr>
          <p:spPr bwMode="auto">
            <a:xfrm>
              <a:off x="2786063" y="4497388"/>
              <a:ext cx="30163" cy="26988"/>
            </a:xfrm>
            <a:custGeom>
              <a:avLst/>
              <a:gdLst>
                <a:gd name="T0" fmla="*/ 118 w 208"/>
                <a:gd name="T1" fmla="*/ 0 h 197"/>
                <a:gd name="T2" fmla="*/ 208 w 208"/>
                <a:gd name="T3" fmla="*/ 45 h 197"/>
                <a:gd name="T4" fmla="*/ 186 w 208"/>
                <a:gd name="T5" fmla="*/ 66 h 197"/>
                <a:gd name="T6" fmla="*/ 165 w 208"/>
                <a:gd name="T7" fmla="*/ 89 h 197"/>
                <a:gd name="T8" fmla="*/ 147 w 208"/>
                <a:gd name="T9" fmla="*/ 109 h 197"/>
                <a:gd name="T10" fmla="*/ 130 w 208"/>
                <a:gd name="T11" fmla="*/ 131 h 197"/>
                <a:gd name="T12" fmla="*/ 81 w 208"/>
                <a:gd name="T13" fmla="*/ 132 h 197"/>
                <a:gd name="T14" fmla="*/ 29 w 208"/>
                <a:gd name="T15" fmla="*/ 197 h 197"/>
                <a:gd name="T16" fmla="*/ 0 w 208"/>
                <a:gd name="T17" fmla="*/ 61 h 197"/>
                <a:gd name="T18" fmla="*/ 118 w 208"/>
                <a:gd name="T19" fmla="*/ 0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8" h="197">
                  <a:moveTo>
                    <a:pt x="118" y="0"/>
                  </a:moveTo>
                  <a:lnTo>
                    <a:pt x="208" y="45"/>
                  </a:lnTo>
                  <a:lnTo>
                    <a:pt x="186" y="66"/>
                  </a:lnTo>
                  <a:lnTo>
                    <a:pt x="165" y="89"/>
                  </a:lnTo>
                  <a:lnTo>
                    <a:pt x="147" y="109"/>
                  </a:lnTo>
                  <a:lnTo>
                    <a:pt x="130" y="131"/>
                  </a:lnTo>
                  <a:lnTo>
                    <a:pt x="81" y="132"/>
                  </a:lnTo>
                  <a:lnTo>
                    <a:pt x="29" y="197"/>
                  </a:lnTo>
                  <a:lnTo>
                    <a:pt x="0" y="61"/>
                  </a:lnTo>
                  <a:lnTo>
                    <a:pt x="118"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0" name="Freeform 293">
              <a:extLst>
                <a:ext uri="{FF2B5EF4-FFF2-40B4-BE49-F238E27FC236}">
                  <a16:creationId xmlns:a16="http://schemas.microsoft.com/office/drawing/2014/main" id="{70B73FC2-4A16-488C-8D1A-C80F22A0E986}"/>
                </a:ext>
              </a:extLst>
            </p:cNvPr>
            <p:cNvSpPr/>
            <p:nvPr/>
          </p:nvSpPr>
          <p:spPr bwMode="auto">
            <a:xfrm>
              <a:off x="2860675" y="4702175"/>
              <a:ext cx="52388" cy="20638"/>
            </a:xfrm>
            <a:custGeom>
              <a:avLst/>
              <a:gdLst>
                <a:gd name="T0" fmla="*/ 368 w 368"/>
                <a:gd name="T1" fmla="*/ 0 h 153"/>
                <a:gd name="T2" fmla="*/ 298 w 368"/>
                <a:gd name="T3" fmla="*/ 38 h 153"/>
                <a:gd name="T4" fmla="*/ 227 w 368"/>
                <a:gd name="T5" fmla="*/ 73 h 153"/>
                <a:gd name="T6" fmla="*/ 152 w 368"/>
                <a:gd name="T7" fmla="*/ 105 h 153"/>
                <a:gd name="T8" fmla="*/ 77 w 368"/>
                <a:gd name="T9" fmla="*/ 131 h 153"/>
                <a:gd name="T10" fmla="*/ 0 w 368"/>
                <a:gd name="T11" fmla="*/ 153 h 153"/>
                <a:gd name="T12" fmla="*/ 28 w 368"/>
                <a:gd name="T13" fmla="*/ 44 h 153"/>
                <a:gd name="T14" fmla="*/ 83 w 368"/>
                <a:gd name="T15" fmla="*/ 5 h 153"/>
                <a:gd name="T16" fmla="*/ 148 w 368"/>
                <a:gd name="T17" fmla="*/ 13 h 153"/>
                <a:gd name="T18" fmla="*/ 215 w 368"/>
                <a:gd name="T19" fmla="*/ 16 h 153"/>
                <a:gd name="T20" fmla="*/ 266 w 368"/>
                <a:gd name="T21" fmla="*/ 14 h 153"/>
                <a:gd name="T22" fmla="*/ 317 w 368"/>
                <a:gd name="T23" fmla="*/ 9 h 153"/>
                <a:gd name="T24" fmla="*/ 368 w 368"/>
                <a:gd name="T25" fmla="*/ 0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8" h="153">
                  <a:moveTo>
                    <a:pt x="368" y="0"/>
                  </a:moveTo>
                  <a:lnTo>
                    <a:pt x="298" y="38"/>
                  </a:lnTo>
                  <a:lnTo>
                    <a:pt x="227" y="73"/>
                  </a:lnTo>
                  <a:lnTo>
                    <a:pt x="152" y="105"/>
                  </a:lnTo>
                  <a:lnTo>
                    <a:pt x="77" y="131"/>
                  </a:lnTo>
                  <a:lnTo>
                    <a:pt x="0" y="153"/>
                  </a:lnTo>
                  <a:lnTo>
                    <a:pt x="28" y="44"/>
                  </a:lnTo>
                  <a:lnTo>
                    <a:pt x="83" y="5"/>
                  </a:lnTo>
                  <a:lnTo>
                    <a:pt x="148" y="13"/>
                  </a:lnTo>
                  <a:lnTo>
                    <a:pt x="215" y="16"/>
                  </a:lnTo>
                  <a:lnTo>
                    <a:pt x="266" y="14"/>
                  </a:lnTo>
                  <a:lnTo>
                    <a:pt x="317" y="9"/>
                  </a:lnTo>
                  <a:lnTo>
                    <a:pt x="368"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1" name="Freeform 294">
              <a:extLst>
                <a:ext uri="{FF2B5EF4-FFF2-40B4-BE49-F238E27FC236}">
                  <a16:creationId xmlns:a16="http://schemas.microsoft.com/office/drawing/2014/main" id="{4477F6F9-7F7A-4BDB-AE48-F3DFE785A8CE}"/>
                </a:ext>
              </a:extLst>
            </p:cNvPr>
            <p:cNvSpPr/>
            <p:nvPr/>
          </p:nvSpPr>
          <p:spPr bwMode="auto">
            <a:xfrm>
              <a:off x="2587625" y="4395788"/>
              <a:ext cx="249238" cy="333375"/>
            </a:xfrm>
            <a:custGeom>
              <a:avLst/>
              <a:gdLst>
                <a:gd name="T0" fmla="*/ 210 w 1723"/>
                <a:gd name="T1" fmla="*/ 95 h 2519"/>
                <a:gd name="T2" fmla="*/ 468 w 1723"/>
                <a:gd name="T3" fmla="*/ 157 h 2519"/>
                <a:gd name="T4" fmla="*/ 884 w 1723"/>
                <a:gd name="T5" fmla="*/ 389 h 2519"/>
                <a:gd name="T6" fmla="*/ 1103 w 1723"/>
                <a:gd name="T7" fmla="*/ 976 h 2519"/>
                <a:gd name="T8" fmla="*/ 1141 w 1723"/>
                <a:gd name="T9" fmla="*/ 862 h 2519"/>
                <a:gd name="T10" fmla="*/ 1389 w 1723"/>
                <a:gd name="T11" fmla="*/ 1094 h 2519"/>
                <a:gd name="T12" fmla="*/ 1344 w 1723"/>
                <a:gd name="T13" fmla="*/ 1213 h 2519"/>
                <a:gd name="T14" fmla="*/ 1316 w 1723"/>
                <a:gd name="T15" fmla="*/ 1341 h 2519"/>
                <a:gd name="T16" fmla="*/ 1307 w 1723"/>
                <a:gd name="T17" fmla="*/ 1472 h 2519"/>
                <a:gd name="T18" fmla="*/ 1317 w 1723"/>
                <a:gd name="T19" fmla="*/ 1609 h 2519"/>
                <a:gd name="T20" fmla="*/ 1346 w 1723"/>
                <a:gd name="T21" fmla="*/ 1741 h 2519"/>
                <a:gd name="T22" fmla="*/ 1394 w 1723"/>
                <a:gd name="T23" fmla="*/ 1865 h 2519"/>
                <a:gd name="T24" fmla="*/ 1459 w 1723"/>
                <a:gd name="T25" fmla="*/ 1979 h 2519"/>
                <a:gd name="T26" fmla="*/ 1541 w 1723"/>
                <a:gd name="T27" fmla="*/ 2083 h 2519"/>
                <a:gd name="T28" fmla="*/ 1628 w 1723"/>
                <a:gd name="T29" fmla="*/ 2165 h 2519"/>
                <a:gd name="T30" fmla="*/ 1723 w 1723"/>
                <a:gd name="T31" fmla="*/ 2230 h 2519"/>
                <a:gd name="T32" fmla="*/ 1714 w 1723"/>
                <a:gd name="T33" fmla="*/ 2268 h 2519"/>
                <a:gd name="T34" fmla="*/ 1708 w 1723"/>
                <a:gd name="T35" fmla="*/ 2294 h 2519"/>
                <a:gd name="T36" fmla="*/ 1706 w 1723"/>
                <a:gd name="T37" fmla="*/ 2304 h 2519"/>
                <a:gd name="T38" fmla="*/ 1659 w 1723"/>
                <a:gd name="T39" fmla="*/ 2513 h 2519"/>
                <a:gd name="T40" fmla="*/ 1530 w 1723"/>
                <a:gd name="T41" fmla="*/ 2519 h 2519"/>
                <a:gd name="T42" fmla="*/ 1338 w 1723"/>
                <a:gd name="T43" fmla="*/ 2506 h 2519"/>
                <a:gd name="T44" fmla="*/ 1154 w 1723"/>
                <a:gd name="T45" fmla="*/ 2468 h 2519"/>
                <a:gd name="T46" fmla="*/ 977 w 1723"/>
                <a:gd name="T47" fmla="*/ 2407 h 2519"/>
                <a:gd name="T48" fmla="*/ 810 w 1723"/>
                <a:gd name="T49" fmla="*/ 2325 h 2519"/>
                <a:gd name="T50" fmla="*/ 656 w 1723"/>
                <a:gd name="T51" fmla="*/ 2222 h 2519"/>
                <a:gd name="T52" fmla="*/ 514 w 1723"/>
                <a:gd name="T53" fmla="*/ 2101 h 2519"/>
                <a:gd name="T54" fmla="*/ 387 w 1723"/>
                <a:gd name="T55" fmla="*/ 1963 h 2519"/>
                <a:gd name="T56" fmla="*/ 274 w 1723"/>
                <a:gd name="T57" fmla="*/ 1809 h 2519"/>
                <a:gd name="T58" fmla="*/ 180 w 1723"/>
                <a:gd name="T59" fmla="*/ 1641 h 2519"/>
                <a:gd name="T60" fmla="*/ 103 w 1723"/>
                <a:gd name="T61" fmla="*/ 1461 h 2519"/>
                <a:gd name="T62" fmla="*/ 47 w 1723"/>
                <a:gd name="T63" fmla="*/ 1270 h 2519"/>
                <a:gd name="T64" fmla="*/ 12 w 1723"/>
                <a:gd name="T65" fmla="*/ 1070 h 2519"/>
                <a:gd name="T66" fmla="*/ 0 w 1723"/>
                <a:gd name="T67" fmla="*/ 862 h 2519"/>
                <a:gd name="T68" fmla="*/ 11 w 1723"/>
                <a:gd name="T69" fmla="*/ 662 h 2519"/>
                <a:gd name="T70" fmla="*/ 44 w 1723"/>
                <a:gd name="T71" fmla="*/ 470 h 2519"/>
                <a:gd name="T72" fmla="*/ 96 w 1723"/>
                <a:gd name="T73" fmla="*/ 285 h 2519"/>
                <a:gd name="T74" fmla="*/ 168 w 1723"/>
                <a:gd name="T75" fmla="*/ 111 h 2519"/>
                <a:gd name="T76" fmla="*/ 320 w 1723"/>
                <a:gd name="T77" fmla="*/ 0 h 25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23" h="2519">
                  <a:moveTo>
                    <a:pt x="320" y="0"/>
                  </a:moveTo>
                  <a:lnTo>
                    <a:pt x="210" y="95"/>
                  </a:lnTo>
                  <a:lnTo>
                    <a:pt x="296" y="157"/>
                  </a:lnTo>
                  <a:lnTo>
                    <a:pt x="468" y="157"/>
                  </a:lnTo>
                  <a:lnTo>
                    <a:pt x="724" y="107"/>
                  </a:lnTo>
                  <a:lnTo>
                    <a:pt x="884" y="389"/>
                  </a:lnTo>
                  <a:lnTo>
                    <a:pt x="884" y="655"/>
                  </a:lnTo>
                  <a:lnTo>
                    <a:pt x="1103" y="976"/>
                  </a:lnTo>
                  <a:lnTo>
                    <a:pt x="1141" y="976"/>
                  </a:lnTo>
                  <a:lnTo>
                    <a:pt x="1141" y="862"/>
                  </a:lnTo>
                  <a:lnTo>
                    <a:pt x="1225" y="1054"/>
                  </a:lnTo>
                  <a:lnTo>
                    <a:pt x="1389" y="1094"/>
                  </a:lnTo>
                  <a:lnTo>
                    <a:pt x="1365" y="1153"/>
                  </a:lnTo>
                  <a:lnTo>
                    <a:pt x="1344" y="1213"/>
                  </a:lnTo>
                  <a:lnTo>
                    <a:pt x="1328" y="1277"/>
                  </a:lnTo>
                  <a:lnTo>
                    <a:pt x="1316" y="1341"/>
                  </a:lnTo>
                  <a:lnTo>
                    <a:pt x="1309" y="1406"/>
                  </a:lnTo>
                  <a:lnTo>
                    <a:pt x="1307" y="1472"/>
                  </a:lnTo>
                  <a:lnTo>
                    <a:pt x="1309" y="1542"/>
                  </a:lnTo>
                  <a:lnTo>
                    <a:pt x="1317" y="1609"/>
                  </a:lnTo>
                  <a:lnTo>
                    <a:pt x="1329" y="1676"/>
                  </a:lnTo>
                  <a:lnTo>
                    <a:pt x="1346" y="1741"/>
                  </a:lnTo>
                  <a:lnTo>
                    <a:pt x="1368" y="1803"/>
                  </a:lnTo>
                  <a:lnTo>
                    <a:pt x="1394" y="1865"/>
                  </a:lnTo>
                  <a:lnTo>
                    <a:pt x="1424" y="1923"/>
                  </a:lnTo>
                  <a:lnTo>
                    <a:pt x="1459" y="1979"/>
                  </a:lnTo>
                  <a:lnTo>
                    <a:pt x="1498" y="2032"/>
                  </a:lnTo>
                  <a:lnTo>
                    <a:pt x="1541" y="2083"/>
                  </a:lnTo>
                  <a:lnTo>
                    <a:pt x="1583" y="2126"/>
                  </a:lnTo>
                  <a:lnTo>
                    <a:pt x="1628" y="2165"/>
                  </a:lnTo>
                  <a:lnTo>
                    <a:pt x="1675" y="2200"/>
                  </a:lnTo>
                  <a:lnTo>
                    <a:pt x="1723" y="2230"/>
                  </a:lnTo>
                  <a:lnTo>
                    <a:pt x="1718" y="2251"/>
                  </a:lnTo>
                  <a:lnTo>
                    <a:pt x="1714" y="2268"/>
                  </a:lnTo>
                  <a:lnTo>
                    <a:pt x="1711" y="2283"/>
                  </a:lnTo>
                  <a:lnTo>
                    <a:pt x="1708" y="2294"/>
                  </a:lnTo>
                  <a:lnTo>
                    <a:pt x="1706" y="2302"/>
                  </a:lnTo>
                  <a:lnTo>
                    <a:pt x="1706" y="2304"/>
                  </a:lnTo>
                  <a:lnTo>
                    <a:pt x="1722" y="2505"/>
                  </a:lnTo>
                  <a:lnTo>
                    <a:pt x="1659" y="2513"/>
                  </a:lnTo>
                  <a:lnTo>
                    <a:pt x="1594" y="2517"/>
                  </a:lnTo>
                  <a:lnTo>
                    <a:pt x="1530" y="2519"/>
                  </a:lnTo>
                  <a:lnTo>
                    <a:pt x="1433" y="2516"/>
                  </a:lnTo>
                  <a:lnTo>
                    <a:pt x="1338" y="2506"/>
                  </a:lnTo>
                  <a:lnTo>
                    <a:pt x="1245" y="2490"/>
                  </a:lnTo>
                  <a:lnTo>
                    <a:pt x="1154" y="2468"/>
                  </a:lnTo>
                  <a:lnTo>
                    <a:pt x="1064" y="2441"/>
                  </a:lnTo>
                  <a:lnTo>
                    <a:pt x="977" y="2407"/>
                  </a:lnTo>
                  <a:lnTo>
                    <a:pt x="893" y="2369"/>
                  </a:lnTo>
                  <a:lnTo>
                    <a:pt x="810" y="2325"/>
                  </a:lnTo>
                  <a:lnTo>
                    <a:pt x="732" y="2276"/>
                  </a:lnTo>
                  <a:lnTo>
                    <a:pt x="656" y="2222"/>
                  </a:lnTo>
                  <a:lnTo>
                    <a:pt x="583" y="2164"/>
                  </a:lnTo>
                  <a:lnTo>
                    <a:pt x="514" y="2101"/>
                  </a:lnTo>
                  <a:lnTo>
                    <a:pt x="448" y="2034"/>
                  </a:lnTo>
                  <a:lnTo>
                    <a:pt x="387" y="1963"/>
                  </a:lnTo>
                  <a:lnTo>
                    <a:pt x="328" y="1888"/>
                  </a:lnTo>
                  <a:lnTo>
                    <a:pt x="274" y="1809"/>
                  </a:lnTo>
                  <a:lnTo>
                    <a:pt x="225" y="1727"/>
                  </a:lnTo>
                  <a:lnTo>
                    <a:pt x="180" y="1641"/>
                  </a:lnTo>
                  <a:lnTo>
                    <a:pt x="139" y="1553"/>
                  </a:lnTo>
                  <a:lnTo>
                    <a:pt x="103" y="1461"/>
                  </a:lnTo>
                  <a:lnTo>
                    <a:pt x="72" y="1367"/>
                  </a:lnTo>
                  <a:lnTo>
                    <a:pt x="47" y="1270"/>
                  </a:lnTo>
                  <a:lnTo>
                    <a:pt x="27" y="1171"/>
                  </a:lnTo>
                  <a:lnTo>
                    <a:pt x="12" y="1070"/>
                  </a:lnTo>
                  <a:lnTo>
                    <a:pt x="3" y="968"/>
                  </a:lnTo>
                  <a:lnTo>
                    <a:pt x="0" y="862"/>
                  </a:lnTo>
                  <a:lnTo>
                    <a:pt x="3" y="761"/>
                  </a:lnTo>
                  <a:lnTo>
                    <a:pt x="11" y="662"/>
                  </a:lnTo>
                  <a:lnTo>
                    <a:pt x="25" y="565"/>
                  </a:lnTo>
                  <a:lnTo>
                    <a:pt x="44" y="470"/>
                  </a:lnTo>
                  <a:lnTo>
                    <a:pt x="68" y="376"/>
                  </a:lnTo>
                  <a:lnTo>
                    <a:pt x="96" y="285"/>
                  </a:lnTo>
                  <a:lnTo>
                    <a:pt x="131" y="197"/>
                  </a:lnTo>
                  <a:lnTo>
                    <a:pt x="168" y="111"/>
                  </a:lnTo>
                  <a:lnTo>
                    <a:pt x="210" y="27"/>
                  </a:lnTo>
                  <a:lnTo>
                    <a:pt x="320" y="0"/>
                  </a:lnTo>
                  <a:close/>
                </a:path>
              </a:pathLst>
            </a:custGeom>
            <a:grpFill/>
            <a:ln w="0">
              <a:noFill/>
              <a:prstDash val="solid"/>
              <a:round/>
            </a:ln>
          </p:spPr>
          <p:txBody>
            <a:bodyPr vert="horz" wrap="square" lIns="91440" tIns="45720" rIns="91440" bIns="45720" numCol="1" anchor="t" anchorCtr="0" compatLnSpc="1"/>
            <a:lstStyle/>
            <a:p>
              <a:endParaRPr lang="en-US"/>
            </a:p>
          </p:txBody>
        </p:sp>
        <p:sp>
          <p:nvSpPr>
            <p:cNvPr id="32" name="Freeform 295">
              <a:extLst>
                <a:ext uri="{FF2B5EF4-FFF2-40B4-BE49-F238E27FC236}">
                  <a16:creationId xmlns:a16="http://schemas.microsoft.com/office/drawing/2014/main" id="{9C06D900-063A-4FEA-BFC3-70E1C1DA67F2}"/>
                </a:ext>
              </a:extLst>
            </p:cNvPr>
            <p:cNvSpPr>
              <a:spLocks noEditPoints="1"/>
            </p:cNvSpPr>
            <p:nvPr/>
          </p:nvSpPr>
          <p:spPr bwMode="auto">
            <a:xfrm>
              <a:off x="2638425" y="4291013"/>
              <a:ext cx="263525" cy="79375"/>
            </a:xfrm>
            <a:custGeom>
              <a:avLst/>
              <a:gdLst>
                <a:gd name="T0" fmla="*/ 782 w 1831"/>
                <a:gd name="T1" fmla="*/ 179 h 603"/>
                <a:gd name="T2" fmla="*/ 779 w 1831"/>
                <a:gd name="T3" fmla="*/ 185 h 603"/>
                <a:gd name="T4" fmla="*/ 773 w 1831"/>
                <a:gd name="T5" fmla="*/ 194 h 603"/>
                <a:gd name="T6" fmla="*/ 763 w 1831"/>
                <a:gd name="T7" fmla="*/ 204 h 603"/>
                <a:gd name="T8" fmla="*/ 750 w 1831"/>
                <a:gd name="T9" fmla="*/ 214 h 603"/>
                <a:gd name="T10" fmla="*/ 737 w 1831"/>
                <a:gd name="T11" fmla="*/ 225 h 603"/>
                <a:gd name="T12" fmla="*/ 724 w 1831"/>
                <a:gd name="T13" fmla="*/ 235 h 603"/>
                <a:gd name="T14" fmla="*/ 711 w 1831"/>
                <a:gd name="T15" fmla="*/ 246 h 603"/>
                <a:gd name="T16" fmla="*/ 699 w 1831"/>
                <a:gd name="T17" fmla="*/ 254 h 603"/>
                <a:gd name="T18" fmla="*/ 690 w 1831"/>
                <a:gd name="T19" fmla="*/ 261 h 603"/>
                <a:gd name="T20" fmla="*/ 683 w 1831"/>
                <a:gd name="T21" fmla="*/ 266 h 603"/>
                <a:gd name="T22" fmla="*/ 681 w 1831"/>
                <a:gd name="T23" fmla="*/ 267 h 603"/>
                <a:gd name="T24" fmla="*/ 782 w 1831"/>
                <a:gd name="T25" fmla="*/ 331 h 603"/>
                <a:gd name="T26" fmla="*/ 990 w 1831"/>
                <a:gd name="T27" fmla="*/ 271 h 603"/>
                <a:gd name="T28" fmla="*/ 941 w 1831"/>
                <a:gd name="T29" fmla="*/ 179 h 603"/>
                <a:gd name="T30" fmla="*/ 851 w 1831"/>
                <a:gd name="T31" fmla="*/ 210 h 603"/>
                <a:gd name="T32" fmla="*/ 782 w 1831"/>
                <a:gd name="T33" fmla="*/ 179 h 603"/>
                <a:gd name="T34" fmla="*/ 1401 w 1831"/>
                <a:gd name="T35" fmla="*/ 72 h 603"/>
                <a:gd name="T36" fmla="*/ 1244 w 1831"/>
                <a:gd name="T37" fmla="*/ 166 h 603"/>
                <a:gd name="T38" fmla="*/ 1155 w 1831"/>
                <a:gd name="T39" fmla="*/ 226 h 603"/>
                <a:gd name="T40" fmla="*/ 1217 w 1831"/>
                <a:gd name="T41" fmla="*/ 270 h 603"/>
                <a:gd name="T42" fmla="*/ 1356 w 1831"/>
                <a:gd name="T43" fmla="*/ 255 h 603"/>
                <a:gd name="T44" fmla="*/ 1502 w 1831"/>
                <a:gd name="T45" fmla="*/ 135 h 603"/>
                <a:gd name="T46" fmla="*/ 1401 w 1831"/>
                <a:gd name="T47" fmla="*/ 72 h 603"/>
                <a:gd name="T48" fmla="*/ 1180 w 1831"/>
                <a:gd name="T49" fmla="*/ 0 h 603"/>
                <a:gd name="T50" fmla="*/ 1180 w 1831"/>
                <a:gd name="T51" fmla="*/ 0 h 603"/>
                <a:gd name="T52" fmla="*/ 1267 w 1831"/>
                <a:gd name="T53" fmla="*/ 4 h 603"/>
                <a:gd name="T54" fmla="*/ 1352 w 1831"/>
                <a:gd name="T55" fmla="*/ 11 h 603"/>
                <a:gd name="T56" fmla="*/ 1436 w 1831"/>
                <a:gd name="T57" fmla="*/ 24 h 603"/>
                <a:gd name="T58" fmla="*/ 1519 w 1831"/>
                <a:gd name="T59" fmla="*/ 43 h 603"/>
                <a:gd name="T60" fmla="*/ 1600 w 1831"/>
                <a:gd name="T61" fmla="*/ 66 h 603"/>
                <a:gd name="T62" fmla="*/ 1679 w 1831"/>
                <a:gd name="T63" fmla="*/ 93 h 603"/>
                <a:gd name="T64" fmla="*/ 1756 w 1831"/>
                <a:gd name="T65" fmla="*/ 124 h 603"/>
                <a:gd name="T66" fmla="*/ 1831 w 1831"/>
                <a:gd name="T67" fmla="*/ 160 h 603"/>
                <a:gd name="T68" fmla="*/ 1776 w 1831"/>
                <a:gd name="T69" fmla="*/ 169 h 603"/>
                <a:gd name="T70" fmla="*/ 1626 w 1831"/>
                <a:gd name="T71" fmla="*/ 145 h 603"/>
                <a:gd name="T72" fmla="*/ 1521 w 1831"/>
                <a:gd name="T73" fmla="*/ 221 h 603"/>
                <a:gd name="T74" fmla="*/ 1445 w 1831"/>
                <a:gd name="T75" fmla="*/ 311 h 603"/>
                <a:gd name="T76" fmla="*/ 1171 w 1831"/>
                <a:gd name="T77" fmla="*/ 338 h 603"/>
                <a:gd name="T78" fmla="*/ 1059 w 1831"/>
                <a:gd name="T79" fmla="*/ 319 h 603"/>
                <a:gd name="T80" fmla="*/ 981 w 1831"/>
                <a:gd name="T81" fmla="*/ 449 h 603"/>
                <a:gd name="T82" fmla="*/ 757 w 1831"/>
                <a:gd name="T83" fmla="*/ 463 h 603"/>
                <a:gd name="T84" fmla="*/ 616 w 1831"/>
                <a:gd name="T85" fmla="*/ 420 h 603"/>
                <a:gd name="T86" fmla="*/ 490 w 1831"/>
                <a:gd name="T87" fmla="*/ 494 h 603"/>
                <a:gd name="T88" fmla="*/ 218 w 1831"/>
                <a:gd name="T89" fmla="*/ 535 h 603"/>
                <a:gd name="T90" fmla="*/ 0 w 1831"/>
                <a:gd name="T91" fmla="*/ 603 h 603"/>
                <a:gd name="T92" fmla="*/ 0 w 1831"/>
                <a:gd name="T93" fmla="*/ 603 h 603"/>
                <a:gd name="T94" fmla="*/ 58 w 1831"/>
                <a:gd name="T95" fmla="*/ 531 h 603"/>
                <a:gd name="T96" fmla="*/ 120 w 1831"/>
                <a:gd name="T97" fmla="*/ 463 h 603"/>
                <a:gd name="T98" fmla="*/ 185 w 1831"/>
                <a:gd name="T99" fmla="*/ 399 h 603"/>
                <a:gd name="T100" fmla="*/ 253 w 1831"/>
                <a:gd name="T101" fmla="*/ 338 h 603"/>
                <a:gd name="T102" fmla="*/ 325 w 1831"/>
                <a:gd name="T103" fmla="*/ 283 h 603"/>
                <a:gd name="T104" fmla="*/ 400 w 1831"/>
                <a:gd name="T105" fmla="*/ 232 h 603"/>
                <a:gd name="T106" fmla="*/ 477 w 1831"/>
                <a:gd name="T107" fmla="*/ 185 h 603"/>
                <a:gd name="T108" fmla="*/ 558 w 1831"/>
                <a:gd name="T109" fmla="*/ 144 h 603"/>
                <a:gd name="T110" fmla="*/ 640 w 1831"/>
                <a:gd name="T111" fmla="*/ 107 h 603"/>
                <a:gd name="T112" fmla="*/ 725 w 1831"/>
                <a:gd name="T113" fmla="*/ 75 h 603"/>
                <a:gd name="T114" fmla="*/ 813 w 1831"/>
                <a:gd name="T115" fmla="*/ 49 h 603"/>
                <a:gd name="T116" fmla="*/ 902 w 1831"/>
                <a:gd name="T117" fmla="*/ 27 h 603"/>
                <a:gd name="T118" fmla="*/ 992 w 1831"/>
                <a:gd name="T119" fmla="*/ 13 h 603"/>
                <a:gd name="T120" fmla="*/ 1086 w 1831"/>
                <a:gd name="T121" fmla="*/ 4 h 603"/>
                <a:gd name="T122" fmla="*/ 1180 w 1831"/>
                <a:gd name="T123" fmla="*/ 0 h 6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831" h="603">
                  <a:moveTo>
                    <a:pt x="782" y="179"/>
                  </a:moveTo>
                  <a:lnTo>
                    <a:pt x="779" y="185"/>
                  </a:lnTo>
                  <a:lnTo>
                    <a:pt x="773" y="194"/>
                  </a:lnTo>
                  <a:lnTo>
                    <a:pt x="763" y="204"/>
                  </a:lnTo>
                  <a:lnTo>
                    <a:pt x="750" y="214"/>
                  </a:lnTo>
                  <a:lnTo>
                    <a:pt x="737" y="225"/>
                  </a:lnTo>
                  <a:lnTo>
                    <a:pt x="724" y="235"/>
                  </a:lnTo>
                  <a:lnTo>
                    <a:pt x="711" y="246"/>
                  </a:lnTo>
                  <a:lnTo>
                    <a:pt x="699" y="254"/>
                  </a:lnTo>
                  <a:lnTo>
                    <a:pt x="690" y="261"/>
                  </a:lnTo>
                  <a:lnTo>
                    <a:pt x="683" y="266"/>
                  </a:lnTo>
                  <a:lnTo>
                    <a:pt x="681" y="267"/>
                  </a:lnTo>
                  <a:lnTo>
                    <a:pt x="782" y="331"/>
                  </a:lnTo>
                  <a:lnTo>
                    <a:pt x="990" y="271"/>
                  </a:lnTo>
                  <a:lnTo>
                    <a:pt x="941" y="179"/>
                  </a:lnTo>
                  <a:lnTo>
                    <a:pt x="851" y="210"/>
                  </a:lnTo>
                  <a:lnTo>
                    <a:pt x="782" y="179"/>
                  </a:lnTo>
                  <a:close/>
                  <a:moveTo>
                    <a:pt x="1401" y="72"/>
                  </a:moveTo>
                  <a:lnTo>
                    <a:pt x="1244" y="166"/>
                  </a:lnTo>
                  <a:lnTo>
                    <a:pt x="1155" y="226"/>
                  </a:lnTo>
                  <a:lnTo>
                    <a:pt x="1217" y="270"/>
                  </a:lnTo>
                  <a:lnTo>
                    <a:pt x="1356" y="255"/>
                  </a:lnTo>
                  <a:lnTo>
                    <a:pt x="1502" y="135"/>
                  </a:lnTo>
                  <a:lnTo>
                    <a:pt x="1401" y="72"/>
                  </a:lnTo>
                  <a:close/>
                  <a:moveTo>
                    <a:pt x="1180" y="0"/>
                  </a:moveTo>
                  <a:lnTo>
                    <a:pt x="1180" y="0"/>
                  </a:lnTo>
                  <a:lnTo>
                    <a:pt x="1267" y="4"/>
                  </a:lnTo>
                  <a:lnTo>
                    <a:pt x="1352" y="11"/>
                  </a:lnTo>
                  <a:lnTo>
                    <a:pt x="1436" y="24"/>
                  </a:lnTo>
                  <a:lnTo>
                    <a:pt x="1519" y="43"/>
                  </a:lnTo>
                  <a:lnTo>
                    <a:pt x="1600" y="66"/>
                  </a:lnTo>
                  <a:lnTo>
                    <a:pt x="1679" y="93"/>
                  </a:lnTo>
                  <a:lnTo>
                    <a:pt x="1756" y="124"/>
                  </a:lnTo>
                  <a:lnTo>
                    <a:pt x="1831" y="160"/>
                  </a:lnTo>
                  <a:lnTo>
                    <a:pt x="1776" y="169"/>
                  </a:lnTo>
                  <a:lnTo>
                    <a:pt x="1626" y="145"/>
                  </a:lnTo>
                  <a:lnTo>
                    <a:pt x="1521" y="221"/>
                  </a:lnTo>
                  <a:lnTo>
                    <a:pt x="1445" y="311"/>
                  </a:lnTo>
                  <a:lnTo>
                    <a:pt x="1171" y="338"/>
                  </a:lnTo>
                  <a:lnTo>
                    <a:pt x="1059" y="319"/>
                  </a:lnTo>
                  <a:lnTo>
                    <a:pt x="981" y="449"/>
                  </a:lnTo>
                  <a:lnTo>
                    <a:pt x="757" y="463"/>
                  </a:lnTo>
                  <a:lnTo>
                    <a:pt x="616" y="420"/>
                  </a:lnTo>
                  <a:lnTo>
                    <a:pt x="490" y="494"/>
                  </a:lnTo>
                  <a:lnTo>
                    <a:pt x="218" y="535"/>
                  </a:lnTo>
                  <a:lnTo>
                    <a:pt x="0" y="603"/>
                  </a:lnTo>
                  <a:lnTo>
                    <a:pt x="0" y="603"/>
                  </a:lnTo>
                  <a:lnTo>
                    <a:pt x="58" y="531"/>
                  </a:lnTo>
                  <a:lnTo>
                    <a:pt x="120" y="463"/>
                  </a:lnTo>
                  <a:lnTo>
                    <a:pt x="185" y="399"/>
                  </a:lnTo>
                  <a:lnTo>
                    <a:pt x="253" y="338"/>
                  </a:lnTo>
                  <a:lnTo>
                    <a:pt x="325" y="283"/>
                  </a:lnTo>
                  <a:lnTo>
                    <a:pt x="400" y="232"/>
                  </a:lnTo>
                  <a:lnTo>
                    <a:pt x="477" y="185"/>
                  </a:lnTo>
                  <a:lnTo>
                    <a:pt x="558" y="144"/>
                  </a:lnTo>
                  <a:lnTo>
                    <a:pt x="640" y="107"/>
                  </a:lnTo>
                  <a:lnTo>
                    <a:pt x="725" y="75"/>
                  </a:lnTo>
                  <a:lnTo>
                    <a:pt x="813" y="49"/>
                  </a:lnTo>
                  <a:lnTo>
                    <a:pt x="902" y="27"/>
                  </a:lnTo>
                  <a:lnTo>
                    <a:pt x="992" y="13"/>
                  </a:lnTo>
                  <a:lnTo>
                    <a:pt x="1086" y="4"/>
                  </a:lnTo>
                  <a:lnTo>
                    <a:pt x="1180" y="0"/>
                  </a:lnTo>
                  <a:close/>
                </a:path>
              </a:pathLst>
            </a:custGeom>
            <a:grpFill/>
            <a:ln w="0">
              <a:noFill/>
              <a:prstDash val="solid"/>
              <a:round/>
            </a:ln>
          </p:spPr>
          <p:txBody>
            <a:bodyPr vert="horz" wrap="square" lIns="91440" tIns="45720" rIns="91440" bIns="45720" numCol="1" anchor="t" anchorCtr="0" compatLnSpc="1"/>
            <a:lstStyle/>
            <a:p>
              <a:endParaRPr lang="en-US"/>
            </a:p>
          </p:txBody>
        </p:sp>
      </p:grpSp>
      <p:sp>
        <p:nvSpPr>
          <p:cNvPr id="26" name="Freeform 121">
            <a:extLst>
              <a:ext uri="{FF2B5EF4-FFF2-40B4-BE49-F238E27FC236}">
                <a16:creationId xmlns:a16="http://schemas.microsoft.com/office/drawing/2014/main" id="{BCB9B2BA-7DB4-44D0-B395-79CE8311F973}"/>
              </a:ext>
            </a:extLst>
          </p:cNvPr>
          <p:cNvSpPr>
            <a:spLocks noEditPoints="1"/>
          </p:cNvSpPr>
          <p:nvPr/>
        </p:nvSpPr>
        <p:spPr bwMode="auto">
          <a:xfrm>
            <a:off x="7709271" y="3714383"/>
            <a:ext cx="361628" cy="424750"/>
          </a:xfrm>
          <a:custGeom>
            <a:avLst/>
            <a:gdLst>
              <a:gd name="T0" fmla="*/ 318 w 3028"/>
              <a:gd name="T1" fmla="*/ 551 h 3550"/>
              <a:gd name="T2" fmla="*/ 308 w 3028"/>
              <a:gd name="T3" fmla="*/ 651 h 3550"/>
              <a:gd name="T4" fmla="*/ 294 w 3028"/>
              <a:gd name="T5" fmla="*/ 832 h 3550"/>
              <a:gd name="T6" fmla="*/ 289 w 3028"/>
              <a:gd name="T7" fmla="*/ 1076 h 3550"/>
              <a:gd name="T8" fmla="*/ 303 w 3028"/>
              <a:gd name="T9" fmla="*/ 1361 h 3550"/>
              <a:gd name="T10" fmla="*/ 346 w 3028"/>
              <a:gd name="T11" fmla="*/ 1668 h 3550"/>
              <a:gd name="T12" fmla="*/ 1517 w 3028"/>
              <a:gd name="T13" fmla="*/ 3168 h 3550"/>
              <a:gd name="T14" fmla="*/ 1575 w 3028"/>
              <a:gd name="T15" fmla="*/ 3131 h 3550"/>
              <a:gd name="T16" fmla="*/ 1694 w 3028"/>
              <a:gd name="T17" fmla="*/ 3048 h 3550"/>
              <a:gd name="T18" fmla="*/ 1855 w 3028"/>
              <a:gd name="T19" fmla="*/ 2924 h 3550"/>
              <a:gd name="T20" fmla="*/ 2040 w 3028"/>
              <a:gd name="T21" fmla="*/ 2763 h 3550"/>
              <a:gd name="T22" fmla="*/ 2229 w 3028"/>
              <a:gd name="T23" fmla="*/ 2572 h 3550"/>
              <a:gd name="T24" fmla="*/ 2405 w 3028"/>
              <a:gd name="T25" fmla="*/ 2354 h 3550"/>
              <a:gd name="T26" fmla="*/ 2546 w 3028"/>
              <a:gd name="T27" fmla="*/ 2115 h 3550"/>
              <a:gd name="T28" fmla="*/ 2646 w 3028"/>
              <a:gd name="T29" fmla="*/ 1828 h 3550"/>
              <a:gd name="T30" fmla="*/ 1514 w 3028"/>
              <a:gd name="T31" fmla="*/ 0 h 3550"/>
              <a:gd name="T32" fmla="*/ 2939 w 3028"/>
              <a:gd name="T33" fmla="*/ 262 h 3550"/>
              <a:gd name="T34" fmla="*/ 2990 w 3028"/>
              <a:gd name="T35" fmla="*/ 329 h 3550"/>
              <a:gd name="T36" fmla="*/ 2999 w 3028"/>
              <a:gd name="T37" fmla="*/ 402 h 3550"/>
              <a:gd name="T38" fmla="*/ 3015 w 3028"/>
              <a:gd name="T39" fmla="*/ 571 h 3550"/>
              <a:gd name="T40" fmla="*/ 3027 w 3028"/>
              <a:gd name="T41" fmla="*/ 817 h 3550"/>
              <a:gd name="T42" fmla="*/ 3025 w 3028"/>
              <a:gd name="T43" fmla="*/ 1120 h 3550"/>
              <a:gd name="T44" fmla="*/ 2998 w 3028"/>
              <a:gd name="T45" fmla="*/ 1462 h 3550"/>
              <a:gd name="T46" fmla="*/ 2935 w 3028"/>
              <a:gd name="T47" fmla="*/ 1820 h 3550"/>
              <a:gd name="T48" fmla="*/ 2831 w 3028"/>
              <a:gd name="T49" fmla="*/ 2163 h 3550"/>
              <a:gd name="T50" fmla="*/ 2690 w 3028"/>
              <a:gd name="T51" fmla="*/ 2442 h 3550"/>
              <a:gd name="T52" fmla="*/ 2510 w 3028"/>
              <a:gd name="T53" fmla="*/ 2699 h 3550"/>
              <a:gd name="T54" fmla="*/ 2306 w 3028"/>
              <a:gd name="T55" fmla="*/ 2930 h 3550"/>
              <a:gd name="T56" fmla="*/ 2097 w 3028"/>
              <a:gd name="T57" fmla="*/ 3130 h 3550"/>
              <a:gd name="T58" fmla="*/ 1900 w 3028"/>
              <a:gd name="T59" fmla="*/ 3295 h 3550"/>
              <a:gd name="T60" fmla="*/ 1734 w 3028"/>
              <a:gd name="T61" fmla="*/ 3420 h 3550"/>
              <a:gd name="T62" fmla="*/ 1615 w 3028"/>
              <a:gd name="T63" fmla="*/ 3502 h 3550"/>
              <a:gd name="T64" fmla="*/ 1562 w 3028"/>
              <a:gd name="T65" fmla="*/ 3537 h 3550"/>
              <a:gd name="T66" fmla="*/ 1497 w 3028"/>
              <a:gd name="T67" fmla="*/ 3549 h 3550"/>
              <a:gd name="T68" fmla="*/ 1449 w 3028"/>
              <a:gd name="T69" fmla="*/ 3526 h 3550"/>
              <a:gd name="T70" fmla="*/ 1360 w 3028"/>
              <a:gd name="T71" fmla="*/ 3467 h 3550"/>
              <a:gd name="T72" fmla="*/ 1216 w 3028"/>
              <a:gd name="T73" fmla="*/ 3362 h 3550"/>
              <a:gd name="T74" fmla="*/ 1032 w 3028"/>
              <a:gd name="T75" fmla="*/ 3217 h 3550"/>
              <a:gd name="T76" fmla="*/ 827 w 3028"/>
              <a:gd name="T77" fmla="*/ 3034 h 3550"/>
              <a:gd name="T78" fmla="*/ 619 w 3028"/>
              <a:gd name="T79" fmla="*/ 2818 h 3550"/>
              <a:gd name="T80" fmla="*/ 425 w 3028"/>
              <a:gd name="T81" fmla="*/ 2573 h 3550"/>
              <a:gd name="T82" fmla="*/ 262 w 3028"/>
              <a:gd name="T83" fmla="*/ 2305 h 3550"/>
              <a:gd name="T84" fmla="*/ 141 w 3028"/>
              <a:gd name="T85" fmla="*/ 2001 h 3550"/>
              <a:gd name="T86" fmla="*/ 57 w 3028"/>
              <a:gd name="T87" fmla="*/ 1640 h 3550"/>
              <a:gd name="T88" fmla="*/ 13 w 3028"/>
              <a:gd name="T89" fmla="*/ 1287 h 3550"/>
              <a:gd name="T90" fmla="*/ 0 w 3028"/>
              <a:gd name="T91" fmla="*/ 963 h 3550"/>
              <a:gd name="T92" fmla="*/ 7 w 3028"/>
              <a:gd name="T93" fmla="*/ 686 h 3550"/>
              <a:gd name="T94" fmla="*/ 22 w 3028"/>
              <a:gd name="T95" fmla="*/ 476 h 3550"/>
              <a:gd name="T96" fmla="*/ 35 w 3028"/>
              <a:gd name="T97" fmla="*/ 352 h 3550"/>
              <a:gd name="T98" fmla="*/ 56 w 3028"/>
              <a:gd name="T99" fmla="*/ 289 h 3550"/>
              <a:gd name="T100" fmla="*/ 1498 w 3028"/>
              <a:gd name="T101" fmla="*/ 1 h 35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3028" h="3550">
                <a:moveTo>
                  <a:pt x="1515" y="324"/>
                </a:moveTo>
                <a:lnTo>
                  <a:pt x="321" y="538"/>
                </a:lnTo>
                <a:lnTo>
                  <a:pt x="321" y="541"/>
                </a:lnTo>
                <a:lnTo>
                  <a:pt x="318" y="551"/>
                </a:lnTo>
                <a:lnTo>
                  <a:pt x="316" y="567"/>
                </a:lnTo>
                <a:lnTo>
                  <a:pt x="314" y="590"/>
                </a:lnTo>
                <a:lnTo>
                  <a:pt x="311" y="618"/>
                </a:lnTo>
                <a:lnTo>
                  <a:pt x="308" y="651"/>
                </a:lnTo>
                <a:lnTo>
                  <a:pt x="304" y="690"/>
                </a:lnTo>
                <a:lnTo>
                  <a:pt x="300" y="734"/>
                </a:lnTo>
                <a:lnTo>
                  <a:pt x="297" y="781"/>
                </a:lnTo>
                <a:lnTo>
                  <a:pt x="294" y="832"/>
                </a:lnTo>
                <a:lnTo>
                  <a:pt x="291" y="889"/>
                </a:lnTo>
                <a:lnTo>
                  <a:pt x="290" y="948"/>
                </a:lnTo>
                <a:lnTo>
                  <a:pt x="289" y="1011"/>
                </a:lnTo>
                <a:lnTo>
                  <a:pt x="289" y="1076"/>
                </a:lnTo>
                <a:lnTo>
                  <a:pt x="290" y="1144"/>
                </a:lnTo>
                <a:lnTo>
                  <a:pt x="293" y="1214"/>
                </a:lnTo>
                <a:lnTo>
                  <a:pt x="297" y="1287"/>
                </a:lnTo>
                <a:lnTo>
                  <a:pt x="303" y="1361"/>
                </a:lnTo>
                <a:lnTo>
                  <a:pt x="311" y="1437"/>
                </a:lnTo>
                <a:lnTo>
                  <a:pt x="320" y="1513"/>
                </a:lnTo>
                <a:lnTo>
                  <a:pt x="332" y="1591"/>
                </a:lnTo>
                <a:lnTo>
                  <a:pt x="346" y="1668"/>
                </a:lnTo>
                <a:lnTo>
                  <a:pt x="362" y="1746"/>
                </a:lnTo>
                <a:lnTo>
                  <a:pt x="1515" y="1746"/>
                </a:lnTo>
                <a:lnTo>
                  <a:pt x="1515" y="3170"/>
                </a:lnTo>
                <a:lnTo>
                  <a:pt x="1517" y="3168"/>
                </a:lnTo>
                <a:lnTo>
                  <a:pt x="1525" y="3163"/>
                </a:lnTo>
                <a:lnTo>
                  <a:pt x="1537" y="3156"/>
                </a:lnTo>
                <a:lnTo>
                  <a:pt x="1554" y="3145"/>
                </a:lnTo>
                <a:lnTo>
                  <a:pt x="1575" y="3131"/>
                </a:lnTo>
                <a:lnTo>
                  <a:pt x="1599" y="3114"/>
                </a:lnTo>
                <a:lnTo>
                  <a:pt x="1627" y="3095"/>
                </a:lnTo>
                <a:lnTo>
                  <a:pt x="1659" y="3072"/>
                </a:lnTo>
                <a:lnTo>
                  <a:pt x="1694" y="3048"/>
                </a:lnTo>
                <a:lnTo>
                  <a:pt x="1731" y="3020"/>
                </a:lnTo>
                <a:lnTo>
                  <a:pt x="1771" y="2991"/>
                </a:lnTo>
                <a:lnTo>
                  <a:pt x="1812" y="2958"/>
                </a:lnTo>
                <a:lnTo>
                  <a:pt x="1855" y="2924"/>
                </a:lnTo>
                <a:lnTo>
                  <a:pt x="1900" y="2887"/>
                </a:lnTo>
                <a:lnTo>
                  <a:pt x="1946" y="2848"/>
                </a:lnTo>
                <a:lnTo>
                  <a:pt x="1993" y="2807"/>
                </a:lnTo>
                <a:lnTo>
                  <a:pt x="2040" y="2763"/>
                </a:lnTo>
                <a:lnTo>
                  <a:pt x="2088" y="2719"/>
                </a:lnTo>
                <a:lnTo>
                  <a:pt x="2135" y="2672"/>
                </a:lnTo>
                <a:lnTo>
                  <a:pt x="2183" y="2623"/>
                </a:lnTo>
                <a:lnTo>
                  <a:pt x="2229" y="2572"/>
                </a:lnTo>
                <a:lnTo>
                  <a:pt x="2275" y="2520"/>
                </a:lnTo>
                <a:lnTo>
                  <a:pt x="2320" y="2467"/>
                </a:lnTo>
                <a:lnTo>
                  <a:pt x="2363" y="2411"/>
                </a:lnTo>
                <a:lnTo>
                  <a:pt x="2405" y="2354"/>
                </a:lnTo>
                <a:lnTo>
                  <a:pt x="2444" y="2296"/>
                </a:lnTo>
                <a:lnTo>
                  <a:pt x="2481" y="2236"/>
                </a:lnTo>
                <a:lnTo>
                  <a:pt x="2515" y="2177"/>
                </a:lnTo>
                <a:lnTo>
                  <a:pt x="2546" y="2115"/>
                </a:lnTo>
                <a:lnTo>
                  <a:pt x="2574" y="2052"/>
                </a:lnTo>
                <a:lnTo>
                  <a:pt x="2598" y="1988"/>
                </a:lnTo>
                <a:lnTo>
                  <a:pt x="2623" y="1908"/>
                </a:lnTo>
                <a:lnTo>
                  <a:pt x="2646" y="1828"/>
                </a:lnTo>
                <a:lnTo>
                  <a:pt x="2666" y="1746"/>
                </a:lnTo>
                <a:lnTo>
                  <a:pt x="1515" y="1746"/>
                </a:lnTo>
                <a:lnTo>
                  <a:pt x="1515" y="324"/>
                </a:lnTo>
                <a:close/>
                <a:moveTo>
                  <a:pt x="1514" y="0"/>
                </a:moveTo>
                <a:lnTo>
                  <a:pt x="1515" y="0"/>
                </a:lnTo>
                <a:lnTo>
                  <a:pt x="1531" y="1"/>
                </a:lnTo>
                <a:lnTo>
                  <a:pt x="2917" y="255"/>
                </a:lnTo>
                <a:lnTo>
                  <a:pt x="2939" y="262"/>
                </a:lnTo>
                <a:lnTo>
                  <a:pt x="2957" y="273"/>
                </a:lnTo>
                <a:lnTo>
                  <a:pt x="2973" y="289"/>
                </a:lnTo>
                <a:lnTo>
                  <a:pt x="2984" y="308"/>
                </a:lnTo>
                <a:lnTo>
                  <a:pt x="2990" y="329"/>
                </a:lnTo>
                <a:lnTo>
                  <a:pt x="2991" y="338"/>
                </a:lnTo>
                <a:lnTo>
                  <a:pt x="2993" y="352"/>
                </a:lnTo>
                <a:lnTo>
                  <a:pt x="2996" y="374"/>
                </a:lnTo>
                <a:lnTo>
                  <a:pt x="2999" y="402"/>
                </a:lnTo>
                <a:lnTo>
                  <a:pt x="3003" y="436"/>
                </a:lnTo>
                <a:lnTo>
                  <a:pt x="3008" y="476"/>
                </a:lnTo>
                <a:lnTo>
                  <a:pt x="3011" y="521"/>
                </a:lnTo>
                <a:lnTo>
                  <a:pt x="3015" y="571"/>
                </a:lnTo>
                <a:lnTo>
                  <a:pt x="3019" y="626"/>
                </a:lnTo>
                <a:lnTo>
                  <a:pt x="3023" y="686"/>
                </a:lnTo>
                <a:lnTo>
                  <a:pt x="3025" y="749"/>
                </a:lnTo>
                <a:lnTo>
                  <a:pt x="3027" y="817"/>
                </a:lnTo>
                <a:lnTo>
                  <a:pt x="3028" y="888"/>
                </a:lnTo>
                <a:lnTo>
                  <a:pt x="3028" y="963"/>
                </a:lnTo>
                <a:lnTo>
                  <a:pt x="3027" y="1040"/>
                </a:lnTo>
                <a:lnTo>
                  <a:pt x="3025" y="1120"/>
                </a:lnTo>
                <a:lnTo>
                  <a:pt x="3021" y="1203"/>
                </a:lnTo>
                <a:lnTo>
                  <a:pt x="3015" y="1287"/>
                </a:lnTo>
                <a:lnTo>
                  <a:pt x="3008" y="1374"/>
                </a:lnTo>
                <a:lnTo>
                  <a:pt x="2998" y="1462"/>
                </a:lnTo>
                <a:lnTo>
                  <a:pt x="2986" y="1550"/>
                </a:lnTo>
                <a:lnTo>
                  <a:pt x="2971" y="1640"/>
                </a:lnTo>
                <a:lnTo>
                  <a:pt x="2955" y="1730"/>
                </a:lnTo>
                <a:lnTo>
                  <a:pt x="2935" y="1820"/>
                </a:lnTo>
                <a:lnTo>
                  <a:pt x="2912" y="1910"/>
                </a:lnTo>
                <a:lnTo>
                  <a:pt x="2887" y="2001"/>
                </a:lnTo>
                <a:lnTo>
                  <a:pt x="2859" y="2090"/>
                </a:lnTo>
                <a:lnTo>
                  <a:pt x="2831" y="2163"/>
                </a:lnTo>
                <a:lnTo>
                  <a:pt x="2801" y="2234"/>
                </a:lnTo>
                <a:lnTo>
                  <a:pt x="2767" y="2305"/>
                </a:lnTo>
                <a:lnTo>
                  <a:pt x="2731" y="2374"/>
                </a:lnTo>
                <a:lnTo>
                  <a:pt x="2690" y="2442"/>
                </a:lnTo>
                <a:lnTo>
                  <a:pt x="2649" y="2509"/>
                </a:lnTo>
                <a:lnTo>
                  <a:pt x="2604" y="2573"/>
                </a:lnTo>
                <a:lnTo>
                  <a:pt x="2558" y="2637"/>
                </a:lnTo>
                <a:lnTo>
                  <a:pt x="2510" y="2699"/>
                </a:lnTo>
                <a:lnTo>
                  <a:pt x="2459" y="2759"/>
                </a:lnTo>
                <a:lnTo>
                  <a:pt x="2409" y="2818"/>
                </a:lnTo>
                <a:lnTo>
                  <a:pt x="2357" y="2875"/>
                </a:lnTo>
                <a:lnTo>
                  <a:pt x="2306" y="2930"/>
                </a:lnTo>
                <a:lnTo>
                  <a:pt x="2254" y="2983"/>
                </a:lnTo>
                <a:lnTo>
                  <a:pt x="2201" y="3034"/>
                </a:lnTo>
                <a:lnTo>
                  <a:pt x="2148" y="3083"/>
                </a:lnTo>
                <a:lnTo>
                  <a:pt x="2097" y="3130"/>
                </a:lnTo>
                <a:lnTo>
                  <a:pt x="2046" y="3174"/>
                </a:lnTo>
                <a:lnTo>
                  <a:pt x="1996" y="3217"/>
                </a:lnTo>
                <a:lnTo>
                  <a:pt x="1947" y="3257"/>
                </a:lnTo>
                <a:lnTo>
                  <a:pt x="1900" y="3295"/>
                </a:lnTo>
                <a:lnTo>
                  <a:pt x="1855" y="3330"/>
                </a:lnTo>
                <a:lnTo>
                  <a:pt x="1812" y="3362"/>
                </a:lnTo>
                <a:lnTo>
                  <a:pt x="1772" y="3393"/>
                </a:lnTo>
                <a:lnTo>
                  <a:pt x="1734" y="3420"/>
                </a:lnTo>
                <a:lnTo>
                  <a:pt x="1700" y="3445"/>
                </a:lnTo>
                <a:lnTo>
                  <a:pt x="1668" y="3467"/>
                </a:lnTo>
                <a:lnTo>
                  <a:pt x="1640" y="3486"/>
                </a:lnTo>
                <a:lnTo>
                  <a:pt x="1615" y="3502"/>
                </a:lnTo>
                <a:lnTo>
                  <a:pt x="1596" y="3515"/>
                </a:lnTo>
                <a:lnTo>
                  <a:pt x="1579" y="3526"/>
                </a:lnTo>
                <a:lnTo>
                  <a:pt x="1568" y="3533"/>
                </a:lnTo>
                <a:lnTo>
                  <a:pt x="1562" y="3537"/>
                </a:lnTo>
                <a:lnTo>
                  <a:pt x="1546" y="3545"/>
                </a:lnTo>
                <a:lnTo>
                  <a:pt x="1531" y="3549"/>
                </a:lnTo>
                <a:lnTo>
                  <a:pt x="1515" y="3550"/>
                </a:lnTo>
                <a:lnTo>
                  <a:pt x="1497" y="3549"/>
                </a:lnTo>
                <a:lnTo>
                  <a:pt x="1482" y="3545"/>
                </a:lnTo>
                <a:lnTo>
                  <a:pt x="1467" y="3537"/>
                </a:lnTo>
                <a:lnTo>
                  <a:pt x="1460" y="3533"/>
                </a:lnTo>
                <a:lnTo>
                  <a:pt x="1449" y="3526"/>
                </a:lnTo>
                <a:lnTo>
                  <a:pt x="1433" y="3515"/>
                </a:lnTo>
                <a:lnTo>
                  <a:pt x="1413" y="3502"/>
                </a:lnTo>
                <a:lnTo>
                  <a:pt x="1389" y="3486"/>
                </a:lnTo>
                <a:lnTo>
                  <a:pt x="1360" y="3467"/>
                </a:lnTo>
                <a:lnTo>
                  <a:pt x="1329" y="3445"/>
                </a:lnTo>
                <a:lnTo>
                  <a:pt x="1295" y="3420"/>
                </a:lnTo>
                <a:lnTo>
                  <a:pt x="1256" y="3393"/>
                </a:lnTo>
                <a:lnTo>
                  <a:pt x="1216" y="3362"/>
                </a:lnTo>
                <a:lnTo>
                  <a:pt x="1173" y="3330"/>
                </a:lnTo>
                <a:lnTo>
                  <a:pt x="1128" y="3295"/>
                </a:lnTo>
                <a:lnTo>
                  <a:pt x="1081" y="3257"/>
                </a:lnTo>
                <a:lnTo>
                  <a:pt x="1032" y="3217"/>
                </a:lnTo>
                <a:lnTo>
                  <a:pt x="983" y="3174"/>
                </a:lnTo>
                <a:lnTo>
                  <a:pt x="931" y="3130"/>
                </a:lnTo>
                <a:lnTo>
                  <a:pt x="880" y="3083"/>
                </a:lnTo>
                <a:lnTo>
                  <a:pt x="827" y="3034"/>
                </a:lnTo>
                <a:lnTo>
                  <a:pt x="776" y="2983"/>
                </a:lnTo>
                <a:lnTo>
                  <a:pt x="723" y="2930"/>
                </a:lnTo>
                <a:lnTo>
                  <a:pt x="671" y="2875"/>
                </a:lnTo>
                <a:lnTo>
                  <a:pt x="619" y="2818"/>
                </a:lnTo>
                <a:lnTo>
                  <a:pt x="569" y="2759"/>
                </a:lnTo>
                <a:lnTo>
                  <a:pt x="519" y="2699"/>
                </a:lnTo>
                <a:lnTo>
                  <a:pt x="471" y="2637"/>
                </a:lnTo>
                <a:lnTo>
                  <a:pt x="425" y="2573"/>
                </a:lnTo>
                <a:lnTo>
                  <a:pt x="380" y="2509"/>
                </a:lnTo>
                <a:lnTo>
                  <a:pt x="338" y="2442"/>
                </a:lnTo>
                <a:lnTo>
                  <a:pt x="298" y="2374"/>
                </a:lnTo>
                <a:lnTo>
                  <a:pt x="262" y="2305"/>
                </a:lnTo>
                <a:lnTo>
                  <a:pt x="228" y="2234"/>
                </a:lnTo>
                <a:lnTo>
                  <a:pt x="197" y="2163"/>
                </a:lnTo>
                <a:lnTo>
                  <a:pt x="170" y="2090"/>
                </a:lnTo>
                <a:lnTo>
                  <a:pt x="141" y="2001"/>
                </a:lnTo>
                <a:lnTo>
                  <a:pt x="116" y="1910"/>
                </a:lnTo>
                <a:lnTo>
                  <a:pt x="93" y="1820"/>
                </a:lnTo>
                <a:lnTo>
                  <a:pt x="73" y="1730"/>
                </a:lnTo>
                <a:lnTo>
                  <a:pt x="57" y="1640"/>
                </a:lnTo>
                <a:lnTo>
                  <a:pt x="43" y="1550"/>
                </a:lnTo>
                <a:lnTo>
                  <a:pt x="31" y="1462"/>
                </a:lnTo>
                <a:lnTo>
                  <a:pt x="21" y="1374"/>
                </a:lnTo>
                <a:lnTo>
                  <a:pt x="13" y="1287"/>
                </a:lnTo>
                <a:lnTo>
                  <a:pt x="8" y="1203"/>
                </a:lnTo>
                <a:lnTo>
                  <a:pt x="3" y="1120"/>
                </a:lnTo>
                <a:lnTo>
                  <a:pt x="1" y="1040"/>
                </a:lnTo>
                <a:lnTo>
                  <a:pt x="0" y="963"/>
                </a:lnTo>
                <a:lnTo>
                  <a:pt x="0" y="888"/>
                </a:lnTo>
                <a:lnTo>
                  <a:pt x="1" y="817"/>
                </a:lnTo>
                <a:lnTo>
                  <a:pt x="3" y="749"/>
                </a:lnTo>
                <a:lnTo>
                  <a:pt x="7" y="686"/>
                </a:lnTo>
                <a:lnTo>
                  <a:pt x="10" y="626"/>
                </a:lnTo>
                <a:lnTo>
                  <a:pt x="13" y="571"/>
                </a:lnTo>
                <a:lnTo>
                  <a:pt x="18" y="521"/>
                </a:lnTo>
                <a:lnTo>
                  <a:pt x="22" y="476"/>
                </a:lnTo>
                <a:lnTo>
                  <a:pt x="25" y="436"/>
                </a:lnTo>
                <a:lnTo>
                  <a:pt x="30" y="402"/>
                </a:lnTo>
                <a:lnTo>
                  <a:pt x="33" y="374"/>
                </a:lnTo>
                <a:lnTo>
                  <a:pt x="35" y="352"/>
                </a:lnTo>
                <a:lnTo>
                  <a:pt x="37" y="338"/>
                </a:lnTo>
                <a:lnTo>
                  <a:pt x="38" y="329"/>
                </a:lnTo>
                <a:lnTo>
                  <a:pt x="45" y="308"/>
                </a:lnTo>
                <a:lnTo>
                  <a:pt x="56" y="289"/>
                </a:lnTo>
                <a:lnTo>
                  <a:pt x="71" y="273"/>
                </a:lnTo>
                <a:lnTo>
                  <a:pt x="90" y="262"/>
                </a:lnTo>
                <a:lnTo>
                  <a:pt x="112" y="255"/>
                </a:lnTo>
                <a:lnTo>
                  <a:pt x="1498" y="1"/>
                </a:lnTo>
                <a:lnTo>
                  <a:pt x="1514" y="0"/>
                </a:lnTo>
                <a:close/>
              </a:path>
            </a:pathLst>
          </a:custGeom>
          <a:solidFill>
            <a:schemeClr val="bg1"/>
          </a:solidFill>
          <a:ln w="0">
            <a:noFill/>
            <a:prstDash val="solid"/>
            <a:round/>
          </a:ln>
        </p:spPr>
        <p:txBody>
          <a:bodyPr vert="horz" wrap="square" lIns="91440" tIns="45720" rIns="91440" bIns="45720" numCol="1" anchor="t" anchorCtr="0" compatLnSpc="1"/>
          <a:lstStyle/>
          <a:p>
            <a:endParaRPr lang="en-US"/>
          </a:p>
        </p:txBody>
      </p:sp>
      <p:sp>
        <p:nvSpPr>
          <p:cNvPr id="61" name="矩形 60">
            <a:extLst>
              <a:ext uri="{FF2B5EF4-FFF2-40B4-BE49-F238E27FC236}">
                <a16:creationId xmlns:a16="http://schemas.microsoft.com/office/drawing/2014/main" id="{ED8BC0D2-5B77-4950-B925-C8BC01CEA772}"/>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60" name="组合 59">
            <a:extLst>
              <a:ext uri="{FF2B5EF4-FFF2-40B4-BE49-F238E27FC236}">
                <a16:creationId xmlns:a16="http://schemas.microsoft.com/office/drawing/2014/main" id="{84C1BAA1-42B1-4EBE-B6FE-98AC0988CDA4}"/>
              </a:ext>
            </a:extLst>
          </p:cNvPr>
          <p:cNvGrpSpPr/>
          <p:nvPr/>
        </p:nvGrpSpPr>
        <p:grpSpPr>
          <a:xfrm>
            <a:off x="-491832" y="1587"/>
            <a:ext cx="273269" cy="2129816"/>
            <a:chOff x="11681691" y="1513398"/>
            <a:chExt cx="273269" cy="2129816"/>
          </a:xfrm>
        </p:grpSpPr>
        <p:sp>
          <p:nvSpPr>
            <p:cNvPr id="63" name="矩形 62">
              <a:extLst>
                <a:ext uri="{FF2B5EF4-FFF2-40B4-BE49-F238E27FC236}">
                  <a16:creationId xmlns:a16="http://schemas.microsoft.com/office/drawing/2014/main" id="{437B9F1E-4338-4C22-8637-39A1A090C38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矩形 63">
              <a:extLst>
                <a:ext uri="{FF2B5EF4-FFF2-40B4-BE49-F238E27FC236}">
                  <a16:creationId xmlns:a16="http://schemas.microsoft.com/office/drawing/2014/main" id="{3C472868-6C36-4697-B85C-CF7BEE3A7A83}"/>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矩形 64">
              <a:extLst>
                <a:ext uri="{FF2B5EF4-FFF2-40B4-BE49-F238E27FC236}">
                  <a16:creationId xmlns:a16="http://schemas.microsoft.com/office/drawing/2014/main" id="{5FC5D077-BD45-421D-A6DB-75BFE37DF91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矩形 65">
              <a:extLst>
                <a:ext uri="{FF2B5EF4-FFF2-40B4-BE49-F238E27FC236}">
                  <a16:creationId xmlns:a16="http://schemas.microsoft.com/office/drawing/2014/main" id="{98AD118A-4C37-46E3-BF43-170048660868}"/>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矩形 66">
              <a:extLst>
                <a:ext uri="{FF2B5EF4-FFF2-40B4-BE49-F238E27FC236}">
                  <a16:creationId xmlns:a16="http://schemas.microsoft.com/office/drawing/2014/main" id="{8F001617-E794-42FB-9E8B-B9A99A37DACA}"/>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67">
              <a:extLst>
                <a:ext uri="{FF2B5EF4-FFF2-40B4-BE49-F238E27FC236}">
                  <a16:creationId xmlns:a16="http://schemas.microsoft.com/office/drawing/2014/main" id="{71037FAB-2DDA-413C-9E23-50D2046EF9D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68">
              <a:extLst>
                <a:ext uri="{FF2B5EF4-FFF2-40B4-BE49-F238E27FC236}">
                  <a16:creationId xmlns:a16="http://schemas.microsoft.com/office/drawing/2014/main" id="{C04E17FA-AAF1-4C94-A0A0-202ECC0DD9DF}"/>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8591296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4565B9-38DB-41B1-BBFA-7E6592098D65}"/>
              </a:ext>
            </a:extLst>
          </p:cNvPr>
          <p:cNvSpPr>
            <a:spLocks noGrp="1"/>
          </p:cNvSpPr>
          <p:nvPr>
            <p:ph type="title"/>
          </p:nvPr>
        </p:nvSpPr>
        <p:spPr/>
        <p:txBody>
          <a:bodyPr>
            <a:noAutofit/>
          </a:bodyPr>
          <a:lstStyle/>
          <a:p>
            <a:endParaRPr lang="zh-CN" altLang="en-US" dirty="0"/>
          </a:p>
        </p:txBody>
      </p:sp>
      <p:sp>
        <p:nvSpPr>
          <p:cNvPr id="3" name="箭头: V 形 2">
            <a:extLst>
              <a:ext uri="{FF2B5EF4-FFF2-40B4-BE49-F238E27FC236}">
                <a16:creationId xmlns:a16="http://schemas.microsoft.com/office/drawing/2014/main" id="{D843A8E7-ECCC-4CB3-8899-B47C7C747DC4}"/>
              </a:ext>
            </a:extLst>
          </p:cNvPr>
          <p:cNvSpPr/>
          <p:nvPr/>
        </p:nvSpPr>
        <p:spPr>
          <a:xfrm>
            <a:off x="280237"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4" name="箭头: V 形 3">
            <a:extLst>
              <a:ext uri="{FF2B5EF4-FFF2-40B4-BE49-F238E27FC236}">
                <a16:creationId xmlns:a16="http://schemas.microsoft.com/office/drawing/2014/main" id="{6556A1E1-6454-4C9B-A61E-24369FBA9FE5}"/>
              </a:ext>
            </a:extLst>
          </p:cNvPr>
          <p:cNvSpPr/>
          <p:nvPr/>
        </p:nvSpPr>
        <p:spPr>
          <a:xfrm>
            <a:off x="1484123"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5" name="箭头: V 形 4">
            <a:extLst>
              <a:ext uri="{FF2B5EF4-FFF2-40B4-BE49-F238E27FC236}">
                <a16:creationId xmlns:a16="http://schemas.microsoft.com/office/drawing/2014/main" id="{EB5A4BAB-B585-4D46-97BD-98542FF701D0}"/>
              </a:ext>
            </a:extLst>
          </p:cNvPr>
          <p:cNvSpPr/>
          <p:nvPr/>
        </p:nvSpPr>
        <p:spPr>
          <a:xfrm>
            <a:off x="2688009"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6" name="箭头: V 形 5">
            <a:extLst>
              <a:ext uri="{FF2B5EF4-FFF2-40B4-BE49-F238E27FC236}">
                <a16:creationId xmlns:a16="http://schemas.microsoft.com/office/drawing/2014/main" id="{2638CED0-F892-4991-8AA5-53F9702F7B7F}"/>
              </a:ext>
            </a:extLst>
          </p:cNvPr>
          <p:cNvSpPr/>
          <p:nvPr/>
        </p:nvSpPr>
        <p:spPr>
          <a:xfrm>
            <a:off x="3891895"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7" name="箭头: V 形 6">
            <a:extLst>
              <a:ext uri="{FF2B5EF4-FFF2-40B4-BE49-F238E27FC236}">
                <a16:creationId xmlns:a16="http://schemas.microsoft.com/office/drawing/2014/main" id="{1D19F4A1-D652-4E1E-A038-13D0016B7C0B}"/>
              </a:ext>
            </a:extLst>
          </p:cNvPr>
          <p:cNvSpPr/>
          <p:nvPr/>
        </p:nvSpPr>
        <p:spPr>
          <a:xfrm>
            <a:off x="5095781"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8" name="箭头: V 形 7">
            <a:extLst>
              <a:ext uri="{FF2B5EF4-FFF2-40B4-BE49-F238E27FC236}">
                <a16:creationId xmlns:a16="http://schemas.microsoft.com/office/drawing/2014/main" id="{9ED9B504-2760-4A88-8F87-E743ACABB8B6}"/>
              </a:ext>
            </a:extLst>
          </p:cNvPr>
          <p:cNvSpPr/>
          <p:nvPr/>
        </p:nvSpPr>
        <p:spPr>
          <a:xfrm>
            <a:off x="6299668"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9" name="箭头: V 形 8">
            <a:extLst>
              <a:ext uri="{FF2B5EF4-FFF2-40B4-BE49-F238E27FC236}">
                <a16:creationId xmlns:a16="http://schemas.microsoft.com/office/drawing/2014/main" id="{B087A39B-6C8F-4AB2-AF34-4399F232045A}"/>
              </a:ext>
            </a:extLst>
          </p:cNvPr>
          <p:cNvSpPr/>
          <p:nvPr/>
        </p:nvSpPr>
        <p:spPr>
          <a:xfrm>
            <a:off x="7503553"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10" name="箭头: V 形 9">
            <a:extLst>
              <a:ext uri="{FF2B5EF4-FFF2-40B4-BE49-F238E27FC236}">
                <a16:creationId xmlns:a16="http://schemas.microsoft.com/office/drawing/2014/main" id="{BDD711E4-15BC-4A9B-8947-7B76712C46C6}"/>
              </a:ext>
            </a:extLst>
          </p:cNvPr>
          <p:cNvSpPr/>
          <p:nvPr/>
        </p:nvSpPr>
        <p:spPr>
          <a:xfrm>
            <a:off x="8707439"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11" name="箭头: V 形 10">
            <a:extLst>
              <a:ext uri="{FF2B5EF4-FFF2-40B4-BE49-F238E27FC236}">
                <a16:creationId xmlns:a16="http://schemas.microsoft.com/office/drawing/2014/main" id="{6C32752F-8824-48EB-9917-326DC75E562B}"/>
              </a:ext>
            </a:extLst>
          </p:cNvPr>
          <p:cNvSpPr/>
          <p:nvPr/>
        </p:nvSpPr>
        <p:spPr>
          <a:xfrm>
            <a:off x="9911325" y="3437835"/>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12" name="箭头: V 形 11">
            <a:extLst>
              <a:ext uri="{FF2B5EF4-FFF2-40B4-BE49-F238E27FC236}">
                <a16:creationId xmlns:a16="http://schemas.microsoft.com/office/drawing/2014/main" id="{5AB9EE1F-C6C6-4012-88FB-ED88213DB908}"/>
              </a:ext>
            </a:extLst>
          </p:cNvPr>
          <p:cNvSpPr/>
          <p:nvPr/>
        </p:nvSpPr>
        <p:spPr>
          <a:xfrm>
            <a:off x="11115211" y="3419602"/>
            <a:ext cx="796551" cy="329747"/>
          </a:xfrm>
          <a:prstGeom prst="chevron">
            <a:avLst/>
          </a:prstGeom>
          <a:solidFill>
            <a:schemeClr val="bg1">
              <a:lumMod val="8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solidFill>
                <a:schemeClr val="tx1"/>
              </a:solidFill>
            </a:endParaRPr>
          </a:p>
        </p:txBody>
      </p:sp>
      <p:sp>
        <p:nvSpPr>
          <p:cNvPr id="14" name="椭圆 13">
            <a:extLst>
              <a:ext uri="{FF2B5EF4-FFF2-40B4-BE49-F238E27FC236}">
                <a16:creationId xmlns:a16="http://schemas.microsoft.com/office/drawing/2014/main" id="{0EA9EA15-94CC-460A-90DC-3544475A4687}"/>
              </a:ext>
            </a:extLst>
          </p:cNvPr>
          <p:cNvSpPr/>
          <p:nvPr/>
        </p:nvSpPr>
        <p:spPr>
          <a:xfrm>
            <a:off x="1145882" y="3483694"/>
            <a:ext cx="265655" cy="265655"/>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10797147-23A8-4EE6-BF4F-7B3B72038EB1}"/>
              </a:ext>
            </a:extLst>
          </p:cNvPr>
          <p:cNvSpPr/>
          <p:nvPr/>
        </p:nvSpPr>
        <p:spPr>
          <a:xfrm>
            <a:off x="2351514" y="3483693"/>
            <a:ext cx="265655" cy="2656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1395095A-5A92-4268-A466-46A1FB3D9F54}"/>
              </a:ext>
            </a:extLst>
          </p:cNvPr>
          <p:cNvSpPr/>
          <p:nvPr/>
        </p:nvSpPr>
        <p:spPr>
          <a:xfrm>
            <a:off x="3555399" y="3483692"/>
            <a:ext cx="265655" cy="26565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a:extLst>
              <a:ext uri="{FF2B5EF4-FFF2-40B4-BE49-F238E27FC236}">
                <a16:creationId xmlns:a16="http://schemas.microsoft.com/office/drawing/2014/main" id="{9B147E45-94EA-432A-BF3D-83C13A4714AB}"/>
              </a:ext>
            </a:extLst>
          </p:cNvPr>
          <p:cNvSpPr/>
          <p:nvPr/>
        </p:nvSpPr>
        <p:spPr>
          <a:xfrm>
            <a:off x="4759286" y="3483691"/>
            <a:ext cx="265655" cy="265655"/>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a:extLst>
              <a:ext uri="{FF2B5EF4-FFF2-40B4-BE49-F238E27FC236}">
                <a16:creationId xmlns:a16="http://schemas.microsoft.com/office/drawing/2014/main" id="{1FB71DD6-4175-48D0-A3DE-F02BE34A3FF6}"/>
              </a:ext>
            </a:extLst>
          </p:cNvPr>
          <p:cNvSpPr/>
          <p:nvPr/>
        </p:nvSpPr>
        <p:spPr>
          <a:xfrm>
            <a:off x="5963172" y="3483691"/>
            <a:ext cx="265655" cy="265655"/>
          </a:xfrm>
          <a:prstGeom prst="ellipse">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9" name="椭圆 18">
            <a:extLst>
              <a:ext uri="{FF2B5EF4-FFF2-40B4-BE49-F238E27FC236}">
                <a16:creationId xmlns:a16="http://schemas.microsoft.com/office/drawing/2014/main" id="{C089503E-E5F4-49B7-BCF4-F2C12863DBC2}"/>
              </a:ext>
            </a:extLst>
          </p:cNvPr>
          <p:cNvSpPr/>
          <p:nvPr/>
        </p:nvSpPr>
        <p:spPr>
          <a:xfrm>
            <a:off x="7167058" y="3483691"/>
            <a:ext cx="265655" cy="265655"/>
          </a:xfrm>
          <a:prstGeom prst="ellipse">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20" name="椭圆 19">
            <a:extLst>
              <a:ext uri="{FF2B5EF4-FFF2-40B4-BE49-F238E27FC236}">
                <a16:creationId xmlns:a16="http://schemas.microsoft.com/office/drawing/2014/main" id="{8C1F47C3-786B-4480-829C-EFFF7ADE43FD}"/>
              </a:ext>
            </a:extLst>
          </p:cNvPr>
          <p:cNvSpPr/>
          <p:nvPr/>
        </p:nvSpPr>
        <p:spPr>
          <a:xfrm>
            <a:off x="8370944" y="3483691"/>
            <a:ext cx="265655" cy="265655"/>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椭圆 20">
            <a:extLst>
              <a:ext uri="{FF2B5EF4-FFF2-40B4-BE49-F238E27FC236}">
                <a16:creationId xmlns:a16="http://schemas.microsoft.com/office/drawing/2014/main" id="{03B50F2C-4A99-4272-B418-D8D31CB87A50}"/>
              </a:ext>
            </a:extLst>
          </p:cNvPr>
          <p:cNvSpPr/>
          <p:nvPr/>
        </p:nvSpPr>
        <p:spPr>
          <a:xfrm>
            <a:off x="9574830" y="3483691"/>
            <a:ext cx="265655" cy="265655"/>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952FC15A-68FB-4E02-ADC1-B391CA0AA1E0}"/>
              </a:ext>
            </a:extLst>
          </p:cNvPr>
          <p:cNvSpPr/>
          <p:nvPr/>
        </p:nvSpPr>
        <p:spPr>
          <a:xfrm>
            <a:off x="10778716" y="3483691"/>
            <a:ext cx="265655" cy="265655"/>
          </a:xfrm>
          <a:prstGeom prst="ellipse">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24" name="Inhaltsplatzhalter 4">
            <a:extLst>
              <a:ext uri="{FF2B5EF4-FFF2-40B4-BE49-F238E27FC236}">
                <a16:creationId xmlns:a16="http://schemas.microsoft.com/office/drawing/2014/main" id="{B63D039B-79F2-41E2-9F2B-272A5110D67F}"/>
              </a:ext>
            </a:extLst>
          </p:cNvPr>
          <p:cNvSpPr txBox="1"/>
          <p:nvPr/>
        </p:nvSpPr>
        <p:spPr>
          <a:xfrm>
            <a:off x="382580" y="4351545"/>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25" name="Inhaltsplatzhalter 4">
            <a:extLst>
              <a:ext uri="{FF2B5EF4-FFF2-40B4-BE49-F238E27FC236}">
                <a16:creationId xmlns:a16="http://schemas.microsoft.com/office/drawing/2014/main" id="{7CEDA312-780C-4DBE-AAD3-38D9292376FE}"/>
              </a:ext>
            </a:extLst>
          </p:cNvPr>
          <p:cNvSpPr txBox="1"/>
          <p:nvPr/>
        </p:nvSpPr>
        <p:spPr>
          <a:xfrm>
            <a:off x="1652260" y="1667803"/>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26" name="Inhaltsplatzhalter 4">
            <a:extLst>
              <a:ext uri="{FF2B5EF4-FFF2-40B4-BE49-F238E27FC236}">
                <a16:creationId xmlns:a16="http://schemas.microsoft.com/office/drawing/2014/main" id="{06F99DA9-C95D-4E5F-8412-ADFE76DC17AF}"/>
              </a:ext>
            </a:extLst>
          </p:cNvPr>
          <p:cNvSpPr txBox="1"/>
          <p:nvPr/>
        </p:nvSpPr>
        <p:spPr>
          <a:xfrm>
            <a:off x="2792097" y="4351544"/>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27" name="Inhaltsplatzhalter 4">
            <a:extLst>
              <a:ext uri="{FF2B5EF4-FFF2-40B4-BE49-F238E27FC236}">
                <a16:creationId xmlns:a16="http://schemas.microsoft.com/office/drawing/2014/main" id="{08CB4708-C6D2-4434-95A3-323FD2B1B386}"/>
              </a:ext>
            </a:extLst>
          </p:cNvPr>
          <p:cNvSpPr txBox="1"/>
          <p:nvPr/>
        </p:nvSpPr>
        <p:spPr>
          <a:xfrm>
            <a:off x="3995984" y="1667803"/>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28" name="Inhaltsplatzhalter 4">
            <a:extLst>
              <a:ext uri="{FF2B5EF4-FFF2-40B4-BE49-F238E27FC236}">
                <a16:creationId xmlns:a16="http://schemas.microsoft.com/office/drawing/2014/main" id="{4075D40C-7031-4637-8730-E7B9EB292C5E}"/>
              </a:ext>
            </a:extLst>
          </p:cNvPr>
          <p:cNvSpPr txBox="1"/>
          <p:nvPr/>
        </p:nvSpPr>
        <p:spPr>
          <a:xfrm>
            <a:off x="5208815" y="4351544"/>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29" name="Inhaltsplatzhalter 4">
            <a:extLst>
              <a:ext uri="{FF2B5EF4-FFF2-40B4-BE49-F238E27FC236}">
                <a16:creationId xmlns:a16="http://schemas.microsoft.com/office/drawing/2014/main" id="{C14AC30B-95AB-4032-922D-613192A3243A}"/>
              </a:ext>
            </a:extLst>
          </p:cNvPr>
          <p:cNvSpPr txBox="1"/>
          <p:nvPr/>
        </p:nvSpPr>
        <p:spPr>
          <a:xfrm>
            <a:off x="6403761" y="1667803"/>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30" name="Inhaltsplatzhalter 4">
            <a:extLst>
              <a:ext uri="{FF2B5EF4-FFF2-40B4-BE49-F238E27FC236}">
                <a16:creationId xmlns:a16="http://schemas.microsoft.com/office/drawing/2014/main" id="{96A30490-EF87-4400-BE34-288FF28BE6FC}"/>
              </a:ext>
            </a:extLst>
          </p:cNvPr>
          <p:cNvSpPr txBox="1"/>
          <p:nvPr/>
        </p:nvSpPr>
        <p:spPr>
          <a:xfrm>
            <a:off x="7607642" y="4351544"/>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31" name="Inhaltsplatzhalter 4">
            <a:extLst>
              <a:ext uri="{FF2B5EF4-FFF2-40B4-BE49-F238E27FC236}">
                <a16:creationId xmlns:a16="http://schemas.microsoft.com/office/drawing/2014/main" id="{59095035-F1E1-4955-953B-F7BD94313A11}"/>
              </a:ext>
            </a:extLst>
          </p:cNvPr>
          <p:cNvSpPr txBox="1"/>
          <p:nvPr/>
        </p:nvSpPr>
        <p:spPr>
          <a:xfrm>
            <a:off x="8811538" y="1667802"/>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32" name="Inhaltsplatzhalter 4">
            <a:extLst>
              <a:ext uri="{FF2B5EF4-FFF2-40B4-BE49-F238E27FC236}">
                <a16:creationId xmlns:a16="http://schemas.microsoft.com/office/drawing/2014/main" id="{75DB41B4-4DD4-4F09-BB84-2F0EB22C7DD6}"/>
              </a:ext>
            </a:extLst>
          </p:cNvPr>
          <p:cNvSpPr txBox="1"/>
          <p:nvPr/>
        </p:nvSpPr>
        <p:spPr>
          <a:xfrm>
            <a:off x="10017163" y="4351544"/>
            <a:ext cx="1792257" cy="1176925"/>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33" name="Inhaltsplatzhalter 4">
            <a:extLst>
              <a:ext uri="{FF2B5EF4-FFF2-40B4-BE49-F238E27FC236}">
                <a16:creationId xmlns:a16="http://schemas.microsoft.com/office/drawing/2014/main" id="{B8161F8E-5FA4-447D-AC58-B94BFA90B905}"/>
              </a:ext>
            </a:extLst>
          </p:cNvPr>
          <p:cNvSpPr txBox="1"/>
          <p:nvPr/>
        </p:nvSpPr>
        <p:spPr>
          <a:xfrm>
            <a:off x="411518" y="3911947"/>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34" name="Inhaltsplatzhalter 4">
            <a:extLst>
              <a:ext uri="{FF2B5EF4-FFF2-40B4-BE49-F238E27FC236}">
                <a16:creationId xmlns:a16="http://schemas.microsoft.com/office/drawing/2014/main" id="{74DFDAB5-97EA-4953-BEEC-A5EFA767A5A2}"/>
              </a:ext>
            </a:extLst>
          </p:cNvPr>
          <p:cNvSpPr txBox="1"/>
          <p:nvPr/>
        </p:nvSpPr>
        <p:spPr>
          <a:xfrm>
            <a:off x="1641654" y="3004807"/>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accent2"/>
              </a:solidFill>
              <a:latin typeface="+mn-lt"/>
            </a:endParaRPr>
          </a:p>
        </p:txBody>
      </p:sp>
      <p:sp>
        <p:nvSpPr>
          <p:cNvPr id="35" name="Inhaltsplatzhalter 4">
            <a:extLst>
              <a:ext uri="{FF2B5EF4-FFF2-40B4-BE49-F238E27FC236}">
                <a16:creationId xmlns:a16="http://schemas.microsoft.com/office/drawing/2014/main" id="{37F6A810-B8B8-4756-BD22-ABCFC3AB21A9}"/>
              </a:ext>
            </a:extLst>
          </p:cNvPr>
          <p:cNvSpPr txBox="1"/>
          <p:nvPr/>
        </p:nvSpPr>
        <p:spPr>
          <a:xfrm>
            <a:off x="2845538" y="3911946"/>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3"/>
                </a:solidFill>
                <a:latin typeface="+mj-lt"/>
              </a:rPr>
              <a:t>小标题</a:t>
            </a:r>
            <a:endParaRPr lang="en-US" sz="1200" dirty="0">
              <a:solidFill>
                <a:schemeClr val="accent3"/>
              </a:solidFill>
              <a:latin typeface="+mn-lt"/>
            </a:endParaRPr>
          </a:p>
        </p:txBody>
      </p:sp>
      <p:sp>
        <p:nvSpPr>
          <p:cNvPr id="36" name="Inhaltsplatzhalter 4">
            <a:extLst>
              <a:ext uri="{FF2B5EF4-FFF2-40B4-BE49-F238E27FC236}">
                <a16:creationId xmlns:a16="http://schemas.microsoft.com/office/drawing/2014/main" id="{6207B230-0B90-4A50-AEA8-02034382A100}"/>
              </a:ext>
            </a:extLst>
          </p:cNvPr>
          <p:cNvSpPr txBox="1"/>
          <p:nvPr/>
        </p:nvSpPr>
        <p:spPr>
          <a:xfrm>
            <a:off x="4049425" y="3004808"/>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4"/>
                </a:solidFill>
                <a:latin typeface="+mj-lt"/>
              </a:rPr>
              <a:t>小标题</a:t>
            </a:r>
            <a:endParaRPr lang="en-US" sz="1200" dirty="0">
              <a:solidFill>
                <a:schemeClr val="accent4"/>
              </a:solidFill>
              <a:latin typeface="+mn-lt"/>
            </a:endParaRPr>
          </a:p>
        </p:txBody>
      </p:sp>
      <p:sp>
        <p:nvSpPr>
          <p:cNvPr id="37" name="Inhaltsplatzhalter 4">
            <a:extLst>
              <a:ext uri="{FF2B5EF4-FFF2-40B4-BE49-F238E27FC236}">
                <a16:creationId xmlns:a16="http://schemas.microsoft.com/office/drawing/2014/main" id="{500DB1A5-E9D8-4407-AA8E-E8834BEBFF69}"/>
              </a:ext>
            </a:extLst>
          </p:cNvPr>
          <p:cNvSpPr txBox="1"/>
          <p:nvPr/>
        </p:nvSpPr>
        <p:spPr>
          <a:xfrm>
            <a:off x="5250638" y="3911945"/>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5"/>
                </a:solidFill>
                <a:latin typeface="+mj-lt"/>
              </a:rPr>
              <a:t>小标题</a:t>
            </a:r>
            <a:endParaRPr lang="en-US" sz="1200" dirty="0">
              <a:solidFill>
                <a:schemeClr val="accent5"/>
              </a:solidFill>
              <a:latin typeface="+mn-lt"/>
            </a:endParaRPr>
          </a:p>
        </p:txBody>
      </p:sp>
      <p:sp>
        <p:nvSpPr>
          <p:cNvPr id="38" name="Inhaltsplatzhalter 4">
            <a:extLst>
              <a:ext uri="{FF2B5EF4-FFF2-40B4-BE49-F238E27FC236}">
                <a16:creationId xmlns:a16="http://schemas.microsoft.com/office/drawing/2014/main" id="{E21ACF68-EEA4-4D3F-9232-E138E9F0E444}"/>
              </a:ext>
            </a:extLst>
          </p:cNvPr>
          <p:cNvSpPr txBox="1"/>
          <p:nvPr/>
        </p:nvSpPr>
        <p:spPr>
          <a:xfrm>
            <a:off x="6457198" y="3004807"/>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6"/>
                </a:solidFill>
                <a:latin typeface="+mj-lt"/>
              </a:rPr>
              <a:t>小标题</a:t>
            </a:r>
            <a:endParaRPr lang="en-US" sz="1200" dirty="0">
              <a:solidFill>
                <a:schemeClr val="accent6"/>
              </a:solidFill>
              <a:latin typeface="+mn-lt"/>
            </a:endParaRPr>
          </a:p>
        </p:txBody>
      </p:sp>
      <p:sp>
        <p:nvSpPr>
          <p:cNvPr id="39" name="Inhaltsplatzhalter 4">
            <a:extLst>
              <a:ext uri="{FF2B5EF4-FFF2-40B4-BE49-F238E27FC236}">
                <a16:creationId xmlns:a16="http://schemas.microsoft.com/office/drawing/2014/main" id="{3AF3AD6F-13AD-4EB3-8AAA-8B90F9BF1D0F}"/>
              </a:ext>
            </a:extLst>
          </p:cNvPr>
          <p:cNvSpPr txBox="1"/>
          <p:nvPr/>
        </p:nvSpPr>
        <p:spPr>
          <a:xfrm>
            <a:off x="8864969" y="3004806"/>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accent2"/>
              </a:solidFill>
              <a:latin typeface="+mn-lt"/>
            </a:endParaRPr>
          </a:p>
        </p:txBody>
      </p:sp>
      <p:sp>
        <p:nvSpPr>
          <p:cNvPr id="40" name="Inhaltsplatzhalter 4">
            <a:extLst>
              <a:ext uri="{FF2B5EF4-FFF2-40B4-BE49-F238E27FC236}">
                <a16:creationId xmlns:a16="http://schemas.microsoft.com/office/drawing/2014/main" id="{DAC25F33-74A2-4D87-87BE-4B746A4C3543}"/>
              </a:ext>
            </a:extLst>
          </p:cNvPr>
          <p:cNvSpPr txBox="1"/>
          <p:nvPr/>
        </p:nvSpPr>
        <p:spPr>
          <a:xfrm>
            <a:off x="7655738" y="3911944"/>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41" name="Inhaltsplatzhalter 4">
            <a:extLst>
              <a:ext uri="{FF2B5EF4-FFF2-40B4-BE49-F238E27FC236}">
                <a16:creationId xmlns:a16="http://schemas.microsoft.com/office/drawing/2014/main" id="{9B53EE89-67D6-4DAD-98B3-B24A0D4FD692}"/>
              </a:ext>
            </a:extLst>
          </p:cNvPr>
          <p:cNvSpPr txBox="1"/>
          <p:nvPr/>
        </p:nvSpPr>
        <p:spPr>
          <a:xfrm>
            <a:off x="10068856" y="3911943"/>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3"/>
                </a:solidFill>
                <a:latin typeface="+mj-lt"/>
              </a:rPr>
              <a:t>小标题</a:t>
            </a:r>
            <a:endParaRPr lang="en-US" sz="1200" dirty="0">
              <a:solidFill>
                <a:schemeClr val="accent3"/>
              </a:solidFill>
              <a:latin typeface="+mn-lt"/>
            </a:endParaRPr>
          </a:p>
        </p:txBody>
      </p:sp>
      <p:sp>
        <p:nvSpPr>
          <p:cNvPr id="42" name="矩形 41">
            <a:extLst>
              <a:ext uri="{FF2B5EF4-FFF2-40B4-BE49-F238E27FC236}">
                <a16:creationId xmlns:a16="http://schemas.microsoft.com/office/drawing/2014/main" id="{D10F9834-AF6F-4DE0-A81D-9D1E8E9E9E0D}"/>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43" name="组合 42">
            <a:extLst>
              <a:ext uri="{FF2B5EF4-FFF2-40B4-BE49-F238E27FC236}">
                <a16:creationId xmlns:a16="http://schemas.microsoft.com/office/drawing/2014/main" id="{2DB0570F-17B1-41A9-8A97-64B4404B1CEA}"/>
              </a:ext>
            </a:extLst>
          </p:cNvPr>
          <p:cNvGrpSpPr/>
          <p:nvPr/>
        </p:nvGrpSpPr>
        <p:grpSpPr>
          <a:xfrm>
            <a:off x="-491832" y="1587"/>
            <a:ext cx="273269" cy="2129816"/>
            <a:chOff x="11681691" y="1513398"/>
            <a:chExt cx="273269" cy="2129816"/>
          </a:xfrm>
        </p:grpSpPr>
        <p:sp>
          <p:nvSpPr>
            <p:cNvPr id="44" name="矩形 43">
              <a:extLst>
                <a:ext uri="{FF2B5EF4-FFF2-40B4-BE49-F238E27FC236}">
                  <a16:creationId xmlns:a16="http://schemas.microsoft.com/office/drawing/2014/main" id="{2B93B80C-58E7-441A-ABA2-690ACEAD3FFE}"/>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a:extLst>
                <a:ext uri="{FF2B5EF4-FFF2-40B4-BE49-F238E27FC236}">
                  <a16:creationId xmlns:a16="http://schemas.microsoft.com/office/drawing/2014/main" id="{2E7568A9-545A-46C3-BB2C-06EB4CF6D568}"/>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矩形 45">
              <a:extLst>
                <a:ext uri="{FF2B5EF4-FFF2-40B4-BE49-F238E27FC236}">
                  <a16:creationId xmlns:a16="http://schemas.microsoft.com/office/drawing/2014/main" id="{421A4831-C599-45E0-B862-2D3F4509521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a:extLst>
                <a:ext uri="{FF2B5EF4-FFF2-40B4-BE49-F238E27FC236}">
                  <a16:creationId xmlns:a16="http://schemas.microsoft.com/office/drawing/2014/main" id="{D3FC8DF4-E3F8-4570-858A-7F6D6911891E}"/>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矩形 47">
              <a:extLst>
                <a:ext uri="{FF2B5EF4-FFF2-40B4-BE49-F238E27FC236}">
                  <a16:creationId xmlns:a16="http://schemas.microsoft.com/office/drawing/2014/main" id="{DD39121F-7796-4321-8C0E-E59BB47AA307}"/>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a:extLst>
                <a:ext uri="{FF2B5EF4-FFF2-40B4-BE49-F238E27FC236}">
                  <a16:creationId xmlns:a16="http://schemas.microsoft.com/office/drawing/2014/main" id="{87820B8B-6927-444D-8B22-CF63E872983E}"/>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4AB05EE5-4449-4E0A-B2C9-F08C94E0A2F6}"/>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6624696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C10C51-9EC8-489D-8FF8-5F309C4AEDA1}"/>
              </a:ext>
            </a:extLst>
          </p:cNvPr>
          <p:cNvSpPr>
            <a:spLocks noGrp="1"/>
          </p:cNvSpPr>
          <p:nvPr>
            <p:ph type="title"/>
          </p:nvPr>
        </p:nvSpPr>
        <p:spPr/>
        <p:txBody>
          <a:bodyPr/>
          <a:lstStyle/>
          <a:p>
            <a:endParaRPr lang="zh-CN" altLang="en-US" dirty="0"/>
          </a:p>
        </p:txBody>
      </p:sp>
      <p:sp>
        <p:nvSpPr>
          <p:cNvPr id="44" name="矩形 43">
            <a:extLst>
              <a:ext uri="{FF2B5EF4-FFF2-40B4-BE49-F238E27FC236}">
                <a16:creationId xmlns:a16="http://schemas.microsoft.com/office/drawing/2014/main" id="{D33A54C4-5289-42FA-9E07-99025D066C7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sp>
        <p:nvSpPr>
          <p:cNvPr id="22" name="Shape 2700">
            <a:extLst>
              <a:ext uri="{FF2B5EF4-FFF2-40B4-BE49-F238E27FC236}">
                <a16:creationId xmlns:a16="http://schemas.microsoft.com/office/drawing/2014/main" id="{2CC3849C-0C9C-466C-B19A-E6CD5F580BF8}"/>
              </a:ext>
            </a:extLst>
          </p:cNvPr>
          <p:cNvSpPr/>
          <p:nvPr/>
        </p:nvSpPr>
        <p:spPr>
          <a:xfrm>
            <a:off x="-1" y="3403568"/>
            <a:ext cx="12263113" cy="262108"/>
          </a:xfrm>
          <a:prstGeom prst="rect">
            <a:avLst/>
          </a:prstGeom>
          <a:solidFill>
            <a:schemeClr val="bg1">
              <a:lumMod val="85000"/>
            </a:schemeClr>
          </a:solidFill>
          <a:ln w="12700">
            <a:noFill/>
            <a:miter lim="400000"/>
          </a:ln>
          <a:effectLst/>
        </p:spPr>
        <p:txBody>
          <a:bodyPr lIns="0" tIns="0" rIns="0" bIns="0" anchor="ctr"/>
          <a:lstStyle/>
          <a:p>
            <a:pPr lvl="0">
              <a:lnSpc>
                <a:spcPct val="120000"/>
              </a:lnSpc>
              <a:defRPr sz="3200">
                <a:solidFill>
                  <a:srgbClr val="FFFFFF"/>
                </a:solidFill>
              </a:defRPr>
            </a:pPr>
            <a:endParaRPr sz="1680">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24" name="Shape 2713">
            <a:extLst>
              <a:ext uri="{FF2B5EF4-FFF2-40B4-BE49-F238E27FC236}">
                <a16:creationId xmlns:a16="http://schemas.microsoft.com/office/drawing/2014/main" id="{090A591E-A6F0-4D8F-BE56-293013AF90B5}"/>
              </a:ext>
            </a:extLst>
          </p:cNvPr>
          <p:cNvSpPr/>
          <p:nvPr/>
        </p:nvSpPr>
        <p:spPr>
          <a:xfrm rot="10800000" flipH="1">
            <a:off x="4902521" y="2377134"/>
            <a:ext cx="0" cy="714568"/>
          </a:xfrm>
          <a:prstGeom prst="line">
            <a:avLst/>
          </a:prstGeom>
          <a:noFill/>
          <a:ln w="25400" cap="flat">
            <a:solidFill>
              <a:schemeClr val="accent2"/>
            </a:solidFill>
            <a:prstDash val="solid"/>
            <a:miter lim="400000"/>
            <a:tailEnd type="oval" w="lg" len="lg"/>
          </a:ln>
          <a:effectLst/>
        </p:spPr>
        <p:txBody>
          <a:bodyPr wrap="square" lIns="23994" tIns="23994" rIns="23994" bIns="23994" numCol="1" anchor="t">
            <a:noAutofit/>
          </a:bodyPr>
          <a:lstStyle/>
          <a:p>
            <a:pPr defTabSz="179971">
              <a:defRPr sz="1200">
                <a:latin typeface="Helvetica"/>
                <a:ea typeface="Helvetica"/>
                <a:cs typeface="Helvetica"/>
                <a:sym typeface="Helvetica"/>
              </a:defRPr>
            </a:pPr>
            <a:endParaRPr sz="630" dirty="0">
              <a:latin typeface="思源黑体 CN Normal" panose="020B0400000000000000" pitchFamily="34" charset="-122"/>
              <a:ea typeface="思源黑体 CN Normal" panose="020B0400000000000000" pitchFamily="34" charset="-122"/>
              <a:cs typeface="Arial" panose="020B0604020202020204" pitchFamily="34" charset="0"/>
              <a:sym typeface="思源黑体 CN Normal" panose="020B0400000000000000" pitchFamily="34" charset="-122"/>
            </a:endParaRPr>
          </a:p>
        </p:txBody>
      </p:sp>
      <p:sp>
        <p:nvSpPr>
          <p:cNvPr id="26" name="Shape 2702">
            <a:extLst>
              <a:ext uri="{FF2B5EF4-FFF2-40B4-BE49-F238E27FC236}">
                <a16:creationId xmlns:a16="http://schemas.microsoft.com/office/drawing/2014/main" id="{DF6324AA-4BA5-4161-9068-DC07EDEFF176}"/>
              </a:ext>
            </a:extLst>
          </p:cNvPr>
          <p:cNvSpPr/>
          <p:nvPr/>
        </p:nvSpPr>
        <p:spPr>
          <a:xfrm rot="10800000">
            <a:off x="4261946" y="2816088"/>
            <a:ext cx="1281151" cy="951380"/>
          </a:xfrm>
          <a:custGeom>
            <a:avLst/>
            <a:gdLst/>
            <a:ahLst/>
            <a:cxnLst>
              <a:cxn ang="0">
                <a:pos x="wd2" y="hd2"/>
              </a:cxn>
              <a:cxn ang="5400000">
                <a:pos x="wd2" y="hd2"/>
              </a:cxn>
              <a:cxn ang="10800000">
                <a:pos x="wd2" y="hd2"/>
              </a:cxn>
              <a:cxn ang="16200000">
                <a:pos x="wd2" y="hd2"/>
              </a:cxn>
            </a:cxnLst>
            <a:rect l="0" t="0" r="r" b="b"/>
            <a:pathLst>
              <a:path w="21600" h="21600" extrusionOk="0">
                <a:moveTo>
                  <a:pt x="181" y="0"/>
                </a:moveTo>
                <a:lnTo>
                  <a:pt x="21600" y="0"/>
                </a:lnTo>
                <a:lnTo>
                  <a:pt x="21600" y="10440"/>
                </a:lnTo>
                <a:lnTo>
                  <a:pt x="10926" y="21600"/>
                </a:lnTo>
                <a:lnTo>
                  <a:pt x="0" y="10254"/>
                </a:lnTo>
                <a:lnTo>
                  <a:pt x="181" y="0"/>
                </a:lnTo>
                <a:close/>
              </a:path>
            </a:pathLst>
          </a:custGeom>
          <a:solidFill>
            <a:schemeClr val="accent2"/>
          </a:solidFill>
          <a:ln w="12700" cap="flat">
            <a:noFill/>
            <a:miter lim="400000"/>
          </a:ln>
          <a:effectLst>
            <a:outerShdw blurRad="50800" dist="38100" dir="2700000" algn="tl" rotWithShape="0">
              <a:prstClr val="black">
                <a:alpha val="40000"/>
              </a:prstClr>
            </a:outerShdw>
          </a:effectLst>
        </p:spPr>
        <p:txBody>
          <a:bodyPr wrap="square" lIns="0" tIns="0" rIns="0" bIns="0" numCol="1" anchor="ctr">
            <a:noAutofit/>
          </a:bodyPr>
          <a:lstStyle/>
          <a:p>
            <a:pPr lvl="0">
              <a:lnSpc>
                <a:spcPct val="120000"/>
              </a:lnSpc>
              <a:defRPr sz="3200"/>
            </a:pPr>
            <a:endParaRPr sz="1680">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27" name="Shape 2705">
            <a:extLst>
              <a:ext uri="{FF2B5EF4-FFF2-40B4-BE49-F238E27FC236}">
                <a16:creationId xmlns:a16="http://schemas.microsoft.com/office/drawing/2014/main" id="{5FAA911E-44AD-43A8-A8E0-CB65A9ED7B5A}"/>
              </a:ext>
            </a:extLst>
          </p:cNvPr>
          <p:cNvSpPr/>
          <p:nvPr/>
        </p:nvSpPr>
        <p:spPr>
          <a:xfrm>
            <a:off x="4743825" y="3347990"/>
            <a:ext cx="317395" cy="338041"/>
          </a:xfrm>
          <a:prstGeom prst="rect">
            <a:avLst/>
          </a:prstGeom>
          <a:noFill/>
          <a:ln w="12700" cap="flat">
            <a:noFill/>
            <a:miter lim="400000"/>
          </a:ln>
          <a:effectLst/>
        </p:spPr>
        <p:txBody>
          <a:bodyPr wrap="none" lIns="0" tIns="0" rIns="0" bIns="0" numCol="1" anchor="ctr">
            <a:spAutoFit/>
          </a:bodyPr>
          <a:lstStyle>
            <a:lvl1pPr>
              <a:defRPr sz="5800">
                <a:solidFill>
                  <a:srgbClr val="F9FAFC"/>
                </a:solidFill>
                <a:latin typeface="Sosa"/>
                <a:ea typeface="Sosa"/>
                <a:cs typeface="Sosa"/>
                <a:sym typeface="Sosa"/>
              </a:defRPr>
            </a:lvl1pPr>
          </a:lstStyle>
          <a:p>
            <a:pPr lvl="0" algn="ctr">
              <a:lnSpc>
                <a:spcPct val="120000"/>
              </a:lnSpc>
              <a:defRPr sz="1800">
                <a:solidFill>
                  <a:srgbClr val="000000"/>
                </a:solidFill>
              </a:defRPr>
            </a:pPr>
            <a:r>
              <a:rPr lang="en-US" altLang="zh-CN" sz="2000" b="1" dirty="0">
                <a:solidFill>
                  <a:schemeClr val="bg1"/>
                </a:solidFill>
                <a:latin typeface="+mj-ea"/>
                <a:ea typeface="+mj-ea"/>
                <a:cs typeface="Chogokuboso Gothic" panose="02000600000000000000" charset="-128"/>
                <a:sym typeface="思源黑体 CN Normal" panose="020B0400000000000000" pitchFamily="34" charset="-122"/>
              </a:rPr>
              <a:t>02</a:t>
            </a:r>
            <a:endParaRPr sz="2000" b="1" dirty="0">
              <a:solidFill>
                <a:schemeClr val="bg1"/>
              </a:solidFill>
              <a:latin typeface="+mj-ea"/>
              <a:ea typeface="+mj-ea"/>
              <a:cs typeface="Chogokuboso Gothic" panose="02000600000000000000" charset="-128"/>
              <a:sym typeface="思源黑体 CN Normal" panose="020B0400000000000000" pitchFamily="34" charset="-122"/>
            </a:endParaRPr>
          </a:p>
        </p:txBody>
      </p:sp>
      <p:sp>
        <p:nvSpPr>
          <p:cNvPr id="29" name="Shape 2713">
            <a:extLst>
              <a:ext uri="{FF2B5EF4-FFF2-40B4-BE49-F238E27FC236}">
                <a16:creationId xmlns:a16="http://schemas.microsoft.com/office/drawing/2014/main" id="{8D8E372A-0171-4999-9EF2-97731A290561}"/>
              </a:ext>
            </a:extLst>
          </p:cNvPr>
          <p:cNvSpPr/>
          <p:nvPr/>
        </p:nvSpPr>
        <p:spPr>
          <a:xfrm flipH="1">
            <a:off x="7289476" y="3978910"/>
            <a:ext cx="0" cy="714568"/>
          </a:xfrm>
          <a:prstGeom prst="line">
            <a:avLst/>
          </a:prstGeom>
          <a:noFill/>
          <a:ln w="25400" cap="flat">
            <a:solidFill>
              <a:schemeClr val="accent3"/>
            </a:solidFill>
            <a:prstDash val="solid"/>
            <a:miter lim="400000"/>
            <a:tailEnd type="oval" w="lg" len="lg"/>
          </a:ln>
          <a:effectLst/>
        </p:spPr>
        <p:txBody>
          <a:bodyPr wrap="square" lIns="23994" tIns="23994" rIns="23994" bIns="23994" numCol="1" anchor="t">
            <a:noAutofit/>
          </a:bodyPr>
          <a:lstStyle/>
          <a:p>
            <a:pPr defTabSz="179971">
              <a:defRPr sz="1200">
                <a:latin typeface="Helvetica"/>
                <a:ea typeface="Helvetica"/>
                <a:cs typeface="Helvetica"/>
                <a:sym typeface="Helvetica"/>
              </a:defRPr>
            </a:pPr>
            <a:endParaRPr sz="630" dirty="0">
              <a:latin typeface="思源黑体 CN Normal" panose="020B0400000000000000" pitchFamily="34" charset="-122"/>
              <a:ea typeface="思源黑体 CN Normal" panose="020B0400000000000000" pitchFamily="34" charset="-122"/>
              <a:cs typeface="Arial" panose="020B0604020202020204" pitchFamily="34" charset="0"/>
              <a:sym typeface="思源黑体 CN Normal" panose="020B0400000000000000" pitchFamily="34" charset="-122"/>
            </a:endParaRPr>
          </a:p>
        </p:txBody>
      </p:sp>
      <p:sp>
        <p:nvSpPr>
          <p:cNvPr id="30" name="Shape 2708">
            <a:extLst>
              <a:ext uri="{FF2B5EF4-FFF2-40B4-BE49-F238E27FC236}">
                <a16:creationId xmlns:a16="http://schemas.microsoft.com/office/drawing/2014/main" id="{2E7005F0-6EE1-4FA8-A42F-727AB18E74E7}"/>
              </a:ext>
            </a:extLst>
          </p:cNvPr>
          <p:cNvSpPr/>
          <p:nvPr/>
        </p:nvSpPr>
        <p:spPr>
          <a:xfrm>
            <a:off x="6648901" y="3322258"/>
            <a:ext cx="1281150" cy="951379"/>
          </a:xfrm>
          <a:custGeom>
            <a:avLst/>
            <a:gdLst/>
            <a:ahLst/>
            <a:cxnLst>
              <a:cxn ang="0">
                <a:pos x="wd2" y="hd2"/>
              </a:cxn>
              <a:cxn ang="5400000">
                <a:pos x="wd2" y="hd2"/>
              </a:cxn>
              <a:cxn ang="10800000">
                <a:pos x="wd2" y="hd2"/>
              </a:cxn>
              <a:cxn ang="16200000">
                <a:pos x="wd2" y="hd2"/>
              </a:cxn>
            </a:cxnLst>
            <a:rect l="0" t="0" r="r" b="b"/>
            <a:pathLst>
              <a:path w="21600" h="21600" extrusionOk="0">
                <a:moveTo>
                  <a:pt x="181" y="0"/>
                </a:moveTo>
                <a:lnTo>
                  <a:pt x="21600" y="0"/>
                </a:lnTo>
                <a:lnTo>
                  <a:pt x="21600" y="10440"/>
                </a:lnTo>
                <a:lnTo>
                  <a:pt x="10926" y="21600"/>
                </a:lnTo>
                <a:lnTo>
                  <a:pt x="0" y="10254"/>
                </a:lnTo>
                <a:lnTo>
                  <a:pt x="181" y="0"/>
                </a:lnTo>
                <a:close/>
              </a:path>
            </a:pathLst>
          </a:custGeom>
          <a:solidFill>
            <a:schemeClr val="accent3"/>
          </a:solidFill>
          <a:ln w="12700" cap="flat">
            <a:noFill/>
            <a:miter lim="400000"/>
          </a:ln>
          <a:effectLst>
            <a:outerShdw blurRad="50800" dist="38100" dir="2700000" algn="tl" rotWithShape="0">
              <a:prstClr val="black">
                <a:alpha val="40000"/>
              </a:prstClr>
            </a:outerShdw>
          </a:effectLst>
        </p:spPr>
        <p:txBody>
          <a:bodyPr wrap="square" lIns="0" tIns="0" rIns="0" bIns="0" numCol="1" anchor="ctr">
            <a:noAutofit/>
          </a:bodyPr>
          <a:lstStyle/>
          <a:p>
            <a:pPr lvl="0">
              <a:lnSpc>
                <a:spcPct val="120000"/>
              </a:lnSpc>
              <a:defRPr sz="3200"/>
            </a:pPr>
            <a:endParaRPr sz="1680">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31" name="Shape 2711">
            <a:extLst>
              <a:ext uri="{FF2B5EF4-FFF2-40B4-BE49-F238E27FC236}">
                <a16:creationId xmlns:a16="http://schemas.microsoft.com/office/drawing/2014/main" id="{28B8E29B-5443-4A8B-851F-DA88F1421D18}"/>
              </a:ext>
            </a:extLst>
          </p:cNvPr>
          <p:cNvSpPr/>
          <p:nvPr/>
        </p:nvSpPr>
        <p:spPr>
          <a:xfrm>
            <a:off x="7130780" y="3347990"/>
            <a:ext cx="317395" cy="338041"/>
          </a:xfrm>
          <a:prstGeom prst="rect">
            <a:avLst/>
          </a:prstGeom>
          <a:noFill/>
          <a:ln w="12700" cap="flat">
            <a:noFill/>
            <a:miter lim="400000"/>
          </a:ln>
          <a:effectLst/>
        </p:spPr>
        <p:txBody>
          <a:bodyPr wrap="none" lIns="0" tIns="0" rIns="0" bIns="0" numCol="1" anchor="ctr">
            <a:spAutoFit/>
          </a:bodyPr>
          <a:lstStyle>
            <a:lvl1pPr>
              <a:defRPr sz="5800">
                <a:solidFill>
                  <a:srgbClr val="F9FAFC"/>
                </a:solidFill>
                <a:latin typeface="Sosa"/>
                <a:ea typeface="Sosa"/>
                <a:cs typeface="Sosa"/>
                <a:sym typeface="Sosa"/>
              </a:defRPr>
            </a:lvl1pPr>
          </a:lstStyle>
          <a:p>
            <a:pPr lvl="0" algn="ctr">
              <a:lnSpc>
                <a:spcPct val="120000"/>
              </a:lnSpc>
              <a:defRPr sz="1800">
                <a:solidFill>
                  <a:srgbClr val="000000"/>
                </a:solidFill>
              </a:defRPr>
            </a:pPr>
            <a:r>
              <a:rPr lang="en-US" altLang="zh-CN" sz="2000" b="1" dirty="0">
                <a:solidFill>
                  <a:schemeClr val="bg1"/>
                </a:solidFill>
                <a:latin typeface="+mj-ea"/>
                <a:ea typeface="+mj-ea"/>
                <a:cs typeface="Chogokuboso Gothic" panose="02000600000000000000" charset="-128"/>
                <a:sym typeface="思源黑体 CN Normal" panose="020B0400000000000000" pitchFamily="34" charset="-122"/>
              </a:rPr>
              <a:t>03</a:t>
            </a:r>
            <a:endParaRPr sz="2000" b="1" dirty="0">
              <a:solidFill>
                <a:schemeClr val="bg1"/>
              </a:solidFill>
              <a:latin typeface="+mj-ea"/>
              <a:ea typeface="+mj-ea"/>
              <a:cs typeface="Chogokuboso Gothic" panose="02000600000000000000" charset="-128"/>
              <a:sym typeface="思源黑体 CN Normal" panose="020B0400000000000000" pitchFamily="34" charset="-122"/>
            </a:endParaRPr>
          </a:p>
        </p:txBody>
      </p:sp>
      <p:sp>
        <p:nvSpPr>
          <p:cNvPr id="33" name="Shape 2713">
            <a:extLst>
              <a:ext uri="{FF2B5EF4-FFF2-40B4-BE49-F238E27FC236}">
                <a16:creationId xmlns:a16="http://schemas.microsoft.com/office/drawing/2014/main" id="{6CD797DC-7CDF-430E-921D-60E0A335B64B}"/>
              </a:ext>
            </a:extLst>
          </p:cNvPr>
          <p:cNvSpPr/>
          <p:nvPr/>
        </p:nvSpPr>
        <p:spPr>
          <a:xfrm flipH="1">
            <a:off x="2515567" y="3978910"/>
            <a:ext cx="0" cy="714568"/>
          </a:xfrm>
          <a:prstGeom prst="line">
            <a:avLst/>
          </a:prstGeom>
          <a:noFill/>
          <a:ln w="25400" cap="flat">
            <a:solidFill>
              <a:schemeClr val="accent1"/>
            </a:solidFill>
            <a:prstDash val="solid"/>
            <a:miter lim="400000"/>
            <a:tailEnd type="oval" w="lg" len="lg"/>
          </a:ln>
          <a:effectLst/>
        </p:spPr>
        <p:txBody>
          <a:bodyPr wrap="square" lIns="23994" tIns="23994" rIns="23994" bIns="23994" numCol="1" anchor="t">
            <a:noAutofit/>
          </a:bodyPr>
          <a:lstStyle/>
          <a:p>
            <a:pPr defTabSz="179971">
              <a:defRPr sz="1200">
                <a:latin typeface="Helvetica"/>
                <a:ea typeface="Helvetica"/>
                <a:cs typeface="Helvetica"/>
                <a:sym typeface="Helvetica"/>
              </a:defRPr>
            </a:pPr>
            <a:endParaRPr sz="630" dirty="0">
              <a:latin typeface="思源黑体 CN Normal" panose="020B0400000000000000" pitchFamily="34" charset="-122"/>
              <a:ea typeface="思源黑体 CN Normal" panose="020B0400000000000000" pitchFamily="34" charset="-122"/>
              <a:cs typeface="Arial" panose="020B0604020202020204" pitchFamily="34" charset="0"/>
              <a:sym typeface="思源黑体 CN Normal" panose="020B0400000000000000" pitchFamily="34" charset="-122"/>
            </a:endParaRPr>
          </a:p>
        </p:txBody>
      </p:sp>
      <p:sp>
        <p:nvSpPr>
          <p:cNvPr id="37" name="Shape 2714">
            <a:extLst>
              <a:ext uri="{FF2B5EF4-FFF2-40B4-BE49-F238E27FC236}">
                <a16:creationId xmlns:a16="http://schemas.microsoft.com/office/drawing/2014/main" id="{67AB8500-ACF3-41D7-B2FD-F225C75A7446}"/>
              </a:ext>
            </a:extLst>
          </p:cNvPr>
          <p:cNvSpPr/>
          <p:nvPr/>
        </p:nvSpPr>
        <p:spPr>
          <a:xfrm>
            <a:off x="1874993" y="3291779"/>
            <a:ext cx="1281149" cy="951379"/>
          </a:xfrm>
          <a:custGeom>
            <a:avLst/>
            <a:gdLst/>
            <a:ahLst/>
            <a:cxnLst>
              <a:cxn ang="0">
                <a:pos x="wd2" y="hd2"/>
              </a:cxn>
              <a:cxn ang="5400000">
                <a:pos x="wd2" y="hd2"/>
              </a:cxn>
              <a:cxn ang="10800000">
                <a:pos x="wd2" y="hd2"/>
              </a:cxn>
              <a:cxn ang="16200000">
                <a:pos x="wd2" y="hd2"/>
              </a:cxn>
            </a:cxnLst>
            <a:rect l="0" t="0" r="r" b="b"/>
            <a:pathLst>
              <a:path w="21600" h="21600" extrusionOk="0">
                <a:moveTo>
                  <a:pt x="181" y="0"/>
                </a:moveTo>
                <a:lnTo>
                  <a:pt x="21600" y="0"/>
                </a:lnTo>
                <a:lnTo>
                  <a:pt x="21600" y="10440"/>
                </a:lnTo>
                <a:lnTo>
                  <a:pt x="10926" y="21600"/>
                </a:lnTo>
                <a:lnTo>
                  <a:pt x="0" y="10254"/>
                </a:lnTo>
                <a:lnTo>
                  <a:pt x="181" y="0"/>
                </a:lnTo>
                <a:close/>
              </a:path>
            </a:pathLst>
          </a:custGeom>
          <a:solidFill>
            <a:schemeClr val="accent1"/>
          </a:solidFill>
          <a:ln w="12700" cap="flat">
            <a:noFill/>
            <a:miter lim="400000"/>
          </a:ln>
          <a:effectLst>
            <a:outerShdw blurRad="50800" dist="38100" dir="2700000" algn="tl" rotWithShape="0">
              <a:prstClr val="black">
                <a:alpha val="40000"/>
              </a:prstClr>
            </a:outerShdw>
          </a:effectLst>
        </p:spPr>
        <p:txBody>
          <a:bodyPr wrap="square" lIns="0" tIns="0" rIns="0" bIns="0" numCol="1" anchor="ctr">
            <a:noAutofit/>
          </a:bodyPr>
          <a:lstStyle/>
          <a:p>
            <a:pPr lvl="0">
              <a:lnSpc>
                <a:spcPct val="120000"/>
              </a:lnSpc>
              <a:defRPr sz="3200"/>
            </a:pPr>
            <a:endParaRPr sz="1680">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40" name="Shape 2717">
            <a:extLst>
              <a:ext uri="{FF2B5EF4-FFF2-40B4-BE49-F238E27FC236}">
                <a16:creationId xmlns:a16="http://schemas.microsoft.com/office/drawing/2014/main" id="{44655A09-4C9D-4D4C-8A35-2D2A3275EE9F}"/>
              </a:ext>
            </a:extLst>
          </p:cNvPr>
          <p:cNvSpPr/>
          <p:nvPr/>
        </p:nvSpPr>
        <p:spPr>
          <a:xfrm>
            <a:off x="2356871" y="3347990"/>
            <a:ext cx="317395" cy="338041"/>
          </a:xfrm>
          <a:prstGeom prst="rect">
            <a:avLst/>
          </a:prstGeom>
          <a:noFill/>
          <a:ln w="12700" cap="flat">
            <a:noFill/>
            <a:miter lim="400000"/>
          </a:ln>
          <a:effectLst/>
        </p:spPr>
        <p:txBody>
          <a:bodyPr wrap="none" lIns="0" tIns="0" rIns="0" bIns="0" numCol="1" anchor="ctr">
            <a:spAutoFit/>
          </a:bodyPr>
          <a:lstStyle>
            <a:lvl1pPr>
              <a:defRPr sz="5800">
                <a:solidFill>
                  <a:srgbClr val="F9FAFC"/>
                </a:solidFill>
                <a:latin typeface="Sosa"/>
                <a:ea typeface="Sosa"/>
                <a:cs typeface="Sosa"/>
                <a:sym typeface="Sosa"/>
              </a:defRPr>
            </a:lvl1pPr>
          </a:lstStyle>
          <a:p>
            <a:pPr lvl="0" algn="ctr">
              <a:lnSpc>
                <a:spcPct val="120000"/>
              </a:lnSpc>
              <a:defRPr sz="1800">
                <a:solidFill>
                  <a:srgbClr val="000000"/>
                </a:solidFill>
              </a:defRPr>
            </a:pPr>
            <a:r>
              <a:rPr lang="en-US" altLang="zh-CN" sz="2000" b="1" dirty="0">
                <a:solidFill>
                  <a:schemeClr val="bg1"/>
                </a:solidFill>
                <a:latin typeface="+mj-ea"/>
                <a:ea typeface="+mj-ea"/>
                <a:cs typeface="Chogokuboso Gothic" panose="02000600000000000000" charset="-128"/>
                <a:sym typeface="思源黑体 CN Normal" panose="020B0400000000000000" pitchFamily="34" charset="-122"/>
              </a:rPr>
              <a:t>01</a:t>
            </a:r>
            <a:endParaRPr sz="2000" b="1" dirty="0">
              <a:solidFill>
                <a:schemeClr val="bg1"/>
              </a:solidFill>
              <a:latin typeface="+mj-ea"/>
              <a:ea typeface="+mj-ea"/>
              <a:cs typeface="Chogokuboso Gothic" panose="02000600000000000000" charset="-128"/>
              <a:sym typeface="思源黑体 CN Normal" panose="020B0400000000000000" pitchFamily="34" charset="-122"/>
            </a:endParaRPr>
          </a:p>
        </p:txBody>
      </p:sp>
      <p:sp>
        <p:nvSpPr>
          <p:cNvPr id="42" name="Shape 2713">
            <a:extLst>
              <a:ext uri="{FF2B5EF4-FFF2-40B4-BE49-F238E27FC236}">
                <a16:creationId xmlns:a16="http://schemas.microsoft.com/office/drawing/2014/main" id="{BE4F45BF-7FF4-44C7-A46F-870AF7EAC954}"/>
              </a:ext>
            </a:extLst>
          </p:cNvPr>
          <p:cNvSpPr/>
          <p:nvPr/>
        </p:nvSpPr>
        <p:spPr>
          <a:xfrm rot="10800000" flipH="1">
            <a:off x="9676431" y="2371821"/>
            <a:ext cx="0" cy="714568"/>
          </a:xfrm>
          <a:prstGeom prst="line">
            <a:avLst/>
          </a:prstGeom>
          <a:noFill/>
          <a:ln w="25400" cap="flat">
            <a:solidFill>
              <a:schemeClr val="accent4"/>
            </a:solidFill>
            <a:prstDash val="solid"/>
            <a:miter lim="400000"/>
            <a:tailEnd type="oval" w="lg" len="lg"/>
          </a:ln>
          <a:effectLst/>
        </p:spPr>
        <p:txBody>
          <a:bodyPr wrap="square" lIns="23994" tIns="23994" rIns="23994" bIns="23994" numCol="1" anchor="t">
            <a:noAutofit/>
          </a:bodyPr>
          <a:lstStyle/>
          <a:p>
            <a:pPr defTabSz="179971">
              <a:defRPr sz="1200">
                <a:latin typeface="Helvetica"/>
                <a:ea typeface="Helvetica"/>
                <a:cs typeface="Helvetica"/>
                <a:sym typeface="Helvetica"/>
              </a:defRPr>
            </a:pPr>
            <a:endParaRPr sz="630" dirty="0">
              <a:latin typeface="思源黑体 CN Normal" panose="020B0400000000000000" pitchFamily="34" charset="-122"/>
              <a:ea typeface="思源黑体 CN Normal" panose="020B0400000000000000" pitchFamily="34" charset="-122"/>
              <a:cs typeface="Arial" panose="020B0604020202020204" pitchFamily="34" charset="0"/>
              <a:sym typeface="思源黑体 CN Normal" panose="020B0400000000000000" pitchFamily="34" charset="-122"/>
            </a:endParaRPr>
          </a:p>
        </p:txBody>
      </p:sp>
      <p:sp>
        <p:nvSpPr>
          <p:cNvPr id="43" name="Shape 2720">
            <a:extLst>
              <a:ext uri="{FF2B5EF4-FFF2-40B4-BE49-F238E27FC236}">
                <a16:creationId xmlns:a16="http://schemas.microsoft.com/office/drawing/2014/main" id="{69F89A6C-892A-49B6-806C-08BC07BA8D1E}"/>
              </a:ext>
            </a:extLst>
          </p:cNvPr>
          <p:cNvSpPr/>
          <p:nvPr/>
        </p:nvSpPr>
        <p:spPr>
          <a:xfrm rot="10800000">
            <a:off x="9035856" y="2816087"/>
            <a:ext cx="1281151" cy="951380"/>
          </a:xfrm>
          <a:custGeom>
            <a:avLst/>
            <a:gdLst/>
            <a:ahLst/>
            <a:cxnLst>
              <a:cxn ang="0">
                <a:pos x="wd2" y="hd2"/>
              </a:cxn>
              <a:cxn ang="5400000">
                <a:pos x="wd2" y="hd2"/>
              </a:cxn>
              <a:cxn ang="10800000">
                <a:pos x="wd2" y="hd2"/>
              </a:cxn>
              <a:cxn ang="16200000">
                <a:pos x="wd2" y="hd2"/>
              </a:cxn>
            </a:cxnLst>
            <a:rect l="0" t="0" r="r" b="b"/>
            <a:pathLst>
              <a:path w="21600" h="21600" extrusionOk="0">
                <a:moveTo>
                  <a:pt x="181" y="0"/>
                </a:moveTo>
                <a:lnTo>
                  <a:pt x="21600" y="0"/>
                </a:lnTo>
                <a:lnTo>
                  <a:pt x="21600" y="10440"/>
                </a:lnTo>
                <a:lnTo>
                  <a:pt x="10926" y="21600"/>
                </a:lnTo>
                <a:lnTo>
                  <a:pt x="0" y="10254"/>
                </a:lnTo>
                <a:lnTo>
                  <a:pt x="181" y="0"/>
                </a:lnTo>
                <a:close/>
              </a:path>
            </a:pathLst>
          </a:custGeom>
          <a:solidFill>
            <a:schemeClr val="accent4"/>
          </a:solidFill>
          <a:ln w="12700" cap="flat">
            <a:noFill/>
            <a:miter lim="400000"/>
          </a:ln>
          <a:effectLst>
            <a:outerShdw blurRad="50800" dist="38100" dir="2700000" algn="tl" rotWithShape="0">
              <a:prstClr val="black">
                <a:alpha val="40000"/>
              </a:prstClr>
            </a:outerShdw>
          </a:effectLst>
        </p:spPr>
        <p:txBody>
          <a:bodyPr wrap="square" lIns="0" tIns="0" rIns="0" bIns="0" numCol="1" anchor="ctr">
            <a:noAutofit/>
          </a:bodyPr>
          <a:lstStyle/>
          <a:p>
            <a:pPr lvl="0">
              <a:lnSpc>
                <a:spcPct val="120000"/>
              </a:lnSpc>
              <a:defRPr sz="3200"/>
            </a:pPr>
            <a:endParaRPr sz="1680">
              <a:latin typeface="思源黑体 CN Normal" panose="020B0400000000000000" pitchFamily="34" charset="-122"/>
              <a:ea typeface="思源黑体 CN Normal" panose="020B0400000000000000" pitchFamily="34" charset="-122"/>
              <a:sym typeface="思源黑体 CN Normal" panose="020B0400000000000000" pitchFamily="34" charset="-122"/>
            </a:endParaRPr>
          </a:p>
        </p:txBody>
      </p:sp>
      <p:sp>
        <p:nvSpPr>
          <p:cNvPr id="45" name="Shape 2723">
            <a:extLst>
              <a:ext uri="{FF2B5EF4-FFF2-40B4-BE49-F238E27FC236}">
                <a16:creationId xmlns:a16="http://schemas.microsoft.com/office/drawing/2014/main" id="{24B85EF2-A5FA-4E48-B7FE-9C29588C130C}"/>
              </a:ext>
            </a:extLst>
          </p:cNvPr>
          <p:cNvSpPr/>
          <p:nvPr/>
        </p:nvSpPr>
        <p:spPr>
          <a:xfrm>
            <a:off x="9517735" y="3347990"/>
            <a:ext cx="317395" cy="338041"/>
          </a:xfrm>
          <a:prstGeom prst="rect">
            <a:avLst/>
          </a:prstGeom>
          <a:noFill/>
          <a:ln w="12700" cap="flat">
            <a:noFill/>
            <a:miter lim="400000"/>
          </a:ln>
          <a:effectLst/>
        </p:spPr>
        <p:txBody>
          <a:bodyPr wrap="none" lIns="0" tIns="0" rIns="0" bIns="0" numCol="1" anchor="ctr">
            <a:spAutoFit/>
          </a:bodyPr>
          <a:lstStyle>
            <a:lvl1pPr>
              <a:defRPr sz="5800">
                <a:solidFill>
                  <a:srgbClr val="F9FAFC"/>
                </a:solidFill>
                <a:latin typeface="Sosa"/>
                <a:ea typeface="Sosa"/>
                <a:cs typeface="Sosa"/>
                <a:sym typeface="Sosa"/>
              </a:defRPr>
            </a:lvl1pPr>
          </a:lstStyle>
          <a:p>
            <a:pPr lvl="0" algn="ctr">
              <a:lnSpc>
                <a:spcPct val="120000"/>
              </a:lnSpc>
              <a:defRPr sz="1800">
                <a:solidFill>
                  <a:srgbClr val="000000"/>
                </a:solidFill>
              </a:defRPr>
            </a:pPr>
            <a:r>
              <a:rPr lang="en-US" altLang="zh-CN" sz="2000" b="1" dirty="0">
                <a:solidFill>
                  <a:schemeClr val="bg1"/>
                </a:solidFill>
                <a:latin typeface="+mj-ea"/>
                <a:ea typeface="+mj-ea"/>
                <a:cs typeface="Chogokuboso Gothic" panose="02000600000000000000" charset="-128"/>
                <a:sym typeface="思源黑体 CN Normal" panose="020B0400000000000000" pitchFamily="34" charset="-122"/>
              </a:rPr>
              <a:t>04</a:t>
            </a:r>
            <a:endParaRPr sz="2000" b="1" dirty="0">
              <a:solidFill>
                <a:schemeClr val="bg1"/>
              </a:solidFill>
              <a:latin typeface="+mj-ea"/>
              <a:ea typeface="+mj-ea"/>
              <a:cs typeface="Chogokuboso Gothic" panose="02000600000000000000" charset="-128"/>
              <a:sym typeface="思源黑体 CN Normal" panose="020B0400000000000000" pitchFamily="34" charset="-122"/>
            </a:endParaRPr>
          </a:p>
        </p:txBody>
      </p:sp>
      <p:sp>
        <p:nvSpPr>
          <p:cNvPr id="46" name="Inhaltsplatzhalter 4">
            <a:extLst>
              <a:ext uri="{FF2B5EF4-FFF2-40B4-BE49-F238E27FC236}">
                <a16:creationId xmlns:a16="http://schemas.microsoft.com/office/drawing/2014/main" id="{A950EEB7-8BF3-4305-B9CD-67B786602F71}"/>
              </a:ext>
            </a:extLst>
          </p:cNvPr>
          <p:cNvSpPr txBox="1"/>
          <p:nvPr/>
        </p:nvSpPr>
        <p:spPr>
          <a:xfrm>
            <a:off x="3632558" y="1203966"/>
            <a:ext cx="2539925" cy="936860"/>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47" name="Inhaltsplatzhalter 4">
            <a:extLst>
              <a:ext uri="{FF2B5EF4-FFF2-40B4-BE49-F238E27FC236}">
                <a16:creationId xmlns:a16="http://schemas.microsoft.com/office/drawing/2014/main" id="{B8E639F5-BCCF-457F-8566-71E8C9072B8B}"/>
              </a:ext>
            </a:extLst>
          </p:cNvPr>
          <p:cNvSpPr txBox="1"/>
          <p:nvPr/>
        </p:nvSpPr>
        <p:spPr>
          <a:xfrm>
            <a:off x="1245604" y="4887993"/>
            <a:ext cx="2539925" cy="936860"/>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48" name="Inhaltsplatzhalter 4">
            <a:extLst>
              <a:ext uri="{FF2B5EF4-FFF2-40B4-BE49-F238E27FC236}">
                <a16:creationId xmlns:a16="http://schemas.microsoft.com/office/drawing/2014/main" id="{F96302AF-F7E6-4D12-BA99-5D78B043E6B4}"/>
              </a:ext>
            </a:extLst>
          </p:cNvPr>
          <p:cNvSpPr txBox="1"/>
          <p:nvPr/>
        </p:nvSpPr>
        <p:spPr>
          <a:xfrm>
            <a:off x="6019513" y="4887993"/>
            <a:ext cx="2539925" cy="936860"/>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sp>
        <p:nvSpPr>
          <p:cNvPr id="49" name="Inhaltsplatzhalter 4">
            <a:extLst>
              <a:ext uri="{FF2B5EF4-FFF2-40B4-BE49-F238E27FC236}">
                <a16:creationId xmlns:a16="http://schemas.microsoft.com/office/drawing/2014/main" id="{B3617D70-EDDF-4F1B-9ADA-2613668F55C4}"/>
              </a:ext>
            </a:extLst>
          </p:cNvPr>
          <p:cNvSpPr txBox="1"/>
          <p:nvPr/>
        </p:nvSpPr>
        <p:spPr>
          <a:xfrm>
            <a:off x="8406468" y="1203966"/>
            <a:ext cx="2539925" cy="936860"/>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200" dirty="0">
              <a:solidFill>
                <a:schemeClr val="tx1">
                  <a:lumMod val="75000"/>
                  <a:lumOff val="25000"/>
                </a:schemeClr>
              </a:solidFill>
              <a:latin typeface="+mn-ea"/>
            </a:endParaRPr>
          </a:p>
        </p:txBody>
      </p:sp>
      <p:grpSp>
        <p:nvGrpSpPr>
          <p:cNvPr id="21" name="组合 20">
            <a:extLst>
              <a:ext uri="{FF2B5EF4-FFF2-40B4-BE49-F238E27FC236}">
                <a16:creationId xmlns:a16="http://schemas.microsoft.com/office/drawing/2014/main" id="{DB113ED3-F319-4AF5-AA2D-38DD160BDF47}"/>
              </a:ext>
            </a:extLst>
          </p:cNvPr>
          <p:cNvGrpSpPr/>
          <p:nvPr/>
        </p:nvGrpSpPr>
        <p:grpSpPr>
          <a:xfrm>
            <a:off x="-491832" y="1587"/>
            <a:ext cx="273269" cy="2129816"/>
            <a:chOff x="11681691" y="1513398"/>
            <a:chExt cx="273269" cy="2129816"/>
          </a:xfrm>
        </p:grpSpPr>
        <p:sp>
          <p:nvSpPr>
            <p:cNvPr id="23" name="矩形 22">
              <a:extLst>
                <a:ext uri="{FF2B5EF4-FFF2-40B4-BE49-F238E27FC236}">
                  <a16:creationId xmlns:a16="http://schemas.microsoft.com/office/drawing/2014/main" id="{790B924B-92D2-443E-9BB3-B5F7DB095B0B}"/>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701CDD84-D7B9-4D88-99D9-75CC1C803DF0}"/>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EB050643-5B5E-44AB-9DA5-B0FABF25E45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24B45BD3-44FF-4BF3-B85C-8CAB8586985A}"/>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a:extLst>
                <a:ext uri="{FF2B5EF4-FFF2-40B4-BE49-F238E27FC236}">
                  <a16:creationId xmlns:a16="http://schemas.microsoft.com/office/drawing/2014/main" id="{DF5526BA-4212-45C2-922C-880FAF780172}"/>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a:extLst>
                <a:ext uri="{FF2B5EF4-FFF2-40B4-BE49-F238E27FC236}">
                  <a16:creationId xmlns:a16="http://schemas.microsoft.com/office/drawing/2014/main" id="{DE5F5351-D893-4ED3-AED5-E04C5C4FB51D}"/>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41D854B6-C1F7-416A-8D2D-811C7AF092F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3597584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3781AC-5F4C-4E19-9AF6-E0DD7812A3E7}"/>
              </a:ext>
            </a:extLst>
          </p:cNvPr>
          <p:cNvSpPr>
            <a:spLocks noGrp="1"/>
          </p:cNvSpPr>
          <p:nvPr>
            <p:ph type="title"/>
          </p:nvPr>
        </p:nvSpPr>
        <p:spPr/>
        <p:txBody>
          <a:bodyPr/>
          <a:lstStyle/>
          <a:p>
            <a:endParaRPr lang="zh-CN" altLang="en-US"/>
          </a:p>
        </p:txBody>
      </p:sp>
      <p:grpSp>
        <p:nvGrpSpPr>
          <p:cNvPr id="72" name="组合 71">
            <a:extLst>
              <a:ext uri="{FF2B5EF4-FFF2-40B4-BE49-F238E27FC236}">
                <a16:creationId xmlns:a16="http://schemas.microsoft.com/office/drawing/2014/main" id="{F35FDBB3-17E0-4080-976B-3354FAA17432}"/>
              </a:ext>
            </a:extLst>
          </p:cNvPr>
          <p:cNvGrpSpPr/>
          <p:nvPr/>
        </p:nvGrpSpPr>
        <p:grpSpPr>
          <a:xfrm>
            <a:off x="602591" y="3800554"/>
            <a:ext cx="4981462" cy="989041"/>
            <a:chOff x="508001" y="3918478"/>
            <a:chExt cx="4981462" cy="989041"/>
          </a:xfrm>
          <a:effectLst>
            <a:outerShdw blurRad="50800" dist="38100" dir="2700000" algn="tl" rotWithShape="0">
              <a:prstClr val="black">
                <a:alpha val="40000"/>
              </a:prstClr>
            </a:outerShdw>
          </a:effectLst>
        </p:grpSpPr>
        <p:sp>
          <p:nvSpPr>
            <p:cNvPr id="80" name="Freeform 5">
              <a:extLst>
                <a:ext uri="{FF2B5EF4-FFF2-40B4-BE49-F238E27FC236}">
                  <a16:creationId xmlns:a16="http://schemas.microsoft.com/office/drawing/2014/main" id="{A0C01E94-1B91-4EF3-9AD8-B9E45164E915}"/>
                </a:ext>
              </a:extLst>
            </p:cNvPr>
            <p:cNvSpPr/>
            <p:nvPr/>
          </p:nvSpPr>
          <p:spPr bwMode="auto">
            <a:xfrm>
              <a:off x="508001" y="3918478"/>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81" name="Freeform 8">
              <a:extLst>
                <a:ext uri="{FF2B5EF4-FFF2-40B4-BE49-F238E27FC236}">
                  <a16:creationId xmlns:a16="http://schemas.microsoft.com/office/drawing/2014/main" id="{DA2C47F9-F5D3-44F7-BCC4-66088B3F9D02}"/>
                </a:ext>
              </a:extLst>
            </p:cNvPr>
            <p:cNvSpPr/>
            <p:nvPr/>
          </p:nvSpPr>
          <p:spPr bwMode="auto">
            <a:xfrm>
              <a:off x="5358014" y="3918478"/>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3"/>
            </a:solidFill>
            <a:ln>
              <a:noFill/>
            </a:ln>
          </p:spPr>
          <p:txBody>
            <a:bodyPr vert="horz" wrap="square" lIns="91440" tIns="45720" rIns="91440" bIns="45720" numCol="1" anchor="t" anchorCtr="0" compatLnSpc="1"/>
            <a:lstStyle/>
            <a:p>
              <a:endParaRPr lang="en-US"/>
            </a:p>
          </p:txBody>
        </p:sp>
      </p:grpSp>
      <p:grpSp>
        <p:nvGrpSpPr>
          <p:cNvPr id="73" name="Group 22">
            <a:extLst>
              <a:ext uri="{FF2B5EF4-FFF2-40B4-BE49-F238E27FC236}">
                <a16:creationId xmlns:a16="http://schemas.microsoft.com/office/drawing/2014/main" id="{0263627E-E49B-4497-AAE3-1E7992A348DC}"/>
              </a:ext>
            </a:extLst>
          </p:cNvPr>
          <p:cNvGrpSpPr/>
          <p:nvPr/>
        </p:nvGrpSpPr>
        <p:grpSpPr>
          <a:xfrm>
            <a:off x="802031" y="3728937"/>
            <a:ext cx="894759" cy="905639"/>
            <a:chOff x="707441" y="4151657"/>
            <a:chExt cx="894759" cy="905639"/>
          </a:xfrm>
        </p:grpSpPr>
        <p:sp>
          <p:nvSpPr>
            <p:cNvPr id="78" name="Freeform 6">
              <a:extLst>
                <a:ext uri="{FF2B5EF4-FFF2-40B4-BE49-F238E27FC236}">
                  <a16:creationId xmlns:a16="http://schemas.microsoft.com/office/drawing/2014/main" id="{1F2D5256-E9D2-43A3-BD42-2BA21D390993}"/>
                </a:ext>
              </a:extLst>
            </p:cNvPr>
            <p:cNvSpPr/>
            <p:nvPr/>
          </p:nvSpPr>
          <p:spPr bwMode="auto">
            <a:xfrm>
              <a:off x="778151" y="4151657"/>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3"/>
            </a:solidFill>
            <a:ln>
              <a:noFill/>
            </a:ln>
          </p:spPr>
          <p:txBody>
            <a:bodyPr vert="horz" wrap="square" lIns="91440" tIns="45720" rIns="91440" bIns="45720" numCol="1" anchor="ctr" anchorCtr="0" compatLnSpc="1"/>
            <a:lstStyle/>
            <a:p>
              <a:pPr algn="ctr"/>
              <a:r>
                <a:rPr lang="en-US" sz="2400" b="1" dirty="0">
                  <a:solidFill>
                    <a:schemeClr val="bg1"/>
                  </a:solidFill>
                </a:rPr>
                <a:t>03</a:t>
              </a:r>
            </a:p>
          </p:txBody>
        </p:sp>
        <p:sp>
          <p:nvSpPr>
            <p:cNvPr id="79" name="Freeform 7">
              <a:extLst>
                <a:ext uri="{FF2B5EF4-FFF2-40B4-BE49-F238E27FC236}">
                  <a16:creationId xmlns:a16="http://schemas.microsoft.com/office/drawing/2014/main" id="{E48A420B-D026-4292-9C13-F223321ED617}"/>
                </a:ext>
              </a:extLst>
            </p:cNvPr>
            <p:cNvSpPr/>
            <p:nvPr/>
          </p:nvSpPr>
          <p:spPr bwMode="auto">
            <a:xfrm>
              <a:off x="707441" y="4151657"/>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3">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76" name="Freeform 24">
            <a:extLst>
              <a:ext uri="{FF2B5EF4-FFF2-40B4-BE49-F238E27FC236}">
                <a16:creationId xmlns:a16="http://schemas.microsoft.com/office/drawing/2014/main" id="{78D58588-0085-485C-A3C3-8C02DCB90289}"/>
              </a:ext>
            </a:extLst>
          </p:cNvPr>
          <p:cNvSpPr/>
          <p:nvPr/>
        </p:nvSpPr>
        <p:spPr bwMode="auto">
          <a:xfrm>
            <a:off x="2585423" y="3877562"/>
            <a:ext cx="45719" cy="835024"/>
          </a:xfrm>
          <a:custGeom>
            <a:avLst/>
            <a:gdLst>
              <a:gd name="T0" fmla="*/ 22 w 22"/>
              <a:gd name="T1" fmla="*/ 0 h 268"/>
              <a:gd name="T2" fmla="*/ 22 w 22"/>
              <a:gd name="T3" fmla="*/ 268 h 268"/>
              <a:gd name="T4" fmla="*/ 0 w 22"/>
              <a:gd name="T5" fmla="*/ 268 h 268"/>
              <a:gd name="T6" fmla="*/ 0 w 22"/>
              <a:gd name="T7" fmla="*/ 0 h 268"/>
              <a:gd name="T8" fmla="*/ 22 w 22"/>
              <a:gd name="T9" fmla="*/ 0 h 268"/>
              <a:gd name="T10" fmla="*/ 22 w 22"/>
              <a:gd name="T11" fmla="*/ 0 h 268"/>
            </a:gdLst>
            <a:ahLst/>
            <a:cxnLst>
              <a:cxn ang="0">
                <a:pos x="T0" y="T1"/>
              </a:cxn>
              <a:cxn ang="0">
                <a:pos x="T2" y="T3"/>
              </a:cxn>
              <a:cxn ang="0">
                <a:pos x="T4" y="T5"/>
              </a:cxn>
              <a:cxn ang="0">
                <a:pos x="T6" y="T7"/>
              </a:cxn>
              <a:cxn ang="0">
                <a:pos x="T8" y="T9"/>
              </a:cxn>
              <a:cxn ang="0">
                <a:pos x="T10" y="T11"/>
              </a:cxn>
            </a:cxnLst>
            <a:rect l="0" t="0" r="r" b="b"/>
            <a:pathLst>
              <a:path w="22" h="268">
                <a:moveTo>
                  <a:pt x="22" y="0"/>
                </a:moveTo>
                <a:lnTo>
                  <a:pt x="22" y="268"/>
                </a:lnTo>
                <a:lnTo>
                  <a:pt x="0" y="268"/>
                </a:lnTo>
                <a:lnTo>
                  <a:pt x="0" y="0"/>
                </a:lnTo>
                <a:lnTo>
                  <a:pt x="22" y="0"/>
                </a:lnTo>
                <a:lnTo>
                  <a:pt x="22" y="0"/>
                </a:ln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77" name="Inhaltsplatzhalter 4">
            <a:extLst>
              <a:ext uri="{FF2B5EF4-FFF2-40B4-BE49-F238E27FC236}">
                <a16:creationId xmlns:a16="http://schemas.microsoft.com/office/drawing/2014/main" id="{4E333AE9-5D4A-4343-BF07-46344BA29E19}"/>
              </a:ext>
            </a:extLst>
          </p:cNvPr>
          <p:cNvSpPr txBox="1"/>
          <p:nvPr/>
        </p:nvSpPr>
        <p:spPr>
          <a:xfrm>
            <a:off x="2757279" y="4066711"/>
            <a:ext cx="2614162" cy="45672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lt"/>
              </a:rPr>
              <a:t>请在此处添加详细描述文本，在这里输入文本，更改文字文本。</a:t>
            </a:r>
            <a:endParaRPr lang="en-US" altLang="zh-CN" sz="1200" dirty="0">
              <a:solidFill>
                <a:schemeClr val="tx1">
                  <a:lumMod val="75000"/>
                  <a:lumOff val="25000"/>
                </a:schemeClr>
              </a:solidFill>
              <a:latin typeface="+mn-lt"/>
            </a:endParaRPr>
          </a:p>
        </p:txBody>
      </p:sp>
      <p:sp>
        <p:nvSpPr>
          <p:cNvPr id="75" name="Freeform 171">
            <a:extLst>
              <a:ext uri="{FF2B5EF4-FFF2-40B4-BE49-F238E27FC236}">
                <a16:creationId xmlns:a16="http://schemas.microsoft.com/office/drawing/2014/main" id="{E029AD1F-7B3C-4F2B-B650-592CA4741E66}"/>
              </a:ext>
            </a:extLst>
          </p:cNvPr>
          <p:cNvSpPr/>
          <p:nvPr/>
        </p:nvSpPr>
        <p:spPr bwMode="auto">
          <a:xfrm>
            <a:off x="1927940" y="4093042"/>
            <a:ext cx="479948" cy="404064"/>
          </a:xfrm>
          <a:custGeom>
            <a:avLst/>
            <a:gdLst/>
            <a:ahLst/>
            <a:cxnLst>
              <a:cxn ang="0">
                <a:pos x="251" y="74"/>
              </a:cxn>
              <a:cxn ang="0">
                <a:pos x="251" y="74"/>
              </a:cxn>
              <a:cxn ang="0">
                <a:pos x="251" y="74"/>
              </a:cxn>
              <a:cxn ang="0">
                <a:pos x="147" y="146"/>
              </a:cxn>
              <a:cxn ang="0">
                <a:pos x="147" y="146"/>
              </a:cxn>
              <a:cxn ang="0">
                <a:pos x="140" y="148"/>
              </a:cxn>
              <a:cxn ang="0">
                <a:pos x="133" y="146"/>
              </a:cxn>
              <a:cxn ang="0">
                <a:pos x="133" y="146"/>
              </a:cxn>
              <a:cxn ang="0">
                <a:pos x="133" y="146"/>
              </a:cxn>
              <a:cxn ang="0">
                <a:pos x="133" y="146"/>
              </a:cxn>
              <a:cxn ang="0">
                <a:pos x="80" y="110"/>
              </a:cxn>
              <a:cxn ang="0">
                <a:pos x="24" y="143"/>
              </a:cxn>
              <a:cxn ang="0">
                <a:pos x="24" y="192"/>
              </a:cxn>
              <a:cxn ang="0">
                <a:pos x="244" y="192"/>
              </a:cxn>
              <a:cxn ang="0">
                <a:pos x="256" y="204"/>
              </a:cxn>
              <a:cxn ang="0">
                <a:pos x="244" y="216"/>
              </a:cxn>
              <a:cxn ang="0">
                <a:pos x="12" y="216"/>
              </a:cxn>
              <a:cxn ang="0">
                <a:pos x="0" y="204"/>
              </a:cxn>
              <a:cxn ang="0">
                <a:pos x="0" y="12"/>
              </a:cxn>
              <a:cxn ang="0">
                <a:pos x="12" y="0"/>
              </a:cxn>
              <a:cxn ang="0">
                <a:pos x="24" y="12"/>
              </a:cxn>
              <a:cxn ang="0">
                <a:pos x="24" y="115"/>
              </a:cxn>
              <a:cxn ang="0">
                <a:pos x="74" y="86"/>
              </a:cxn>
              <a:cxn ang="0">
                <a:pos x="74" y="86"/>
              </a:cxn>
              <a:cxn ang="0">
                <a:pos x="80" y="84"/>
              </a:cxn>
              <a:cxn ang="0">
                <a:pos x="87" y="86"/>
              </a:cxn>
              <a:cxn ang="0">
                <a:pos x="87" y="86"/>
              </a:cxn>
              <a:cxn ang="0">
                <a:pos x="87" y="86"/>
              </a:cxn>
              <a:cxn ang="0">
                <a:pos x="87" y="86"/>
              </a:cxn>
              <a:cxn ang="0">
                <a:pos x="140" y="121"/>
              </a:cxn>
              <a:cxn ang="0">
                <a:pos x="237" y="54"/>
              </a:cxn>
              <a:cxn ang="0">
                <a:pos x="237" y="54"/>
              </a:cxn>
              <a:cxn ang="0">
                <a:pos x="244" y="52"/>
              </a:cxn>
              <a:cxn ang="0">
                <a:pos x="256" y="64"/>
              </a:cxn>
              <a:cxn ang="0">
                <a:pos x="251" y="74"/>
              </a:cxn>
            </a:cxnLst>
            <a:rect l="0" t="0" r="r" b="b"/>
            <a:pathLst>
              <a:path w="256" h="216">
                <a:moveTo>
                  <a:pt x="251" y="74"/>
                </a:moveTo>
                <a:cubicBezTo>
                  <a:pt x="251" y="74"/>
                  <a:pt x="251" y="74"/>
                  <a:pt x="251" y="74"/>
                </a:cubicBezTo>
                <a:cubicBezTo>
                  <a:pt x="251" y="74"/>
                  <a:pt x="251" y="74"/>
                  <a:pt x="251" y="74"/>
                </a:cubicBezTo>
                <a:cubicBezTo>
                  <a:pt x="147" y="146"/>
                  <a:pt x="147" y="146"/>
                  <a:pt x="147" y="146"/>
                </a:cubicBezTo>
                <a:cubicBezTo>
                  <a:pt x="147" y="146"/>
                  <a:pt x="147" y="146"/>
                  <a:pt x="147" y="146"/>
                </a:cubicBezTo>
                <a:cubicBezTo>
                  <a:pt x="145" y="147"/>
                  <a:pt x="143" y="148"/>
                  <a:pt x="140" y="148"/>
                </a:cubicBezTo>
                <a:cubicBezTo>
                  <a:pt x="138" y="148"/>
                  <a:pt x="135" y="147"/>
                  <a:pt x="133" y="146"/>
                </a:cubicBezTo>
                <a:cubicBezTo>
                  <a:pt x="133" y="146"/>
                  <a:pt x="133" y="146"/>
                  <a:pt x="133" y="146"/>
                </a:cubicBezTo>
                <a:cubicBezTo>
                  <a:pt x="133" y="146"/>
                  <a:pt x="133" y="146"/>
                  <a:pt x="133" y="146"/>
                </a:cubicBezTo>
                <a:cubicBezTo>
                  <a:pt x="133" y="146"/>
                  <a:pt x="133" y="146"/>
                  <a:pt x="133" y="146"/>
                </a:cubicBezTo>
                <a:cubicBezTo>
                  <a:pt x="80" y="110"/>
                  <a:pt x="80" y="110"/>
                  <a:pt x="80" y="110"/>
                </a:cubicBezTo>
                <a:cubicBezTo>
                  <a:pt x="24" y="143"/>
                  <a:pt x="24" y="143"/>
                  <a:pt x="24" y="143"/>
                </a:cubicBezTo>
                <a:cubicBezTo>
                  <a:pt x="24" y="192"/>
                  <a:pt x="24" y="192"/>
                  <a:pt x="24" y="192"/>
                </a:cubicBezTo>
                <a:cubicBezTo>
                  <a:pt x="244" y="192"/>
                  <a:pt x="244" y="192"/>
                  <a:pt x="244" y="192"/>
                </a:cubicBezTo>
                <a:cubicBezTo>
                  <a:pt x="251" y="192"/>
                  <a:pt x="256" y="197"/>
                  <a:pt x="256" y="204"/>
                </a:cubicBezTo>
                <a:cubicBezTo>
                  <a:pt x="256" y="211"/>
                  <a:pt x="251" y="216"/>
                  <a:pt x="244" y="216"/>
                </a:cubicBezTo>
                <a:cubicBezTo>
                  <a:pt x="12" y="216"/>
                  <a:pt x="12" y="216"/>
                  <a:pt x="12" y="216"/>
                </a:cubicBezTo>
                <a:cubicBezTo>
                  <a:pt x="5" y="216"/>
                  <a:pt x="0" y="211"/>
                  <a:pt x="0" y="204"/>
                </a:cubicBezTo>
                <a:cubicBezTo>
                  <a:pt x="0" y="12"/>
                  <a:pt x="0" y="12"/>
                  <a:pt x="0" y="12"/>
                </a:cubicBezTo>
                <a:cubicBezTo>
                  <a:pt x="0" y="5"/>
                  <a:pt x="5" y="0"/>
                  <a:pt x="12" y="0"/>
                </a:cubicBezTo>
                <a:cubicBezTo>
                  <a:pt x="19" y="0"/>
                  <a:pt x="24" y="5"/>
                  <a:pt x="24" y="12"/>
                </a:cubicBezTo>
                <a:cubicBezTo>
                  <a:pt x="24" y="115"/>
                  <a:pt x="24" y="115"/>
                  <a:pt x="24" y="115"/>
                </a:cubicBezTo>
                <a:cubicBezTo>
                  <a:pt x="74" y="86"/>
                  <a:pt x="74" y="86"/>
                  <a:pt x="74" y="86"/>
                </a:cubicBezTo>
                <a:cubicBezTo>
                  <a:pt x="74" y="86"/>
                  <a:pt x="74" y="86"/>
                  <a:pt x="74" y="86"/>
                </a:cubicBezTo>
                <a:cubicBezTo>
                  <a:pt x="76" y="85"/>
                  <a:pt x="78" y="84"/>
                  <a:pt x="80" y="84"/>
                </a:cubicBezTo>
                <a:cubicBezTo>
                  <a:pt x="82" y="84"/>
                  <a:pt x="85" y="85"/>
                  <a:pt x="87" y="86"/>
                </a:cubicBezTo>
                <a:cubicBezTo>
                  <a:pt x="87" y="86"/>
                  <a:pt x="87" y="86"/>
                  <a:pt x="87" y="86"/>
                </a:cubicBezTo>
                <a:cubicBezTo>
                  <a:pt x="87" y="86"/>
                  <a:pt x="87" y="86"/>
                  <a:pt x="87" y="86"/>
                </a:cubicBezTo>
                <a:cubicBezTo>
                  <a:pt x="87" y="86"/>
                  <a:pt x="87" y="86"/>
                  <a:pt x="87" y="86"/>
                </a:cubicBezTo>
                <a:cubicBezTo>
                  <a:pt x="140" y="121"/>
                  <a:pt x="140" y="121"/>
                  <a:pt x="140" y="121"/>
                </a:cubicBezTo>
                <a:cubicBezTo>
                  <a:pt x="237" y="54"/>
                  <a:pt x="237" y="54"/>
                  <a:pt x="237" y="54"/>
                </a:cubicBezTo>
                <a:cubicBezTo>
                  <a:pt x="237" y="54"/>
                  <a:pt x="237" y="54"/>
                  <a:pt x="237" y="54"/>
                </a:cubicBezTo>
                <a:cubicBezTo>
                  <a:pt x="239" y="53"/>
                  <a:pt x="241" y="52"/>
                  <a:pt x="244" y="52"/>
                </a:cubicBezTo>
                <a:cubicBezTo>
                  <a:pt x="251" y="52"/>
                  <a:pt x="256" y="57"/>
                  <a:pt x="256" y="64"/>
                </a:cubicBezTo>
                <a:cubicBezTo>
                  <a:pt x="256" y="68"/>
                  <a:pt x="254" y="72"/>
                  <a:pt x="251" y="74"/>
                </a:cubicBezTo>
                <a:close/>
              </a:path>
            </a:pathLst>
          </a:custGeom>
          <a:solidFill>
            <a:schemeClr val="bg1">
              <a:lumMod val="50000"/>
            </a:schemeClr>
          </a:solidFill>
          <a:ln w="9525">
            <a:noFill/>
            <a:round/>
          </a:ln>
        </p:spPr>
        <p:txBody>
          <a:bodyPr vert="horz" wrap="square" lIns="91440" tIns="45720" rIns="91440" bIns="45720" numCol="1" anchor="t" anchorCtr="0" compatLnSpc="1"/>
          <a:lstStyle/>
          <a:p>
            <a:endParaRPr lang="en-US"/>
          </a:p>
        </p:txBody>
      </p:sp>
      <p:grpSp>
        <p:nvGrpSpPr>
          <p:cNvPr id="83" name="组合 82">
            <a:extLst>
              <a:ext uri="{FF2B5EF4-FFF2-40B4-BE49-F238E27FC236}">
                <a16:creationId xmlns:a16="http://schemas.microsoft.com/office/drawing/2014/main" id="{E9F37DD3-380E-43CA-8A64-90875ED9D9F0}"/>
              </a:ext>
            </a:extLst>
          </p:cNvPr>
          <p:cNvGrpSpPr/>
          <p:nvPr/>
        </p:nvGrpSpPr>
        <p:grpSpPr>
          <a:xfrm>
            <a:off x="602591" y="2624769"/>
            <a:ext cx="4981462" cy="989041"/>
            <a:chOff x="508001" y="2742693"/>
            <a:chExt cx="4981462" cy="989041"/>
          </a:xfrm>
          <a:effectLst>
            <a:outerShdw blurRad="50800" dist="38100" dir="2700000" algn="tl" rotWithShape="0">
              <a:prstClr val="black">
                <a:alpha val="40000"/>
              </a:prstClr>
            </a:outerShdw>
          </a:effectLst>
        </p:grpSpPr>
        <p:sp>
          <p:nvSpPr>
            <p:cNvPr id="91" name="Freeform 5">
              <a:extLst>
                <a:ext uri="{FF2B5EF4-FFF2-40B4-BE49-F238E27FC236}">
                  <a16:creationId xmlns:a16="http://schemas.microsoft.com/office/drawing/2014/main" id="{B1AB9E50-76BF-483E-866F-1A0ED6C1B148}"/>
                </a:ext>
              </a:extLst>
            </p:cNvPr>
            <p:cNvSpPr/>
            <p:nvPr/>
          </p:nvSpPr>
          <p:spPr bwMode="auto">
            <a:xfrm>
              <a:off x="508001" y="2742693"/>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92" name="Freeform 8">
              <a:extLst>
                <a:ext uri="{FF2B5EF4-FFF2-40B4-BE49-F238E27FC236}">
                  <a16:creationId xmlns:a16="http://schemas.microsoft.com/office/drawing/2014/main" id="{E6765578-304B-4B37-8D12-5126E1103E96}"/>
                </a:ext>
              </a:extLst>
            </p:cNvPr>
            <p:cNvSpPr/>
            <p:nvPr/>
          </p:nvSpPr>
          <p:spPr bwMode="auto">
            <a:xfrm>
              <a:off x="5358014" y="2742693"/>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2"/>
            </a:solidFill>
            <a:ln>
              <a:noFill/>
            </a:ln>
          </p:spPr>
          <p:txBody>
            <a:bodyPr vert="horz" wrap="square" lIns="91440" tIns="45720" rIns="91440" bIns="45720" numCol="1" anchor="t" anchorCtr="0" compatLnSpc="1"/>
            <a:lstStyle/>
            <a:p>
              <a:endParaRPr lang="en-US"/>
            </a:p>
          </p:txBody>
        </p:sp>
      </p:grpSp>
      <p:grpSp>
        <p:nvGrpSpPr>
          <p:cNvPr id="84" name="Group 21">
            <a:extLst>
              <a:ext uri="{FF2B5EF4-FFF2-40B4-BE49-F238E27FC236}">
                <a16:creationId xmlns:a16="http://schemas.microsoft.com/office/drawing/2014/main" id="{389CC511-F8DC-4615-ACF3-6CE6A0BF3D73}"/>
              </a:ext>
            </a:extLst>
          </p:cNvPr>
          <p:cNvGrpSpPr/>
          <p:nvPr/>
        </p:nvGrpSpPr>
        <p:grpSpPr>
          <a:xfrm>
            <a:off x="802031" y="2553152"/>
            <a:ext cx="894759" cy="905639"/>
            <a:chOff x="707441" y="2975872"/>
            <a:chExt cx="894759" cy="905639"/>
          </a:xfrm>
        </p:grpSpPr>
        <p:sp>
          <p:nvSpPr>
            <p:cNvPr id="89" name="Freeform 6">
              <a:extLst>
                <a:ext uri="{FF2B5EF4-FFF2-40B4-BE49-F238E27FC236}">
                  <a16:creationId xmlns:a16="http://schemas.microsoft.com/office/drawing/2014/main" id="{88B00DD8-3CD5-4E55-A1F8-35C480811BDC}"/>
                </a:ext>
              </a:extLst>
            </p:cNvPr>
            <p:cNvSpPr/>
            <p:nvPr/>
          </p:nvSpPr>
          <p:spPr bwMode="auto">
            <a:xfrm>
              <a:off x="778151" y="2975872"/>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2"/>
            </a:solidFill>
            <a:ln>
              <a:noFill/>
            </a:ln>
          </p:spPr>
          <p:txBody>
            <a:bodyPr vert="horz" wrap="square" lIns="91440" tIns="45720" rIns="91440" bIns="45720" numCol="1" anchor="ctr" anchorCtr="0" compatLnSpc="1"/>
            <a:lstStyle/>
            <a:p>
              <a:pPr algn="ctr"/>
              <a:r>
                <a:rPr lang="en-US" sz="2400" b="1" dirty="0">
                  <a:solidFill>
                    <a:schemeClr val="bg1"/>
                  </a:solidFill>
                </a:rPr>
                <a:t>02</a:t>
              </a:r>
            </a:p>
          </p:txBody>
        </p:sp>
        <p:sp>
          <p:nvSpPr>
            <p:cNvPr id="90" name="Freeform 7">
              <a:extLst>
                <a:ext uri="{FF2B5EF4-FFF2-40B4-BE49-F238E27FC236}">
                  <a16:creationId xmlns:a16="http://schemas.microsoft.com/office/drawing/2014/main" id="{9939E8C5-3412-4855-B6B3-20E89C82BE86}"/>
                </a:ext>
              </a:extLst>
            </p:cNvPr>
            <p:cNvSpPr/>
            <p:nvPr/>
          </p:nvSpPr>
          <p:spPr bwMode="auto">
            <a:xfrm>
              <a:off x="707441" y="2975872"/>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2">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87" name="Freeform 24">
            <a:extLst>
              <a:ext uri="{FF2B5EF4-FFF2-40B4-BE49-F238E27FC236}">
                <a16:creationId xmlns:a16="http://schemas.microsoft.com/office/drawing/2014/main" id="{F30E2558-1856-4215-B214-5EAD3166BF1F}"/>
              </a:ext>
            </a:extLst>
          </p:cNvPr>
          <p:cNvSpPr/>
          <p:nvPr/>
        </p:nvSpPr>
        <p:spPr bwMode="auto">
          <a:xfrm>
            <a:off x="2585423" y="2701777"/>
            <a:ext cx="45719" cy="835024"/>
          </a:xfrm>
          <a:custGeom>
            <a:avLst/>
            <a:gdLst>
              <a:gd name="T0" fmla="*/ 22 w 22"/>
              <a:gd name="T1" fmla="*/ 0 h 268"/>
              <a:gd name="T2" fmla="*/ 22 w 22"/>
              <a:gd name="T3" fmla="*/ 268 h 268"/>
              <a:gd name="T4" fmla="*/ 0 w 22"/>
              <a:gd name="T5" fmla="*/ 268 h 268"/>
              <a:gd name="T6" fmla="*/ 0 w 22"/>
              <a:gd name="T7" fmla="*/ 0 h 268"/>
              <a:gd name="T8" fmla="*/ 22 w 22"/>
              <a:gd name="T9" fmla="*/ 0 h 268"/>
              <a:gd name="T10" fmla="*/ 22 w 22"/>
              <a:gd name="T11" fmla="*/ 0 h 268"/>
            </a:gdLst>
            <a:ahLst/>
            <a:cxnLst>
              <a:cxn ang="0">
                <a:pos x="T0" y="T1"/>
              </a:cxn>
              <a:cxn ang="0">
                <a:pos x="T2" y="T3"/>
              </a:cxn>
              <a:cxn ang="0">
                <a:pos x="T4" y="T5"/>
              </a:cxn>
              <a:cxn ang="0">
                <a:pos x="T6" y="T7"/>
              </a:cxn>
              <a:cxn ang="0">
                <a:pos x="T8" y="T9"/>
              </a:cxn>
              <a:cxn ang="0">
                <a:pos x="T10" y="T11"/>
              </a:cxn>
            </a:cxnLst>
            <a:rect l="0" t="0" r="r" b="b"/>
            <a:pathLst>
              <a:path w="22" h="268">
                <a:moveTo>
                  <a:pt x="22" y="0"/>
                </a:moveTo>
                <a:lnTo>
                  <a:pt x="22" y="268"/>
                </a:lnTo>
                <a:lnTo>
                  <a:pt x="0" y="268"/>
                </a:lnTo>
                <a:lnTo>
                  <a:pt x="0" y="0"/>
                </a:lnTo>
                <a:lnTo>
                  <a:pt x="22" y="0"/>
                </a:lnTo>
                <a:lnTo>
                  <a:pt x="22" y="0"/>
                </a:ln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88" name="Inhaltsplatzhalter 4">
            <a:extLst>
              <a:ext uri="{FF2B5EF4-FFF2-40B4-BE49-F238E27FC236}">
                <a16:creationId xmlns:a16="http://schemas.microsoft.com/office/drawing/2014/main" id="{1635238E-8443-4B21-B4A4-B13E0C2EF0A7}"/>
              </a:ext>
            </a:extLst>
          </p:cNvPr>
          <p:cNvSpPr txBox="1"/>
          <p:nvPr/>
        </p:nvSpPr>
        <p:spPr>
          <a:xfrm>
            <a:off x="2757279" y="2890926"/>
            <a:ext cx="2614162" cy="45672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lt"/>
              </a:rPr>
              <a:t>请在此处添加详细描述文本，在这里输入文本，更改文字文本。</a:t>
            </a:r>
            <a:endParaRPr lang="en-US" altLang="zh-CN" sz="1200" dirty="0">
              <a:solidFill>
                <a:schemeClr val="tx1">
                  <a:lumMod val="75000"/>
                  <a:lumOff val="25000"/>
                </a:schemeClr>
              </a:solidFill>
              <a:latin typeface="+mn-lt"/>
            </a:endParaRPr>
          </a:p>
        </p:txBody>
      </p:sp>
      <p:sp>
        <p:nvSpPr>
          <p:cNvPr id="86" name="Freeform 191">
            <a:extLst>
              <a:ext uri="{FF2B5EF4-FFF2-40B4-BE49-F238E27FC236}">
                <a16:creationId xmlns:a16="http://schemas.microsoft.com/office/drawing/2014/main" id="{E8BFCF56-2572-4DF6-B287-EE79A4C5A5A7}"/>
              </a:ext>
            </a:extLst>
          </p:cNvPr>
          <p:cNvSpPr/>
          <p:nvPr/>
        </p:nvSpPr>
        <p:spPr bwMode="auto">
          <a:xfrm>
            <a:off x="1927940" y="2887852"/>
            <a:ext cx="478050" cy="462874"/>
          </a:xfrm>
          <a:custGeom>
            <a:avLst/>
            <a:gdLst/>
            <a:ahLst/>
            <a:cxnLst>
              <a:cxn ang="0">
                <a:pos x="256" y="236"/>
              </a:cxn>
              <a:cxn ang="0">
                <a:pos x="256" y="236"/>
              </a:cxn>
              <a:cxn ang="0">
                <a:pos x="244" y="248"/>
              </a:cxn>
              <a:cxn ang="0">
                <a:pos x="12" y="248"/>
              </a:cxn>
              <a:cxn ang="0">
                <a:pos x="0" y="236"/>
              </a:cxn>
              <a:cxn ang="0">
                <a:pos x="0" y="236"/>
              </a:cxn>
              <a:cxn ang="0">
                <a:pos x="0" y="236"/>
              </a:cxn>
              <a:cxn ang="0">
                <a:pos x="32" y="176"/>
              </a:cxn>
              <a:cxn ang="0">
                <a:pos x="69" y="164"/>
              </a:cxn>
              <a:cxn ang="0">
                <a:pos x="100" y="150"/>
              </a:cxn>
              <a:cxn ang="0">
                <a:pos x="100" y="127"/>
              </a:cxn>
              <a:cxn ang="0">
                <a:pos x="88" y="97"/>
              </a:cxn>
              <a:cxn ang="0">
                <a:pos x="80" y="85"/>
              </a:cxn>
              <a:cxn ang="0">
                <a:pos x="84" y="65"/>
              </a:cxn>
              <a:cxn ang="0">
                <a:pos x="82" y="39"/>
              </a:cxn>
              <a:cxn ang="0">
                <a:pos x="128" y="0"/>
              </a:cxn>
              <a:cxn ang="0">
                <a:pos x="175" y="39"/>
              </a:cxn>
              <a:cxn ang="0">
                <a:pos x="172" y="65"/>
              </a:cxn>
              <a:cxn ang="0">
                <a:pos x="176" y="85"/>
              </a:cxn>
              <a:cxn ang="0">
                <a:pos x="168" y="97"/>
              </a:cxn>
              <a:cxn ang="0">
                <a:pos x="156" y="126"/>
              </a:cxn>
              <a:cxn ang="0">
                <a:pos x="156" y="150"/>
              </a:cxn>
              <a:cxn ang="0">
                <a:pos x="187" y="164"/>
              </a:cxn>
              <a:cxn ang="0">
                <a:pos x="224" y="176"/>
              </a:cxn>
              <a:cxn ang="0">
                <a:pos x="256" y="236"/>
              </a:cxn>
            </a:cxnLst>
            <a:rect l="0" t="0" r="r" b="b"/>
            <a:pathLst>
              <a:path w="256" h="248">
                <a:moveTo>
                  <a:pt x="256" y="236"/>
                </a:moveTo>
                <a:cubicBezTo>
                  <a:pt x="256" y="236"/>
                  <a:pt x="256" y="236"/>
                  <a:pt x="256" y="236"/>
                </a:cubicBezTo>
                <a:cubicBezTo>
                  <a:pt x="256" y="243"/>
                  <a:pt x="251" y="248"/>
                  <a:pt x="244" y="248"/>
                </a:cubicBezTo>
                <a:cubicBezTo>
                  <a:pt x="12" y="248"/>
                  <a:pt x="12" y="248"/>
                  <a:pt x="12" y="248"/>
                </a:cubicBezTo>
                <a:cubicBezTo>
                  <a:pt x="5" y="248"/>
                  <a:pt x="0" y="243"/>
                  <a:pt x="0" y="236"/>
                </a:cubicBezTo>
                <a:cubicBezTo>
                  <a:pt x="0" y="236"/>
                  <a:pt x="0" y="236"/>
                  <a:pt x="0" y="236"/>
                </a:cubicBezTo>
                <a:cubicBezTo>
                  <a:pt x="0" y="236"/>
                  <a:pt x="0" y="236"/>
                  <a:pt x="0" y="236"/>
                </a:cubicBezTo>
                <a:cubicBezTo>
                  <a:pt x="0" y="236"/>
                  <a:pt x="0" y="192"/>
                  <a:pt x="32" y="176"/>
                </a:cubicBezTo>
                <a:cubicBezTo>
                  <a:pt x="52" y="166"/>
                  <a:pt x="44" y="174"/>
                  <a:pt x="69" y="164"/>
                </a:cubicBezTo>
                <a:cubicBezTo>
                  <a:pt x="94" y="154"/>
                  <a:pt x="100" y="150"/>
                  <a:pt x="100" y="150"/>
                </a:cubicBezTo>
                <a:cubicBezTo>
                  <a:pt x="100" y="127"/>
                  <a:pt x="100" y="127"/>
                  <a:pt x="100" y="127"/>
                </a:cubicBezTo>
                <a:cubicBezTo>
                  <a:pt x="100" y="127"/>
                  <a:pt x="91" y="119"/>
                  <a:pt x="88" y="97"/>
                </a:cubicBezTo>
                <a:cubicBezTo>
                  <a:pt x="82" y="99"/>
                  <a:pt x="80" y="90"/>
                  <a:pt x="80" y="85"/>
                </a:cubicBezTo>
                <a:cubicBezTo>
                  <a:pt x="80" y="80"/>
                  <a:pt x="77" y="63"/>
                  <a:pt x="84" y="65"/>
                </a:cubicBezTo>
                <a:cubicBezTo>
                  <a:pt x="82" y="54"/>
                  <a:pt x="81" y="44"/>
                  <a:pt x="82" y="39"/>
                </a:cubicBezTo>
                <a:cubicBezTo>
                  <a:pt x="83" y="21"/>
                  <a:pt x="101" y="1"/>
                  <a:pt x="128" y="0"/>
                </a:cubicBezTo>
                <a:cubicBezTo>
                  <a:pt x="160" y="1"/>
                  <a:pt x="173" y="21"/>
                  <a:pt x="175" y="39"/>
                </a:cubicBezTo>
                <a:cubicBezTo>
                  <a:pt x="175" y="44"/>
                  <a:pt x="174" y="54"/>
                  <a:pt x="172" y="65"/>
                </a:cubicBezTo>
                <a:cubicBezTo>
                  <a:pt x="180" y="63"/>
                  <a:pt x="177" y="80"/>
                  <a:pt x="176" y="85"/>
                </a:cubicBezTo>
                <a:cubicBezTo>
                  <a:pt x="176" y="90"/>
                  <a:pt x="174" y="99"/>
                  <a:pt x="168" y="97"/>
                </a:cubicBezTo>
                <a:cubicBezTo>
                  <a:pt x="165" y="119"/>
                  <a:pt x="156" y="126"/>
                  <a:pt x="156" y="126"/>
                </a:cubicBezTo>
                <a:cubicBezTo>
                  <a:pt x="156" y="150"/>
                  <a:pt x="156" y="150"/>
                  <a:pt x="156" y="150"/>
                </a:cubicBezTo>
                <a:cubicBezTo>
                  <a:pt x="156" y="150"/>
                  <a:pt x="162" y="153"/>
                  <a:pt x="187" y="164"/>
                </a:cubicBezTo>
                <a:cubicBezTo>
                  <a:pt x="212" y="174"/>
                  <a:pt x="204" y="166"/>
                  <a:pt x="224" y="176"/>
                </a:cubicBezTo>
                <a:cubicBezTo>
                  <a:pt x="256" y="192"/>
                  <a:pt x="256" y="236"/>
                  <a:pt x="256" y="236"/>
                </a:cubicBezTo>
                <a:close/>
              </a:path>
            </a:pathLst>
          </a:custGeom>
          <a:solidFill>
            <a:schemeClr val="bg1">
              <a:lumMod val="50000"/>
            </a:schemeClr>
          </a:solidFill>
          <a:ln w="9525">
            <a:noFill/>
            <a:round/>
          </a:ln>
        </p:spPr>
        <p:txBody>
          <a:bodyPr vert="horz" wrap="square" lIns="91440" tIns="45720" rIns="91440" bIns="45720" numCol="1" anchor="t" anchorCtr="0" compatLnSpc="1"/>
          <a:lstStyle/>
          <a:p>
            <a:endParaRPr lang="en-US"/>
          </a:p>
        </p:txBody>
      </p:sp>
      <p:grpSp>
        <p:nvGrpSpPr>
          <p:cNvPr id="94" name="组合 93">
            <a:extLst>
              <a:ext uri="{FF2B5EF4-FFF2-40B4-BE49-F238E27FC236}">
                <a16:creationId xmlns:a16="http://schemas.microsoft.com/office/drawing/2014/main" id="{C5967446-A97A-4027-961B-2F237684FFDC}"/>
              </a:ext>
            </a:extLst>
          </p:cNvPr>
          <p:cNvGrpSpPr/>
          <p:nvPr/>
        </p:nvGrpSpPr>
        <p:grpSpPr>
          <a:xfrm>
            <a:off x="602591" y="4976339"/>
            <a:ext cx="4981462" cy="989041"/>
            <a:chOff x="508001" y="5094263"/>
            <a:chExt cx="4981462" cy="989041"/>
          </a:xfrm>
          <a:effectLst>
            <a:outerShdw blurRad="50800" dist="38100" dir="2700000" algn="tl" rotWithShape="0">
              <a:prstClr val="black">
                <a:alpha val="40000"/>
              </a:prstClr>
            </a:outerShdw>
          </a:effectLst>
        </p:grpSpPr>
        <p:sp>
          <p:nvSpPr>
            <p:cNvPr id="102" name="Freeform 5">
              <a:extLst>
                <a:ext uri="{FF2B5EF4-FFF2-40B4-BE49-F238E27FC236}">
                  <a16:creationId xmlns:a16="http://schemas.microsoft.com/office/drawing/2014/main" id="{BDBE392D-9BEB-47C1-89CC-ED3A19D4A036}"/>
                </a:ext>
              </a:extLst>
            </p:cNvPr>
            <p:cNvSpPr/>
            <p:nvPr/>
          </p:nvSpPr>
          <p:spPr bwMode="auto">
            <a:xfrm>
              <a:off x="508001" y="5094263"/>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103" name="Freeform 8">
              <a:extLst>
                <a:ext uri="{FF2B5EF4-FFF2-40B4-BE49-F238E27FC236}">
                  <a16:creationId xmlns:a16="http://schemas.microsoft.com/office/drawing/2014/main" id="{7BC3910F-4814-499D-8B14-CA0379A96587}"/>
                </a:ext>
              </a:extLst>
            </p:cNvPr>
            <p:cNvSpPr/>
            <p:nvPr/>
          </p:nvSpPr>
          <p:spPr bwMode="auto">
            <a:xfrm>
              <a:off x="5358014" y="5094263"/>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4"/>
            </a:solidFill>
            <a:ln>
              <a:noFill/>
            </a:ln>
          </p:spPr>
          <p:txBody>
            <a:bodyPr vert="horz" wrap="square" lIns="91440" tIns="45720" rIns="91440" bIns="45720" numCol="1" anchor="t" anchorCtr="0" compatLnSpc="1"/>
            <a:lstStyle/>
            <a:p>
              <a:endParaRPr lang="en-US"/>
            </a:p>
          </p:txBody>
        </p:sp>
      </p:grpSp>
      <p:grpSp>
        <p:nvGrpSpPr>
          <p:cNvPr id="95" name="Group 37">
            <a:extLst>
              <a:ext uri="{FF2B5EF4-FFF2-40B4-BE49-F238E27FC236}">
                <a16:creationId xmlns:a16="http://schemas.microsoft.com/office/drawing/2014/main" id="{9730F715-3E8D-4997-BD2B-B39D120A8AA3}"/>
              </a:ext>
            </a:extLst>
          </p:cNvPr>
          <p:cNvGrpSpPr/>
          <p:nvPr/>
        </p:nvGrpSpPr>
        <p:grpSpPr>
          <a:xfrm>
            <a:off x="802031" y="4904722"/>
            <a:ext cx="894759" cy="905639"/>
            <a:chOff x="707441" y="5327442"/>
            <a:chExt cx="894759" cy="905639"/>
          </a:xfrm>
        </p:grpSpPr>
        <p:sp>
          <p:nvSpPr>
            <p:cNvPr id="100" name="Freeform 6">
              <a:extLst>
                <a:ext uri="{FF2B5EF4-FFF2-40B4-BE49-F238E27FC236}">
                  <a16:creationId xmlns:a16="http://schemas.microsoft.com/office/drawing/2014/main" id="{C3763BB6-5CF8-47BD-BCFC-1C39DC89EF1E}"/>
                </a:ext>
              </a:extLst>
            </p:cNvPr>
            <p:cNvSpPr/>
            <p:nvPr/>
          </p:nvSpPr>
          <p:spPr bwMode="auto">
            <a:xfrm>
              <a:off x="778151" y="5327442"/>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4"/>
            </a:solidFill>
            <a:ln>
              <a:noFill/>
            </a:ln>
          </p:spPr>
          <p:txBody>
            <a:bodyPr vert="horz" wrap="square" lIns="91440" tIns="45720" rIns="91440" bIns="45720" numCol="1" anchor="ctr" anchorCtr="0" compatLnSpc="1"/>
            <a:lstStyle/>
            <a:p>
              <a:pPr algn="ctr"/>
              <a:r>
                <a:rPr lang="en-US" sz="2400" b="1" dirty="0">
                  <a:solidFill>
                    <a:schemeClr val="bg1"/>
                  </a:solidFill>
                </a:rPr>
                <a:t>04</a:t>
              </a:r>
            </a:p>
          </p:txBody>
        </p:sp>
        <p:sp>
          <p:nvSpPr>
            <p:cNvPr id="101" name="Freeform 7">
              <a:extLst>
                <a:ext uri="{FF2B5EF4-FFF2-40B4-BE49-F238E27FC236}">
                  <a16:creationId xmlns:a16="http://schemas.microsoft.com/office/drawing/2014/main" id="{15AB91DD-EAA1-4FBE-86F5-098C86E39AED}"/>
                </a:ext>
              </a:extLst>
            </p:cNvPr>
            <p:cNvSpPr/>
            <p:nvPr/>
          </p:nvSpPr>
          <p:spPr bwMode="auto">
            <a:xfrm>
              <a:off x="707441" y="5327442"/>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4">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98" name="Freeform 24">
            <a:extLst>
              <a:ext uri="{FF2B5EF4-FFF2-40B4-BE49-F238E27FC236}">
                <a16:creationId xmlns:a16="http://schemas.microsoft.com/office/drawing/2014/main" id="{49EA839F-11DC-4094-99BA-ECA815A80B2C}"/>
              </a:ext>
            </a:extLst>
          </p:cNvPr>
          <p:cNvSpPr/>
          <p:nvPr/>
        </p:nvSpPr>
        <p:spPr bwMode="auto">
          <a:xfrm>
            <a:off x="2585423" y="5053347"/>
            <a:ext cx="45719" cy="835024"/>
          </a:xfrm>
          <a:custGeom>
            <a:avLst/>
            <a:gdLst>
              <a:gd name="T0" fmla="*/ 22 w 22"/>
              <a:gd name="T1" fmla="*/ 0 h 268"/>
              <a:gd name="T2" fmla="*/ 22 w 22"/>
              <a:gd name="T3" fmla="*/ 268 h 268"/>
              <a:gd name="T4" fmla="*/ 0 w 22"/>
              <a:gd name="T5" fmla="*/ 268 h 268"/>
              <a:gd name="T6" fmla="*/ 0 w 22"/>
              <a:gd name="T7" fmla="*/ 0 h 268"/>
              <a:gd name="T8" fmla="*/ 22 w 22"/>
              <a:gd name="T9" fmla="*/ 0 h 268"/>
              <a:gd name="T10" fmla="*/ 22 w 22"/>
              <a:gd name="T11" fmla="*/ 0 h 268"/>
            </a:gdLst>
            <a:ahLst/>
            <a:cxnLst>
              <a:cxn ang="0">
                <a:pos x="T0" y="T1"/>
              </a:cxn>
              <a:cxn ang="0">
                <a:pos x="T2" y="T3"/>
              </a:cxn>
              <a:cxn ang="0">
                <a:pos x="T4" y="T5"/>
              </a:cxn>
              <a:cxn ang="0">
                <a:pos x="T6" y="T7"/>
              </a:cxn>
              <a:cxn ang="0">
                <a:pos x="T8" y="T9"/>
              </a:cxn>
              <a:cxn ang="0">
                <a:pos x="T10" y="T11"/>
              </a:cxn>
            </a:cxnLst>
            <a:rect l="0" t="0" r="r" b="b"/>
            <a:pathLst>
              <a:path w="22" h="268">
                <a:moveTo>
                  <a:pt x="22" y="0"/>
                </a:moveTo>
                <a:lnTo>
                  <a:pt x="22" y="268"/>
                </a:lnTo>
                <a:lnTo>
                  <a:pt x="0" y="268"/>
                </a:lnTo>
                <a:lnTo>
                  <a:pt x="0" y="0"/>
                </a:lnTo>
                <a:lnTo>
                  <a:pt x="22" y="0"/>
                </a:lnTo>
                <a:lnTo>
                  <a:pt x="22" y="0"/>
                </a:ln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99" name="Inhaltsplatzhalter 4">
            <a:extLst>
              <a:ext uri="{FF2B5EF4-FFF2-40B4-BE49-F238E27FC236}">
                <a16:creationId xmlns:a16="http://schemas.microsoft.com/office/drawing/2014/main" id="{26E9F600-B50D-4C26-BD5B-21F8FFEFB743}"/>
              </a:ext>
            </a:extLst>
          </p:cNvPr>
          <p:cNvSpPr txBox="1"/>
          <p:nvPr/>
        </p:nvSpPr>
        <p:spPr>
          <a:xfrm>
            <a:off x="2757279" y="5242496"/>
            <a:ext cx="2614162" cy="45672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lt"/>
              </a:rPr>
              <a:t>请在此处添加详细描述文本，在这里输入文本，更改文字文本。</a:t>
            </a:r>
            <a:endParaRPr lang="en-US" altLang="zh-CN" sz="1200" dirty="0">
              <a:solidFill>
                <a:schemeClr val="tx1">
                  <a:lumMod val="75000"/>
                  <a:lumOff val="25000"/>
                </a:schemeClr>
              </a:solidFill>
              <a:latin typeface="+mn-lt"/>
            </a:endParaRPr>
          </a:p>
        </p:txBody>
      </p:sp>
      <p:sp>
        <p:nvSpPr>
          <p:cNvPr id="97" name="Freeform 222">
            <a:extLst>
              <a:ext uri="{FF2B5EF4-FFF2-40B4-BE49-F238E27FC236}">
                <a16:creationId xmlns:a16="http://schemas.microsoft.com/office/drawing/2014/main" id="{BCED459A-366A-44BF-BA6F-13D5F6603FF0}"/>
              </a:ext>
            </a:extLst>
          </p:cNvPr>
          <p:cNvSpPr>
            <a:spLocks noEditPoints="1"/>
          </p:cNvSpPr>
          <p:nvPr/>
        </p:nvSpPr>
        <p:spPr bwMode="auto">
          <a:xfrm>
            <a:off x="1927940" y="5231834"/>
            <a:ext cx="358538" cy="478050"/>
          </a:xfrm>
          <a:custGeom>
            <a:avLst/>
            <a:gdLst/>
            <a:ahLst/>
            <a:cxnLst>
              <a:cxn ang="0">
                <a:pos x="96" y="256"/>
              </a:cxn>
              <a:cxn ang="0">
                <a:pos x="0" y="96"/>
              </a:cxn>
              <a:cxn ang="0">
                <a:pos x="96" y="0"/>
              </a:cxn>
              <a:cxn ang="0">
                <a:pos x="192" y="96"/>
              </a:cxn>
              <a:cxn ang="0">
                <a:pos x="96" y="256"/>
              </a:cxn>
              <a:cxn ang="0">
                <a:pos x="96" y="32"/>
              </a:cxn>
              <a:cxn ang="0">
                <a:pos x="32" y="96"/>
              </a:cxn>
              <a:cxn ang="0">
                <a:pos x="96" y="160"/>
              </a:cxn>
              <a:cxn ang="0">
                <a:pos x="160" y="96"/>
              </a:cxn>
              <a:cxn ang="0">
                <a:pos x="96" y="32"/>
              </a:cxn>
            </a:cxnLst>
            <a:rect l="0" t="0" r="r" b="b"/>
            <a:pathLst>
              <a:path w="192" h="256">
                <a:moveTo>
                  <a:pt x="96" y="256"/>
                </a:moveTo>
                <a:cubicBezTo>
                  <a:pt x="96" y="256"/>
                  <a:pt x="0" y="149"/>
                  <a:pt x="0" y="96"/>
                </a:cubicBezTo>
                <a:cubicBezTo>
                  <a:pt x="0" y="43"/>
                  <a:pt x="43" y="0"/>
                  <a:pt x="96" y="0"/>
                </a:cubicBezTo>
                <a:cubicBezTo>
                  <a:pt x="149" y="0"/>
                  <a:pt x="192" y="43"/>
                  <a:pt x="192" y="96"/>
                </a:cubicBezTo>
                <a:cubicBezTo>
                  <a:pt x="192" y="149"/>
                  <a:pt x="96" y="256"/>
                  <a:pt x="96" y="256"/>
                </a:cubicBezTo>
                <a:moveTo>
                  <a:pt x="96" y="32"/>
                </a:moveTo>
                <a:cubicBezTo>
                  <a:pt x="61" y="32"/>
                  <a:pt x="32" y="61"/>
                  <a:pt x="32" y="96"/>
                </a:cubicBezTo>
                <a:cubicBezTo>
                  <a:pt x="32" y="131"/>
                  <a:pt x="61" y="160"/>
                  <a:pt x="96" y="160"/>
                </a:cubicBezTo>
                <a:cubicBezTo>
                  <a:pt x="131" y="160"/>
                  <a:pt x="160" y="131"/>
                  <a:pt x="160" y="96"/>
                </a:cubicBezTo>
                <a:cubicBezTo>
                  <a:pt x="160" y="61"/>
                  <a:pt x="131" y="32"/>
                  <a:pt x="96" y="32"/>
                </a:cubicBezTo>
              </a:path>
            </a:pathLst>
          </a:custGeom>
          <a:solidFill>
            <a:schemeClr val="bg1">
              <a:lumMod val="50000"/>
            </a:schemeClr>
          </a:solidFill>
          <a:ln w="9525">
            <a:noFill/>
            <a:round/>
          </a:ln>
        </p:spPr>
        <p:txBody>
          <a:bodyPr vert="horz" wrap="square" lIns="91440" tIns="45720" rIns="91440" bIns="45720" numCol="1" anchor="t" anchorCtr="0" compatLnSpc="1"/>
          <a:lstStyle/>
          <a:p>
            <a:endParaRPr lang="en-US"/>
          </a:p>
        </p:txBody>
      </p:sp>
      <p:grpSp>
        <p:nvGrpSpPr>
          <p:cNvPr id="105" name="Group 41">
            <a:extLst>
              <a:ext uri="{FF2B5EF4-FFF2-40B4-BE49-F238E27FC236}">
                <a16:creationId xmlns:a16="http://schemas.microsoft.com/office/drawing/2014/main" id="{B166AA56-B262-44AF-AE8A-8FBEC97A8340}"/>
              </a:ext>
            </a:extLst>
          </p:cNvPr>
          <p:cNvGrpSpPr/>
          <p:nvPr/>
        </p:nvGrpSpPr>
        <p:grpSpPr>
          <a:xfrm>
            <a:off x="602591" y="1448985"/>
            <a:ext cx="4981462" cy="989041"/>
            <a:chOff x="508001" y="1871705"/>
            <a:chExt cx="4981462" cy="989041"/>
          </a:xfrm>
        </p:grpSpPr>
        <p:sp>
          <p:nvSpPr>
            <p:cNvPr id="113" name="Freeform 5">
              <a:extLst>
                <a:ext uri="{FF2B5EF4-FFF2-40B4-BE49-F238E27FC236}">
                  <a16:creationId xmlns:a16="http://schemas.microsoft.com/office/drawing/2014/main" id="{E449DA5E-9636-4CC5-AD3D-8E23E8437195}"/>
                </a:ext>
              </a:extLst>
            </p:cNvPr>
            <p:cNvSpPr/>
            <p:nvPr/>
          </p:nvSpPr>
          <p:spPr bwMode="auto">
            <a:xfrm>
              <a:off x="508001" y="1871705"/>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114" name="Freeform 8">
              <a:extLst>
                <a:ext uri="{FF2B5EF4-FFF2-40B4-BE49-F238E27FC236}">
                  <a16:creationId xmlns:a16="http://schemas.microsoft.com/office/drawing/2014/main" id="{A9973D4E-97CF-42D0-83AC-50AD7038205F}"/>
                </a:ext>
              </a:extLst>
            </p:cNvPr>
            <p:cNvSpPr/>
            <p:nvPr/>
          </p:nvSpPr>
          <p:spPr bwMode="auto">
            <a:xfrm>
              <a:off x="5358014" y="1871705"/>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1"/>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grpSp>
      <p:grpSp>
        <p:nvGrpSpPr>
          <p:cNvPr id="106" name="Group 20">
            <a:extLst>
              <a:ext uri="{FF2B5EF4-FFF2-40B4-BE49-F238E27FC236}">
                <a16:creationId xmlns:a16="http://schemas.microsoft.com/office/drawing/2014/main" id="{5E2B9B16-107D-4531-A268-D1F3DD2BDA81}"/>
              </a:ext>
            </a:extLst>
          </p:cNvPr>
          <p:cNvGrpSpPr/>
          <p:nvPr/>
        </p:nvGrpSpPr>
        <p:grpSpPr>
          <a:xfrm>
            <a:off x="802031" y="1377368"/>
            <a:ext cx="894759" cy="905639"/>
            <a:chOff x="707441" y="1800088"/>
            <a:chExt cx="894759" cy="905639"/>
          </a:xfrm>
        </p:grpSpPr>
        <p:sp>
          <p:nvSpPr>
            <p:cNvPr id="111" name="Freeform 6">
              <a:extLst>
                <a:ext uri="{FF2B5EF4-FFF2-40B4-BE49-F238E27FC236}">
                  <a16:creationId xmlns:a16="http://schemas.microsoft.com/office/drawing/2014/main" id="{5D0F3F85-90F6-4C41-B7F9-024B87D05333}"/>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1"/>
            </a:solidFill>
            <a:ln>
              <a:noFill/>
            </a:ln>
          </p:spPr>
          <p:txBody>
            <a:bodyPr vert="horz" wrap="square" lIns="91440" tIns="45720" rIns="91440" bIns="45720" numCol="1" anchor="ctr" anchorCtr="0" compatLnSpc="1"/>
            <a:lstStyle/>
            <a:p>
              <a:pPr algn="ctr"/>
              <a:r>
                <a:rPr lang="en-US" sz="2400" b="1" dirty="0">
                  <a:solidFill>
                    <a:schemeClr val="bg1"/>
                  </a:solidFill>
                </a:rPr>
                <a:t>01</a:t>
              </a:r>
            </a:p>
          </p:txBody>
        </p:sp>
        <p:sp>
          <p:nvSpPr>
            <p:cNvPr id="112" name="Freeform 7">
              <a:extLst>
                <a:ext uri="{FF2B5EF4-FFF2-40B4-BE49-F238E27FC236}">
                  <a16:creationId xmlns:a16="http://schemas.microsoft.com/office/drawing/2014/main" id="{0ACB6E5C-0E2F-4C1E-81B7-F8B32624E55C}"/>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109" name="Freeform 24">
            <a:extLst>
              <a:ext uri="{FF2B5EF4-FFF2-40B4-BE49-F238E27FC236}">
                <a16:creationId xmlns:a16="http://schemas.microsoft.com/office/drawing/2014/main" id="{94517E75-775B-4EE8-A96F-21F65FC52FDD}"/>
              </a:ext>
            </a:extLst>
          </p:cNvPr>
          <p:cNvSpPr/>
          <p:nvPr/>
        </p:nvSpPr>
        <p:spPr bwMode="auto">
          <a:xfrm>
            <a:off x="2585423" y="1525993"/>
            <a:ext cx="45719" cy="835024"/>
          </a:xfrm>
          <a:custGeom>
            <a:avLst/>
            <a:gdLst>
              <a:gd name="T0" fmla="*/ 22 w 22"/>
              <a:gd name="T1" fmla="*/ 0 h 268"/>
              <a:gd name="T2" fmla="*/ 22 w 22"/>
              <a:gd name="T3" fmla="*/ 268 h 268"/>
              <a:gd name="T4" fmla="*/ 0 w 22"/>
              <a:gd name="T5" fmla="*/ 268 h 268"/>
              <a:gd name="T6" fmla="*/ 0 w 22"/>
              <a:gd name="T7" fmla="*/ 0 h 268"/>
              <a:gd name="T8" fmla="*/ 22 w 22"/>
              <a:gd name="T9" fmla="*/ 0 h 268"/>
              <a:gd name="T10" fmla="*/ 22 w 22"/>
              <a:gd name="T11" fmla="*/ 0 h 268"/>
            </a:gdLst>
            <a:ahLst/>
            <a:cxnLst>
              <a:cxn ang="0">
                <a:pos x="T0" y="T1"/>
              </a:cxn>
              <a:cxn ang="0">
                <a:pos x="T2" y="T3"/>
              </a:cxn>
              <a:cxn ang="0">
                <a:pos x="T4" y="T5"/>
              </a:cxn>
              <a:cxn ang="0">
                <a:pos x="T6" y="T7"/>
              </a:cxn>
              <a:cxn ang="0">
                <a:pos x="T8" y="T9"/>
              </a:cxn>
              <a:cxn ang="0">
                <a:pos x="T10" y="T11"/>
              </a:cxn>
            </a:cxnLst>
            <a:rect l="0" t="0" r="r" b="b"/>
            <a:pathLst>
              <a:path w="22" h="268">
                <a:moveTo>
                  <a:pt x="22" y="0"/>
                </a:moveTo>
                <a:lnTo>
                  <a:pt x="22" y="268"/>
                </a:lnTo>
                <a:lnTo>
                  <a:pt x="0" y="268"/>
                </a:lnTo>
                <a:lnTo>
                  <a:pt x="0" y="0"/>
                </a:lnTo>
                <a:lnTo>
                  <a:pt x="22" y="0"/>
                </a:lnTo>
                <a:lnTo>
                  <a:pt x="22" y="0"/>
                </a:ln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110" name="Inhaltsplatzhalter 4">
            <a:extLst>
              <a:ext uri="{FF2B5EF4-FFF2-40B4-BE49-F238E27FC236}">
                <a16:creationId xmlns:a16="http://schemas.microsoft.com/office/drawing/2014/main" id="{22A1016A-EA6A-4AE2-A97D-E65F679BC0A4}"/>
              </a:ext>
            </a:extLst>
          </p:cNvPr>
          <p:cNvSpPr txBox="1"/>
          <p:nvPr/>
        </p:nvSpPr>
        <p:spPr>
          <a:xfrm>
            <a:off x="2757279" y="1715142"/>
            <a:ext cx="2614162" cy="45672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200" dirty="0">
                <a:solidFill>
                  <a:schemeClr val="tx1">
                    <a:lumMod val="75000"/>
                    <a:lumOff val="25000"/>
                  </a:schemeClr>
                </a:solidFill>
                <a:latin typeface="+mn-lt"/>
              </a:rPr>
              <a:t>请在此处添加详细描述文本，在这里输入文本，更改文字文本。</a:t>
            </a:r>
            <a:endParaRPr lang="en-US" altLang="zh-CN" sz="1200" dirty="0">
              <a:solidFill>
                <a:schemeClr val="tx1">
                  <a:lumMod val="75000"/>
                  <a:lumOff val="25000"/>
                </a:schemeClr>
              </a:solidFill>
              <a:latin typeface="+mn-lt"/>
            </a:endParaRPr>
          </a:p>
        </p:txBody>
      </p:sp>
      <p:sp>
        <p:nvSpPr>
          <p:cNvPr id="108" name="Freeform 223">
            <a:extLst>
              <a:ext uri="{FF2B5EF4-FFF2-40B4-BE49-F238E27FC236}">
                <a16:creationId xmlns:a16="http://schemas.microsoft.com/office/drawing/2014/main" id="{2F4C8B4C-7B28-475C-8572-C22EA530A3E2}"/>
              </a:ext>
            </a:extLst>
          </p:cNvPr>
          <p:cNvSpPr>
            <a:spLocks noEditPoints="1"/>
          </p:cNvSpPr>
          <p:nvPr/>
        </p:nvSpPr>
        <p:spPr bwMode="auto">
          <a:xfrm>
            <a:off x="1916573" y="1738626"/>
            <a:ext cx="478050" cy="409758"/>
          </a:xfrm>
          <a:custGeom>
            <a:avLst/>
            <a:gdLst/>
            <a:ahLst/>
            <a:cxnLst>
              <a:cxn ang="0">
                <a:pos x="184" y="164"/>
              </a:cxn>
              <a:cxn ang="0">
                <a:pos x="232" y="116"/>
              </a:cxn>
              <a:cxn ang="0">
                <a:pos x="217" y="87"/>
              </a:cxn>
              <a:cxn ang="0">
                <a:pos x="215" y="85"/>
              </a:cxn>
              <a:cxn ang="0">
                <a:pos x="212" y="84"/>
              </a:cxn>
              <a:cxn ang="0">
                <a:pos x="209" y="83"/>
              </a:cxn>
              <a:cxn ang="0">
                <a:pos x="206" y="81"/>
              </a:cxn>
              <a:cxn ang="0">
                <a:pos x="203" y="81"/>
              </a:cxn>
              <a:cxn ang="0">
                <a:pos x="200" y="80"/>
              </a:cxn>
              <a:cxn ang="0">
                <a:pos x="195" y="80"/>
              </a:cxn>
              <a:cxn ang="0">
                <a:pos x="193" y="73"/>
              </a:cxn>
              <a:cxn ang="0">
                <a:pos x="191" y="67"/>
              </a:cxn>
              <a:cxn ang="0">
                <a:pos x="189" y="61"/>
              </a:cxn>
              <a:cxn ang="0">
                <a:pos x="128" y="24"/>
              </a:cxn>
              <a:cxn ang="0">
                <a:pos x="67" y="61"/>
              </a:cxn>
              <a:cxn ang="0">
                <a:pos x="65" y="67"/>
              </a:cxn>
              <a:cxn ang="0">
                <a:pos x="63" y="73"/>
              </a:cxn>
              <a:cxn ang="0">
                <a:pos x="61" y="80"/>
              </a:cxn>
              <a:cxn ang="0">
                <a:pos x="56" y="80"/>
              </a:cxn>
              <a:cxn ang="0">
                <a:pos x="53" y="81"/>
              </a:cxn>
              <a:cxn ang="0">
                <a:pos x="50" y="81"/>
              </a:cxn>
              <a:cxn ang="0">
                <a:pos x="47" y="83"/>
              </a:cxn>
              <a:cxn ang="0">
                <a:pos x="44" y="84"/>
              </a:cxn>
              <a:cxn ang="0">
                <a:pos x="41" y="85"/>
              </a:cxn>
              <a:cxn ang="0">
                <a:pos x="39" y="87"/>
              </a:cxn>
              <a:cxn ang="0">
                <a:pos x="24" y="116"/>
              </a:cxn>
              <a:cxn ang="0">
                <a:pos x="72" y="164"/>
              </a:cxn>
              <a:cxn ang="0">
                <a:pos x="0" y="116"/>
              </a:cxn>
              <a:cxn ang="0">
                <a:pos x="128" y="0"/>
              </a:cxn>
              <a:cxn ang="0">
                <a:pos x="256" y="116"/>
              </a:cxn>
              <a:cxn ang="0">
                <a:pos x="83" y="148"/>
              </a:cxn>
              <a:cxn ang="0">
                <a:pos x="119" y="108"/>
              </a:cxn>
              <a:cxn ang="0">
                <a:pos x="137" y="108"/>
              </a:cxn>
              <a:cxn ang="0">
                <a:pos x="173" y="148"/>
              </a:cxn>
              <a:cxn ang="0">
                <a:pos x="176" y="156"/>
              </a:cxn>
              <a:cxn ang="0">
                <a:pos x="155" y="164"/>
              </a:cxn>
              <a:cxn ang="0">
                <a:pos x="140" y="147"/>
              </a:cxn>
              <a:cxn ang="0">
                <a:pos x="128" y="220"/>
              </a:cxn>
              <a:cxn ang="0">
                <a:pos x="116" y="147"/>
              </a:cxn>
              <a:cxn ang="0">
                <a:pos x="101" y="164"/>
              </a:cxn>
              <a:cxn ang="0">
                <a:pos x="80" y="156"/>
              </a:cxn>
            </a:cxnLst>
            <a:rect l="0" t="0" r="r" b="b"/>
            <a:pathLst>
              <a:path w="256" h="220">
                <a:moveTo>
                  <a:pt x="196" y="176"/>
                </a:moveTo>
                <a:cubicBezTo>
                  <a:pt x="189" y="176"/>
                  <a:pt x="184" y="171"/>
                  <a:pt x="184" y="164"/>
                </a:cubicBezTo>
                <a:cubicBezTo>
                  <a:pt x="184" y="157"/>
                  <a:pt x="189" y="152"/>
                  <a:pt x="196" y="152"/>
                </a:cubicBezTo>
                <a:cubicBezTo>
                  <a:pt x="216" y="152"/>
                  <a:pt x="232" y="136"/>
                  <a:pt x="232" y="116"/>
                </a:cubicBezTo>
                <a:cubicBezTo>
                  <a:pt x="232" y="105"/>
                  <a:pt x="227" y="96"/>
                  <a:pt x="220" y="89"/>
                </a:cubicBezTo>
                <a:cubicBezTo>
                  <a:pt x="219" y="88"/>
                  <a:pt x="218" y="88"/>
                  <a:pt x="217" y="87"/>
                </a:cubicBezTo>
                <a:cubicBezTo>
                  <a:pt x="217" y="87"/>
                  <a:pt x="217" y="87"/>
                  <a:pt x="217" y="87"/>
                </a:cubicBezTo>
                <a:cubicBezTo>
                  <a:pt x="217" y="86"/>
                  <a:pt x="216" y="86"/>
                  <a:pt x="215" y="85"/>
                </a:cubicBezTo>
                <a:cubicBezTo>
                  <a:pt x="215" y="85"/>
                  <a:pt x="215" y="85"/>
                  <a:pt x="215" y="85"/>
                </a:cubicBezTo>
                <a:cubicBezTo>
                  <a:pt x="214" y="85"/>
                  <a:pt x="213" y="84"/>
                  <a:pt x="212" y="84"/>
                </a:cubicBezTo>
                <a:cubicBezTo>
                  <a:pt x="212" y="84"/>
                  <a:pt x="212" y="84"/>
                  <a:pt x="211" y="84"/>
                </a:cubicBezTo>
                <a:cubicBezTo>
                  <a:pt x="211" y="83"/>
                  <a:pt x="210" y="83"/>
                  <a:pt x="209" y="83"/>
                </a:cubicBezTo>
                <a:cubicBezTo>
                  <a:pt x="209" y="82"/>
                  <a:pt x="209" y="82"/>
                  <a:pt x="208" y="82"/>
                </a:cubicBezTo>
                <a:cubicBezTo>
                  <a:pt x="208" y="82"/>
                  <a:pt x="207" y="82"/>
                  <a:pt x="206" y="81"/>
                </a:cubicBezTo>
                <a:cubicBezTo>
                  <a:pt x="206" y="81"/>
                  <a:pt x="205" y="81"/>
                  <a:pt x="205" y="81"/>
                </a:cubicBezTo>
                <a:cubicBezTo>
                  <a:pt x="204" y="81"/>
                  <a:pt x="204" y="81"/>
                  <a:pt x="203" y="81"/>
                </a:cubicBezTo>
                <a:cubicBezTo>
                  <a:pt x="202" y="81"/>
                  <a:pt x="202" y="80"/>
                  <a:pt x="201" y="80"/>
                </a:cubicBezTo>
                <a:cubicBezTo>
                  <a:pt x="200" y="80"/>
                  <a:pt x="200" y="80"/>
                  <a:pt x="200" y="80"/>
                </a:cubicBezTo>
                <a:cubicBezTo>
                  <a:pt x="198" y="80"/>
                  <a:pt x="197" y="80"/>
                  <a:pt x="196" y="80"/>
                </a:cubicBezTo>
                <a:cubicBezTo>
                  <a:pt x="196" y="80"/>
                  <a:pt x="195" y="80"/>
                  <a:pt x="195" y="80"/>
                </a:cubicBezTo>
                <a:cubicBezTo>
                  <a:pt x="195" y="78"/>
                  <a:pt x="194" y="76"/>
                  <a:pt x="194" y="74"/>
                </a:cubicBezTo>
                <a:cubicBezTo>
                  <a:pt x="193" y="74"/>
                  <a:pt x="193" y="73"/>
                  <a:pt x="193" y="73"/>
                </a:cubicBezTo>
                <a:cubicBezTo>
                  <a:pt x="193" y="71"/>
                  <a:pt x="192" y="70"/>
                  <a:pt x="192" y="68"/>
                </a:cubicBezTo>
                <a:cubicBezTo>
                  <a:pt x="191" y="68"/>
                  <a:pt x="191" y="67"/>
                  <a:pt x="191" y="67"/>
                </a:cubicBezTo>
                <a:cubicBezTo>
                  <a:pt x="190" y="65"/>
                  <a:pt x="190" y="64"/>
                  <a:pt x="189" y="62"/>
                </a:cubicBezTo>
                <a:cubicBezTo>
                  <a:pt x="189" y="62"/>
                  <a:pt x="189" y="62"/>
                  <a:pt x="189" y="61"/>
                </a:cubicBezTo>
                <a:cubicBezTo>
                  <a:pt x="188" y="60"/>
                  <a:pt x="187" y="58"/>
                  <a:pt x="186" y="57"/>
                </a:cubicBezTo>
                <a:cubicBezTo>
                  <a:pt x="174" y="37"/>
                  <a:pt x="153" y="24"/>
                  <a:pt x="128" y="24"/>
                </a:cubicBezTo>
                <a:cubicBezTo>
                  <a:pt x="103" y="24"/>
                  <a:pt x="82" y="37"/>
                  <a:pt x="70" y="57"/>
                </a:cubicBezTo>
                <a:cubicBezTo>
                  <a:pt x="69" y="58"/>
                  <a:pt x="68" y="60"/>
                  <a:pt x="67" y="61"/>
                </a:cubicBezTo>
                <a:cubicBezTo>
                  <a:pt x="67" y="62"/>
                  <a:pt x="67" y="62"/>
                  <a:pt x="67" y="62"/>
                </a:cubicBezTo>
                <a:cubicBezTo>
                  <a:pt x="66" y="64"/>
                  <a:pt x="66" y="65"/>
                  <a:pt x="65" y="67"/>
                </a:cubicBezTo>
                <a:cubicBezTo>
                  <a:pt x="65" y="67"/>
                  <a:pt x="65" y="68"/>
                  <a:pt x="64" y="68"/>
                </a:cubicBezTo>
                <a:cubicBezTo>
                  <a:pt x="64" y="70"/>
                  <a:pt x="63" y="71"/>
                  <a:pt x="63" y="73"/>
                </a:cubicBezTo>
                <a:cubicBezTo>
                  <a:pt x="63" y="73"/>
                  <a:pt x="63" y="74"/>
                  <a:pt x="62" y="74"/>
                </a:cubicBezTo>
                <a:cubicBezTo>
                  <a:pt x="62" y="76"/>
                  <a:pt x="61" y="78"/>
                  <a:pt x="61" y="80"/>
                </a:cubicBezTo>
                <a:cubicBezTo>
                  <a:pt x="61" y="80"/>
                  <a:pt x="60" y="80"/>
                  <a:pt x="60" y="80"/>
                </a:cubicBezTo>
                <a:cubicBezTo>
                  <a:pt x="59" y="80"/>
                  <a:pt x="58" y="80"/>
                  <a:pt x="56" y="80"/>
                </a:cubicBezTo>
                <a:cubicBezTo>
                  <a:pt x="56" y="80"/>
                  <a:pt x="56" y="80"/>
                  <a:pt x="55" y="80"/>
                </a:cubicBezTo>
                <a:cubicBezTo>
                  <a:pt x="54" y="80"/>
                  <a:pt x="54" y="81"/>
                  <a:pt x="53" y="81"/>
                </a:cubicBezTo>
                <a:cubicBezTo>
                  <a:pt x="52" y="81"/>
                  <a:pt x="52" y="81"/>
                  <a:pt x="51" y="81"/>
                </a:cubicBezTo>
                <a:cubicBezTo>
                  <a:pt x="51" y="81"/>
                  <a:pt x="50" y="81"/>
                  <a:pt x="50" y="81"/>
                </a:cubicBezTo>
                <a:cubicBezTo>
                  <a:pt x="49" y="82"/>
                  <a:pt x="48" y="82"/>
                  <a:pt x="48" y="82"/>
                </a:cubicBezTo>
                <a:cubicBezTo>
                  <a:pt x="47" y="82"/>
                  <a:pt x="47" y="82"/>
                  <a:pt x="47" y="83"/>
                </a:cubicBezTo>
                <a:cubicBezTo>
                  <a:pt x="46" y="83"/>
                  <a:pt x="45" y="83"/>
                  <a:pt x="45" y="84"/>
                </a:cubicBezTo>
                <a:cubicBezTo>
                  <a:pt x="44" y="84"/>
                  <a:pt x="44" y="84"/>
                  <a:pt x="44" y="84"/>
                </a:cubicBezTo>
                <a:cubicBezTo>
                  <a:pt x="43" y="84"/>
                  <a:pt x="42" y="85"/>
                  <a:pt x="41" y="85"/>
                </a:cubicBezTo>
                <a:cubicBezTo>
                  <a:pt x="41" y="85"/>
                  <a:pt x="41" y="85"/>
                  <a:pt x="41" y="85"/>
                </a:cubicBezTo>
                <a:cubicBezTo>
                  <a:pt x="40" y="86"/>
                  <a:pt x="39" y="86"/>
                  <a:pt x="39" y="87"/>
                </a:cubicBezTo>
                <a:cubicBezTo>
                  <a:pt x="39" y="87"/>
                  <a:pt x="39" y="87"/>
                  <a:pt x="39" y="87"/>
                </a:cubicBezTo>
                <a:cubicBezTo>
                  <a:pt x="38" y="88"/>
                  <a:pt x="37" y="88"/>
                  <a:pt x="36" y="89"/>
                </a:cubicBezTo>
                <a:cubicBezTo>
                  <a:pt x="29" y="96"/>
                  <a:pt x="24" y="105"/>
                  <a:pt x="24" y="116"/>
                </a:cubicBezTo>
                <a:cubicBezTo>
                  <a:pt x="24" y="136"/>
                  <a:pt x="40" y="152"/>
                  <a:pt x="60" y="152"/>
                </a:cubicBezTo>
                <a:cubicBezTo>
                  <a:pt x="67" y="152"/>
                  <a:pt x="72" y="157"/>
                  <a:pt x="72" y="164"/>
                </a:cubicBezTo>
                <a:cubicBezTo>
                  <a:pt x="72" y="171"/>
                  <a:pt x="67" y="176"/>
                  <a:pt x="60" y="176"/>
                </a:cubicBezTo>
                <a:cubicBezTo>
                  <a:pt x="27" y="176"/>
                  <a:pt x="0" y="149"/>
                  <a:pt x="0" y="116"/>
                </a:cubicBezTo>
                <a:cubicBezTo>
                  <a:pt x="0" y="89"/>
                  <a:pt x="18" y="66"/>
                  <a:pt x="42" y="59"/>
                </a:cubicBezTo>
                <a:cubicBezTo>
                  <a:pt x="56" y="24"/>
                  <a:pt x="89" y="0"/>
                  <a:pt x="128" y="0"/>
                </a:cubicBezTo>
                <a:cubicBezTo>
                  <a:pt x="167" y="0"/>
                  <a:pt x="200" y="24"/>
                  <a:pt x="214" y="59"/>
                </a:cubicBezTo>
                <a:cubicBezTo>
                  <a:pt x="238" y="66"/>
                  <a:pt x="256" y="89"/>
                  <a:pt x="256" y="116"/>
                </a:cubicBezTo>
                <a:cubicBezTo>
                  <a:pt x="256" y="149"/>
                  <a:pt x="229" y="176"/>
                  <a:pt x="196" y="176"/>
                </a:cubicBezTo>
                <a:moveTo>
                  <a:pt x="83" y="148"/>
                </a:moveTo>
                <a:cubicBezTo>
                  <a:pt x="119" y="108"/>
                  <a:pt x="119" y="108"/>
                  <a:pt x="119" y="108"/>
                </a:cubicBezTo>
                <a:cubicBezTo>
                  <a:pt x="119" y="108"/>
                  <a:pt x="119" y="108"/>
                  <a:pt x="119" y="108"/>
                </a:cubicBezTo>
                <a:cubicBezTo>
                  <a:pt x="121" y="106"/>
                  <a:pt x="124" y="104"/>
                  <a:pt x="128" y="104"/>
                </a:cubicBezTo>
                <a:cubicBezTo>
                  <a:pt x="132" y="104"/>
                  <a:pt x="135" y="106"/>
                  <a:pt x="137" y="108"/>
                </a:cubicBezTo>
                <a:cubicBezTo>
                  <a:pt x="137" y="108"/>
                  <a:pt x="137" y="108"/>
                  <a:pt x="137" y="108"/>
                </a:cubicBezTo>
                <a:cubicBezTo>
                  <a:pt x="173" y="148"/>
                  <a:pt x="173" y="148"/>
                  <a:pt x="173" y="148"/>
                </a:cubicBezTo>
                <a:cubicBezTo>
                  <a:pt x="173" y="148"/>
                  <a:pt x="173" y="148"/>
                  <a:pt x="173" y="148"/>
                </a:cubicBezTo>
                <a:cubicBezTo>
                  <a:pt x="175" y="150"/>
                  <a:pt x="176" y="153"/>
                  <a:pt x="176" y="156"/>
                </a:cubicBezTo>
                <a:cubicBezTo>
                  <a:pt x="176" y="163"/>
                  <a:pt x="171" y="168"/>
                  <a:pt x="164" y="168"/>
                </a:cubicBezTo>
                <a:cubicBezTo>
                  <a:pt x="160" y="168"/>
                  <a:pt x="157" y="166"/>
                  <a:pt x="155" y="164"/>
                </a:cubicBezTo>
                <a:cubicBezTo>
                  <a:pt x="155" y="164"/>
                  <a:pt x="155" y="164"/>
                  <a:pt x="155" y="164"/>
                </a:cubicBezTo>
                <a:cubicBezTo>
                  <a:pt x="140" y="147"/>
                  <a:pt x="140" y="147"/>
                  <a:pt x="140" y="147"/>
                </a:cubicBezTo>
                <a:cubicBezTo>
                  <a:pt x="140" y="208"/>
                  <a:pt x="140" y="208"/>
                  <a:pt x="140" y="208"/>
                </a:cubicBezTo>
                <a:cubicBezTo>
                  <a:pt x="140" y="215"/>
                  <a:pt x="135" y="220"/>
                  <a:pt x="128" y="220"/>
                </a:cubicBezTo>
                <a:cubicBezTo>
                  <a:pt x="121" y="220"/>
                  <a:pt x="116" y="215"/>
                  <a:pt x="116" y="208"/>
                </a:cubicBezTo>
                <a:cubicBezTo>
                  <a:pt x="116" y="147"/>
                  <a:pt x="116" y="147"/>
                  <a:pt x="116" y="147"/>
                </a:cubicBezTo>
                <a:cubicBezTo>
                  <a:pt x="101" y="164"/>
                  <a:pt x="101" y="164"/>
                  <a:pt x="101" y="164"/>
                </a:cubicBezTo>
                <a:cubicBezTo>
                  <a:pt x="101" y="164"/>
                  <a:pt x="101" y="164"/>
                  <a:pt x="101" y="164"/>
                </a:cubicBezTo>
                <a:cubicBezTo>
                  <a:pt x="99" y="166"/>
                  <a:pt x="96" y="168"/>
                  <a:pt x="92" y="168"/>
                </a:cubicBezTo>
                <a:cubicBezTo>
                  <a:pt x="85" y="168"/>
                  <a:pt x="80" y="163"/>
                  <a:pt x="80" y="156"/>
                </a:cubicBezTo>
                <a:cubicBezTo>
                  <a:pt x="80" y="153"/>
                  <a:pt x="81" y="150"/>
                  <a:pt x="83" y="148"/>
                </a:cubicBezTo>
                <a:close/>
              </a:path>
            </a:pathLst>
          </a:custGeom>
          <a:solidFill>
            <a:schemeClr val="bg1">
              <a:lumMod val="50000"/>
            </a:schemeClr>
          </a:solidFill>
          <a:ln w="9525">
            <a:noFill/>
            <a:round/>
          </a:ln>
        </p:spPr>
        <p:txBody>
          <a:bodyPr vert="horz" wrap="square" lIns="91440" tIns="45720" rIns="91440" bIns="45720" numCol="1" anchor="t" anchorCtr="0" compatLnSpc="1"/>
          <a:lstStyle/>
          <a:p>
            <a:endParaRPr lang="en-US"/>
          </a:p>
        </p:txBody>
      </p:sp>
      <p:sp>
        <p:nvSpPr>
          <p:cNvPr id="115" name="箭头: 右 114">
            <a:extLst>
              <a:ext uri="{FF2B5EF4-FFF2-40B4-BE49-F238E27FC236}">
                <a16:creationId xmlns:a16="http://schemas.microsoft.com/office/drawing/2014/main" id="{7D00E72C-D318-44F7-9E1A-10125256E017}"/>
              </a:ext>
            </a:extLst>
          </p:cNvPr>
          <p:cNvSpPr/>
          <p:nvPr/>
        </p:nvSpPr>
        <p:spPr>
          <a:xfrm>
            <a:off x="6011248" y="1685032"/>
            <a:ext cx="683173" cy="5169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箭头: 右 115">
            <a:extLst>
              <a:ext uri="{FF2B5EF4-FFF2-40B4-BE49-F238E27FC236}">
                <a16:creationId xmlns:a16="http://schemas.microsoft.com/office/drawing/2014/main" id="{82F585B6-FA1B-493E-ABF8-7416A7A3D1DE}"/>
              </a:ext>
            </a:extLst>
          </p:cNvPr>
          <p:cNvSpPr/>
          <p:nvPr/>
        </p:nvSpPr>
        <p:spPr>
          <a:xfrm>
            <a:off x="6011248" y="2860817"/>
            <a:ext cx="683173" cy="516943"/>
          </a:xfrm>
          <a:prstGeom prst="righ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117" name="箭头: 右 116">
            <a:extLst>
              <a:ext uri="{FF2B5EF4-FFF2-40B4-BE49-F238E27FC236}">
                <a16:creationId xmlns:a16="http://schemas.microsoft.com/office/drawing/2014/main" id="{2E3D7555-DE32-4423-B77E-DD5A10CD0F74}"/>
              </a:ext>
            </a:extLst>
          </p:cNvPr>
          <p:cNvSpPr/>
          <p:nvPr/>
        </p:nvSpPr>
        <p:spPr>
          <a:xfrm>
            <a:off x="6011248" y="4036602"/>
            <a:ext cx="683173" cy="516943"/>
          </a:xfrm>
          <a:prstGeom prst="rightArrow">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118" name="箭头: 右 117">
            <a:extLst>
              <a:ext uri="{FF2B5EF4-FFF2-40B4-BE49-F238E27FC236}">
                <a16:creationId xmlns:a16="http://schemas.microsoft.com/office/drawing/2014/main" id="{62F9A34E-5182-45C0-8FE9-BEE342FA3940}"/>
              </a:ext>
            </a:extLst>
          </p:cNvPr>
          <p:cNvSpPr/>
          <p:nvPr/>
        </p:nvSpPr>
        <p:spPr>
          <a:xfrm>
            <a:off x="6011249" y="5212387"/>
            <a:ext cx="683173" cy="516943"/>
          </a:xfrm>
          <a:prstGeom prst="rightArrow">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119" name="Inhaltsplatzhalter 4">
            <a:extLst>
              <a:ext uri="{FF2B5EF4-FFF2-40B4-BE49-F238E27FC236}">
                <a16:creationId xmlns:a16="http://schemas.microsoft.com/office/drawing/2014/main" id="{3C11105E-3F90-46D6-9498-35ED642C7BE4}"/>
              </a:ext>
            </a:extLst>
          </p:cNvPr>
          <p:cNvSpPr txBox="1"/>
          <p:nvPr/>
        </p:nvSpPr>
        <p:spPr>
          <a:xfrm>
            <a:off x="7044101" y="1535091"/>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1"/>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p>
        </p:txBody>
      </p:sp>
      <p:sp>
        <p:nvSpPr>
          <p:cNvPr id="120" name="Inhaltsplatzhalter 4">
            <a:extLst>
              <a:ext uri="{FF2B5EF4-FFF2-40B4-BE49-F238E27FC236}">
                <a16:creationId xmlns:a16="http://schemas.microsoft.com/office/drawing/2014/main" id="{EAB5DD5B-2190-425C-9AAC-F98319520F6F}"/>
              </a:ext>
            </a:extLst>
          </p:cNvPr>
          <p:cNvSpPr txBox="1"/>
          <p:nvPr/>
        </p:nvSpPr>
        <p:spPr>
          <a:xfrm>
            <a:off x="7027623" y="2710877"/>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2"/>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121" name="Inhaltsplatzhalter 4">
            <a:extLst>
              <a:ext uri="{FF2B5EF4-FFF2-40B4-BE49-F238E27FC236}">
                <a16:creationId xmlns:a16="http://schemas.microsoft.com/office/drawing/2014/main" id="{BE7A9561-2477-495C-9034-75BE7AFF8951}"/>
              </a:ext>
            </a:extLst>
          </p:cNvPr>
          <p:cNvSpPr txBox="1"/>
          <p:nvPr/>
        </p:nvSpPr>
        <p:spPr>
          <a:xfrm>
            <a:off x="7027623" y="3886662"/>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3"/>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122" name="Inhaltsplatzhalter 4">
            <a:extLst>
              <a:ext uri="{FF2B5EF4-FFF2-40B4-BE49-F238E27FC236}">
                <a16:creationId xmlns:a16="http://schemas.microsoft.com/office/drawing/2014/main" id="{016A2F6D-79D7-4689-9638-681FA70C3653}"/>
              </a:ext>
            </a:extLst>
          </p:cNvPr>
          <p:cNvSpPr txBox="1"/>
          <p:nvPr/>
        </p:nvSpPr>
        <p:spPr>
          <a:xfrm>
            <a:off x="7027623" y="5062446"/>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56" name="矩形 55">
            <a:extLst>
              <a:ext uri="{FF2B5EF4-FFF2-40B4-BE49-F238E27FC236}">
                <a16:creationId xmlns:a16="http://schemas.microsoft.com/office/drawing/2014/main" id="{5B39258B-7F62-4A86-92E4-8FE26ED9CAF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48" name="组合 47">
            <a:extLst>
              <a:ext uri="{FF2B5EF4-FFF2-40B4-BE49-F238E27FC236}">
                <a16:creationId xmlns:a16="http://schemas.microsoft.com/office/drawing/2014/main" id="{3F24D2E0-4C2F-4FC4-AD73-447DF5A1390A}"/>
              </a:ext>
            </a:extLst>
          </p:cNvPr>
          <p:cNvGrpSpPr/>
          <p:nvPr/>
        </p:nvGrpSpPr>
        <p:grpSpPr>
          <a:xfrm>
            <a:off x="-491832" y="1587"/>
            <a:ext cx="273269" cy="2129816"/>
            <a:chOff x="11681691" y="1513398"/>
            <a:chExt cx="273269" cy="2129816"/>
          </a:xfrm>
        </p:grpSpPr>
        <p:sp>
          <p:nvSpPr>
            <p:cNvPr id="49" name="矩形 48">
              <a:extLst>
                <a:ext uri="{FF2B5EF4-FFF2-40B4-BE49-F238E27FC236}">
                  <a16:creationId xmlns:a16="http://schemas.microsoft.com/office/drawing/2014/main" id="{27923BD4-85BB-4BBA-9016-3A9A6567D0E5}"/>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01F01D5F-FF67-4A51-B339-89E3CEB187E1}"/>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50">
              <a:extLst>
                <a:ext uri="{FF2B5EF4-FFF2-40B4-BE49-F238E27FC236}">
                  <a16:creationId xmlns:a16="http://schemas.microsoft.com/office/drawing/2014/main" id="{02553337-BA48-473C-B329-ED88F1F7B05A}"/>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a:extLst>
                <a:ext uri="{FF2B5EF4-FFF2-40B4-BE49-F238E27FC236}">
                  <a16:creationId xmlns:a16="http://schemas.microsoft.com/office/drawing/2014/main" id="{4ADCB9D4-6640-4579-B566-C8946EB9A371}"/>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52">
              <a:extLst>
                <a:ext uri="{FF2B5EF4-FFF2-40B4-BE49-F238E27FC236}">
                  <a16:creationId xmlns:a16="http://schemas.microsoft.com/office/drawing/2014/main" id="{AB8738E6-2E08-488F-BBED-38278F27162D}"/>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a:extLst>
                <a:ext uri="{FF2B5EF4-FFF2-40B4-BE49-F238E27FC236}">
                  <a16:creationId xmlns:a16="http://schemas.microsoft.com/office/drawing/2014/main" id="{A524BD30-9777-4329-8339-766831BAC83B}"/>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54">
              <a:extLst>
                <a:ext uri="{FF2B5EF4-FFF2-40B4-BE49-F238E27FC236}">
                  <a16:creationId xmlns:a16="http://schemas.microsoft.com/office/drawing/2014/main" id="{AF6D1DEC-5520-4719-9940-06FFE58C13C1}"/>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5950466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41">
            <a:extLst>
              <a:ext uri="{FF2B5EF4-FFF2-40B4-BE49-F238E27FC236}">
                <a16:creationId xmlns:a16="http://schemas.microsoft.com/office/drawing/2014/main" id="{DA53DD26-92E0-4CB3-A941-26563B2999BF}"/>
              </a:ext>
            </a:extLst>
          </p:cNvPr>
          <p:cNvGrpSpPr/>
          <p:nvPr/>
        </p:nvGrpSpPr>
        <p:grpSpPr>
          <a:xfrm>
            <a:off x="528321" y="3127479"/>
            <a:ext cx="4981462" cy="989041"/>
            <a:chOff x="508001" y="1871705"/>
            <a:chExt cx="4981462" cy="989041"/>
          </a:xfrm>
        </p:grpSpPr>
        <p:sp>
          <p:nvSpPr>
            <p:cNvPr id="57" name="Freeform 5">
              <a:extLst>
                <a:ext uri="{FF2B5EF4-FFF2-40B4-BE49-F238E27FC236}">
                  <a16:creationId xmlns:a16="http://schemas.microsoft.com/office/drawing/2014/main" id="{91EBD26F-A4DE-4641-A6E2-FF8C554E5A45}"/>
                </a:ext>
              </a:extLst>
            </p:cNvPr>
            <p:cNvSpPr/>
            <p:nvPr/>
          </p:nvSpPr>
          <p:spPr bwMode="auto">
            <a:xfrm>
              <a:off x="508001" y="1871705"/>
              <a:ext cx="4850013" cy="989041"/>
            </a:xfrm>
            <a:custGeom>
              <a:avLst/>
              <a:gdLst>
                <a:gd name="T0" fmla="*/ 31 w 2262"/>
                <a:gd name="T1" fmla="*/ 0 h 459"/>
                <a:gd name="T2" fmla="*/ 0 w 2262"/>
                <a:gd name="T3" fmla="*/ 31 h 459"/>
                <a:gd name="T4" fmla="*/ 0 w 2262"/>
                <a:gd name="T5" fmla="*/ 428 h 459"/>
                <a:gd name="T6" fmla="*/ 31 w 2262"/>
                <a:gd name="T7" fmla="*/ 459 h 459"/>
                <a:gd name="T8" fmla="*/ 2262 w 2262"/>
                <a:gd name="T9" fmla="*/ 459 h 459"/>
                <a:gd name="T10" fmla="*/ 2262 w 2262"/>
                <a:gd name="T11" fmla="*/ 0 h 459"/>
                <a:gd name="T12" fmla="*/ 31 w 2262"/>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2262" h="459">
                  <a:moveTo>
                    <a:pt x="31" y="0"/>
                  </a:moveTo>
                  <a:cubicBezTo>
                    <a:pt x="14" y="0"/>
                    <a:pt x="0" y="14"/>
                    <a:pt x="0" y="31"/>
                  </a:cubicBezTo>
                  <a:cubicBezTo>
                    <a:pt x="0" y="428"/>
                    <a:pt x="0" y="428"/>
                    <a:pt x="0" y="428"/>
                  </a:cubicBezTo>
                  <a:cubicBezTo>
                    <a:pt x="0" y="445"/>
                    <a:pt x="14" y="459"/>
                    <a:pt x="31" y="459"/>
                  </a:cubicBezTo>
                  <a:cubicBezTo>
                    <a:pt x="2262" y="459"/>
                    <a:pt x="2262" y="459"/>
                    <a:pt x="2262" y="459"/>
                  </a:cubicBezTo>
                  <a:cubicBezTo>
                    <a:pt x="2262" y="0"/>
                    <a:pt x="2262" y="0"/>
                    <a:pt x="2262" y="0"/>
                  </a:cubicBezTo>
                  <a:lnTo>
                    <a:pt x="31" y="0"/>
                  </a:lnTo>
                  <a:close/>
                </a:path>
              </a:pathLst>
            </a:custGeom>
            <a:solidFill>
              <a:schemeClr val="bg1">
                <a:lumMod val="95000"/>
              </a:schemeClr>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8" name="Freeform 8">
              <a:extLst>
                <a:ext uri="{FF2B5EF4-FFF2-40B4-BE49-F238E27FC236}">
                  <a16:creationId xmlns:a16="http://schemas.microsoft.com/office/drawing/2014/main" id="{77916D63-C545-433C-B4FD-5F71CEDA53F7}"/>
                </a:ext>
              </a:extLst>
            </p:cNvPr>
            <p:cNvSpPr/>
            <p:nvPr/>
          </p:nvSpPr>
          <p:spPr bwMode="auto">
            <a:xfrm>
              <a:off x="5358014" y="1871705"/>
              <a:ext cx="131449" cy="989041"/>
            </a:xfrm>
            <a:custGeom>
              <a:avLst/>
              <a:gdLst>
                <a:gd name="T0" fmla="*/ 30 w 61"/>
                <a:gd name="T1" fmla="*/ 0 h 459"/>
                <a:gd name="T2" fmla="*/ 0 w 61"/>
                <a:gd name="T3" fmla="*/ 0 h 459"/>
                <a:gd name="T4" fmla="*/ 0 w 61"/>
                <a:gd name="T5" fmla="*/ 459 h 459"/>
                <a:gd name="T6" fmla="*/ 30 w 61"/>
                <a:gd name="T7" fmla="*/ 459 h 459"/>
                <a:gd name="T8" fmla="*/ 61 w 61"/>
                <a:gd name="T9" fmla="*/ 428 h 459"/>
                <a:gd name="T10" fmla="*/ 61 w 61"/>
                <a:gd name="T11" fmla="*/ 31 h 459"/>
                <a:gd name="T12" fmla="*/ 30 w 61"/>
                <a:gd name="T13" fmla="*/ 0 h 459"/>
              </a:gdLst>
              <a:ahLst/>
              <a:cxnLst>
                <a:cxn ang="0">
                  <a:pos x="T0" y="T1"/>
                </a:cxn>
                <a:cxn ang="0">
                  <a:pos x="T2" y="T3"/>
                </a:cxn>
                <a:cxn ang="0">
                  <a:pos x="T4" y="T5"/>
                </a:cxn>
                <a:cxn ang="0">
                  <a:pos x="T6" y="T7"/>
                </a:cxn>
                <a:cxn ang="0">
                  <a:pos x="T8" y="T9"/>
                </a:cxn>
                <a:cxn ang="0">
                  <a:pos x="T10" y="T11"/>
                </a:cxn>
                <a:cxn ang="0">
                  <a:pos x="T12" y="T13"/>
                </a:cxn>
              </a:cxnLst>
              <a:rect l="0" t="0" r="r" b="b"/>
              <a:pathLst>
                <a:path w="61" h="459">
                  <a:moveTo>
                    <a:pt x="30" y="0"/>
                  </a:moveTo>
                  <a:cubicBezTo>
                    <a:pt x="0" y="0"/>
                    <a:pt x="0" y="0"/>
                    <a:pt x="0" y="0"/>
                  </a:cubicBezTo>
                  <a:cubicBezTo>
                    <a:pt x="0" y="459"/>
                    <a:pt x="0" y="459"/>
                    <a:pt x="0" y="459"/>
                  </a:cubicBezTo>
                  <a:cubicBezTo>
                    <a:pt x="30" y="459"/>
                    <a:pt x="30" y="459"/>
                    <a:pt x="30" y="459"/>
                  </a:cubicBezTo>
                  <a:cubicBezTo>
                    <a:pt x="47" y="459"/>
                    <a:pt x="61" y="445"/>
                    <a:pt x="61" y="428"/>
                  </a:cubicBezTo>
                  <a:cubicBezTo>
                    <a:pt x="61" y="31"/>
                    <a:pt x="61" y="31"/>
                    <a:pt x="61" y="31"/>
                  </a:cubicBezTo>
                  <a:cubicBezTo>
                    <a:pt x="61" y="14"/>
                    <a:pt x="47" y="0"/>
                    <a:pt x="30" y="0"/>
                  </a:cubicBezTo>
                  <a:close/>
                </a:path>
              </a:pathLst>
            </a:custGeom>
            <a:solidFill>
              <a:schemeClr val="accent1"/>
            </a:solidFill>
            <a:ln>
              <a:noFill/>
            </a:ln>
            <a:effectLst>
              <a:outerShdw blurRad="50800" dist="38100" dir="2700000" algn="tl" rotWithShape="0">
                <a:prstClr val="black">
                  <a:alpha val="40000"/>
                </a:prstClr>
              </a:outerShdw>
            </a:effectLst>
          </p:spPr>
          <p:txBody>
            <a:bodyPr vert="horz" wrap="square" lIns="91440" tIns="45720" rIns="91440" bIns="45720" numCol="1" anchor="t" anchorCtr="0" compatLnSpc="1"/>
            <a:lstStyle/>
            <a:p>
              <a:endParaRPr lang="en-US"/>
            </a:p>
          </p:txBody>
        </p:sp>
      </p:grpSp>
      <p:grpSp>
        <p:nvGrpSpPr>
          <p:cNvPr id="11" name="Group 20">
            <a:extLst>
              <a:ext uri="{FF2B5EF4-FFF2-40B4-BE49-F238E27FC236}">
                <a16:creationId xmlns:a16="http://schemas.microsoft.com/office/drawing/2014/main" id="{36B5DF36-5640-4547-874A-C68D24755498}"/>
              </a:ext>
            </a:extLst>
          </p:cNvPr>
          <p:cNvGrpSpPr/>
          <p:nvPr/>
        </p:nvGrpSpPr>
        <p:grpSpPr>
          <a:xfrm>
            <a:off x="727761" y="3055862"/>
            <a:ext cx="894759" cy="905639"/>
            <a:chOff x="707441" y="1800088"/>
            <a:chExt cx="894759" cy="905639"/>
          </a:xfrm>
        </p:grpSpPr>
        <p:sp>
          <p:nvSpPr>
            <p:cNvPr id="49" name="Freeform 6">
              <a:extLst>
                <a:ext uri="{FF2B5EF4-FFF2-40B4-BE49-F238E27FC236}">
                  <a16:creationId xmlns:a16="http://schemas.microsoft.com/office/drawing/2014/main" id="{C2FDB0EB-C019-4C46-B9BF-C005B71F454F}"/>
                </a:ext>
              </a:extLst>
            </p:cNvPr>
            <p:cNvSpPr/>
            <p:nvPr/>
          </p:nvSpPr>
          <p:spPr bwMode="auto">
            <a:xfrm>
              <a:off x="778151" y="1800088"/>
              <a:ext cx="824049" cy="905639"/>
            </a:xfrm>
            <a:custGeom>
              <a:avLst/>
              <a:gdLst>
                <a:gd name="T0" fmla="*/ 351 w 384"/>
                <a:gd name="T1" fmla="*/ 0 h 420"/>
                <a:gd name="T2" fmla="*/ 33 w 384"/>
                <a:gd name="T3" fmla="*/ 0 h 420"/>
                <a:gd name="T4" fmla="*/ 0 w 384"/>
                <a:gd name="T5" fmla="*/ 0 h 420"/>
                <a:gd name="T6" fmla="*/ 33 w 384"/>
                <a:gd name="T7" fmla="*/ 33 h 420"/>
                <a:gd name="T8" fmla="*/ 33 w 384"/>
                <a:gd name="T9" fmla="*/ 400 h 420"/>
                <a:gd name="T10" fmla="*/ 53 w 384"/>
                <a:gd name="T11" fmla="*/ 420 h 420"/>
                <a:gd name="T12" fmla="*/ 364 w 384"/>
                <a:gd name="T13" fmla="*/ 420 h 420"/>
                <a:gd name="T14" fmla="*/ 384 w 384"/>
                <a:gd name="T15" fmla="*/ 400 h 420"/>
                <a:gd name="T16" fmla="*/ 384 w 384"/>
                <a:gd name="T17" fmla="*/ 33 h 420"/>
                <a:gd name="T18" fmla="*/ 351 w 384"/>
                <a:gd name="T19" fmla="*/ 0 h 4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84" h="420">
                  <a:moveTo>
                    <a:pt x="351" y="0"/>
                  </a:moveTo>
                  <a:cubicBezTo>
                    <a:pt x="33" y="0"/>
                    <a:pt x="33" y="0"/>
                    <a:pt x="33" y="0"/>
                  </a:cubicBezTo>
                  <a:cubicBezTo>
                    <a:pt x="0" y="0"/>
                    <a:pt x="0" y="0"/>
                    <a:pt x="0" y="0"/>
                  </a:cubicBezTo>
                  <a:cubicBezTo>
                    <a:pt x="18" y="0"/>
                    <a:pt x="33" y="14"/>
                    <a:pt x="33" y="33"/>
                  </a:cubicBezTo>
                  <a:cubicBezTo>
                    <a:pt x="33" y="400"/>
                    <a:pt x="33" y="400"/>
                    <a:pt x="33" y="400"/>
                  </a:cubicBezTo>
                  <a:cubicBezTo>
                    <a:pt x="33" y="411"/>
                    <a:pt x="42" y="420"/>
                    <a:pt x="53" y="420"/>
                  </a:cubicBezTo>
                  <a:cubicBezTo>
                    <a:pt x="364" y="420"/>
                    <a:pt x="364" y="420"/>
                    <a:pt x="364" y="420"/>
                  </a:cubicBezTo>
                  <a:cubicBezTo>
                    <a:pt x="375" y="420"/>
                    <a:pt x="384" y="411"/>
                    <a:pt x="384" y="400"/>
                  </a:cubicBezTo>
                  <a:cubicBezTo>
                    <a:pt x="384" y="33"/>
                    <a:pt x="384" y="33"/>
                    <a:pt x="384" y="33"/>
                  </a:cubicBezTo>
                  <a:cubicBezTo>
                    <a:pt x="384" y="14"/>
                    <a:pt x="369" y="0"/>
                    <a:pt x="351" y="0"/>
                  </a:cubicBezTo>
                  <a:close/>
                </a:path>
              </a:pathLst>
            </a:custGeom>
            <a:solidFill>
              <a:schemeClr val="accent1"/>
            </a:solidFill>
            <a:ln>
              <a:noFill/>
            </a:ln>
          </p:spPr>
          <p:txBody>
            <a:bodyPr vert="horz" wrap="square" lIns="91440" tIns="45720" rIns="91440" bIns="45720" numCol="1" anchor="ctr" anchorCtr="0" compatLnSpc="1"/>
            <a:lstStyle/>
            <a:p>
              <a:pPr algn="ctr"/>
              <a:r>
                <a:rPr lang="en-US" sz="2400" b="1" dirty="0">
                  <a:solidFill>
                    <a:schemeClr val="bg1"/>
                  </a:solidFill>
                </a:rPr>
                <a:t>01</a:t>
              </a:r>
            </a:p>
          </p:txBody>
        </p:sp>
        <p:sp>
          <p:nvSpPr>
            <p:cNvPr id="50" name="Freeform 7">
              <a:extLst>
                <a:ext uri="{FF2B5EF4-FFF2-40B4-BE49-F238E27FC236}">
                  <a16:creationId xmlns:a16="http://schemas.microsoft.com/office/drawing/2014/main" id="{72261E73-2504-40EA-8003-6525A02A7B0F}"/>
                </a:ext>
              </a:extLst>
            </p:cNvPr>
            <p:cNvSpPr/>
            <p:nvPr/>
          </p:nvSpPr>
          <p:spPr bwMode="auto">
            <a:xfrm>
              <a:off x="707441" y="1800088"/>
              <a:ext cx="142327" cy="71617"/>
            </a:xfrm>
            <a:custGeom>
              <a:avLst/>
              <a:gdLst>
                <a:gd name="T0" fmla="*/ 33 w 66"/>
                <a:gd name="T1" fmla="*/ 0 h 33"/>
                <a:gd name="T2" fmla="*/ 0 w 66"/>
                <a:gd name="T3" fmla="*/ 33 h 33"/>
                <a:gd name="T4" fmla="*/ 66 w 66"/>
                <a:gd name="T5" fmla="*/ 33 h 33"/>
                <a:gd name="T6" fmla="*/ 33 w 66"/>
                <a:gd name="T7" fmla="*/ 0 h 33"/>
              </a:gdLst>
              <a:ahLst/>
              <a:cxnLst>
                <a:cxn ang="0">
                  <a:pos x="T0" y="T1"/>
                </a:cxn>
                <a:cxn ang="0">
                  <a:pos x="T2" y="T3"/>
                </a:cxn>
                <a:cxn ang="0">
                  <a:pos x="T4" y="T5"/>
                </a:cxn>
                <a:cxn ang="0">
                  <a:pos x="T6" y="T7"/>
                </a:cxn>
              </a:cxnLst>
              <a:rect l="0" t="0" r="r" b="b"/>
              <a:pathLst>
                <a:path w="66" h="33">
                  <a:moveTo>
                    <a:pt x="33" y="0"/>
                  </a:moveTo>
                  <a:cubicBezTo>
                    <a:pt x="14" y="0"/>
                    <a:pt x="0" y="14"/>
                    <a:pt x="0" y="33"/>
                  </a:cubicBezTo>
                  <a:cubicBezTo>
                    <a:pt x="66" y="33"/>
                    <a:pt x="66" y="33"/>
                    <a:pt x="66" y="33"/>
                  </a:cubicBezTo>
                  <a:cubicBezTo>
                    <a:pt x="66" y="14"/>
                    <a:pt x="51" y="0"/>
                    <a:pt x="33" y="0"/>
                  </a:cubicBezTo>
                  <a:close/>
                </a:path>
              </a:pathLst>
            </a:custGeom>
            <a:solidFill>
              <a:schemeClr val="accent1">
                <a:lumMod val="75000"/>
              </a:schemeClr>
            </a:solidFill>
            <a:ln>
              <a:noFill/>
            </a:ln>
          </p:spPr>
          <p:txBody>
            <a:bodyPr vert="horz" wrap="square" lIns="91440" tIns="45720" rIns="91440" bIns="45720" numCol="1" anchor="ctr" anchorCtr="0" compatLnSpc="1"/>
            <a:lstStyle/>
            <a:p>
              <a:pPr algn="ctr"/>
              <a:endParaRPr lang="en-US" sz="2400" b="1">
                <a:solidFill>
                  <a:schemeClr val="bg1"/>
                </a:solidFill>
              </a:endParaRPr>
            </a:p>
          </p:txBody>
        </p:sp>
      </p:grpSp>
      <p:sp>
        <p:nvSpPr>
          <p:cNvPr id="41" name="Freeform 24">
            <a:extLst>
              <a:ext uri="{FF2B5EF4-FFF2-40B4-BE49-F238E27FC236}">
                <a16:creationId xmlns:a16="http://schemas.microsoft.com/office/drawing/2014/main" id="{E31825B9-5617-4699-845E-1F730EE32839}"/>
              </a:ext>
            </a:extLst>
          </p:cNvPr>
          <p:cNvSpPr/>
          <p:nvPr/>
        </p:nvSpPr>
        <p:spPr bwMode="auto">
          <a:xfrm>
            <a:off x="2511153" y="3204487"/>
            <a:ext cx="45719" cy="835024"/>
          </a:xfrm>
          <a:custGeom>
            <a:avLst/>
            <a:gdLst>
              <a:gd name="T0" fmla="*/ 22 w 22"/>
              <a:gd name="T1" fmla="*/ 0 h 268"/>
              <a:gd name="T2" fmla="*/ 22 w 22"/>
              <a:gd name="T3" fmla="*/ 268 h 268"/>
              <a:gd name="T4" fmla="*/ 0 w 22"/>
              <a:gd name="T5" fmla="*/ 268 h 268"/>
              <a:gd name="T6" fmla="*/ 0 w 22"/>
              <a:gd name="T7" fmla="*/ 0 h 268"/>
              <a:gd name="T8" fmla="*/ 22 w 22"/>
              <a:gd name="T9" fmla="*/ 0 h 268"/>
              <a:gd name="T10" fmla="*/ 22 w 22"/>
              <a:gd name="T11" fmla="*/ 0 h 268"/>
            </a:gdLst>
            <a:ahLst/>
            <a:cxnLst>
              <a:cxn ang="0">
                <a:pos x="T0" y="T1"/>
              </a:cxn>
              <a:cxn ang="0">
                <a:pos x="T2" y="T3"/>
              </a:cxn>
              <a:cxn ang="0">
                <a:pos x="T4" y="T5"/>
              </a:cxn>
              <a:cxn ang="0">
                <a:pos x="T6" y="T7"/>
              </a:cxn>
              <a:cxn ang="0">
                <a:pos x="T8" y="T9"/>
              </a:cxn>
              <a:cxn ang="0">
                <a:pos x="T10" y="T11"/>
              </a:cxn>
            </a:cxnLst>
            <a:rect l="0" t="0" r="r" b="b"/>
            <a:pathLst>
              <a:path w="22" h="268">
                <a:moveTo>
                  <a:pt x="22" y="0"/>
                </a:moveTo>
                <a:lnTo>
                  <a:pt x="22" y="268"/>
                </a:lnTo>
                <a:lnTo>
                  <a:pt x="0" y="268"/>
                </a:lnTo>
                <a:lnTo>
                  <a:pt x="0" y="0"/>
                </a:lnTo>
                <a:lnTo>
                  <a:pt x="22" y="0"/>
                </a:lnTo>
                <a:lnTo>
                  <a:pt x="22" y="0"/>
                </a:lnTo>
                <a:close/>
              </a:path>
            </a:pathLst>
          </a:custGeom>
          <a:solidFill>
            <a:schemeClr val="bg1">
              <a:lumMod val="85000"/>
            </a:schemeClr>
          </a:solidFill>
          <a:ln>
            <a:noFill/>
          </a:ln>
        </p:spPr>
        <p:txBody>
          <a:bodyPr vert="horz" wrap="square" lIns="91440" tIns="45720" rIns="91440" bIns="45720" numCol="1" anchor="t" anchorCtr="0" compatLnSpc="1"/>
          <a:lstStyle/>
          <a:p>
            <a:endParaRPr lang="en-US"/>
          </a:p>
        </p:txBody>
      </p:sp>
      <p:sp>
        <p:nvSpPr>
          <p:cNvPr id="42" name="Inhaltsplatzhalter 4">
            <a:extLst>
              <a:ext uri="{FF2B5EF4-FFF2-40B4-BE49-F238E27FC236}">
                <a16:creationId xmlns:a16="http://schemas.microsoft.com/office/drawing/2014/main" id="{BE26FD4A-693D-4068-A242-BDBC821A03A9}"/>
              </a:ext>
            </a:extLst>
          </p:cNvPr>
          <p:cNvSpPr txBox="1"/>
          <p:nvPr/>
        </p:nvSpPr>
        <p:spPr>
          <a:xfrm>
            <a:off x="2683009" y="3393636"/>
            <a:ext cx="2614162" cy="456728"/>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200" dirty="0">
                <a:solidFill>
                  <a:schemeClr val="tx1">
                    <a:lumMod val="75000"/>
                    <a:lumOff val="25000"/>
                  </a:schemeClr>
                </a:solidFill>
                <a:latin typeface="+mn-lt"/>
              </a:rPr>
              <a:t>请在此处添加详细描述文本，在这里输入文本，更改文字文本。</a:t>
            </a:r>
            <a:endParaRPr lang="en-US" altLang="zh-CN" sz="1200" dirty="0">
              <a:solidFill>
                <a:schemeClr val="tx1">
                  <a:lumMod val="75000"/>
                  <a:lumOff val="25000"/>
                </a:schemeClr>
              </a:solidFill>
              <a:latin typeface="+mn-lt"/>
            </a:endParaRPr>
          </a:p>
        </p:txBody>
      </p:sp>
      <p:sp>
        <p:nvSpPr>
          <p:cNvPr id="34" name="Freeform 223">
            <a:extLst>
              <a:ext uri="{FF2B5EF4-FFF2-40B4-BE49-F238E27FC236}">
                <a16:creationId xmlns:a16="http://schemas.microsoft.com/office/drawing/2014/main" id="{0EA1507F-2DEF-4864-859F-8EDA0925509D}"/>
              </a:ext>
            </a:extLst>
          </p:cNvPr>
          <p:cNvSpPr>
            <a:spLocks noEditPoints="1"/>
          </p:cNvSpPr>
          <p:nvPr/>
        </p:nvSpPr>
        <p:spPr bwMode="auto">
          <a:xfrm>
            <a:off x="1842303" y="3417120"/>
            <a:ext cx="478050" cy="409758"/>
          </a:xfrm>
          <a:custGeom>
            <a:avLst/>
            <a:gdLst/>
            <a:ahLst/>
            <a:cxnLst>
              <a:cxn ang="0">
                <a:pos x="184" y="164"/>
              </a:cxn>
              <a:cxn ang="0">
                <a:pos x="232" y="116"/>
              </a:cxn>
              <a:cxn ang="0">
                <a:pos x="217" y="87"/>
              </a:cxn>
              <a:cxn ang="0">
                <a:pos x="215" y="85"/>
              </a:cxn>
              <a:cxn ang="0">
                <a:pos x="212" y="84"/>
              </a:cxn>
              <a:cxn ang="0">
                <a:pos x="209" y="83"/>
              </a:cxn>
              <a:cxn ang="0">
                <a:pos x="206" y="81"/>
              </a:cxn>
              <a:cxn ang="0">
                <a:pos x="203" y="81"/>
              </a:cxn>
              <a:cxn ang="0">
                <a:pos x="200" y="80"/>
              </a:cxn>
              <a:cxn ang="0">
                <a:pos x="195" y="80"/>
              </a:cxn>
              <a:cxn ang="0">
                <a:pos x="193" y="73"/>
              </a:cxn>
              <a:cxn ang="0">
                <a:pos x="191" y="67"/>
              </a:cxn>
              <a:cxn ang="0">
                <a:pos x="189" y="61"/>
              </a:cxn>
              <a:cxn ang="0">
                <a:pos x="128" y="24"/>
              </a:cxn>
              <a:cxn ang="0">
                <a:pos x="67" y="61"/>
              </a:cxn>
              <a:cxn ang="0">
                <a:pos x="65" y="67"/>
              </a:cxn>
              <a:cxn ang="0">
                <a:pos x="63" y="73"/>
              </a:cxn>
              <a:cxn ang="0">
                <a:pos x="61" y="80"/>
              </a:cxn>
              <a:cxn ang="0">
                <a:pos x="56" y="80"/>
              </a:cxn>
              <a:cxn ang="0">
                <a:pos x="53" y="81"/>
              </a:cxn>
              <a:cxn ang="0">
                <a:pos x="50" y="81"/>
              </a:cxn>
              <a:cxn ang="0">
                <a:pos x="47" y="83"/>
              </a:cxn>
              <a:cxn ang="0">
                <a:pos x="44" y="84"/>
              </a:cxn>
              <a:cxn ang="0">
                <a:pos x="41" y="85"/>
              </a:cxn>
              <a:cxn ang="0">
                <a:pos x="39" y="87"/>
              </a:cxn>
              <a:cxn ang="0">
                <a:pos x="24" y="116"/>
              </a:cxn>
              <a:cxn ang="0">
                <a:pos x="72" y="164"/>
              </a:cxn>
              <a:cxn ang="0">
                <a:pos x="0" y="116"/>
              </a:cxn>
              <a:cxn ang="0">
                <a:pos x="128" y="0"/>
              </a:cxn>
              <a:cxn ang="0">
                <a:pos x="256" y="116"/>
              </a:cxn>
              <a:cxn ang="0">
                <a:pos x="83" y="148"/>
              </a:cxn>
              <a:cxn ang="0">
                <a:pos x="119" y="108"/>
              </a:cxn>
              <a:cxn ang="0">
                <a:pos x="137" y="108"/>
              </a:cxn>
              <a:cxn ang="0">
                <a:pos x="173" y="148"/>
              </a:cxn>
              <a:cxn ang="0">
                <a:pos x="176" y="156"/>
              </a:cxn>
              <a:cxn ang="0">
                <a:pos x="155" y="164"/>
              </a:cxn>
              <a:cxn ang="0">
                <a:pos x="140" y="147"/>
              </a:cxn>
              <a:cxn ang="0">
                <a:pos x="128" y="220"/>
              </a:cxn>
              <a:cxn ang="0">
                <a:pos x="116" y="147"/>
              </a:cxn>
              <a:cxn ang="0">
                <a:pos x="101" y="164"/>
              </a:cxn>
              <a:cxn ang="0">
                <a:pos x="80" y="156"/>
              </a:cxn>
            </a:cxnLst>
            <a:rect l="0" t="0" r="r" b="b"/>
            <a:pathLst>
              <a:path w="256" h="220">
                <a:moveTo>
                  <a:pt x="196" y="176"/>
                </a:moveTo>
                <a:cubicBezTo>
                  <a:pt x="189" y="176"/>
                  <a:pt x="184" y="171"/>
                  <a:pt x="184" y="164"/>
                </a:cubicBezTo>
                <a:cubicBezTo>
                  <a:pt x="184" y="157"/>
                  <a:pt x="189" y="152"/>
                  <a:pt x="196" y="152"/>
                </a:cubicBezTo>
                <a:cubicBezTo>
                  <a:pt x="216" y="152"/>
                  <a:pt x="232" y="136"/>
                  <a:pt x="232" y="116"/>
                </a:cubicBezTo>
                <a:cubicBezTo>
                  <a:pt x="232" y="105"/>
                  <a:pt x="227" y="96"/>
                  <a:pt x="220" y="89"/>
                </a:cubicBezTo>
                <a:cubicBezTo>
                  <a:pt x="219" y="88"/>
                  <a:pt x="218" y="88"/>
                  <a:pt x="217" y="87"/>
                </a:cubicBezTo>
                <a:cubicBezTo>
                  <a:pt x="217" y="87"/>
                  <a:pt x="217" y="87"/>
                  <a:pt x="217" y="87"/>
                </a:cubicBezTo>
                <a:cubicBezTo>
                  <a:pt x="217" y="86"/>
                  <a:pt x="216" y="86"/>
                  <a:pt x="215" y="85"/>
                </a:cubicBezTo>
                <a:cubicBezTo>
                  <a:pt x="215" y="85"/>
                  <a:pt x="215" y="85"/>
                  <a:pt x="215" y="85"/>
                </a:cubicBezTo>
                <a:cubicBezTo>
                  <a:pt x="214" y="85"/>
                  <a:pt x="213" y="84"/>
                  <a:pt x="212" y="84"/>
                </a:cubicBezTo>
                <a:cubicBezTo>
                  <a:pt x="212" y="84"/>
                  <a:pt x="212" y="84"/>
                  <a:pt x="211" y="84"/>
                </a:cubicBezTo>
                <a:cubicBezTo>
                  <a:pt x="211" y="83"/>
                  <a:pt x="210" y="83"/>
                  <a:pt x="209" y="83"/>
                </a:cubicBezTo>
                <a:cubicBezTo>
                  <a:pt x="209" y="82"/>
                  <a:pt x="209" y="82"/>
                  <a:pt x="208" y="82"/>
                </a:cubicBezTo>
                <a:cubicBezTo>
                  <a:pt x="208" y="82"/>
                  <a:pt x="207" y="82"/>
                  <a:pt x="206" y="81"/>
                </a:cubicBezTo>
                <a:cubicBezTo>
                  <a:pt x="206" y="81"/>
                  <a:pt x="205" y="81"/>
                  <a:pt x="205" y="81"/>
                </a:cubicBezTo>
                <a:cubicBezTo>
                  <a:pt x="204" y="81"/>
                  <a:pt x="204" y="81"/>
                  <a:pt x="203" y="81"/>
                </a:cubicBezTo>
                <a:cubicBezTo>
                  <a:pt x="202" y="81"/>
                  <a:pt x="202" y="80"/>
                  <a:pt x="201" y="80"/>
                </a:cubicBezTo>
                <a:cubicBezTo>
                  <a:pt x="200" y="80"/>
                  <a:pt x="200" y="80"/>
                  <a:pt x="200" y="80"/>
                </a:cubicBezTo>
                <a:cubicBezTo>
                  <a:pt x="198" y="80"/>
                  <a:pt x="197" y="80"/>
                  <a:pt x="196" y="80"/>
                </a:cubicBezTo>
                <a:cubicBezTo>
                  <a:pt x="196" y="80"/>
                  <a:pt x="195" y="80"/>
                  <a:pt x="195" y="80"/>
                </a:cubicBezTo>
                <a:cubicBezTo>
                  <a:pt x="195" y="78"/>
                  <a:pt x="194" y="76"/>
                  <a:pt x="194" y="74"/>
                </a:cubicBezTo>
                <a:cubicBezTo>
                  <a:pt x="193" y="74"/>
                  <a:pt x="193" y="73"/>
                  <a:pt x="193" y="73"/>
                </a:cubicBezTo>
                <a:cubicBezTo>
                  <a:pt x="193" y="71"/>
                  <a:pt x="192" y="70"/>
                  <a:pt x="192" y="68"/>
                </a:cubicBezTo>
                <a:cubicBezTo>
                  <a:pt x="191" y="68"/>
                  <a:pt x="191" y="67"/>
                  <a:pt x="191" y="67"/>
                </a:cubicBezTo>
                <a:cubicBezTo>
                  <a:pt x="190" y="65"/>
                  <a:pt x="190" y="64"/>
                  <a:pt x="189" y="62"/>
                </a:cubicBezTo>
                <a:cubicBezTo>
                  <a:pt x="189" y="62"/>
                  <a:pt x="189" y="62"/>
                  <a:pt x="189" y="61"/>
                </a:cubicBezTo>
                <a:cubicBezTo>
                  <a:pt x="188" y="60"/>
                  <a:pt x="187" y="58"/>
                  <a:pt x="186" y="57"/>
                </a:cubicBezTo>
                <a:cubicBezTo>
                  <a:pt x="174" y="37"/>
                  <a:pt x="153" y="24"/>
                  <a:pt x="128" y="24"/>
                </a:cubicBezTo>
                <a:cubicBezTo>
                  <a:pt x="103" y="24"/>
                  <a:pt x="82" y="37"/>
                  <a:pt x="70" y="57"/>
                </a:cubicBezTo>
                <a:cubicBezTo>
                  <a:pt x="69" y="58"/>
                  <a:pt x="68" y="60"/>
                  <a:pt x="67" y="61"/>
                </a:cubicBezTo>
                <a:cubicBezTo>
                  <a:pt x="67" y="62"/>
                  <a:pt x="67" y="62"/>
                  <a:pt x="67" y="62"/>
                </a:cubicBezTo>
                <a:cubicBezTo>
                  <a:pt x="66" y="64"/>
                  <a:pt x="66" y="65"/>
                  <a:pt x="65" y="67"/>
                </a:cubicBezTo>
                <a:cubicBezTo>
                  <a:pt x="65" y="67"/>
                  <a:pt x="65" y="68"/>
                  <a:pt x="64" y="68"/>
                </a:cubicBezTo>
                <a:cubicBezTo>
                  <a:pt x="64" y="70"/>
                  <a:pt x="63" y="71"/>
                  <a:pt x="63" y="73"/>
                </a:cubicBezTo>
                <a:cubicBezTo>
                  <a:pt x="63" y="73"/>
                  <a:pt x="63" y="74"/>
                  <a:pt x="62" y="74"/>
                </a:cubicBezTo>
                <a:cubicBezTo>
                  <a:pt x="62" y="76"/>
                  <a:pt x="61" y="78"/>
                  <a:pt x="61" y="80"/>
                </a:cubicBezTo>
                <a:cubicBezTo>
                  <a:pt x="61" y="80"/>
                  <a:pt x="60" y="80"/>
                  <a:pt x="60" y="80"/>
                </a:cubicBezTo>
                <a:cubicBezTo>
                  <a:pt x="59" y="80"/>
                  <a:pt x="58" y="80"/>
                  <a:pt x="56" y="80"/>
                </a:cubicBezTo>
                <a:cubicBezTo>
                  <a:pt x="56" y="80"/>
                  <a:pt x="56" y="80"/>
                  <a:pt x="55" y="80"/>
                </a:cubicBezTo>
                <a:cubicBezTo>
                  <a:pt x="54" y="80"/>
                  <a:pt x="54" y="81"/>
                  <a:pt x="53" y="81"/>
                </a:cubicBezTo>
                <a:cubicBezTo>
                  <a:pt x="52" y="81"/>
                  <a:pt x="52" y="81"/>
                  <a:pt x="51" y="81"/>
                </a:cubicBezTo>
                <a:cubicBezTo>
                  <a:pt x="51" y="81"/>
                  <a:pt x="50" y="81"/>
                  <a:pt x="50" y="81"/>
                </a:cubicBezTo>
                <a:cubicBezTo>
                  <a:pt x="49" y="82"/>
                  <a:pt x="48" y="82"/>
                  <a:pt x="48" y="82"/>
                </a:cubicBezTo>
                <a:cubicBezTo>
                  <a:pt x="47" y="82"/>
                  <a:pt x="47" y="82"/>
                  <a:pt x="47" y="83"/>
                </a:cubicBezTo>
                <a:cubicBezTo>
                  <a:pt x="46" y="83"/>
                  <a:pt x="45" y="83"/>
                  <a:pt x="45" y="84"/>
                </a:cubicBezTo>
                <a:cubicBezTo>
                  <a:pt x="44" y="84"/>
                  <a:pt x="44" y="84"/>
                  <a:pt x="44" y="84"/>
                </a:cubicBezTo>
                <a:cubicBezTo>
                  <a:pt x="43" y="84"/>
                  <a:pt x="42" y="85"/>
                  <a:pt x="41" y="85"/>
                </a:cubicBezTo>
                <a:cubicBezTo>
                  <a:pt x="41" y="85"/>
                  <a:pt x="41" y="85"/>
                  <a:pt x="41" y="85"/>
                </a:cubicBezTo>
                <a:cubicBezTo>
                  <a:pt x="40" y="86"/>
                  <a:pt x="39" y="86"/>
                  <a:pt x="39" y="87"/>
                </a:cubicBezTo>
                <a:cubicBezTo>
                  <a:pt x="39" y="87"/>
                  <a:pt x="39" y="87"/>
                  <a:pt x="39" y="87"/>
                </a:cubicBezTo>
                <a:cubicBezTo>
                  <a:pt x="38" y="88"/>
                  <a:pt x="37" y="88"/>
                  <a:pt x="36" y="89"/>
                </a:cubicBezTo>
                <a:cubicBezTo>
                  <a:pt x="29" y="96"/>
                  <a:pt x="24" y="105"/>
                  <a:pt x="24" y="116"/>
                </a:cubicBezTo>
                <a:cubicBezTo>
                  <a:pt x="24" y="136"/>
                  <a:pt x="40" y="152"/>
                  <a:pt x="60" y="152"/>
                </a:cubicBezTo>
                <a:cubicBezTo>
                  <a:pt x="67" y="152"/>
                  <a:pt x="72" y="157"/>
                  <a:pt x="72" y="164"/>
                </a:cubicBezTo>
                <a:cubicBezTo>
                  <a:pt x="72" y="171"/>
                  <a:pt x="67" y="176"/>
                  <a:pt x="60" y="176"/>
                </a:cubicBezTo>
                <a:cubicBezTo>
                  <a:pt x="27" y="176"/>
                  <a:pt x="0" y="149"/>
                  <a:pt x="0" y="116"/>
                </a:cubicBezTo>
                <a:cubicBezTo>
                  <a:pt x="0" y="89"/>
                  <a:pt x="18" y="66"/>
                  <a:pt x="42" y="59"/>
                </a:cubicBezTo>
                <a:cubicBezTo>
                  <a:pt x="56" y="24"/>
                  <a:pt x="89" y="0"/>
                  <a:pt x="128" y="0"/>
                </a:cubicBezTo>
                <a:cubicBezTo>
                  <a:pt x="167" y="0"/>
                  <a:pt x="200" y="24"/>
                  <a:pt x="214" y="59"/>
                </a:cubicBezTo>
                <a:cubicBezTo>
                  <a:pt x="238" y="66"/>
                  <a:pt x="256" y="89"/>
                  <a:pt x="256" y="116"/>
                </a:cubicBezTo>
                <a:cubicBezTo>
                  <a:pt x="256" y="149"/>
                  <a:pt x="229" y="176"/>
                  <a:pt x="196" y="176"/>
                </a:cubicBezTo>
                <a:moveTo>
                  <a:pt x="83" y="148"/>
                </a:moveTo>
                <a:cubicBezTo>
                  <a:pt x="119" y="108"/>
                  <a:pt x="119" y="108"/>
                  <a:pt x="119" y="108"/>
                </a:cubicBezTo>
                <a:cubicBezTo>
                  <a:pt x="119" y="108"/>
                  <a:pt x="119" y="108"/>
                  <a:pt x="119" y="108"/>
                </a:cubicBezTo>
                <a:cubicBezTo>
                  <a:pt x="121" y="106"/>
                  <a:pt x="124" y="104"/>
                  <a:pt x="128" y="104"/>
                </a:cubicBezTo>
                <a:cubicBezTo>
                  <a:pt x="132" y="104"/>
                  <a:pt x="135" y="106"/>
                  <a:pt x="137" y="108"/>
                </a:cubicBezTo>
                <a:cubicBezTo>
                  <a:pt x="137" y="108"/>
                  <a:pt x="137" y="108"/>
                  <a:pt x="137" y="108"/>
                </a:cubicBezTo>
                <a:cubicBezTo>
                  <a:pt x="173" y="148"/>
                  <a:pt x="173" y="148"/>
                  <a:pt x="173" y="148"/>
                </a:cubicBezTo>
                <a:cubicBezTo>
                  <a:pt x="173" y="148"/>
                  <a:pt x="173" y="148"/>
                  <a:pt x="173" y="148"/>
                </a:cubicBezTo>
                <a:cubicBezTo>
                  <a:pt x="175" y="150"/>
                  <a:pt x="176" y="153"/>
                  <a:pt x="176" y="156"/>
                </a:cubicBezTo>
                <a:cubicBezTo>
                  <a:pt x="176" y="163"/>
                  <a:pt x="171" y="168"/>
                  <a:pt x="164" y="168"/>
                </a:cubicBezTo>
                <a:cubicBezTo>
                  <a:pt x="160" y="168"/>
                  <a:pt x="157" y="166"/>
                  <a:pt x="155" y="164"/>
                </a:cubicBezTo>
                <a:cubicBezTo>
                  <a:pt x="155" y="164"/>
                  <a:pt x="155" y="164"/>
                  <a:pt x="155" y="164"/>
                </a:cubicBezTo>
                <a:cubicBezTo>
                  <a:pt x="140" y="147"/>
                  <a:pt x="140" y="147"/>
                  <a:pt x="140" y="147"/>
                </a:cubicBezTo>
                <a:cubicBezTo>
                  <a:pt x="140" y="208"/>
                  <a:pt x="140" y="208"/>
                  <a:pt x="140" y="208"/>
                </a:cubicBezTo>
                <a:cubicBezTo>
                  <a:pt x="140" y="215"/>
                  <a:pt x="135" y="220"/>
                  <a:pt x="128" y="220"/>
                </a:cubicBezTo>
                <a:cubicBezTo>
                  <a:pt x="121" y="220"/>
                  <a:pt x="116" y="215"/>
                  <a:pt x="116" y="208"/>
                </a:cubicBezTo>
                <a:cubicBezTo>
                  <a:pt x="116" y="147"/>
                  <a:pt x="116" y="147"/>
                  <a:pt x="116" y="147"/>
                </a:cubicBezTo>
                <a:cubicBezTo>
                  <a:pt x="101" y="164"/>
                  <a:pt x="101" y="164"/>
                  <a:pt x="101" y="164"/>
                </a:cubicBezTo>
                <a:cubicBezTo>
                  <a:pt x="101" y="164"/>
                  <a:pt x="101" y="164"/>
                  <a:pt x="101" y="164"/>
                </a:cubicBezTo>
                <a:cubicBezTo>
                  <a:pt x="99" y="166"/>
                  <a:pt x="96" y="168"/>
                  <a:pt x="92" y="168"/>
                </a:cubicBezTo>
                <a:cubicBezTo>
                  <a:pt x="85" y="168"/>
                  <a:pt x="80" y="163"/>
                  <a:pt x="80" y="156"/>
                </a:cubicBezTo>
                <a:cubicBezTo>
                  <a:pt x="80" y="153"/>
                  <a:pt x="81" y="150"/>
                  <a:pt x="83" y="148"/>
                </a:cubicBezTo>
                <a:close/>
              </a:path>
            </a:pathLst>
          </a:custGeom>
          <a:solidFill>
            <a:schemeClr val="bg1">
              <a:lumMod val="50000"/>
            </a:schemeClr>
          </a:solidFill>
          <a:ln w="9525">
            <a:noFill/>
            <a:round/>
          </a:ln>
        </p:spPr>
        <p:txBody>
          <a:bodyPr vert="horz" wrap="square" lIns="91440" tIns="45720" rIns="91440" bIns="45720" numCol="1" anchor="t" anchorCtr="0" compatLnSpc="1"/>
          <a:lstStyle/>
          <a:p>
            <a:endParaRPr lang="en-US"/>
          </a:p>
        </p:txBody>
      </p:sp>
      <p:sp>
        <p:nvSpPr>
          <p:cNvPr id="5" name="箭头: 右 4">
            <a:extLst>
              <a:ext uri="{FF2B5EF4-FFF2-40B4-BE49-F238E27FC236}">
                <a16:creationId xmlns:a16="http://schemas.microsoft.com/office/drawing/2014/main" id="{89162D70-7442-4ECF-85FD-B409B570024D}"/>
              </a:ext>
            </a:extLst>
          </p:cNvPr>
          <p:cNvSpPr/>
          <p:nvPr/>
        </p:nvSpPr>
        <p:spPr>
          <a:xfrm>
            <a:off x="6011248" y="1626070"/>
            <a:ext cx="683173" cy="516943"/>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右 58">
            <a:extLst>
              <a:ext uri="{FF2B5EF4-FFF2-40B4-BE49-F238E27FC236}">
                <a16:creationId xmlns:a16="http://schemas.microsoft.com/office/drawing/2014/main" id="{A92F1167-A435-4EFB-9262-0EF9ACBDDDBE}"/>
              </a:ext>
            </a:extLst>
          </p:cNvPr>
          <p:cNvSpPr/>
          <p:nvPr/>
        </p:nvSpPr>
        <p:spPr>
          <a:xfrm>
            <a:off x="6011248" y="2801855"/>
            <a:ext cx="683173" cy="516943"/>
          </a:xfrm>
          <a:prstGeom prst="rightArrow">
            <a:avLst/>
          </a:prstGeom>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zh-CN" altLang="en-US"/>
          </a:p>
        </p:txBody>
      </p:sp>
      <p:sp>
        <p:nvSpPr>
          <p:cNvPr id="60" name="箭头: 右 59">
            <a:extLst>
              <a:ext uri="{FF2B5EF4-FFF2-40B4-BE49-F238E27FC236}">
                <a16:creationId xmlns:a16="http://schemas.microsoft.com/office/drawing/2014/main" id="{201E705B-6C8D-4F1B-BE3C-578030B95EE8}"/>
              </a:ext>
            </a:extLst>
          </p:cNvPr>
          <p:cNvSpPr/>
          <p:nvPr/>
        </p:nvSpPr>
        <p:spPr>
          <a:xfrm>
            <a:off x="6011248" y="3977640"/>
            <a:ext cx="683173" cy="516943"/>
          </a:xfrm>
          <a:prstGeom prst="rightArrow">
            <a:avLst/>
          </a:prstGeom>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61" name="箭头: 右 60">
            <a:extLst>
              <a:ext uri="{FF2B5EF4-FFF2-40B4-BE49-F238E27FC236}">
                <a16:creationId xmlns:a16="http://schemas.microsoft.com/office/drawing/2014/main" id="{3B7D5E76-2B9D-45D6-B3AF-056B24313A69}"/>
              </a:ext>
            </a:extLst>
          </p:cNvPr>
          <p:cNvSpPr/>
          <p:nvPr/>
        </p:nvSpPr>
        <p:spPr>
          <a:xfrm>
            <a:off x="6011249" y="5153425"/>
            <a:ext cx="683173" cy="516943"/>
          </a:xfrm>
          <a:prstGeom prst="rightArrow">
            <a:avLst/>
          </a:prstGeom>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zh-CN" altLang="en-US"/>
          </a:p>
        </p:txBody>
      </p:sp>
      <p:sp>
        <p:nvSpPr>
          <p:cNvPr id="62" name="Inhaltsplatzhalter 4">
            <a:extLst>
              <a:ext uri="{FF2B5EF4-FFF2-40B4-BE49-F238E27FC236}">
                <a16:creationId xmlns:a16="http://schemas.microsoft.com/office/drawing/2014/main" id="{4CC64380-AAAC-46F0-BC2F-380E24EF4A8B}"/>
              </a:ext>
            </a:extLst>
          </p:cNvPr>
          <p:cNvSpPr txBox="1"/>
          <p:nvPr/>
        </p:nvSpPr>
        <p:spPr>
          <a:xfrm>
            <a:off x="7044101" y="1476129"/>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1"/>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p>
        </p:txBody>
      </p:sp>
      <p:sp>
        <p:nvSpPr>
          <p:cNvPr id="63" name="Inhaltsplatzhalter 4">
            <a:extLst>
              <a:ext uri="{FF2B5EF4-FFF2-40B4-BE49-F238E27FC236}">
                <a16:creationId xmlns:a16="http://schemas.microsoft.com/office/drawing/2014/main" id="{A26EA409-A49B-402B-ABA1-424F27683CC6}"/>
              </a:ext>
            </a:extLst>
          </p:cNvPr>
          <p:cNvSpPr txBox="1"/>
          <p:nvPr/>
        </p:nvSpPr>
        <p:spPr>
          <a:xfrm>
            <a:off x="7027623" y="2651915"/>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2"/>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64" name="Inhaltsplatzhalter 4">
            <a:extLst>
              <a:ext uri="{FF2B5EF4-FFF2-40B4-BE49-F238E27FC236}">
                <a16:creationId xmlns:a16="http://schemas.microsoft.com/office/drawing/2014/main" id="{8573BD03-69FB-44AB-AD60-AB108D2ADFF7}"/>
              </a:ext>
            </a:extLst>
          </p:cNvPr>
          <p:cNvSpPr txBox="1"/>
          <p:nvPr/>
        </p:nvSpPr>
        <p:spPr>
          <a:xfrm>
            <a:off x="7027623" y="3827700"/>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3"/>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65" name="Inhaltsplatzhalter 4">
            <a:extLst>
              <a:ext uri="{FF2B5EF4-FFF2-40B4-BE49-F238E27FC236}">
                <a16:creationId xmlns:a16="http://schemas.microsoft.com/office/drawing/2014/main" id="{99768398-AB84-425A-A63F-57E40E2E10F1}"/>
              </a:ext>
            </a:extLst>
          </p:cNvPr>
          <p:cNvSpPr txBox="1"/>
          <p:nvPr/>
        </p:nvSpPr>
        <p:spPr>
          <a:xfrm>
            <a:off x="7027623" y="5003484"/>
            <a:ext cx="4501565"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lt"/>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sp>
        <p:nvSpPr>
          <p:cNvPr id="3" name="标题 2">
            <a:extLst>
              <a:ext uri="{FF2B5EF4-FFF2-40B4-BE49-F238E27FC236}">
                <a16:creationId xmlns:a16="http://schemas.microsoft.com/office/drawing/2014/main" id="{F1B006EF-9A13-48F7-9391-815EE7717BF2}"/>
              </a:ext>
            </a:extLst>
          </p:cNvPr>
          <p:cNvSpPr>
            <a:spLocks noGrp="1"/>
          </p:cNvSpPr>
          <p:nvPr>
            <p:ph type="title"/>
          </p:nvPr>
        </p:nvSpPr>
        <p:spPr/>
        <p:txBody>
          <a:bodyPr/>
          <a:lstStyle/>
          <a:p>
            <a:endParaRPr lang="zh-CN" altLang="en-US"/>
          </a:p>
        </p:txBody>
      </p:sp>
      <p:sp>
        <p:nvSpPr>
          <p:cNvPr id="24" name="矩形 23">
            <a:extLst>
              <a:ext uri="{FF2B5EF4-FFF2-40B4-BE49-F238E27FC236}">
                <a16:creationId xmlns:a16="http://schemas.microsoft.com/office/drawing/2014/main" id="{B7944BD8-12F1-4F3C-8478-D89162E27DA3}"/>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1" name="组合 20">
            <a:extLst>
              <a:ext uri="{FF2B5EF4-FFF2-40B4-BE49-F238E27FC236}">
                <a16:creationId xmlns:a16="http://schemas.microsoft.com/office/drawing/2014/main" id="{815AC27D-B36D-4579-B2D0-D5655039CDC6}"/>
              </a:ext>
            </a:extLst>
          </p:cNvPr>
          <p:cNvGrpSpPr/>
          <p:nvPr/>
        </p:nvGrpSpPr>
        <p:grpSpPr>
          <a:xfrm>
            <a:off x="-491832" y="1587"/>
            <a:ext cx="273269" cy="2129816"/>
            <a:chOff x="11681691" y="1513398"/>
            <a:chExt cx="273269" cy="2129816"/>
          </a:xfrm>
        </p:grpSpPr>
        <p:sp>
          <p:nvSpPr>
            <p:cNvPr id="22" name="矩形 21">
              <a:extLst>
                <a:ext uri="{FF2B5EF4-FFF2-40B4-BE49-F238E27FC236}">
                  <a16:creationId xmlns:a16="http://schemas.microsoft.com/office/drawing/2014/main" id="{1B9DFF6D-8E4C-4E79-8B04-6E1E4E126E92}"/>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25BB2CFF-3D90-4261-A945-36E834D191C0}"/>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79B649CB-A6F2-4577-9862-3B3864040FC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3F2D0352-9C66-41CF-9EA9-41ACF07966B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0E2FEE60-E035-480F-BEA1-D134F4A8E483}"/>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EBF8A8F8-EEDF-440E-AD24-7E2A953A3FC2}"/>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0B78AFA2-7DC8-4470-9F08-B60D943ACB6B}"/>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1739439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Group 183">
            <a:extLst>
              <a:ext uri="{FF2B5EF4-FFF2-40B4-BE49-F238E27FC236}">
                <a16:creationId xmlns:a16="http://schemas.microsoft.com/office/drawing/2014/main" id="{E511ECFA-AB8B-489B-AF65-684825E04CA9}"/>
              </a:ext>
            </a:extLst>
          </p:cNvPr>
          <p:cNvGrpSpPr/>
          <p:nvPr/>
        </p:nvGrpSpPr>
        <p:grpSpPr>
          <a:xfrm>
            <a:off x="1151692" y="1327631"/>
            <a:ext cx="2028676" cy="717420"/>
            <a:chOff x="3146425" y="525463"/>
            <a:chExt cx="1752600" cy="688975"/>
          </a:xfrm>
          <a:effectLst>
            <a:outerShdw blurRad="50800" dist="38100" dir="2700000" algn="tl" rotWithShape="0">
              <a:prstClr val="black">
                <a:alpha val="40000"/>
              </a:prstClr>
            </a:outerShdw>
          </a:effectLst>
        </p:grpSpPr>
        <p:sp>
          <p:nvSpPr>
            <p:cNvPr id="195" name="Freeform 147">
              <a:extLst>
                <a:ext uri="{FF2B5EF4-FFF2-40B4-BE49-F238E27FC236}">
                  <a16:creationId xmlns:a16="http://schemas.microsoft.com/office/drawing/2014/main" id="{7BFFF737-26B9-4BA5-A308-5F775B9E96DC}"/>
                </a:ext>
              </a:extLst>
            </p:cNvPr>
            <p:cNvSpPr/>
            <p:nvPr/>
          </p:nvSpPr>
          <p:spPr bwMode="auto">
            <a:xfrm>
              <a:off x="3146425" y="5254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7 h 434"/>
                <a:gd name="T10" fmla="*/ 1104 w 1104"/>
                <a:gd name="T11" fmla="*/ 312 h 434"/>
                <a:gd name="T12" fmla="*/ 1042 w 1104"/>
                <a:gd name="T13" fmla="*/ 258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7"/>
                  </a:lnTo>
                  <a:lnTo>
                    <a:pt x="1104" y="312"/>
                  </a:lnTo>
                  <a:lnTo>
                    <a:pt x="1042" y="258"/>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en-US" b="1" dirty="0">
                  <a:solidFill>
                    <a:schemeClr val="accent1"/>
                  </a:solidFill>
                </a:rPr>
                <a:t>PART 01</a:t>
              </a:r>
            </a:p>
          </p:txBody>
        </p:sp>
        <p:sp>
          <p:nvSpPr>
            <p:cNvPr id="196" name="Freeform 148">
              <a:extLst>
                <a:ext uri="{FF2B5EF4-FFF2-40B4-BE49-F238E27FC236}">
                  <a16:creationId xmlns:a16="http://schemas.microsoft.com/office/drawing/2014/main" id="{E3D8CC89-94B6-45E3-89F6-9C691D977BCD}"/>
                </a:ext>
              </a:extLst>
            </p:cNvPr>
            <p:cNvSpPr/>
            <p:nvPr/>
          </p:nvSpPr>
          <p:spPr bwMode="auto">
            <a:xfrm>
              <a:off x="3146425" y="5254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7 h 434"/>
                <a:gd name="T10" fmla="*/ 1104 w 1104"/>
                <a:gd name="T11" fmla="*/ 312 h 434"/>
                <a:gd name="T12" fmla="*/ 1042 w 1104"/>
                <a:gd name="T13" fmla="*/ 258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7"/>
                  </a:lnTo>
                  <a:lnTo>
                    <a:pt x="1104" y="312"/>
                  </a:lnTo>
                  <a:lnTo>
                    <a:pt x="1042" y="258"/>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97" name="Rectangle 149">
              <a:extLst>
                <a:ext uri="{FF2B5EF4-FFF2-40B4-BE49-F238E27FC236}">
                  <a16:creationId xmlns:a16="http://schemas.microsoft.com/office/drawing/2014/main" id="{3F5FA411-3039-4D47-B6E7-B867392AB80A}"/>
                </a:ext>
              </a:extLst>
            </p:cNvPr>
            <p:cNvSpPr>
              <a:spLocks noChangeArrowheads="1"/>
            </p:cNvSpPr>
            <p:nvPr/>
          </p:nvSpPr>
          <p:spPr bwMode="auto">
            <a:xfrm>
              <a:off x="3146425" y="525463"/>
              <a:ext cx="68263" cy="688975"/>
            </a:xfrm>
            <a:prstGeom prst="rect">
              <a:avLst/>
            </a:prstGeom>
            <a:solidFill>
              <a:schemeClr val="accent1"/>
            </a:solidFill>
            <a:ln>
              <a:noFill/>
            </a:ln>
          </p:spPr>
          <p:txBody>
            <a:bodyPr vert="horz" wrap="square" lIns="91440" tIns="45720" rIns="91440" bIns="45720" numCol="1" anchor="ctr" anchorCtr="0" compatLnSpc="1"/>
            <a:lstStyle/>
            <a:p>
              <a:pPr algn="ctr"/>
              <a:endParaRPr lang="en-US" b="1"/>
            </a:p>
          </p:txBody>
        </p:sp>
        <p:sp>
          <p:nvSpPr>
            <p:cNvPr id="198" name="Rectangle 151">
              <a:extLst>
                <a:ext uri="{FF2B5EF4-FFF2-40B4-BE49-F238E27FC236}">
                  <a16:creationId xmlns:a16="http://schemas.microsoft.com/office/drawing/2014/main" id="{B785429F-7345-40C6-A1A7-E390AF0568FE}"/>
                </a:ext>
              </a:extLst>
            </p:cNvPr>
            <p:cNvSpPr>
              <a:spLocks noChangeArrowheads="1"/>
            </p:cNvSpPr>
            <p:nvPr/>
          </p:nvSpPr>
          <p:spPr bwMode="auto">
            <a:xfrm>
              <a:off x="3214688" y="525463"/>
              <a:ext cx="1585913" cy="271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49" name="Inhaltsplatzhalter 4">
            <a:extLst>
              <a:ext uri="{FF2B5EF4-FFF2-40B4-BE49-F238E27FC236}">
                <a16:creationId xmlns:a16="http://schemas.microsoft.com/office/drawing/2014/main" id="{622942F5-AB73-487F-8836-33BE176CDADF}"/>
              </a:ext>
            </a:extLst>
          </p:cNvPr>
          <p:cNvSpPr txBox="1"/>
          <p:nvPr/>
        </p:nvSpPr>
        <p:spPr>
          <a:xfrm>
            <a:off x="3414619" y="1277928"/>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1"/>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grpSp>
        <p:nvGrpSpPr>
          <p:cNvPr id="135" name="Group 184">
            <a:extLst>
              <a:ext uri="{FF2B5EF4-FFF2-40B4-BE49-F238E27FC236}">
                <a16:creationId xmlns:a16="http://schemas.microsoft.com/office/drawing/2014/main" id="{46820385-1F9D-461E-B653-478543FDBC08}"/>
              </a:ext>
            </a:extLst>
          </p:cNvPr>
          <p:cNvGrpSpPr/>
          <p:nvPr/>
        </p:nvGrpSpPr>
        <p:grpSpPr>
          <a:xfrm>
            <a:off x="1151692" y="2322973"/>
            <a:ext cx="2028678" cy="717421"/>
            <a:chOff x="3146424" y="1731963"/>
            <a:chExt cx="1752601" cy="688976"/>
          </a:xfrm>
          <a:effectLst>
            <a:outerShdw blurRad="50800" dist="38100" dir="2700000" algn="tl" rotWithShape="0">
              <a:prstClr val="black">
                <a:alpha val="40000"/>
              </a:prstClr>
            </a:outerShdw>
          </a:effectLst>
        </p:grpSpPr>
        <p:sp>
          <p:nvSpPr>
            <p:cNvPr id="191" name="Freeform 155">
              <a:extLst>
                <a:ext uri="{FF2B5EF4-FFF2-40B4-BE49-F238E27FC236}">
                  <a16:creationId xmlns:a16="http://schemas.microsoft.com/office/drawing/2014/main" id="{F68A4B47-6A0F-4056-972F-8B5561F84A5B}"/>
                </a:ext>
              </a:extLst>
            </p:cNvPr>
            <p:cNvSpPr/>
            <p:nvPr/>
          </p:nvSpPr>
          <p:spPr bwMode="auto">
            <a:xfrm>
              <a:off x="3146424" y="1731964"/>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4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4"/>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en-US" altLang="zh-CN" b="1" dirty="0">
                  <a:solidFill>
                    <a:schemeClr val="accent2"/>
                  </a:solidFill>
                </a:rPr>
                <a:t>PART</a:t>
              </a:r>
              <a:r>
                <a:rPr lang="en-US" b="1" dirty="0">
                  <a:solidFill>
                    <a:schemeClr val="accent2"/>
                  </a:solidFill>
                </a:rPr>
                <a:t> 02</a:t>
              </a:r>
            </a:p>
          </p:txBody>
        </p:sp>
        <p:sp>
          <p:nvSpPr>
            <p:cNvPr id="192" name="Freeform 156">
              <a:extLst>
                <a:ext uri="{FF2B5EF4-FFF2-40B4-BE49-F238E27FC236}">
                  <a16:creationId xmlns:a16="http://schemas.microsoft.com/office/drawing/2014/main" id="{2A458AF8-D91D-4ADB-82A7-68223F5051F0}"/>
                </a:ext>
              </a:extLst>
            </p:cNvPr>
            <p:cNvSpPr/>
            <p:nvPr/>
          </p:nvSpPr>
          <p:spPr bwMode="auto">
            <a:xfrm>
              <a:off x="3146425" y="17319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4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4"/>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93" name="Rectangle 157">
              <a:extLst>
                <a:ext uri="{FF2B5EF4-FFF2-40B4-BE49-F238E27FC236}">
                  <a16:creationId xmlns:a16="http://schemas.microsoft.com/office/drawing/2014/main" id="{E9503B3D-377B-4226-8D83-A66B769B97FF}"/>
                </a:ext>
              </a:extLst>
            </p:cNvPr>
            <p:cNvSpPr>
              <a:spLocks noChangeArrowheads="1"/>
            </p:cNvSpPr>
            <p:nvPr/>
          </p:nvSpPr>
          <p:spPr bwMode="auto">
            <a:xfrm>
              <a:off x="3146425" y="1731963"/>
              <a:ext cx="68263" cy="688975"/>
            </a:xfrm>
            <a:prstGeom prst="rect">
              <a:avLst/>
            </a:prstGeom>
            <a:solidFill>
              <a:schemeClr val="accent2"/>
            </a:solidFill>
            <a:ln>
              <a:noFill/>
            </a:ln>
          </p:spPr>
          <p:txBody>
            <a:bodyPr vert="horz" wrap="square" lIns="91440" tIns="45720" rIns="91440" bIns="45720" numCol="1" anchor="ctr" anchorCtr="0" compatLnSpc="1"/>
            <a:lstStyle/>
            <a:p>
              <a:pPr algn="ctr"/>
              <a:endParaRPr lang="en-US" b="1"/>
            </a:p>
          </p:txBody>
        </p:sp>
        <p:sp>
          <p:nvSpPr>
            <p:cNvPr id="194" name="Rectangle 159">
              <a:extLst>
                <a:ext uri="{FF2B5EF4-FFF2-40B4-BE49-F238E27FC236}">
                  <a16:creationId xmlns:a16="http://schemas.microsoft.com/office/drawing/2014/main" id="{3023999F-E5E1-4BC7-A566-4B1F5D592C35}"/>
                </a:ext>
              </a:extLst>
            </p:cNvPr>
            <p:cNvSpPr>
              <a:spLocks noChangeArrowheads="1"/>
            </p:cNvSpPr>
            <p:nvPr/>
          </p:nvSpPr>
          <p:spPr bwMode="auto">
            <a:xfrm>
              <a:off x="3214688" y="1731963"/>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1" name="Inhaltsplatzhalter 4">
            <a:extLst>
              <a:ext uri="{FF2B5EF4-FFF2-40B4-BE49-F238E27FC236}">
                <a16:creationId xmlns:a16="http://schemas.microsoft.com/office/drawing/2014/main" id="{8DCCDF6B-79FC-43F4-BFE5-220BD1FFFED3}"/>
              </a:ext>
            </a:extLst>
          </p:cNvPr>
          <p:cNvSpPr txBox="1"/>
          <p:nvPr/>
        </p:nvSpPr>
        <p:spPr>
          <a:xfrm>
            <a:off x="3414619" y="2273270"/>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2"/>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grpSp>
        <p:nvGrpSpPr>
          <p:cNvPr id="136" name="Group 185">
            <a:extLst>
              <a:ext uri="{FF2B5EF4-FFF2-40B4-BE49-F238E27FC236}">
                <a16:creationId xmlns:a16="http://schemas.microsoft.com/office/drawing/2014/main" id="{8F122FB2-13CF-40BF-8522-D5EA13BCB3FA}"/>
              </a:ext>
            </a:extLst>
          </p:cNvPr>
          <p:cNvGrpSpPr/>
          <p:nvPr/>
        </p:nvGrpSpPr>
        <p:grpSpPr>
          <a:xfrm>
            <a:off x="1151692" y="3318315"/>
            <a:ext cx="2028676" cy="717420"/>
            <a:chOff x="3146425" y="2936875"/>
            <a:chExt cx="1752600" cy="688975"/>
          </a:xfrm>
          <a:effectLst>
            <a:outerShdw blurRad="50800" dist="38100" dir="2700000" algn="tl" rotWithShape="0">
              <a:prstClr val="black">
                <a:alpha val="40000"/>
              </a:prstClr>
            </a:outerShdw>
          </a:effectLst>
        </p:grpSpPr>
        <p:sp>
          <p:nvSpPr>
            <p:cNvPr id="187" name="Freeform 163">
              <a:extLst>
                <a:ext uri="{FF2B5EF4-FFF2-40B4-BE49-F238E27FC236}">
                  <a16:creationId xmlns:a16="http://schemas.microsoft.com/office/drawing/2014/main" id="{478DA079-6835-4BAD-881B-48936D0D4705}"/>
                </a:ext>
              </a:extLst>
            </p:cNvPr>
            <p:cNvSpPr/>
            <p:nvPr/>
          </p:nvSpPr>
          <p:spPr bwMode="auto">
            <a:xfrm>
              <a:off x="3146425" y="2936875"/>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en-US" b="1" dirty="0">
                  <a:solidFill>
                    <a:schemeClr val="accent3"/>
                  </a:solidFill>
                </a:rPr>
                <a:t>PART 03</a:t>
              </a:r>
            </a:p>
          </p:txBody>
        </p:sp>
        <p:sp>
          <p:nvSpPr>
            <p:cNvPr id="188" name="Freeform 164">
              <a:extLst>
                <a:ext uri="{FF2B5EF4-FFF2-40B4-BE49-F238E27FC236}">
                  <a16:creationId xmlns:a16="http://schemas.microsoft.com/office/drawing/2014/main" id="{64579D0B-4759-40A0-9ADE-72E85DC2B1C8}"/>
                </a:ext>
              </a:extLst>
            </p:cNvPr>
            <p:cNvSpPr/>
            <p:nvPr/>
          </p:nvSpPr>
          <p:spPr bwMode="auto">
            <a:xfrm>
              <a:off x="3146425" y="2936875"/>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9" name="Rectangle 165">
              <a:extLst>
                <a:ext uri="{FF2B5EF4-FFF2-40B4-BE49-F238E27FC236}">
                  <a16:creationId xmlns:a16="http://schemas.microsoft.com/office/drawing/2014/main" id="{782BAE43-2587-4D10-9633-E547983E6087}"/>
                </a:ext>
              </a:extLst>
            </p:cNvPr>
            <p:cNvSpPr>
              <a:spLocks noChangeArrowheads="1"/>
            </p:cNvSpPr>
            <p:nvPr/>
          </p:nvSpPr>
          <p:spPr bwMode="auto">
            <a:xfrm>
              <a:off x="3146425" y="2936875"/>
              <a:ext cx="68263" cy="688975"/>
            </a:xfrm>
            <a:prstGeom prst="rect">
              <a:avLst/>
            </a:prstGeom>
            <a:solidFill>
              <a:schemeClr val="accent3"/>
            </a:solidFill>
            <a:ln>
              <a:noFill/>
            </a:ln>
          </p:spPr>
          <p:txBody>
            <a:bodyPr vert="horz" wrap="square" lIns="91440" tIns="45720" rIns="91440" bIns="45720" numCol="1" anchor="ctr" anchorCtr="0" compatLnSpc="1"/>
            <a:lstStyle/>
            <a:p>
              <a:pPr algn="ctr"/>
              <a:endParaRPr lang="en-US" b="1"/>
            </a:p>
          </p:txBody>
        </p:sp>
        <p:sp>
          <p:nvSpPr>
            <p:cNvPr id="190" name="Rectangle 167">
              <a:extLst>
                <a:ext uri="{FF2B5EF4-FFF2-40B4-BE49-F238E27FC236}">
                  <a16:creationId xmlns:a16="http://schemas.microsoft.com/office/drawing/2014/main" id="{9C472A8F-6AF3-4BEF-8A11-F0D053F20F44}"/>
                </a:ext>
              </a:extLst>
            </p:cNvPr>
            <p:cNvSpPr>
              <a:spLocks noChangeArrowheads="1"/>
            </p:cNvSpPr>
            <p:nvPr/>
          </p:nvSpPr>
          <p:spPr bwMode="auto">
            <a:xfrm>
              <a:off x="3214688" y="2936875"/>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3" name="Inhaltsplatzhalter 4">
            <a:extLst>
              <a:ext uri="{FF2B5EF4-FFF2-40B4-BE49-F238E27FC236}">
                <a16:creationId xmlns:a16="http://schemas.microsoft.com/office/drawing/2014/main" id="{AE4AAF1C-A54F-4965-9F56-524114FEC563}"/>
              </a:ext>
            </a:extLst>
          </p:cNvPr>
          <p:cNvSpPr txBox="1"/>
          <p:nvPr/>
        </p:nvSpPr>
        <p:spPr>
          <a:xfrm>
            <a:off x="3414619" y="3268612"/>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3"/>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grpSp>
        <p:nvGrpSpPr>
          <p:cNvPr id="137" name="Group 186">
            <a:extLst>
              <a:ext uri="{FF2B5EF4-FFF2-40B4-BE49-F238E27FC236}">
                <a16:creationId xmlns:a16="http://schemas.microsoft.com/office/drawing/2014/main" id="{7D65B309-ED6F-4B14-9C2A-0FC3DB179F09}"/>
              </a:ext>
            </a:extLst>
          </p:cNvPr>
          <p:cNvGrpSpPr/>
          <p:nvPr/>
        </p:nvGrpSpPr>
        <p:grpSpPr>
          <a:xfrm>
            <a:off x="1151692" y="4312005"/>
            <a:ext cx="2028676" cy="720724"/>
            <a:chOff x="3146425" y="4138613"/>
            <a:chExt cx="1752600" cy="692150"/>
          </a:xfrm>
          <a:effectLst>
            <a:outerShdw blurRad="50800" dist="38100" dir="2700000" algn="tl" rotWithShape="0">
              <a:prstClr val="black">
                <a:alpha val="40000"/>
              </a:prstClr>
            </a:outerShdw>
          </a:effectLst>
        </p:grpSpPr>
        <p:sp>
          <p:nvSpPr>
            <p:cNvPr id="183" name="Freeform 171">
              <a:extLst>
                <a:ext uri="{FF2B5EF4-FFF2-40B4-BE49-F238E27FC236}">
                  <a16:creationId xmlns:a16="http://schemas.microsoft.com/office/drawing/2014/main" id="{FFA1CC6F-CD8C-4CD1-9F1C-732D2EE59AF9}"/>
                </a:ext>
              </a:extLst>
            </p:cNvPr>
            <p:cNvSpPr/>
            <p:nvPr/>
          </p:nvSpPr>
          <p:spPr bwMode="auto">
            <a:xfrm>
              <a:off x="3146425" y="4138613"/>
              <a:ext cx="1752600" cy="692150"/>
            </a:xfrm>
            <a:custGeom>
              <a:avLst/>
              <a:gdLst>
                <a:gd name="T0" fmla="*/ 1042 w 1104"/>
                <a:gd name="T1" fmla="*/ 0 h 436"/>
                <a:gd name="T2" fmla="*/ 0 w 1104"/>
                <a:gd name="T3" fmla="*/ 0 h 436"/>
                <a:gd name="T4" fmla="*/ 0 w 1104"/>
                <a:gd name="T5" fmla="*/ 436 h 436"/>
                <a:gd name="T6" fmla="*/ 1042 w 1104"/>
                <a:gd name="T7" fmla="*/ 436 h 436"/>
                <a:gd name="T8" fmla="*/ 1042 w 1104"/>
                <a:gd name="T9" fmla="*/ 367 h 436"/>
                <a:gd name="T10" fmla="*/ 1104 w 1104"/>
                <a:gd name="T11" fmla="*/ 312 h 436"/>
                <a:gd name="T12" fmla="*/ 1042 w 1104"/>
                <a:gd name="T13" fmla="*/ 258 h 436"/>
                <a:gd name="T14" fmla="*/ 1042 w 1104"/>
                <a:gd name="T15" fmla="*/ 0 h 4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6">
                  <a:moveTo>
                    <a:pt x="1042" y="0"/>
                  </a:moveTo>
                  <a:lnTo>
                    <a:pt x="0" y="0"/>
                  </a:lnTo>
                  <a:lnTo>
                    <a:pt x="0" y="436"/>
                  </a:lnTo>
                  <a:lnTo>
                    <a:pt x="1042" y="436"/>
                  </a:lnTo>
                  <a:lnTo>
                    <a:pt x="1042" y="367"/>
                  </a:lnTo>
                  <a:lnTo>
                    <a:pt x="1104" y="312"/>
                  </a:lnTo>
                  <a:lnTo>
                    <a:pt x="1042" y="258"/>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en-US" b="1" dirty="0">
                  <a:solidFill>
                    <a:schemeClr val="accent4"/>
                  </a:solidFill>
                </a:rPr>
                <a:t>PART 04</a:t>
              </a:r>
            </a:p>
          </p:txBody>
        </p:sp>
        <p:sp>
          <p:nvSpPr>
            <p:cNvPr id="184" name="Freeform 172">
              <a:extLst>
                <a:ext uri="{FF2B5EF4-FFF2-40B4-BE49-F238E27FC236}">
                  <a16:creationId xmlns:a16="http://schemas.microsoft.com/office/drawing/2014/main" id="{8795E295-17A2-4B30-ADA5-473D2BD0682A}"/>
                </a:ext>
              </a:extLst>
            </p:cNvPr>
            <p:cNvSpPr/>
            <p:nvPr/>
          </p:nvSpPr>
          <p:spPr bwMode="auto">
            <a:xfrm>
              <a:off x="3146425" y="4138613"/>
              <a:ext cx="1752600" cy="692150"/>
            </a:xfrm>
            <a:custGeom>
              <a:avLst/>
              <a:gdLst>
                <a:gd name="T0" fmla="*/ 1042 w 1104"/>
                <a:gd name="T1" fmla="*/ 0 h 436"/>
                <a:gd name="T2" fmla="*/ 0 w 1104"/>
                <a:gd name="T3" fmla="*/ 0 h 436"/>
                <a:gd name="T4" fmla="*/ 0 w 1104"/>
                <a:gd name="T5" fmla="*/ 436 h 436"/>
                <a:gd name="T6" fmla="*/ 1042 w 1104"/>
                <a:gd name="T7" fmla="*/ 436 h 436"/>
                <a:gd name="T8" fmla="*/ 1042 w 1104"/>
                <a:gd name="T9" fmla="*/ 367 h 436"/>
                <a:gd name="T10" fmla="*/ 1104 w 1104"/>
                <a:gd name="T11" fmla="*/ 312 h 436"/>
                <a:gd name="T12" fmla="*/ 1042 w 1104"/>
                <a:gd name="T13" fmla="*/ 258 h 436"/>
                <a:gd name="T14" fmla="*/ 1042 w 1104"/>
                <a:gd name="T15" fmla="*/ 0 h 4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6">
                  <a:moveTo>
                    <a:pt x="1042" y="0"/>
                  </a:moveTo>
                  <a:lnTo>
                    <a:pt x="0" y="0"/>
                  </a:lnTo>
                  <a:lnTo>
                    <a:pt x="0" y="436"/>
                  </a:lnTo>
                  <a:lnTo>
                    <a:pt x="1042" y="436"/>
                  </a:lnTo>
                  <a:lnTo>
                    <a:pt x="1042" y="367"/>
                  </a:lnTo>
                  <a:lnTo>
                    <a:pt x="1104" y="312"/>
                  </a:lnTo>
                  <a:lnTo>
                    <a:pt x="1042" y="258"/>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5" name="Rectangle 173">
              <a:extLst>
                <a:ext uri="{FF2B5EF4-FFF2-40B4-BE49-F238E27FC236}">
                  <a16:creationId xmlns:a16="http://schemas.microsoft.com/office/drawing/2014/main" id="{A43A4AB9-749A-4532-BD8D-E3D32D12DECE}"/>
                </a:ext>
              </a:extLst>
            </p:cNvPr>
            <p:cNvSpPr>
              <a:spLocks noChangeArrowheads="1"/>
            </p:cNvSpPr>
            <p:nvPr/>
          </p:nvSpPr>
          <p:spPr bwMode="auto">
            <a:xfrm>
              <a:off x="3146425" y="4138613"/>
              <a:ext cx="68263" cy="692150"/>
            </a:xfrm>
            <a:prstGeom prst="rect">
              <a:avLst/>
            </a:prstGeom>
            <a:solidFill>
              <a:schemeClr val="accent4"/>
            </a:solidFill>
            <a:ln>
              <a:noFill/>
            </a:ln>
          </p:spPr>
          <p:txBody>
            <a:bodyPr vert="horz" wrap="square" lIns="91440" tIns="45720" rIns="91440" bIns="45720" numCol="1" anchor="ctr" anchorCtr="0" compatLnSpc="1"/>
            <a:lstStyle/>
            <a:p>
              <a:pPr algn="ctr"/>
              <a:endParaRPr lang="en-US" b="1"/>
            </a:p>
          </p:txBody>
        </p:sp>
        <p:sp>
          <p:nvSpPr>
            <p:cNvPr id="186" name="Rectangle 175">
              <a:extLst>
                <a:ext uri="{FF2B5EF4-FFF2-40B4-BE49-F238E27FC236}">
                  <a16:creationId xmlns:a16="http://schemas.microsoft.com/office/drawing/2014/main" id="{0936B84D-E3BB-4CE9-8E6C-938EEF1FB4F9}"/>
                </a:ext>
              </a:extLst>
            </p:cNvPr>
            <p:cNvSpPr>
              <a:spLocks noChangeArrowheads="1"/>
            </p:cNvSpPr>
            <p:nvPr/>
          </p:nvSpPr>
          <p:spPr bwMode="auto">
            <a:xfrm>
              <a:off x="3214688" y="4138613"/>
              <a:ext cx="1585913" cy="271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5" name="Inhaltsplatzhalter 4">
            <a:extLst>
              <a:ext uri="{FF2B5EF4-FFF2-40B4-BE49-F238E27FC236}">
                <a16:creationId xmlns:a16="http://schemas.microsoft.com/office/drawing/2014/main" id="{00329490-1BD1-4B3B-BCC9-B0B9B0D3A341}"/>
              </a:ext>
            </a:extLst>
          </p:cNvPr>
          <p:cNvSpPr txBox="1"/>
          <p:nvPr/>
        </p:nvSpPr>
        <p:spPr>
          <a:xfrm>
            <a:off x="3414619" y="4263954"/>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grpSp>
        <p:nvGrpSpPr>
          <p:cNvPr id="138" name="Group 187">
            <a:extLst>
              <a:ext uri="{FF2B5EF4-FFF2-40B4-BE49-F238E27FC236}">
                <a16:creationId xmlns:a16="http://schemas.microsoft.com/office/drawing/2014/main" id="{159E7B66-A58D-4335-927F-D1EC191DE7DB}"/>
              </a:ext>
            </a:extLst>
          </p:cNvPr>
          <p:cNvGrpSpPr/>
          <p:nvPr/>
        </p:nvGrpSpPr>
        <p:grpSpPr>
          <a:xfrm>
            <a:off x="1151692" y="5308998"/>
            <a:ext cx="2028676" cy="717420"/>
            <a:chOff x="3146425" y="5345113"/>
            <a:chExt cx="1752600" cy="688975"/>
          </a:xfrm>
          <a:effectLst>
            <a:outerShdw blurRad="50800" dist="38100" dir="2700000" algn="tl" rotWithShape="0">
              <a:prstClr val="black">
                <a:alpha val="40000"/>
              </a:prstClr>
            </a:outerShdw>
          </a:effectLst>
        </p:grpSpPr>
        <p:sp>
          <p:nvSpPr>
            <p:cNvPr id="179" name="Freeform 179">
              <a:extLst>
                <a:ext uri="{FF2B5EF4-FFF2-40B4-BE49-F238E27FC236}">
                  <a16:creationId xmlns:a16="http://schemas.microsoft.com/office/drawing/2014/main" id="{09605EE5-B762-457A-9387-74B9AC7EC4B6}"/>
                </a:ext>
              </a:extLst>
            </p:cNvPr>
            <p:cNvSpPr/>
            <p:nvPr/>
          </p:nvSpPr>
          <p:spPr bwMode="auto">
            <a:xfrm>
              <a:off x="3146425" y="534511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en-US" b="1" dirty="0">
                  <a:solidFill>
                    <a:schemeClr val="accent5"/>
                  </a:solidFill>
                </a:rPr>
                <a:t>PART 05</a:t>
              </a:r>
            </a:p>
          </p:txBody>
        </p:sp>
        <p:sp>
          <p:nvSpPr>
            <p:cNvPr id="180" name="Freeform 180">
              <a:extLst>
                <a:ext uri="{FF2B5EF4-FFF2-40B4-BE49-F238E27FC236}">
                  <a16:creationId xmlns:a16="http://schemas.microsoft.com/office/drawing/2014/main" id="{B3CA14B9-9B24-41F7-8B21-82B4E86B3032}"/>
                </a:ext>
              </a:extLst>
            </p:cNvPr>
            <p:cNvSpPr/>
            <p:nvPr/>
          </p:nvSpPr>
          <p:spPr bwMode="auto">
            <a:xfrm>
              <a:off x="3146425" y="534511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1" name="Rectangle 181">
              <a:extLst>
                <a:ext uri="{FF2B5EF4-FFF2-40B4-BE49-F238E27FC236}">
                  <a16:creationId xmlns:a16="http://schemas.microsoft.com/office/drawing/2014/main" id="{AC2C54B3-5216-485E-AEE0-880B9277865C}"/>
                </a:ext>
              </a:extLst>
            </p:cNvPr>
            <p:cNvSpPr>
              <a:spLocks noChangeArrowheads="1"/>
            </p:cNvSpPr>
            <p:nvPr/>
          </p:nvSpPr>
          <p:spPr bwMode="auto">
            <a:xfrm>
              <a:off x="3146425" y="5345113"/>
              <a:ext cx="68263" cy="688975"/>
            </a:xfrm>
            <a:prstGeom prst="rect">
              <a:avLst/>
            </a:prstGeom>
            <a:solidFill>
              <a:schemeClr val="accent5"/>
            </a:solidFill>
            <a:ln>
              <a:noFill/>
            </a:ln>
          </p:spPr>
          <p:txBody>
            <a:bodyPr vert="horz" wrap="square" lIns="91440" tIns="45720" rIns="91440" bIns="45720" numCol="1" anchor="ctr" anchorCtr="0" compatLnSpc="1"/>
            <a:lstStyle/>
            <a:p>
              <a:pPr algn="ctr"/>
              <a:endParaRPr lang="en-US" b="1"/>
            </a:p>
          </p:txBody>
        </p:sp>
        <p:sp>
          <p:nvSpPr>
            <p:cNvPr id="182" name="Rectangle 183">
              <a:extLst>
                <a:ext uri="{FF2B5EF4-FFF2-40B4-BE49-F238E27FC236}">
                  <a16:creationId xmlns:a16="http://schemas.microsoft.com/office/drawing/2014/main" id="{9EB0A1F1-986E-4433-8FE5-E4B05E1E78BC}"/>
                </a:ext>
              </a:extLst>
            </p:cNvPr>
            <p:cNvSpPr>
              <a:spLocks noChangeArrowheads="1"/>
            </p:cNvSpPr>
            <p:nvPr/>
          </p:nvSpPr>
          <p:spPr bwMode="auto">
            <a:xfrm>
              <a:off x="3214688" y="5345113"/>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7" name="Inhaltsplatzhalter 4">
            <a:extLst>
              <a:ext uri="{FF2B5EF4-FFF2-40B4-BE49-F238E27FC236}">
                <a16:creationId xmlns:a16="http://schemas.microsoft.com/office/drawing/2014/main" id="{49655A9B-702E-48A3-A76D-6720C794C883}"/>
              </a:ext>
            </a:extLst>
          </p:cNvPr>
          <p:cNvSpPr txBox="1"/>
          <p:nvPr/>
        </p:nvSpPr>
        <p:spPr>
          <a:xfrm>
            <a:off x="3414619" y="5259295"/>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5"/>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100" dirty="0">
              <a:solidFill>
                <a:schemeClr val="tx1">
                  <a:lumMod val="75000"/>
                  <a:lumOff val="25000"/>
                </a:schemeClr>
              </a:solidFill>
              <a:latin typeface="+mn-ea"/>
            </a:endParaRPr>
          </a:p>
        </p:txBody>
      </p:sp>
      <p:sp>
        <p:nvSpPr>
          <p:cNvPr id="3" name="标题 2">
            <a:extLst>
              <a:ext uri="{FF2B5EF4-FFF2-40B4-BE49-F238E27FC236}">
                <a16:creationId xmlns:a16="http://schemas.microsoft.com/office/drawing/2014/main" id="{00FEED54-62E3-445B-B12A-62768F8663EB}"/>
              </a:ext>
            </a:extLst>
          </p:cNvPr>
          <p:cNvSpPr>
            <a:spLocks noGrp="1"/>
          </p:cNvSpPr>
          <p:nvPr>
            <p:ph type="title"/>
          </p:nvPr>
        </p:nvSpPr>
        <p:spPr/>
        <p:txBody>
          <a:bodyPr/>
          <a:lstStyle/>
          <a:p>
            <a:endParaRPr lang="zh-CN" altLang="en-US"/>
          </a:p>
        </p:txBody>
      </p:sp>
      <p:sp>
        <p:nvSpPr>
          <p:cNvPr id="40" name="矩形 39">
            <a:extLst>
              <a:ext uri="{FF2B5EF4-FFF2-40B4-BE49-F238E27FC236}">
                <a16:creationId xmlns:a16="http://schemas.microsoft.com/office/drawing/2014/main" id="{A13EC8FE-1435-4E86-9B9B-F0EC6D3C01F7}"/>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34" name="组合 33">
            <a:extLst>
              <a:ext uri="{FF2B5EF4-FFF2-40B4-BE49-F238E27FC236}">
                <a16:creationId xmlns:a16="http://schemas.microsoft.com/office/drawing/2014/main" id="{052DC411-BAEF-44F5-A6A2-F5A2D8564EDE}"/>
              </a:ext>
            </a:extLst>
          </p:cNvPr>
          <p:cNvGrpSpPr/>
          <p:nvPr/>
        </p:nvGrpSpPr>
        <p:grpSpPr>
          <a:xfrm>
            <a:off x="-491832" y="1587"/>
            <a:ext cx="273269" cy="2129816"/>
            <a:chOff x="11681691" y="1513398"/>
            <a:chExt cx="273269" cy="2129816"/>
          </a:xfrm>
        </p:grpSpPr>
        <p:sp>
          <p:nvSpPr>
            <p:cNvPr id="35" name="矩形 34">
              <a:extLst>
                <a:ext uri="{FF2B5EF4-FFF2-40B4-BE49-F238E27FC236}">
                  <a16:creationId xmlns:a16="http://schemas.microsoft.com/office/drawing/2014/main" id="{2A2FB16A-89D5-47D0-BFB1-C7211C912956}"/>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E2FA5D69-FC0F-4326-BDC2-61E63AB5B5B4}"/>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a:extLst>
                <a:ext uri="{FF2B5EF4-FFF2-40B4-BE49-F238E27FC236}">
                  <a16:creationId xmlns:a16="http://schemas.microsoft.com/office/drawing/2014/main" id="{07846FDB-D8AE-4F19-BBA4-E6A064AE72CF}"/>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矩形 37">
              <a:extLst>
                <a:ext uri="{FF2B5EF4-FFF2-40B4-BE49-F238E27FC236}">
                  <a16:creationId xmlns:a16="http://schemas.microsoft.com/office/drawing/2014/main" id="{D7340CAC-49DB-48A1-94BB-F15B118DC235}"/>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矩形 38">
              <a:extLst>
                <a:ext uri="{FF2B5EF4-FFF2-40B4-BE49-F238E27FC236}">
                  <a16:creationId xmlns:a16="http://schemas.microsoft.com/office/drawing/2014/main" id="{7CB02002-52F1-4E30-B579-0D77581A5F5E}"/>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a:extLst>
                <a:ext uri="{FF2B5EF4-FFF2-40B4-BE49-F238E27FC236}">
                  <a16:creationId xmlns:a16="http://schemas.microsoft.com/office/drawing/2014/main" id="{3A009F93-3FC1-4B9E-9C19-099228FB5FD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a:extLst>
                <a:ext uri="{FF2B5EF4-FFF2-40B4-BE49-F238E27FC236}">
                  <a16:creationId xmlns:a16="http://schemas.microsoft.com/office/drawing/2014/main" id="{C8FDF8E7-83EA-4E05-A334-DF9AE3219CE7}"/>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501930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Inhaltsplatzhalter 4">
            <a:extLst>
              <a:ext uri="{FF2B5EF4-FFF2-40B4-BE49-F238E27FC236}">
                <a16:creationId xmlns:a16="http://schemas.microsoft.com/office/drawing/2014/main" id="{622942F5-AB73-487F-8836-33BE176CDADF}"/>
              </a:ext>
            </a:extLst>
          </p:cNvPr>
          <p:cNvSpPr txBox="1"/>
          <p:nvPr/>
        </p:nvSpPr>
        <p:spPr>
          <a:xfrm>
            <a:off x="3046440" y="1245054"/>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1"/>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sp>
        <p:nvSpPr>
          <p:cNvPr id="151" name="Inhaltsplatzhalter 4">
            <a:extLst>
              <a:ext uri="{FF2B5EF4-FFF2-40B4-BE49-F238E27FC236}">
                <a16:creationId xmlns:a16="http://schemas.microsoft.com/office/drawing/2014/main" id="{8DCCDF6B-79FC-43F4-BFE5-220BD1FFFED3}"/>
              </a:ext>
            </a:extLst>
          </p:cNvPr>
          <p:cNvSpPr txBox="1"/>
          <p:nvPr/>
        </p:nvSpPr>
        <p:spPr>
          <a:xfrm>
            <a:off x="3046440" y="2240396"/>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2"/>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sp>
        <p:nvSpPr>
          <p:cNvPr id="153" name="Inhaltsplatzhalter 4">
            <a:extLst>
              <a:ext uri="{FF2B5EF4-FFF2-40B4-BE49-F238E27FC236}">
                <a16:creationId xmlns:a16="http://schemas.microsoft.com/office/drawing/2014/main" id="{AE4AAF1C-A54F-4965-9F56-524114FEC563}"/>
              </a:ext>
            </a:extLst>
          </p:cNvPr>
          <p:cNvSpPr txBox="1"/>
          <p:nvPr/>
        </p:nvSpPr>
        <p:spPr>
          <a:xfrm>
            <a:off x="3046440" y="3235738"/>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3"/>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sp>
        <p:nvSpPr>
          <p:cNvPr id="155" name="Inhaltsplatzhalter 4">
            <a:extLst>
              <a:ext uri="{FF2B5EF4-FFF2-40B4-BE49-F238E27FC236}">
                <a16:creationId xmlns:a16="http://schemas.microsoft.com/office/drawing/2014/main" id="{00329490-1BD1-4B3B-BCC9-B0B9B0D3A341}"/>
              </a:ext>
            </a:extLst>
          </p:cNvPr>
          <p:cNvSpPr txBox="1"/>
          <p:nvPr/>
        </p:nvSpPr>
        <p:spPr>
          <a:xfrm>
            <a:off x="3046440" y="4231080"/>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ea"/>
            </a:endParaRPr>
          </a:p>
        </p:txBody>
      </p:sp>
      <p:sp>
        <p:nvSpPr>
          <p:cNvPr id="157" name="Inhaltsplatzhalter 4">
            <a:extLst>
              <a:ext uri="{FF2B5EF4-FFF2-40B4-BE49-F238E27FC236}">
                <a16:creationId xmlns:a16="http://schemas.microsoft.com/office/drawing/2014/main" id="{49655A9B-702E-48A3-A76D-6720C794C883}"/>
              </a:ext>
            </a:extLst>
          </p:cNvPr>
          <p:cNvSpPr txBox="1"/>
          <p:nvPr/>
        </p:nvSpPr>
        <p:spPr>
          <a:xfrm>
            <a:off x="3046440" y="5226421"/>
            <a:ext cx="7625689"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5"/>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100" dirty="0">
              <a:solidFill>
                <a:schemeClr val="tx1">
                  <a:lumMod val="75000"/>
                  <a:lumOff val="25000"/>
                </a:schemeClr>
              </a:solidFill>
              <a:latin typeface="+mn-ea"/>
            </a:endParaRPr>
          </a:p>
        </p:txBody>
      </p:sp>
      <p:grpSp>
        <p:nvGrpSpPr>
          <p:cNvPr id="9" name="组合 8">
            <a:extLst>
              <a:ext uri="{FF2B5EF4-FFF2-40B4-BE49-F238E27FC236}">
                <a16:creationId xmlns:a16="http://schemas.microsoft.com/office/drawing/2014/main" id="{DADDC8CE-ABE6-4D9E-B73D-017A365BF1EA}"/>
              </a:ext>
            </a:extLst>
          </p:cNvPr>
          <p:cNvGrpSpPr/>
          <p:nvPr/>
        </p:nvGrpSpPr>
        <p:grpSpPr>
          <a:xfrm>
            <a:off x="1519872" y="963969"/>
            <a:ext cx="1222319" cy="5486862"/>
            <a:chOff x="2003801" y="1063899"/>
            <a:chExt cx="1222319" cy="5486862"/>
          </a:xfrm>
        </p:grpSpPr>
        <p:sp>
          <p:nvSpPr>
            <p:cNvPr id="41" name="Freeform 96">
              <a:extLst>
                <a:ext uri="{FF2B5EF4-FFF2-40B4-BE49-F238E27FC236}">
                  <a16:creationId xmlns:a16="http://schemas.microsoft.com/office/drawing/2014/main" id="{2BD8ACD0-5F99-41DC-B1EC-D8B4E7DCF3DA}"/>
                </a:ext>
              </a:extLst>
            </p:cNvPr>
            <p:cNvSpPr/>
            <p:nvPr/>
          </p:nvSpPr>
          <p:spPr bwMode="auto">
            <a:xfrm>
              <a:off x="2182452" y="2257040"/>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2">
                <a:lumMod val="50000"/>
              </a:schemeClr>
            </a:solidFill>
            <a:ln>
              <a:noFill/>
            </a:ln>
          </p:spPr>
          <p:txBody>
            <a:bodyPr vert="horz" wrap="square" lIns="91440" tIns="45720" rIns="91440" bIns="45720" numCol="1" anchor="t" anchorCtr="0" compatLnSpc="1"/>
            <a:lstStyle/>
            <a:p>
              <a:endParaRPr lang="en-US"/>
            </a:p>
          </p:txBody>
        </p:sp>
        <p:sp>
          <p:nvSpPr>
            <p:cNvPr id="42" name="Freeform 97">
              <a:extLst>
                <a:ext uri="{FF2B5EF4-FFF2-40B4-BE49-F238E27FC236}">
                  <a16:creationId xmlns:a16="http://schemas.microsoft.com/office/drawing/2014/main" id="{4740D6ED-014E-4773-A29C-FF937C273324}"/>
                </a:ext>
              </a:extLst>
            </p:cNvPr>
            <p:cNvSpPr/>
            <p:nvPr/>
          </p:nvSpPr>
          <p:spPr bwMode="auto">
            <a:xfrm>
              <a:off x="2182452" y="2257040"/>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3" name="Freeform 98">
              <a:extLst>
                <a:ext uri="{FF2B5EF4-FFF2-40B4-BE49-F238E27FC236}">
                  <a16:creationId xmlns:a16="http://schemas.microsoft.com/office/drawing/2014/main" id="{79F854C2-373F-49BF-A9A1-7D117B9B5D27}"/>
                </a:ext>
              </a:extLst>
            </p:cNvPr>
            <p:cNvSpPr/>
            <p:nvPr/>
          </p:nvSpPr>
          <p:spPr bwMode="auto">
            <a:xfrm>
              <a:off x="2182452" y="3261024"/>
              <a:ext cx="1043668" cy="305560"/>
            </a:xfrm>
            <a:custGeom>
              <a:avLst/>
              <a:gdLst>
                <a:gd name="T0" fmla="*/ 789 w 789"/>
                <a:gd name="T1" fmla="*/ 115 h 231"/>
                <a:gd name="T2" fmla="*/ 394 w 789"/>
                <a:gd name="T3" fmla="*/ 0 h 231"/>
                <a:gd name="T4" fmla="*/ 0 w 789"/>
                <a:gd name="T5" fmla="*/ 115 h 231"/>
                <a:gd name="T6" fmla="*/ 394 w 789"/>
                <a:gd name="T7" fmla="*/ 231 h 231"/>
                <a:gd name="T8" fmla="*/ 789 w 789"/>
                <a:gd name="T9" fmla="*/ 115 h 231"/>
              </a:gdLst>
              <a:ahLst/>
              <a:cxnLst>
                <a:cxn ang="0">
                  <a:pos x="T0" y="T1"/>
                </a:cxn>
                <a:cxn ang="0">
                  <a:pos x="T2" y="T3"/>
                </a:cxn>
                <a:cxn ang="0">
                  <a:pos x="T4" y="T5"/>
                </a:cxn>
                <a:cxn ang="0">
                  <a:pos x="T6" y="T7"/>
                </a:cxn>
                <a:cxn ang="0">
                  <a:pos x="T8" y="T9"/>
                </a:cxn>
              </a:cxnLst>
              <a:rect l="0" t="0" r="r" b="b"/>
              <a:pathLst>
                <a:path w="789" h="231">
                  <a:moveTo>
                    <a:pt x="789" y="115"/>
                  </a:moveTo>
                  <a:lnTo>
                    <a:pt x="394" y="0"/>
                  </a:lnTo>
                  <a:lnTo>
                    <a:pt x="0" y="115"/>
                  </a:lnTo>
                  <a:lnTo>
                    <a:pt x="394" y="231"/>
                  </a:lnTo>
                  <a:lnTo>
                    <a:pt x="789" y="115"/>
                  </a:lnTo>
                  <a:close/>
                </a:path>
              </a:pathLst>
            </a:custGeom>
            <a:solidFill>
              <a:schemeClr val="accent3">
                <a:lumMod val="50000"/>
              </a:schemeClr>
            </a:solidFill>
            <a:ln>
              <a:noFill/>
            </a:ln>
          </p:spPr>
          <p:txBody>
            <a:bodyPr vert="horz" wrap="square" lIns="91440" tIns="45720" rIns="91440" bIns="45720" numCol="1" anchor="t" anchorCtr="0" compatLnSpc="1"/>
            <a:lstStyle/>
            <a:p>
              <a:endParaRPr lang="en-US"/>
            </a:p>
          </p:txBody>
        </p:sp>
        <p:sp>
          <p:nvSpPr>
            <p:cNvPr id="44" name="Freeform 99">
              <a:extLst>
                <a:ext uri="{FF2B5EF4-FFF2-40B4-BE49-F238E27FC236}">
                  <a16:creationId xmlns:a16="http://schemas.microsoft.com/office/drawing/2014/main" id="{92804280-C830-4946-BAB1-BE0EFB15FBF0}"/>
                </a:ext>
              </a:extLst>
            </p:cNvPr>
            <p:cNvSpPr/>
            <p:nvPr/>
          </p:nvSpPr>
          <p:spPr bwMode="auto">
            <a:xfrm>
              <a:off x="2182452" y="3261024"/>
              <a:ext cx="1043668" cy="305560"/>
            </a:xfrm>
            <a:custGeom>
              <a:avLst/>
              <a:gdLst>
                <a:gd name="T0" fmla="*/ 789 w 789"/>
                <a:gd name="T1" fmla="*/ 115 h 231"/>
                <a:gd name="T2" fmla="*/ 394 w 789"/>
                <a:gd name="T3" fmla="*/ 0 h 231"/>
                <a:gd name="T4" fmla="*/ 0 w 789"/>
                <a:gd name="T5" fmla="*/ 115 h 231"/>
                <a:gd name="T6" fmla="*/ 394 w 789"/>
                <a:gd name="T7" fmla="*/ 231 h 231"/>
                <a:gd name="T8" fmla="*/ 789 w 789"/>
                <a:gd name="T9" fmla="*/ 115 h 231"/>
              </a:gdLst>
              <a:ahLst/>
              <a:cxnLst>
                <a:cxn ang="0">
                  <a:pos x="T0" y="T1"/>
                </a:cxn>
                <a:cxn ang="0">
                  <a:pos x="T2" y="T3"/>
                </a:cxn>
                <a:cxn ang="0">
                  <a:pos x="T4" y="T5"/>
                </a:cxn>
                <a:cxn ang="0">
                  <a:pos x="T6" y="T7"/>
                </a:cxn>
                <a:cxn ang="0">
                  <a:pos x="T8" y="T9"/>
                </a:cxn>
              </a:cxnLst>
              <a:rect l="0" t="0" r="r" b="b"/>
              <a:pathLst>
                <a:path w="789" h="231">
                  <a:moveTo>
                    <a:pt x="789" y="115"/>
                  </a:moveTo>
                  <a:lnTo>
                    <a:pt x="394" y="0"/>
                  </a:lnTo>
                  <a:lnTo>
                    <a:pt x="0" y="115"/>
                  </a:lnTo>
                  <a:lnTo>
                    <a:pt x="394" y="231"/>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5" name="Freeform 100">
              <a:extLst>
                <a:ext uri="{FF2B5EF4-FFF2-40B4-BE49-F238E27FC236}">
                  <a16:creationId xmlns:a16="http://schemas.microsoft.com/office/drawing/2014/main" id="{E0D7AA62-E6E8-4E35-9429-973DEEE3F85B}"/>
                </a:ext>
              </a:extLst>
            </p:cNvPr>
            <p:cNvSpPr/>
            <p:nvPr/>
          </p:nvSpPr>
          <p:spPr bwMode="auto">
            <a:xfrm>
              <a:off x="2182452" y="4263686"/>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4">
                <a:lumMod val="50000"/>
              </a:schemeClr>
            </a:solidFill>
            <a:ln>
              <a:noFill/>
            </a:ln>
          </p:spPr>
          <p:txBody>
            <a:bodyPr vert="horz" wrap="square" lIns="91440" tIns="45720" rIns="91440" bIns="45720" numCol="1" anchor="t" anchorCtr="0" compatLnSpc="1"/>
            <a:lstStyle/>
            <a:p>
              <a:endParaRPr lang="en-US"/>
            </a:p>
          </p:txBody>
        </p:sp>
        <p:sp>
          <p:nvSpPr>
            <p:cNvPr id="46" name="Freeform 101">
              <a:extLst>
                <a:ext uri="{FF2B5EF4-FFF2-40B4-BE49-F238E27FC236}">
                  <a16:creationId xmlns:a16="http://schemas.microsoft.com/office/drawing/2014/main" id="{E990CFEE-4303-4148-84AB-2C3CC3DC6C2F}"/>
                </a:ext>
              </a:extLst>
            </p:cNvPr>
            <p:cNvSpPr/>
            <p:nvPr/>
          </p:nvSpPr>
          <p:spPr bwMode="auto">
            <a:xfrm>
              <a:off x="2182452" y="4263686"/>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7" name="Freeform 102">
              <a:extLst>
                <a:ext uri="{FF2B5EF4-FFF2-40B4-BE49-F238E27FC236}">
                  <a16:creationId xmlns:a16="http://schemas.microsoft.com/office/drawing/2014/main" id="{9A108567-DC21-41B0-8A18-5E0F3B94D6B0}"/>
                </a:ext>
              </a:extLst>
            </p:cNvPr>
            <p:cNvSpPr/>
            <p:nvPr/>
          </p:nvSpPr>
          <p:spPr bwMode="auto">
            <a:xfrm>
              <a:off x="2182452" y="5267671"/>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5">
                <a:lumMod val="50000"/>
              </a:schemeClr>
            </a:solidFill>
            <a:ln>
              <a:noFill/>
            </a:ln>
          </p:spPr>
          <p:txBody>
            <a:bodyPr vert="horz" wrap="square" lIns="91440" tIns="45720" rIns="91440" bIns="45720" numCol="1" anchor="t" anchorCtr="0" compatLnSpc="1"/>
            <a:lstStyle/>
            <a:p>
              <a:endParaRPr lang="en-US"/>
            </a:p>
          </p:txBody>
        </p:sp>
        <p:sp>
          <p:nvSpPr>
            <p:cNvPr id="48" name="Freeform 103">
              <a:extLst>
                <a:ext uri="{FF2B5EF4-FFF2-40B4-BE49-F238E27FC236}">
                  <a16:creationId xmlns:a16="http://schemas.microsoft.com/office/drawing/2014/main" id="{565BA962-EEB3-4D37-933D-A1EB9401A60E}"/>
                </a:ext>
              </a:extLst>
            </p:cNvPr>
            <p:cNvSpPr/>
            <p:nvPr/>
          </p:nvSpPr>
          <p:spPr bwMode="auto">
            <a:xfrm>
              <a:off x="2182452" y="5267671"/>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9" name="Freeform 104">
              <a:extLst>
                <a:ext uri="{FF2B5EF4-FFF2-40B4-BE49-F238E27FC236}">
                  <a16:creationId xmlns:a16="http://schemas.microsoft.com/office/drawing/2014/main" id="{239D32BC-2B82-4900-AC85-AD9A2CD89739}"/>
                </a:ext>
              </a:extLst>
            </p:cNvPr>
            <p:cNvSpPr/>
            <p:nvPr/>
          </p:nvSpPr>
          <p:spPr bwMode="auto">
            <a:xfrm>
              <a:off x="2182452" y="1253055"/>
              <a:ext cx="1043668" cy="306883"/>
            </a:xfrm>
            <a:custGeom>
              <a:avLst/>
              <a:gdLst>
                <a:gd name="T0" fmla="*/ 789 w 789"/>
                <a:gd name="T1" fmla="*/ 114 h 232"/>
                <a:gd name="T2" fmla="*/ 394 w 789"/>
                <a:gd name="T3" fmla="*/ 0 h 232"/>
                <a:gd name="T4" fmla="*/ 0 w 789"/>
                <a:gd name="T5" fmla="*/ 114 h 232"/>
                <a:gd name="T6" fmla="*/ 394 w 789"/>
                <a:gd name="T7" fmla="*/ 232 h 232"/>
                <a:gd name="T8" fmla="*/ 789 w 789"/>
                <a:gd name="T9" fmla="*/ 114 h 232"/>
              </a:gdLst>
              <a:ahLst/>
              <a:cxnLst>
                <a:cxn ang="0">
                  <a:pos x="T0" y="T1"/>
                </a:cxn>
                <a:cxn ang="0">
                  <a:pos x="T2" y="T3"/>
                </a:cxn>
                <a:cxn ang="0">
                  <a:pos x="T4" y="T5"/>
                </a:cxn>
                <a:cxn ang="0">
                  <a:pos x="T6" y="T7"/>
                </a:cxn>
                <a:cxn ang="0">
                  <a:pos x="T8" y="T9"/>
                </a:cxn>
              </a:cxnLst>
              <a:rect l="0" t="0" r="r" b="b"/>
              <a:pathLst>
                <a:path w="789" h="232">
                  <a:moveTo>
                    <a:pt x="789" y="114"/>
                  </a:moveTo>
                  <a:lnTo>
                    <a:pt x="394" y="0"/>
                  </a:lnTo>
                  <a:lnTo>
                    <a:pt x="0" y="114"/>
                  </a:lnTo>
                  <a:lnTo>
                    <a:pt x="394" y="232"/>
                  </a:lnTo>
                  <a:lnTo>
                    <a:pt x="789" y="114"/>
                  </a:lnTo>
                  <a:close/>
                </a:path>
              </a:pathLst>
            </a:custGeom>
            <a:solidFill>
              <a:schemeClr val="accent1">
                <a:lumMod val="50000"/>
              </a:schemeClr>
            </a:solidFill>
            <a:ln>
              <a:noFill/>
            </a:ln>
          </p:spPr>
          <p:txBody>
            <a:bodyPr vert="horz" wrap="square" lIns="91440" tIns="45720" rIns="91440" bIns="45720" numCol="1" anchor="t" anchorCtr="0" compatLnSpc="1"/>
            <a:lstStyle/>
            <a:p>
              <a:endParaRPr lang="en-US"/>
            </a:p>
          </p:txBody>
        </p:sp>
        <p:sp>
          <p:nvSpPr>
            <p:cNvPr id="50" name="Freeform 105">
              <a:extLst>
                <a:ext uri="{FF2B5EF4-FFF2-40B4-BE49-F238E27FC236}">
                  <a16:creationId xmlns:a16="http://schemas.microsoft.com/office/drawing/2014/main" id="{FAD59DD7-102D-4EB9-A3C0-70FF6D0D83FB}"/>
                </a:ext>
              </a:extLst>
            </p:cNvPr>
            <p:cNvSpPr/>
            <p:nvPr/>
          </p:nvSpPr>
          <p:spPr bwMode="auto">
            <a:xfrm>
              <a:off x="2182452" y="1253055"/>
              <a:ext cx="1043668" cy="306883"/>
            </a:xfrm>
            <a:custGeom>
              <a:avLst/>
              <a:gdLst>
                <a:gd name="T0" fmla="*/ 789 w 789"/>
                <a:gd name="T1" fmla="*/ 114 h 232"/>
                <a:gd name="T2" fmla="*/ 394 w 789"/>
                <a:gd name="T3" fmla="*/ 0 h 232"/>
                <a:gd name="T4" fmla="*/ 0 w 789"/>
                <a:gd name="T5" fmla="*/ 114 h 232"/>
                <a:gd name="T6" fmla="*/ 394 w 789"/>
                <a:gd name="T7" fmla="*/ 232 h 232"/>
                <a:gd name="T8" fmla="*/ 789 w 789"/>
                <a:gd name="T9" fmla="*/ 114 h 232"/>
              </a:gdLst>
              <a:ahLst/>
              <a:cxnLst>
                <a:cxn ang="0">
                  <a:pos x="T0" y="T1"/>
                </a:cxn>
                <a:cxn ang="0">
                  <a:pos x="T2" y="T3"/>
                </a:cxn>
                <a:cxn ang="0">
                  <a:pos x="T4" y="T5"/>
                </a:cxn>
                <a:cxn ang="0">
                  <a:pos x="T6" y="T7"/>
                </a:cxn>
                <a:cxn ang="0">
                  <a:pos x="T8" y="T9"/>
                </a:cxn>
              </a:cxnLst>
              <a:rect l="0" t="0" r="r" b="b"/>
              <a:pathLst>
                <a:path w="789" h="232">
                  <a:moveTo>
                    <a:pt x="789" y="114"/>
                  </a:moveTo>
                  <a:lnTo>
                    <a:pt x="394" y="0"/>
                  </a:lnTo>
                  <a:lnTo>
                    <a:pt x="0" y="114"/>
                  </a:lnTo>
                  <a:lnTo>
                    <a:pt x="394" y="232"/>
                  </a:lnTo>
                  <a:lnTo>
                    <a:pt x="789" y="11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1" name="Freeform 107">
              <a:extLst>
                <a:ext uri="{FF2B5EF4-FFF2-40B4-BE49-F238E27FC236}">
                  <a16:creationId xmlns:a16="http://schemas.microsoft.com/office/drawing/2014/main" id="{ACA1627E-B406-4085-8AFE-CE577D6C10DA}"/>
                </a:ext>
              </a:extLst>
            </p:cNvPr>
            <p:cNvSpPr>
              <a:spLocks noEditPoints="1"/>
            </p:cNvSpPr>
            <p:nvPr/>
          </p:nvSpPr>
          <p:spPr bwMode="auto">
            <a:xfrm>
              <a:off x="2182452" y="2348311"/>
              <a:ext cx="1043668" cy="123017"/>
            </a:xfrm>
            <a:custGeom>
              <a:avLst/>
              <a:gdLst>
                <a:gd name="T0" fmla="*/ 156 w 789"/>
                <a:gd name="T1" fmla="*/ 0 h 93"/>
                <a:gd name="T2" fmla="*/ 0 w 789"/>
                <a:gd name="T3" fmla="*/ 46 h 93"/>
                <a:gd name="T4" fmla="*/ 156 w 789"/>
                <a:gd name="T5" fmla="*/ 93 h 93"/>
                <a:gd name="T6" fmla="*/ 156 w 789"/>
                <a:gd name="T7" fmla="*/ 0 h 93"/>
                <a:gd name="T8" fmla="*/ 633 w 789"/>
                <a:gd name="T9" fmla="*/ 0 h 93"/>
                <a:gd name="T10" fmla="*/ 633 w 789"/>
                <a:gd name="T11" fmla="*/ 93 h 93"/>
                <a:gd name="T12" fmla="*/ 789 w 789"/>
                <a:gd name="T13" fmla="*/ 46 h 93"/>
                <a:gd name="T14" fmla="*/ 633 w 789"/>
                <a:gd name="T15" fmla="*/ 0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3">
                  <a:moveTo>
                    <a:pt x="156" y="0"/>
                  </a:moveTo>
                  <a:lnTo>
                    <a:pt x="0" y="46"/>
                  </a:lnTo>
                  <a:lnTo>
                    <a:pt x="156" y="93"/>
                  </a:lnTo>
                  <a:lnTo>
                    <a:pt x="156" y="0"/>
                  </a:lnTo>
                  <a:moveTo>
                    <a:pt x="633" y="0"/>
                  </a:moveTo>
                  <a:lnTo>
                    <a:pt x="633" y="93"/>
                  </a:lnTo>
                  <a:lnTo>
                    <a:pt x="789" y="46"/>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2" name="Freeform 109">
              <a:extLst>
                <a:ext uri="{FF2B5EF4-FFF2-40B4-BE49-F238E27FC236}">
                  <a16:creationId xmlns:a16="http://schemas.microsoft.com/office/drawing/2014/main" id="{D7A6364E-2C9E-42E6-AF1C-6923F5C50366}"/>
                </a:ext>
              </a:extLst>
            </p:cNvPr>
            <p:cNvSpPr>
              <a:spLocks noEditPoints="1"/>
            </p:cNvSpPr>
            <p:nvPr/>
          </p:nvSpPr>
          <p:spPr bwMode="auto">
            <a:xfrm>
              <a:off x="2182452" y="3352296"/>
              <a:ext cx="1043668" cy="120372"/>
            </a:xfrm>
            <a:custGeom>
              <a:avLst/>
              <a:gdLst>
                <a:gd name="T0" fmla="*/ 156 w 789"/>
                <a:gd name="T1" fmla="*/ 0 h 91"/>
                <a:gd name="T2" fmla="*/ 0 w 789"/>
                <a:gd name="T3" fmla="*/ 46 h 91"/>
                <a:gd name="T4" fmla="*/ 156 w 789"/>
                <a:gd name="T5" fmla="*/ 91 h 91"/>
                <a:gd name="T6" fmla="*/ 156 w 789"/>
                <a:gd name="T7" fmla="*/ 0 h 91"/>
                <a:gd name="T8" fmla="*/ 633 w 789"/>
                <a:gd name="T9" fmla="*/ 0 h 91"/>
                <a:gd name="T10" fmla="*/ 633 w 789"/>
                <a:gd name="T11" fmla="*/ 91 h 91"/>
                <a:gd name="T12" fmla="*/ 789 w 789"/>
                <a:gd name="T13" fmla="*/ 46 h 91"/>
                <a:gd name="T14" fmla="*/ 633 w 789"/>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1">
                  <a:moveTo>
                    <a:pt x="156" y="0"/>
                  </a:moveTo>
                  <a:lnTo>
                    <a:pt x="0" y="46"/>
                  </a:lnTo>
                  <a:lnTo>
                    <a:pt x="156" y="91"/>
                  </a:lnTo>
                  <a:lnTo>
                    <a:pt x="156" y="0"/>
                  </a:lnTo>
                  <a:moveTo>
                    <a:pt x="633" y="0"/>
                  </a:moveTo>
                  <a:lnTo>
                    <a:pt x="633" y="91"/>
                  </a:lnTo>
                  <a:lnTo>
                    <a:pt x="789" y="46"/>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3" name="Freeform 111">
              <a:extLst>
                <a:ext uri="{FF2B5EF4-FFF2-40B4-BE49-F238E27FC236}">
                  <a16:creationId xmlns:a16="http://schemas.microsoft.com/office/drawing/2014/main" id="{8C8E28F5-221E-4FDD-ABB8-4A3AAEA96792}"/>
                </a:ext>
              </a:extLst>
            </p:cNvPr>
            <p:cNvSpPr>
              <a:spLocks noEditPoints="1"/>
            </p:cNvSpPr>
            <p:nvPr/>
          </p:nvSpPr>
          <p:spPr bwMode="auto">
            <a:xfrm>
              <a:off x="2182452" y="4356280"/>
              <a:ext cx="1043668" cy="121695"/>
            </a:xfrm>
            <a:custGeom>
              <a:avLst/>
              <a:gdLst>
                <a:gd name="T0" fmla="*/ 156 w 789"/>
                <a:gd name="T1" fmla="*/ 0 h 92"/>
                <a:gd name="T2" fmla="*/ 0 w 789"/>
                <a:gd name="T3" fmla="*/ 45 h 92"/>
                <a:gd name="T4" fmla="*/ 156 w 789"/>
                <a:gd name="T5" fmla="*/ 92 h 92"/>
                <a:gd name="T6" fmla="*/ 156 w 789"/>
                <a:gd name="T7" fmla="*/ 0 h 92"/>
                <a:gd name="T8" fmla="*/ 633 w 789"/>
                <a:gd name="T9" fmla="*/ 0 h 92"/>
                <a:gd name="T10" fmla="*/ 633 w 789"/>
                <a:gd name="T11" fmla="*/ 92 h 92"/>
                <a:gd name="T12" fmla="*/ 789 w 789"/>
                <a:gd name="T13" fmla="*/ 45 h 92"/>
                <a:gd name="T14" fmla="*/ 633 w 789"/>
                <a:gd name="T15" fmla="*/ 0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2">
                  <a:moveTo>
                    <a:pt x="156" y="0"/>
                  </a:moveTo>
                  <a:lnTo>
                    <a:pt x="0" y="45"/>
                  </a:lnTo>
                  <a:lnTo>
                    <a:pt x="156" y="92"/>
                  </a:lnTo>
                  <a:lnTo>
                    <a:pt x="156" y="0"/>
                  </a:lnTo>
                  <a:moveTo>
                    <a:pt x="633" y="0"/>
                  </a:moveTo>
                  <a:lnTo>
                    <a:pt x="633" y="92"/>
                  </a:lnTo>
                  <a:lnTo>
                    <a:pt x="789" y="45"/>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4" name="Freeform 113">
              <a:extLst>
                <a:ext uri="{FF2B5EF4-FFF2-40B4-BE49-F238E27FC236}">
                  <a16:creationId xmlns:a16="http://schemas.microsoft.com/office/drawing/2014/main" id="{7AB12ACF-A028-42B9-97B9-50F0F01D1EAA}"/>
                </a:ext>
              </a:extLst>
            </p:cNvPr>
            <p:cNvSpPr/>
            <p:nvPr/>
          </p:nvSpPr>
          <p:spPr bwMode="auto">
            <a:xfrm>
              <a:off x="3019767" y="5358942"/>
              <a:ext cx="206353" cy="123017"/>
            </a:xfrm>
            <a:custGeom>
              <a:avLst/>
              <a:gdLst>
                <a:gd name="T0" fmla="*/ 0 w 156"/>
                <a:gd name="T1" fmla="*/ 0 h 93"/>
                <a:gd name="T2" fmla="*/ 0 w 156"/>
                <a:gd name="T3" fmla="*/ 93 h 93"/>
                <a:gd name="T4" fmla="*/ 156 w 156"/>
                <a:gd name="T5" fmla="*/ 46 h 93"/>
                <a:gd name="T6" fmla="*/ 0 w 156"/>
                <a:gd name="T7" fmla="*/ 0 h 93"/>
              </a:gdLst>
              <a:ahLst/>
              <a:cxnLst>
                <a:cxn ang="0">
                  <a:pos x="T0" y="T1"/>
                </a:cxn>
                <a:cxn ang="0">
                  <a:pos x="T2" y="T3"/>
                </a:cxn>
                <a:cxn ang="0">
                  <a:pos x="T4" y="T5"/>
                </a:cxn>
                <a:cxn ang="0">
                  <a:pos x="T6" y="T7"/>
                </a:cxn>
              </a:cxnLst>
              <a:rect l="0" t="0" r="r" b="b"/>
              <a:pathLst>
                <a:path w="156" h="93">
                  <a:moveTo>
                    <a:pt x="0" y="0"/>
                  </a:moveTo>
                  <a:lnTo>
                    <a:pt x="0" y="93"/>
                  </a:lnTo>
                  <a:lnTo>
                    <a:pt x="156" y="4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5" name="Freeform 115">
              <a:extLst>
                <a:ext uri="{FF2B5EF4-FFF2-40B4-BE49-F238E27FC236}">
                  <a16:creationId xmlns:a16="http://schemas.microsoft.com/office/drawing/2014/main" id="{C80B8459-02B5-406E-8BE4-EE5150C4A296}"/>
                </a:ext>
              </a:extLst>
            </p:cNvPr>
            <p:cNvSpPr/>
            <p:nvPr/>
          </p:nvSpPr>
          <p:spPr bwMode="auto">
            <a:xfrm>
              <a:off x="2182452" y="5358942"/>
              <a:ext cx="206353" cy="123017"/>
            </a:xfrm>
            <a:custGeom>
              <a:avLst/>
              <a:gdLst>
                <a:gd name="T0" fmla="*/ 156 w 156"/>
                <a:gd name="T1" fmla="*/ 0 h 93"/>
                <a:gd name="T2" fmla="*/ 0 w 156"/>
                <a:gd name="T3" fmla="*/ 46 h 93"/>
                <a:gd name="T4" fmla="*/ 156 w 156"/>
                <a:gd name="T5" fmla="*/ 93 h 93"/>
                <a:gd name="T6" fmla="*/ 156 w 156"/>
                <a:gd name="T7" fmla="*/ 0 h 93"/>
              </a:gdLst>
              <a:ahLst/>
              <a:cxnLst>
                <a:cxn ang="0">
                  <a:pos x="T0" y="T1"/>
                </a:cxn>
                <a:cxn ang="0">
                  <a:pos x="T2" y="T3"/>
                </a:cxn>
                <a:cxn ang="0">
                  <a:pos x="T4" y="T5"/>
                </a:cxn>
                <a:cxn ang="0">
                  <a:pos x="T6" y="T7"/>
                </a:cxn>
              </a:cxnLst>
              <a:rect l="0" t="0" r="r" b="b"/>
              <a:pathLst>
                <a:path w="156" h="93">
                  <a:moveTo>
                    <a:pt x="156" y="0"/>
                  </a:moveTo>
                  <a:lnTo>
                    <a:pt x="0" y="46"/>
                  </a:lnTo>
                  <a:lnTo>
                    <a:pt x="156" y="93"/>
                  </a:lnTo>
                  <a:lnTo>
                    <a:pt x="15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6" name="Freeform 117">
              <a:extLst>
                <a:ext uri="{FF2B5EF4-FFF2-40B4-BE49-F238E27FC236}">
                  <a16:creationId xmlns:a16="http://schemas.microsoft.com/office/drawing/2014/main" id="{3C95536D-2148-45FF-9CF9-0E5983768076}"/>
                </a:ext>
              </a:extLst>
            </p:cNvPr>
            <p:cNvSpPr/>
            <p:nvPr/>
          </p:nvSpPr>
          <p:spPr bwMode="auto">
            <a:xfrm>
              <a:off x="3019767" y="1344327"/>
              <a:ext cx="206353" cy="123017"/>
            </a:xfrm>
            <a:custGeom>
              <a:avLst/>
              <a:gdLst>
                <a:gd name="T0" fmla="*/ 0 w 156"/>
                <a:gd name="T1" fmla="*/ 0 h 93"/>
                <a:gd name="T2" fmla="*/ 0 w 156"/>
                <a:gd name="T3" fmla="*/ 93 h 93"/>
                <a:gd name="T4" fmla="*/ 156 w 156"/>
                <a:gd name="T5" fmla="*/ 45 h 93"/>
                <a:gd name="T6" fmla="*/ 0 w 156"/>
                <a:gd name="T7" fmla="*/ 0 h 93"/>
              </a:gdLst>
              <a:ahLst/>
              <a:cxnLst>
                <a:cxn ang="0">
                  <a:pos x="T0" y="T1"/>
                </a:cxn>
                <a:cxn ang="0">
                  <a:pos x="T2" y="T3"/>
                </a:cxn>
                <a:cxn ang="0">
                  <a:pos x="T4" y="T5"/>
                </a:cxn>
                <a:cxn ang="0">
                  <a:pos x="T6" y="T7"/>
                </a:cxn>
              </a:cxnLst>
              <a:rect l="0" t="0" r="r" b="b"/>
              <a:pathLst>
                <a:path w="156" h="93">
                  <a:moveTo>
                    <a:pt x="0" y="0"/>
                  </a:moveTo>
                  <a:lnTo>
                    <a:pt x="0" y="93"/>
                  </a:lnTo>
                  <a:lnTo>
                    <a:pt x="156" y="45"/>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7" name="Freeform 119">
              <a:extLst>
                <a:ext uri="{FF2B5EF4-FFF2-40B4-BE49-F238E27FC236}">
                  <a16:creationId xmlns:a16="http://schemas.microsoft.com/office/drawing/2014/main" id="{88BAF124-7A3F-4DE7-8BB1-2427AE5493A1}"/>
                </a:ext>
              </a:extLst>
            </p:cNvPr>
            <p:cNvSpPr/>
            <p:nvPr/>
          </p:nvSpPr>
          <p:spPr bwMode="auto">
            <a:xfrm>
              <a:off x="2182452" y="1344327"/>
              <a:ext cx="206353" cy="123017"/>
            </a:xfrm>
            <a:custGeom>
              <a:avLst/>
              <a:gdLst>
                <a:gd name="T0" fmla="*/ 156 w 156"/>
                <a:gd name="T1" fmla="*/ 0 h 93"/>
                <a:gd name="T2" fmla="*/ 0 w 156"/>
                <a:gd name="T3" fmla="*/ 45 h 93"/>
                <a:gd name="T4" fmla="*/ 156 w 156"/>
                <a:gd name="T5" fmla="*/ 93 h 93"/>
                <a:gd name="T6" fmla="*/ 156 w 156"/>
                <a:gd name="T7" fmla="*/ 0 h 93"/>
              </a:gdLst>
              <a:ahLst/>
              <a:cxnLst>
                <a:cxn ang="0">
                  <a:pos x="T0" y="T1"/>
                </a:cxn>
                <a:cxn ang="0">
                  <a:pos x="T2" y="T3"/>
                </a:cxn>
                <a:cxn ang="0">
                  <a:pos x="T4" y="T5"/>
                </a:cxn>
                <a:cxn ang="0">
                  <a:pos x="T6" y="T7"/>
                </a:cxn>
              </a:cxnLst>
              <a:rect l="0" t="0" r="r" b="b"/>
              <a:pathLst>
                <a:path w="156" h="93">
                  <a:moveTo>
                    <a:pt x="156" y="0"/>
                  </a:moveTo>
                  <a:lnTo>
                    <a:pt x="0" y="45"/>
                  </a:lnTo>
                  <a:lnTo>
                    <a:pt x="156" y="93"/>
                  </a:lnTo>
                  <a:lnTo>
                    <a:pt x="15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8" name="Freeform 121">
              <a:extLst>
                <a:ext uri="{FF2B5EF4-FFF2-40B4-BE49-F238E27FC236}">
                  <a16:creationId xmlns:a16="http://schemas.microsoft.com/office/drawing/2014/main" id="{87511706-04D7-4D48-B0D1-435348943D16}"/>
                </a:ext>
              </a:extLst>
            </p:cNvPr>
            <p:cNvSpPr/>
            <p:nvPr/>
          </p:nvSpPr>
          <p:spPr bwMode="auto">
            <a:xfrm>
              <a:off x="2388805" y="1063899"/>
              <a:ext cx="630963" cy="5486862"/>
            </a:xfrm>
            <a:custGeom>
              <a:avLst/>
              <a:gdLst>
                <a:gd name="T0" fmla="*/ 0 w 477"/>
                <a:gd name="T1" fmla="*/ 71 h 4148"/>
                <a:gd name="T2" fmla="*/ 238 w 477"/>
                <a:gd name="T3" fmla="*/ 0 h 4148"/>
                <a:gd name="T4" fmla="*/ 477 w 477"/>
                <a:gd name="T5" fmla="*/ 71 h 4148"/>
                <a:gd name="T6" fmla="*/ 477 w 477"/>
                <a:gd name="T7" fmla="*/ 4148 h 4148"/>
                <a:gd name="T8" fmla="*/ 0 w 477"/>
                <a:gd name="T9" fmla="*/ 4148 h 4148"/>
                <a:gd name="T10" fmla="*/ 0 w 477"/>
                <a:gd name="T11" fmla="*/ 71 h 4148"/>
              </a:gdLst>
              <a:ahLst/>
              <a:cxnLst>
                <a:cxn ang="0">
                  <a:pos x="T0" y="T1"/>
                </a:cxn>
                <a:cxn ang="0">
                  <a:pos x="T2" y="T3"/>
                </a:cxn>
                <a:cxn ang="0">
                  <a:pos x="T4" y="T5"/>
                </a:cxn>
                <a:cxn ang="0">
                  <a:pos x="T6" y="T7"/>
                </a:cxn>
                <a:cxn ang="0">
                  <a:pos x="T8" y="T9"/>
                </a:cxn>
                <a:cxn ang="0">
                  <a:pos x="T10" y="T11"/>
                </a:cxn>
              </a:cxnLst>
              <a:rect l="0" t="0" r="r" b="b"/>
              <a:pathLst>
                <a:path w="477" h="4148">
                  <a:moveTo>
                    <a:pt x="0" y="71"/>
                  </a:moveTo>
                  <a:lnTo>
                    <a:pt x="238" y="0"/>
                  </a:lnTo>
                  <a:lnTo>
                    <a:pt x="477" y="71"/>
                  </a:lnTo>
                  <a:lnTo>
                    <a:pt x="477" y="4148"/>
                  </a:lnTo>
                  <a:lnTo>
                    <a:pt x="0" y="4148"/>
                  </a:lnTo>
                  <a:lnTo>
                    <a:pt x="0" y="71"/>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grpSp>
          <p:nvGrpSpPr>
            <p:cNvPr id="59" name="Group 188">
              <a:extLst>
                <a:ext uri="{FF2B5EF4-FFF2-40B4-BE49-F238E27FC236}">
                  <a16:creationId xmlns:a16="http://schemas.microsoft.com/office/drawing/2014/main" id="{5752E205-60A3-42E3-8CE3-655C5A9452F8}"/>
                </a:ext>
              </a:extLst>
            </p:cNvPr>
            <p:cNvGrpSpPr/>
            <p:nvPr/>
          </p:nvGrpSpPr>
          <p:grpSpPr>
            <a:xfrm>
              <a:off x="2388805" y="1063899"/>
              <a:ext cx="630963" cy="5486862"/>
              <a:chOff x="7375525" y="192088"/>
              <a:chExt cx="757238" cy="6584950"/>
            </a:xfrm>
          </p:grpSpPr>
          <p:sp>
            <p:nvSpPr>
              <p:cNvPr id="60" name="Freeform 120">
                <a:extLst>
                  <a:ext uri="{FF2B5EF4-FFF2-40B4-BE49-F238E27FC236}">
                    <a16:creationId xmlns:a16="http://schemas.microsoft.com/office/drawing/2014/main" id="{667539FC-903B-4559-A6B1-E7047E4D308F}"/>
                  </a:ext>
                </a:extLst>
              </p:cNvPr>
              <p:cNvSpPr/>
              <p:nvPr/>
            </p:nvSpPr>
            <p:spPr bwMode="auto">
              <a:xfrm>
                <a:off x="7375525" y="192088"/>
                <a:ext cx="757238" cy="6584950"/>
              </a:xfrm>
              <a:custGeom>
                <a:avLst/>
                <a:gdLst>
                  <a:gd name="T0" fmla="*/ 0 w 477"/>
                  <a:gd name="T1" fmla="*/ 71 h 4148"/>
                  <a:gd name="T2" fmla="*/ 238 w 477"/>
                  <a:gd name="T3" fmla="*/ 0 h 4148"/>
                  <a:gd name="T4" fmla="*/ 477 w 477"/>
                  <a:gd name="T5" fmla="*/ 71 h 4148"/>
                  <a:gd name="T6" fmla="*/ 477 w 477"/>
                  <a:gd name="T7" fmla="*/ 4148 h 4148"/>
                  <a:gd name="T8" fmla="*/ 0 w 477"/>
                  <a:gd name="T9" fmla="*/ 4148 h 4148"/>
                  <a:gd name="T10" fmla="*/ 0 w 477"/>
                  <a:gd name="T11" fmla="*/ 71 h 4148"/>
                </a:gdLst>
                <a:ahLst/>
                <a:cxnLst>
                  <a:cxn ang="0">
                    <a:pos x="T0" y="T1"/>
                  </a:cxn>
                  <a:cxn ang="0">
                    <a:pos x="T2" y="T3"/>
                  </a:cxn>
                  <a:cxn ang="0">
                    <a:pos x="T4" y="T5"/>
                  </a:cxn>
                  <a:cxn ang="0">
                    <a:pos x="T6" y="T7"/>
                  </a:cxn>
                  <a:cxn ang="0">
                    <a:pos x="T8" y="T9"/>
                  </a:cxn>
                  <a:cxn ang="0">
                    <a:pos x="T10" y="T11"/>
                  </a:cxn>
                </a:cxnLst>
                <a:rect l="0" t="0" r="r" b="b"/>
                <a:pathLst>
                  <a:path w="477" h="4148">
                    <a:moveTo>
                      <a:pt x="0" y="71"/>
                    </a:moveTo>
                    <a:lnTo>
                      <a:pt x="238" y="0"/>
                    </a:lnTo>
                    <a:lnTo>
                      <a:pt x="477" y="71"/>
                    </a:lnTo>
                    <a:lnTo>
                      <a:pt x="477" y="4148"/>
                    </a:lnTo>
                    <a:lnTo>
                      <a:pt x="0" y="4148"/>
                    </a:lnTo>
                    <a:lnTo>
                      <a:pt x="0" y="71"/>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61" name="Freeform 122">
                <a:extLst>
                  <a:ext uri="{FF2B5EF4-FFF2-40B4-BE49-F238E27FC236}">
                    <a16:creationId xmlns:a16="http://schemas.microsoft.com/office/drawing/2014/main" id="{6231AA7A-F4E4-4752-9425-D54AF8E17316}"/>
                  </a:ext>
                </a:extLst>
              </p:cNvPr>
              <p:cNvSpPr>
                <a:spLocks noEditPoints="1"/>
              </p:cNvSpPr>
              <p:nvPr/>
            </p:nvSpPr>
            <p:spPr bwMode="auto">
              <a:xfrm>
                <a:off x="7375525" y="192088"/>
                <a:ext cx="377825" cy="6584950"/>
              </a:xfrm>
              <a:custGeom>
                <a:avLst/>
                <a:gdLst>
                  <a:gd name="T0" fmla="*/ 0 w 238"/>
                  <a:gd name="T1" fmla="*/ 3867 h 4148"/>
                  <a:gd name="T2" fmla="*/ 0 w 238"/>
                  <a:gd name="T3" fmla="*/ 4148 h 4148"/>
                  <a:gd name="T4" fmla="*/ 238 w 238"/>
                  <a:gd name="T5" fmla="*/ 4148 h 4148"/>
                  <a:gd name="T6" fmla="*/ 238 w 238"/>
                  <a:gd name="T7" fmla="*/ 3937 h 4148"/>
                  <a:gd name="T8" fmla="*/ 0 w 238"/>
                  <a:gd name="T9" fmla="*/ 3867 h 4148"/>
                  <a:gd name="T10" fmla="*/ 0 w 238"/>
                  <a:gd name="T11" fmla="*/ 3107 h 4148"/>
                  <a:gd name="T12" fmla="*/ 0 w 238"/>
                  <a:gd name="T13" fmla="*/ 3340 h 4148"/>
                  <a:gd name="T14" fmla="*/ 238 w 238"/>
                  <a:gd name="T15" fmla="*/ 3410 h 4148"/>
                  <a:gd name="T16" fmla="*/ 238 w 238"/>
                  <a:gd name="T17" fmla="*/ 3178 h 4148"/>
                  <a:gd name="T18" fmla="*/ 0 w 238"/>
                  <a:gd name="T19" fmla="*/ 3107 h 4148"/>
                  <a:gd name="T20" fmla="*/ 0 w 238"/>
                  <a:gd name="T21" fmla="*/ 2348 h 4148"/>
                  <a:gd name="T22" fmla="*/ 0 w 238"/>
                  <a:gd name="T23" fmla="*/ 2581 h 4148"/>
                  <a:gd name="T24" fmla="*/ 238 w 238"/>
                  <a:gd name="T25" fmla="*/ 2651 h 4148"/>
                  <a:gd name="T26" fmla="*/ 238 w 238"/>
                  <a:gd name="T27" fmla="*/ 2419 h 4148"/>
                  <a:gd name="T28" fmla="*/ 0 w 238"/>
                  <a:gd name="T29" fmla="*/ 2348 h 4148"/>
                  <a:gd name="T30" fmla="*/ 0 w 238"/>
                  <a:gd name="T31" fmla="*/ 1590 h 4148"/>
                  <a:gd name="T32" fmla="*/ 0 w 238"/>
                  <a:gd name="T33" fmla="*/ 1821 h 4148"/>
                  <a:gd name="T34" fmla="*/ 238 w 238"/>
                  <a:gd name="T35" fmla="*/ 1892 h 4148"/>
                  <a:gd name="T36" fmla="*/ 238 w 238"/>
                  <a:gd name="T37" fmla="*/ 1661 h 4148"/>
                  <a:gd name="T38" fmla="*/ 0 w 238"/>
                  <a:gd name="T39" fmla="*/ 1590 h 4148"/>
                  <a:gd name="T40" fmla="*/ 0 w 238"/>
                  <a:gd name="T41" fmla="*/ 831 h 4148"/>
                  <a:gd name="T42" fmla="*/ 0 w 238"/>
                  <a:gd name="T43" fmla="*/ 1064 h 4148"/>
                  <a:gd name="T44" fmla="*/ 238 w 238"/>
                  <a:gd name="T45" fmla="*/ 1134 h 4148"/>
                  <a:gd name="T46" fmla="*/ 238 w 238"/>
                  <a:gd name="T47" fmla="*/ 902 h 4148"/>
                  <a:gd name="T48" fmla="*/ 0 w 238"/>
                  <a:gd name="T49" fmla="*/ 831 h 4148"/>
                  <a:gd name="T50" fmla="*/ 238 w 238"/>
                  <a:gd name="T51" fmla="*/ 0 h 4148"/>
                  <a:gd name="T52" fmla="*/ 0 w 238"/>
                  <a:gd name="T53" fmla="*/ 71 h 4148"/>
                  <a:gd name="T54" fmla="*/ 0 w 238"/>
                  <a:gd name="T55" fmla="*/ 305 h 4148"/>
                  <a:gd name="T56" fmla="*/ 238 w 238"/>
                  <a:gd name="T57" fmla="*/ 375 h 4148"/>
                  <a:gd name="T58" fmla="*/ 238 w 238"/>
                  <a:gd name="T59" fmla="*/ 0 h 4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38" h="4148">
                    <a:moveTo>
                      <a:pt x="0" y="3867"/>
                    </a:moveTo>
                    <a:lnTo>
                      <a:pt x="0" y="4148"/>
                    </a:lnTo>
                    <a:lnTo>
                      <a:pt x="238" y="4148"/>
                    </a:lnTo>
                    <a:lnTo>
                      <a:pt x="238" y="3937"/>
                    </a:lnTo>
                    <a:lnTo>
                      <a:pt x="0" y="3867"/>
                    </a:lnTo>
                    <a:close/>
                    <a:moveTo>
                      <a:pt x="0" y="3107"/>
                    </a:moveTo>
                    <a:lnTo>
                      <a:pt x="0" y="3340"/>
                    </a:lnTo>
                    <a:lnTo>
                      <a:pt x="238" y="3410"/>
                    </a:lnTo>
                    <a:lnTo>
                      <a:pt x="238" y="3178"/>
                    </a:lnTo>
                    <a:lnTo>
                      <a:pt x="0" y="3107"/>
                    </a:lnTo>
                    <a:close/>
                    <a:moveTo>
                      <a:pt x="0" y="2348"/>
                    </a:moveTo>
                    <a:lnTo>
                      <a:pt x="0" y="2581"/>
                    </a:lnTo>
                    <a:lnTo>
                      <a:pt x="238" y="2651"/>
                    </a:lnTo>
                    <a:lnTo>
                      <a:pt x="238" y="2419"/>
                    </a:lnTo>
                    <a:lnTo>
                      <a:pt x="0" y="2348"/>
                    </a:lnTo>
                    <a:close/>
                    <a:moveTo>
                      <a:pt x="0" y="1590"/>
                    </a:moveTo>
                    <a:lnTo>
                      <a:pt x="0" y="1821"/>
                    </a:lnTo>
                    <a:lnTo>
                      <a:pt x="238" y="1892"/>
                    </a:lnTo>
                    <a:lnTo>
                      <a:pt x="238" y="1661"/>
                    </a:lnTo>
                    <a:lnTo>
                      <a:pt x="0" y="1590"/>
                    </a:lnTo>
                    <a:close/>
                    <a:moveTo>
                      <a:pt x="0" y="831"/>
                    </a:moveTo>
                    <a:lnTo>
                      <a:pt x="0" y="1064"/>
                    </a:lnTo>
                    <a:lnTo>
                      <a:pt x="238" y="1134"/>
                    </a:lnTo>
                    <a:lnTo>
                      <a:pt x="238" y="902"/>
                    </a:lnTo>
                    <a:lnTo>
                      <a:pt x="0" y="831"/>
                    </a:lnTo>
                    <a:close/>
                    <a:moveTo>
                      <a:pt x="238" y="0"/>
                    </a:moveTo>
                    <a:lnTo>
                      <a:pt x="0" y="71"/>
                    </a:lnTo>
                    <a:lnTo>
                      <a:pt x="0" y="305"/>
                    </a:lnTo>
                    <a:lnTo>
                      <a:pt x="238" y="375"/>
                    </a:lnTo>
                    <a:lnTo>
                      <a:pt x="238" y="0"/>
                    </a:lnTo>
                    <a:close/>
                  </a:path>
                </a:pathLst>
              </a:custGeom>
              <a:solidFill>
                <a:schemeClr val="tx1">
                  <a:lumMod val="10000"/>
                  <a:lumOff val="90000"/>
                </a:schemeClr>
              </a:solidFill>
              <a:ln>
                <a:noFill/>
              </a:ln>
            </p:spPr>
            <p:txBody>
              <a:bodyPr vert="horz" wrap="square" lIns="91440" tIns="45720" rIns="91440" bIns="45720" numCol="1" anchor="t" anchorCtr="0" compatLnSpc="1"/>
              <a:lstStyle/>
              <a:p>
                <a:endParaRPr lang="en-US"/>
              </a:p>
            </p:txBody>
          </p:sp>
        </p:grpSp>
        <p:sp>
          <p:nvSpPr>
            <p:cNvPr id="62" name="Freeform 123">
              <a:extLst>
                <a:ext uri="{FF2B5EF4-FFF2-40B4-BE49-F238E27FC236}">
                  <a16:creationId xmlns:a16="http://schemas.microsoft.com/office/drawing/2014/main" id="{E79D6666-90A8-4FB5-B034-D7CB17B6096A}"/>
                </a:ext>
              </a:extLst>
            </p:cNvPr>
            <p:cNvSpPr>
              <a:spLocks noEditPoints="1"/>
            </p:cNvSpPr>
            <p:nvPr/>
          </p:nvSpPr>
          <p:spPr bwMode="auto">
            <a:xfrm>
              <a:off x="2388805" y="1063899"/>
              <a:ext cx="314820" cy="5486862"/>
            </a:xfrm>
            <a:custGeom>
              <a:avLst/>
              <a:gdLst>
                <a:gd name="T0" fmla="*/ 0 w 238"/>
                <a:gd name="T1" fmla="*/ 3867 h 4148"/>
                <a:gd name="T2" fmla="*/ 0 w 238"/>
                <a:gd name="T3" fmla="*/ 4148 h 4148"/>
                <a:gd name="T4" fmla="*/ 238 w 238"/>
                <a:gd name="T5" fmla="*/ 4148 h 4148"/>
                <a:gd name="T6" fmla="*/ 238 w 238"/>
                <a:gd name="T7" fmla="*/ 3937 h 4148"/>
                <a:gd name="T8" fmla="*/ 0 w 238"/>
                <a:gd name="T9" fmla="*/ 3867 h 4148"/>
                <a:gd name="T10" fmla="*/ 0 w 238"/>
                <a:gd name="T11" fmla="*/ 3107 h 4148"/>
                <a:gd name="T12" fmla="*/ 0 w 238"/>
                <a:gd name="T13" fmla="*/ 3340 h 4148"/>
                <a:gd name="T14" fmla="*/ 238 w 238"/>
                <a:gd name="T15" fmla="*/ 3410 h 4148"/>
                <a:gd name="T16" fmla="*/ 238 w 238"/>
                <a:gd name="T17" fmla="*/ 3178 h 4148"/>
                <a:gd name="T18" fmla="*/ 0 w 238"/>
                <a:gd name="T19" fmla="*/ 3107 h 4148"/>
                <a:gd name="T20" fmla="*/ 0 w 238"/>
                <a:gd name="T21" fmla="*/ 2348 h 4148"/>
                <a:gd name="T22" fmla="*/ 0 w 238"/>
                <a:gd name="T23" fmla="*/ 2581 h 4148"/>
                <a:gd name="T24" fmla="*/ 238 w 238"/>
                <a:gd name="T25" fmla="*/ 2651 h 4148"/>
                <a:gd name="T26" fmla="*/ 238 w 238"/>
                <a:gd name="T27" fmla="*/ 2419 h 4148"/>
                <a:gd name="T28" fmla="*/ 0 w 238"/>
                <a:gd name="T29" fmla="*/ 2348 h 4148"/>
                <a:gd name="T30" fmla="*/ 0 w 238"/>
                <a:gd name="T31" fmla="*/ 1590 h 4148"/>
                <a:gd name="T32" fmla="*/ 0 w 238"/>
                <a:gd name="T33" fmla="*/ 1821 h 4148"/>
                <a:gd name="T34" fmla="*/ 238 w 238"/>
                <a:gd name="T35" fmla="*/ 1892 h 4148"/>
                <a:gd name="T36" fmla="*/ 238 w 238"/>
                <a:gd name="T37" fmla="*/ 1661 h 4148"/>
                <a:gd name="T38" fmla="*/ 0 w 238"/>
                <a:gd name="T39" fmla="*/ 1590 h 4148"/>
                <a:gd name="T40" fmla="*/ 0 w 238"/>
                <a:gd name="T41" fmla="*/ 831 h 4148"/>
                <a:gd name="T42" fmla="*/ 0 w 238"/>
                <a:gd name="T43" fmla="*/ 1064 h 4148"/>
                <a:gd name="T44" fmla="*/ 238 w 238"/>
                <a:gd name="T45" fmla="*/ 1134 h 4148"/>
                <a:gd name="T46" fmla="*/ 238 w 238"/>
                <a:gd name="T47" fmla="*/ 902 h 4148"/>
                <a:gd name="T48" fmla="*/ 0 w 238"/>
                <a:gd name="T49" fmla="*/ 831 h 4148"/>
                <a:gd name="T50" fmla="*/ 238 w 238"/>
                <a:gd name="T51" fmla="*/ 0 h 4148"/>
                <a:gd name="T52" fmla="*/ 0 w 238"/>
                <a:gd name="T53" fmla="*/ 71 h 4148"/>
                <a:gd name="T54" fmla="*/ 0 w 238"/>
                <a:gd name="T55" fmla="*/ 305 h 4148"/>
                <a:gd name="T56" fmla="*/ 238 w 238"/>
                <a:gd name="T57" fmla="*/ 375 h 4148"/>
                <a:gd name="T58" fmla="*/ 238 w 238"/>
                <a:gd name="T59" fmla="*/ 0 h 4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38" h="4148">
                  <a:moveTo>
                    <a:pt x="0" y="3867"/>
                  </a:moveTo>
                  <a:lnTo>
                    <a:pt x="0" y="4148"/>
                  </a:lnTo>
                  <a:lnTo>
                    <a:pt x="238" y="4148"/>
                  </a:lnTo>
                  <a:lnTo>
                    <a:pt x="238" y="3937"/>
                  </a:lnTo>
                  <a:lnTo>
                    <a:pt x="0" y="3867"/>
                  </a:lnTo>
                  <a:moveTo>
                    <a:pt x="0" y="3107"/>
                  </a:moveTo>
                  <a:lnTo>
                    <a:pt x="0" y="3340"/>
                  </a:lnTo>
                  <a:lnTo>
                    <a:pt x="238" y="3410"/>
                  </a:lnTo>
                  <a:lnTo>
                    <a:pt x="238" y="3178"/>
                  </a:lnTo>
                  <a:lnTo>
                    <a:pt x="0" y="3107"/>
                  </a:lnTo>
                  <a:moveTo>
                    <a:pt x="0" y="2348"/>
                  </a:moveTo>
                  <a:lnTo>
                    <a:pt x="0" y="2581"/>
                  </a:lnTo>
                  <a:lnTo>
                    <a:pt x="238" y="2651"/>
                  </a:lnTo>
                  <a:lnTo>
                    <a:pt x="238" y="2419"/>
                  </a:lnTo>
                  <a:lnTo>
                    <a:pt x="0" y="2348"/>
                  </a:lnTo>
                  <a:moveTo>
                    <a:pt x="0" y="1590"/>
                  </a:moveTo>
                  <a:lnTo>
                    <a:pt x="0" y="1821"/>
                  </a:lnTo>
                  <a:lnTo>
                    <a:pt x="238" y="1892"/>
                  </a:lnTo>
                  <a:lnTo>
                    <a:pt x="238" y="1661"/>
                  </a:lnTo>
                  <a:lnTo>
                    <a:pt x="0" y="1590"/>
                  </a:lnTo>
                  <a:moveTo>
                    <a:pt x="0" y="831"/>
                  </a:moveTo>
                  <a:lnTo>
                    <a:pt x="0" y="1064"/>
                  </a:lnTo>
                  <a:lnTo>
                    <a:pt x="238" y="1134"/>
                  </a:lnTo>
                  <a:lnTo>
                    <a:pt x="238" y="902"/>
                  </a:lnTo>
                  <a:lnTo>
                    <a:pt x="0" y="831"/>
                  </a:lnTo>
                  <a:moveTo>
                    <a:pt x="238" y="0"/>
                  </a:moveTo>
                  <a:lnTo>
                    <a:pt x="0" y="71"/>
                  </a:lnTo>
                  <a:lnTo>
                    <a:pt x="0" y="305"/>
                  </a:lnTo>
                  <a:lnTo>
                    <a:pt x="238" y="375"/>
                  </a:lnTo>
                  <a:lnTo>
                    <a:pt x="23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3" name="Freeform 125">
              <a:extLst>
                <a:ext uri="{FF2B5EF4-FFF2-40B4-BE49-F238E27FC236}">
                  <a16:creationId xmlns:a16="http://schemas.microsoft.com/office/drawing/2014/main" id="{E1967E04-ED05-4C55-9240-FBB3F0233429}"/>
                </a:ext>
              </a:extLst>
            </p:cNvPr>
            <p:cNvSpPr/>
            <p:nvPr/>
          </p:nvSpPr>
          <p:spPr bwMode="auto">
            <a:xfrm>
              <a:off x="2182452" y="1403851"/>
              <a:ext cx="1043668" cy="853188"/>
            </a:xfrm>
            <a:custGeom>
              <a:avLst/>
              <a:gdLst>
                <a:gd name="T0" fmla="*/ 0 w 789"/>
                <a:gd name="T1" fmla="*/ 527 h 645"/>
                <a:gd name="T2" fmla="*/ 394 w 789"/>
                <a:gd name="T3" fmla="*/ 645 h 645"/>
                <a:gd name="T4" fmla="*/ 789 w 789"/>
                <a:gd name="T5" fmla="*/ 527 h 645"/>
                <a:gd name="T6" fmla="*/ 789 w 789"/>
                <a:gd name="T7" fmla="*/ 0 h 645"/>
                <a:gd name="T8" fmla="*/ 394 w 789"/>
                <a:gd name="T9" fmla="*/ 118 h 645"/>
                <a:gd name="T10" fmla="*/ 0 w 789"/>
                <a:gd name="T11" fmla="*/ 0 h 645"/>
                <a:gd name="T12" fmla="*/ 0 w 789"/>
                <a:gd name="T13" fmla="*/ 527 h 645"/>
              </a:gdLst>
              <a:ahLst/>
              <a:cxnLst>
                <a:cxn ang="0">
                  <a:pos x="T0" y="T1"/>
                </a:cxn>
                <a:cxn ang="0">
                  <a:pos x="T2" y="T3"/>
                </a:cxn>
                <a:cxn ang="0">
                  <a:pos x="T4" y="T5"/>
                </a:cxn>
                <a:cxn ang="0">
                  <a:pos x="T6" y="T7"/>
                </a:cxn>
                <a:cxn ang="0">
                  <a:pos x="T8" y="T9"/>
                </a:cxn>
                <a:cxn ang="0">
                  <a:pos x="T10" y="T11"/>
                </a:cxn>
                <a:cxn ang="0">
                  <a:pos x="T12" y="T13"/>
                </a:cxn>
              </a:cxnLst>
              <a:rect l="0" t="0" r="r" b="b"/>
              <a:pathLst>
                <a:path w="789" h="645">
                  <a:moveTo>
                    <a:pt x="0" y="527"/>
                  </a:moveTo>
                  <a:lnTo>
                    <a:pt x="394" y="645"/>
                  </a:lnTo>
                  <a:lnTo>
                    <a:pt x="789" y="527"/>
                  </a:lnTo>
                  <a:lnTo>
                    <a:pt x="789" y="0"/>
                  </a:lnTo>
                  <a:lnTo>
                    <a:pt x="394" y="118"/>
                  </a:lnTo>
                  <a:lnTo>
                    <a:pt x="0" y="0"/>
                  </a:lnTo>
                  <a:lnTo>
                    <a:pt x="0" y="52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4" name="Freeform 127">
              <a:extLst>
                <a:ext uri="{FF2B5EF4-FFF2-40B4-BE49-F238E27FC236}">
                  <a16:creationId xmlns:a16="http://schemas.microsoft.com/office/drawing/2014/main" id="{9527553D-A31F-49BC-B4FB-E2E2773E971A}"/>
                </a:ext>
              </a:extLst>
            </p:cNvPr>
            <p:cNvSpPr/>
            <p:nvPr/>
          </p:nvSpPr>
          <p:spPr bwMode="auto">
            <a:xfrm>
              <a:off x="2182452" y="1403851"/>
              <a:ext cx="521172" cy="853188"/>
            </a:xfrm>
            <a:custGeom>
              <a:avLst/>
              <a:gdLst>
                <a:gd name="T0" fmla="*/ 0 w 394"/>
                <a:gd name="T1" fmla="*/ 0 h 645"/>
                <a:gd name="T2" fmla="*/ 0 w 394"/>
                <a:gd name="T3" fmla="*/ 527 h 645"/>
                <a:gd name="T4" fmla="*/ 394 w 394"/>
                <a:gd name="T5" fmla="*/ 645 h 645"/>
                <a:gd name="T6" fmla="*/ 394 w 394"/>
                <a:gd name="T7" fmla="*/ 118 h 645"/>
                <a:gd name="T8" fmla="*/ 156 w 394"/>
                <a:gd name="T9" fmla="*/ 48 h 645"/>
                <a:gd name="T10" fmla="*/ 0 w 394"/>
                <a:gd name="T11" fmla="*/ 0 h 645"/>
              </a:gdLst>
              <a:ahLst/>
              <a:cxnLst>
                <a:cxn ang="0">
                  <a:pos x="T0" y="T1"/>
                </a:cxn>
                <a:cxn ang="0">
                  <a:pos x="T2" y="T3"/>
                </a:cxn>
                <a:cxn ang="0">
                  <a:pos x="T4" y="T5"/>
                </a:cxn>
                <a:cxn ang="0">
                  <a:pos x="T6" y="T7"/>
                </a:cxn>
                <a:cxn ang="0">
                  <a:pos x="T8" y="T9"/>
                </a:cxn>
                <a:cxn ang="0">
                  <a:pos x="T10" y="T11"/>
                </a:cxn>
              </a:cxnLst>
              <a:rect l="0" t="0" r="r" b="b"/>
              <a:pathLst>
                <a:path w="394" h="645">
                  <a:moveTo>
                    <a:pt x="0" y="0"/>
                  </a:moveTo>
                  <a:lnTo>
                    <a:pt x="0" y="527"/>
                  </a:lnTo>
                  <a:lnTo>
                    <a:pt x="394" y="645"/>
                  </a:lnTo>
                  <a:lnTo>
                    <a:pt x="394" y="118"/>
                  </a:lnTo>
                  <a:lnTo>
                    <a:pt x="156" y="48"/>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5" name="Freeform 129">
              <a:extLst>
                <a:ext uri="{FF2B5EF4-FFF2-40B4-BE49-F238E27FC236}">
                  <a16:creationId xmlns:a16="http://schemas.microsoft.com/office/drawing/2014/main" id="{1027B389-C872-4D06-88DF-8BB798C4D3E9}"/>
                </a:ext>
              </a:extLst>
            </p:cNvPr>
            <p:cNvSpPr/>
            <p:nvPr/>
          </p:nvSpPr>
          <p:spPr bwMode="auto">
            <a:xfrm>
              <a:off x="2182452" y="2409159"/>
              <a:ext cx="1043668" cy="851866"/>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6" name="Freeform 131">
              <a:extLst>
                <a:ext uri="{FF2B5EF4-FFF2-40B4-BE49-F238E27FC236}">
                  <a16:creationId xmlns:a16="http://schemas.microsoft.com/office/drawing/2014/main" id="{807ECFCE-AFEC-4FA4-886E-E07BAB7D189F}"/>
                </a:ext>
              </a:extLst>
            </p:cNvPr>
            <p:cNvSpPr/>
            <p:nvPr/>
          </p:nvSpPr>
          <p:spPr bwMode="auto">
            <a:xfrm>
              <a:off x="2182452" y="2409159"/>
              <a:ext cx="521172" cy="851866"/>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7" name="Freeform 133">
              <a:extLst>
                <a:ext uri="{FF2B5EF4-FFF2-40B4-BE49-F238E27FC236}">
                  <a16:creationId xmlns:a16="http://schemas.microsoft.com/office/drawing/2014/main" id="{C8EA501A-3797-4D4A-AB11-A7F1C628E45F}"/>
                </a:ext>
              </a:extLst>
            </p:cNvPr>
            <p:cNvSpPr/>
            <p:nvPr/>
          </p:nvSpPr>
          <p:spPr bwMode="auto">
            <a:xfrm>
              <a:off x="2182452" y="3413144"/>
              <a:ext cx="1043668" cy="850543"/>
            </a:xfrm>
            <a:custGeom>
              <a:avLst/>
              <a:gdLst>
                <a:gd name="T0" fmla="*/ 0 w 789"/>
                <a:gd name="T1" fmla="*/ 527 h 643"/>
                <a:gd name="T2" fmla="*/ 394 w 789"/>
                <a:gd name="T3" fmla="*/ 643 h 643"/>
                <a:gd name="T4" fmla="*/ 789 w 789"/>
                <a:gd name="T5" fmla="*/ 527 h 643"/>
                <a:gd name="T6" fmla="*/ 789 w 789"/>
                <a:gd name="T7" fmla="*/ 0 h 643"/>
                <a:gd name="T8" fmla="*/ 394 w 789"/>
                <a:gd name="T9" fmla="*/ 116 h 643"/>
                <a:gd name="T10" fmla="*/ 0 w 789"/>
                <a:gd name="T11" fmla="*/ 0 h 643"/>
                <a:gd name="T12" fmla="*/ 0 w 789"/>
                <a:gd name="T13" fmla="*/ 527 h 643"/>
              </a:gdLst>
              <a:ahLst/>
              <a:cxnLst>
                <a:cxn ang="0">
                  <a:pos x="T0" y="T1"/>
                </a:cxn>
                <a:cxn ang="0">
                  <a:pos x="T2" y="T3"/>
                </a:cxn>
                <a:cxn ang="0">
                  <a:pos x="T4" y="T5"/>
                </a:cxn>
                <a:cxn ang="0">
                  <a:pos x="T6" y="T7"/>
                </a:cxn>
                <a:cxn ang="0">
                  <a:pos x="T8" y="T9"/>
                </a:cxn>
                <a:cxn ang="0">
                  <a:pos x="T10" y="T11"/>
                </a:cxn>
                <a:cxn ang="0">
                  <a:pos x="T12" y="T13"/>
                </a:cxn>
              </a:cxnLst>
              <a:rect l="0" t="0" r="r" b="b"/>
              <a:pathLst>
                <a:path w="789" h="643">
                  <a:moveTo>
                    <a:pt x="0" y="527"/>
                  </a:moveTo>
                  <a:lnTo>
                    <a:pt x="394" y="643"/>
                  </a:lnTo>
                  <a:lnTo>
                    <a:pt x="789" y="527"/>
                  </a:lnTo>
                  <a:lnTo>
                    <a:pt x="789" y="0"/>
                  </a:lnTo>
                  <a:lnTo>
                    <a:pt x="394" y="116"/>
                  </a:lnTo>
                  <a:lnTo>
                    <a:pt x="0" y="0"/>
                  </a:lnTo>
                  <a:lnTo>
                    <a:pt x="0" y="52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8" name="Freeform 135">
              <a:extLst>
                <a:ext uri="{FF2B5EF4-FFF2-40B4-BE49-F238E27FC236}">
                  <a16:creationId xmlns:a16="http://schemas.microsoft.com/office/drawing/2014/main" id="{DF35E948-A27A-4936-81A9-7828077160F7}"/>
                </a:ext>
              </a:extLst>
            </p:cNvPr>
            <p:cNvSpPr/>
            <p:nvPr/>
          </p:nvSpPr>
          <p:spPr bwMode="auto">
            <a:xfrm>
              <a:off x="2182452" y="3413144"/>
              <a:ext cx="521172" cy="850543"/>
            </a:xfrm>
            <a:custGeom>
              <a:avLst/>
              <a:gdLst>
                <a:gd name="T0" fmla="*/ 0 w 394"/>
                <a:gd name="T1" fmla="*/ 0 h 643"/>
                <a:gd name="T2" fmla="*/ 0 w 394"/>
                <a:gd name="T3" fmla="*/ 527 h 643"/>
                <a:gd name="T4" fmla="*/ 394 w 394"/>
                <a:gd name="T5" fmla="*/ 643 h 643"/>
                <a:gd name="T6" fmla="*/ 394 w 394"/>
                <a:gd name="T7" fmla="*/ 116 h 643"/>
                <a:gd name="T8" fmla="*/ 156 w 394"/>
                <a:gd name="T9" fmla="*/ 45 h 643"/>
                <a:gd name="T10" fmla="*/ 0 w 394"/>
                <a:gd name="T11" fmla="*/ 0 h 643"/>
              </a:gdLst>
              <a:ahLst/>
              <a:cxnLst>
                <a:cxn ang="0">
                  <a:pos x="T0" y="T1"/>
                </a:cxn>
                <a:cxn ang="0">
                  <a:pos x="T2" y="T3"/>
                </a:cxn>
                <a:cxn ang="0">
                  <a:pos x="T4" y="T5"/>
                </a:cxn>
                <a:cxn ang="0">
                  <a:pos x="T6" y="T7"/>
                </a:cxn>
                <a:cxn ang="0">
                  <a:pos x="T8" y="T9"/>
                </a:cxn>
                <a:cxn ang="0">
                  <a:pos x="T10" y="T11"/>
                </a:cxn>
              </a:cxnLst>
              <a:rect l="0" t="0" r="r" b="b"/>
              <a:pathLst>
                <a:path w="394" h="643">
                  <a:moveTo>
                    <a:pt x="0" y="0"/>
                  </a:moveTo>
                  <a:lnTo>
                    <a:pt x="0" y="527"/>
                  </a:lnTo>
                  <a:lnTo>
                    <a:pt x="394" y="643"/>
                  </a:lnTo>
                  <a:lnTo>
                    <a:pt x="394" y="116"/>
                  </a:lnTo>
                  <a:lnTo>
                    <a:pt x="156" y="45"/>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9" name="Freeform 137">
              <a:extLst>
                <a:ext uri="{FF2B5EF4-FFF2-40B4-BE49-F238E27FC236}">
                  <a16:creationId xmlns:a16="http://schemas.microsoft.com/office/drawing/2014/main" id="{E5BFF86C-7C35-4E28-BEF0-CBC480744F67}"/>
                </a:ext>
              </a:extLst>
            </p:cNvPr>
            <p:cNvSpPr/>
            <p:nvPr/>
          </p:nvSpPr>
          <p:spPr bwMode="auto">
            <a:xfrm>
              <a:off x="2182452" y="4415806"/>
              <a:ext cx="1043668" cy="851866"/>
            </a:xfrm>
            <a:custGeom>
              <a:avLst/>
              <a:gdLst>
                <a:gd name="T0" fmla="*/ 0 w 789"/>
                <a:gd name="T1" fmla="*/ 528 h 644"/>
                <a:gd name="T2" fmla="*/ 394 w 789"/>
                <a:gd name="T3" fmla="*/ 644 h 644"/>
                <a:gd name="T4" fmla="*/ 789 w 789"/>
                <a:gd name="T5" fmla="*/ 528 h 644"/>
                <a:gd name="T6" fmla="*/ 789 w 789"/>
                <a:gd name="T7" fmla="*/ 0 h 644"/>
                <a:gd name="T8" fmla="*/ 394 w 789"/>
                <a:gd name="T9" fmla="*/ 117 h 644"/>
                <a:gd name="T10" fmla="*/ 0 w 789"/>
                <a:gd name="T11" fmla="*/ 0 h 644"/>
                <a:gd name="T12" fmla="*/ 0 w 789"/>
                <a:gd name="T13" fmla="*/ 528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8"/>
                  </a:moveTo>
                  <a:lnTo>
                    <a:pt x="394" y="644"/>
                  </a:lnTo>
                  <a:lnTo>
                    <a:pt x="789" y="528"/>
                  </a:lnTo>
                  <a:lnTo>
                    <a:pt x="789" y="0"/>
                  </a:lnTo>
                  <a:lnTo>
                    <a:pt x="394" y="117"/>
                  </a:lnTo>
                  <a:lnTo>
                    <a:pt x="0" y="0"/>
                  </a:lnTo>
                  <a:lnTo>
                    <a:pt x="0" y="52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0" name="Freeform 139">
              <a:extLst>
                <a:ext uri="{FF2B5EF4-FFF2-40B4-BE49-F238E27FC236}">
                  <a16:creationId xmlns:a16="http://schemas.microsoft.com/office/drawing/2014/main" id="{A406058B-266F-4842-B05E-8BB40BC95273}"/>
                </a:ext>
              </a:extLst>
            </p:cNvPr>
            <p:cNvSpPr/>
            <p:nvPr/>
          </p:nvSpPr>
          <p:spPr bwMode="auto">
            <a:xfrm>
              <a:off x="2182452" y="4415806"/>
              <a:ext cx="521172" cy="851866"/>
            </a:xfrm>
            <a:custGeom>
              <a:avLst/>
              <a:gdLst>
                <a:gd name="T0" fmla="*/ 0 w 394"/>
                <a:gd name="T1" fmla="*/ 0 h 644"/>
                <a:gd name="T2" fmla="*/ 0 w 394"/>
                <a:gd name="T3" fmla="*/ 528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8"/>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1" name="Freeform 141">
              <a:extLst>
                <a:ext uri="{FF2B5EF4-FFF2-40B4-BE49-F238E27FC236}">
                  <a16:creationId xmlns:a16="http://schemas.microsoft.com/office/drawing/2014/main" id="{B2BA9EA0-1393-40E2-A407-63B3B3D935EE}"/>
                </a:ext>
              </a:extLst>
            </p:cNvPr>
            <p:cNvSpPr/>
            <p:nvPr/>
          </p:nvSpPr>
          <p:spPr bwMode="auto">
            <a:xfrm>
              <a:off x="2182452" y="5419790"/>
              <a:ext cx="1043668" cy="851866"/>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2" name="Freeform 143">
              <a:extLst>
                <a:ext uri="{FF2B5EF4-FFF2-40B4-BE49-F238E27FC236}">
                  <a16:creationId xmlns:a16="http://schemas.microsoft.com/office/drawing/2014/main" id="{5458FC17-DDDA-4B1D-8C2A-C0A2855AFD76}"/>
                </a:ext>
              </a:extLst>
            </p:cNvPr>
            <p:cNvSpPr/>
            <p:nvPr/>
          </p:nvSpPr>
          <p:spPr bwMode="auto">
            <a:xfrm>
              <a:off x="2182452" y="5419790"/>
              <a:ext cx="521172" cy="851866"/>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grpSp>
          <p:nvGrpSpPr>
            <p:cNvPr id="73" name="Group 12">
              <a:extLst>
                <a:ext uri="{FF2B5EF4-FFF2-40B4-BE49-F238E27FC236}">
                  <a16:creationId xmlns:a16="http://schemas.microsoft.com/office/drawing/2014/main" id="{14857116-6306-446F-B3A9-4C123D39DBB2}"/>
                </a:ext>
              </a:extLst>
            </p:cNvPr>
            <p:cNvGrpSpPr/>
            <p:nvPr/>
          </p:nvGrpSpPr>
          <p:grpSpPr>
            <a:xfrm>
              <a:off x="2022851" y="1403851"/>
              <a:ext cx="1203269" cy="853188"/>
              <a:chOff x="3998796" y="1758980"/>
              <a:chExt cx="1203269" cy="853188"/>
            </a:xfrm>
          </p:grpSpPr>
          <p:grpSp>
            <p:nvGrpSpPr>
              <p:cNvPr id="74" name="Group 195">
                <a:extLst>
                  <a:ext uri="{FF2B5EF4-FFF2-40B4-BE49-F238E27FC236}">
                    <a16:creationId xmlns:a16="http://schemas.microsoft.com/office/drawing/2014/main" id="{1D1CD53C-AF8A-4CB7-8090-AF9A624FBFBE}"/>
                  </a:ext>
                </a:extLst>
              </p:cNvPr>
              <p:cNvGrpSpPr/>
              <p:nvPr/>
            </p:nvGrpSpPr>
            <p:grpSpPr>
              <a:xfrm>
                <a:off x="4158397" y="1758980"/>
                <a:ext cx="1043668" cy="853188"/>
                <a:chOff x="7127875" y="600075"/>
                <a:chExt cx="1252538" cy="1023937"/>
              </a:xfrm>
            </p:grpSpPr>
            <p:sp>
              <p:nvSpPr>
                <p:cNvPr id="76" name="Freeform 124">
                  <a:extLst>
                    <a:ext uri="{FF2B5EF4-FFF2-40B4-BE49-F238E27FC236}">
                      <a16:creationId xmlns:a16="http://schemas.microsoft.com/office/drawing/2014/main" id="{776A9FD6-63BF-42C9-95A6-58F96B41320C}"/>
                    </a:ext>
                  </a:extLst>
                </p:cNvPr>
                <p:cNvSpPr/>
                <p:nvPr/>
              </p:nvSpPr>
              <p:spPr bwMode="auto">
                <a:xfrm>
                  <a:off x="7127875" y="600075"/>
                  <a:ext cx="1252538" cy="1023937"/>
                </a:xfrm>
                <a:custGeom>
                  <a:avLst/>
                  <a:gdLst>
                    <a:gd name="T0" fmla="*/ 0 w 789"/>
                    <a:gd name="T1" fmla="*/ 527 h 645"/>
                    <a:gd name="T2" fmla="*/ 394 w 789"/>
                    <a:gd name="T3" fmla="*/ 645 h 645"/>
                    <a:gd name="T4" fmla="*/ 789 w 789"/>
                    <a:gd name="T5" fmla="*/ 527 h 645"/>
                    <a:gd name="T6" fmla="*/ 789 w 789"/>
                    <a:gd name="T7" fmla="*/ 0 h 645"/>
                    <a:gd name="T8" fmla="*/ 394 w 789"/>
                    <a:gd name="T9" fmla="*/ 118 h 645"/>
                    <a:gd name="T10" fmla="*/ 0 w 789"/>
                    <a:gd name="T11" fmla="*/ 0 h 645"/>
                    <a:gd name="T12" fmla="*/ 0 w 789"/>
                    <a:gd name="T13" fmla="*/ 527 h 645"/>
                  </a:gdLst>
                  <a:ahLst/>
                  <a:cxnLst>
                    <a:cxn ang="0">
                      <a:pos x="T0" y="T1"/>
                    </a:cxn>
                    <a:cxn ang="0">
                      <a:pos x="T2" y="T3"/>
                    </a:cxn>
                    <a:cxn ang="0">
                      <a:pos x="T4" y="T5"/>
                    </a:cxn>
                    <a:cxn ang="0">
                      <a:pos x="T6" y="T7"/>
                    </a:cxn>
                    <a:cxn ang="0">
                      <a:pos x="T8" y="T9"/>
                    </a:cxn>
                    <a:cxn ang="0">
                      <a:pos x="T10" y="T11"/>
                    </a:cxn>
                    <a:cxn ang="0">
                      <a:pos x="T12" y="T13"/>
                    </a:cxn>
                  </a:cxnLst>
                  <a:rect l="0" t="0" r="r" b="b"/>
                  <a:pathLst>
                    <a:path w="789" h="645">
                      <a:moveTo>
                        <a:pt x="0" y="527"/>
                      </a:moveTo>
                      <a:lnTo>
                        <a:pt x="394" y="645"/>
                      </a:lnTo>
                      <a:lnTo>
                        <a:pt x="789" y="527"/>
                      </a:lnTo>
                      <a:lnTo>
                        <a:pt x="789" y="0"/>
                      </a:lnTo>
                      <a:lnTo>
                        <a:pt x="394" y="118"/>
                      </a:lnTo>
                      <a:lnTo>
                        <a:pt x="0" y="0"/>
                      </a:lnTo>
                      <a:lnTo>
                        <a:pt x="0" y="527"/>
                      </a:lnTo>
                      <a:close/>
                    </a:path>
                  </a:pathLst>
                </a:custGeom>
                <a:solidFill>
                  <a:schemeClr val="accent1">
                    <a:lumMod val="75000"/>
                  </a:schemeClr>
                </a:solidFill>
                <a:ln>
                  <a:noFill/>
                </a:ln>
              </p:spPr>
              <p:txBody>
                <a:bodyPr vert="horz" wrap="square" lIns="91440" tIns="45720" rIns="91440" bIns="45720" numCol="1" anchor="t" anchorCtr="0" compatLnSpc="1"/>
                <a:lstStyle/>
                <a:p>
                  <a:endParaRPr lang="en-US"/>
                </a:p>
              </p:txBody>
            </p:sp>
            <p:sp>
              <p:nvSpPr>
                <p:cNvPr id="77" name="Freeform 126">
                  <a:extLst>
                    <a:ext uri="{FF2B5EF4-FFF2-40B4-BE49-F238E27FC236}">
                      <a16:creationId xmlns:a16="http://schemas.microsoft.com/office/drawing/2014/main" id="{A13C5D19-DF5B-47CB-9458-89C90529E47D}"/>
                    </a:ext>
                  </a:extLst>
                </p:cNvPr>
                <p:cNvSpPr/>
                <p:nvPr/>
              </p:nvSpPr>
              <p:spPr bwMode="auto">
                <a:xfrm>
                  <a:off x="7127875" y="600075"/>
                  <a:ext cx="625475" cy="1023937"/>
                </a:xfrm>
                <a:custGeom>
                  <a:avLst/>
                  <a:gdLst>
                    <a:gd name="T0" fmla="*/ 0 w 394"/>
                    <a:gd name="T1" fmla="*/ 0 h 645"/>
                    <a:gd name="T2" fmla="*/ 0 w 394"/>
                    <a:gd name="T3" fmla="*/ 527 h 645"/>
                    <a:gd name="T4" fmla="*/ 394 w 394"/>
                    <a:gd name="T5" fmla="*/ 645 h 645"/>
                    <a:gd name="T6" fmla="*/ 394 w 394"/>
                    <a:gd name="T7" fmla="*/ 118 h 645"/>
                    <a:gd name="T8" fmla="*/ 156 w 394"/>
                    <a:gd name="T9" fmla="*/ 48 h 645"/>
                    <a:gd name="T10" fmla="*/ 0 w 394"/>
                    <a:gd name="T11" fmla="*/ 0 h 645"/>
                  </a:gdLst>
                  <a:ahLst/>
                  <a:cxnLst>
                    <a:cxn ang="0">
                      <a:pos x="T0" y="T1"/>
                    </a:cxn>
                    <a:cxn ang="0">
                      <a:pos x="T2" y="T3"/>
                    </a:cxn>
                    <a:cxn ang="0">
                      <a:pos x="T4" y="T5"/>
                    </a:cxn>
                    <a:cxn ang="0">
                      <a:pos x="T6" y="T7"/>
                    </a:cxn>
                    <a:cxn ang="0">
                      <a:pos x="T8" y="T9"/>
                    </a:cxn>
                    <a:cxn ang="0">
                      <a:pos x="T10" y="T11"/>
                    </a:cxn>
                  </a:cxnLst>
                  <a:rect l="0" t="0" r="r" b="b"/>
                  <a:pathLst>
                    <a:path w="394" h="645">
                      <a:moveTo>
                        <a:pt x="0" y="0"/>
                      </a:moveTo>
                      <a:lnTo>
                        <a:pt x="0" y="527"/>
                      </a:lnTo>
                      <a:lnTo>
                        <a:pt x="394" y="645"/>
                      </a:lnTo>
                      <a:lnTo>
                        <a:pt x="394" y="118"/>
                      </a:lnTo>
                      <a:lnTo>
                        <a:pt x="156" y="48"/>
                      </a:lnTo>
                      <a:lnTo>
                        <a:pt x="0" y="0"/>
                      </a:lnTo>
                      <a:close/>
                    </a:path>
                  </a:pathLst>
                </a:custGeom>
                <a:solidFill>
                  <a:schemeClr val="accent1"/>
                </a:solidFill>
                <a:ln>
                  <a:noFill/>
                </a:ln>
              </p:spPr>
              <p:txBody>
                <a:bodyPr vert="horz" wrap="square" lIns="91440" tIns="45720" rIns="91440" bIns="45720" numCol="1" anchor="t" anchorCtr="0" compatLnSpc="1"/>
                <a:lstStyle/>
                <a:p>
                  <a:endParaRPr lang="en-US"/>
                </a:p>
              </p:txBody>
            </p:sp>
          </p:grpSp>
          <p:sp>
            <p:nvSpPr>
              <p:cNvPr id="75" name="Inhaltsplatzhalter 4">
                <a:extLst>
                  <a:ext uri="{FF2B5EF4-FFF2-40B4-BE49-F238E27FC236}">
                    <a16:creationId xmlns:a16="http://schemas.microsoft.com/office/drawing/2014/main" id="{4485DBD2-C527-4588-A048-269E88C7F12D}"/>
                  </a:ext>
                </a:extLst>
              </p:cNvPr>
              <p:cNvSpPr txBox="1"/>
              <p:nvPr/>
            </p:nvSpPr>
            <p:spPr>
              <a:xfrm>
                <a:off x="3998796" y="1945713"/>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01</a:t>
                </a:r>
                <a:endParaRPr lang="en-US" sz="2400" dirty="0">
                  <a:latin typeface="+mn-lt"/>
                </a:endParaRPr>
              </a:p>
            </p:txBody>
          </p:sp>
        </p:grpSp>
        <p:grpSp>
          <p:nvGrpSpPr>
            <p:cNvPr id="78" name="Group 13">
              <a:extLst>
                <a:ext uri="{FF2B5EF4-FFF2-40B4-BE49-F238E27FC236}">
                  <a16:creationId xmlns:a16="http://schemas.microsoft.com/office/drawing/2014/main" id="{108C9176-78CD-4C7B-B701-FA09E800E34B}"/>
                </a:ext>
              </a:extLst>
            </p:cNvPr>
            <p:cNvGrpSpPr/>
            <p:nvPr/>
          </p:nvGrpSpPr>
          <p:grpSpPr>
            <a:xfrm>
              <a:off x="2003801" y="2409159"/>
              <a:ext cx="1222319" cy="851866"/>
              <a:chOff x="3979746" y="2764288"/>
              <a:chExt cx="1222319" cy="851866"/>
            </a:xfrm>
          </p:grpSpPr>
          <p:grpSp>
            <p:nvGrpSpPr>
              <p:cNvPr id="79" name="Group 193">
                <a:extLst>
                  <a:ext uri="{FF2B5EF4-FFF2-40B4-BE49-F238E27FC236}">
                    <a16:creationId xmlns:a16="http://schemas.microsoft.com/office/drawing/2014/main" id="{F4DC6535-D24C-4787-9A51-4227A838A191}"/>
                  </a:ext>
                </a:extLst>
              </p:cNvPr>
              <p:cNvGrpSpPr/>
              <p:nvPr/>
            </p:nvGrpSpPr>
            <p:grpSpPr>
              <a:xfrm>
                <a:off x="4158397" y="2764288"/>
                <a:ext cx="1043668" cy="851866"/>
                <a:chOff x="7127875" y="1806575"/>
                <a:chExt cx="1252538" cy="1022350"/>
              </a:xfrm>
            </p:grpSpPr>
            <p:sp>
              <p:nvSpPr>
                <p:cNvPr id="81" name="Freeform 128">
                  <a:extLst>
                    <a:ext uri="{FF2B5EF4-FFF2-40B4-BE49-F238E27FC236}">
                      <a16:creationId xmlns:a16="http://schemas.microsoft.com/office/drawing/2014/main" id="{C6EDDF6E-4095-4C62-B25C-C58ACB72C797}"/>
                    </a:ext>
                  </a:extLst>
                </p:cNvPr>
                <p:cNvSpPr/>
                <p:nvPr/>
              </p:nvSpPr>
              <p:spPr bwMode="auto">
                <a:xfrm>
                  <a:off x="7127875" y="1806575"/>
                  <a:ext cx="1252538" cy="1022350"/>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close/>
                    </a:path>
                  </a:pathLst>
                </a:custGeom>
                <a:solidFill>
                  <a:schemeClr val="accent2">
                    <a:lumMod val="75000"/>
                  </a:schemeClr>
                </a:solidFill>
                <a:ln>
                  <a:noFill/>
                </a:ln>
              </p:spPr>
              <p:txBody>
                <a:bodyPr vert="horz" wrap="square" lIns="91440" tIns="45720" rIns="91440" bIns="45720" numCol="1" anchor="t" anchorCtr="0" compatLnSpc="1"/>
                <a:lstStyle/>
                <a:p>
                  <a:endParaRPr lang="en-US"/>
                </a:p>
              </p:txBody>
            </p:sp>
            <p:sp>
              <p:nvSpPr>
                <p:cNvPr id="82" name="Freeform 130">
                  <a:extLst>
                    <a:ext uri="{FF2B5EF4-FFF2-40B4-BE49-F238E27FC236}">
                      <a16:creationId xmlns:a16="http://schemas.microsoft.com/office/drawing/2014/main" id="{DE79EBE5-F5A5-45EB-8F73-20BC3FE8C72D}"/>
                    </a:ext>
                  </a:extLst>
                </p:cNvPr>
                <p:cNvSpPr/>
                <p:nvPr/>
              </p:nvSpPr>
              <p:spPr bwMode="auto">
                <a:xfrm>
                  <a:off x="7127875" y="1806575"/>
                  <a:ext cx="625475" cy="1022350"/>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close/>
                    </a:path>
                  </a:pathLst>
                </a:custGeom>
                <a:solidFill>
                  <a:schemeClr val="accent2"/>
                </a:solidFill>
                <a:ln>
                  <a:noFill/>
                </a:ln>
              </p:spPr>
              <p:txBody>
                <a:bodyPr vert="horz" wrap="square" lIns="91440" tIns="45720" rIns="91440" bIns="45720" numCol="1" anchor="t" anchorCtr="0" compatLnSpc="1"/>
                <a:lstStyle/>
                <a:p>
                  <a:endParaRPr lang="en-US"/>
                </a:p>
              </p:txBody>
            </p:sp>
          </p:grpSp>
          <p:sp>
            <p:nvSpPr>
              <p:cNvPr id="80" name="Inhaltsplatzhalter 4">
                <a:extLst>
                  <a:ext uri="{FF2B5EF4-FFF2-40B4-BE49-F238E27FC236}">
                    <a16:creationId xmlns:a16="http://schemas.microsoft.com/office/drawing/2014/main" id="{33EB0B0B-F1A1-4BF2-91B7-2937AA4A6BBE}"/>
                  </a:ext>
                </a:extLst>
              </p:cNvPr>
              <p:cNvSpPr txBox="1"/>
              <p:nvPr/>
            </p:nvSpPr>
            <p:spPr>
              <a:xfrm>
                <a:off x="3979746" y="2957772"/>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02</a:t>
                </a:r>
                <a:endParaRPr lang="en-US" sz="2400" dirty="0">
                  <a:latin typeface="+mn-lt"/>
                </a:endParaRPr>
              </a:p>
            </p:txBody>
          </p:sp>
        </p:grpSp>
        <p:grpSp>
          <p:nvGrpSpPr>
            <p:cNvPr id="83" name="Group 14">
              <a:extLst>
                <a:ext uri="{FF2B5EF4-FFF2-40B4-BE49-F238E27FC236}">
                  <a16:creationId xmlns:a16="http://schemas.microsoft.com/office/drawing/2014/main" id="{56CA6995-C898-4303-A46A-01D2D82FF5B1}"/>
                </a:ext>
              </a:extLst>
            </p:cNvPr>
            <p:cNvGrpSpPr/>
            <p:nvPr/>
          </p:nvGrpSpPr>
          <p:grpSpPr>
            <a:xfrm>
              <a:off x="2003801" y="3413144"/>
              <a:ext cx="1222319" cy="850543"/>
              <a:chOff x="3979746" y="3768273"/>
              <a:chExt cx="1222319" cy="850543"/>
            </a:xfrm>
          </p:grpSpPr>
          <p:grpSp>
            <p:nvGrpSpPr>
              <p:cNvPr id="84" name="Group 192">
                <a:extLst>
                  <a:ext uri="{FF2B5EF4-FFF2-40B4-BE49-F238E27FC236}">
                    <a16:creationId xmlns:a16="http://schemas.microsoft.com/office/drawing/2014/main" id="{AE8BA7CD-AFE0-4948-AB13-5569B2CCBAAA}"/>
                  </a:ext>
                </a:extLst>
              </p:cNvPr>
              <p:cNvGrpSpPr/>
              <p:nvPr/>
            </p:nvGrpSpPr>
            <p:grpSpPr>
              <a:xfrm>
                <a:off x="4158397" y="3768273"/>
                <a:ext cx="1043668" cy="850543"/>
                <a:chOff x="7127875" y="3011488"/>
                <a:chExt cx="1252538" cy="1020762"/>
              </a:xfrm>
            </p:grpSpPr>
            <p:sp>
              <p:nvSpPr>
                <p:cNvPr id="86" name="Freeform 132">
                  <a:extLst>
                    <a:ext uri="{FF2B5EF4-FFF2-40B4-BE49-F238E27FC236}">
                      <a16:creationId xmlns:a16="http://schemas.microsoft.com/office/drawing/2014/main" id="{0A40A8FB-2340-4479-9EAB-56BB28AF1EDA}"/>
                    </a:ext>
                  </a:extLst>
                </p:cNvPr>
                <p:cNvSpPr/>
                <p:nvPr/>
              </p:nvSpPr>
              <p:spPr bwMode="auto">
                <a:xfrm>
                  <a:off x="7127875" y="3011488"/>
                  <a:ext cx="1252538" cy="1020762"/>
                </a:xfrm>
                <a:custGeom>
                  <a:avLst/>
                  <a:gdLst>
                    <a:gd name="T0" fmla="*/ 0 w 789"/>
                    <a:gd name="T1" fmla="*/ 527 h 643"/>
                    <a:gd name="T2" fmla="*/ 394 w 789"/>
                    <a:gd name="T3" fmla="*/ 643 h 643"/>
                    <a:gd name="T4" fmla="*/ 789 w 789"/>
                    <a:gd name="T5" fmla="*/ 527 h 643"/>
                    <a:gd name="T6" fmla="*/ 789 w 789"/>
                    <a:gd name="T7" fmla="*/ 0 h 643"/>
                    <a:gd name="T8" fmla="*/ 394 w 789"/>
                    <a:gd name="T9" fmla="*/ 116 h 643"/>
                    <a:gd name="T10" fmla="*/ 0 w 789"/>
                    <a:gd name="T11" fmla="*/ 0 h 643"/>
                    <a:gd name="T12" fmla="*/ 0 w 789"/>
                    <a:gd name="T13" fmla="*/ 527 h 643"/>
                  </a:gdLst>
                  <a:ahLst/>
                  <a:cxnLst>
                    <a:cxn ang="0">
                      <a:pos x="T0" y="T1"/>
                    </a:cxn>
                    <a:cxn ang="0">
                      <a:pos x="T2" y="T3"/>
                    </a:cxn>
                    <a:cxn ang="0">
                      <a:pos x="T4" y="T5"/>
                    </a:cxn>
                    <a:cxn ang="0">
                      <a:pos x="T6" y="T7"/>
                    </a:cxn>
                    <a:cxn ang="0">
                      <a:pos x="T8" y="T9"/>
                    </a:cxn>
                    <a:cxn ang="0">
                      <a:pos x="T10" y="T11"/>
                    </a:cxn>
                    <a:cxn ang="0">
                      <a:pos x="T12" y="T13"/>
                    </a:cxn>
                  </a:cxnLst>
                  <a:rect l="0" t="0" r="r" b="b"/>
                  <a:pathLst>
                    <a:path w="789" h="643">
                      <a:moveTo>
                        <a:pt x="0" y="527"/>
                      </a:moveTo>
                      <a:lnTo>
                        <a:pt x="394" y="643"/>
                      </a:lnTo>
                      <a:lnTo>
                        <a:pt x="789" y="527"/>
                      </a:lnTo>
                      <a:lnTo>
                        <a:pt x="789" y="0"/>
                      </a:lnTo>
                      <a:lnTo>
                        <a:pt x="394" y="116"/>
                      </a:lnTo>
                      <a:lnTo>
                        <a:pt x="0" y="0"/>
                      </a:lnTo>
                      <a:lnTo>
                        <a:pt x="0" y="527"/>
                      </a:lnTo>
                      <a:close/>
                    </a:path>
                  </a:pathLst>
                </a:custGeom>
                <a:solidFill>
                  <a:schemeClr val="accent3">
                    <a:lumMod val="75000"/>
                  </a:schemeClr>
                </a:solidFill>
                <a:ln>
                  <a:noFill/>
                </a:ln>
              </p:spPr>
              <p:txBody>
                <a:bodyPr vert="horz" wrap="square" lIns="91440" tIns="45720" rIns="91440" bIns="45720" numCol="1" anchor="t" anchorCtr="0" compatLnSpc="1"/>
                <a:lstStyle/>
                <a:p>
                  <a:endParaRPr lang="en-US"/>
                </a:p>
              </p:txBody>
            </p:sp>
            <p:sp>
              <p:nvSpPr>
                <p:cNvPr id="87" name="Freeform 134">
                  <a:extLst>
                    <a:ext uri="{FF2B5EF4-FFF2-40B4-BE49-F238E27FC236}">
                      <a16:creationId xmlns:a16="http://schemas.microsoft.com/office/drawing/2014/main" id="{573BD37F-1FE5-4E50-ACBF-24ACB095E26B}"/>
                    </a:ext>
                  </a:extLst>
                </p:cNvPr>
                <p:cNvSpPr/>
                <p:nvPr/>
              </p:nvSpPr>
              <p:spPr bwMode="auto">
                <a:xfrm>
                  <a:off x="7127875" y="3011488"/>
                  <a:ext cx="625475" cy="1020762"/>
                </a:xfrm>
                <a:custGeom>
                  <a:avLst/>
                  <a:gdLst>
                    <a:gd name="T0" fmla="*/ 0 w 394"/>
                    <a:gd name="T1" fmla="*/ 0 h 643"/>
                    <a:gd name="T2" fmla="*/ 0 w 394"/>
                    <a:gd name="T3" fmla="*/ 527 h 643"/>
                    <a:gd name="T4" fmla="*/ 394 w 394"/>
                    <a:gd name="T5" fmla="*/ 643 h 643"/>
                    <a:gd name="T6" fmla="*/ 394 w 394"/>
                    <a:gd name="T7" fmla="*/ 116 h 643"/>
                    <a:gd name="T8" fmla="*/ 156 w 394"/>
                    <a:gd name="T9" fmla="*/ 45 h 643"/>
                    <a:gd name="T10" fmla="*/ 0 w 394"/>
                    <a:gd name="T11" fmla="*/ 0 h 643"/>
                  </a:gdLst>
                  <a:ahLst/>
                  <a:cxnLst>
                    <a:cxn ang="0">
                      <a:pos x="T0" y="T1"/>
                    </a:cxn>
                    <a:cxn ang="0">
                      <a:pos x="T2" y="T3"/>
                    </a:cxn>
                    <a:cxn ang="0">
                      <a:pos x="T4" y="T5"/>
                    </a:cxn>
                    <a:cxn ang="0">
                      <a:pos x="T6" y="T7"/>
                    </a:cxn>
                    <a:cxn ang="0">
                      <a:pos x="T8" y="T9"/>
                    </a:cxn>
                    <a:cxn ang="0">
                      <a:pos x="T10" y="T11"/>
                    </a:cxn>
                  </a:cxnLst>
                  <a:rect l="0" t="0" r="r" b="b"/>
                  <a:pathLst>
                    <a:path w="394" h="643">
                      <a:moveTo>
                        <a:pt x="0" y="0"/>
                      </a:moveTo>
                      <a:lnTo>
                        <a:pt x="0" y="527"/>
                      </a:lnTo>
                      <a:lnTo>
                        <a:pt x="394" y="643"/>
                      </a:lnTo>
                      <a:lnTo>
                        <a:pt x="394" y="116"/>
                      </a:lnTo>
                      <a:lnTo>
                        <a:pt x="156" y="45"/>
                      </a:lnTo>
                      <a:lnTo>
                        <a:pt x="0" y="0"/>
                      </a:lnTo>
                      <a:close/>
                    </a:path>
                  </a:pathLst>
                </a:custGeom>
                <a:solidFill>
                  <a:schemeClr val="accent3"/>
                </a:solidFill>
                <a:ln>
                  <a:noFill/>
                </a:ln>
              </p:spPr>
              <p:txBody>
                <a:bodyPr vert="horz" wrap="square" lIns="91440" tIns="45720" rIns="91440" bIns="45720" numCol="1" anchor="t" anchorCtr="0" compatLnSpc="1"/>
                <a:lstStyle/>
                <a:p>
                  <a:endParaRPr lang="en-US"/>
                </a:p>
              </p:txBody>
            </p:sp>
          </p:grpSp>
          <p:sp>
            <p:nvSpPr>
              <p:cNvPr id="85" name="Inhaltsplatzhalter 4">
                <a:extLst>
                  <a:ext uri="{FF2B5EF4-FFF2-40B4-BE49-F238E27FC236}">
                    <a16:creationId xmlns:a16="http://schemas.microsoft.com/office/drawing/2014/main" id="{B7494CB1-8FB6-4E8E-B3E6-DEDC139BE987}"/>
                  </a:ext>
                </a:extLst>
              </p:cNvPr>
              <p:cNvSpPr txBox="1"/>
              <p:nvPr/>
            </p:nvSpPr>
            <p:spPr>
              <a:xfrm>
                <a:off x="3979746" y="3948073"/>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03</a:t>
                </a:r>
                <a:endParaRPr lang="en-US" sz="2400" dirty="0">
                  <a:latin typeface="+mn-lt"/>
                </a:endParaRPr>
              </a:p>
            </p:txBody>
          </p:sp>
        </p:grpSp>
        <p:grpSp>
          <p:nvGrpSpPr>
            <p:cNvPr id="88" name="Group 15">
              <a:extLst>
                <a:ext uri="{FF2B5EF4-FFF2-40B4-BE49-F238E27FC236}">
                  <a16:creationId xmlns:a16="http://schemas.microsoft.com/office/drawing/2014/main" id="{A057901E-0C68-4C3E-A536-077EA8C3B8A3}"/>
                </a:ext>
              </a:extLst>
            </p:cNvPr>
            <p:cNvGrpSpPr/>
            <p:nvPr/>
          </p:nvGrpSpPr>
          <p:grpSpPr>
            <a:xfrm>
              <a:off x="2003801" y="4415806"/>
              <a:ext cx="1222319" cy="851866"/>
              <a:chOff x="3979746" y="4770935"/>
              <a:chExt cx="1222319" cy="851866"/>
            </a:xfrm>
          </p:grpSpPr>
          <p:grpSp>
            <p:nvGrpSpPr>
              <p:cNvPr id="89" name="Group 191">
                <a:extLst>
                  <a:ext uri="{FF2B5EF4-FFF2-40B4-BE49-F238E27FC236}">
                    <a16:creationId xmlns:a16="http://schemas.microsoft.com/office/drawing/2014/main" id="{D1272FCD-3B6B-4A7F-A001-6EA5704A7CAB}"/>
                  </a:ext>
                </a:extLst>
              </p:cNvPr>
              <p:cNvGrpSpPr/>
              <p:nvPr/>
            </p:nvGrpSpPr>
            <p:grpSpPr>
              <a:xfrm>
                <a:off x="4158397" y="4770935"/>
                <a:ext cx="1043668" cy="851866"/>
                <a:chOff x="7127875" y="4214813"/>
                <a:chExt cx="1252538" cy="1022350"/>
              </a:xfrm>
            </p:grpSpPr>
            <p:sp>
              <p:nvSpPr>
                <p:cNvPr id="91" name="Freeform 136">
                  <a:extLst>
                    <a:ext uri="{FF2B5EF4-FFF2-40B4-BE49-F238E27FC236}">
                      <a16:creationId xmlns:a16="http://schemas.microsoft.com/office/drawing/2014/main" id="{8F177221-10DB-4D9B-B371-C97A8B9FF493}"/>
                    </a:ext>
                  </a:extLst>
                </p:cNvPr>
                <p:cNvSpPr/>
                <p:nvPr/>
              </p:nvSpPr>
              <p:spPr bwMode="auto">
                <a:xfrm>
                  <a:off x="7127875" y="4214813"/>
                  <a:ext cx="1252538" cy="1022350"/>
                </a:xfrm>
                <a:custGeom>
                  <a:avLst/>
                  <a:gdLst>
                    <a:gd name="T0" fmla="*/ 0 w 789"/>
                    <a:gd name="T1" fmla="*/ 528 h 644"/>
                    <a:gd name="T2" fmla="*/ 394 w 789"/>
                    <a:gd name="T3" fmla="*/ 644 h 644"/>
                    <a:gd name="T4" fmla="*/ 789 w 789"/>
                    <a:gd name="T5" fmla="*/ 528 h 644"/>
                    <a:gd name="T6" fmla="*/ 789 w 789"/>
                    <a:gd name="T7" fmla="*/ 0 h 644"/>
                    <a:gd name="T8" fmla="*/ 394 w 789"/>
                    <a:gd name="T9" fmla="*/ 117 h 644"/>
                    <a:gd name="T10" fmla="*/ 0 w 789"/>
                    <a:gd name="T11" fmla="*/ 0 h 644"/>
                    <a:gd name="T12" fmla="*/ 0 w 789"/>
                    <a:gd name="T13" fmla="*/ 528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8"/>
                      </a:moveTo>
                      <a:lnTo>
                        <a:pt x="394" y="644"/>
                      </a:lnTo>
                      <a:lnTo>
                        <a:pt x="789" y="528"/>
                      </a:lnTo>
                      <a:lnTo>
                        <a:pt x="789" y="0"/>
                      </a:lnTo>
                      <a:lnTo>
                        <a:pt x="394" y="117"/>
                      </a:lnTo>
                      <a:lnTo>
                        <a:pt x="0" y="0"/>
                      </a:lnTo>
                      <a:lnTo>
                        <a:pt x="0" y="528"/>
                      </a:lnTo>
                      <a:close/>
                    </a:path>
                  </a:pathLst>
                </a:custGeom>
                <a:solidFill>
                  <a:schemeClr val="accent4">
                    <a:lumMod val="75000"/>
                  </a:schemeClr>
                </a:solidFill>
                <a:ln>
                  <a:noFill/>
                </a:ln>
              </p:spPr>
              <p:txBody>
                <a:bodyPr vert="horz" wrap="square" lIns="91440" tIns="45720" rIns="91440" bIns="45720" numCol="1" anchor="t" anchorCtr="0" compatLnSpc="1"/>
                <a:lstStyle/>
                <a:p>
                  <a:endParaRPr lang="en-US"/>
                </a:p>
              </p:txBody>
            </p:sp>
            <p:sp>
              <p:nvSpPr>
                <p:cNvPr id="92" name="Freeform 138">
                  <a:extLst>
                    <a:ext uri="{FF2B5EF4-FFF2-40B4-BE49-F238E27FC236}">
                      <a16:creationId xmlns:a16="http://schemas.microsoft.com/office/drawing/2014/main" id="{7BD01C54-ABD3-4734-A88B-9A1E758F39B0}"/>
                    </a:ext>
                  </a:extLst>
                </p:cNvPr>
                <p:cNvSpPr/>
                <p:nvPr/>
              </p:nvSpPr>
              <p:spPr bwMode="auto">
                <a:xfrm>
                  <a:off x="7127875" y="4214813"/>
                  <a:ext cx="625475" cy="1022350"/>
                </a:xfrm>
                <a:custGeom>
                  <a:avLst/>
                  <a:gdLst>
                    <a:gd name="T0" fmla="*/ 0 w 394"/>
                    <a:gd name="T1" fmla="*/ 0 h 644"/>
                    <a:gd name="T2" fmla="*/ 0 w 394"/>
                    <a:gd name="T3" fmla="*/ 528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8"/>
                      </a:lnTo>
                      <a:lnTo>
                        <a:pt x="394" y="644"/>
                      </a:lnTo>
                      <a:lnTo>
                        <a:pt x="394" y="117"/>
                      </a:lnTo>
                      <a:lnTo>
                        <a:pt x="156" y="47"/>
                      </a:lnTo>
                      <a:lnTo>
                        <a:pt x="0" y="0"/>
                      </a:lnTo>
                      <a:close/>
                    </a:path>
                  </a:pathLst>
                </a:custGeom>
                <a:solidFill>
                  <a:schemeClr val="accent4"/>
                </a:solidFill>
                <a:ln>
                  <a:noFill/>
                </a:ln>
              </p:spPr>
              <p:txBody>
                <a:bodyPr vert="horz" wrap="square" lIns="91440" tIns="45720" rIns="91440" bIns="45720" numCol="1" anchor="t" anchorCtr="0" compatLnSpc="1"/>
                <a:lstStyle/>
                <a:p>
                  <a:endParaRPr lang="en-US"/>
                </a:p>
              </p:txBody>
            </p:sp>
          </p:grpSp>
          <p:sp>
            <p:nvSpPr>
              <p:cNvPr id="90" name="Inhaltsplatzhalter 4">
                <a:extLst>
                  <a:ext uri="{FF2B5EF4-FFF2-40B4-BE49-F238E27FC236}">
                    <a16:creationId xmlns:a16="http://schemas.microsoft.com/office/drawing/2014/main" id="{0A3012D7-3839-4794-AA08-87B1C4D898D5}"/>
                  </a:ext>
                </a:extLst>
              </p:cNvPr>
              <p:cNvSpPr txBox="1"/>
              <p:nvPr/>
            </p:nvSpPr>
            <p:spPr>
              <a:xfrm>
                <a:off x="3979746" y="4973082"/>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04</a:t>
                </a:r>
                <a:endParaRPr lang="en-US" sz="2400" dirty="0">
                  <a:latin typeface="+mn-lt"/>
                </a:endParaRPr>
              </a:p>
            </p:txBody>
          </p:sp>
        </p:grpSp>
        <p:grpSp>
          <p:nvGrpSpPr>
            <p:cNvPr id="93" name="Group 16">
              <a:extLst>
                <a:ext uri="{FF2B5EF4-FFF2-40B4-BE49-F238E27FC236}">
                  <a16:creationId xmlns:a16="http://schemas.microsoft.com/office/drawing/2014/main" id="{9EEE8480-F25F-4D51-ACEA-15F1DC3F8D85}"/>
                </a:ext>
              </a:extLst>
            </p:cNvPr>
            <p:cNvGrpSpPr/>
            <p:nvPr/>
          </p:nvGrpSpPr>
          <p:grpSpPr>
            <a:xfrm>
              <a:off x="2003801" y="5419790"/>
              <a:ext cx="1222319" cy="851866"/>
              <a:chOff x="3979746" y="5774919"/>
              <a:chExt cx="1222319" cy="851866"/>
            </a:xfrm>
          </p:grpSpPr>
          <p:grpSp>
            <p:nvGrpSpPr>
              <p:cNvPr id="94" name="Group 190">
                <a:extLst>
                  <a:ext uri="{FF2B5EF4-FFF2-40B4-BE49-F238E27FC236}">
                    <a16:creationId xmlns:a16="http://schemas.microsoft.com/office/drawing/2014/main" id="{DD08C9B1-CC15-4931-B659-E3BC79888F0E}"/>
                  </a:ext>
                </a:extLst>
              </p:cNvPr>
              <p:cNvGrpSpPr/>
              <p:nvPr/>
            </p:nvGrpSpPr>
            <p:grpSpPr>
              <a:xfrm>
                <a:off x="4158397" y="5774919"/>
                <a:ext cx="1043668" cy="851866"/>
                <a:chOff x="7127875" y="5419725"/>
                <a:chExt cx="1252538" cy="1022350"/>
              </a:xfrm>
            </p:grpSpPr>
            <p:sp>
              <p:nvSpPr>
                <p:cNvPr id="96" name="Freeform 140">
                  <a:extLst>
                    <a:ext uri="{FF2B5EF4-FFF2-40B4-BE49-F238E27FC236}">
                      <a16:creationId xmlns:a16="http://schemas.microsoft.com/office/drawing/2014/main" id="{126C9BD4-B1EF-497E-A247-F759AC8BB2B0}"/>
                    </a:ext>
                  </a:extLst>
                </p:cNvPr>
                <p:cNvSpPr/>
                <p:nvPr/>
              </p:nvSpPr>
              <p:spPr bwMode="auto">
                <a:xfrm>
                  <a:off x="7127875" y="5419725"/>
                  <a:ext cx="1252538" cy="1022350"/>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close/>
                    </a:path>
                  </a:pathLst>
                </a:custGeom>
                <a:solidFill>
                  <a:schemeClr val="accent5">
                    <a:lumMod val="75000"/>
                  </a:schemeClr>
                </a:solidFill>
                <a:ln>
                  <a:noFill/>
                </a:ln>
              </p:spPr>
              <p:txBody>
                <a:bodyPr vert="horz" wrap="square" lIns="91440" tIns="45720" rIns="91440" bIns="45720" numCol="1" anchor="t" anchorCtr="0" compatLnSpc="1"/>
                <a:lstStyle/>
                <a:p>
                  <a:endParaRPr lang="en-US"/>
                </a:p>
              </p:txBody>
            </p:sp>
            <p:sp>
              <p:nvSpPr>
                <p:cNvPr id="97" name="Freeform 142">
                  <a:extLst>
                    <a:ext uri="{FF2B5EF4-FFF2-40B4-BE49-F238E27FC236}">
                      <a16:creationId xmlns:a16="http://schemas.microsoft.com/office/drawing/2014/main" id="{8962549E-51B7-4210-9851-F112637E5675}"/>
                    </a:ext>
                  </a:extLst>
                </p:cNvPr>
                <p:cNvSpPr/>
                <p:nvPr/>
              </p:nvSpPr>
              <p:spPr bwMode="auto">
                <a:xfrm>
                  <a:off x="7127875" y="5419725"/>
                  <a:ext cx="625475" cy="1022350"/>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close/>
                    </a:path>
                  </a:pathLst>
                </a:custGeom>
                <a:solidFill>
                  <a:schemeClr val="accent5"/>
                </a:solidFill>
                <a:ln>
                  <a:noFill/>
                </a:ln>
              </p:spPr>
              <p:txBody>
                <a:bodyPr vert="horz" wrap="square" lIns="91440" tIns="45720" rIns="91440" bIns="45720" numCol="1" anchor="t" anchorCtr="0" compatLnSpc="1"/>
                <a:lstStyle/>
                <a:p>
                  <a:endParaRPr lang="en-US"/>
                </a:p>
              </p:txBody>
            </p:sp>
          </p:grpSp>
          <p:sp>
            <p:nvSpPr>
              <p:cNvPr id="95" name="Inhaltsplatzhalter 4">
                <a:extLst>
                  <a:ext uri="{FF2B5EF4-FFF2-40B4-BE49-F238E27FC236}">
                    <a16:creationId xmlns:a16="http://schemas.microsoft.com/office/drawing/2014/main" id="{1991C2D2-68CB-41CC-8BCA-B1925C95F5E7}"/>
                  </a:ext>
                </a:extLst>
              </p:cNvPr>
              <p:cNvSpPr txBox="1"/>
              <p:nvPr/>
            </p:nvSpPr>
            <p:spPr>
              <a:xfrm>
                <a:off x="3979746" y="5957289"/>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05</a:t>
                </a:r>
                <a:endParaRPr lang="en-US" sz="2400" dirty="0">
                  <a:latin typeface="+mn-lt"/>
                </a:endParaRPr>
              </a:p>
            </p:txBody>
          </p:sp>
        </p:grpSp>
      </p:grpSp>
      <p:sp>
        <p:nvSpPr>
          <p:cNvPr id="3" name="标题 2">
            <a:extLst>
              <a:ext uri="{FF2B5EF4-FFF2-40B4-BE49-F238E27FC236}">
                <a16:creationId xmlns:a16="http://schemas.microsoft.com/office/drawing/2014/main" id="{9A55DBB7-9BA3-4797-98E4-F466418FD8C2}"/>
              </a:ext>
            </a:extLst>
          </p:cNvPr>
          <p:cNvSpPr>
            <a:spLocks noGrp="1"/>
          </p:cNvSpPr>
          <p:nvPr>
            <p:ph type="title"/>
          </p:nvPr>
        </p:nvSpPr>
        <p:spPr/>
        <p:txBody>
          <a:bodyPr/>
          <a:lstStyle/>
          <a:p>
            <a:endParaRPr lang="zh-CN" altLang="en-US"/>
          </a:p>
        </p:txBody>
      </p:sp>
      <p:sp>
        <p:nvSpPr>
          <p:cNvPr id="99" name="矩形 98">
            <a:extLst>
              <a:ext uri="{FF2B5EF4-FFF2-40B4-BE49-F238E27FC236}">
                <a16:creationId xmlns:a16="http://schemas.microsoft.com/office/drawing/2014/main" id="{C6A666BB-7A31-4D36-B920-93B550D2CA6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98" name="组合 97">
            <a:extLst>
              <a:ext uri="{FF2B5EF4-FFF2-40B4-BE49-F238E27FC236}">
                <a16:creationId xmlns:a16="http://schemas.microsoft.com/office/drawing/2014/main" id="{215703BA-0917-4E71-A8AF-E4DDB0C8CEC2}"/>
              </a:ext>
            </a:extLst>
          </p:cNvPr>
          <p:cNvGrpSpPr/>
          <p:nvPr/>
        </p:nvGrpSpPr>
        <p:grpSpPr>
          <a:xfrm>
            <a:off x="-491832" y="1587"/>
            <a:ext cx="273269" cy="2129816"/>
            <a:chOff x="11681691" y="1513398"/>
            <a:chExt cx="273269" cy="2129816"/>
          </a:xfrm>
        </p:grpSpPr>
        <p:sp>
          <p:nvSpPr>
            <p:cNvPr id="100" name="矩形 99">
              <a:extLst>
                <a:ext uri="{FF2B5EF4-FFF2-40B4-BE49-F238E27FC236}">
                  <a16:creationId xmlns:a16="http://schemas.microsoft.com/office/drawing/2014/main" id="{92CCE722-A02A-4158-BE81-40B41AFF3287}"/>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矩形 100">
              <a:extLst>
                <a:ext uri="{FF2B5EF4-FFF2-40B4-BE49-F238E27FC236}">
                  <a16:creationId xmlns:a16="http://schemas.microsoft.com/office/drawing/2014/main" id="{0EDBA135-91E4-497A-B856-38893E9DBFC5}"/>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矩形 101">
              <a:extLst>
                <a:ext uri="{FF2B5EF4-FFF2-40B4-BE49-F238E27FC236}">
                  <a16:creationId xmlns:a16="http://schemas.microsoft.com/office/drawing/2014/main" id="{CEACF24F-B9B4-4D87-91E5-1DC32E5DAA9E}"/>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3" name="矩形 102">
              <a:extLst>
                <a:ext uri="{FF2B5EF4-FFF2-40B4-BE49-F238E27FC236}">
                  <a16:creationId xmlns:a16="http://schemas.microsoft.com/office/drawing/2014/main" id="{79A13FE5-8E54-4E7C-9C75-5A7F718E935D}"/>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4" name="矩形 103">
              <a:extLst>
                <a:ext uri="{FF2B5EF4-FFF2-40B4-BE49-F238E27FC236}">
                  <a16:creationId xmlns:a16="http://schemas.microsoft.com/office/drawing/2014/main" id="{AB94B91E-FFAC-42B1-A0EC-DF66CD527EB3}"/>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5" name="矩形 104">
              <a:extLst>
                <a:ext uri="{FF2B5EF4-FFF2-40B4-BE49-F238E27FC236}">
                  <a16:creationId xmlns:a16="http://schemas.microsoft.com/office/drawing/2014/main" id="{83866A09-3ED1-4E39-B5A0-95700FFE3BF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a:extLst>
                <a:ext uri="{FF2B5EF4-FFF2-40B4-BE49-F238E27FC236}">
                  <a16:creationId xmlns:a16="http://schemas.microsoft.com/office/drawing/2014/main" id="{18F0294B-730F-460A-B2FB-B5DDAD6FC619}"/>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1011543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B35946EB-88F1-477B-9642-95A8701555F6}"/>
              </a:ext>
            </a:extLst>
          </p:cNvPr>
          <p:cNvSpPr>
            <a:spLocks noGrp="1"/>
          </p:cNvSpPr>
          <p:nvPr>
            <p:ph type="title"/>
          </p:nvPr>
        </p:nvSpPr>
        <p:spPr/>
        <p:txBody>
          <a:bodyPr/>
          <a:lstStyle/>
          <a:p>
            <a:endParaRPr lang="zh-CN" altLang="en-US"/>
          </a:p>
        </p:txBody>
      </p:sp>
      <p:grpSp>
        <p:nvGrpSpPr>
          <p:cNvPr id="42" name="组合 41">
            <a:extLst>
              <a:ext uri="{FF2B5EF4-FFF2-40B4-BE49-F238E27FC236}">
                <a16:creationId xmlns:a16="http://schemas.microsoft.com/office/drawing/2014/main" id="{4F66D9B2-906B-4195-A8DF-5070CDA6F3C3}"/>
              </a:ext>
            </a:extLst>
          </p:cNvPr>
          <p:cNvGrpSpPr/>
          <p:nvPr/>
        </p:nvGrpSpPr>
        <p:grpSpPr>
          <a:xfrm>
            <a:off x="1093797" y="1361471"/>
            <a:ext cx="10004407" cy="4643058"/>
            <a:chOff x="1093796" y="1401967"/>
            <a:chExt cx="10004407" cy="4643058"/>
          </a:xfrm>
        </p:grpSpPr>
        <p:pic>
          <p:nvPicPr>
            <p:cNvPr id="37" name="图形 36">
              <a:extLst>
                <a:ext uri="{FF2B5EF4-FFF2-40B4-BE49-F238E27FC236}">
                  <a16:creationId xmlns:a16="http://schemas.microsoft.com/office/drawing/2014/main" id="{3A23083B-7406-4ED1-9BA2-EC4F172C431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93796" y="2752666"/>
              <a:ext cx="10004407" cy="1857496"/>
            </a:xfrm>
            <a:prstGeom prst="rect">
              <a:avLst/>
            </a:prstGeom>
          </p:spPr>
        </p:pic>
        <p:sp>
          <p:nvSpPr>
            <p:cNvPr id="9" name="Rectangle 13" descr="FD1DDF730CE4456e89755B07FE1653D0# #Rectangle 13">
              <a:extLst>
                <a:ext uri="{FF2B5EF4-FFF2-40B4-BE49-F238E27FC236}">
                  <a16:creationId xmlns:a16="http://schemas.microsoft.com/office/drawing/2014/main" id="{BAE4AF5E-A50A-4B94-A3A5-285EF0758E9D}"/>
                </a:ext>
              </a:extLst>
            </p:cNvPr>
            <p:cNvSpPr>
              <a:spLocks noChangeArrowheads="1"/>
            </p:cNvSpPr>
            <p:nvPr/>
          </p:nvSpPr>
          <p:spPr bwMode="auto">
            <a:xfrm>
              <a:off x="1753225" y="5138303"/>
              <a:ext cx="2078315" cy="8778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21857" tIns="60928" rIns="121857" bIns="60928">
              <a:spAutoFit/>
            </a:bodyPr>
            <a:lstStyle>
              <a:lvl1pPr eaLnBrk="0" hangingPunct="0">
                <a:spcBef>
                  <a:spcPct val="20000"/>
                </a:spcBef>
                <a:buFont typeface="Arial" charset="0"/>
                <a:buChar char="•"/>
                <a:defRPr sz="3200">
                  <a:solidFill>
                    <a:schemeClr val="tx1"/>
                  </a:solidFill>
                  <a:latin typeface="Calibri" pitchFamily="34" charset="0"/>
                  <a:ea typeface="宋体" pitchFamily="2" charset="-122"/>
                </a:defRPr>
              </a:lvl1pPr>
              <a:lvl2pPr marL="742950" indent="-285750" eaLnBrk="0" hangingPunct="0">
                <a:spcBef>
                  <a:spcPct val="20000"/>
                </a:spcBef>
                <a:buFont typeface="Arial" charset="0"/>
                <a:buChar char="–"/>
                <a:defRPr sz="2800">
                  <a:solidFill>
                    <a:schemeClr val="tx1"/>
                  </a:solidFill>
                  <a:latin typeface="Calibri" pitchFamily="34" charset="0"/>
                  <a:ea typeface="宋体" pitchFamily="2" charset="-122"/>
                </a:defRPr>
              </a:lvl2pPr>
              <a:lvl3pPr marL="1143000" indent="-228600" eaLnBrk="0" hangingPunct="0">
                <a:spcBef>
                  <a:spcPct val="20000"/>
                </a:spcBef>
                <a:buFont typeface="Arial" charset="0"/>
                <a:buChar char="•"/>
                <a:defRPr sz="2400">
                  <a:solidFill>
                    <a:schemeClr val="tx1"/>
                  </a:solidFill>
                  <a:latin typeface="Calibri" pitchFamily="34" charset="0"/>
                  <a:ea typeface="宋体" pitchFamily="2"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grpSp>
          <p:nvGrpSpPr>
            <p:cNvPr id="38" name="组合 37">
              <a:extLst>
                <a:ext uri="{FF2B5EF4-FFF2-40B4-BE49-F238E27FC236}">
                  <a16:creationId xmlns:a16="http://schemas.microsoft.com/office/drawing/2014/main" id="{562F2218-EFDC-497C-9B35-B9BFF35BBEDA}"/>
                </a:ext>
              </a:extLst>
            </p:cNvPr>
            <p:cNvGrpSpPr/>
            <p:nvPr/>
          </p:nvGrpSpPr>
          <p:grpSpPr>
            <a:xfrm>
              <a:off x="1982382" y="3162222"/>
              <a:ext cx="1620000" cy="1618253"/>
              <a:chOff x="2105687" y="3145156"/>
              <a:chExt cx="1620000" cy="1618253"/>
            </a:xfrm>
          </p:grpSpPr>
          <p:sp>
            <p:nvSpPr>
              <p:cNvPr id="23" name="矩形: 圆角 22">
                <a:extLst>
                  <a:ext uri="{FF2B5EF4-FFF2-40B4-BE49-F238E27FC236}">
                    <a16:creationId xmlns:a16="http://schemas.microsoft.com/office/drawing/2014/main" id="{5128CEFF-AC60-47D8-BAAE-0DFA67775A6B}"/>
                  </a:ext>
                </a:extLst>
              </p:cNvPr>
              <p:cNvSpPr>
                <a:spLocks noChangeAspect="1"/>
              </p:cNvSpPr>
              <p:nvPr/>
            </p:nvSpPr>
            <p:spPr>
              <a:xfrm rot="2700000">
                <a:off x="2106560" y="3144283"/>
                <a:ext cx="1618253" cy="1620000"/>
              </a:xfrm>
              <a:prstGeom prst="roundRect">
                <a:avLst/>
              </a:prstGeom>
              <a:solidFill>
                <a:schemeClr val="accent1"/>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4" name="TextBox 32">
                <a:extLst>
                  <a:ext uri="{FF2B5EF4-FFF2-40B4-BE49-F238E27FC236}">
                    <a16:creationId xmlns:a16="http://schemas.microsoft.com/office/drawing/2014/main" id="{9FF8D524-F9B5-4269-A4C2-FA31CB5AD9C4}"/>
                  </a:ext>
                </a:extLst>
              </p:cNvPr>
              <p:cNvSpPr txBox="1"/>
              <p:nvPr/>
            </p:nvSpPr>
            <p:spPr>
              <a:xfrm flipH="1">
                <a:off x="2477105" y="3769617"/>
                <a:ext cx="877163" cy="369332"/>
              </a:xfrm>
              <a:prstGeom prst="rect">
                <a:avLst/>
              </a:prstGeom>
              <a:noFill/>
            </p:spPr>
            <p:txBody>
              <a:bodyPr wrap="none" rtlCol="0">
                <a:spAutoFit/>
              </a:bodyPr>
              <a:lstStyle/>
              <a:p>
                <a:pPr algn="ctr"/>
                <a:r>
                  <a:rPr lang="zh-CN" altLang="en-US" b="1" dirty="0">
                    <a:solidFill>
                      <a:schemeClr val="bg1"/>
                    </a:solidFill>
                    <a:latin typeface="微软雅黑 Light" panose="020B0502040204020203" pitchFamily="34" charset="-122"/>
                    <a:ea typeface="微软雅黑" panose="020B0503020204020204" pitchFamily="34" charset="-122"/>
                    <a:sym typeface="微软雅黑 Light" panose="020B0502040204020203" pitchFamily="34" charset="-122"/>
                  </a:rPr>
                  <a:t>小标题</a:t>
                </a:r>
              </a:p>
            </p:txBody>
          </p:sp>
        </p:grpSp>
        <p:grpSp>
          <p:nvGrpSpPr>
            <p:cNvPr id="39" name="组合 38">
              <a:extLst>
                <a:ext uri="{FF2B5EF4-FFF2-40B4-BE49-F238E27FC236}">
                  <a16:creationId xmlns:a16="http://schemas.microsoft.com/office/drawing/2014/main" id="{9B23A73E-CE03-4124-BF82-F502D71C81BC}"/>
                </a:ext>
              </a:extLst>
            </p:cNvPr>
            <p:cNvGrpSpPr/>
            <p:nvPr/>
          </p:nvGrpSpPr>
          <p:grpSpPr>
            <a:xfrm>
              <a:off x="4181173" y="2560294"/>
              <a:ext cx="1620000" cy="1618253"/>
              <a:chOff x="4219408" y="2453918"/>
              <a:chExt cx="1620000" cy="1618253"/>
            </a:xfrm>
          </p:grpSpPr>
          <p:sp>
            <p:nvSpPr>
              <p:cNvPr id="25" name="矩形: 圆角 24">
                <a:extLst>
                  <a:ext uri="{FF2B5EF4-FFF2-40B4-BE49-F238E27FC236}">
                    <a16:creationId xmlns:a16="http://schemas.microsoft.com/office/drawing/2014/main" id="{9027009A-69F4-422F-9B79-3D4A02A7BACC}"/>
                  </a:ext>
                </a:extLst>
              </p:cNvPr>
              <p:cNvSpPr>
                <a:spLocks noChangeAspect="1"/>
              </p:cNvSpPr>
              <p:nvPr/>
            </p:nvSpPr>
            <p:spPr>
              <a:xfrm rot="2700000">
                <a:off x="4220281" y="2453045"/>
                <a:ext cx="1618253" cy="1620000"/>
              </a:xfrm>
              <a:prstGeom prst="roundRect">
                <a:avLst/>
              </a:prstGeom>
              <a:solidFill>
                <a:schemeClr val="accent2"/>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2" name="TextBox 35">
                <a:extLst>
                  <a:ext uri="{FF2B5EF4-FFF2-40B4-BE49-F238E27FC236}">
                    <a16:creationId xmlns:a16="http://schemas.microsoft.com/office/drawing/2014/main" id="{F4A19639-7B40-461C-96F6-0918C2F7C4A7}"/>
                  </a:ext>
                </a:extLst>
              </p:cNvPr>
              <p:cNvSpPr txBox="1"/>
              <p:nvPr/>
            </p:nvSpPr>
            <p:spPr>
              <a:xfrm flipH="1">
                <a:off x="4590826" y="3078379"/>
                <a:ext cx="877163" cy="369332"/>
              </a:xfrm>
              <a:prstGeom prst="rect">
                <a:avLst/>
              </a:prstGeom>
              <a:noFill/>
            </p:spPr>
            <p:txBody>
              <a:bodyPr wrap="none" rtlCol="0">
                <a:spAutoFit/>
              </a:bodyPr>
              <a:lstStyle/>
              <a:p>
                <a:pPr algn="ctr"/>
                <a:r>
                  <a:rPr lang="zh-CN" altLang="en-US" b="1" dirty="0">
                    <a:solidFill>
                      <a:schemeClr val="bg1"/>
                    </a:solidFill>
                    <a:latin typeface="微软雅黑 Light" panose="020B0502040204020203" pitchFamily="34" charset="-122"/>
                    <a:ea typeface="微软雅黑" panose="020B0503020204020204" pitchFamily="34" charset="-122"/>
                    <a:sym typeface="微软雅黑 Light" panose="020B0502040204020203" pitchFamily="34" charset="-122"/>
                  </a:rPr>
                  <a:t>小标题</a:t>
                </a:r>
              </a:p>
            </p:txBody>
          </p:sp>
        </p:grpSp>
        <p:grpSp>
          <p:nvGrpSpPr>
            <p:cNvPr id="40" name="组合 39">
              <a:extLst>
                <a:ext uri="{FF2B5EF4-FFF2-40B4-BE49-F238E27FC236}">
                  <a16:creationId xmlns:a16="http://schemas.microsoft.com/office/drawing/2014/main" id="{15F1864E-8ABD-400D-BD48-41DB38FE14B8}"/>
                </a:ext>
              </a:extLst>
            </p:cNvPr>
            <p:cNvGrpSpPr/>
            <p:nvPr/>
          </p:nvGrpSpPr>
          <p:grpSpPr>
            <a:xfrm>
              <a:off x="6365786" y="3162222"/>
              <a:ext cx="1620000" cy="1618253"/>
              <a:chOff x="6333129" y="3145157"/>
              <a:chExt cx="1620000" cy="1618253"/>
            </a:xfrm>
          </p:grpSpPr>
          <p:sp>
            <p:nvSpPr>
              <p:cNvPr id="26" name="矩形: 圆角 25">
                <a:extLst>
                  <a:ext uri="{FF2B5EF4-FFF2-40B4-BE49-F238E27FC236}">
                    <a16:creationId xmlns:a16="http://schemas.microsoft.com/office/drawing/2014/main" id="{0F3DCB00-5ED2-41FC-8714-BA598FEF0309}"/>
                  </a:ext>
                </a:extLst>
              </p:cNvPr>
              <p:cNvSpPr>
                <a:spLocks noChangeAspect="1"/>
              </p:cNvSpPr>
              <p:nvPr/>
            </p:nvSpPr>
            <p:spPr>
              <a:xfrm rot="2700000">
                <a:off x="6334002" y="3144284"/>
                <a:ext cx="1618253" cy="1620000"/>
              </a:xfrm>
              <a:prstGeom prst="roundRect">
                <a:avLst/>
              </a:prstGeom>
              <a:solidFill>
                <a:schemeClr val="accent3"/>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0" name="TextBox 38">
                <a:extLst>
                  <a:ext uri="{FF2B5EF4-FFF2-40B4-BE49-F238E27FC236}">
                    <a16:creationId xmlns:a16="http://schemas.microsoft.com/office/drawing/2014/main" id="{E302F9EF-EDB7-4F4F-B6B5-98F01C2CC124}"/>
                  </a:ext>
                </a:extLst>
              </p:cNvPr>
              <p:cNvSpPr txBox="1"/>
              <p:nvPr/>
            </p:nvSpPr>
            <p:spPr>
              <a:xfrm flipH="1">
                <a:off x="6704547" y="3769618"/>
                <a:ext cx="877163" cy="369332"/>
              </a:xfrm>
              <a:prstGeom prst="rect">
                <a:avLst/>
              </a:prstGeom>
              <a:noFill/>
            </p:spPr>
            <p:txBody>
              <a:bodyPr wrap="none" rtlCol="0">
                <a:spAutoFit/>
              </a:bodyPr>
              <a:lstStyle/>
              <a:p>
                <a:pPr algn="ctr"/>
                <a:r>
                  <a:rPr lang="zh-CN" altLang="en-US" b="1" dirty="0">
                    <a:solidFill>
                      <a:schemeClr val="bg1"/>
                    </a:solidFill>
                    <a:latin typeface="微软雅黑 Light" panose="020B0502040204020203" pitchFamily="34" charset="-122"/>
                    <a:ea typeface="微软雅黑" panose="020B0503020204020204" pitchFamily="34" charset="-122"/>
                    <a:sym typeface="微软雅黑 Light" panose="020B0502040204020203" pitchFamily="34" charset="-122"/>
                  </a:rPr>
                  <a:t>小标题</a:t>
                </a:r>
              </a:p>
            </p:txBody>
          </p:sp>
        </p:grpSp>
        <p:grpSp>
          <p:nvGrpSpPr>
            <p:cNvPr id="41" name="组合 40">
              <a:extLst>
                <a:ext uri="{FF2B5EF4-FFF2-40B4-BE49-F238E27FC236}">
                  <a16:creationId xmlns:a16="http://schemas.microsoft.com/office/drawing/2014/main" id="{D6F4E87F-37BC-4A2E-8D23-76413BAF6789}"/>
                </a:ext>
              </a:extLst>
            </p:cNvPr>
            <p:cNvGrpSpPr/>
            <p:nvPr/>
          </p:nvGrpSpPr>
          <p:grpSpPr>
            <a:xfrm>
              <a:off x="8550398" y="2560294"/>
              <a:ext cx="1620000" cy="1618253"/>
              <a:chOff x="8446849" y="2453918"/>
              <a:chExt cx="1620000" cy="1618253"/>
            </a:xfrm>
          </p:grpSpPr>
          <p:sp>
            <p:nvSpPr>
              <p:cNvPr id="28" name="矩形: 圆角 27">
                <a:extLst>
                  <a:ext uri="{FF2B5EF4-FFF2-40B4-BE49-F238E27FC236}">
                    <a16:creationId xmlns:a16="http://schemas.microsoft.com/office/drawing/2014/main" id="{33A353F9-5FA5-4978-B837-2D3BB3D87C45}"/>
                  </a:ext>
                </a:extLst>
              </p:cNvPr>
              <p:cNvSpPr>
                <a:spLocks noChangeAspect="1"/>
              </p:cNvSpPr>
              <p:nvPr/>
            </p:nvSpPr>
            <p:spPr>
              <a:xfrm rot="2700000">
                <a:off x="8447722" y="2453045"/>
                <a:ext cx="1618253" cy="1620000"/>
              </a:xfrm>
              <a:prstGeom prst="roundRect">
                <a:avLst/>
              </a:prstGeom>
              <a:solidFill>
                <a:schemeClr val="accent4"/>
              </a:solidFill>
              <a:ln>
                <a:noFill/>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8" name="TextBox 41">
                <a:extLst>
                  <a:ext uri="{FF2B5EF4-FFF2-40B4-BE49-F238E27FC236}">
                    <a16:creationId xmlns:a16="http://schemas.microsoft.com/office/drawing/2014/main" id="{83076129-3119-4D82-9BBE-FCA3F8C4C449}"/>
                  </a:ext>
                </a:extLst>
              </p:cNvPr>
              <p:cNvSpPr txBox="1"/>
              <p:nvPr/>
            </p:nvSpPr>
            <p:spPr>
              <a:xfrm flipH="1">
                <a:off x="8818267" y="3078379"/>
                <a:ext cx="877163" cy="369332"/>
              </a:xfrm>
              <a:prstGeom prst="rect">
                <a:avLst/>
              </a:prstGeom>
              <a:noFill/>
            </p:spPr>
            <p:txBody>
              <a:bodyPr wrap="none" rtlCol="0">
                <a:spAutoFit/>
              </a:bodyPr>
              <a:lstStyle/>
              <a:p>
                <a:pPr algn="ctr"/>
                <a:r>
                  <a:rPr lang="zh-CN" altLang="en-US" b="1" dirty="0">
                    <a:solidFill>
                      <a:schemeClr val="bg1"/>
                    </a:solidFill>
                    <a:latin typeface="微软雅黑 Light" panose="020B0502040204020203" pitchFamily="34" charset="-122"/>
                    <a:ea typeface="微软雅黑" panose="020B0503020204020204" pitchFamily="34" charset="-122"/>
                    <a:sym typeface="微软雅黑 Light" panose="020B0502040204020203" pitchFamily="34" charset="-122"/>
                  </a:rPr>
                  <a:t>小标题</a:t>
                </a:r>
              </a:p>
            </p:txBody>
          </p:sp>
        </p:grpSp>
        <p:sp>
          <p:nvSpPr>
            <p:cNvPr id="14" name="Rectangle 13" descr="FD1DDF730CE4456e89755B07FE1653D0# #Rectangle 13">
              <a:extLst>
                <a:ext uri="{FF2B5EF4-FFF2-40B4-BE49-F238E27FC236}">
                  <a16:creationId xmlns:a16="http://schemas.microsoft.com/office/drawing/2014/main" id="{682BFC0D-1CEF-4D96-AFF9-3FDB3AE49D24}"/>
                </a:ext>
              </a:extLst>
            </p:cNvPr>
            <p:cNvSpPr>
              <a:spLocks noChangeArrowheads="1"/>
            </p:cNvSpPr>
            <p:nvPr/>
          </p:nvSpPr>
          <p:spPr bwMode="auto">
            <a:xfrm>
              <a:off x="3831540" y="1401967"/>
              <a:ext cx="2319263" cy="8778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21857" tIns="60928" rIns="121857" bIns="60928">
              <a:spAutoFit/>
            </a:bodyPr>
            <a:lstStyle>
              <a:lvl1pPr eaLnBrk="0" hangingPunct="0">
                <a:spcBef>
                  <a:spcPct val="20000"/>
                </a:spcBef>
                <a:buFont typeface="Arial" charset="0"/>
                <a:buChar char="•"/>
                <a:defRPr sz="3200">
                  <a:solidFill>
                    <a:schemeClr val="tx1"/>
                  </a:solidFill>
                  <a:latin typeface="Calibri" pitchFamily="34" charset="0"/>
                  <a:ea typeface="宋体" pitchFamily="2" charset="-122"/>
                </a:defRPr>
              </a:lvl1pPr>
              <a:lvl2pPr marL="742950" indent="-285750" eaLnBrk="0" hangingPunct="0">
                <a:spcBef>
                  <a:spcPct val="20000"/>
                </a:spcBef>
                <a:buFont typeface="Arial" charset="0"/>
                <a:buChar char="–"/>
                <a:defRPr sz="2800">
                  <a:solidFill>
                    <a:schemeClr val="tx1"/>
                  </a:solidFill>
                  <a:latin typeface="Calibri" pitchFamily="34" charset="0"/>
                  <a:ea typeface="宋体" pitchFamily="2" charset="-122"/>
                </a:defRPr>
              </a:lvl2pPr>
              <a:lvl3pPr marL="1143000" indent="-228600" eaLnBrk="0" hangingPunct="0">
                <a:spcBef>
                  <a:spcPct val="20000"/>
                </a:spcBef>
                <a:buFont typeface="Arial" charset="0"/>
                <a:buChar char="•"/>
                <a:defRPr sz="2400">
                  <a:solidFill>
                    <a:schemeClr val="tx1"/>
                  </a:solidFill>
                  <a:latin typeface="Calibri" pitchFamily="34" charset="0"/>
                  <a:ea typeface="宋体" pitchFamily="2"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5" name="Rectangle 13" descr="FD1DDF730CE4456e89755B07FE1653D0# #Rectangle 13">
              <a:extLst>
                <a:ext uri="{FF2B5EF4-FFF2-40B4-BE49-F238E27FC236}">
                  <a16:creationId xmlns:a16="http://schemas.microsoft.com/office/drawing/2014/main" id="{03E64C62-D6F0-43F2-8D78-87355A2BDAA0}"/>
                </a:ext>
              </a:extLst>
            </p:cNvPr>
            <p:cNvSpPr>
              <a:spLocks noChangeArrowheads="1"/>
            </p:cNvSpPr>
            <p:nvPr/>
          </p:nvSpPr>
          <p:spPr bwMode="auto">
            <a:xfrm>
              <a:off x="6016153" y="5167157"/>
              <a:ext cx="2319263" cy="8778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21857" tIns="60928" rIns="121857" bIns="60928">
              <a:spAutoFit/>
            </a:bodyPr>
            <a:lstStyle>
              <a:lvl1pPr eaLnBrk="0" hangingPunct="0">
                <a:spcBef>
                  <a:spcPct val="20000"/>
                </a:spcBef>
                <a:buFont typeface="Arial" charset="0"/>
                <a:buChar char="•"/>
                <a:defRPr sz="3200">
                  <a:solidFill>
                    <a:schemeClr val="tx1"/>
                  </a:solidFill>
                  <a:latin typeface="Calibri" pitchFamily="34" charset="0"/>
                  <a:ea typeface="宋体" pitchFamily="2" charset="-122"/>
                </a:defRPr>
              </a:lvl1pPr>
              <a:lvl2pPr marL="742950" indent="-285750" eaLnBrk="0" hangingPunct="0">
                <a:spcBef>
                  <a:spcPct val="20000"/>
                </a:spcBef>
                <a:buFont typeface="Arial" charset="0"/>
                <a:buChar char="–"/>
                <a:defRPr sz="2800">
                  <a:solidFill>
                    <a:schemeClr val="tx1"/>
                  </a:solidFill>
                  <a:latin typeface="Calibri" pitchFamily="34" charset="0"/>
                  <a:ea typeface="宋体" pitchFamily="2" charset="-122"/>
                </a:defRPr>
              </a:lvl2pPr>
              <a:lvl3pPr marL="1143000" indent="-228600" eaLnBrk="0" hangingPunct="0">
                <a:spcBef>
                  <a:spcPct val="20000"/>
                </a:spcBef>
                <a:buFont typeface="Arial" charset="0"/>
                <a:buChar char="•"/>
                <a:defRPr sz="2400">
                  <a:solidFill>
                    <a:schemeClr val="tx1"/>
                  </a:solidFill>
                  <a:latin typeface="Calibri" pitchFamily="34" charset="0"/>
                  <a:ea typeface="宋体" pitchFamily="2"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6" name="Rectangle 13" descr="FD1DDF730CE4456e89755B07FE1653D0# #Rectangle 13">
              <a:extLst>
                <a:ext uri="{FF2B5EF4-FFF2-40B4-BE49-F238E27FC236}">
                  <a16:creationId xmlns:a16="http://schemas.microsoft.com/office/drawing/2014/main" id="{9E301BFC-20D6-48EF-9370-230DEAEF4D91}"/>
                </a:ext>
              </a:extLst>
            </p:cNvPr>
            <p:cNvSpPr>
              <a:spLocks noChangeArrowheads="1"/>
            </p:cNvSpPr>
            <p:nvPr/>
          </p:nvSpPr>
          <p:spPr bwMode="auto">
            <a:xfrm>
              <a:off x="8199921" y="1412457"/>
              <a:ext cx="2319263" cy="8778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121857" tIns="60928" rIns="121857" bIns="60928">
              <a:spAutoFit/>
            </a:bodyPr>
            <a:lstStyle>
              <a:lvl1pPr eaLnBrk="0" hangingPunct="0">
                <a:spcBef>
                  <a:spcPct val="20000"/>
                </a:spcBef>
                <a:buFont typeface="Arial" charset="0"/>
                <a:buChar char="•"/>
                <a:defRPr sz="3200">
                  <a:solidFill>
                    <a:schemeClr val="tx1"/>
                  </a:solidFill>
                  <a:latin typeface="Calibri" pitchFamily="34" charset="0"/>
                  <a:ea typeface="宋体" pitchFamily="2" charset="-122"/>
                </a:defRPr>
              </a:lvl1pPr>
              <a:lvl2pPr marL="742950" indent="-285750" eaLnBrk="0" hangingPunct="0">
                <a:spcBef>
                  <a:spcPct val="20000"/>
                </a:spcBef>
                <a:buFont typeface="Arial" charset="0"/>
                <a:buChar char="–"/>
                <a:defRPr sz="2800">
                  <a:solidFill>
                    <a:schemeClr val="tx1"/>
                  </a:solidFill>
                  <a:latin typeface="Calibri" pitchFamily="34" charset="0"/>
                  <a:ea typeface="宋体" pitchFamily="2" charset="-122"/>
                </a:defRPr>
              </a:lvl2pPr>
              <a:lvl3pPr marL="1143000" indent="-228600" eaLnBrk="0" hangingPunct="0">
                <a:spcBef>
                  <a:spcPct val="20000"/>
                </a:spcBef>
                <a:buFont typeface="Arial" charset="0"/>
                <a:buChar char="•"/>
                <a:defRPr sz="2400">
                  <a:solidFill>
                    <a:schemeClr val="tx1"/>
                  </a:solidFill>
                  <a:latin typeface="Calibri" pitchFamily="34" charset="0"/>
                  <a:ea typeface="宋体" pitchFamily="2" charset="-122"/>
                </a:defRPr>
              </a:lvl3pPr>
              <a:lvl4pPr marL="1600200" indent="-228600" eaLnBrk="0" hangingPunct="0">
                <a:spcBef>
                  <a:spcPct val="20000"/>
                </a:spcBef>
                <a:buFont typeface="Arial" charset="0"/>
                <a:buChar char="–"/>
                <a:defRPr sz="2000">
                  <a:solidFill>
                    <a:schemeClr val="tx1"/>
                  </a:solidFill>
                  <a:latin typeface="Calibri" pitchFamily="34" charset="0"/>
                  <a:ea typeface="宋体" pitchFamily="2" charset="-122"/>
                </a:defRPr>
              </a:lvl4pPr>
              <a:lvl5pPr marL="2057400" indent="-228600" eaLnBrk="0" hangingPunct="0">
                <a:spcBef>
                  <a:spcPct val="20000"/>
                </a:spcBef>
                <a:buFont typeface="Arial" charset="0"/>
                <a:buChar char="»"/>
                <a:defRPr sz="2000">
                  <a:solidFill>
                    <a:schemeClr val="tx1"/>
                  </a:solidFill>
                  <a:latin typeface="Calibri" pitchFamily="34" charset="0"/>
                  <a:ea typeface="宋体" pitchFamily="2" charset="-122"/>
                </a:defRPr>
              </a:lvl5pPr>
              <a:lvl6pPr marL="25146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6pPr>
              <a:lvl7pPr marL="29718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7pPr>
              <a:lvl8pPr marL="34290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8pPr>
              <a:lvl9pPr marL="3886200" indent="-228600" eaLnBrk="0" fontAlgn="base" hangingPunct="0">
                <a:spcBef>
                  <a:spcPct val="20000"/>
                </a:spcBef>
                <a:spcAft>
                  <a:spcPct val="0"/>
                </a:spcAft>
                <a:buFont typeface="Arial" charset="0"/>
                <a:buChar char="»"/>
                <a:defRPr sz="2000">
                  <a:solidFill>
                    <a:schemeClr val="tx1"/>
                  </a:solidFill>
                  <a:latin typeface="Calibri" pitchFamily="34" charset="0"/>
                  <a:ea typeface="宋体" pitchFamily="2" charset="-122"/>
                </a:defRPr>
              </a:lvl9p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grpSp>
      <p:sp>
        <p:nvSpPr>
          <p:cNvPr id="27" name="矩形 26">
            <a:extLst>
              <a:ext uri="{FF2B5EF4-FFF2-40B4-BE49-F238E27FC236}">
                <a16:creationId xmlns:a16="http://schemas.microsoft.com/office/drawing/2014/main" id="{2F05CFD5-C8D6-4FE5-984E-CECAE1FDD0D3}"/>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9" name="组合 28">
            <a:extLst>
              <a:ext uri="{FF2B5EF4-FFF2-40B4-BE49-F238E27FC236}">
                <a16:creationId xmlns:a16="http://schemas.microsoft.com/office/drawing/2014/main" id="{D817654A-E49E-4CD6-B1A5-A8A5121FDD0F}"/>
              </a:ext>
            </a:extLst>
          </p:cNvPr>
          <p:cNvGrpSpPr/>
          <p:nvPr/>
        </p:nvGrpSpPr>
        <p:grpSpPr>
          <a:xfrm>
            <a:off x="-491832" y="1587"/>
            <a:ext cx="273269" cy="2129816"/>
            <a:chOff x="11681691" y="1513398"/>
            <a:chExt cx="273269" cy="2129816"/>
          </a:xfrm>
        </p:grpSpPr>
        <p:sp>
          <p:nvSpPr>
            <p:cNvPr id="30" name="矩形 29">
              <a:extLst>
                <a:ext uri="{FF2B5EF4-FFF2-40B4-BE49-F238E27FC236}">
                  <a16:creationId xmlns:a16="http://schemas.microsoft.com/office/drawing/2014/main" id="{A9B3A39C-9E55-453B-BA79-D0091BF224C2}"/>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32047726-8EAE-4E5E-BA57-D6BC04835938}"/>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029FDA4-785A-4AD9-BCCE-E0407F5E63AC}"/>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EDA71C1B-AB01-42F7-8683-8FC7B07E2C2A}"/>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a:extLst>
                <a:ext uri="{FF2B5EF4-FFF2-40B4-BE49-F238E27FC236}">
                  <a16:creationId xmlns:a16="http://schemas.microsoft.com/office/drawing/2014/main" id="{65F73352-376F-49D3-88DC-D09EB50F43CD}"/>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a:extLst>
                <a:ext uri="{FF2B5EF4-FFF2-40B4-BE49-F238E27FC236}">
                  <a16:creationId xmlns:a16="http://schemas.microsoft.com/office/drawing/2014/main" id="{F7538C9A-75B5-4F65-A712-86A33DD3825B}"/>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BFDE57A6-EE51-4FC7-87B5-94F114B4B2DD}"/>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249620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4" name="Group 183">
            <a:extLst>
              <a:ext uri="{FF2B5EF4-FFF2-40B4-BE49-F238E27FC236}">
                <a16:creationId xmlns:a16="http://schemas.microsoft.com/office/drawing/2014/main" id="{E511ECFA-AB8B-489B-AF65-684825E04CA9}"/>
              </a:ext>
            </a:extLst>
          </p:cNvPr>
          <p:cNvGrpSpPr/>
          <p:nvPr/>
        </p:nvGrpSpPr>
        <p:grpSpPr>
          <a:xfrm>
            <a:off x="1145904" y="1211807"/>
            <a:ext cx="2028676" cy="717420"/>
            <a:chOff x="3146425" y="525463"/>
            <a:chExt cx="1752600" cy="688975"/>
          </a:xfrm>
          <a:effectLst>
            <a:outerShdw blurRad="50800" dist="38100" dir="2700000" algn="tl" rotWithShape="0">
              <a:prstClr val="black">
                <a:alpha val="40000"/>
              </a:prstClr>
            </a:outerShdw>
          </a:effectLst>
        </p:grpSpPr>
        <p:sp>
          <p:nvSpPr>
            <p:cNvPr id="195" name="Freeform 147">
              <a:extLst>
                <a:ext uri="{FF2B5EF4-FFF2-40B4-BE49-F238E27FC236}">
                  <a16:creationId xmlns:a16="http://schemas.microsoft.com/office/drawing/2014/main" id="{7BFFF737-26B9-4BA5-A308-5F775B9E96DC}"/>
                </a:ext>
              </a:extLst>
            </p:cNvPr>
            <p:cNvSpPr/>
            <p:nvPr/>
          </p:nvSpPr>
          <p:spPr bwMode="auto">
            <a:xfrm>
              <a:off x="3146425" y="5254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7 h 434"/>
                <a:gd name="T10" fmla="*/ 1104 w 1104"/>
                <a:gd name="T11" fmla="*/ 312 h 434"/>
                <a:gd name="T12" fmla="*/ 1042 w 1104"/>
                <a:gd name="T13" fmla="*/ 258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7"/>
                  </a:lnTo>
                  <a:lnTo>
                    <a:pt x="1104" y="312"/>
                  </a:lnTo>
                  <a:lnTo>
                    <a:pt x="1042" y="258"/>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zh-CN" altLang="en-US" b="1" dirty="0">
                  <a:solidFill>
                    <a:schemeClr val="accent1"/>
                  </a:solidFill>
                </a:rPr>
                <a:t>关键词</a:t>
              </a:r>
              <a:endParaRPr lang="en-US" b="1" dirty="0">
                <a:solidFill>
                  <a:schemeClr val="accent1"/>
                </a:solidFill>
              </a:endParaRPr>
            </a:p>
          </p:txBody>
        </p:sp>
        <p:sp>
          <p:nvSpPr>
            <p:cNvPr id="196" name="Freeform 148">
              <a:extLst>
                <a:ext uri="{FF2B5EF4-FFF2-40B4-BE49-F238E27FC236}">
                  <a16:creationId xmlns:a16="http://schemas.microsoft.com/office/drawing/2014/main" id="{E3D8CC89-94B6-45E3-89F6-9C691D977BCD}"/>
                </a:ext>
              </a:extLst>
            </p:cNvPr>
            <p:cNvSpPr/>
            <p:nvPr/>
          </p:nvSpPr>
          <p:spPr bwMode="auto">
            <a:xfrm>
              <a:off x="3146425" y="5254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7 h 434"/>
                <a:gd name="T10" fmla="*/ 1104 w 1104"/>
                <a:gd name="T11" fmla="*/ 312 h 434"/>
                <a:gd name="T12" fmla="*/ 1042 w 1104"/>
                <a:gd name="T13" fmla="*/ 258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7"/>
                  </a:lnTo>
                  <a:lnTo>
                    <a:pt x="1104" y="312"/>
                  </a:lnTo>
                  <a:lnTo>
                    <a:pt x="1042" y="258"/>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97" name="Rectangle 149">
              <a:extLst>
                <a:ext uri="{FF2B5EF4-FFF2-40B4-BE49-F238E27FC236}">
                  <a16:creationId xmlns:a16="http://schemas.microsoft.com/office/drawing/2014/main" id="{3F5FA411-3039-4D47-B6E7-B867392AB80A}"/>
                </a:ext>
              </a:extLst>
            </p:cNvPr>
            <p:cNvSpPr>
              <a:spLocks noChangeArrowheads="1"/>
            </p:cNvSpPr>
            <p:nvPr/>
          </p:nvSpPr>
          <p:spPr bwMode="auto">
            <a:xfrm>
              <a:off x="3146425" y="525463"/>
              <a:ext cx="68263" cy="688975"/>
            </a:xfrm>
            <a:prstGeom prst="rect">
              <a:avLst/>
            </a:prstGeom>
            <a:solidFill>
              <a:schemeClr val="accent1"/>
            </a:solidFill>
            <a:ln>
              <a:noFill/>
            </a:ln>
          </p:spPr>
          <p:txBody>
            <a:bodyPr vert="horz" wrap="square" lIns="91440" tIns="45720" rIns="91440" bIns="45720" numCol="1" anchor="ctr" anchorCtr="0" compatLnSpc="1"/>
            <a:lstStyle/>
            <a:p>
              <a:pPr algn="ctr"/>
              <a:endParaRPr lang="en-US" b="1"/>
            </a:p>
          </p:txBody>
        </p:sp>
        <p:sp>
          <p:nvSpPr>
            <p:cNvPr id="198" name="Rectangle 151">
              <a:extLst>
                <a:ext uri="{FF2B5EF4-FFF2-40B4-BE49-F238E27FC236}">
                  <a16:creationId xmlns:a16="http://schemas.microsoft.com/office/drawing/2014/main" id="{B785429F-7345-40C6-A1A7-E390AF0568FE}"/>
                </a:ext>
              </a:extLst>
            </p:cNvPr>
            <p:cNvSpPr>
              <a:spLocks noChangeArrowheads="1"/>
            </p:cNvSpPr>
            <p:nvPr/>
          </p:nvSpPr>
          <p:spPr bwMode="auto">
            <a:xfrm>
              <a:off x="3214688" y="525463"/>
              <a:ext cx="1585913" cy="271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49" name="Inhaltsplatzhalter 4">
            <a:extLst>
              <a:ext uri="{FF2B5EF4-FFF2-40B4-BE49-F238E27FC236}">
                <a16:creationId xmlns:a16="http://schemas.microsoft.com/office/drawing/2014/main" id="{622942F5-AB73-487F-8836-33BE176CDADF}"/>
              </a:ext>
            </a:extLst>
          </p:cNvPr>
          <p:cNvSpPr txBox="1"/>
          <p:nvPr/>
        </p:nvSpPr>
        <p:spPr>
          <a:xfrm>
            <a:off x="6101788" y="1243128"/>
            <a:ext cx="4944308"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1"/>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grpSp>
        <p:nvGrpSpPr>
          <p:cNvPr id="135" name="Group 184">
            <a:extLst>
              <a:ext uri="{FF2B5EF4-FFF2-40B4-BE49-F238E27FC236}">
                <a16:creationId xmlns:a16="http://schemas.microsoft.com/office/drawing/2014/main" id="{46820385-1F9D-461E-B653-478543FDBC08}"/>
              </a:ext>
            </a:extLst>
          </p:cNvPr>
          <p:cNvGrpSpPr/>
          <p:nvPr/>
        </p:nvGrpSpPr>
        <p:grpSpPr>
          <a:xfrm>
            <a:off x="1145904" y="2207149"/>
            <a:ext cx="2028678" cy="717421"/>
            <a:chOff x="3146424" y="1731963"/>
            <a:chExt cx="1752601" cy="688976"/>
          </a:xfrm>
          <a:effectLst>
            <a:outerShdw blurRad="50800" dist="38100" dir="2700000" algn="tl" rotWithShape="0">
              <a:prstClr val="black">
                <a:alpha val="40000"/>
              </a:prstClr>
            </a:outerShdw>
          </a:effectLst>
        </p:grpSpPr>
        <p:sp>
          <p:nvSpPr>
            <p:cNvPr id="191" name="Freeform 155">
              <a:extLst>
                <a:ext uri="{FF2B5EF4-FFF2-40B4-BE49-F238E27FC236}">
                  <a16:creationId xmlns:a16="http://schemas.microsoft.com/office/drawing/2014/main" id="{F68A4B47-6A0F-4056-972F-8B5561F84A5B}"/>
                </a:ext>
              </a:extLst>
            </p:cNvPr>
            <p:cNvSpPr/>
            <p:nvPr/>
          </p:nvSpPr>
          <p:spPr bwMode="auto">
            <a:xfrm>
              <a:off x="3146424" y="1731964"/>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4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4"/>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zh-CN" altLang="en-US" b="1" dirty="0">
                  <a:solidFill>
                    <a:schemeClr val="accent2"/>
                  </a:solidFill>
                </a:rPr>
                <a:t>关键词</a:t>
              </a:r>
              <a:endParaRPr lang="en-US" b="1" dirty="0">
                <a:solidFill>
                  <a:schemeClr val="accent2"/>
                </a:solidFill>
              </a:endParaRPr>
            </a:p>
          </p:txBody>
        </p:sp>
        <p:sp>
          <p:nvSpPr>
            <p:cNvPr id="192" name="Freeform 156">
              <a:extLst>
                <a:ext uri="{FF2B5EF4-FFF2-40B4-BE49-F238E27FC236}">
                  <a16:creationId xmlns:a16="http://schemas.microsoft.com/office/drawing/2014/main" id="{2A458AF8-D91D-4ADB-82A7-68223F5051F0}"/>
                </a:ext>
              </a:extLst>
            </p:cNvPr>
            <p:cNvSpPr/>
            <p:nvPr/>
          </p:nvSpPr>
          <p:spPr bwMode="auto">
            <a:xfrm>
              <a:off x="3146425" y="173196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4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4"/>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93" name="Rectangle 157">
              <a:extLst>
                <a:ext uri="{FF2B5EF4-FFF2-40B4-BE49-F238E27FC236}">
                  <a16:creationId xmlns:a16="http://schemas.microsoft.com/office/drawing/2014/main" id="{E9503B3D-377B-4226-8D83-A66B769B97FF}"/>
                </a:ext>
              </a:extLst>
            </p:cNvPr>
            <p:cNvSpPr>
              <a:spLocks noChangeArrowheads="1"/>
            </p:cNvSpPr>
            <p:nvPr/>
          </p:nvSpPr>
          <p:spPr bwMode="auto">
            <a:xfrm>
              <a:off x="3146425" y="1731963"/>
              <a:ext cx="68263" cy="688975"/>
            </a:xfrm>
            <a:prstGeom prst="rect">
              <a:avLst/>
            </a:prstGeom>
            <a:solidFill>
              <a:schemeClr val="accent2"/>
            </a:solidFill>
            <a:ln>
              <a:noFill/>
            </a:ln>
          </p:spPr>
          <p:txBody>
            <a:bodyPr vert="horz" wrap="square" lIns="91440" tIns="45720" rIns="91440" bIns="45720" numCol="1" anchor="ctr" anchorCtr="0" compatLnSpc="1"/>
            <a:lstStyle/>
            <a:p>
              <a:pPr algn="ctr"/>
              <a:endParaRPr lang="en-US" b="1"/>
            </a:p>
          </p:txBody>
        </p:sp>
        <p:sp>
          <p:nvSpPr>
            <p:cNvPr id="194" name="Rectangle 159">
              <a:extLst>
                <a:ext uri="{FF2B5EF4-FFF2-40B4-BE49-F238E27FC236}">
                  <a16:creationId xmlns:a16="http://schemas.microsoft.com/office/drawing/2014/main" id="{3023999F-E5E1-4BC7-A566-4B1F5D592C35}"/>
                </a:ext>
              </a:extLst>
            </p:cNvPr>
            <p:cNvSpPr>
              <a:spLocks noChangeArrowheads="1"/>
            </p:cNvSpPr>
            <p:nvPr/>
          </p:nvSpPr>
          <p:spPr bwMode="auto">
            <a:xfrm>
              <a:off x="3214688" y="1731963"/>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1" name="Inhaltsplatzhalter 4">
            <a:extLst>
              <a:ext uri="{FF2B5EF4-FFF2-40B4-BE49-F238E27FC236}">
                <a16:creationId xmlns:a16="http://schemas.microsoft.com/office/drawing/2014/main" id="{8DCCDF6B-79FC-43F4-BFE5-220BD1FFFED3}"/>
              </a:ext>
            </a:extLst>
          </p:cNvPr>
          <p:cNvSpPr txBox="1"/>
          <p:nvPr/>
        </p:nvSpPr>
        <p:spPr>
          <a:xfrm>
            <a:off x="6101788" y="2238470"/>
            <a:ext cx="4944308"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2"/>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grpSp>
        <p:nvGrpSpPr>
          <p:cNvPr id="136" name="Group 185">
            <a:extLst>
              <a:ext uri="{FF2B5EF4-FFF2-40B4-BE49-F238E27FC236}">
                <a16:creationId xmlns:a16="http://schemas.microsoft.com/office/drawing/2014/main" id="{8F122FB2-13CF-40BF-8522-D5EA13BCB3FA}"/>
              </a:ext>
            </a:extLst>
          </p:cNvPr>
          <p:cNvGrpSpPr/>
          <p:nvPr/>
        </p:nvGrpSpPr>
        <p:grpSpPr>
          <a:xfrm>
            <a:off x="1145904" y="3202491"/>
            <a:ext cx="2028676" cy="717420"/>
            <a:chOff x="3146425" y="2936875"/>
            <a:chExt cx="1752600" cy="688975"/>
          </a:xfrm>
          <a:effectLst>
            <a:outerShdw blurRad="50800" dist="38100" dir="2700000" algn="tl" rotWithShape="0">
              <a:prstClr val="black">
                <a:alpha val="40000"/>
              </a:prstClr>
            </a:outerShdw>
          </a:effectLst>
        </p:grpSpPr>
        <p:sp>
          <p:nvSpPr>
            <p:cNvPr id="187" name="Freeform 163">
              <a:extLst>
                <a:ext uri="{FF2B5EF4-FFF2-40B4-BE49-F238E27FC236}">
                  <a16:creationId xmlns:a16="http://schemas.microsoft.com/office/drawing/2014/main" id="{478DA079-6835-4BAD-881B-48936D0D4705}"/>
                </a:ext>
              </a:extLst>
            </p:cNvPr>
            <p:cNvSpPr/>
            <p:nvPr/>
          </p:nvSpPr>
          <p:spPr bwMode="auto">
            <a:xfrm>
              <a:off x="3146425" y="2936875"/>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zh-CN" altLang="en-US" b="1" dirty="0">
                  <a:solidFill>
                    <a:schemeClr val="accent3"/>
                  </a:solidFill>
                </a:rPr>
                <a:t>关键词</a:t>
              </a:r>
              <a:endParaRPr lang="en-US" b="1" dirty="0">
                <a:solidFill>
                  <a:schemeClr val="accent3"/>
                </a:solidFill>
              </a:endParaRPr>
            </a:p>
          </p:txBody>
        </p:sp>
        <p:sp>
          <p:nvSpPr>
            <p:cNvPr id="188" name="Freeform 164">
              <a:extLst>
                <a:ext uri="{FF2B5EF4-FFF2-40B4-BE49-F238E27FC236}">
                  <a16:creationId xmlns:a16="http://schemas.microsoft.com/office/drawing/2014/main" id="{64579D0B-4759-40A0-9ADE-72E85DC2B1C8}"/>
                </a:ext>
              </a:extLst>
            </p:cNvPr>
            <p:cNvSpPr/>
            <p:nvPr/>
          </p:nvSpPr>
          <p:spPr bwMode="auto">
            <a:xfrm>
              <a:off x="3146425" y="2936875"/>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9" name="Rectangle 165">
              <a:extLst>
                <a:ext uri="{FF2B5EF4-FFF2-40B4-BE49-F238E27FC236}">
                  <a16:creationId xmlns:a16="http://schemas.microsoft.com/office/drawing/2014/main" id="{782BAE43-2587-4D10-9633-E547983E6087}"/>
                </a:ext>
              </a:extLst>
            </p:cNvPr>
            <p:cNvSpPr>
              <a:spLocks noChangeArrowheads="1"/>
            </p:cNvSpPr>
            <p:nvPr/>
          </p:nvSpPr>
          <p:spPr bwMode="auto">
            <a:xfrm>
              <a:off x="3146425" y="2936875"/>
              <a:ext cx="68263" cy="688975"/>
            </a:xfrm>
            <a:prstGeom prst="rect">
              <a:avLst/>
            </a:prstGeom>
            <a:solidFill>
              <a:schemeClr val="accent3"/>
            </a:solidFill>
            <a:ln>
              <a:noFill/>
            </a:ln>
          </p:spPr>
          <p:txBody>
            <a:bodyPr vert="horz" wrap="square" lIns="91440" tIns="45720" rIns="91440" bIns="45720" numCol="1" anchor="ctr" anchorCtr="0" compatLnSpc="1"/>
            <a:lstStyle/>
            <a:p>
              <a:pPr algn="ctr"/>
              <a:endParaRPr lang="en-US" b="1"/>
            </a:p>
          </p:txBody>
        </p:sp>
        <p:sp>
          <p:nvSpPr>
            <p:cNvPr id="190" name="Rectangle 167">
              <a:extLst>
                <a:ext uri="{FF2B5EF4-FFF2-40B4-BE49-F238E27FC236}">
                  <a16:creationId xmlns:a16="http://schemas.microsoft.com/office/drawing/2014/main" id="{9C472A8F-6AF3-4BEF-8A11-F0D053F20F44}"/>
                </a:ext>
              </a:extLst>
            </p:cNvPr>
            <p:cNvSpPr>
              <a:spLocks noChangeArrowheads="1"/>
            </p:cNvSpPr>
            <p:nvPr/>
          </p:nvSpPr>
          <p:spPr bwMode="auto">
            <a:xfrm>
              <a:off x="3214688" y="2936875"/>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3" name="Inhaltsplatzhalter 4">
            <a:extLst>
              <a:ext uri="{FF2B5EF4-FFF2-40B4-BE49-F238E27FC236}">
                <a16:creationId xmlns:a16="http://schemas.microsoft.com/office/drawing/2014/main" id="{AE4AAF1C-A54F-4965-9F56-524114FEC563}"/>
              </a:ext>
            </a:extLst>
          </p:cNvPr>
          <p:cNvSpPr txBox="1"/>
          <p:nvPr/>
        </p:nvSpPr>
        <p:spPr>
          <a:xfrm>
            <a:off x="6101788" y="3233812"/>
            <a:ext cx="4944308"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3"/>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grpSp>
        <p:nvGrpSpPr>
          <p:cNvPr id="137" name="Group 186">
            <a:extLst>
              <a:ext uri="{FF2B5EF4-FFF2-40B4-BE49-F238E27FC236}">
                <a16:creationId xmlns:a16="http://schemas.microsoft.com/office/drawing/2014/main" id="{7D65B309-ED6F-4B14-9C2A-0FC3DB179F09}"/>
              </a:ext>
            </a:extLst>
          </p:cNvPr>
          <p:cNvGrpSpPr/>
          <p:nvPr/>
        </p:nvGrpSpPr>
        <p:grpSpPr>
          <a:xfrm>
            <a:off x="1145904" y="4196181"/>
            <a:ext cx="2028676" cy="720724"/>
            <a:chOff x="3146425" y="4138613"/>
            <a:chExt cx="1752600" cy="692150"/>
          </a:xfrm>
          <a:effectLst>
            <a:outerShdw blurRad="50800" dist="38100" dir="2700000" algn="tl" rotWithShape="0">
              <a:prstClr val="black">
                <a:alpha val="40000"/>
              </a:prstClr>
            </a:outerShdw>
          </a:effectLst>
        </p:grpSpPr>
        <p:sp>
          <p:nvSpPr>
            <p:cNvPr id="183" name="Freeform 171">
              <a:extLst>
                <a:ext uri="{FF2B5EF4-FFF2-40B4-BE49-F238E27FC236}">
                  <a16:creationId xmlns:a16="http://schemas.microsoft.com/office/drawing/2014/main" id="{FFA1CC6F-CD8C-4CD1-9F1C-732D2EE59AF9}"/>
                </a:ext>
              </a:extLst>
            </p:cNvPr>
            <p:cNvSpPr/>
            <p:nvPr/>
          </p:nvSpPr>
          <p:spPr bwMode="auto">
            <a:xfrm>
              <a:off x="3146425" y="4138613"/>
              <a:ext cx="1752600" cy="692150"/>
            </a:xfrm>
            <a:custGeom>
              <a:avLst/>
              <a:gdLst>
                <a:gd name="T0" fmla="*/ 1042 w 1104"/>
                <a:gd name="T1" fmla="*/ 0 h 436"/>
                <a:gd name="T2" fmla="*/ 0 w 1104"/>
                <a:gd name="T3" fmla="*/ 0 h 436"/>
                <a:gd name="T4" fmla="*/ 0 w 1104"/>
                <a:gd name="T5" fmla="*/ 436 h 436"/>
                <a:gd name="T6" fmla="*/ 1042 w 1104"/>
                <a:gd name="T7" fmla="*/ 436 h 436"/>
                <a:gd name="T8" fmla="*/ 1042 w 1104"/>
                <a:gd name="T9" fmla="*/ 367 h 436"/>
                <a:gd name="T10" fmla="*/ 1104 w 1104"/>
                <a:gd name="T11" fmla="*/ 312 h 436"/>
                <a:gd name="T12" fmla="*/ 1042 w 1104"/>
                <a:gd name="T13" fmla="*/ 258 h 436"/>
                <a:gd name="T14" fmla="*/ 1042 w 1104"/>
                <a:gd name="T15" fmla="*/ 0 h 4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6">
                  <a:moveTo>
                    <a:pt x="1042" y="0"/>
                  </a:moveTo>
                  <a:lnTo>
                    <a:pt x="0" y="0"/>
                  </a:lnTo>
                  <a:lnTo>
                    <a:pt x="0" y="436"/>
                  </a:lnTo>
                  <a:lnTo>
                    <a:pt x="1042" y="436"/>
                  </a:lnTo>
                  <a:lnTo>
                    <a:pt x="1042" y="367"/>
                  </a:lnTo>
                  <a:lnTo>
                    <a:pt x="1104" y="312"/>
                  </a:lnTo>
                  <a:lnTo>
                    <a:pt x="1042" y="258"/>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zh-CN" altLang="en-US" b="1" dirty="0">
                  <a:solidFill>
                    <a:schemeClr val="accent4"/>
                  </a:solidFill>
                </a:rPr>
                <a:t>关键词</a:t>
              </a:r>
              <a:endParaRPr lang="en-US" b="1" dirty="0">
                <a:solidFill>
                  <a:schemeClr val="accent4"/>
                </a:solidFill>
              </a:endParaRPr>
            </a:p>
          </p:txBody>
        </p:sp>
        <p:sp>
          <p:nvSpPr>
            <p:cNvPr id="184" name="Freeform 172">
              <a:extLst>
                <a:ext uri="{FF2B5EF4-FFF2-40B4-BE49-F238E27FC236}">
                  <a16:creationId xmlns:a16="http://schemas.microsoft.com/office/drawing/2014/main" id="{8795E295-17A2-4B30-ADA5-473D2BD0682A}"/>
                </a:ext>
              </a:extLst>
            </p:cNvPr>
            <p:cNvSpPr/>
            <p:nvPr/>
          </p:nvSpPr>
          <p:spPr bwMode="auto">
            <a:xfrm>
              <a:off x="3146425" y="4138613"/>
              <a:ext cx="1752600" cy="692150"/>
            </a:xfrm>
            <a:custGeom>
              <a:avLst/>
              <a:gdLst>
                <a:gd name="T0" fmla="*/ 1042 w 1104"/>
                <a:gd name="T1" fmla="*/ 0 h 436"/>
                <a:gd name="T2" fmla="*/ 0 w 1104"/>
                <a:gd name="T3" fmla="*/ 0 h 436"/>
                <a:gd name="T4" fmla="*/ 0 w 1104"/>
                <a:gd name="T5" fmla="*/ 436 h 436"/>
                <a:gd name="T6" fmla="*/ 1042 w 1104"/>
                <a:gd name="T7" fmla="*/ 436 h 436"/>
                <a:gd name="T8" fmla="*/ 1042 w 1104"/>
                <a:gd name="T9" fmla="*/ 367 h 436"/>
                <a:gd name="T10" fmla="*/ 1104 w 1104"/>
                <a:gd name="T11" fmla="*/ 312 h 436"/>
                <a:gd name="T12" fmla="*/ 1042 w 1104"/>
                <a:gd name="T13" fmla="*/ 258 h 436"/>
                <a:gd name="T14" fmla="*/ 1042 w 1104"/>
                <a:gd name="T15" fmla="*/ 0 h 43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6">
                  <a:moveTo>
                    <a:pt x="1042" y="0"/>
                  </a:moveTo>
                  <a:lnTo>
                    <a:pt x="0" y="0"/>
                  </a:lnTo>
                  <a:lnTo>
                    <a:pt x="0" y="436"/>
                  </a:lnTo>
                  <a:lnTo>
                    <a:pt x="1042" y="436"/>
                  </a:lnTo>
                  <a:lnTo>
                    <a:pt x="1042" y="367"/>
                  </a:lnTo>
                  <a:lnTo>
                    <a:pt x="1104" y="312"/>
                  </a:lnTo>
                  <a:lnTo>
                    <a:pt x="1042" y="258"/>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5" name="Rectangle 173">
              <a:extLst>
                <a:ext uri="{FF2B5EF4-FFF2-40B4-BE49-F238E27FC236}">
                  <a16:creationId xmlns:a16="http://schemas.microsoft.com/office/drawing/2014/main" id="{A43A4AB9-749A-4532-BD8D-E3D32D12DECE}"/>
                </a:ext>
              </a:extLst>
            </p:cNvPr>
            <p:cNvSpPr>
              <a:spLocks noChangeArrowheads="1"/>
            </p:cNvSpPr>
            <p:nvPr/>
          </p:nvSpPr>
          <p:spPr bwMode="auto">
            <a:xfrm>
              <a:off x="3146425" y="4138613"/>
              <a:ext cx="68263" cy="692150"/>
            </a:xfrm>
            <a:prstGeom prst="rect">
              <a:avLst/>
            </a:prstGeom>
            <a:solidFill>
              <a:schemeClr val="accent4"/>
            </a:solidFill>
            <a:ln>
              <a:noFill/>
            </a:ln>
          </p:spPr>
          <p:txBody>
            <a:bodyPr vert="horz" wrap="square" lIns="91440" tIns="45720" rIns="91440" bIns="45720" numCol="1" anchor="ctr" anchorCtr="0" compatLnSpc="1"/>
            <a:lstStyle/>
            <a:p>
              <a:pPr algn="ctr"/>
              <a:endParaRPr lang="en-US" b="1"/>
            </a:p>
          </p:txBody>
        </p:sp>
        <p:sp>
          <p:nvSpPr>
            <p:cNvPr id="186" name="Rectangle 175">
              <a:extLst>
                <a:ext uri="{FF2B5EF4-FFF2-40B4-BE49-F238E27FC236}">
                  <a16:creationId xmlns:a16="http://schemas.microsoft.com/office/drawing/2014/main" id="{0936B84D-E3BB-4CE9-8E6C-938EEF1FB4F9}"/>
                </a:ext>
              </a:extLst>
            </p:cNvPr>
            <p:cNvSpPr>
              <a:spLocks noChangeArrowheads="1"/>
            </p:cNvSpPr>
            <p:nvPr/>
          </p:nvSpPr>
          <p:spPr bwMode="auto">
            <a:xfrm>
              <a:off x="3214688" y="4138613"/>
              <a:ext cx="1585913" cy="271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5" name="Inhaltsplatzhalter 4">
            <a:extLst>
              <a:ext uri="{FF2B5EF4-FFF2-40B4-BE49-F238E27FC236}">
                <a16:creationId xmlns:a16="http://schemas.microsoft.com/office/drawing/2014/main" id="{00329490-1BD1-4B3B-BCC9-B0B9B0D3A341}"/>
              </a:ext>
            </a:extLst>
          </p:cNvPr>
          <p:cNvSpPr txBox="1"/>
          <p:nvPr/>
        </p:nvSpPr>
        <p:spPr>
          <a:xfrm>
            <a:off x="6101788" y="4229154"/>
            <a:ext cx="4944308"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4"/>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50000"/>
                </a:schemeClr>
              </a:solidFill>
              <a:latin typeface="+mn-lt"/>
            </a:endParaRPr>
          </a:p>
        </p:txBody>
      </p:sp>
      <p:grpSp>
        <p:nvGrpSpPr>
          <p:cNvPr id="138" name="Group 187">
            <a:extLst>
              <a:ext uri="{FF2B5EF4-FFF2-40B4-BE49-F238E27FC236}">
                <a16:creationId xmlns:a16="http://schemas.microsoft.com/office/drawing/2014/main" id="{159E7B66-A58D-4335-927F-D1EC191DE7DB}"/>
              </a:ext>
            </a:extLst>
          </p:cNvPr>
          <p:cNvGrpSpPr/>
          <p:nvPr/>
        </p:nvGrpSpPr>
        <p:grpSpPr>
          <a:xfrm>
            <a:off x="1145904" y="5193174"/>
            <a:ext cx="2028676" cy="717420"/>
            <a:chOff x="3146425" y="5345113"/>
            <a:chExt cx="1752600" cy="688975"/>
          </a:xfrm>
          <a:effectLst>
            <a:outerShdw blurRad="50800" dist="38100" dir="2700000" algn="tl" rotWithShape="0">
              <a:prstClr val="black">
                <a:alpha val="40000"/>
              </a:prstClr>
            </a:outerShdw>
          </a:effectLst>
        </p:grpSpPr>
        <p:sp>
          <p:nvSpPr>
            <p:cNvPr id="179" name="Freeform 179">
              <a:extLst>
                <a:ext uri="{FF2B5EF4-FFF2-40B4-BE49-F238E27FC236}">
                  <a16:creationId xmlns:a16="http://schemas.microsoft.com/office/drawing/2014/main" id="{09605EE5-B762-457A-9387-74B9AC7EC4B6}"/>
                </a:ext>
              </a:extLst>
            </p:cNvPr>
            <p:cNvSpPr/>
            <p:nvPr/>
          </p:nvSpPr>
          <p:spPr bwMode="auto">
            <a:xfrm>
              <a:off x="3146425" y="534511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close/>
                </a:path>
              </a:pathLst>
            </a:custGeom>
            <a:solidFill>
              <a:schemeClr val="bg1">
                <a:lumMod val="95000"/>
              </a:schemeClr>
            </a:solidFill>
            <a:ln>
              <a:noFill/>
            </a:ln>
          </p:spPr>
          <p:txBody>
            <a:bodyPr vert="horz" wrap="square" lIns="91440" tIns="45720" rIns="91440" bIns="45720" numCol="1" anchor="ctr" anchorCtr="0" compatLnSpc="1"/>
            <a:lstStyle/>
            <a:p>
              <a:pPr algn="ctr"/>
              <a:r>
                <a:rPr lang="zh-CN" altLang="en-US" b="1" dirty="0">
                  <a:solidFill>
                    <a:schemeClr val="accent5"/>
                  </a:solidFill>
                </a:rPr>
                <a:t>关键词</a:t>
              </a:r>
              <a:endParaRPr lang="en-US" b="1" dirty="0">
                <a:solidFill>
                  <a:schemeClr val="accent5"/>
                </a:solidFill>
              </a:endParaRPr>
            </a:p>
          </p:txBody>
        </p:sp>
        <p:sp>
          <p:nvSpPr>
            <p:cNvPr id="180" name="Freeform 180">
              <a:extLst>
                <a:ext uri="{FF2B5EF4-FFF2-40B4-BE49-F238E27FC236}">
                  <a16:creationId xmlns:a16="http://schemas.microsoft.com/office/drawing/2014/main" id="{B3CA14B9-9B24-41F7-8B21-82B4E86B3032}"/>
                </a:ext>
              </a:extLst>
            </p:cNvPr>
            <p:cNvSpPr/>
            <p:nvPr/>
          </p:nvSpPr>
          <p:spPr bwMode="auto">
            <a:xfrm>
              <a:off x="3146425" y="5345113"/>
              <a:ext cx="1752600" cy="688975"/>
            </a:xfrm>
            <a:custGeom>
              <a:avLst/>
              <a:gdLst>
                <a:gd name="T0" fmla="*/ 1042 w 1104"/>
                <a:gd name="T1" fmla="*/ 0 h 434"/>
                <a:gd name="T2" fmla="*/ 0 w 1104"/>
                <a:gd name="T3" fmla="*/ 0 h 434"/>
                <a:gd name="T4" fmla="*/ 0 w 1104"/>
                <a:gd name="T5" fmla="*/ 434 h 434"/>
                <a:gd name="T6" fmla="*/ 1042 w 1104"/>
                <a:gd name="T7" fmla="*/ 434 h 434"/>
                <a:gd name="T8" fmla="*/ 1042 w 1104"/>
                <a:gd name="T9" fmla="*/ 365 h 434"/>
                <a:gd name="T10" fmla="*/ 1104 w 1104"/>
                <a:gd name="T11" fmla="*/ 310 h 434"/>
                <a:gd name="T12" fmla="*/ 1042 w 1104"/>
                <a:gd name="T13" fmla="*/ 256 h 434"/>
                <a:gd name="T14" fmla="*/ 1042 w 1104"/>
                <a:gd name="T15" fmla="*/ 0 h 4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04" h="434">
                  <a:moveTo>
                    <a:pt x="1042" y="0"/>
                  </a:moveTo>
                  <a:lnTo>
                    <a:pt x="0" y="0"/>
                  </a:lnTo>
                  <a:lnTo>
                    <a:pt x="0" y="434"/>
                  </a:lnTo>
                  <a:lnTo>
                    <a:pt x="1042" y="434"/>
                  </a:lnTo>
                  <a:lnTo>
                    <a:pt x="1042" y="365"/>
                  </a:lnTo>
                  <a:lnTo>
                    <a:pt x="1104" y="310"/>
                  </a:lnTo>
                  <a:lnTo>
                    <a:pt x="1042" y="256"/>
                  </a:lnTo>
                  <a:lnTo>
                    <a:pt x="10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ctr" anchorCtr="0" compatLnSpc="1"/>
            <a:lstStyle/>
            <a:p>
              <a:pPr algn="ctr"/>
              <a:endParaRPr lang="en-US" b="1"/>
            </a:p>
          </p:txBody>
        </p:sp>
        <p:sp>
          <p:nvSpPr>
            <p:cNvPr id="181" name="Rectangle 181">
              <a:extLst>
                <a:ext uri="{FF2B5EF4-FFF2-40B4-BE49-F238E27FC236}">
                  <a16:creationId xmlns:a16="http://schemas.microsoft.com/office/drawing/2014/main" id="{AC2C54B3-5216-485E-AEE0-880B9277865C}"/>
                </a:ext>
              </a:extLst>
            </p:cNvPr>
            <p:cNvSpPr>
              <a:spLocks noChangeArrowheads="1"/>
            </p:cNvSpPr>
            <p:nvPr/>
          </p:nvSpPr>
          <p:spPr bwMode="auto">
            <a:xfrm>
              <a:off x="3146425" y="5345113"/>
              <a:ext cx="68263" cy="688975"/>
            </a:xfrm>
            <a:prstGeom prst="rect">
              <a:avLst/>
            </a:prstGeom>
            <a:solidFill>
              <a:schemeClr val="accent5"/>
            </a:solidFill>
            <a:ln>
              <a:noFill/>
            </a:ln>
          </p:spPr>
          <p:txBody>
            <a:bodyPr vert="horz" wrap="square" lIns="91440" tIns="45720" rIns="91440" bIns="45720" numCol="1" anchor="ctr" anchorCtr="0" compatLnSpc="1"/>
            <a:lstStyle/>
            <a:p>
              <a:pPr algn="ctr"/>
              <a:endParaRPr lang="en-US" b="1"/>
            </a:p>
          </p:txBody>
        </p:sp>
        <p:sp>
          <p:nvSpPr>
            <p:cNvPr id="182" name="Rectangle 183">
              <a:extLst>
                <a:ext uri="{FF2B5EF4-FFF2-40B4-BE49-F238E27FC236}">
                  <a16:creationId xmlns:a16="http://schemas.microsoft.com/office/drawing/2014/main" id="{9EB0A1F1-986E-4433-8FE5-E4B05E1E78BC}"/>
                </a:ext>
              </a:extLst>
            </p:cNvPr>
            <p:cNvSpPr>
              <a:spLocks noChangeArrowheads="1"/>
            </p:cNvSpPr>
            <p:nvPr/>
          </p:nvSpPr>
          <p:spPr bwMode="auto">
            <a:xfrm>
              <a:off x="3214688" y="5345113"/>
              <a:ext cx="1585913"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algn="ctr"/>
              <a:endParaRPr lang="en-US" b="1"/>
            </a:p>
          </p:txBody>
        </p:sp>
      </p:grpSp>
      <p:sp>
        <p:nvSpPr>
          <p:cNvPr id="157" name="Inhaltsplatzhalter 4">
            <a:extLst>
              <a:ext uri="{FF2B5EF4-FFF2-40B4-BE49-F238E27FC236}">
                <a16:creationId xmlns:a16="http://schemas.microsoft.com/office/drawing/2014/main" id="{49655A9B-702E-48A3-A76D-6720C794C883}"/>
              </a:ext>
            </a:extLst>
          </p:cNvPr>
          <p:cNvSpPr txBox="1"/>
          <p:nvPr/>
        </p:nvSpPr>
        <p:spPr>
          <a:xfrm>
            <a:off x="6101788" y="5224495"/>
            <a:ext cx="4944308" cy="816827"/>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800" b="1" dirty="0">
                <a:solidFill>
                  <a:schemeClr val="accent5"/>
                </a:solidFill>
                <a:latin typeface="+mj-lt"/>
              </a:rPr>
              <a:t>小标题</a:t>
            </a:r>
            <a:br>
              <a:rPr lang="en-US" sz="1400" b="1" dirty="0">
                <a:solidFill>
                  <a:schemeClr val="bg1">
                    <a:lumMod val="50000"/>
                  </a:schemeClr>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100" dirty="0">
              <a:solidFill>
                <a:schemeClr val="tx1">
                  <a:lumMod val="75000"/>
                  <a:lumOff val="25000"/>
                </a:schemeClr>
              </a:solidFill>
              <a:latin typeface="+mn-lt"/>
            </a:endParaRPr>
          </a:p>
        </p:txBody>
      </p:sp>
      <p:sp>
        <p:nvSpPr>
          <p:cNvPr id="41" name="Freeform 96">
            <a:extLst>
              <a:ext uri="{FF2B5EF4-FFF2-40B4-BE49-F238E27FC236}">
                <a16:creationId xmlns:a16="http://schemas.microsoft.com/office/drawing/2014/main" id="{95E34010-8B04-4F8F-AB26-CEE459F323A5}"/>
              </a:ext>
            </a:extLst>
          </p:cNvPr>
          <p:cNvSpPr/>
          <p:nvPr/>
        </p:nvSpPr>
        <p:spPr bwMode="auto">
          <a:xfrm>
            <a:off x="4731351" y="2133951"/>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2">
              <a:lumMod val="50000"/>
            </a:schemeClr>
          </a:solidFill>
          <a:ln>
            <a:noFill/>
          </a:ln>
        </p:spPr>
        <p:txBody>
          <a:bodyPr vert="horz" wrap="square" lIns="91440" tIns="45720" rIns="91440" bIns="45720" numCol="1" anchor="t" anchorCtr="0" compatLnSpc="1"/>
          <a:lstStyle/>
          <a:p>
            <a:endParaRPr lang="en-US"/>
          </a:p>
        </p:txBody>
      </p:sp>
      <p:sp>
        <p:nvSpPr>
          <p:cNvPr id="42" name="Freeform 97">
            <a:extLst>
              <a:ext uri="{FF2B5EF4-FFF2-40B4-BE49-F238E27FC236}">
                <a16:creationId xmlns:a16="http://schemas.microsoft.com/office/drawing/2014/main" id="{CF3DEBDF-2005-45B0-82E6-ED93A7941C41}"/>
              </a:ext>
            </a:extLst>
          </p:cNvPr>
          <p:cNvSpPr/>
          <p:nvPr/>
        </p:nvSpPr>
        <p:spPr bwMode="auto">
          <a:xfrm>
            <a:off x="4731351" y="2133951"/>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3" name="Freeform 98">
            <a:extLst>
              <a:ext uri="{FF2B5EF4-FFF2-40B4-BE49-F238E27FC236}">
                <a16:creationId xmlns:a16="http://schemas.microsoft.com/office/drawing/2014/main" id="{321AA517-9757-4069-8CA8-5BB0C2514D1A}"/>
              </a:ext>
            </a:extLst>
          </p:cNvPr>
          <p:cNvSpPr/>
          <p:nvPr/>
        </p:nvSpPr>
        <p:spPr bwMode="auto">
          <a:xfrm>
            <a:off x="4731351" y="3137935"/>
            <a:ext cx="1043668" cy="305560"/>
          </a:xfrm>
          <a:custGeom>
            <a:avLst/>
            <a:gdLst>
              <a:gd name="T0" fmla="*/ 789 w 789"/>
              <a:gd name="T1" fmla="*/ 115 h 231"/>
              <a:gd name="T2" fmla="*/ 394 w 789"/>
              <a:gd name="T3" fmla="*/ 0 h 231"/>
              <a:gd name="T4" fmla="*/ 0 w 789"/>
              <a:gd name="T5" fmla="*/ 115 h 231"/>
              <a:gd name="T6" fmla="*/ 394 w 789"/>
              <a:gd name="T7" fmla="*/ 231 h 231"/>
              <a:gd name="T8" fmla="*/ 789 w 789"/>
              <a:gd name="T9" fmla="*/ 115 h 231"/>
            </a:gdLst>
            <a:ahLst/>
            <a:cxnLst>
              <a:cxn ang="0">
                <a:pos x="T0" y="T1"/>
              </a:cxn>
              <a:cxn ang="0">
                <a:pos x="T2" y="T3"/>
              </a:cxn>
              <a:cxn ang="0">
                <a:pos x="T4" y="T5"/>
              </a:cxn>
              <a:cxn ang="0">
                <a:pos x="T6" y="T7"/>
              </a:cxn>
              <a:cxn ang="0">
                <a:pos x="T8" y="T9"/>
              </a:cxn>
            </a:cxnLst>
            <a:rect l="0" t="0" r="r" b="b"/>
            <a:pathLst>
              <a:path w="789" h="231">
                <a:moveTo>
                  <a:pt x="789" y="115"/>
                </a:moveTo>
                <a:lnTo>
                  <a:pt x="394" y="0"/>
                </a:lnTo>
                <a:lnTo>
                  <a:pt x="0" y="115"/>
                </a:lnTo>
                <a:lnTo>
                  <a:pt x="394" y="231"/>
                </a:lnTo>
                <a:lnTo>
                  <a:pt x="789" y="115"/>
                </a:lnTo>
                <a:close/>
              </a:path>
            </a:pathLst>
          </a:custGeom>
          <a:solidFill>
            <a:schemeClr val="accent3">
              <a:lumMod val="50000"/>
            </a:schemeClr>
          </a:solidFill>
          <a:ln>
            <a:noFill/>
          </a:ln>
        </p:spPr>
        <p:txBody>
          <a:bodyPr vert="horz" wrap="square" lIns="91440" tIns="45720" rIns="91440" bIns="45720" numCol="1" anchor="t" anchorCtr="0" compatLnSpc="1"/>
          <a:lstStyle/>
          <a:p>
            <a:endParaRPr lang="en-US"/>
          </a:p>
        </p:txBody>
      </p:sp>
      <p:sp>
        <p:nvSpPr>
          <p:cNvPr id="44" name="Freeform 99">
            <a:extLst>
              <a:ext uri="{FF2B5EF4-FFF2-40B4-BE49-F238E27FC236}">
                <a16:creationId xmlns:a16="http://schemas.microsoft.com/office/drawing/2014/main" id="{A354CAC6-5CA2-4B8F-B685-1D01A0CD8F96}"/>
              </a:ext>
            </a:extLst>
          </p:cNvPr>
          <p:cNvSpPr/>
          <p:nvPr/>
        </p:nvSpPr>
        <p:spPr bwMode="auto">
          <a:xfrm>
            <a:off x="4731351" y="3137935"/>
            <a:ext cx="1043668" cy="305560"/>
          </a:xfrm>
          <a:custGeom>
            <a:avLst/>
            <a:gdLst>
              <a:gd name="T0" fmla="*/ 789 w 789"/>
              <a:gd name="T1" fmla="*/ 115 h 231"/>
              <a:gd name="T2" fmla="*/ 394 w 789"/>
              <a:gd name="T3" fmla="*/ 0 h 231"/>
              <a:gd name="T4" fmla="*/ 0 w 789"/>
              <a:gd name="T5" fmla="*/ 115 h 231"/>
              <a:gd name="T6" fmla="*/ 394 w 789"/>
              <a:gd name="T7" fmla="*/ 231 h 231"/>
              <a:gd name="T8" fmla="*/ 789 w 789"/>
              <a:gd name="T9" fmla="*/ 115 h 231"/>
            </a:gdLst>
            <a:ahLst/>
            <a:cxnLst>
              <a:cxn ang="0">
                <a:pos x="T0" y="T1"/>
              </a:cxn>
              <a:cxn ang="0">
                <a:pos x="T2" y="T3"/>
              </a:cxn>
              <a:cxn ang="0">
                <a:pos x="T4" y="T5"/>
              </a:cxn>
              <a:cxn ang="0">
                <a:pos x="T6" y="T7"/>
              </a:cxn>
              <a:cxn ang="0">
                <a:pos x="T8" y="T9"/>
              </a:cxn>
            </a:cxnLst>
            <a:rect l="0" t="0" r="r" b="b"/>
            <a:pathLst>
              <a:path w="789" h="231">
                <a:moveTo>
                  <a:pt x="789" y="115"/>
                </a:moveTo>
                <a:lnTo>
                  <a:pt x="394" y="0"/>
                </a:lnTo>
                <a:lnTo>
                  <a:pt x="0" y="115"/>
                </a:lnTo>
                <a:lnTo>
                  <a:pt x="394" y="231"/>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5" name="Freeform 100">
            <a:extLst>
              <a:ext uri="{FF2B5EF4-FFF2-40B4-BE49-F238E27FC236}">
                <a16:creationId xmlns:a16="http://schemas.microsoft.com/office/drawing/2014/main" id="{16138FA8-DFF6-4B6A-A952-73E95E3A7F42}"/>
              </a:ext>
            </a:extLst>
          </p:cNvPr>
          <p:cNvSpPr/>
          <p:nvPr/>
        </p:nvSpPr>
        <p:spPr bwMode="auto">
          <a:xfrm>
            <a:off x="4731351" y="4140597"/>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4">
              <a:lumMod val="50000"/>
            </a:schemeClr>
          </a:solidFill>
          <a:ln>
            <a:noFill/>
          </a:ln>
        </p:spPr>
        <p:txBody>
          <a:bodyPr vert="horz" wrap="square" lIns="91440" tIns="45720" rIns="91440" bIns="45720" numCol="1" anchor="t" anchorCtr="0" compatLnSpc="1"/>
          <a:lstStyle/>
          <a:p>
            <a:endParaRPr lang="en-US"/>
          </a:p>
        </p:txBody>
      </p:sp>
      <p:sp>
        <p:nvSpPr>
          <p:cNvPr id="46" name="Freeform 101">
            <a:extLst>
              <a:ext uri="{FF2B5EF4-FFF2-40B4-BE49-F238E27FC236}">
                <a16:creationId xmlns:a16="http://schemas.microsoft.com/office/drawing/2014/main" id="{968A74FD-EF43-46DA-AB0D-2652CAC8C12F}"/>
              </a:ext>
            </a:extLst>
          </p:cNvPr>
          <p:cNvSpPr/>
          <p:nvPr/>
        </p:nvSpPr>
        <p:spPr bwMode="auto">
          <a:xfrm>
            <a:off x="4731351" y="4140597"/>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7" name="Freeform 102">
            <a:extLst>
              <a:ext uri="{FF2B5EF4-FFF2-40B4-BE49-F238E27FC236}">
                <a16:creationId xmlns:a16="http://schemas.microsoft.com/office/drawing/2014/main" id="{2FC84A3A-00A6-4F8D-BF8E-E00D131DAC97}"/>
              </a:ext>
            </a:extLst>
          </p:cNvPr>
          <p:cNvSpPr/>
          <p:nvPr/>
        </p:nvSpPr>
        <p:spPr bwMode="auto">
          <a:xfrm>
            <a:off x="4731351" y="5144582"/>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close/>
              </a:path>
            </a:pathLst>
          </a:custGeom>
          <a:solidFill>
            <a:schemeClr val="accent5">
              <a:lumMod val="50000"/>
            </a:schemeClr>
          </a:solidFill>
          <a:ln>
            <a:noFill/>
          </a:ln>
        </p:spPr>
        <p:txBody>
          <a:bodyPr vert="horz" wrap="square" lIns="91440" tIns="45720" rIns="91440" bIns="45720" numCol="1" anchor="t" anchorCtr="0" compatLnSpc="1"/>
          <a:lstStyle/>
          <a:p>
            <a:endParaRPr lang="en-US"/>
          </a:p>
        </p:txBody>
      </p:sp>
      <p:sp>
        <p:nvSpPr>
          <p:cNvPr id="48" name="Freeform 103">
            <a:extLst>
              <a:ext uri="{FF2B5EF4-FFF2-40B4-BE49-F238E27FC236}">
                <a16:creationId xmlns:a16="http://schemas.microsoft.com/office/drawing/2014/main" id="{5868672F-1551-4D74-85F3-8B3768AF08C2}"/>
              </a:ext>
            </a:extLst>
          </p:cNvPr>
          <p:cNvSpPr/>
          <p:nvPr/>
        </p:nvSpPr>
        <p:spPr bwMode="auto">
          <a:xfrm>
            <a:off x="4731351" y="5144582"/>
            <a:ext cx="1043668" cy="306883"/>
          </a:xfrm>
          <a:custGeom>
            <a:avLst/>
            <a:gdLst>
              <a:gd name="T0" fmla="*/ 789 w 789"/>
              <a:gd name="T1" fmla="*/ 115 h 232"/>
              <a:gd name="T2" fmla="*/ 394 w 789"/>
              <a:gd name="T3" fmla="*/ 0 h 232"/>
              <a:gd name="T4" fmla="*/ 0 w 789"/>
              <a:gd name="T5" fmla="*/ 115 h 232"/>
              <a:gd name="T6" fmla="*/ 394 w 789"/>
              <a:gd name="T7" fmla="*/ 232 h 232"/>
              <a:gd name="T8" fmla="*/ 789 w 789"/>
              <a:gd name="T9" fmla="*/ 115 h 232"/>
            </a:gdLst>
            <a:ahLst/>
            <a:cxnLst>
              <a:cxn ang="0">
                <a:pos x="T0" y="T1"/>
              </a:cxn>
              <a:cxn ang="0">
                <a:pos x="T2" y="T3"/>
              </a:cxn>
              <a:cxn ang="0">
                <a:pos x="T4" y="T5"/>
              </a:cxn>
              <a:cxn ang="0">
                <a:pos x="T6" y="T7"/>
              </a:cxn>
              <a:cxn ang="0">
                <a:pos x="T8" y="T9"/>
              </a:cxn>
            </a:cxnLst>
            <a:rect l="0" t="0" r="r" b="b"/>
            <a:pathLst>
              <a:path w="789" h="232">
                <a:moveTo>
                  <a:pt x="789" y="115"/>
                </a:moveTo>
                <a:lnTo>
                  <a:pt x="394" y="0"/>
                </a:lnTo>
                <a:lnTo>
                  <a:pt x="0" y="115"/>
                </a:lnTo>
                <a:lnTo>
                  <a:pt x="394" y="232"/>
                </a:lnTo>
                <a:lnTo>
                  <a:pt x="789" y="115"/>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49" name="Freeform 104">
            <a:extLst>
              <a:ext uri="{FF2B5EF4-FFF2-40B4-BE49-F238E27FC236}">
                <a16:creationId xmlns:a16="http://schemas.microsoft.com/office/drawing/2014/main" id="{27B3DA72-EE99-42FC-86EF-E9B7C8149C90}"/>
              </a:ext>
            </a:extLst>
          </p:cNvPr>
          <p:cNvSpPr/>
          <p:nvPr/>
        </p:nvSpPr>
        <p:spPr bwMode="auto">
          <a:xfrm>
            <a:off x="4731351" y="1129966"/>
            <a:ext cx="1043668" cy="306883"/>
          </a:xfrm>
          <a:custGeom>
            <a:avLst/>
            <a:gdLst>
              <a:gd name="T0" fmla="*/ 789 w 789"/>
              <a:gd name="T1" fmla="*/ 114 h 232"/>
              <a:gd name="T2" fmla="*/ 394 w 789"/>
              <a:gd name="T3" fmla="*/ 0 h 232"/>
              <a:gd name="T4" fmla="*/ 0 w 789"/>
              <a:gd name="T5" fmla="*/ 114 h 232"/>
              <a:gd name="T6" fmla="*/ 394 w 789"/>
              <a:gd name="T7" fmla="*/ 232 h 232"/>
              <a:gd name="T8" fmla="*/ 789 w 789"/>
              <a:gd name="T9" fmla="*/ 114 h 232"/>
            </a:gdLst>
            <a:ahLst/>
            <a:cxnLst>
              <a:cxn ang="0">
                <a:pos x="T0" y="T1"/>
              </a:cxn>
              <a:cxn ang="0">
                <a:pos x="T2" y="T3"/>
              </a:cxn>
              <a:cxn ang="0">
                <a:pos x="T4" y="T5"/>
              </a:cxn>
              <a:cxn ang="0">
                <a:pos x="T6" y="T7"/>
              </a:cxn>
              <a:cxn ang="0">
                <a:pos x="T8" y="T9"/>
              </a:cxn>
            </a:cxnLst>
            <a:rect l="0" t="0" r="r" b="b"/>
            <a:pathLst>
              <a:path w="789" h="232">
                <a:moveTo>
                  <a:pt x="789" y="114"/>
                </a:moveTo>
                <a:lnTo>
                  <a:pt x="394" y="0"/>
                </a:lnTo>
                <a:lnTo>
                  <a:pt x="0" y="114"/>
                </a:lnTo>
                <a:lnTo>
                  <a:pt x="394" y="232"/>
                </a:lnTo>
                <a:lnTo>
                  <a:pt x="789" y="114"/>
                </a:lnTo>
                <a:close/>
              </a:path>
            </a:pathLst>
          </a:custGeom>
          <a:solidFill>
            <a:schemeClr val="accent1">
              <a:lumMod val="50000"/>
            </a:schemeClr>
          </a:solidFill>
          <a:ln>
            <a:noFill/>
          </a:ln>
        </p:spPr>
        <p:txBody>
          <a:bodyPr vert="horz" wrap="square" lIns="91440" tIns="45720" rIns="91440" bIns="45720" numCol="1" anchor="t" anchorCtr="0" compatLnSpc="1"/>
          <a:lstStyle/>
          <a:p>
            <a:endParaRPr lang="en-US"/>
          </a:p>
        </p:txBody>
      </p:sp>
      <p:sp>
        <p:nvSpPr>
          <p:cNvPr id="50" name="Freeform 105">
            <a:extLst>
              <a:ext uri="{FF2B5EF4-FFF2-40B4-BE49-F238E27FC236}">
                <a16:creationId xmlns:a16="http://schemas.microsoft.com/office/drawing/2014/main" id="{0CE73628-F5C7-4FCE-830A-0C642C7C5CEA}"/>
              </a:ext>
            </a:extLst>
          </p:cNvPr>
          <p:cNvSpPr/>
          <p:nvPr/>
        </p:nvSpPr>
        <p:spPr bwMode="auto">
          <a:xfrm>
            <a:off x="4731351" y="1129966"/>
            <a:ext cx="1043668" cy="306883"/>
          </a:xfrm>
          <a:custGeom>
            <a:avLst/>
            <a:gdLst>
              <a:gd name="T0" fmla="*/ 789 w 789"/>
              <a:gd name="T1" fmla="*/ 114 h 232"/>
              <a:gd name="T2" fmla="*/ 394 w 789"/>
              <a:gd name="T3" fmla="*/ 0 h 232"/>
              <a:gd name="T4" fmla="*/ 0 w 789"/>
              <a:gd name="T5" fmla="*/ 114 h 232"/>
              <a:gd name="T6" fmla="*/ 394 w 789"/>
              <a:gd name="T7" fmla="*/ 232 h 232"/>
              <a:gd name="T8" fmla="*/ 789 w 789"/>
              <a:gd name="T9" fmla="*/ 114 h 232"/>
            </a:gdLst>
            <a:ahLst/>
            <a:cxnLst>
              <a:cxn ang="0">
                <a:pos x="T0" y="T1"/>
              </a:cxn>
              <a:cxn ang="0">
                <a:pos x="T2" y="T3"/>
              </a:cxn>
              <a:cxn ang="0">
                <a:pos x="T4" y="T5"/>
              </a:cxn>
              <a:cxn ang="0">
                <a:pos x="T6" y="T7"/>
              </a:cxn>
              <a:cxn ang="0">
                <a:pos x="T8" y="T9"/>
              </a:cxn>
            </a:cxnLst>
            <a:rect l="0" t="0" r="r" b="b"/>
            <a:pathLst>
              <a:path w="789" h="232">
                <a:moveTo>
                  <a:pt x="789" y="114"/>
                </a:moveTo>
                <a:lnTo>
                  <a:pt x="394" y="0"/>
                </a:lnTo>
                <a:lnTo>
                  <a:pt x="0" y="114"/>
                </a:lnTo>
                <a:lnTo>
                  <a:pt x="394" y="232"/>
                </a:lnTo>
                <a:lnTo>
                  <a:pt x="789" y="11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1" name="Freeform 107">
            <a:extLst>
              <a:ext uri="{FF2B5EF4-FFF2-40B4-BE49-F238E27FC236}">
                <a16:creationId xmlns:a16="http://schemas.microsoft.com/office/drawing/2014/main" id="{1BB1E905-1233-4EA9-AC36-5E0D87B4A0CA}"/>
              </a:ext>
            </a:extLst>
          </p:cNvPr>
          <p:cNvSpPr>
            <a:spLocks noEditPoints="1"/>
          </p:cNvSpPr>
          <p:nvPr/>
        </p:nvSpPr>
        <p:spPr bwMode="auto">
          <a:xfrm>
            <a:off x="4731351" y="2225222"/>
            <a:ext cx="1043668" cy="123017"/>
          </a:xfrm>
          <a:custGeom>
            <a:avLst/>
            <a:gdLst>
              <a:gd name="T0" fmla="*/ 156 w 789"/>
              <a:gd name="T1" fmla="*/ 0 h 93"/>
              <a:gd name="T2" fmla="*/ 0 w 789"/>
              <a:gd name="T3" fmla="*/ 46 h 93"/>
              <a:gd name="T4" fmla="*/ 156 w 789"/>
              <a:gd name="T5" fmla="*/ 93 h 93"/>
              <a:gd name="T6" fmla="*/ 156 w 789"/>
              <a:gd name="T7" fmla="*/ 0 h 93"/>
              <a:gd name="T8" fmla="*/ 633 w 789"/>
              <a:gd name="T9" fmla="*/ 0 h 93"/>
              <a:gd name="T10" fmla="*/ 633 w 789"/>
              <a:gd name="T11" fmla="*/ 93 h 93"/>
              <a:gd name="T12" fmla="*/ 789 w 789"/>
              <a:gd name="T13" fmla="*/ 46 h 93"/>
              <a:gd name="T14" fmla="*/ 633 w 789"/>
              <a:gd name="T15" fmla="*/ 0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3">
                <a:moveTo>
                  <a:pt x="156" y="0"/>
                </a:moveTo>
                <a:lnTo>
                  <a:pt x="0" y="46"/>
                </a:lnTo>
                <a:lnTo>
                  <a:pt x="156" y="93"/>
                </a:lnTo>
                <a:lnTo>
                  <a:pt x="156" y="0"/>
                </a:lnTo>
                <a:moveTo>
                  <a:pt x="633" y="0"/>
                </a:moveTo>
                <a:lnTo>
                  <a:pt x="633" y="93"/>
                </a:lnTo>
                <a:lnTo>
                  <a:pt x="789" y="46"/>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2" name="Freeform 109">
            <a:extLst>
              <a:ext uri="{FF2B5EF4-FFF2-40B4-BE49-F238E27FC236}">
                <a16:creationId xmlns:a16="http://schemas.microsoft.com/office/drawing/2014/main" id="{7B96ABBB-36B4-4BEC-8467-C01B371D439B}"/>
              </a:ext>
            </a:extLst>
          </p:cNvPr>
          <p:cNvSpPr>
            <a:spLocks noEditPoints="1"/>
          </p:cNvSpPr>
          <p:nvPr/>
        </p:nvSpPr>
        <p:spPr bwMode="auto">
          <a:xfrm>
            <a:off x="4731351" y="3229207"/>
            <a:ext cx="1043668" cy="120372"/>
          </a:xfrm>
          <a:custGeom>
            <a:avLst/>
            <a:gdLst>
              <a:gd name="T0" fmla="*/ 156 w 789"/>
              <a:gd name="T1" fmla="*/ 0 h 91"/>
              <a:gd name="T2" fmla="*/ 0 w 789"/>
              <a:gd name="T3" fmla="*/ 46 h 91"/>
              <a:gd name="T4" fmla="*/ 156 w 789"/>
              <a:gd name="T5" fmla="*/ 91 h 91"/>
              <a:gd name="T6" fmla="*/ 156 w 789"/>
              <a:gd name="T7" fmla="*/ 0 h 91"/>
              <a:gd name="T8" fmla="*/ 633 w 789"/>
              <a:gd name="T9" fmla="*/ 0 h 91"/>
              <a:gd name="T10" fmla="*/ 633 w 789"/>
              <a:gd name="T11" fmla="*/ 91 h 91"/>
              <a:gd name="T12" fmla="*/ 789 w 789"/>
              <a:gd name="T13" fmla="*/ 46 h 91"/>
              <a:gd name="T14" fmla="*/ 633 w 789"/>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1">
                <a:moveTo>
                  <a:pt x="156" y="0"/>
                </a:moveTo>
                <a:lnTo>
                  <a:pt x="0" y="46"/>
                </a:lnTo>
                <a:lnTo>
                  <a:pt x="156" y="91"/>
                </a:lnTo>
                <a:lnTo>
                  <a:pt x="156" y="0"/>
                </a:lnTo>
                <a:moveTo>
                  <a:pt x="633" y="0"/>
                </a:moveTo>
                <a:lnTo>
                  <a:pt x="633" y="91"/>
                </a:lnTo>
                <a:lnTo>
                  <a:pt x="789" y="46"/>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3" name="Freeform 111">
            <a:extLst>
              <a:ext uri="{FF2B5EF4-FFF2-40B4-BE49-F238E27FC236}">
                <a16:creationId xmlns:a16="http://schemas.microsoft.com/office/drawing/2014/main" id="{EB5B9243-C3A7-447D-ACBB-20793A97321B}"/>
              </a:ext>
            </a:extLst>
          </p:cNvPr>
          <p:cNvSpPr>
            <a:spLocks noEditPoints="1"/>
          </p:cNvSpPr>
          <p:nvPr/>
        </p:nvSpPr>
        <p:spPr bwMode="auto">
          <a:xfrm>
            <a:off x="4731351" y="4233191"/>
            <a:ext cx="1043668" cy="121695"/>
          </a:xfrm>
          <a:custGeom>
            <a:avLst/>
            <a:gdLst>
              <a:gd name="T0" fmla="*/ 156 w 789"/>
              <a:gd name="T1" fmla="*/ 0 h 92"/>
              <a:gd name="T2" fmla="*/ 0 w 789"/>
              <a:gd name="T3" fmla="*/ 45 h 92"/>
              <a:gd name="T4" fmla="*/ 156 w 789"/>
              <a:gd name="T5" fmla="*/ 92 h 92"/>
              <a:gd name="T6" fmla="*/ 156 w 789"/>
              <a:gd name="T7" fmla="*/ 0 h 92"/>
              <a:gd name="T8" fmla="*/ 633 w 789"/>
              <a:gd name="T9" fmla="*/ 0 h 92"/>
              <a:gd name="T10" fmla="*/ 633 w 789"/>
              <a:gd name="T11" fmla="*/ 92 h 92"/>
              <a:gd name="T12" fmla="*/ 789 w 789"/>
              <a:gd name="T13" fmla="*/ 45 h 92"/>
              <a:gd name="T14" fmla="*/ 633 w 789"/>
              <a:gd name="T15" fmla="*/ 0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89" h="92">
                <a:moveTo>
                  <a:pt x="156" y="0"/>
                </a:moveTo>
                <a:lnTo>
                  <a:pt x="0" y="45"/>
                </a:lnTo>
                <a:lnTo>
                  <a:pt x="156" y="92"/>
                </a:lnTo>
                <a:lnTo>
                  <a:pt x="156" y="0"/>
                </a:lnTo>
                <a:moveTo>
                  <a:pt x="633" y="0"/>
                </a:moveTo>
                <a:lnTo>
                  <a:pt x="633" y="92"/>
                </a:lnTo>
                <a:lnTo>
                  <a:pt x="789" y="45"/>
                </a:lnTo>
                <a:lnTo>
                  <a:pt x="633"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4" name="Freeform 113">
            <a:extLst>
              <a:ext uri="{FF2B5EF4-FFF2-40B4-BE49-F238E27FC236}">
                <a16:creationId xmlns:a16="http://schemas.microsoft.com/office/drawing/2014/main" id="{5C7899D8-8487-4605-B1BE-EFB3E3C19DD1}"/>
              </a:ext>
            </a:extLst>
          </p:cNvPr>
          <p:cNvSpPr/>
          <p:nvPr/>
        </p:nvSpPr>
        <p:spPr bwMode="auto">
          <a:xfrm>
            <a:off x="5568666" y="5235853"/>
            <a:ext cx="206353" cy="123017"/>
          </a:xfrm>
          <a:custGeom>
            <a:avLst/>
            <a:gdLst>
              <a:gd name="T0" fmla="*/ 0 w 156"/>
              <a:gd name="T1" fmla="*/ 0 h 93"/>
              <a:gd name="T2" fmla="*/ 0 w 156"/>
              <a:gd name="T3" fmla="*/ 93 h 93"/>
              <a:gd name="T4" fmla="*/ 156 w 156"/>
              <a:gd name="T5" fmla="*/ 46 h 93"/>
              <a:gd name="T6" fmla="*/ 0 w 156"/>
              <a:gd name="T7" fmla="*/ 0 h 93"/>
            </a:gdLst>
            <a:ahLst/>
            <a:cxnLst>
              <a:cxn ang="0">
                <a:pos x="T0" y="T1"/>
              </a:cxn>
              <a:cxn ang="0">
                <a:pos x="T2" y="T3"/>
              </a:cxn>
              <a:cxn ang="0">
                <a:pos x="T4" y="T5"/>
              </a:cxn>
              <a:cxn ang="0">
                <a:pos x="T6" y="T7"/>
              </a:cxn>
            </a:cxnLst>
            <a:rect l="0" t="0" r="r" b="b"/>
            <a:pathLst>
              <a:path w="156" h="93">
                <a:moveTo>
                  <a:pt x="0" y="0"/>
                </a:moveTo>
                <a:lnTo>
                  <a:pt x="0" y="93"/>
                </a:lnTo>
                <a:lnTo>
                  <a:pt x="156" y="46"/>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5" name="Freeform 115">
            <a:extLst>
              <a:ext uri="{FF2B5EF4-FFF2-40B4-BE49-F238E27FC236}">
                <a16:creationId xmlns:a16="http://schemas.microsoft.com/office/drawing/2014/main" id="{15D5CF30-6CB5-4C00-821A-E529F1606D0D}"/>
              </a:ext>
            </a:extLst>
          </p:cNvPr>
          <p:cNvSpPr/>
          <p:nvPr/>
        </p:nvSpPr>
        <p:spPr bwMode="auto">
          <a:xfrm>
            <a:off x="4731351" y="5235853"/>
            <a:ext cx="206353" cy="123017"/>
          </a:xfrm>
          <a:custGeom>
            <a:avLst/>
            <a:gdLst>
              <a:gd name="T0" fmla="*/ 156 w 156"/>
              <a:gd name="T1" fmla="*/ 0 h 93"/>
              <a:gd name="T2" fmla="*/ 0 w 156"/>
              <a:gd name="T3" fmla="*/ 46 h 93"/>
              <a:gd name="T4" fmla="*/ 156 w 156"/>
              <a:gd name="T5" fmla="*/ 93 h 93"/>
              <a:gd name="T6" fmla="*/ 156 w 156"/>
              <a:gd name="T7" fmla="*/ 0 h 93"/>
            </a:gdLst>
            <a:ahLst/>
            <a:cxnLst>
              <a:cxn ang="0">
                <a:pos x="T0" y="T1"/>
              </a:cxn>
              <a:cxn ang="0">
                <a:pos x="T2" y="T3"/>
              </a:cxn>
              <a:cxn ang="0">
                <a:pos x="T4" y="T5"/>
              </a:cxn>
              <a:cxn ang="0">
                <a:pos x="T6" y="T7"/>
              </a:cxn>
            </a:cxnLst>
            <a:rect l="0" t="0" r="r" b="b"/>
            <a:pathLst>
              <a:path w="156" h="93">
                <a:moveTo>
                  <a:pt x="156" y="0"/>
                </a:moveTo>
                <a:lnTo>
                  <a:pt x="0" y="46"/>
                </a:lnTo>
                <a:lnTo>
                  <a:pt x="156" y="93"/>
                </a:lnTo>
                <a:lnTo>
                  <a:pt x="15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6" name="Freeform 117">
            <a:extLst>
              <a:ext uri="{FF2B5EF4-FFF2-40B4-BE49-F238E27FC236}">
                <a16:creationId xmlns:a16="http://schemas.microsoft.com/office/drawing/2014/main" id="{9F0C2BE4-5A9E-4E88-83B1-6022A932F30A}"/>
              </a:ext>
            </a:extLst>
          </p:cNvPr>
          <p:cNvSpPr/>
          <p:nvPr/>
        </p:nvSpPr>
        <p:spPr bwMode="auto">
          <a:xfrm>
            <a:off x="5568666" y="1221238"/>
            <a:ext cx="206353" cy="123017"/>
          </a:xfrm>
          <a:custGeom>
            <a:avLst/>
            <a:gdLst>
              <a:gd name="T0" fmla="*/ 0 w 156"/>
              <a:gd name="T1" fmla="*/ 0 h 93"/>
              <a:gd name="T2" fmla="*/ 0 w 156"/>
              <a:gd name="T3" fmla="*/ 93 h 93"/>
              <a:gd name="T4" fmla="*/ 156 w 156"/>
              <a:gd name="T5" fmla="*/ 45 h 93"/>
              <a:gd name="T6" fmla="*/ 0 w 156"/>
              <a:gd name="T7" fmla="*/ 0 h 93"/>
            </a:gdLst>
            <a:ahLst/>
            <a:cxnLst>
              <a:cxn ang="0">
                <a:pos x="T0" y="T1"/>
              </a:cxn>
              <a:cxn ang="0">
                <a:pos x="T2" y="T3"/>
              </a:cxn>
              <a:cxn ang="0">
                <a:pos x="T4" y="T5"/>
              </a:cxn>
              <a:cxn ang="0">
                <a:pos x="T6" y="T7"/>
              </a:cxn>
            </a:cxnLst>
            <a:rect l="0" t="0" r="r" b="b"/>
            <a:pathLst>
              <a:path w="156" h="93">
                <a:moveTo>
                  <a:pt x="0" y="0"/>
                </a:moveTo>
                <a:lnTo>
                  <a:pt x="0" y="93"/>
                </a:lnTo>
                <a:lnTo>
                  <a:pt x="156" y="45"/>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7" name="Freeform 119">
            <a:extLst>
              <a:ext uri="{FF2B5EF4-FFF2-40B4-BE49-F238E27FC236}">
                <a16:creationId xmlns:a16="http://schemas.microsoft.com/office/drawing/2014/main" id="{43001709-52F3-4759-850A-B4D2867970C8}"/>
              </a:ext>
            </a:extLst>
          </p:cNvPr>
          <p:cNvSpPr/>
          <p:nvPr/>
        </p:nvSpPr>
        <p:spPr bwMode="auto">
          <a:xfrm>
            <a:off x="4731351" y="1221238"/>
            <a:ext cx="206353" cy="123017"/>
          </a:xfrm>
          <a:custGeom>
            <a:avLst/>
            <a:gdLst>
              <a:gd name="T0" fmla="*/ 156 w 156"/>
              <a:gd name="T1" fmla="*/ 0 h 93"/>
              <a:gd name="T2" fmla="*/ 0 w 156"/>
              <a:gd name="T3" fmla="*/ 45 h 93"/>
              <a:gd name="T4" fmla="*/ 156 w 156"/>
              <a:gd name="T5" fmla="*/ 93 h 93"/>
              <a:gd name="T6" fmla="*/ 156 w 156"/>
              <a:gd name="T7" fmla="*/ 0 h 93"/>
            </a:gdLst>
            <a:ahLst/>
            <a:cxnLst>
              <a:cxn ang="0">
                <a:pos x="T0" y="T1"/>
              </a:cxn>
              <a:cxn ang="0">
                <a:pos x="T2" y="T3"/>
              </a:cxn>
              <a:cxn ang="0">
                <a:pos x="T4" y="T5"/>
              </a:cxn>
              <a:cxn ang="0">
                <a:pos x="T6" y="T7"/>
              </a:cxn>
            </a:cxnLst>
            <a:rect l="0" t="0" r="r" b="b"/>
            <a:pathLst>
              <a:path w="156" h="93">
                <a:moveTo>
                  <a:pt x="156" y="0"/>
                </a:moveTo>
                <a:lnTo>
                  <a:pt x="0" y="45"/>
                </a:lnTo>
                <a:lnTo>
                  <a:pt x="156" y="93"/>
                </a:lnTo>
                <a:lnTo>
                  <a:pt x="15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58" name="Freeform 121">
            <a:extLst>
              <a:ext uri="{FF2B5EF4-FFF2-40B4-BE49-F238E27FC236}">
                <a16:creationId xmlns:a16="http://schemas.microsoft.com/office/drawing/2014/main" id="{A573D17A-33D9-4DFE-A81C-59EFDD30F431}"/>
              </a:ext>
            </a:extLst>
          </p:cNvPr>
          <p:cNvSpPr/>
          <p:nvPr/>
        </p:nvSpPr>
        <p:spPr bwMode="auto">
          <a:xfrm>
            <a:off x="4937704" y="940810"/>
            <a:ext cx="630963" cy="5486862"/>
          </a:xfrm>
          <a:custGeom>
            <a:avLst/>
            <a:gdLst>
              <a:gd name="T0" fmla="*/ 0 w 477"/>
              <a:gd name="T1" fmla="*/ 71 h 4148"/>
              <a:gd name="T2" fmla="*/ 238 w 477"/>
              <a:gd name="T3" fmla="*/ 0 h 4148"/>
              <a:gd name="T4" fmla="*/ 477 w 477"/>
              <a:gd name="T5" fmla="*/ 71 h 4148"/>
              <a:gd name="T6" fmla="*/ 477 w 477"/>
              <a:gd name="T7" fmla="*/ 4148 h 4148"/>
              <a:gd name="T8" fmla="*/ 0 w 477"/>
              <a:gd name="T9" fmla="*/ 4148 h 4148"/>
              <a:gd name="T10" fmla="*/ 0 w 477"/>
              <a:gd name="T11" fmla="*/ 71 h 4148"/>
            </a:gdLst>
            <a:ahLst/>
            <a:cxnLst>
              <a:cxn ang="0">
                <a:pos x="T0" y="T1"/>
              </a:cxn>
              <a:cxn ang="0">
                <a:pos x="T2" y="T3"/>
              </a:cxn>
              <a:cxn ang="0">
                <a:pos x="T4" y="T5"/>
              </a:cxn>
              <a:cxn ang="0">
                <a:pos x="T6" y="T7"/>
              </a:cxn>
              <a:cxn ang="0">
                <a:pos x="T8" y="T9"/>
              </a:cxn>
              <a:cxn ang="0">
                <a:pos x="T10" y="T11"/>
              </a:cxn>
            </a:cxnLst>
            <a:rect l="0" t="0" r="r" b="b"/>
            <a:pathLst>
              <a:path w="477" h="4148">
                <a:moveTo>
                  <a:pt x="0" y="71"/>
                </a:moveTo>
                <a:lnTo>
                  <a:pt x="238" y="0"/>
                </a:lnTo>
                <a:lnTo>
                  <a:pt x="477" y="71"/>
                </a:lnTo>
                <a:lnTo>
                  <a:pt x="477" y="4148"/>
                </a:lnTo>
                <a:lnTo>
                  <a:pt x="0" y="4148"/>
                </a:lnTo>
                <a:lnTo>
                  <a:pt x="0" y="71"/>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grpSp>
        <p:nvGrpSpPr>
          <p:cNvPr id="59" name="Group 188">
            <a:extLst>
              <a:ext uri="{FF2B5EF4-FFF2-40B4-BE49-F238E27FC236}">
                <a16:creationId xmlns:a16="http://schemas.microsoft.com/office/drawing/2014/main" id="{5338BC9A-A01E-42AA-9D4B-B45F6AB87A9E}"/>
              </a:ext>
            </a:extLst>
          </p:cNvPr>
          <p:cNvGrpSpPr/>
          <p:nvPr/>
        </p:nvGrpSpPr>
        <p:grpSpPr>
          <a:xfrm>
            <a:off x="4937704" y="940810"/>
            <a:ext cx="630963" cy="5486862"/>
            <a:chOff x="7375525" y="192088"/>
            <a:chExt cx="757238" cy="6584950"/>
          </a:xfrm>
        </p:grpSpPr>
        <p:sp>
          <p:nvSpPr>
            <p:cNvPr id="60" name="Freeform 120">
              <a:extLst>
                <a:ext uri="{FF2B5EF4-FFF2-40B4-BE49-F238E27FC236}">
                  <a16:creationId xmlns:a16="http://schemas.microsoft.com/office/drawing/2014/main" id="{8F6A09F2-9D1E-4819-8BFA-221D9F8C6912}"/>
                </a:ext>
              </a:extLst>
            </p:cNvPr>
            <p:cNvSpPr/>
            <p:nvPr/>
          </p:nvSpPr>
          <p:spPr bwMode="auto">
            <a:xfrm>
              <a:off x="7375525" y="192088"/>
              <a:ext cx="757238" cy="6584950"/>
            </a:xfrm>
            <a:custGeom>
              <a:avLst/>
              <a:gdLst>
                <a:gd name="T0" fmla="*/ 0 w 477"/>
                <a:gd name="T1" fmla="*/ 71 h 4148"/>
                <a:gd name="T2" fmla="*/ 238 w 477"/>
                <a:gd name="T3" fmla="*/ 0 h 4148"/>
                <a:gd name="T4" fmla="*/ 477 w 477"/>
                <a:gd name="T5" fmla="*/ 71 h 4148"/>
                <a:gd name="T6" fmla="*/ 477 w 477"/>
                <a:gd name="T7" fmla="*/ 4148 h 4148"/>
                <a:gd name="T8" fmla="*/ 0 w 477"/>
                <a:gd name="T9" fmla="*/ 4148 h 4148"/>
                <a:gd name="T10" fmla="*/ 0 w 477"/>
                <a:gd name="T11" fmla="*/ 71 h 4148"/>
              </a:gdLst>
              <a:ahLst/>
              <a:cxnLst>
                <a:cxn ang="0">
                  <a:pos x="T0" y="T1"/>
                </a:cxn>
                <a:cxn ang="0">
                  <a:pos x="T2" y="T3"/>
                </a:cxn>
                <a:cxn ang="0">
                  <a:pos x="T4" y="T5"/>
                </a:cxn>
                <a:cxn ang="0">
                  <a:pos x="T6" y="T7"/>
                </a:cxn>
                <a:cxn ang="0">
                  <a:pos x="T8" y="T9"/>
                </a:cxn>
                <a:cxn ang="0">
                  <a:pos x="T10" y="T11"/>
                </a:cxn>
              </a:cxnLst>
              <a:rect l="0" t="0" r="r" b="b"/>
              <a:pathLst>
                <a:path w="477" h="4148">
                  <a:moveTo>
                    <a:pt x="0" y="71"/>
                  </a:moveTo>
                  <a:lnTo>
                    <a:pt x="238" y="0"/>
                  </a:lnTo>
                  <a:lnTo>
                    <a:pt x="477" y="71"/>
                  </a:lnTo>
                  <a:lnTo>
                    <a:pt x="477" y="4148"/>
                  </a:lnTo>
                  <a:lnTo>
                    <a:pt x="0" y="4148"/>
                  </a:lnTo>
                  <a:lnTo>
                    <a:pt x="0" y="71"/>
                  </a:lnTo>
                  <a:close/>
                </a:path>
              </a:pathLst>
            </a:custGeom>
            <a:solidFill>
              <a:schemeClr val="bg1">
                <a:lumMod val="95000"/>
              </a:schemeClr>
            </a:solidFill>
            <a:ln>
              <a:noFill/>
            </a:ln>
          </p:spPr>
          <p:txBody>
            <a:bodyPr vert="horz" wrap="square" lIns="91440" tIns="45720" rIns="91440" bIns="45720" numCol="1" anchor="t" anchorCtr="0" compatLnSpc="1"/>
            <a:lstStyle/>
            <a:p>
              <a:endParaRPr lang="en-US"/>
            </a:p>
          </p:txBody>
        </p:sp>
        <p:sp>
          <p:nvSpPr>
            <p:cNvPr id="61" name="Freeform 122">
              <a:extLst>
                <a:ext uri="{FF2B5EF4-FFF2-40B4-BE49-F238E27FC236}">
                  <a16:creationId xmlns:a16="http://schemas.microsoft.com/office/drawing/2014/main" id="{F4BE2609-A23A-4660-AC40-8BA35CCC4E6E}"/>
                </a:ext>
              </a:extLst>
            </p:cNvPr>
            <p:cNvSpPr>
              <a:spLocks noEditPoints="1"/>
            </p:cNvSpPr>
            <p:nvPr/>
          </p:nvSpPr>
          <p:spPr bwMode="auto">
            <a:xfrm>
              <a:off x="7375525" y="192088"/>
              <a:ext cx="377825" cy="6584950"/>
            </a:xfrm>
            <a:custGeom>
              <a:avLst/>
              <a:gdLst>
                <a:gd name="T0" fmla="*/ 0 w 238"/>
                <a:gd name="T1" fmla="*/ 3867 h 4148"/>
                <a:gd name="T2" fmla="*/ 0 w 238"/>
                <a:gd name="T3" fmla="*/ 4148 h 4148"/>
                <a:gd name="T4" fmla="*/ 238 w 238"/>
                <a:gd name="T5" fmla="*/ 4148 h 4148"/>
                <a:gd name="T6" fmla="*/ 238 w 238"/>
                <a:gd name="T7" fmla="*/ 3937 h 4148"/>
                <a:gd name="T8" fmla="*/ 0 w 238"/>
                <a:gd name="T9" fmla="*/ 3867 h 4148"/>
                <a:gd name="T10" fmla="*/ 0 w 238"/>
                <a:gd name="T11" fmla="*/ 3107 h 4148"/>
                <a:gd name="T12" fmla="*/ 0 w 238"/>
                <a:gd name="T13" fmla="*/ 3340 h 4148"/>
                <a:gd name="T14" fmla="*/ 238 w 238"/>
                <a:gd name="T15" fmla="*/ 3410 h 4148"/>
                <a:gd name="T16" fmla="*/ 238 w 238"/>
                <a:gd name="T17" fmla="*/ 3178 h 4148"/>
                <a:gd name="T18" fmla="*/ 0 w 238"/>
                <a:gd name="T19" fmla="*/ 3107 h 4148"/>
                <a:gd name="T20" fmla="*/ 0 w 238"/>
                <a:gd name="T21" fmla="*/ 2348 h 4148"/>
                <a:gd name="T22" fmla="*/ 0 w 238"/>
                <a:gd name="T23" fmla="*/ 2581 h 4148"/>
                <a:gd name="T24" fmla="*/ 238 w 238"/>
                <a:gd name="T25" fmla="*/ 2651 h 4148"/>
                <a:gd name="T26" fmla="*/ 238 w 238"/>
                <a:gd name="T27" fmla="*/ 2419 h 4148"/>
                <a:gd name="T28" fmla="*/ 0 w 238"/>
                <a:gd name="T29" fmla="*/ 2348 h 4148"/>
                <a:gd name="T30" fmla="*/ 0 w 238"/>
                <a:gd name="T31" fmla="*/ 1590 h 4148"/>
                <a:gd name="T32" fmla="*/ 0 w 238"/>
                <a:gd name="T33" fmla="*/ 1821 h 4148"/>
                <a:gd name="T34" fmla="*/ 238 w 238"/>
                <a:gd name="T35" fmla="*/ 1892 h 4148"/>
                <a:gd name="T36" fmla="*/ 238 w 238"/>
                <a:gd name="T37" fmla="*/ 1661 h 4148"/>
                <a:gd name="T38" fmla="*/ 0 w 238"/>
                <a:gd name="T39" fmla="*/ 1590 h 4148"/>
                <a:gd name="T40" fmla="*/ 0 w 238"/>
                <a:gd name="T41" fmla="*/ 831 h 4148"/>
                <a:gd name="T42" fmla="*/ 0 w 238"/>
                <a:gd name="T43" fmla="*/ 1064 h 4148"/>
                <a:gd name="T44" fmla="*/ 238 w 238"/>
                <a:gd name="T45" fmla="*/ 1134 h 4148"/>
                <a:gd name="T46" fmla="*/ 238 w 238"/>
                <a:gd name="T47" fmla="*/ 902 h 4148"/>
                <a:gd name="T48" fmla="*/ 0 w 238"/>
                <a:gd name="T49" fmla="*/ 831 h 4148"/>
                <a:gd name="T50" fmla="*/ 238 w 238"/>
                <a:gd name="T51" fmla="*/ 0 h 4148"/>
                <a:gd name="T52" fmla="*/ 0 w 238"/>
                <a:gd name="T53" fmla="*/ 71 h 4148"/>
                <a:gd name="T54" fmla="*/ 0 w 238"/>
                <a:gd name="T55" fmla="*/ 305 h 4148"/>
                <a:gd name="T56" fmla="*/ 238 w 238"/>
                <a:gd name="T57" fmla="*/ 375 h 4148"/>
                <a:gd name="T58" fmla="*/ 238 w 238"/>
                <a:gd name="T59" fmla="*/ 0 h 4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38" h="4148">
                  <a:moveTo>
                    <a:pt x="0" y="3867"/>
                  </a:moveTo>
                  <a:lnTo>
                    <a:pt x="0" y="4148"/>
                  </a:lnTo>
                  <a:lnTo>
                    <a:pt x="238" y="4148"/>
                  </a:lnTo>
                  <a:lnTo>
                    <a:pt x="238" y="3937"/>
                  </a:lnTo>
                  <a:lnTo>
                    <a:pt x="0" y="3867"/>
                  </a:lnTo>
                  <a:close/>
                  <a:moveTo>
                    <a:pt x="0" y="3107"/>
                  </a:moveTo>
                  <a:lnTo>
                    <a:pt x="0" y="3340"/>
                  </a:lnTo>
                  <a:lnTo>
                    <a:pt x="238" y="3410"/>
                  </a:lnTo>
                  <a:lnTo>
                    <a:pt x="238" y="3178"/>
                  </a:lnTo>
                  <a:lnTo>
                    <a:pt x="0" y="3107"/>
                  </a:lnTo>
                  <a:close/>
                  <a:moveTo>
                    <a:pt x="0" y="2348"/>
                  </a:moveTo>
                  <a:lnTo>
                    <a:pt x="0" y="2581"/>
                  </a:lnTo>
                  <a:lnTo>
                    <a:pt x="238" y="2651"/>
                  </a:lnTo>
                  <a:lnTo>
                    <a:pt x="238" y="2419"/>
                  </a:lnTo>
                  <a:lnTo>
                    <a:pt x="0" y="2348"/>
                  </a:lnTo>
                  <a:close/>
                  <a:moveTo>
                    <a:pt x="0" y="1590"/>
                  </a:moveTo>
                  <a:lnTo>
                    <a:pt x="0" y="1821"/>
                  </a:lnTo>
                  <a:lnTo>
                    <a:pt x="238" y="1892"/>
                  </a:lnTo>
                  <a:lnTo>
                    <a:pt x="238" y="1661"/>
                  </a:lnTo>
                  <a:lnTo>
                    <a:pt x="0" y="1590"/>
                  </a:lnTo>
                  <a:close/>
                  <a:moveTo>
                    <a:pt x="0" y="831"/>
                  </a:moveTo>
                  <a:lnTo>
                    <a:pt x="0" y="1064"/>
                  </a:lnTo>
                  <a:lnTo>
                    <a:pt x="238" y="1134"/>
                  </a:lnTo>
                  <a:lnTo>
                    <a:pt x="238" y="902"/>
                  </a:lnTo>
                  <a:lnTo>
                    <a:pt x="0" y="831"/>
                  </a:lnTo>
                  <a:close/>
                  <a:moveTo>
                    <a:pt x="238" y="0"/>
                  </a:moveTo>
                  <a:lnTo>
                    <a:pt x="0" y="71"/>
                  </a:lnTo>
                  <a:lnTo>
                    <a:pt x="0" y="305"/>
                  </a:lnTo>
                  <a:lnTo>
                    <a:pt x="238" y="375"/>
                  </a:lnTo>
                  <a:lnTo>
                    <a:pt x="238" y="0"/>
                  </a:lnTo>
                  <a:close/>
                </a:path>
              </a:pathLst>
            </a:custGeom>
            <a:solidFill>
              <a:schemeClr val="tx1">
                <a:lumMod val="10000"/>
                <a:lumOff val="90000"/>
              </a:schemeClr>
            </a:solidFill>
            <a:ln>
              <a:noFill/>
            </a:ln>
          </p:spPr>
          <p:txBody>
            <a:bodyPr vert="horz" wrap="square" lIns="91440" tIns="45720" rIns="91440" bIns="45720" numCol="1" anchor="t" anchorCtr="0" compatLnSpc="1"/>
            <a:lstStyle/>
            <a:p>
              <a:endParaRPr lang="en-US"/>
            </a:p>
          </p:txBody>
        </p:sp>
      </p:grpSp>
      <p:sp>
        <p:nvSpPr>
          <p:cNvPr id="62" name="Freeform 123">
            <a:extLst>
              <a:ext uri="{FF2B5EF4-FFF2-40B4-BE49-F238E27FC236}">
                <a16:creationId xmlns:a16="http://schemas.microsoft.com/office/drawing/2014/main" id="{E1E2047F-23A9-4934-8101-BB85A16EFAE8}"/>
              </a:ext>
            </a:extLst>
          </p:cNvPr>
          <p:cNvSpPr>
            <a:spLocks noEditPoints="1"/>
          </p:cNvSpPr>
          <p:nvPr/>
        </p:nvSpPr>
        <p:spPr bwMode="auto">
          <a:xfrm>
            <a:off x="4937704" y="940810"/>
            <a:ext cx="314820" cy="5486862"/>
          </a:xfrm>
          <a:custGeom>
            <a:avLst/>
            <a:gdLst>
              <a:gd name="T0" fmla="*/ 0 w 238"/>
              <a:gd name="T1" fmla="*/ 3867 h 4148"/>
              <a:gd name="T2" fmla="*/ 0 w 238"/>
              <a:gd name="T3" fmla="*/ 4148 h 4148"/>
              <a:gd name="T4" fmla="*/ 238 w 238"/>
              <a:gd name="T5" fmla="*/ 4148 h 4148"/>
              <a:gd name="T6" fmla="*/ 238 w 238"/>
              <a:gd name="T7" fmla="*/ 3937 h 4148"/>
              <a:gd name="T8" fmla="*/ 0 w 238"/>
              <a:gd name="T9" fmla="*/ 3867 h 4148"/>
              <a:gd name="T10" fmla="*/ 0 w 238"/>
              <a:gd name="T11" fmla="*/ 3107 h 4148"/>
              <a:gd name="T12" fmla="*/ 0 w 238"/>
              <a:gd name="T13" fmla="*/ 3340 h 4148"/>
              <a:gd name="T14" fmla="*/ 238 w 238"/>
              <a:gd name="T15" fmla="*/ 3410 h 4148"/>
              <a:gd name="T16" fmla="*/ 238 w 238"/>
              <a:gd name="T17" fmla="*/ 3178 h 4148"/>
              <a:gd name="T18" fmla="*/ 0 w 238"/>
              <a:gd name="T19" fmla="*/ 3107 h 4148"/>
              <a:gd name="T20" fmla="*/ 0 w 238"/>
              <a:gd name="T21" fmla="*/ 2348 h 4148"/>
              <a:gd name="T22" fmla="*/ 0 w 238"/>
              <a:gd name="T23" fmla="*/ 2581 h 4148"/>
              <a:gd name="T24" fmla="*/ 238 w 238"/>
              <a:gd name="T25" fmla="*/ 2651 h 4148"/>
              <a:gd name="T26" fmla="*/ 238 w 238"/>
              <a:gd name="T27" fmla="*/ 2419 h 4148"/>
              <a:gd name="T28" fmla="*/ 0 w 238"/>
              <a:gd name="T29" fmla="*/ 2348 h 4148"/>
              <a:gd name="T30" fmla="*/ 0 w 238"/>
              <a:gd name="T31" fmla="*/ 1590 h 4148"/>
              <a:gd name="T32" fmla="*/ 0 w 238"/>
              <a:gd name="T33" fmla="*/ 1821 h 4148"/>
              <a:gd name="T34" fmla="*/ 238 w 238"/>
              <a:gd name="T35" fmla="*/ 1892 h 4148"/>
              <a:gd name="T36" fmla="*/ 238 w 238"/>
              <a:gd name="T37" fmla="*/ 1661 h 4148"/>
              <a:gd name="T38" fmla="*/ 0 w 238"/>
              <a:gd name="T39" fmla="*/ 1590 h 4148"/>
              <a:gd name="T40" fmla="*/ 0 w 238"/>
              <a:gd name="T41" fmla="*/ 831 h 4148"/>
              <a:gd name="T42" fmla="*/ 0 w 238"/>
              <a:gd name="T43" fmla="*/ 1064 h 4148"/>
              <a:gd name="T44" fmla="*/ 238 w 238"/>
              <a:gd name="T45" fmla="*/ 1134 h 4148"/>
              <a:gd name="T46" fmla="*/ 238 w 238"/>
              <a:gd name="T47" fmla="*/ 902 h 4148"/>
              <a:gd name="T48" fmla="*/ 0 w 238"/>
              <a:gd name="T49" fmla="*/ 831 h 4148"/>
              <a:gd name="T50" fmla="*/ 238 w 238"/>
              <a:gd name="T51" fmla="*/ 0 h 4148"/>
              <a:gd name="T52" fmla="*/ 0 w 238"/>
              <a:gd name="T53" fmla="*/ 71 h 4148"/>
              <a:gd name="T54" fmla="*/ 0 w 238"/>
              <a:gd name="T55" fmla="*/ 305 h 4148"/>
              <a:gd name="T56" fmla="*/ 238 w 238"/>
              <a:gd name="T57" fmla="*/ 375 h 4148"/>
              <a:gd name="T58" fmla="*/ 238 w 238"/>
              <a:gd name="T59" fmla="*/ 0 h 4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38" h="4148">
                <a:moveTo>
                  <a:pt x="0" y="3867"/>
                </a:moveTo>
                <a:lnTo>
                  <a:pt x="0" y="4148"/>
                </a:lnTo>
                <a:lnTo>
                  <a:pt x="238" y="4148"/>
                </a:lnTo>
                <a:lnTo>
                  <a:pt x="238" y="3937"/>
                </a:lnTo>
                <a:lnTo>
                  <a:pt x="0" y="3867"/>
                </a:lnTo>
                <a:moveTo>
                  <a:pt x="0" y="3107"/>
                </a:moveTo>
                <a:lnTo>
                  <a:pt x="0" y="3340"/>
                </a:lnTo>
                <a:lnTo>
                  <a:pt x="238" y="3410"/>
                </a:lnTo>
                <a:lnTo>
                  <a:pt x="238" y="3178"/>
                </a:lnTo>
                <a:lnTo>
                  <a:pt x="0" y="3107"/>
                </a:lnTo>
                <a:moveTo>
                  <a:pt x="0" y="2348"/>
                </a:moveTo>
                <a:lnTo>
                  <a:pt x="0" y="2581"/>
                </a:lnTo>
                <a:lnTo>
                  <a:pt x="238" y="2651"/>
                </a:lnTo>
                <a:lnTo>
                  <a:pt x="238" y="2419"/>
                </a:lnTo>
                <a:lnTo>
                  <a:pt x="0" y="2348"/>
                </a:lnTo>
                <a:moveTo>
                  <a:pt x="0" y="1590"/>
                </a:moveTo>
                <a:lnTo>
                  <a:pt x="0" y="1821"/>
                </a:lnTo>
                <a:lnTo>
                  <a:pt x="238" y="1892"/>
                </a:lnTo>
                <a:lnTo>
                  <a:pt x="238" y="1661"/>
                </a:lnTo>
                <a:lnTo>
                  <a:pt x="0" y="1590"/>
                </a:lnTo>
                <a:moveTo>
                  <a:pt x="0" y="831"/>
                </a:moveTo>
                <a:lnTo>
                  <a:pt x="0" y="1064"/>
                </a:lnTo>
                <a:lnTo>
                  <a:pt x="238" y="1134"/>
                </a:lnTo>
                <a:lnTo>
                  <a:pt x="238" y="902"/>
                </a:lnTo>
                <a:lnTo>
                  <a:pt x="0" y="831"/>
                </a:lnTo>
                <a:moveTo>
                  <a:pt x="238" y="0"/>
                </a:moveTo>
                <a:lnTo>
                  <a:pt x="0" y="71"/>
                </a:lnTo>
                <a:lnTo>
                  <a:pt x="0" y="305"/>
                </a:lnTo>
                <a:lnTo>
                  <a:pt x="238" y="375"/>
                </a:lnTo>
                <a:lnTo>
                  <a:pt x="238"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3" name="Freeform 125">
            <a:extLst>
              <a:ext uri="{FF2B5EF4-FFF2-40B4-BE49-F238E27FC236}">
                <a16:creationId xmlns:a16="http://schemas.microsoft.com/office/drawing/2014/main" id="{3C9F584E-C4EE-4783-8636-508EFA8CDD6E}"/>
              </a:ext>
            </a:extLst>
          </p:cNvPr>
          <p:cNvSpPr/>
          <p:nvPr/>
        </p:nvSpPr>
        <p:spPr bwMode="auto">
          <a:xfrm>
            <a:off x="4731351" y="1280762"/>
            <a:ext cx="1043668" cy="853188"/>
          </a:xfrm>
          <a:custGeom>
            <a:avLst/>
            <a:gdLst>
              <a:gd name="T0" fmla="*/ 0 w 789"/>
              <a:gd name="T1" fmla="*/ 527 h 645"/>
              <a:gd name="T2" fmla="*/ 394 w 789"/>
              <a:gd name="T3" fmla="*/ 645 h 645"/>
              <a:gd name="T4" fmla="*/ 789 w 789"/>
              <a:gd name="T5" fmla="*/ 527 h 645"/>
              <a:gd name="T6" fmla="*/ 789 w 789"/>
              <a:gd name="T7" fmla="*/ 0 h 645"/>
              <a:gd name="T8" fmla="*/ 394 w 789"/>
              <a:gd name="T9" fmla="*/ 118 h 645"/>
              <a:gd name="T10" fmla="*/ 0 w 789"/>
              <a:gd name="T11" fmla="*/ 0 h 645"/>
              <a:gd name="T12" fmla="*/ 0 w 789"/>
              <a:gd name="T13" fmla="*/ 527 h 645"/>
            </a:gdLst>
            <a:ahLst/>
            <a:cxnLst>
              <a:cxn ang="0">
                <a:pos x="T0" y="T1"/>
              </a:cxn>
              <a:cxn ang="0">
                <a:pos x="T2" y="T3"/>
              </a:cxn>
              <a:cxn ang="0">
                <a:pos x="T4" y="T5"/>
              </a:cxn>
              <a:cxn ang="0">
                <a:pos x="T6" y="T7"/>
              </a:cxn>
              <a:cxn ang="0">
                <a:pos x="T8" y="T9"/>
              </a:cxn>
              <a:cxn ang="0">
                <a:pos x="T10" y="T11"/>
              </a:cxn>
              <a:cxn ang="0">
                <a:pos x="T12" y="T13"/>
              </a:cxn>
            </a:cxnLst>
            <a:rect l="0" t="0" r="r" b="b"/>
            <a:pathLst>
              <a:path w="789" h="645">
                <a:moveTo>
                  <a:pt x="0" y="527"/>
                </a:moveTo>
                <a:lnTo>
                  <a:pt x="394" y="645"/>
                </a:lnTo>
                <a:lnTo>
                  <a:pt x="789" y="527"/>
                </a:lnTo>
                <a:lnTo>
                  <a:pt x="789" y="0"/>
                </a:lnTo>
                <a:lnTo>
                  <a:pt x="394" y="118"/>
                </a:lnTo>
                <a:lnTo>
                  <a:pt x="0" y="0"/>
                </a:lnTo>
                <a:lnTo>
                  <a:pt x="0" y="52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4" name="Freeform 127">
            <a:extLst>
              <a:ext uri="{FF2B5EF4-FFF2-40B4-BE49-F238E27FC236}">
                <a16:creationId xmlns:a16="http://schemas.microsoft.com/office/drawing/2014/main" id="{991FC8B4-B347-4A1F-8112-DDDE5A11205D}"/>
              </a:ext>
            </a:extLst>
          </p:cNvPr>
          <p:cNvSpPr/>
          <p:nvPr/>
        </p:nvSpPr>
        <p:spPr bwMode="auto">
          <a:xfrm>
            <a:off x="4731351" y="1280762"/>
            <a:ext cx="521172" cy="853188"/>
          </a:xfrm>
          <a:custGeom>
            <a:avLst/>
            <a:gdLst>
              <a:gd name="T0" fmla="*/ 0 w 394"/>
              <a:gd name="T1" fmla="*/ 0 h 645"/>
              <a:gd name="T2" fmla="*/ 0 w 394"/>
              <a:gd name="T3" fmla="*/ 527 h 645"/>
              <a:gd name="T4" fmla="*/ 394 w 394"/>
              <a:gd name="T5" fmla="*/ 645 h 645"/>
              <a:gd name="T6" fmla="*/ 394 w 394"/>
              <a:gd name="T7" fmla="*/ 118 h 645"/>
              <a:gd name="T8" fmla="*/ 156 w 394"/>
              <a:gd name="T9" fmla="*/ 48 h 645"/>
              <a:gd name="T10" fmla="*/ 0 w 394"/>
              <a:gd name="T11" fmla="*/ 0 h 645"/>
            </a:gdLst>
            <a:ahLst/>
            <a:cxnLst>
              <a:cxn ang="0">
                <a:pos x="T0" y="T1"/>
              </a:cxn>
              <a:cxn ang="0">
                <a:pos x="T2" y="T3"/>
              </a:cxn>
              <a:cxn ang="0">
                <a:pos x="T4" y="T5"/>
              </a:cxn>
              <a:cxn ang="0">
                <a:pos x="T6" y="T7"/>
              </a:cxn>
              <a:cxn ang="0">
                <a:pos x="T8" y="T9"/>
              </a:cxn>
              <a:cxn ang="0">
                <a:pos x="T10" y="T11"/>
              </a:cxn>
            </a:cxnLst>
            <a:rect l="0" t="0" r="r" b="b"/>
            <a:pathLst>
              <a:path w="394" h="645">
                <a:moveTo>
                  <a:pt x="0" y="0"/>
                </a:moveTo>
                <a:lnTo>
                  <a:pt x="0" y="527"/>
                </a:lnTo>
                <a:lnTo>
                  <a:pt x="394" y="645"/>
                </a:lnTo>
                <a:lnTo>
                  <a:pt x="394" y="118"/>
                </a:lnTo>
                <a:lnTo>
                  <a:pt x="156" y="48"/>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5" name="Freeform 129">
            <a:extLst>
              <a:ext uri="{FF2B5EF4-FFF2-40B4-BE49-F238E27FC236}">
                <a16:creationId xmlns:a16="http://schemas.microsoft.com/office/drawing/2014/main" id="{8659DF2B-C1E3-447A-9F4C-24863C3816E8}"/>
              </a:ext>
            </a:extLst>
          </p:cNvPr>
          <p:cNvSpPr/>
          <p:nvPr/>
        </p:nvSpPr>
        <p:spPr bwMode="auto">
          <a:xfrm>
            <a:off x="4731351" y="2286070"/>
            <a:ext cx="1043668" cy="851866"/>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6" name="Freeform 131">
            <a:extLst>
              <a:ext uri="{FF2B5EF4-FFF2-40B4-BE49-F238E27FC236}">
                <a16:creationId xmlns:a16="http://schemas.microsoft.com/office/drawing/2014/main" id="{E294D273-EE91-46CD-984C-D81DFB57E22A}"/>
              </a:ext>
            </a:extLst>
          </p:cNvPr>
          <p:cNvSpPr/>
          <p:nvPr/>
        </p:nvSpPr>
        <p:spPr bwMode="auto">
          <a:xfrm>
            <a:off x="4731351" y="2286070"/>
            <a:ext cx="521172" cy="851866"/>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7" name="Freeform 133">
            <a:extLst>
              <a:ext uri="{FF2B5EF4-FFF2-40B4-BE49-F238E27FC236}">
                <a16:creationId xmlns:a16="http://schemas.microsoft.com/office/drawing/2014/main" id="{70D456E1-6D9A-4B32-8DEC-6767276F7C69}"/>
              </a:ext>
            </a:extLst>
          </p:cNvPr>
          <p:cNvSpPr/>
          <p:nvPr/>
        </p:nvSpPr>
        <p:spPr bwMode="auto">
          <a:xfrm>
            <a:off x="4731351" y="3290055"/>
            <a:ext cx="1043668" cy="850543"/>
          </a:xfrm>
          <a:custGeom>
            <a:avLst/>
            <a:gdLst>
              <a:gd name="T0" fmla="*/ 0 w 789"/>
              <a:gd name="T1" fmla="*/ 527 h 643"/>
              <a:gd name="T2" fmla="*/ 394 w 789"/>
              <a:gd name="T3" fmla="*/ 643 h 643"/>
              <a:gd name="T4" fmla="*/ 789 w 789"/>
              <a:gd name="T5" fmla="*/ 527 h 643"/>
              <a:gd name="T6" fmla="*/ 789 w 789"/>
              <a:gd name="T7" fmla="*/ 0 h 643"/>
              <a:gd name="T8" fmla="*/ 394 w 789"/>
              <a:gd name="T9" fmla="*/ 116 h 643"/>
              <a:gd name="T10" fmla="*/ 0 w 789"/>
              <a:gd name="T11" fmla="*/ 0 h 643"/>
              <a:gd name="T12" fmla="*/ 0 w 789"/>
              <a:gd name="T13" fmla="*/ 527 h 643"/>
            </a:gdLst>
            <a:ahLst/>
            <a:cxnLst>
              <a:cxn ang="0">
                <a:pos x="T0" y="T1"/>
              </a:cxn>
              <a:cxn ang="0">
                <a:pos x="T2" y="T3"/>
              </a:cxn>
              <a:cxn ang="0">
                <a:pos x="T4" y="T5"/>
              </a:cxn>
              <a:cxn ang="0">
                <a:pos x="T6" y="T7"/>
              </a:cxn>
              <a:cxn ang="0">
                <a:pos x="T8" y="T9"/>
              </a:cxn>
              <a:cxn ang="0">
                <a:pos x="T10" y="T11"/>
              </a:cxn>
              <a:cxn ang="0">
                <a:pos x="T12" y="T13"/>
              </a:cxn>
            </a:cxnLst>
            <a:rect l="0" t="0" r="r" b="b"/>
            <a:pathLst>
              <a:path w="789" h="643">
                <a:moveTo>
                  <a:pt x="0" y="527"/>
                </a:moveTo>
                <a:lnTo>
                  <a:pt x="394" y="643"/>
                </a:lnTo>
                <a:lnTo>
                  <a:pt x="789" y="527"/>
                </a:lnTo>
                <a:lnTo>
                  <a:pt x="789" y="0"/>
                </a:lnTo>
                <a:lnTo>
                  <a:pt x="394" y="116"/>
                </a:lnTo>
                <a:lnTo>
                  <a:pt x="0" y="0"/>
                </a:lnTo>
                <a:lnTo>
                  <a:pt x="0" y="527"/>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8" name="Freeform 135">
            <a:extLst>
              <a:ext uri="{FF2B5EF4-FFF2-40B4-BE49-F238E27FC236}">
                <a16:creationId xmlns:a16="http://schemas.microsoft.com/office/drawing/2014/main" id="{CABD22DA-60DE-4AF3-9685-EA17D35D11F5}"/>
              </a:ext>
            </a:extLst>
          </p:cNvPr>
          <p:cNvSpPr/>
          <p:nvPr/>
        </p:nvSpPr>
        <p:spPr bwMode="auto">
          <a:xfrm>
            <a:off x="4731351" y="3290055"/>
            <a:ext cx="521172" cy="850543"/>
          </a:xfrm>
          <a:custGeom>
            <a:avLst/>
            <a:gdLst>
              <a:gd name="T0" fmla="*/ 0 w 394"/>
              <a:gd name="T1" fmla="*/ 0 h 643"/>
              <a:gd name="T2" fmla="*/ 0 w 394"/>
              <a:gd name="T3" fmla="*/ 527 h 643"/>
              <a:gd name="T4" fmla="*/ 394 w 394"/>
              <a:gd name="T5" fmla="*/ 643 h 643"/>
              <a:gd name="T6" fmla="*/ 394 w 394"/>
              <a:gd name="T7" fmla="*/ 116 h 643"/>
              <a:gd name="T8" fmla="*/ 156 w 394"/>
              <a:gd name="T9" fmla="*/ 45 h 643"/>
              <a:gd name="T10" fmla="*/ 0 w 394"/>
              <a:gd name="T11" fmla="*/ 0 h 643"/>
            </a:gdLst>
            <a:ahLst/>
            <a:cxnLst>
              <a:cxn ang="0">
                <a:pos x="T0" y="T1"/>
              </a:cxn>
              <a:cxn ang="0">
                <a:pos x="T2" y="T3"/>
              </a:cxn>
              <a:cxn ang="0">
                <a:pos x="T4" y="T5"/>
              </a:cxn>
              <a:cxn ang="0">
                <a:pos x="T6" y="T7"/>
              </a:cxn>
              <a:cxn ang="0">
                <a:pos x="T8" y="T9"/>
              </a:cxn>
              <a:cxn ang="0">
                <a:pos x="T10" y="T11"/>
              </a:cxn>
            </a:cxnLst>
            <a:rect l="0" t="0" r="r" b="b"/>
            <a:pathLst>
              <a:path w="394" h="643">
                <a:moveTo>
                  <a:pt x="0" y="0"/>
                </a:moveTo>
                <a:lnTo>
                  <a:pt x="0" y="527"/>
                </a:lnTo>
                <a:lnTo>
                  <a:pt x="394" y="643"/>
                </a:lnTo>
                <a:lnTo>
                  <a:pt x="394" y="116"/>
                </a:lnTo>
                <a:lnTo>
                  <a:pt x="156" y="45"/>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69" name="Freeform 137">
            <a:extLst>
              <a:ext uri="{FF2B5EF4-FFF2-40B4-BE49-F238E27FC236}">
                <a16:creationId xmlns:a16="http://schemas.microsoft.com/office/drawing/2014/main" id="{205D7D2A-ABEF-4E8C-A9D5-4920EFEECDA2}"/>
              </a:ext>
            </a:extLst>
          </p:cNvPr>
          <p:cNvSpPr/>
          <p:nvPr/>
        </p:nvSpPr>
        <p:spPr bwMode="auto">
          <a:xfrm>
            <a:off x="4731351" y="4292717"/>
            <a:ext cx="1043668" cy="851866"/>
          </a:xfrm>
          <a:custGeom>
            <a:avLst/>
            <a:gdLst>
              <a:gd name="T0" fmla="*/ 0 w 789"/>
              <a:gd name="T1" fmla="*/ 528 h 644"/>
              <a:gd name="T2" fmla="*/ 394 w 789"/>
              <a:gd name="T3" fmla="*/ 644 h 644"/>
              <a:gd name="T4" fmla="*/ 789 w 789"/>
              <a:gd name="T5" fmla="*/ 528 h 644"/>
              <a:gd name="T6" fmla="*/ 789 w 789"/>
              <a:gd name="T7" fmla="*/ 0 h 644"/>
              <a:gd name="T8" fmla="*/ 394 w 789"/>
              <a:gd name="T9" fmla="*/ 117 h 644"/>
              <a:gd name="T10" fmla="*/ 0 w 789"/>
              <a:gd name="T11" fmla="*/ 0 h 644"/>
              <a:gd name="T12" fmla="*/ 0 w 789"/>
              <a:gd name="T13" fmla="*/ 528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8"/>
                </a:moveTo>
                <a:lnTo>
                  <a:pt x="394" y="644"/>
                </a:lnTo>
                <a:lnTo>
                  <a:pt x="789" y="528"/>
                </a:lnTo>
                <a:lnTo>
                  <a:pt x="789" y="0"/>
                </a:lnTo>
                <a:lnTo>
                  <a:pt x="394" y="117"/>
                </a:lnTo>
                <a:lnTo>
                  <a:pt x="0" y="0"/>
                </a:lnTo>
                <a:lnTo>
                  <a:pt x="0" y="528"/>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0" name="Freeform 139">
            <a:extLst>
              <a:ext uri="{FF2B5EF4-FFF2-40B4-BE49-F238E27FC236}">
                <a16:creationId xmlns:a16="http://schemas.microsoft.com/office/drawing/2014/main" id="{362CF9FA-CCAD-463C-AEA1-5056D456FA5A}"/>
              </a:ext>
            </a:extLst>
          </p:cNvPr>
          <p:cNvSpPr/>
          <p:nvPr/>
        </p:nvSpPr>
        <p:spPr bwMode="auto">
          <a:xfrm>
            <a:off x="4731351" y="4292717"/>
            <a:ext cx="521172" cy="851866"/>
          </a:xfrm>
          <a:custGeom>
            <a:avLst/>
            <a:gdLst>
              <a:gd name="T0" fmla="*/ 0 w 394"/>
              <a:gd name="T1" fmla="*/ 0 h 644"/>
              <a:gd name="T2" fmla="*/ 0 w 394"/>
              <a:gd name="T3" fmla="*/ 528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8"/>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1" name="Freeform 141">
            <a:extLst>
              <a:ext uri="{FF2B5EF4-FFF2-40B4-BE49-F238E27FC236}">
                <a16:creationId xmlns:a16="http://schemas.microsoft.com/office/drawing/2014/main" id="{7495F323-730F-45F4-8516-D0A534AD966E}"/>
              </a:ext>
            </a:extLst>
          </p:cNvPr>
          <p:cNvSpPr/>
          <p:nvPr/>
        </p:nvSpPr>
        <p:spPr bwMode="auto">
          <a:xfrm>
            <a:off x="4731351" y="5296701"/>
            <a:ext cx="1043668" cy="851866"/>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sp>
        <p:nvSpPr>
          <p:cNvPr id="72" name="Freeform 143">
            <a:extLst>
              <a:ext uri="{FF2B5EF4-FFF2-40B4-BE49-F238E27FC236}">
                <a16:creationId xmlns:a16="http://schemas.microsoft.com/office/drawing/2014/main" id="{7EFCF6A2-A4B0-408B-9E5C-5A5228DB31DB}"/>
              </a:ext>
            </a:extLst>
          </p:cNvPr>
          <p:cNvSpPr/>
          <p:nvPr/>
        </p:nvSpPr>
        <p:spPr bwMode="auto">
          <a:xfrm>
            <a:off x="4731351" y="5296701"/>
            <a:ext cx="521172" cy="851866"/>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en-US"/>
          </a:p>
        </p:txBody>
      </p:sp>
      <p:cxnSp>
        <p:nvCxnSpPr>
          <p:cNvPr id="73" name="Straight Connector 10">
            <a:extLst>
              <a:ext uri="{FF2B5EF4-FFF2-40B4-BE49-F238E27FC236}">
                <a16:creationId xmlns:a16="http://schemas.microsoft.com/office/drawing/2014/main" id="{E3C05605-CCF1-4E8A-BC84-BB227DAD101A}"/>
              </a:ext>
            </a:extLst>
          </p:cNvPr>
          <p:cNvCxnSpPr/>
          <p:nvPr/>
        </p:nvCxnSpPr>
        <p:spPr>
          <a:xfrm>
            <a:off x="3267223" y="1707356"/>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4" name="Straight Connector 88">
            <a:extLst>
              <a:ext uri="{FF2B5EF4-FFF2-40B4-BE49-F238E27FC236}">
                <a16:creationId xmlns:a16="http://schemas.microsoft.com/office/drawing/2014/main" id="{83964BF0-F77C-484B-A232-1BA98F0A778E}"/>
              </a:ext>
            </a:extLst>
          </p:cNvPr>
          <p:cNvCxnSpPr/>
          <p:nvPr/>
        </p:nvCxnSpPr>
        <p:spPr>
          <a:xfrm>
            <a:off x="3267223" y="2678252"/>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5" name="Straight Connector 89">
            <a:extLst>
              <a:ext uri="{FF2B5EF4-FFF2-40B4-BE49-F238E27FC236}">
                <a16:creationId xmlns:a16="http://schemas.microsoft.com/office/drawing/2014/main" id="{5C59F17D-0C85-401F-9500-297D5E6348AD}"/>
              </a:ext>
            </a:extLst>
          </p:cNvPr>
          <p:cNvCxnSpPr/>
          <p:nvPr/>
        </p:nvCxnSpPr>
        <p:spPr>
          <a:xfrm>
            <a:off x="3267223" y="3684241"/>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6" name="Straight Connector 90">
            <a:extLst>
              <a:ext uri="{FF2B5EF4-FFF2-40B4-BE49-F238E27FC236}">
                <a16:creationId xmlns:a16="http://schemas.microsoft.com/office/drawing/2014/main" id="{1542A1AA-FFDE-4D75-9AE0-3B4B212418AE}"/>
              </a:ext>
            </a:extLst>
          </p:cNvPr>
          <p:cNvCxnSpPr/>
          <p:nvPr/>
        </p:nvCxnSpPr>
        <p:spPr>
          <a:xfrm>
            <a:off x="3267223" y="4718650"/>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77" name="Straight Connector 91">
            <a:extLst>
              <a:ext uri="{FF2B5EF4-FFF2-40B4-BE49-F238E27FC236}">
                <a16:creationId xmlns:a16="http://schemas.microsoft.com/office/drawing/2014/main" id="{106524CA-5C4F-4F30-A1D9-5BB0F72036C7}"/>
              </a:ext>
            </a:extLst>
          </p:cNvPr>
          <p:cNvCxnSpPr/>
          <p:nvPr/>
        </p:nvCxnSpPr>
        <p:spPr>
          <a:xfrm>
            <a:off x="3267223" y="5722634"/>
            <a:ext cx="1304925" cy="0"/>
          </a:xfrm>
          <a:prstGeom prst="line">
            <a:avLst/>
          </a:prstGeom>
          <a:ln w="19050">
            <a:solidFill>
              <a:schemeClr val="bg1">
                <a:lumMod val="65000"/>
              </a:schemeClr>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78" name="Group 12">
            <a:extLst>
              <a:ext uri="{FF2B5EF4-FFF2-40B4-BE49-F238E27FC236}">
                <a16:creationId xmlns:a16="http://schemas.microsoft.com/office/drawing/2014/main" id="{FFF61ED6-5F4E-42E2-886C-F3918BDB8806}"/>
              </a:ext>
            </a:extLst>
          </p:cNvPr>
          <p:cNvGrpSpPr/>
          <p:nvPr/>
        </p:nvGrpSpPr>
        <p:grpSpPr>
          <a:xfrm>
            <a:off x="4571750" y="1280762"/>
            <a:ext cx="1203269" cy="853188"/>
            <a:chOff x="3998796" y="1758980"/>
            <a:chExt cx="1203269" cy="853188"/>
          </a:xfrm>
        </p:grpSpPr>
        <p:grpSp>
          <p:nvGrpSpPr>
            <p:cNvPr id="79" name="Group 195">
              <a:extLst>
                <a:ext uri="{FF2B5EF4-FFF2-40B4-BE49-F238E27FC236}">
                  <a16:creationId xmlns:a16="http://schemas.microsoft.com/office/drawing/2014/main" id="{668ECF04-7D81-4254-A2A9-0E042B4C016D}"/>
                </a:ext>
              </a:extLst>
            </p:cNvPr>
            <p:cNvGrpSpPr/>
            <p:nvPr/>
          </p:nvGrpSpPr>
          <p:grpSpPr>
            <a:xfrm>
              <a:off x="4158397" y="1758980"/>
              <a:ext cx="1043668" cy="853188"/>
              <a:chOff x="7127875" y="600075"/>
              <a:chExt cx="1252538" cy="1023937"/>
            </a:xfrm>
          </p:grpSpPr>
          <p:sp>
            <p:nvSpPr>
              <p:cNvPr id="81" name="Freeform 124">
                <a:extLst>
                  <a:ext uri="{FF2B5EF4-FFF2-40B4-BE49-F238E27FC236}">
                    <a16:creationId xmlns:a16="http://schemas.microsoft.com/office/drawing/2014/main" id="{10AF71D0-A410-49BB-8907-3609B055EC65}"/>
                  </a:ext>
                </a:extLst>
              </p:cNvPr>
              <p:cNvSpPr/>
              <p:nvPr/>
            </p:nvSpPr>
            <p:spPr bwMode="auto">
              <a:xfrm>
                <a:off x="7127875" y="600075"/>
                <a:ext cx="1252538" cy="1023937"/>
              </a:xfrm>
              <a:custGeom>
                <a:avLst/>
                <a:gdLst>
                  <a:gd name="T0" fmla="*/ 0 w 789"/>
                  <a:gd name="T1" fmla="*/ 527 h 645"/>
                  <a:gd name="T2" fmla="*/ 394 w 789"/>
                  <a:gd name="T3" fmla="*/ 645 h 645"/>
                  <a:gd name="T4" fmla="*/ 789 w 789"/>
                  <a:gd name="T5" fmla="*/ 527 h 645"/>
                  <a:gd name="T6" fmla="*/ 789 w 789"/>
                  <a:gd name="T7" fmla="*/ 0 h 645"/>
                  <a:gd name="T8" fmla="*/ 394 w 789"/>
                  <a:gd name="T9" fmla="*/ 118 h 645"/>
                  <a:gd name="T10" fmla="*/ 0 w 789"/>
                  <a:gd name="T11" fmla="*/ 0 h 645"/>
                  <a:gd name="T12" fmla="*/ 0 w 789"/>
                  <a:gd name="T13" fmla="*/ 527 h 645"/>
                </a:gdLst>
                <a:ahLst/>
                <a:cxnLst>
                  <a:cxn ang="0">
                    <a:pos x="T0" y="T1"/>
                  </a:cxn>
                  <a:cxn ang="0">
                    <a:pos x="T2" y="T3"/>
                  </a:cxn>
                  <a:cxn ang="0">
                    <a:pos x="T4" y="T5"/>
                  </a:cxn>
                  <a:cxn ang="0">
                    <a:pos x="T6" y="T7"/>
                  </a:cxn>
                  <a:cxn ang="0">
                    <a:pos x="T8" y="T9"/>
                  </a:cxn>
                  <a:cxn ang="0">
                    <a:pos x="T10" y="T11"/>
                  </a:cxn>
                  <a:cxn ang="0">
                    <a:pos x="T12" y="T13"/>
                  </a:cxn>
                </a:cxnLst>
                <a:rect l="0" t="0" r="r" b="b"/>
                <a:pathLst>
                  <a:path w="789" h="645">
                    <a:moveTo>
                      <a:pt x="0" y="527"/>
                    </a:moveTo>
                    <a:lnTo>
                      <a:pt x="394" y="645"/>
                    </a:lnTo>
                    <a:lnTo>
                      <a:pt x="789" y="527"/>
                    </a:lnTo>
                    <a:lnTo>
                      <a:pt x="789" y="0"/>
                    </a:lnTo>
                    <a:lnTo>
                      <a:pt x="394" y="118"/>
                    </a:lnTo>
                    <a:lnTo>
                      <a:pt x="0" y="0"/>
                    </a:lnTo>
                    <a:lnTo>
                      <a:pt x="0" y="527"/>
                    </a:lnTo>
                    <a:close/>
                  </a:path>
                </a:pathLst>
              </a:custGeom>
              <a:solidFill>
                <a:schemeClr val="accent1">
                  <a:lumMod val="75000"/>
                </a:schemeClr>
              </a:solidFill>
              <a:ln>
                <a:noFill/>
              </a:ln>
            </p:spPr>
            <p:txBody>
              <a:bodyPr vert="horz" wrap="square" lIns="91440" tIns="45720" rIns="91440" bIns="45720" numCol="1" anchor="t" anchorCtr="0" compatLnSpc="1"/>
              <a:lstStyle/>
              <a:p>
                <a:endParaRPr lang="en-US"/>
              </a:p>
            </p:txBody>
          </p:sp>
          <p:sp>
            <p:nvSpPr>
              <p:cNvPr id="82" name="Freeform 126">
                <a:extLst>
                  <a:ext uri="{FF2B5EF4-FFF2-40B4-BE49-F238E27FC236}">
                    <a16:creationId xmlns:a16="http://schemas.microsoft.com/office/drawing/2014/main" id="{507FA68C-BEAB-4886-8E3A-50767C0F081C}"/>
                  </a:ext>
                </a:extLst>
              </p:cNvPr>
              <p:cNvSpPr/>
              <p:nvPr/>
            </p:nvSpPr>
            <p:spPr bwMode="auto">
              <a:xfrm>
                <a:off x="7127875" y="600075"/>
                <a:ext cx="625475" cy="1023937"/>
              </a:xfrm>
              <a:custGeom>
                <a:avLst/>
                <a:gdLst>
                  <a:gd name="T0" fmla="*/ 0 w 394"/>
                  <a:gd name="T1" fmla="*/ 0 h 645"/>
                  <a:gd name="T2" fmla="*/ 0 w 394"/>
                  <a:gd name="T3" fmla="*/ 527 h 645"/>
                  <a:gd name="T4" fmla="*/ 394 w 394"/>
                  <a:gd name="T5" fmla="*/ 645 h 645"/>
                  <a:gd name="T6" fmla="*/ 394 w 394"/>
                  <a:gd name="T7" fmla="*/ 118 h 645"/>
                  <a:gd name="T8" fmla="*/ 156 w 394"/>
                  <a:gd name="T9" fmla="*/ 48 h 645"/>
                  <a:gd name="T10" fmla="*/ 0 w 394"/>
                  <a:gd name="T11" fmla="*/ 0 h 645"/>
                </a:gdLst>
                <a:ahLst/>
                <a:cxnLst>
                  <a:cxn ang="0">
                    <a:pos x="T0" y="T1"/>
                  </a:cxn>
                  <a:cxn ang="0">
                    <a:pos x="T2" y="T3"/>
                  </a:cxn>
                  <a:cxn ang="0">
                    <a:pos x="T4" y="T5"/>
                  </a:cxn>
                  <a:cxn ang="0">
                    <a:pos x="T6" y="T7"/>
                  </a:cxn>
                  <a:cxn ang="0">
                    <a:pos x="T8" y="T9"/>
                  </a:cxn>
                  <a:cxn ang="0">
                    <a:pos x="T10" y="T11"/>
                  </a:cxn>
                </a:cxnLst>
                <a:rect l="0" t="0" r="r" b="b"/>
                <a:pathLst>
                  <a:path w="394" h="645">
                    <a:moveTo>
                      <a:pt x="0" y="0"/>
                    </a:moveTo>
                    <a:lnTo>
                      <a:pt x="0" y="527"/>
                    </a:lnTo>
                    <a:lnTo>
                      <a:pt x="394" y="645"/>
                    </a:lnTo>
                    <a:lnTo>
                      <a:pt x="394" y="118"/>
                    </a:lnTo>
                    <a:lnTo>
                      <a:pt x="156" y="48"/>
                    </a:lnTo>
                    <a:lnTo>
                      <a:pt x="0" y="0"/>
                    </a:lnTo>
                    <a:close/>
                  </a:path>
                </a:pathLst>
              </a:custGeom>
              <a:solidFill>
                <a:schemeClr val="accent1"/>
              </a:solidFill>
              <a:ln>
                <a:noFill/>
              </a:ln>
            </p:spPr>
            <p:txBody>
              <a:bodyPr vert="horz" wrap="square" lIns="91440" tIns="45720" rIns="91440" bIns="45720" numCol="1" anchor="t" anchorCtr="0" compatLnSpc="1"/>
              <a:lstStyle/>
              <a:p>
                <a:endParaRPr lang="en-US"/>
              </a:p>
            </p:txBody>
          </p:sp>
        </p:grpSp>
        <p:sp>
          <p:nvSpPr>
            <p:cNvPr id="80" name="Inhaltsplatzhalter 4">
              <a:extLst>
                <a:ext uri="{FF2B5EF4-FFF2-40B4-BE49-F238E27FC236}">
                  <a16:creationId xmlns:a16="http://schemas.microsoft.com/office/drawing/2014/main" id="{DCBBB496-812F-453E-AC84-6D0837F3456A}"/>
                </a:ext>
              </a:extLst>
            </p:cNvPr>
            <p:cNvSpPr txBox="1"/>
            <p:nvPr/>
          </p:nvSpPr>
          <p:spPr>
            <a:xfrm>
              <a:off x="3998796" y="1945713"/>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01</a:t>
              </a:r>
              <a:endParaRPr lang="en-US" sz="2400" dirty="0">
                <a:latin typeface="+mn-lt"/>
              </a:endParaRPr>
            </a:p>
          </p:txBody>
        </p:sp>
      </p:grpSp>
      <p:grpSp>
        <p:nvGrpSpPr>
          <p:cNvPr id="83" name="Group 13">
            <a:extLst>
              <a:ext uri="{FF2B5EF4-FFF2-40B4-BE49-F238E27FC236}">
                <a16:creationId xmlns:a16="http://schemas.microsoft.com/office/drawing/2014/main" id="{E2186A3D-DC96-442E-B9C1-FFD7E3A8F7AF}"/>
              </a:ext>
            </a:extLst>
          </p:cNvPr>
          <p:cNvGrpSpPr/>
          <p:nvPr/>
        </p:nvGrpSpPr>
        <p:grpSpPr>
          <a:xfrm>
            <a:off x="4552700" y="2286070"/>
            <a:ext cx="1222319" cy="851866"/>
            <a:chOff x="3979746" y="2764288"/>
            <a:chExt cx="1222319" cy="851866"/>
          </a:xfrm>
        </p:grpSpPr>
        <p:grpSp>
          <p:nvGrpSpPr>
            <p:cNvPr id="84" name="Group 193">
              <a:extLst>
                <a:ext uri="{FF2B5EF4-FFF2-40B4-BE49-F238E27FC236}">
                  <a16:creationId xmlns:a16="http://schemas.microsoft.com/office/drawing/2014/main" id="{A2B94E8E-1E67-4E55-8CBA-0342BA95DA52}"/>
                </a:ext>
              </a:extLst>
            </p:cNvPr>
            <p:cNvGrpSpPr/>
            <p:nvPr/>
          </p:nvGrpSpPr>
          <p:grpSpPr>
            <a:xfrm>
              <a:off x="4158397" y="2764288"/>
              <a:ext cx="1043668" cy="851866"/>
              <a:chOff x="7127875" y="1806575"/>
              <a:chExt cx="1252538" cy="1022350"/>
            </a:xfrm>
          </p:grpSpPr>
          <p:sp>
            <p:nvSpPr>
              <p:cNvPr id="86" name="Freeform 128">
                <a:extLst>
                  <a:ext uri="{FF2B5EF4-FFF2-40B4-BE49-F238E27FC236}">
                    <a16:creationId xmlns:a16="http://schemas.microsoft.com/office/drawing/2014/main" id="{FA95711B-B93C-4B8C-B523-78E4DB31A9BE}"/>
                  </a:ext>
                </a:extLst>
              </p:cNvPr>
              <p:cNvSpPr/>
              <p:nvPr/>
            </p:nvSpPr>
            <p:spPr bwMode="auto">
              <a:xfrm>
                <a:off x="7127875" y="1806575"/>
                <a:ext cx="1252538" cy="1022350"/>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close/>
                  </a:path>
                </a:pathLst>
              </a:custGeom>
              <a:solidFill>
                <a:schemeClr val="accent2">
                  <a:lumMod val="75000"/>
                </a:schemeClr>
              </a:solidFill>
              <a:ln>
                <a:noFill/>
              </a:ln>
            </p:spPr>
            <p:txBody>
              <a:bodyPr vert="horz" wrap="square" lIns="91440" tIns="45720" rIns="91440" bIns="45720" numCol="1" anchor="t" anchorCtr="0" compatLnSpc="1"/>
              <a:lstStyle/>
              <a:p>
                <a:endParaRPr lang="en-US"/>
              </a:p>
            </p:txBody>
          </p:sp>
          <p:sp>
            <p:nvSpPr>
              <p:cNvPr id="87" name="Freeform 130">
                <a:extLst>
                  <a:ext uri="{FF2B5EF4-FFF2-40B4-BE49-F238E27FC236}">
                    <a16:creationId xmlns:a16="http://schemas.microsoft.com/office/drawing/2014/main" id="{86D5661E-F95C-4FEA-9F3D-8C3A668FC70D}"/>
                  </a:ext>
                </a:extLst>
              </p:cNvPr>
              <p:cNvSpPr/>
              <p:nvPr/>
            </p:nvSpPr>
            <p:spPr bwMode="auto">
              <a:xfrm>
                <a:off x="7127875" y="1806575"/>
                <a:ext cx="625475" cy="1022350"/>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close/>
                  </a:path>
                </a:pathLst>
              </a:custGeom>
              <a:solidFill>
                <a:schemeClr val="accent2"/>
              </a:solidFill>
              <a:ln>
                <a:noFill/>
              </a:ln>
            </p:spPr>
            <p:txBody>
              <a:bodyPr vert="horz" wrap="square" lIns="91440" tIns="45720" rIns="91440" bIns="45720" numCol="1" anchor="t" anchorCtr="0" compatLnSpc="1"/>
              <a:lstStyle/>
              <a:p>
                <a:endParaRPr lang="en-US"/>
              </a:p>
            </p:txBody>
          </p:sp>
        </p:grpSp>
        <p:sp>
          <p:nvSpPr>
            <p:cNvPr id="85" name="Inhaltsplatzhalter 4">
              <a:extLst>
                <a:ext uri="{FF2B5EF4-FFF2-40B4-BE49-F238E27FC236}">
                  <a16:creationId xmlns:a16="http://schemas.microsoft.com/office/drawing/2014/main" id="{F805D730-DECC-4DAE-98E7-A68765463E2E}"/>
                </a:ext>
              </a:extLst>
            </p:cNvPr>
            <p:cNvSpPr txBox="1"/>
            <p:nvPr/>
          </p:nvSpPr>
          <p:spPr>
            <a:xfrm>
              <a:off x="3979746" y="2957772"/>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02</a:t>
              </a:r>
              <a:endParaRPr lang="en-US" sz="2400" dirty="0">
                <a:latin typeface="+mn-lt"/>
              </a:endParaRPr>
            </a:p>
          </p:txBody>
        </p:sp>
      </p:grpSp>
      <p:grpSp>
        <p:nvGrpSpPr>
          <p:cNvPr id="88" name="Group 14">
            <a:extLst>
              <a:ext uri="{FF2B5EF4-FFF2-40B4-BE49-F238E27FC236}">
                <a16:creationId xmlns:a16="http://schemas.microsoft.com/office/drawing/2014/main" id="{0306484B-5690-485B-81C4-D018CBFDEFAC}"/>
              </a:ext>
            </a:extLst>
          </p:cNvPr>
          <p:cNvGrpSpPr/>
          <p:nvPr/>
        </p:nvGrpSpPr>
        <p:grpSpPr>
          <a:xfrm>
            <a:off x="4552700" y="3290055"/>
            <a:ext cx="1222319" cy="850543"/>
            <a:chOff x="3979746" y="3768273"/>
            <a:chExt cx="1222319" cy="850543"/>
          </a:xfrm>
        </p:grpSpPr>
        <p:grpSp>
          <p:nvGrpSpPr>
            <p:cNvPr id="89" name="Group 192">
              <a:extLst>
                <a:ext uri="{FF2B5EF4-FFF2-40B4-BE49-F238E27FC236}">
                  <a16:creationId xmlns:a16="http://schemas.microsoft.com/office/drawing/2014/main" id="{5BFE8A45-AB02-49F5-BE57-9EE1517642C8}"/>
                </a:ext>
              </a:extLst>
            </p:cNvPr>
            <p:cNvGrpSpPr/>
            <p:nvPr/>
          </p:nvGrpSpPr>
          <p:grpSpPr>
            <a:xfrm>
              <a:off x="4158397" y="3768273"/>
              <a:ext cx="1043668" cy="850543"/>
              <a:chOff x="7127875" y="3011488"/>
              <a:chExt cx="1252538" cy="1020762"/>
            </a:xfrm>
          </p:grpSpPr>
          <p:sp>
            <p:nvSpPr>
              <p:cNvPr id="91" name="Freeform 132">
                <a:extLst>
                  <a:ext uri="{FF2B5EF4-FFF2-40B4-BE49-F238E27FC236}">
                    <a16:creationId xmlns:a16="http://schemas.microsoft.com/office/drawing/2014/main" id="{DB84354E-8867-4DBD-AB03-C4FD87281903}"/>
                  </a:ext>
                </a:extLst>
              </p:cNvPr>
              <p:cNvSpPr/>
              <p:nvPr/>
            </p:nvSpPr>
            <p:spPr bwMode="auto">
              <a:xfrm>
                <a:off x="7127875" y="3011488"/>
                <a:ext cx="1252538" cy="1020762"/>
              </a:xfrm>
              <a:custGeom>
                <a:avLst/>
                <a:gdLst>
                  <a:gd name="T0" fmla="*/ 0 w 789"/>
                  <a:gd name="T1" fmla="*/ 527 h 643"/>
                  <a:gd name="T2" fmla="*/ 394 w 789"/>
                  <a:gd name="T3" fmla="*/ 643 h 643"/>
                  <a:gd name="T4" fmla="*/ 789 w 789"/>
                  <a:gd name="T5" fmla="*/ 527 h 643"/>
                  <a:gd name="T6" fmla="*/ 789 w 789"/>
                  <a:gd name="T7" fmla="*/ 0 h 643"/>
                  <a:gd name="T8" fmla="*/ 394 w 789"/>
                  <a:gd name="T9" fmla="*/ 116 h 643"/>
                  <a:gd name="T10" fmla="*/ 0 w 789"/>
                  <a:gd name="T11" fmla="*/ 0 h 643"/>
                  <a:gd name="T12" fmla="*/ 0 w 789"/>
                  <a:gd name="T13" fmla="*/ 527 h 643"/>
                </a:gdLst>
                <a:ahLst/>
                <a:cxnLst>
                  <a:cxn ang="0">
                    <a:pos x="T0" y="T1"/>
                  </a:cxn>
                  <a:cxn ang="0">
                    <a:pos x="T2" y="T3"/>
                  </a:cxn>
                  <a:cxn ang="0">
                    <a:pos x="T4" y="T5"/>
                  </a:cxn>
                  <a:cxn ang="0">
                    <a:pos x="T6" y="T7"/>
                  </a:cxn>
                  <a:cxn ang="0">
                    <a:pos x="T8" y="T9"/>
                  </a:cxn>
                  <a:cxn ang="0">
                    <a:pos x="T10" y="T11"/>
                  </a:cxn>
                  <a:cxn ang="0">
                    <a:pos x="T12" y="T13"/>
                  </a:cxn>
                </a:cxnLst>
                <a:rect l="0" t="0" r="r" b="b"/>
                <a:pathLst>
                  <a:path w="789" h="643">
                    <a:moveTo>
                      <a:pt x="0" y="527"/>
                    </a:moveTo>
                    <a:lnTo>
                      <a:pt x="394" y="643"/>
                    </a:lnTo>
                    <a:lnTo>
                      <a:pt x="789" y="527"/>
                    </a:lnTo>
                    <a:lnTo>
                      <a:pt x="789" y="0"/>
                    </a:lnTo>
                    <a:lnTo>
                      <a:pt x="394" y="116"/>
                    </a:lnTo>
                    <a:lnTo>
                      <a:pt x="0" y="0"/>
                    </a:lnTo>
                    <a:lnTo>
                      <a:pt x="0" y="527"/>
                    </a:lnTo>
                    <a:close/>
                  </a:path>
                </a:pathLst>
              </a:custGeom>
              <a:solidFill>
                <a:schemeClr val="accent3">
                  <a:lumMod val="75000"/>
                </a:schemeClr>
              </a:solidFill>
              <a:ln>
                <a:noFill/>
              </a:ln>
            </p:spPr>
            <p:txBody>
              <a:bodyPr vert="horz" wrap="square" lIns="91440" tIns="45720" rIns="91440" bIns="45720" numCol="1" anchor="t" anchorCtr="0" compatLnSpc="1"/>
              <a:lstStyle/>
              <a:p>
                <a:endParaRPr lang="en-US"/>
              </a:p>
            </p:txBody>
          </p:sp>
          <p:sp>
            <p:nvSpPr>
              <p:cNvPr id="92" name="Freeform 134">
                <a:extLst>
                  <a:ext uri="{FF2B5EF4-FFF2-40B4-BE49-F238E27FC236}">
                    <a16:creationId xmlns:a16="http://schemas.microsoft.com/office/drawing/2014/main" id="{E1CF5F10-0663-4805-839F-34ABE7B271D4}"/>
                  </a:ext>
                </a:extLst>
              </p:cNvPr>
              <p:cNvSpPr/>
              <p:nvPr/>
            </p:nvSpPr>
            <p:spPr bwMode="auto">
              <a:xfrm>
                <a:off x="7127875" y="3011488"/>
                <a:ext cx="625475" cy="1020762"/>
              </a:xfrm>
              <a:custGeom>
                <a:avLst/>
                <a:gdLst>
                  <a:gd name="T0" fmla="*/ 0 w 394"/>
                  <a:gd name="T1" fmla="*/ 0 h 643"/>
                  <a:gd name="T2" fmla="*/ 0 w 394"/>
                  <a:gd name="T3" fmla="*/ 527 h 643"/>
                  <a:gd name="T4" fmla="*/ 394 w 394"/>
                  <a:gd name="T5" fmla="*/ 643 h 643"/>
                  <a:gd name="T6" fmla="*/ 394 w 394"/>
                  <a:gd name="T7" fmla="*/ 116 h 643"/>
                  <a:gd name="T8" fmla="*/ 156 w 394"/>
                  <a:gd name="T9" fmla="*/ 45 h 643"/>
                  <a:gd name="T10" fmla="*/ 0 w 394"/>
                  <a:gd name="T11" fmla="*/ 0 h 643"/>
                </a:gdLst>
                <a:ahLst/>
                <a:cxnLst>
                  <a:cxn ang="0">
                    <a:pos x="T0" y="T1"/>
                  </a:cxn>
                  <a:cxn ang="0">
                    <a:pos x="T2" y="T3"/>
                  </a:cxn>
                  <a:cxn ang="0">
                    <a:pos x="T4" y="T5"/>
                  </a:cxn>
                  <a:cxn ang="0">
                    <a:pos x="T6" y="T7"/>
                  </a:cxn>
                  <a:cxn ang="0">
                    <a:pos x="T8" y="T9"/>
                  </a:cxn>
                  <a:cxn ang="0">
                    <a:pos x="T10" y="T11"/>
                  </a:cxn>
                </a:cxnLst>
                <a:rect l="0" t="0" r="r" b="b"/>
                <a:pathLst>
                  <a:path w="394" h="643">
                    <a:moveTo>
                      <a:pt x="0" y="0"/>
                    </a:moveTo>
                    <a:lnTo>
                      <a:pt x="0" y="527"/>
                    </a:lnTo>
                    <a:lnTo>
                      <a:pt x="394" y="643"/>
                    </a:lnTo>
                    <a:lnTo>
                      <a:pt x="394" y="116"/>
                    </a:lnTo>
                    <a:lnTo>
                      <a:pt x="156" y="45"/>
                    </a:lnTo>
                    <a:lnTo>
                      <a:pt x="0" y="0"/>
                    </a:lnTo>
                    <a:close/>
                  </a:path>
                </a:pathLst>
              </a:custGeom>
              <a:solidFill>
                <a:schemeClr val="accent3"/>
              </a:solidFill>
              <a:ln>
                <a:noFill/>
              </a:ln>
            </p:spPr>
            <p:txBody>
              <a:bodyPr vert="horz" wrap="square" lIns="91440" tIns="45720" rIns="91440" bIns="45720" numCol="1" anchor="t" anchorCtr="0" compatLnSpc="1"/>
              <a:lstStyle/>
              <a:p>
                <a:endParaRPr lang="en-US"/>
              </a:p>
            </p:txBody>
          </p:sp>
        </p:grpSp>
        <p:sp>
          <p:nvSpPr>
            <p:cNvPr id="90" name="Inhaltsplatzhalter 4">
              <a:extLst>
                <a:ext uri="{FF2B5EF4-FFF2-40B4-BE49-F238E27FC236}">
                  <a16:creationId xmlns:a16="http://schemas.microsoft.com/office/drawing/2014/main" id="{665C3893-6A3E-4EAD-B9E4-F51378F63CCE}"/>
                </a:ext>
              </a:extLst>
            </p:cNvPr>
            <p:cNvSpPr txBox="1"/>
            <p:nvPr/>
          </p:nvSpPr>
          <p:spPr>
            <a:xfrm>
              <a:off x="3979746" y="3948073"/>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03</a:t>
              </a:r>
              <a:endParaRPr lang="en-US" sz="2400" dirty="0">
                <a:latin typeface="+mn-lt"/>
              </a:endParaRPr>
            </a:p>
          </p:txBody>
        </p:sp>
      </p:grpSp>
      <p:grpSp>
        <p:nvGrpSpPr>
          <p:cNvPr id="93" name="Group 15">
            <a:extLst>
              <a:ext uri="{FF2B5EF4-FFF2-40B4-BE49-F238E27FC236}">
                <a16:creationId xmlns:a16="http://schemas.microsoft.com/office/drawing/2014/main" id="{CC62692A-47B7-4F87-91F7-E227DDDE5816}"/>
              </a:ext>
            </a:extLst>
          </p:cNvPr>
          <p:cNvGrpSpPr/>
          <p:nvPr/>
        </p:nvGrpSpPr>
        <p:grpSpPr>
          <a:xfrm>
            <a:off x="4552700" y="4292717"/>
            <a:ext cx="1222319" cy="851866"/>
            <a:chOff x="3979746" y="4770935"/>
            <a:chExt cx="1222319" cy="851866"/>
          </a:xfrm>
        </p:grpSpPr>
        <p:grpSp>
          <p:nvGrpSpPr>
            <p:cNvPr id="94" name="Group 191">
              <a:extLst>
                <a:ext uri="{FF2B5EF4-FFF2-40B4-BE49-F238E27FC236}">
                  <a16:creationId xmlns:a16="http://schemas.microsoft.com/office/drawing/2014/main" id="{E3FD9429-917F-45CD-914D-CD75D9BCC3FB}"/>
                </a:ext>
              </a:extLst>
            </p:cNvPr>
            <p:cNvGrpSpPr/>
            <p:nvPr/>
          </p:nvGrpSpPr>
          <p:grpSpPr>
            <a:xfrm>
              <a:off x="4158397" y="4770935"/>
              <a:ext cx="1043668" cy="851866"/>
              <a:chOff x="7127875" y="4214813"/>
              <a:chExt cx="1252538" cy="1022350"/>
            </a:xfrm>
          </p:grpSpPr>
          <p:sp>
            <p:nvSpPr>
              <p:cNvPr id="96" name="Freeform 136">
                <a:extLst>
                  <a:ext uri="{FF2B5EF4-FFF2-40B4-BE49-F238E27FC236}">
                    <a16:creationId xmlns:a16="http://schemas.microsoft.com/office/drawing/2014/main" id="{FE6652F0-40AF-40F5-80BC-8B5C54EA3BA3}"/>
                  </a:ext>
                </a:extLst>
              </p:cNvPr>
              <p:cNvSpPr/>
              <p:nvPr/>
            </p:nvSpPr>
            <p:spPr bwMode="auto">
              <a:xfrm>
                <a:off x="7127875" y="4214813"/>
                <a:ext cx="1252538" cy="1022350"/>
              </a:xfrm>
              <a:custGeom>
                <a:avLst/>
                <a:gdLst>
                  <a:gd name="T0" fmla="*/ 0 w 789"/>
                  <a:gd name="T1" fmla="*/ 528 h 644"/>
                  <a:gd name="T2" fmla="*/ 394 w 789"/>
                  <a:gd name="T3" fmla="*/ 644 h 644"/>
                  <a:gd name="T4" fmla="*/ 789 w 789"/>
                  <a:gd name="T5" fmla="*/ 528 h 644"/>
                  <a:gd name="T6" fmla="*/ 789 w 789"/>
                  <a:gd name="T7" fmla="*/ 0 h 644"/>
                  <a:gd name="T8" fmla="*/ 394 w 789"/>
                  <a:gd name="T9" fmla="*/ 117 h 644"/>
                  <a:gd name="T10" fmla="*/ 0 w 789"/>
                  <a:gd name="T11" fmla="*/ 0 h 644"/>
                  <a:gd name="T12" fmla="*/ 0 w 789"/>
                  <a:gd name="T13" fmla="*/ 528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8"/>
                    </a:moveTo>
                    <a:lnTo>
                      <a:pt x="394" y="644"/>
                    </a:lnTo>
                    <a:lnTo>
                      <a:pt x="789" y="528"/>
                    </a:lnTo>
                    <a:lnTo>
                      <a:pt x="789" y="0"/>
                    </a:lnTo>
                    <a:lnTo>
                      <a:pt x="394" y="117"/>
                    </a:lnTo>
                    <a:lnTo>
                      <a:pt x="0" y="0"/>
                    </a:lnTo>
                    <a:lnTo>
                      <a:pt x="0" y="528"/>
                    </a:lnTo>
                    <a:close/>
                  </a:path>
                </a:pathLst>
              </a:custGeom>
              <a:solidFill>
                <a:schemeClr val="accent4">
                  <a:lumMod val="75000"/>
                </a:schemeClr>
              </a:solidFill>
              <a:ln>
                <a:noFill/>
              </a:ln>
            </p:spPr>
            <p:txBody>
              <a:bodyPr vert="horz" wrap="square" lIns="91440" tIns="45720" rIns="91440" bIns="45720" numCol="1" anchor="t" anchorCtr="0" compatLnSpc="1"/>
              <a:lstStyle/>
              <a:p>
                <a:endParaRPr lang="en-US"/>
              </a:p>
            </p:txBody>
          </p:sp>
          <p:sp>
            <p:nvSpPr>
              <p:cNvPr id="97" name="Freeform 138">
                <a:extLst>
                  <a:ext uri="{FF2B5EF4-FFF2-40B4-BE49-F238E27FC236}">
                    <a16:creationId xmlns:a16="http://schemas.microsoft.com/office/drawing/2014/main" id="{B77A82DC-C86E-4775-812F-B4987C98FBD9}"/>
                  </a:ext>
                </a:extLst>
              </p:cNvPr>
              <p:cNvSpPr/>
              <p:nvPr/>
            </p:nvSpPr>
            <p:spPr bwMode="auto">
              <a:xfrm>
                <a:off x="7127875" y="4214813"/>
                <a:ext cx="625475" cy="1022350"/>
              </a:xfrm>
              <a:custGeom>
                <a:avLst/>
                <a:gdLst>
                  <a:gd name="T0" fmla="*/ 0 w 394"/>
                  <a:gd name="T1" fmla="*/ 0 h 644"/>
                  <a:gd name="T2" fmla="*/ 0 w 394"/>
                  <a:gd name="T3" fmla="*/ 528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8"/>
                    </a:lnTo>
                    <a:lnTo>
                      <a:pt x="394" y="644"/>
                    </a:lnTo>
                    <a:lnTo>
                      <a:pt x="394" y="117"/>
                    </a:lnTo>
                    <a:lnTo>
                      <a:pt x="156" y="47"/>
                    </a:lnTo>
                    <a:lnTo>
                      <a:pt x="0" y="0"/>
                    </a:lnTo>
                    <a:close/>
                  </a:path>
                </a:pathLst>
              </a:custGeom>
              <a:solidFill>
                <a:schemeClr val="accent4"/>
              </a:solidFill>
              <a:ln>
                <a:noFill/>
              </a:ln>
            </p:spPr>
            <p:txBody>
              <a:bodyPr vert="horz" wrap="square" lIns="91440" tIns="45720" rIns="91440" bIns="45720" numCol="1" anchor="t" anchorCtr="0" compatLnSpc="1"/>
              <a:lstStyle/>
              <a:p>
                <a:endParaRPr lang="en-US"/>
              </a:p>
            </p:txBody>
          </p:sp>
        </p:grpSp>
        <p:sp>
          <p:nvSpPr>
            <p:cNvPr id="95" name="Inhaltsplatzhalter 4">
              <a:extLst>
                <a:ext uri="{FF2B5EF4-FFF2-40B4-BE49-F238E27FC236}">
                  <a16:creationId xmlns:a16="http://schemas.microsoft.com/office/drawing/2014/main" id="{29135439-8243-40C0-AFE6-2F17F0ABBB91}"/>
                </a:ext>
              </a:extLst>
            </p:cNvPr>
            <p:cNvSpPr txBox="1"/>
            <p:nvPr/>
          </p:nvSpPr>
          <p:spPr>
            <a:xfrm>
              <a:off x="3979746" y="4973082"/>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04</a:t>
              </a:r>
              <a:endParaRPr lang="en-US" sz="2400" dirty="0">
                <a:latin typeface="+mn-lt"/>
              </a:endParaRPr>
            </a:p>
          </p:txBody>
        </p:sp>
      </p:grpSp>
      <p:grpSp>
        <p:nvGrpSpPr>
          <p:cNvPr id="98" name="Group 16">
            <a:extLst>
              <a:ext uri="{FF2B5EF4-FFF2-40B4-BE49-F238E27FC236}">
                <a16:creationId xmlns:a16="http://schemas.microsoft.com/office/drawing/2014/main" id="{697C3C2A-B73C-4BA4-AA72-7EAB26717229}"/>
              </a:ext>
            </a:extLst>
          </p:cNvPr>
          <p:cNvGrpSpPr/>
          <p:nvPr/>
        </p:nvGrpSpPr>
        <p:grpSpPr>
          <a:xfrm>
            <a:off x="4552700" y="5296701"/>
            <a:ext cx="1222319" cy="851866"/>
            <a:chOff x="3979746" y="5774919"/>
            <a:chExt cx="1222319" cy="851866"/>
          </a:xfrm>
        </p:grpSpPr>
        <p:grpSp>
          <p:nvGrpSpPr>
            <p:cNvPr id="99" name="Group 190">
              <a:extLst>
                <a:ext uri="{FF2B5EF4-FFF2-40B4-BE49-F238E27FC236}">
                  <a16:creationId xmlns:a16="http://schemas.microsoft.com/office/drawing/2014/main" id="{283B3890-008D-44AB-B394-15D3EFE9EA13}"/>
                </a:ext>
              </a:extLst>
            </p:cNvPr>
            <p:cNvGrpSpPr/>
            <p:nvPr/>
          </p:nvGrpSpPr>
          <p:grpSpPr>
            <a:xfrm>
              <a:off x="4158397" y="5774919"/>
              <a:ext cx="1043668" cy="851866"/>
              <a:chOff x="7127875" y="5419725"/>
              <a:chExt cx="1252538" cy="1022350"/>
            </a:xfrm>
          </p:grpSpPr>
          <p:sp>
            <p:nvSpPr>
              <p:cNvPr id="101" name="Freeform 140">
                <a:extLst>
                  <a:ext uri="{FF2B5EF4-FFF2-40B4-BE49-F238E27FC236}">
                    <a16:creationId xmlns:a16="http://schemas.microsoft.com/office/drawing/2014/main" id="{C6688D00-9A18-4345-8334-3733C6060FBA}"/>
                  </a:ext>
                </a:extLst>
              </p:cNvPr>
              <p:cNvSpPr/>
              <p:nvPr/>
            </p:nvSpPr>
            <p:spPr bwMode="auto">
              <a:xfrm>
                <a:off x="7127875" y="5419725"/>
                <a:ext cx="1252538" cy="1022350"/>
              </a:xfrm>
              <a:custGeom>
                <a:avLst/>
                <a:gdLst>
                  <a:gd name="T0" fmla="*/ 0 w 789"/>
                  <a:gd name="T1" fmla="*/ 526 h 644"/>
                  <a:gd name="T2" fmla="*/ 394 w 789"/>
                  <a:gd name="T3" fmla="*/ 644 h 644"/>
                  <a:gd name="T4" fmla="*/ 789 w 789"/>
                  <a:gd name="T5" fmla="*/ 526 h 644"/>
                  <a:gd name="T6" fmla="*/ 789 w 789"/>
                  <a:gd name="T7" fmla="*/ 0 h 644"/>
                  <a:gd name="T8" fmla="*/ 394 w 789"/>
                  <a:gd name="T9" fmla="*/ 117 h 644"/>
                  <a:gd name="T10" fmla="*/ 0 w 789"/>
                  <a:gd name="T11" fmla="*/ 0 h 644"/>
                  <a:gd name="T12" fmla="*/ 0 w 789"/>
                  <a:gd name="T13" fmla="*/ 526 h 644"/>
                </a:gdLst>
                <a:ahLst/>
                <a:cxnLst>
                  <a:cxn ang="0">
                    <a:pos x="T0" y="T1"/>
                  </a:cxn>
                  <a:cxn ang="0">
                    <a:pos x="T2" y="T3"/>
                  </a:cxn>
                  <a:cxn ang="0">
                    <a:pos x="T4" y="T5"/>
                  </a:cxn>
                  <a:cxn ang="0">
                    <a:pos x="T6" y="T7"/>
                  </a:cxn>
                  <a:cxn ang="0">
                    <a:pos x="T8" y="T9"/>
                  </a:cxn>
                  <a:cxn ang="0">
                    <a:pos x="T10" y="T11"/>
                  </a:cxn>
                  <a:cxn ang="0">
                    <a:pos x="T12" y="T13"/>
                  </a:cxn>
                </a:cxnLst>
                <a:rect l="0" t="0" r="r" b="b"/>
                <a:pathLst>
                  <a:path w="789" h="644">
                    <a:moveTo>
                      <a:pt x="0" y="526"/>
                    </a:moveTo>
                    <a:lnTo>
                      <a:pt x="394" y="644"/>
                    </a:lnTo>
                    <a:lnTo>
                      <a:pt x="789" y="526"/>
                    </a:lnTo>
                    <a:lnTo>
                      <a:pt x="789" y="0"/>
                    </a:lnTo>
                    <a:lnTo>
                      <a:pt x="394" y="117"/>
                    </a:lnTo>
                    <a:lnTo>
                      <a:pt x="0" y="0"/>
                    </a:lnTo>
                    <a:lnTo>
                      <a:pt x="0" y="526"/>
                    </a:lnTo>
                    <a:close/>
                  </a:path>
                </a:pathLst>
              </a:custGeom>
              <a:solidFill>
                <a:schemeClr val="accent5">
                  <a:lumMod val="75000"/>
                </a:schemeClr>
              </a:solidFill>
              <a:ln>
                <a:noFill/>
              </a:ln>
            </p:spPr>
            <p:txBody>
              <a:bodyPr vert="horz" wrap="square" lIns="91440" tIns="45720" rIns="91440" bIns="45720" numCol="1" anchor="t" anchorCtr="0" compatLnSpc="1"/>
              <a:lstStyle/>
              <a:p>
                <a:endParaRPr lang="en-US"/>
              </a:p>
            </p:txBody>
          </p:sp>
          <p:sp>
            <p:nvSpPr>
              <p:cNvPr id="102" name="Freeform 142">
                <a:extLst>
                  <a:ext uri="{FF2B5EF4-FFF2-40B4-BE49-F238E27FC236}">
                    <a16:creationId xmlns:a16="http://schemas.microsoft.com/office/drawing/2014/main" id="{77D11E5A-5983-4B27-ACA4-16CD9CA65210}"/>
                  </a:ext>
                </a:extLst>
              </p:cNvPr>
              <p:cNvSpPr/>
              <p:nvPr/>
            </p:nvSpPr>
            <p:spPr bwMode="auto">
              <a:xfrm>
                <a:off x="7127875" y="5419725"/>
                <a:ext cx="625475" cy="1022350"/>
              </a:xfrm>
              <a:custGeom>
                <a:avLst/>
                <a:gdLst>
                  <a:gd name="T0" fmla="*/ 0 w 394"/>
                  <a:gd name="T1" fmla="*/ 0 h 644"/>
                  <a:gd name="T2" fmla="*/ 0 w 394"/>
                  <a:gd name="T3" fmla="*/ 526 h 644"/>
                  <a:gd name="T4" fmla="*/ 394 w 394"/>
                  <a:gd name="T5" fmla="*/ 644 h 644"/>
                  <a:gd name="T6" fmla="*/ 394 w 394"/>
                  <a:gd name="T7" fmla="*/ 117 h 644"/>
                  <a:gd name="T8" fmla="*/ 156 w 394"/>
                  <a:gd name="T9" fmla="*/ 47 h 644"/>
                  <a:gd name="T10" fmla="*/ 0 w 394"/>
                  <a:gd name="T11" fmla="*/ 0 h 644"/>
                </a:gdLst>
                <a:ahLst/>
                <a:cxnLst>
                  <a:cxn ang="0">
                    <a:pos x="T0" y="T1"/>
                  </a:cxn>
                  <a:cxn ang="0">
                    <a:pos x="T2" y="T3"/>
                  </a:cxn>
                  <a:cxn ang="0">
                    <a:pos x="T4" y="T5"/>
                  </a:cxn>
                  <a:cxn ang="0">
                    <a:pos x="T6" y="T7"/>
                  </a:cxn>
                  <a:cxn ang="0">
                    <a:pos x="T8" y="T9"/>
                  </a:cxn>
                  <a:cxn ang="0">
                    <a:pos x="T10" y="T11"/>
                  </a:cxn>
                </a:cxnLst>
                <a:rect l="0" t="0" r="r" b="b"/>
                <a:pathLst>
                  <a:path w="394" h="644">
                    <a:moveTo>
                      <a:pt x="0" y="0"/>
                    </a:moveTo>
                    <a:lnTo>
                      <a:pt x="0" y="526"/>
                    </a:lnTo>
                    <a:lnTo>
                      <a:pt x="394" y="644"/>
                    </a:lnTo>
                    <a:lnTo>
                      <a:pt x="394" y="117"/>
                    </a:lnTo>
                    <a:lnTo>
                      <a:pt x="156" y="47"/>
                    </a:lnTo>
                    <a:lnTo>
                      <a:pt x="0" y="0"/>
                    </a:lnTo>
                    <a:close/>
                  </a:path>
                </a:pathLst>
              </a:custGeom>
              <a:solidFill>
                <a:schemeClr val="accent5"/>
              </a:solidFill>
              <a:ln>
                <a:noFill/>
              </a:ln>
            </p:spPr>
            <p:txBody>
              <a:bodyPr vert="horz" wrap="square" lIns="91440" tIns="45720" rIns="91440" bIns="45720" numCol="1" anchor="t" anchorCtr="0" compatLnSpc="1"/>
              <a:lstStyle/>
              <a:p>
                <a:endParaRPr lang="en-US"/>
              </a:p>
            </p:txBody>
          </p:sp>
        </p:grpSp>
        <p:sp>
          <p:nvSpPr>
            <p:cNvPr id="100" name="Inhaltsplatzhalter 4">
              <a:extLst>
                <a:ext uri="{FF2B5EF4-FFF2-40B4-BE49-F238E27FC236}">
                  <a16:creationId xmlns:a16="http://schemas.microsoft.com/office/drawing/2014/main" id="{C0DD6A12-0B26-4B5E-80A5-3CDCF743F8EF}"/>
                </a:ext>
              </a:extLst>
            </p:cNvPr>
            <p:cNvSpPr txBox="1"/>
            <p:nvPr/>
          </p:nvSpPr>
          <p:spPr>
            <a:xfrm>
              <a:off x="3979746" y="5957289"/>
              <a:ext cx="885242" cy="492443"/>
            </a:xfrm>
            <a:prstGeom prst="rect">
              <a:avLst/>
            </a:prstGeom>
          </p:spPr>
          <p:txBody>
            <a:bodyPr wrap="square" lIns="0" tIns="0" rIns="0" bIns="0" anchor="ctr">
              <a:spAutoFit/>
              <a:scene3d>
                <a:camera prst="isometricOffAxis2Left"/>
                <a:lightRig rig="threePt" dir="t"/>
              </a:scene3d>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sz="3200" b="1" dirty="0">
                  <a:latin typeface="+mj-lt"/>
                </a:rPr>
                <a:t>05</a:t>
              </a:r>
              <a:endParaRPr lang="en-US" sz="2400" dirty="0">
                <a:latin typeface="+mn-lt"/>
              </a:endParaRPr>
            </a:p>
          </p:txBody>
        </p:sp>
      </p:grpSp>
      <p:sp>
        <p:nvSpPr>
          <p:cNvPr id="3" name="标题 2">
            <a:extLst>
              <a:ext uri="{FF2B5EF4-FFF2-40B4-BE49-F238E27FC236}">
                <a16:creationId xmlns:a16="http://schemas.microsoft.com/office/drawing/2014/main" id="{6163615F-B86C-4E5F-A3D0-8243397D574D}"/>
              </a:ext>
            </a:extLst>
          </p:cNvPr>
          <p:cNvSpPr>
            <a:spLocks noGrp="1"/>
          </p:cNvSpPr>
          <p:nvPr>
            <p:ph type="title"/>
          </p:nvPr>
        </p:nvSpPr>
        <p:spPr/>
        <p:txBody>
          <a:bodyPr/>
          <a:lstStyle/>
          <a:p>
            <a:endParaRPr lang="zh-CN" altLang="en-US"/>
          </a:p>
        </p:txBody>
      </p:sp>
      <p:sp>
        <p:nvSpPr>
          <p:cNvPr id="104" name="矩形 103">
            <a:extLst>
              <a:ext uri="{FF2B5EF4-FFF2-40B4-BE49-F238E27FC236}">
                <a16:creationId xmlns:a16="http://schemas.microsoft.com/office/drawing/2014/main" id="{FF437296-36B7-4C9A-A88D-02CC9D400B8D}"/>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03" name="组合 102">
            <a:extLst>
              <a:ext uri="{FF2B5EF4-FFF2-40B4-BE49-F238E27FC236}">
                <a16:creationId xmlns:a16="http://schemas.microsoft.com/office/drawing/2014/main" id="{AEC28F8F-FAA0-4FD4-83E4-F377AB51C444}"/>
              </a:ext>
            </a:extLst>
          </p:cNvPr>
          <p:cNvGrpSpPr/>
          <p:nvPr/>
        </p:nvGrpSpPr>
        <p:grpSpPr>
          <a:xfrm>
            <a:off x="-491832" y="1587"/>
            <a:ext cx="273269" cy="2129816"/>
            <a:chOff x="11681691" y="1513398"/>
            <a:chExt cx="273269" cy="2129816"/>
          </a:xfrm>
        </p:grpSpPr>
        <p:sp>
          <p:nvSpPr>
            <p:cNvPr id="105" name="矩形 104">
              <a:extLst>
                <a:ext uri="{FF2B5EF4-FFF2-40B4-BE49-F238E27FC236}">
                  <a16:creationId xmlns:a16="http://schemas.microsoft.com/office/drawing/2014/main" id="{72CDBB34-B159-4247-BD4B-33036615062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6" name="矩形 105">
              <a:extLst>
                <a:ext uri="{FF2B5EF4-FFF2-40B4-BE49-F238E27FC236}">
                  <a16:creationId xmlns:a16="http://schemas.microsoft.com/office/drawing/2014/main" id="{A16C379E-41B4-4CA8-964F-31E73CE7141B}"/>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矩形 106">
              <a:extLst>
                <a:ext uri="{FF2B5EF4-FFF2-40B4-BE49-F238E27FC236}">
                  <a16:creationId xmlns:a16="http://schemas.microsoft.com/office/drawing/2014/main" id="{F1C1EC0E-6374-4834-A108-A1BDACB3BB6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a:extLst>
                <a:ext uri="{FF2B5EF4-FFF2-40B4-BE49-F238E27FC236}">
                  <a16:creationId xmlns:a16="http://schemas.microsoft.com/office/drawing/2014/main" id="{9D4E54BA-AE03-4D39-9B19-1A124FB136E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a:extLst>
                <a:ext uri="{FF2B5EF4-FFF2-40B4-BE49-F238E27FC236}">
                  <a16:creationId xmlns:a16="http://schemas.microsoft.com/office/drawing/2014/main" id="{0696CAF3-BEB7-4873-A26A-C38D7F788C26}"/>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a:extLst>
                <a:ext uri="{FF2B5EF4-FFF2-40B4-BE49-F238E27FC236}">
                  <a16:creationId xmlns:a16="http://schemas.microsoft.com/office/drawing/2014/main" id="{B337B858-BC51-45EB-9D8A-000620FA594B}"/>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a:extLst>
                <a:ext uri="{FF2B5EF4-FFF2-40B4-BE49-F238E27FC236}">
                  <a16:creationId xmlns:a16="http://schemas.microsoft.com/office/drawing/2014/main" id="{F61F2F72-CA01-4EF9-9D5B-3503B535CF7C}"/>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8445795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组合 12">
            <a:extLst>
              <a:ext uri="{FF2B5EF4-FFF2-40B4-BE49-F238E27FC236}">
                <a16:creationId xmlns:a16="http://schemas.microsoft.com/office/drawing/2014/main" id="{9234DE6B-06C9-4116-8055-F5EC8802D9B0}"/>
              </a:ext>
            </a:extLst>
          </p:cNvPr>
          <p:cNvGrpSpPr/>
          <p:nvPr/>
        </p:nvGrpSpPr>
        <p:grpSpPr>
          <a:xfrm>
            <a:off x="5720351" y="1172591"/>
            <a:ext cx="751299" cy="5685409"/>
            <a:chOff x="5575733" y="1047592"/>
            <a:chExt cx="867743" cy="4964005"/>
          </a:xfrm>
        </p:grpSpPr>
        <p:sp>
          <p:nvSpPr>
            <p:cNvPr id="36" name="Freeform 120">
              <a:extLst>
                <a:ext uri="{FF2B5EF4-FFF2-40B4-BE49-F238E27FC236}">
                  <a16:creationId xmlns:a16="http://schemas.microsoft.com/office/drawing/2014/main" id="{00AC7B0A-CB66-4AB8-85EB-84920B98CC86}"/>
                </a:ext>
              </a:extLst>
            </p:cNvPr>
            <p:cNvSpPr/>
            <p:nvPr/>
          </p:nvSpPr>
          <p:spPr bwMode="auto">
            <a:xfrm>
              <a:off x="5580282" y="1047592"/>
              <a:ext cx="863194" cy="4964005"/>
            </a:xfrm>
            <a:custGeom>
              <a:avLst/>
              <a:gdLst>
                <a:gd name="T0" fmla="*/ 0 w 477"/>
                <a:gd name="T1" fmla="*/ 71 h 4148"/>
                <a:gd name="T2" fmla="*/ 238 w 477"/>
                <a:gd name="T3" fmla="*/ 0 h 4148"/>
                <a:gd name="T4" fmla="*/ 477 w 477"/>
                <a:gd name="T5" fmla="*/ 71 h 4148"/>
                <a:gd name="T6" fmla="*/ 477 w 477"/>
                <a:gd name="T7" fmla="*/ 4148 h 4148"/>
                <a:gd name="T8" fmla="*/ 0 w 477"/>
                <a:gd name="T9" fmla="*/ 4148 h 4148"/>
                <a:gd name="T10" fmla="*/ 0 w 477"/>
                <a:gd name="T11" fmla="*/ 71 h 4148"/>
              </a:gdLst>
              <a:ahLst/>
              <a:cxnLst>
                <a:cxn ang="0">
                  <a:pos x="T0" y="T1"/>
                </a:cxn>
                <a:cxn ang="0">
                  <a:pos x="T2" y="T3"/>
                </a:cxn>
                <a:cxn ang="0">
                  <a:pos x="T4" y="T5"/>
                </a:cxn>
                <a:cxn ang="0">
                  <a:pos x="T6" y="T7"/>
                </a:cxn>
                <a:cxn ang="0">
                  <a:pos x="T8" y="T9"/>
                </a:cxn>
                <a:cxn ang="0">
                  <a:pos x="T10" y="T11"/>
                </a:cxn>
              </a:cxnLst>
              <a:rect l="0" t="0" r="r" b="b"/>
              <a:pathLst>
                <a:path w="477" h="4148">
                  <a:moveTo>
                    <a:pt x="0" y="71"/>
                  </a:moveTo>
                  <a:lnTo>
                    <a:pt x="238" y="0"/>
                  </a:lnTo>
                  <a:lnTo>
                    <a:pt x="477" y="71"/>
                  </a:lnTo>
                  <a:lnTo>
                    <a:pt x="477" y="4148"/>
                  </a:lnTo>
                  <a:lnTo>
                    <a:pt x="0" y="4148"/>
                  </a:lnTo>
                  <a:lnTo>
                    <a:pt x="0" y="71"/>
                  </a:lnTo>
                  <a:close/>
                </a:path>
              </a:pathLst>
            </a:custGeom>
            <a:solidFill>
              <a:srgbClr val="EFEFEF"/>
            </a:solidFill>
            <a:ln>
              <a:noFill/>
            </a:ln>
          </p:spPr>
          <p:txBody>
            <a:bodyPr vert="horz" wrap="square" lIns="91440" tIns="45720" rIns="91440" bIns="45720" numCol="1" anchor="t" anchorCtr="0" compatLnSpc="1"/>
            <a:lstStyle/>
            <a:p>
              <a:endParaRPr lang="en-US" dirty="0"/>
            </a:p>
          </p:txBody>
        </p:sp>
        <p:sp>
          <p:nvSpPr>
            <p:cNvPr id="39" name="任意多边形: 形状 38">
              <a:extLst>
                <a:ext uri="{FF2B5EF4-FFF2-40B4-BE49-F238E27FC236}">
                  <a16:creationId xmlns:a16="http://schemas.microsoft.com/office/drawing/2014/main" id="{C01369A3-8549-4096-84F1-6495D6C2661B}"/>
                </a:ext>
              </a:extLst>
            </p:cNvPr>
            <p:cNvSpPr/>
            <p:nvPr/>
          </p:nvSpPr>
          <p:spPr bwMode="auto">
            <a:xfrm>
              <a:off x="5575733" y="1047592"/>
              <a:ext cx="426819" cy="4963241"/>
            </a:xfrm>
            <a:custGeom>
              <a:avLst/>
              <a:gdLst>
                <a:gd name="connsiteX0" fmla="*/ 311989 w 311989"/>
                <a:gd name="connsiteY0" fmla="*/ 0 h 5486017"/>
                <a:gd name="connsiteX1" fmla="*/ 311989 w 311989"/>
                <a:gd name="connsiteY1" fmla="*/ 5486017 h 5486017"/>
                <a:gd name="connsiteX2" fmla="*/ 0 w 311989"/>
                <a:gd name="connsiteY2" fmla="*/ 5486017 h 5486017"/>
                <a:gd name="connsiteX3" fmla="*/ 0 w 311989"/>
                <a:gd name="connsiteY3" fmla="*/ 93072 h 5486017"/>
              </a:gdLst>
              <a:ahLst/>
              <a:cxnLst>
                <a:cxn ang="0">
                  <a:pos x="connsiteX0" y="connsiteY0"/>
                </a:cxn>
                <a:cxn ang="0">
                  <a:pos x="connsiteX1" y="connsiteY1"/>
                </a:cxn>
                <a:cxn ang="0">
                  <a:pos x="connsiteX2" y="connsiteY2"/>
                </a:cxn>
                <a:cxn ang="0">
                  <a:pos x="connsiteX3" y="connsiteY3"/>
                </a:cxn>
              </a:cxnLst>
              <a:rect l="l" t="t" r="r" b="b"/>
              <a:pathLst>
                <a:path w="311989" h="5486017">
                  <a:moveTo>
                    <a:pt x="311989" y="0"/>
                  </a:moveTo>
                  <a:lnTo>
                    <a:pt x="311989" y="5486017"/>
                  </a:lnTo>
                  <a:lnTo>
                    <a:pt x="0" y="5486017"/>
                  </a:lnTo>
                  <a:lnTo>
                    <a:pt x="0" y="93072"/>
                  </a:lnTo>
                  <a:close/>
                </a:path>
              </a:pathLst>
            </a:custGeom>
            <a:solidFill>
              <a:schemeClr val="bg1">
                <a:lumMod val="85000"/>
              </a:schemeClr>
            </a:solidFill>
            <a:ln>
              <a:noFill/>
            </a:ln>
          </p:spPr>
          <p:txBody>
            <a:bodyPr vert="horz" wrap="square" lIns="91440" tIns="45720" rIns="91440" bIns="45720" numCol="1" anchor="t" anchorCtr="0" compatLnSpc="1">
              <a:noAutofit/>
            </a:bodyPr>
            <a:lstStyle/>
            <a:p>
              <a:endParaRPr lang="en-US" dirty="0"/>
            </a:p>
          </p:txBody>
        </p:sp>
      </p:grpSp>
      <p:sp>
        <p:nvSpPr>
          <p:cNvPr id="7" name="Line 5">
            <a:extLst>
              <a:ext uri="{FF2B5EF4-FFF2-40B4-BE49-F238E27FC236}">
                <a16:creationId xmlns:a16="http://schemas.microsoft.com/office/drawing/2014/main" id="{7B2A301B-0415-4EFE-A314-2E8C897BF4E1}"/>
              </a:ext>
            </a:extLst>
          </p:cNvPr>
          <p:cNvSpPr>
            <a:spLocks noChangeShapeType="1"/>
          </p:cNvSpPr>
          <p:nvPr/>
        </p:nvSpPr>
        <p:spPr bwMode="auto">
          <a:xfrm>
            <a:off x="3825572" y="1970758"/>
            <a:ext cx="983329" cy="0"/>
          </a:xfrm>
          <a:prstGeom prst="line">
            <a:avLst/>
          </a:prstGeom>
          <a:noFill/>
          <a:ln w="28575" cap="flat">
            <a:solidFill>
              <a:schemeClr val="accent1"/>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8" name="Line 6">
            <a:extLst>
              <a:ext uri="{FF2B5EF4-FFF2-40B4-BE49-F238E27FC236}">
                <a16:creationId xmlns:a16="http://schemas.microsoft.com/office/drawing/2014/main" id="{987D94BC-A2A7-4898-8144-21F2C12590CE}"/>
              </a:ext>
            </a:extLst>
          </p:cNvPr>
          <p:cNvSpPr>
            <a:spLocks noChangeShapeType="1"/>
          </p:cNvSpPr>
          <p:nvPr/>
        </p:nvSpPr>
        <p:spPr bwMode="auto">
          <a:xfrm>
            <a:off x="3825572" y="3325944"/>
            <a:ext cx="983329" cy="0"/>
          </a:xfrm>
          <a:prstGeom prst="line">
            <a:avLst/>
          </a:prstGeom>
          <a:noFill/>
          <a:ln w="28575" cap="flat">
            <a:solidFill>
              <a:schemeClr val="accent3"/>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9" name="Line 7">
            <a:extLst>
              <a:ext uri="{FF2B5EF4-FFF2-40B4-BE49-F238E27FC236}">
                <a16:creationId xmlns:a16="http://schemas.microsoft.com/office/drawing/2014/main" id="{C0CD8A41-F1EC-4E8A-822F-01221551674D}"/>
              </a:ext>
            </a:extLst>
          </p:cNvPr>
          <p:cNvSpPr>
            <a:spLocks noChangeShapeType="1"/>
          </p:cNvSpPr>
          <p:nvPr/>
        </p:nvSpPr>
        <p:spPr bwMode="auto">
          <a:xfrm>
            <a:off x="3825572" y="4661490"/>
            <a:ext cx="983329" cy="0"/>
          </a:xfrm>
          <a:prstGeom prst="line">
            <a:avLst/>
          </a:prstGeom>
          <a:noFill/>
          <a:ln w="28575" cap="flat">
            <a:solidFill>
              <a:schemeClr val="accent5"/>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10" name="Line 8">
            <a:extLst>
              <a:ext uri="{FF2B5EF4-FFF2-40B4-BE49-F238E27FC236}">
                <a16:creationId xmlns:a16="http://schemas.microsoft.com/office/drawing/2014/main" id="{71C24D72-8F97-46F3-B883-65569A6AE85E}"/>
              </a:ext>
            </a:extLst>
          </p:cNvPr>
          <p:cNvSpPr>
            <a:spLocks noChangeShapeType="1"/>
          </p:cNvSpPr>
          <p:nvPr/>
        </p:nvSpPr>
        <p:spPr bwMode="auto">
          <a:xfrm>
            <a:off x="7381791" y="2645078"/>
            <a:ext cx="984638" cy="0"/>
          </a:xfrm>
          <a:prstGeom prst="line">
            <a:avLst/>
          </a:prstGeom>
          <a:noFill/>
          <a:ln w="28575" cap="flat">
            <a:solidFill>
              <a:schemeClr val="accent2"/>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11" name="Line 9">
            <a:extLst>
              <a:ext uri="{FF2B5EF4-FFF2-40B4-BE49-F238E27FC236}">
                <a16:creationId xmlns:a16="http://schemas.microsoft.com/office/drawing/2014/main" id="{2CA0F9C9-BBA0-47AC-94E7-79C18038083C}"/>
              </a:ext>
            </a:extLst>
          </p:cNvPr>
          <p:cNvSpPr>
            <a:spLocks noChangeShapeType="1"/>
          </p:cNvSpPr>
          <p:nvPr/>
        </p:nvSpPr>
        <p:spPr bwMode="auto">
          <a:xfrm>
            <a:off x="7381791" y="3998955"/>
            <a:ext cx="984638" cy="0"/>
          </a:xfrm>
          <a:prstGeom prst="line">
            <a:avLst/>
          </a:prstGeom>
          <a:noFill/>
          <a:ln w="28575" cap="flat">
            <a:solidFill>
              <a:schemeClr val="accent4"/>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12" name="Line 10">
            <a:extLst>
              <a:ext uri="{FF2B5EF4-FFF2-40B4-BE49-F238E27FC236}">
                <a16:creationId xmlns:a16="http://schemas.microsoft.com/office/drawing/2014/main" id="{6148AE0E-B4E6-4373-A7E8-B8CBB81CC488}"/>
              </a:ext>
            </a:extLst>
          </p:cNvPr>
          <p:cNvSpPr>
            <a:spLocks noChangeShapeType="1"/>
          </p:cNvSpPr>
          <p:nvPr/>
        </p:nvSpPr>
        <p:spPr bwMode="auto">
          <a:xfrm>
            <a:off x="7381791" y="5334501"/>
            <a:ext cx="984638" cy="0"/>
          </a:xfrm>
          <a:prstGeom prst="line">
            <a:avLst/>
          </a:prstGeom>
          <a:noFill/>
          <a:ln w="28575" cap="flat">
            <a:solidFill>
              <a:schemeClr val="accent6"/>
            </a:solidFill>
            <a:prstDash val="solid"/>
            <a:miter lim="800000"/>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en-US"/>
          </a:p>
        </p:txBody>
      </p:sp>
      <p:sp>
        <p:nvSpPr>
          <p:cNvPr id="19" name="Freeform 17">
            <a:extLst>
              <a:ext uri="{FF2B5EF4-FFF2-40B4-BE49-F238E27FC236}">
                <a16:creationId xmlns:a16="http://schemas.microsoft.com/office/drawing/2014/main" id="{03CE4E6E-7B3A-48CF-931F-B22D3386A7A1}"/>
              </a:ext>
            </a:extLst>
          </p:cNvPr>
          <p:cNvSpPr/>
          <p:nvPr/>
        </p:nvSpPr>
        <p:spPr bwMode="auto">
          <a:xfrm>
            <a:off x="5513335" y="2303335"/>
            <a:ext cx="1801678" cy="667773"/>
          </a:xfrm>
          <a:custGeom>
            <a:avLst/>
            <a:gdLst>
              <a:gd name="T0" fmla="*/ 775 w 1065"/>
              <a:gd name="T1" fmla="*/ 0 h 394"/>
              <a:gd name="T2" fmla="*/ 789 w 1065"/>
              <a:gd name="T3" fmla="*/ 5 h 394"/>
              <a:gd name="T4" fmla="*/ 1052 w 1065"/>
              <a:gd name="T5" fmla="*/ 181 h 394"/>
              <a:gd name="T6" fmla="*/ 1052 w 1065"/>
              <a:gd name="T7" fmla="*/ 213 h 394"/>
              <a:gd name="T8" fmla="*/ 788 w 1065"/>
              <a:gd name="T9" fmla="*/ 389 h 394"/>
              <a:gd name="T10" fmla="*/ 775 w 1065"/>
              <a:gd name="T11" fmla="*/ 394 h 394"/>
              <a:gd name="T12" fmla="*/ 765 w 1065"/>
              <a:gd name="T13" fmla="*/ 383 h 394"/>
              <a:gd name="T14" fmla="*/ 765 w 1065"/>
              <a:gd name="T15" fmla="*/ 344 h 394"/>
              <a:gd name="T16" fmla="*/ 81 w 1065"/>
              <a:gd name="T17" fmla="*/ 344 h 394"/>
              <a:gd name="T18" fmla="*/ 78 w 1065"/>
              <a:gd name="T19" fmla="*/ 344 h 394"/>
              <a:gd name="T20" fmla="*/ 2 w 1065"/>
              <a:gd name="T21" fmla="*/ 377 h 394"/>
              <a:gd name="T22" fmla="*/ 2 w 1065"/>
              <a:gd name="T23" fmla="*/ 89 h 394"/>
              <a:gd name="T24" fmla="*/ 60 w 1065"/>
              <a:gd name="T25" fmla="*/ 50 h 394"/>
              <a:gd name="T26" fmla="*/ 765 w 1065"/>
              <a:gd name="T27" fmla="*/ 50 h 394"/>
              <a:gd name="T28" fmla="*/ 765 w 1065"/>
              <a:gd name="T29" fmla="*/ 12 h 394"/>
              <a:gd name="T30" fmla="*/ 775 w 1065"/>
              <a:gd name="T31" fmla="*/ 0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65" h="394">
                <a:moveTo>
                  <a:pt x="775" y="0"/>
                </a:moveTo>
                <a:cubicBezTo>
                  <a:pt x="779" y="0"/>
                  <a:pt x="784" y="2"/>
                  <a:pt x="789" y="5"/>
                </a:cubicBezTo>
                <a:cubicBezTo>
                  <a:pt x="1052" y="181"/>
                  <a:pt x="1052" y="181"/>
                  <a:pt x="1052" y="181"/>
                </a:cubicBezTo>
                <a:cubicBezTo>
                  <a:pt x="1065" y="190"/>
                  <a:pt x="1065" y="204"/>
                  <a:pt x="1052" y="213"/>
                </a:cubicBezTo>
                <a:cubicBezTo>
                  <a:pt x="788" y="389"/>
                  <a:pt x="788" y="389"/>
                  <a:pt x="788" y="389"/>
                </a:cubicBezTo>
                <a:cubicBezTo>
                  <a:pt x="783" y="393"/>
                  <a:pt x="779" y="394"/>
                  <a:pt x="775" y="394"/>
                </a:cubicBezTo>
                <a:cubicBezTo>
                  <a:pt x="769" y="394"/>
                  <a:pt x="765" y="390"/>
                  <a:pt x="765" y="383"/>
                </a:cubicBezTo>
                <a:cubicBezTo>
                  <a:pt x="765" y="344"/>
                  <a:pt x="765" y="344"/>
                  <a:pt x="765" y="344"/>
                </a:cubicBezTo>
                <a:cubicBezTo>
                  <a:pt x="81" y="344"/>
                  <a:pt x="81" y="344"/>
                  <a:pt x="81" y="344"/>
                </a:cubicBezTo>
                <a:cubicBezTo>
                  <a:pt x="80" y="344"/>
                  <a:pt x="79" y="344"/>
                  <a:pt x="78" y="344"/>
                </a:cubicBezTo>
                <a:cubicBezTo>
                  <a:pt x="64" y="344"/>
                  <a:pt x="6" y="346"/>
                  <a:pt x="2" y="377"/>
                </a:cubicBezTo>
                <a:cubicBezTo>
                  <a:pt x="2" y="89"/>
                  <a:pt x="2" y="89"/>
                  <a:pt x="2" y="89"/>
                </a:cubicBezTo>
                <a:cubicBezTo>
                  <a:pt x="0" y="57"/>
                  <a:pt x="36" y="51"/>
                  <a:pt x="60" y="50"/>
                </a:cubicBezTo>
                <a:cubicBezTo>
                  <a:pt x="765" y="50"/>
                  <a:pt x="765" y="50"/>
                  <a:pt x="765" y="50"/>
                </a:cubicBezTo>
                <a:cubicBezTo>
                  <a:pt x="765" y="12"/>
                  <a:pt x="765" y="12"/>
                  <a:pt x="765" y="12"/>
                </a:cubicBezTo>
                <a:cubicBezTo>
                  <a:pt x="765" y="4"/>
                  <a:pt x="769" y="0"/>
                  <a:pt x="775" y="0"/>
                </a:cubicBezTo>
                <a:close/>
              </a:path>
            </a:pathLst>
          </a:custGeom>
          <a:gradFill>
            <a:gsLst>
              <a:gs pos="100000">
                <a:schemeClr val="accent2">
                  <a:lumMod val="75000"/>
                </a:schemeClr>
              </a:gs>
              <a:gs pos="86000">
                <a:schemeClr val="accent2"/>
              </a:gs>
            </a:gsLst>
            <a:lin ang="10800000" scaled="1"/>
          </a:gradFill>
          <a:ln>
            <a:noFill/>
          </a:ln>
        </p:spPr>
        <p:txBody>
          <a:bodyPr vert="horz" wrap="square" lIns="91440" tIns="45720" rIns="91440" bIns="45720" numCol="1" anchor="t" anchorCtr="0" compatLnSpc="1"/>
          <a:lstStyle/>
          <a:p>
            <a:endParaRPr lang="en-US"/>
          </a:p>
        </p:txBody>
      </p:sp>
      <p:sp>
        <p:nvSpPr>
          <p:cNvPr id="20" name="Freeform 18">
            <a:extLst>
              <a:ext uri="{FF2B5EF4-FFF2-40B4-BE49-F238E27FC236}">
                <a16:creationId xmlns:a16="http://schemas.microsoft.com/office/drawing/2014/main" id="{F08B688D-6D6C-4890-9BAA-B1A850AA4073}"/>
              </a:ext>
            </a:extLst>
          </p:cNvPr>
          <p:cNvSpPr/>
          <p:nvPr/>
        </p:nvSpPr>
        <p:spPr bwMode="auto">
          <a:xfrm>
            <a:off x="4870440" y="2995986"/>
            <a:ext cx="1801678" cy="666464"/>
          </a:xfrm>
          <a:custGeom>
            <a:avLst/>
            <a:gdLst>
              <a:gd name="T0" fmla="*/ 290 w 1065"/>
              <a:gd name="T1" fmla="*/ 394 h 394"/>
              <a:gd name="T2" fmla="*/ 276 w 1065"/>
              <a:gd name="T3" fmla="*/ 389 h 394"/>
              <a:gd name="T4" fmla="*/ 13 w 1065"/>
              <a:gd name="T5" fmla="*/ 213 h 394"/>
              <a:gd name="T6" fmla="*/ 13 w 1065"/>
              <a:gd name="T7" fmla="*/ 181 h 394"/>
              <a:gd name="T8" fmla="*/ 277 w 1065"/>
              <a:gd name="T9" fmla="*/ 5 h 394"/>
              <a:gd name="T10" fmla="*/ 290 w 1065"/>
              <a:gd name="T11" fmla="*/ 0 h 394"/>
              <a:gd name="T12" fmla="*/ 300 w 1065"/>
              <a:gd name="T13" fmla="*/ 11 h 394"/>
              <a:gd name="T14" fmla="*/ 300 w 1065"/>
              <a:gd name="T15" fmla="*/ 50 h 394"/>
              <a:gd name="T16" fmla="*/ 984 w 1065"/>
              <a:gd name="T17" fmla="*/ 50 h 394"/>
              <a:gd name="T18" fmla="*/ 987 w 1065"/>
              <a:gd name="T19" fmla="*/ 50 h 394"/>
              <a:gd name="T20" fmla="*/ 1063 w 1065"/>
              <a:gd name="T21" fmla="*/ 18 h 394"/>
              <a:gd name="T22" fmla="*/ 1063 w 1065"/>
              <a:gd name="T23" fmla="*/ 305 h 394"/>
              <a:gd name="T24" fmla="*/ 1005 w 1065"/>
              <a:gd name="T25" fmla="*/ 344 h 394"/>
              <a:gd name="T26" fmla="*/ 300 w 1065"/>
              <a:gd name="T27" fmla="*/ 344 h 394"/>
              <a:gd name="T28" fmla="*/ 300 w 1065"/>
              <a:gd name="T29" fmla="*/ 383 h 394"/>
              <a:gd name="T30" fmla="*/ 290 w 1065"/>
              <a:gd name="T31" fmla="*/ 394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65" h="394">
                <a:moveTo>
                  <a:pt x="290" y="394"/>
                </a:moveTo>
                <a:cubicBezTo>
                  <a:pt x="286" y="394"/>
                  <a:pt x="281" y="393"/>
                  <a:pt x="276" y="389"/>
                </a:cubicBezTo>
                <a:cubicBezTo>
                  <a:pt x="13" y="213"/>
                  <a:pt x="13" y="213"/>
                  <a:pt x="13" y="213"/>
                </a:cubicBezTo>
                <a:cubicBezTo>
                  <a:pt x="0" y="204"/>
                  <a:pt x="0" y="190"/>
                  <a:pt x="13" y="181"/>
                </a:cubicBezTo>
                <a:cubicBezTo>
                  <a:pt x="277" y="5"/>
                  <a:pt x="277" y="5"/>
                  <a:pt x="277" y="5"/>
                </a:cubicBezTo>
                <a:cubicBezTo>
                  <a:pt x="282" y="1"/>
                  <a:pt x="287" y="0"/>
                  <a:pt x="290" y="0"/>
                </a:cubicBezTo>
                <a:cubicBezTo>
                  <a:pt x="297" y="0"/>
                  <a:pt x="300" y="4"/>
                  <a:pt x="300" y="11"/>
                </a:cubicBezTo>
                <a:cubicBezTo>
                  <a:pt x="300" y="50"/>
                  <a:pt x="300" y="50"/>
                  <a:pt x="300" y="50"/>
                </a:cubicBezTo>
                <a:cubicBezTo>
                  <a:pt x="984" y="50"/>
                  <a:pt x="984" y="50"/>
                  <a:pt x="984" y="50"/>
                </a:cubicBezTo>
                <a:cubicBezTo>
                  <a:pt x="985" y="50"/>
                  <a:pt x="986" y="50"/>
                  <a:pt x="987" y="50"/>
                </a:cubicBezTo>
                <a:cubicBezTo>
                  <a:pt x="1001" y="50"/>
                  <a:pt x="1059" y="48"/>
                  <a:pt x="1063" y="18"/>
                </a:cubicBezTo>
                <a:cubicBezTo>
                  <a:pt x="1063" y="305"/>
                  <a:pt x="1063" y="305"/>
                  <a:pt x="1063" y="305"/>
                </a:cubicBezTo>
                <a:cubicBezTo>
                  <a:pt x="1065" y="337"/>
                  <a:pt x="1029" y="343"/>
                  <a:pt x="1005" y="344"/>
                </a:cubicBezTo>
                <a:cubicBezTo>
                  <a:pt x="300" y="344"/>
                  <a:pt x="300" y="344"/>
                  <a:pt x="300" y="344"/>
                </a:cubicBezTo>
                <a:cubicBezTo>
                  <a:pt x="300" y="383"/>
                  <a:pt x="300" y="383"/>
                  <a:pt x="300" y="383"/>
                </a:cubicBezTo>
                <a:cubicBezTo>
                  <a:pt x="300" y="390"/>
                  <a:pt x="296" y="394"/>
                  <a:pt x="290" y="394"/>
                </a:cubicBezTo>
                <a:close/>
              </a:path>
            </a:pathLst>
          </a:custGeom>
          <a:gradFill>
            <a:gsLst>
              <a:gs pos="0">
                <a:schemeClr val="accent3">
                  <a:lumMod val="75000"/>
                </a:schemeClr>
              </a:gs>
              <a:gs pos="17000">
                <a:schemeClr val="accent3"/>
              </a:gs>
            </a:gsLst>
            <a:lin ang="10800000" scaled="1"/>
          </a:gradFill>
          <a:ln>
            <a:noFill/>
          </a:ln>
        </p:spPr>
        <p:txBody>
          <a:bodyPr vert="horz" wrap="square" lIns="91440" tIns="45720" rIns="91440" bIns="45720" numCol="1" anchor="t" anchorCtr="0" compatLnSpc="1"/>
          <a:lstStyle/>
          <a:p>
            <a:endParaRPr lang="en-US"/>
          </a:p>
        </p:txBody>
      </p:sp>
      <p:sp>
        <p:nvSpPr>
          <p:cNvPr id="21" name="Freeform 19">
            <a:extLst>
              <a:ext uri="{FF2B5EF4-FFF2-40B4-BE49-F238E27FC236}">
                <a16:creationId xmlns:a16="http://schemas.microsoft.com/office/drawing/2014/main" id="{F68D434A-33F7-4D54-A683-001FDDB3FBFA}"/>
              </a:ext>
            </a:extLst>
          </p:cNvPr>
          <p:cNvSpPr/>
          <p:nvPr/>
        </p:nvSpPr>
        <p:spPr bwMode="auto">
          <a:xfrm>
            <a:off x="5508098" y="4999305"/>
            <a:ext cx="1830484" cy="678248"/>
          </a:xfrm>
          <a:custGeom>
            <a:avLst/>
            <a:gdLst>
              <a:gd name="T0" fmla="*/ 787 w 1082"/>
              <a:gd name="T1" fmla="*/ 0 h 401"/>
              <a:gd name="T2" fmla="*/ 801 w 1082"/>
              <a:gd name="T3" fmla="*/ 6 h 401"/>
              <a:gd name="T4" fmla="*/ 1069 w 1082"/>
              <a:gd name="T5" fmla="*/ 185 h 401"/>
              <a:gd name="T6" fmla="*/ 1068 w 1082"/>
              <a:gd name="T7" fmla="*/ 217 h 401"/>
              <a:gd name="T8" fmla="*/ 801 w 1082"/>
              <a:gd name="T9" fmla="*/ 396 h 401"/>
              <a:gd name="T10" fmla="*/ 787 w 1082"/>
              <a:gd name="T11" fmla="*/ 401 h 401"/>
              <a:gd name="T12" fmla="*/ 777 w 1082"/>
              <a:gd name="T13" fmla="*/ 389 h 401"/>
              <a:gd name="T14" fmla="*/ 777 w 1082"/>
              <a:gd name="T15" fmla="*/ 350 h 401"/>
              <a:gd name="T16" fmla="*/ 82 w 1082"/>
              <a:gd name="T17" fmla="*/ 350 h 401"/>
              <a:gd name="T18" fmla="*/ 79 w 1082"/>
              <a:gd name="T19" fmla="*/ 350 h 401"/>
              <a:gd name="T20" fmla="*/ 2 w 1082"/>
              <a:gd name="T21" fmla="*/ 383 h 401"/>
              <a:gd name="T22" fmla="*/ 3 w 1082"/>
              <a:gd name="T23" fmla="*/ 91 h 401"/>
              <a:gd name="T24" fmla="*/ 61 w 1082"/>
              <a:gd name="T25" fmla="*/ 51 h 401"/>
              <a:gd name="T26" fmla="*/ 777 w 1082"/>
              <a:gd name="T27" fmla="*/ 51 h 401"/>
              <a:gd name="T28" fmla="*/ 777 w 1082"/>
              <a:gd name="T29" fmla="*/ 12 h 401"/>
              <a:gd name="T30" fmla="*/ 787 w 1082"/>
              <a:gd name="T31" fmla="*/ 0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2" h="401">
                <a:moveTo>
                  <a:pt x="787" y="0"/>
                </a:moveTo>
                <a:cubicBezTo>
                  <a:pt x="791" y="0"/>
                  <a:pt x="796" y="2"/>
                  <a:pt x="801" y="6"/>
                </a:cubicBezTo>
                <a:cubicBezTo>
                  <a:pt x="1069" y="185"/>
                  <a:pt x="1069" y="185"/>
                  <a:pt x="1069" y="185"/>
                </a:cubicBezTo>
                <a:cubicBezTo>
                  <a:pt x="1082" y="193"/>
                  <a:pt x="1082" y="208"/>
                  <a:pt x="1068" y="217"/>
                </a:cubicBezTo>
                <a:cubicBezTo>
                  <a:pt x="801" y="396"/>
                  <a:pt x="801" y="396"/>
                  <a:pt x="801" y="396"/>
                </a:cubicBezTo>
                <a:cubicBezTo>
                  <a:pt x="795" y="399"/>
                  <a:pt x="791" y="401"/>
                  <a:pt x="787" y="401"/>
                </a:cubicBezTo>
                <a:cubicBezTo>
                  <a:pt x="781" y="401"/>
                  <a:pt x="777" y="397"/>
                  <a:pt x="777" y="389"/>
                </a:cubicBezTo>
                <a:cubicBezTo>
                  <a:pt x="777" y="350"/>
                  <a:pt x="777" y="350"/>
                  <a:pt x="777" y="350"/>
                </a:cubicBezTo>
                <a:cubicBezTo>
                  <a:pt x="82" y="350"/>
                  <a:pt x="82" y="350"/>
                  <a:pt x="82" y="350"/>
                </a:cubicBezTo>
                <a:cubicBezTo>
                  <a:pt x="82" y="350"/>
                  <a:pt x="81" y="350"/>
                  <a:pt x="79" y="350"/>
                </a:cubicBezTo>
                <a:cubicBezTo>
                  <a:pt x="65" y="350"/>
                  <a:pt x="6" y="352"/>
                  <a:pt x="2" y="383"/>
                </a:cubicBezTo>
                <a:cubicBezTo>
                  <a:pt x="3" y="91"/>
                  <a:pt x="3" y="91"/>
                  <a:pt x="3" y="91"/>
                </a:cubicBezTo>
                <a:cubicBezTo>
                  <a:pt x="0" y="58"/>
                  <a:pt x="37" y="52"/>
                  <a:pt x="61" y="51"/>
                </a:cubicBezTo>
                <a:cubicBezTo>
                  <a:pt x="777" y="51"/>
                  <a:pt x="777" y="51"/>
                  <a:pt x="777" y="51"/>
                </a:cubicBezTo>
                <a:cubicBezTo>
                  <a:pt x="777" y="12"/>
                  <a:pt x="777" y="12"/>
                  <a:pt x="777" y="12"/>
                </a:cubicBezTo>
                <a:cubicBezTo>
                  <a:pt x="777" y="5"/>
                  <a:pt x="781" y="0"/>
                  <a:pt x="787" y="0"/>
                </a:cubicBezTo>
                <a:close/>
              </a:path>
            </a:pathLst>
          </a:custGeom>
          <a:gradFill>
            <a:gsLst>
              <a:gs pos="100000">
                <a:schemeClr val="accent6">
                  <a:lumMod val="75000"/>
                </a:schemeClr>
              </a:gs>
              <a:gs pos="86000">
                <a:schemeClr val="accent6"/>
              </a:gs>
            </a:gsLst>
            <a:lin ang="10800000" scaled="1"/>
          </a:gradFill>
          <a:ln>
            <a:noFill/>
          </a:ln>
        </p:spPr>
        <p:txBody>
          <a:bodyPr vert="horz" wrap="square" lIns="91440" tIns="45720" rIns="91440" bIns="45720" numCol="1" anchor="t" anchorCtr="0" compatLnSpc="1"/>
          <a:lstStyle/>
          <a:p>
            <a:endParaRPr lang="en-US"/>
          </a:p>
        </p:txBody>
      </p:sp>
      <p:sp>
        <p:nvSpPr>
          <p:cNvPr id="22" name="Freeform 20">
            <a:extLst>
              <a:ext uri="{FF2B5EF4-FFF2-40B4-BE49-F238E27FC236}">
                <a16:creationId xmlns:a16="http://schemas.microsoft.com/office/drawing/2014/main" id="{B6758EF4-E222-4AF6-829D-2A45631676D2}"/>
              </a:ext>
            </a:extLst>
          </p:cNvPr>
          <p:cNvSpPr/>
          <p:nvPr/>
        </p:nvSpPr>
        <p:spPr bwMode="auto">
          <a:xfrm>
            <a:off x="4841635" y="4340698"/>
            <a:ext cx="1829175" cy="679558"/>
          </a:xfrm>
          <a:custGeom>
            <a:avLst/>
            <a:gdLst>
              <a:gd name="T0" fmla="*/ 294 w 1081"/>
              <a:gd name="T1" fmla="*/ 401 h 401"/>
              <a:gd name="T2" fmla="*/ 280 w 1081"/>
              <a:gd name="T3" fmla="*/ 395 h 401"/>
              <a:gd name="T4" fmla="*/ 13 w 1081"/>
              <a:gd name="T5" fmla="*/ 217 h 401"/>
              <a:gd name="T6" fmla="*/ 13 w 1081"/>
              <a:gd name="T7" fmla="*/ 184 h 401"/>
              <a:gd name="T8" fmla="*/ 281 w 1081"/>
              <a:gd name="T9" fmla="*/ 5 h 401"/>
              <a:gd name="T10" fmla="*/ 294 w 1081"/>
              <a:gd name="T11" fmla="*/ 0 h 401"/>
              <a:gd name="T12" fmla="*/ 305 w 1081"/>
              <a:gd name="T13" fmla="*/ 12 h 401"/>
              <a:gd name="T14" fmla="*/ 305 w 1081"/>
              <a:gd name="T15" fmla="*/ 51 h 401"/>
              <a:gd name="T16" fmla="*/ 999 w 1081"/>
              <a:gd name="T17" fmla="*/ 51 h 401"/>
              <a:gd name="T18" fmla="*/ 1002 w 1081"/>
              <a:gd name="T19" fmla="*/ 51 h 401"/>
              <a:gd name="T20" fmla="*/ 1079 w 1081"/>
              <a:gd name="T21" fmla="*/ 18 h 401"/>
              <a:gd name="T22" fmla="*/ 1079 w 1081"/>
              <a:gd name="T23" fmla="*/ 310 h 401"/>
              <a:gd name="T24" fmla="*/ 1020 w 1081"/>
              <a:gd name="T25" fmla="*/ 350 h 401"/>
              <a:gd name="T26" fmla="*/ 304 w 1081"/>
              <a:gd name="T27" fmla="*/ 350 h 401"/>
              <a:gd name="T28" fmla="*/ 304 w 1081"/>
              <a:gd name="T29" fmla="*/ 389 h 401"/>
              <a:gd name="T30" fmla="*/ 294 w 1081"/>
              <a:gd name="T31" fmla="*/ 401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81" h="401">
                <a:moveTo>
                  <a:pt x="294" y="401"/>
                </a:moveTo>
                <a:cubicBezTo>
                  <a:pt x="290" y="401"/>
                  <a:pt x="285" y="399"/>
                  <a:pt x="280" y="395"/>
                </a:cubicBezTo>
                <a:cubicBezTo>
                  <a:pt x="13" y="217"/>
                  <a:pt x="13" y="217"/>
                  <a:pt x="13" y="217"/>
                </a:cubicBezTo>
                <a:cubicBezTo>
                  <a:pt x="0" y="208"/>
                  <a:pt x="0" y="193"/>
                  <a:pt x="13" y="184"/>
                </a:cubicBezTo>
                <a:cubicBezTo>
                  <a:pt x="281" y="5"/>
                  <a:pt x="281" y="5"/>
                  <a:pt x="281" y="5"/>
                </a:cubicBezTo>
                <a:cubicBezTo>
                  <a:pt x="286" y="2"/>
                  <a:pt x="291" y="0"/>
                  <a:pt x="294" y="0"/>
                </a:cubicBezTo>
                <a:cubicBezTo>
                  <a:pt x="301" y="0"/>
                  <a:pt x="305" y="4"/>
                  <a:pt x="305" y="12"/>
                </a:cubicBezTo>
                <a:cubicBezTo>
                  <a:pt x="305" y="51"/>
                  <a:pt x="305" y="51"/>
                  <a:pt x="305" y="51"/>
                </a:cubicBezTo>
                <a:cubicBezTo>
                  <a:pt x="999" y="51"/>
                  <a:pt x="999" y="51"/>
                  <a:pt x="999" y="51"/>
                </a:cubicBezTo>
                <a:cubicBezTo>
                  <a:pt x="999" y="51"/>
                  <a:pt x="1000" y="51"/>
                  <a:pt x="1002" y="51"/>
                </a:cubicBezTo>
                <a:cubicBezTo>
                  <a:pt x="1016" y="51"/>
                  <a:pt x="1075" y="49"/>
                  <a:pt x="1079" y="18"/>
                </a:cubicBezTo>
                <a:cubicBezTo>
                  <a:pt x="1079" y="310"/>
                  <a:pt x="1079" y="310"/>
                  <a:pt x="1079" y="310"/>
                </a:cubicBezTo>
                <a:cubicBezTo>
                  <a:pt x="1081" y="343"/>
                  <a:pt x="1044" y="349"/>
                  <a:pt x="1020" y="350"/>
                </a:cubicBezTo>
                <a:cubicBezTo>
                  <a:pt x="304" y="350"/>
                  <a:pt x="304" y="350"/>
                  <a:pt x="304" y="350"/>
                </a:cubicBezTo>
                <a:cubicBezTo>
                  <a:pt x="304" y="389"/>
                  <a:pt x="304" y="389"/>
                  <a:pt x="304" y="389"/>
                </a:cubicBezTo>
                <a:cubicBezTo>
                  <a:pt x="304" y="396"/>
                  <a:pt x="300" y="401"/>
                  <a:pt x="294" y="401"/>
                </a:cubicBezTo>
                <a:close/>
              </a:path>
            </a:pathLst>
          </a:custGeom>
          <a:gradFill>
            <a:gsLst>
              <a:gs pos="0">
                <a:schemeClr val="accent5">
                  <a:lumMod val="75000"/>
                </a:schemeClr>
              </a:gs>
              <a:gs pos="17000">
                <a:schemeClr val="accent5"/>
              </a:gs>
            </a:gsLst>
            <a:lin ang="10800000" scaled="1"/>
          </a:gradFill>
          <a:ln>
            <a:noFill/>
          </a:ln>
        </p:spPr>
        <p:txBody>
          <a:bodyPr vert="horz" wrap="square" lIns="91440" tIns="45720" rIns="91440" bIns="45720" numCol="1" anchor="t" anchorCtr="0" compatLnSpc="1"/>
          <a:lstStyle/>
          <a:p>
            <a:endParaRPr lang="en-US"/>
          </a:p>
        </p:txBody>
      </p:sp>
      <p:sp>
        <p:nvSpPr>
          <p:cNvPr id="23" name="Freeform 21">
            <a:extLst>
              <a:ext uri="{FF2B5EF4-FFF2-40B4-BE49-F238E27FC236}">
                <a16:creationId xmlns:a16="http://schemas.microsoft.com/office/drawing/2014/main" id="{AA269624-2475-4D29-B8CD-C9D145977572}"/>
              </a:ext>
            </a:extLst>
          </p:cNvPr>
          <p:cNvSpPr/>
          <p:nvPr/>
        </p:nvSpPr>
        <p:spPr bwMode="auto">
          <a:xfrm>
            <a:off x="5513335" y="3654594"/>
            <a:ext cx="1801678" cy="667773"/>
          </a:xfrm>
          <a:custGeom>
            <a:avLst/>
            <a:gdLst>
              <a:gd name="T0" fmla="*/ 775 w 1065"/>
              <a:gd name="T1" fmla="*/ 0 h 395"/>
              <a:gd name="T2" fmla="*/ 789 w 1065"/>
              <a:gd name="T3" fmla="*/ 5 h 395"/>
              <a:gd name="T4" fmla="*/ 1052 w 1065"/>
              <a:gd name="T5" fmla="*/ 182 h 395"/>
              <a:gd name="T6" fmla="*/ 1052 w 1065"/>
              <a:gd name="T7" fmla="*/ 213 h 395"/>
              <a:gd name="T8" fmla="*/ 788 w 1065"/>
              <a:gd name="T9" fmla="*/ 390 h 395"/>
              <a:gd name="T10" fmla="*/ 775 w 1065"/>
              <a:gd name="T11" fmla="*/ 395 h 395"/>
              <a:gd name="T12" fmla="*/ 765 w 1065"/>
              <a:gd name="T13" fmla="*/ 383 h 395"/>
              <a:gd name="T14" fmla="*/ 765 w 1065"/>
              <a:gd name="T15" fmla="*/ 345 h 395"/>
              <a:gd name="T16" fmla="*/ 81 w 1065"/>
              <a:gd name="T17" fmla="*/ 345 h 395"/>
              <a:gd name="T18" fmla="*/ 78 w 1065"/>
              <a:gd name="T19" fmla="*/ 345 h 395"/>
              <a:gd name="T20" fmla="*/ 2 w 1065"/>
              <a:gd name="T21" fmla="*/ 377 h 395"/>
              <a:gd name="T22" fmla="*/ 3 w 1065"/>
              <a:gd name="T23" fmla="*/ 89 h 395"/>
              <a:gd name="T24" fmla="*/ 60 w 1065"/>
              <a:gd name="T25" fmla="*/ 50 h 395"/>
              <a:gd name="T26" fmla="*/ 765 w 1065"/>
              <a:gd name="T27" fmla="*/ 50 h 395"/>
              <a:gd name="T28" fmla="*/ 765 w 1065"/>
              <a:gd name="T29" fmla="*/ 12 h 395"/>
              <a:gd name="T30" fmla="*/ 775 w 1065"/>
              <a:gd name="T31" fmla="*/ 0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65" h="395">
                <a:moveTo>
                  <a:pt x="775" y="0"/>
                </a:moveTo>
                <a:cubicBezTo>
                  <a:pt x="779" y="0"/>
                  <a:pt x="784" y="2"/>
                  <a:pt x="789" y="5"/>
                </a:cubicBezTo>
                <a:cubicBezTo>
                  <a:pt x="1052" y="182"/>
                  <a:pt x="1052" y="182"/>
                  <a:pt x="1052" y="182"/>
                </a:cubicBezTo>
                <a:cubicBezTo>
                  <a:pt x="1065" y="190"/>
                  <a:pt x="1065" y="205"/>
                  <a:pt x="1052" y="213"/>
                </a:cubicBezTo>
                <a:cubicBezTo>
                  <a:pt x="788" y="390"/>
                  <a:pt x="788" y="390"/>
                  <a:pt x="788" y="390"/>
                </a:cubicBezTo>
                <a:cubicBezTo>
                  <a:pt x="783" y="393"/>
                  <a:pt x="779" y="395"/>
                  <a:pt x="775" y="395"/>
                </a:cubicBezTo>
                <a:cubicBezTo>
                  <a:pt x="769" y="395"/>
                  <a:pt x="765" y="391"/>
                  <a:pt x="765" y="383"/>
                </a:cubicBezTo>
                <a:cubicBezTo>
                  <a:pt x="765" y="345"/>
                  <a:pt x="765" y="345"/>
                  <a:pt x="765" y="345"/>
                </a:cubicBezTo>
                <a:cubicBezTo>
                  <a:pt x="81" y="345"/>
                  <a:pt x="81" y="345"/>
                  <a:pt x="81" y="345"/>
                </a:cubicBezTo>
                <a:cubicBezTo>
                  <a:pt x="81" y="345"/>
                  <a:pt x="80" y="345"/>
                  <a:pt x="78" y="345"/>
                </a:cubicBezTo>
                <a:cubicBezTo>
                  <a:pt x="64" y="345"/>
                  <a:pt x="6" y="346"/>
                  <a:pt x="2" y="377"/>
                </a:cubicBezTo>
                <a:cubicBezTo>
                  <a:pt x="3" y="89"/>
                  <a:pt x="3" y="89"/>
                  <a:pt x="3" y="89"/>
                </a:cubicBezTo>
                <a:cubicBezTo>
                  <a:pt x="0" y="57"/>
                  <a:pt x="36" y="51"/>
                  <a:pt x="60" y="50"/>
                </a:cubicBezTo>
                <a:cubicBezTo>
                  <a:pt x="765" y="50"/>
                  <a:pt x="765" y="50"/>
                  <a:pt x="765" y="50"/>
                </a:cubicBezTo>
                <a:cubicBezTo>
                  <a:pt x="765" y="12"/>
                  <a:pt x="765" y="12"/>
                  <a:pt x="765" y="12"/>
                </a:cubicBezTo>
                <a:cubicBezTo>
                  <a:pt x="765" y="4"/>
                  <a:pt x="769" y="0"/>
                  <a:pt x="775" y="0"/>
                </a:cubicBezTo>
                <a:close/>
              </a:path>
            </a:pathLst>
          </a:custGeom>
          <a:gradFill>
            <a:gsLst>
              <a:gs pos="100000">
                <a:schemeClr val="accent4">
                  <a:lumMod val="75000"/>
                </a:schemeClr>
              </a:gs>
              <a:gs pos="86000">
                <a:schemeClr val="accent4"/>
              </a:gs>
            </a:gsLst>
            <a:lin ang="10800000" scaled="1"/>
          </a:gradFill>
          <a:ln>
            <a:noFill/>
          </a:ln>
        </p:spPr>
        <p:txBody>
          <a:bodyPr vert="horz" wrap="square" lIns="91440" tIns="45720" rIns="91440" bIns="45720" numCol="1" anchor="t" anchorCtr="0" compatLnSpc="1"/>
          <a:lstStyle/>
          <a:p>
            <a:endParaRPr lang="en-US"/>
          </a:p>
        </p:txBody>
      </p:sp>
      <p:sp>
        <p:nvSpPr>
          <p:cNvPr id="24" name="Freeform 22">
            <a:extLst>
              <a:ext uri="{FF2B5EF4-FFF2-40B4-BE49-F238E27FC236}">
                <a16:creationId xmlns:a16="http://schemas.microsoft.com/office/drawing/2014/main" id="{AA9C5285-DD56-413E-B4B9-F5C48ED715A9}"/>
              </a:ext>
            </a:extLst>
          </p:cNvPr>
          <p:cNvSpPr/>
          <p:nvPr/>
        </p:nvSpPr>
        <p:spPr bwMode="auto">
          <a:xfrm>
            <a:off x="4884843" y="1647346"/>
            <a:ext cx="1791203" cy="663845"/>
          </a:xfrm>
          <a:custGeom>
            <a:avLst/>
            <a:gdLst>
              <a:gd name="T0" fmla="*/ 288 w 1058"/>
              <a:gd name="T1" fmla="*/ 392 h 392"/>
              <a:gd name="T2" fmla="*/ 274 w 1058"/>
              <a:gd name="T3" fmla="*/ 387 h 392"/>
              <a:gd name="T4" fmla="*/ 13 w 1058"/>
              <a:gd name="T5" fmla="*/ 212 h 392"/>
              <a:gd name="T6" fmla="*/ 13 w 1058"/>
              <a:gd name="T7" fmla="*/ 180 h 392"/>
              <a:gd name="T8" fmla="*/ 275 w 1058"/>
              <a:gd name="T9" fmla="*/ 5 h 392"/>
              <a:gd name="T10" fmla="*/ 289 w 1058"/>
              <a:gd name="T11" fmla="*/ 0 h 392"/>
              <a:gd name="T12" fmla="*/ 299 w 1058"/>
              <a:gd name="T13" fmla="*/ 11 h 392"/>
              <a:gd name="T14" fmla="*/ 298 w 1058"/>
              <a:gd name="T15" fmla="*/ 50 h 392"/>
              <a:gd name="T16" fmla="*/ 978 w 1058"/>
              <a:gd name="T17" fmla="*/ 50 h 392"/>
              <a:gd name="T18" fmla="*/ 981 w 1058"/>
              <a:gd name="T19" fmla="*/ 50 h 392"/>
              <a:gd name="T20" fmla="*/ 1056 w 1058"/>
              <a:gd name="T21" fmla="*/ 18 h 392"/>
              <a:gd name="T22" fmla="*/ 1055 w 1058"/>
              <a:gd name="T23" fmla="*/ 303 h 392"/>
              <a:gd name="T24" fmla="*/ 998 w 1058"/>
              <a:gd name="T25" fmla="*/ 342 h 392"/>
              <a:gd name="T26" fmla="*/ 298 w 1058"/>
              <a:gd name="T27" fmla="*/ 342 h 392"/>
              <a:gd name="T28" fmla="*/ 298 w 1058"/>
              <a:gd name="T29" fmla="*/ 380 h 392"/>
              <a:gd name="T30" fmla="*/ 288 w 1058"/>
              <a:gd name="T31" fmla="*/ 392 h 3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058" h="392">
                <a:moveTo>
                  <a:pt x="288" y="392"/>
                </a:moveTo>
                <a:cubicBezTo>
                  <a:pt x="284" y="392"/>
                  <a:pt x="279" y="390"/>
                  <a:pt x="274" y="387"/>
                </a:cubicBezTo>
                <a:cubicBezTo>
                  <a:pt x="13" y="212"/>
                  <a:pt x="13" y="212"/>
                  <a:pt x="13" y="212"/>
                </a:cubicBezTo>
                <a:cubicBezTo>
                  <a:pt x="0" y="203"/>
                  <a:pt x="0" y="189"/>
                  <a:pt x="13" y="180"/>
                </a:cubicBezTo>
                <a:cubicBezTo>
                  <a:pt x="275" y="5"/>
                  <a:pt x="275" y="5"/>
                  <a:pt x="275" y="5"/>
                </a:cubicBezTo>
                <a:cubicBezTo>
                  <a:pt x="280" y="2"/>
                  <a:pt x="285" y="0"/>
                  <a:pt x="289" y="0"/>
                </a:cubicBezTo>
                <a:cubicBezTo>
                  <a:pt x="295" y="0"/>
                  <a:pt x="299" y="4"/>
                  <a:pt x="299" y="11"/>
                </a:cubicBezTo>
                <a:cubicBezTo>
                  <a:pt x="298" y="50"/>
                  <a:pt x="298" y="50"/>
                  <a:pt x="298" y="50"/>
                </a:cubicBezTo>
                <a:cubicBezTo>
                  <a:pt x="978" y="50"/>
                  <a:pt x="978" y="50"/>
                  <a:pt x="978" y="50"/>
                </a:cubicBezTo>
                <a:cubicBezTo>
                  <a:pt x="978" y="50"/>
                  <a:pt x="979" y="50"/>
                  <a:pt x="981" y="50"/>
                </a:cubicBezTo>
                <a:cubicBezTo>
                  <a:pt x="994" y="50"/>
                  <a:pt x="1052" y="48"/>
                  <a:pt x="1056" y="18"/>
                </a:cubicBezTo>
                <a:cubicBezTo>
                  <a:pt x="1055" y="303"/>
                  <a:pt x="1055" y="303"/>
                  <a:pt x="1055" y="303"/>
                </a:cubicBezTo>
                <a:cubicBezTo>
                  <a:pt x="1058" y="335"/>
                  <a:pt x="1022" y="341"/>
                  <a:pt x="998" y="342"/>
                </a:cubicBezTo>
                <a:cubicBezTo>
                  <a:pt x="298" y="342"/>
                  <a:pt x="298" y="342"/>
                  <a:pt x="298" y="342"/>
                </a:cubicBezTo>
                <a:cubicBezTo>
                  <a:pt x="298" y="380"/>
                  <a:pt x="298" y="380"/>
                  <a:pt x="298" y="380"/>
                </a:cubicBezTo>
                <a:cubicBezTo>
                  <a:pt x="298" y="388"/>
                  <a:pt x="294" y="392"/>
                  <a:pt x="288" y="392"/>
                </a:cubicBezTo>
                <a:close/>
              </a:path>
            </a:pathLst>
          </a:custGeom>
          <a:gradFill flip="none" rotWithShape="1">
            <a:gsLst>
              <a:gs pos="0">
                <a:schemeClr val="accent1">
                  <a:lumMod val="75000"/>
                </a:schemeClr>
              </a:gs>
              <a:gs pos="17000">
                <a:schemeClr val="accent1">
                  <a:shade val="100000"/>
                  <a:satMod val="115000"/>
                </a:schemeClr>
              </a:gs>
            </a:gsLst>
            <a:lin ang="10800000" scaled="1"/>
            <a:tileRect/>
          </a:gradFill>
          <a:ln>
            <a:noFill/>
          </a:ln>
        </p:spPr>
        <p:txBody>
          <a:bodyPr vert="horz" wrap="square" lIns="91440" tIns="45720" rIns="91440" bIns="45720" numCol="1" anchor="t" anchorCtr="0" compatLnSpc="1"/>
          <a:lstStyle/>
          <a:p>
            <a:endParaRPr lang="en-US"/>
          </a:p>
        </p:txBody>
      </p:sp>
      <p:sp>
        <p:nvSpPr>
          <p:cNvPr id="29" name="Inhaltsplatzhalter 4">
            <a:extLst>
              <a:ext uri="{FF2B5EF4-FFF2-40B4-BE49-F238E27FC236}">
                <a16:creationId xmlns:a16="http://schemas.microsoft.com/office/drawing/2014/main" id="{406449B2-EF95-49C0-A5A4-0F904D0AD4CB}"/>
              </a:ext>
            </a:extLst>
          </p:cNvPr>
          <p:cNvSpPr txBox="1"/>
          <p:nvPr/>
        </p:nvSpPr>
        <p:spPr>
          <a:xfrm>
            <a:off x="546100" y="1465662"/>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600" b="1" dirty="0">
                <a:solidFill>
                  <a:schemeClr val="accent1"/>
                </a:solidFill>
                <a:latin typeface="+mj-lt"/>
              </a:rPr>
              <a:t>小标题</a:t>
            </a:r>
            <a:br>
              <a:rPr lang="en-US" sz="1400" b="1" dirty="0">
                <a:solidFill>
                  <a:schemeClr val="accent1"/>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30" name="Inhaltsplatzhalter 4">
            <a:extLst>
              <a:ext uri="{FF2B5EF4-FFF2-40B4-BE49-F238E27FC236}">
                <a16:creationId xmlns:a16="http://schemas.microsoft.com/office/drawing/2014/main" id="{CCD466EF-F48A-48CF-8CCF-27C7558BF3C1}"/>
              </a:ext>
            </a:extLst>
          </p:cNvPr>
          <p:cNvSpPr txBox="1"/>
          <p:nvPr/>
        </p:nvSpPr>
        <p:spPr>
          <a:xfrm>
            <a:off x="546100" y="2853093"/>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600" b="1" dirty="0">
                <a:solidFill>
                  <a:schemeClr val="accent3"/>
                </a:solidFill>
                <a:latin typeface="+mj-lt"/>
              </a:rPr>
              <a:t>小标题</a:t>
            </a:r>
            <a:br>
              <a:rPr lang="en-US" sz="1400" b="1" dirty="0">
                <a:solidFill>
                  <a:schemeClr val="accent3"/>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31" name="Inhaltsplatzhalter 4">
            <a:extLst>
              <a:ext uri="{FF2B5EF4-FFF2-40B4-BE49-F238E27FC236}">
                <a16:creationId xmlns:a16="http://schemas.microsoft.com/office/drawing/2014/main" id="{4B4362BC-28F7-4A2B-B44D-684A1FD1F239}"/>
              </a:ext>
            </a:extLst>
          </p:cNvPr>
          <p:cNvSpPr txBox="1"/>
          <p:nvPr/>
        </p:nvSpPr>
        <p:spPr>
          <a:xfrm>
            <a:off x="546100" y="4192130"/>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r">
              <a:lnSpc>
                <a:spcPct val="130000"/>
              </a:lnSpc>
              <a:spcAft>
                <a:spcPts val="0"/>
              </a:spcAft>
              <a:buNone/>
            </a:pPr>
            <a:r>
              <a:rPr lang="zh-CN" altLang="en-US" sz="1600" b="1" dirty="0">
                <a:solidFill>
                  <a:schemeClr val="accent5"/>
                </a:solidFill>
                <a:latin typeface="+mj-lt"/>
              </a:rPr>
              <a:t>小标题</a:t>
            </a:r>
            <a:br>
              <a:rPr lang="en-US" sz="1400" b="1" dirty="0">
                <a:solidFill>
                  <a:schemeClr val="accent1"/>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32" name="Inhaltsplatzhalter 4">
            <a:extLst>
              <a:ext uri="{FF2B5EF4-FFF2-40B4-BE49-F238E27FC236}">
                <a16:creationId xmlns:a16="http://schemas.microsoft.com/office/drawing/2014/main" id="{8CF572E3-F177-4F2F-AD7F-CB87400D2C71}"/>
              </a:ext>
            </a:extLst>
          </p:cNvPr>
          <p:cNvSpPr txBox="1"/>
          <p:nvPr/>
        </p:nvSpPr>
        <p:spPr>
          <a:xfrm>
            <a:off x="8657936" y="3529595"/>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600" b="1" dirty="0">
                <a:solidFill>
                  <a:schemeClr val="accent1"/>
                </a:solidFill>
                <a:latin typeface="+mj-lt"/>
              </a:rPr>
              <a:t>小标题</a:t>
            </a:r>
            <a:br>
              <a:rPr lang="en-US" sz="1400" b="1" dirty="0">
                <a:solidFill>
                  <a:schemeClr val="accent1"/>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33" name="Inhaltsplatzhalter 4">
            <a:extLst>
              <a:ext uri="{FF2B5EF4-FFF2-40B4-BE49-F238E27FC236}">
                <a16:creationId xmlns:a16="http://schemas.microsoft.com/office/drawing/2014/main" id="{D044850E-7653-48BD-B85A-5BFF12869409}"/>
              </a:ext>
            </a:extLst>
          </p:cNvPr>
          <p:cNvSpPr txBox="1"/>
          <p:nvPr/>
        </p:nvSpPr>
        <p:spPr>
          <a:xfrm>
            <a:off x="8657936" y="2188370"/>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600" b="1" dirty="0">
                <a:solidFill>
                  <a:schemeClr val="accent2"/>
                </a:solidFill>
                <a:latin typeface="+mj-lt"/>
              </a:rPr>
              <a:t>小标题</a:t>
            </a:r>
            <a:br>
              <a:rPr lang="en-US" sz="1400" b="1" dirty="0">
                <a:solidFill>
                  <a:schemeClr val="accent1"/>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34" name="Inhaltsplatzhalter 4">
            <a:extLst>
              <a:ext uri="{FF2B5EF4-FFF2-40B4-BE49-F238E27FC236}">
                <a16:creationId xmlns:a16="http://schemas.microsoft.com/office/drawing/2014/main" id="{00D59232-10DE-4556-8EB7-4BBC6173DEFE}"/>
              </a:ext>
            </a:extLst>
          </p:cNvPr>
          <p:cNvSpPr txBox="1"/>
          <p:nvPr/>
        </p:nvSpPr>
        <p:spPr>
          <a:xfrm>
            <a:off x="8657936" y="4870820"/>
            <a:ext cx="3009350" cy="1016881"/>
          </a:xfrm>
          <a:prstGeom prst="rect">
            <a:avLst/>
          </a:prstGeom>
        </p:spPr>
        <p:txBody>
          <a:bodyPr wrap="square" lIns="0" tIns="0" rIns="0" bIns="0">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130000"/>
              </a:lnSpc>
              <a:spcAft>
                <a:spcPts val="0"/>
              </a:spcAft>
              <a:buNone/>
            </a:pPr>
            <a:r>
              <a:rPr lang="zh-CN" altLang="en-US" sz="1600" b="1" dirty="0">
                <a:solidFill>
                  <a:schemeClr val="accent6"/>
                </a:solidFill>
                <a:latin typeface="+mj-lt"/>
              </a:rPr>
              <a:t>小标题</a:t>
            </a:r>
            <a:br>
              <a:rPr lang="en-US" sz="1400" b="1" dirty="0">
                <a:solidFill>
                  <a:schemeClr val="accent1"/>
                </a:solidFill>
                <a:latin typeface="+mj-lt"/>
              </a:rPr>
            </a:b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100" dirty="0">
              <a:solidFill>
                <a:schemeClr val="bg1">
                  <a:lumMod val="65000"/>
                </a:schemeClr>
              </a:solidFill>
              <a:latin typeface="+mn-lt"/>
            </a:endParaRPr>
          </a:p>
        </p:txBody>
      </p:sp>
      <p:sp>
        <p:nvSpPr>
          <p:cNvPr id="41" name="Inhaltsplatzhalter 4">
            <a:extLst>
              <a:ext uri="{FF2B5EF4-FFF2-40B4-BE49-F238E27FC236}">
                <a16:creationId xmlns:a16="http://schemas.microsoft.com/office/drawing/2014/main" id="{BA2CD2A4-D5EB-4A65-9993-E4C7CA45220A}"/>
              </a:ext>
            </a:extLst>
          </p:cNvPr>
          <p:cNvSpPr txBox="1"/>
          <p:nvPr/>
        </p:nvSpPr>
        <p:spPr>
          <a:xfrm>
            <a:off x="5508098" y="1785011"/>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01</a:t>
            </a:r>
            <a:endParaRPr lang="en-US" sz="1800" dirty="0">
              <a:latin typeface="+mn-lt"/>
            </a:endParaRPr>
          </a:p>
        </p:txBody>
      </p:sp>
      <p:sp>
        <p:nvSpPr>
          <p:cNvPr id="42" name="Inhaltsplatzhalter 4">
            <a:extLst>
              <a:ext uri="{FF2B5EF4-FFF2-40B4-BE49-F238E27FC236}">
                <a16:creationId xmlns:a16="http://schemas.microsoft.com/office/drawing/2014/main" id="{977344B6-BA6B-4EEE-9373-C014870CC301}"/>
              </a:ext>
            </a:extLst>
          </p:cNvPr>
          <p:cNvSpPr txBox="1"/>
          <p:nvPr/>
        </p:nvSpPr>
        <p:spPr>
          <a:xfrm>
            <a:off x="5752028" y="2464297"/>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02</a:t>
            </a:r>
            <a:endParaRPr lang="en-US" sz="1800" dirty="0">
              <a:latin typeface="+mn-lt"/>
            </a:endParaRPr>
          </a:p>
        </p:txBody>
      </p:sp>
      <p:sp>
        <p:nvSpPr>
          <p:cNvPr id="43" name="Inhaltsplatzhalter 4">
            <a:extLst>
              <a:ext uri="{FF2B5EF4-FFF2-40B4-BE49-F238E27FC236}">
                <a16:creationId xmlns:a16="http://schemas.microsoft.com/office/drawing/2014/main" id="{A792A769-7EB3-48F5-8333-18E7AAAF0BD5}"/>
              </a:ext>
            </a:extLst>
          </p:cNvPr>
          <p:cNvSpPr txBox="1"/>
          <p:nvPr/>
        </p:nvSpPr>
        <p:spPr>
          <a:xfrm>
            <a:off x="5508098" y="3143512"/>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03</a:t>
            </a:r>
            <a:endParaRPr lang="en-US" sz="1800" dirty="0">
              <a:latin typeface="+mn-lt"/>
            </a:endParaRPr>
          </a:p>
        </p:txBody>
      </p:sp>
      <p:sp>
        <p:nvSpPr>
          <p:cNvPr id="44" name="Inhaltsplatzhalter 4">
            <a:extLst>
              <a:ext uri="{FF2B5EF4-FFF2-40B4-BE49-F238E27FC236}">
                <a16:creationId xmlns:a16="http://schemas.microsoft.com/office/drawing/2014/main" id="{7B737A89-3801-4C58-8149-1895ACDD8992}"/>
              </a:ext>
            </a:extLst>
          </p:cNvPr>
          <p:cNvSpPr txBox="1"/>
          <p:nvPr/>
        </p:nvSpPr>
        <p:spPr>
          <a:xfrm>
            <a:off x="5752028" y="3800331"/>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04</a:t>
            </a:r>
            <a:endParaRPr lang="en-US" sz="1800" dirty="0">
              <a:latin typeface="+mn-lt"/>
            </a:endParaRPr>
          </a:p>
        </p:txBody>
      </p:sp>
      <p:sp>
        <p:nvSpPr>
          <p:cNvPr id="45" name="Inhaltsplatzhalter 4">
            <a:extLst>
              <a:ext uri="{FF2B5EF4-FFF2-40B4-BE49-F238E27FC236}">
                <a16:creationId xmlns:a16="http://schemas.microsoft.com/office/drawing/2014/main" id="{24DDB746-605C-48C1-853E-C00623657DA9}"/>
              </a:ext>
            </a:extLst>
          </p:cNvPr>
          <p:cNvSpPr txBox="1"/>
          <p:nvPr/>
        </p:nvSpPr>
        <p:spPr>
          <a:xfrm>
            <a:off x="5508098" y="4492092"/>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05</a:t>
            </a:r>
            <a:endParaRPr lang="en-US" sz="1800" dirty="0">
              <a:latin typeface="+mn-lt"/>
            </a:endParaRPr>
          </a:p>
        </p:txBody>
      </p:sp>
      <p:sp>
        <p:nvSpPr>
          <p:cNvPr id="46" name="Inhaltsplatzhalter 4">
            <a:extLst>
              <a:ext uri="{FF2B5EF4-FFF2-40B4-BE49-F238E27FC236}">
                <a16:creationId xmlns:a16="http://schemas.microsoft.com/office/drawing/2014/main" id="{73F6A849-3130-4F11-86F0-3133EA8C4359}"/>
              </a:ext>
            </a:extLst>
          </p:cNvPr>
          <p:cNvSpPr txBox="1"/>
          <p:nvPr/>
        </p:nvSpPr>
        <p:spPr>
          <a:xfrm>
            <a:off x="5752028" y="5156436"/>
            <a:ext cx="885242" cy="369332"/>
          </a:xfrm>
          <a:prstGeom prst="rect">
            <a:avLst/>
          </a:prstGeom>
        </p:spPr>
        <p:txBody>
          <a:bodyPr wrap="square" lIns="0" tIns="0" rIns="0" bIns="0" anchor="ctr">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en-US" altLang="zh-CN" sz="2400" b="1" dirty="0">
                <a:latin typeface="+mj-lt"/>
              </a:rPr>
              <a:t>06</a:t>
            </a:r>
            <a:endParaRPr lang="en-US" sz="1800" dirty="0">
              <a:latin typeface="+mn-lt"/>
            </a:endParaRPr>
          </a:p>
        </p:txBody>
      </p:sp>
      <p:sp>
        <p:nvSpPr>
          <p:cNvPr id="3" name="标题 2">
            <a:extLst>
              <a:ext uri="{FF2B5EF4-FFF2-40B4-BE49-F238E27FC236}">
                <a16:creationId xmlns:a16="http://schemas.microsoft.com/office/drawing/2014/main" id="{053C04DA-9612-42D7-8831-3AEF7850EAE6}"/>
              </a:ext>
            </a:extLst>
          </p:cNvPr>
          <p:cNvSpPr>
            <a:spLocks noGrp="1"/>
          </p:cNvSpPr>
          <p:nvPr>
            <p:ph type="title"/>
          </p:nvPr>
        </p:nvSpPr>
        <p:spPr/>
        <p:txBody>
          <a:bodyPr/>
          <a:lstStyle/>
          <a:p>
            <a:endParaRPr lang="zh-CN" altLang="en-US" dirty="0"/>
          </a:p>
        </p:txBody>
      </p:sp>
      <p:sp>
        <p:nvSpPr>
          <p:cNvPr id="35" name="矩形 34">
            <a:extLst>
              <a:ext uri="{FF2B5EF4-FFF2-40B4-BE49-F238E27FC236}">
                <a16:creationId xmlns:a16="http://schemas.microsoft.com/office/drawing/2014/main" id="{A19BB34C-5CFC-4AF1-9C9F-C45CF5F436F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37" name="组合 36">
            <a:extLst>
              <a:ext uri="{FF2B5EF4-FFF2-40B4-BE49-F238E27FC236}">
                <a16:creationId xmlns:a16="http://schemas.microsoft.com/office/drawing/2014/main" id="{F8D802B9-A099-4EC5-A1A9-ECA220B3608A}"/>
              </a:ext>
            </a:extLst>
          </p:cNvPr>
          <p:cNvGrpSpPr/>
          <p:nvPr/>
        </p:nvGrpSpPr>
        <p:grpSpPr>
          <a:xfrm>
            <a:off x="-491832" y="1587"/>
            <a:ext cx="273269" cy="2129816"/>
            <a:chOff x="11681691" y="1513398"/>
            <a:chExt cx="273269" cy="2129816"/>
          </a:xfrm>
        </p:grpSpPr>
        <p:sp>
          <p:nvSpPr>
            <p:cNvPr id="38" name="矩形 37">
              <a:extLst>
                <a:ext uri="{FF2B5EF4-FFF2-40B4-BE49-F238E27FC236}">
                  <a16:creationId xmlns:a16="http://schemas.microsoft.com/office/drawing/2014/main" id="{73985E0A-424B-4888-966C-8CB1D9875E75}"/>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矩形 39">
              <a:extLst>
                <a:ext uri="{FF2B5EF4-FFF2-40B4-BE49-F238E27FC236}">
                  <a16:creationId xmlns:a16="http://schemas.microsoft.com/office/drawing/2014/main" id="{4E2729F7-BEE5-406F-B02D-51F2A7191EBC}"/>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a:extLst>
                <a:ext uri="{FF2B5EF4-FFF2-40B4-BE49-F238E27FC236}">
                  <a16:creationId xmlns:a16="http://schemas.microsoft.com/office/drawing/2014/main" id="{9B6F7697-35ED-4698-BB90-63768F886E4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矩形 47">
              <a:extLst>
                <a:ext uri="{FF2B5EF4-FFF2-40B4-BE49-F238E27FC236}">
                  <a16:creationId xmlns:a16="http://schemas.microsoft.com/office/drawing/2014/main" id="{38380909-D198-492A-9077-4322542E62D1}"/>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a:extLst>
                <a:ext uri="{FF2B5EF4-FFF2-40B4-BE49-F238E27FC236}">
                  <a16:creationId xmlns:a16="http://schemas.microsoft.com/office/drawing/2014/main" id="{5A7306C2-9353-42F4-96D0-89EFA28684F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B7A73E73-3D33-4FB0-B52E-B91512E9A1FE}"/>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50">
              <a:extLst>
                <a:ext uri="{FF2B5EF4-FFF2-40B4-BE49-F238E27FC236}">
                  <a16:creationId xmlns:a16="http://schemas.microsoft.com/office/drawing/2014/main" id="{175E1BEB-A170-49A3-B1DE-42A5429590C1}"/>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782442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extBox 26">
            <a:extLst>
              <a:ext uri="{FF2B5EF4-FFF2-40B4-BE49-F238E27FC236}">
                <a16:creationId xmlns:a16="http://schemas.microsoft.com/office/drawing/2014/main" id="{6D02AA70-CC7F-4AFF-AC6D-D9419830BB98}"/>
              </a:ext>
            </a:extLst>
          </p:cNvPr>
          <p:cNvSpPr txBox="1"/>
          <p:nvPr/>
        </p:nvSpPr>
        <p:spPr>
          <a:xfrm>
            <a:off x="1210590" y="1798922"/>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grpSp>
        <p:nvGrpSpPr>
          <p:cNvPr id="3" name="组合 2">
            <a:extLst>
              <a:ext uri="{FF2B5EF4-FFF2-40B4-BE49-F238E27FC236}">
                <a16:creationId xmlns:a16="http://schemas.microsoft.com/office/drawing/2014/main" id="{C94E969B-A307-4594-81C6-E3CCA5A3A155}"/>
              </a:ext>
            </a:extLst>
          </p:cNvPr>
          <p:cNvGrpSpPr/>
          <p:nvPr/>
        </p:nvGrpSpPr>
        <p:grpSpPr>
          <a:xfrm>
            <a:off x="483285" y="2680799"/>
            <a:ext cx="2780002" cy="1657314"/>
            <a:chOff x="483285" y="2680799"/>
            <a:chExt cx="2780002" cy="1657314"/>
          </a:xfrm>
        </p:grpSpPr>
        <p:sp>
          <p:nvSpPr>
            <p:cNvPr id="10" name="Freeform 6">
              <a:extLst>
                <a:ext uri="{FF2B5EF4-FFF2-40B4-BE49-F238E27FC236}">
                  <a16:creationId xmlns:a16="http://schemas.microsoft.com/office/drawing/2014/main" id="{A01EE121-696F-4AB0-8D81-6DB17B2E4AE6}"/>
                </a:ext>
              </a:extLst>
            </p:cNvPr>
            <p:cNvSpPr>
              <a:spLocks/>
            </p:cNvSpPr>
            <p:nvPr/>
          </p:nvSpPr>
          <p:spPr bwMode="auto">
            <a:xfrm>
              <a:off x="483285" y="3921746"/>
              <a:ext cx="1002969" cy="416367"/>
            </a:xfrm>
            <a:custGeom>
              <a:avLst/>
              <a:gdLst>
                <a:gd name="T0" fmla="*/ 0 w 666"/>
                <a:gd name="T1" fmla="*/ 192 h 192"/>
                <a:gd name="T2" fmla="*/ 98 w 666"/>
                <a:gd name="T3" fmla="*/ 98 h 192"/>
                <a:gd name="T4" fmla="*/ 0 w 666"/>
                <a:gd name="T5" fmla="*/ 0 h 192"/>
                <a:gd name="T6" fmla="*/ 666 w 666"/>
                <a:gd name="T7" fmla="*/ 0 h 192"/>
                <a:gd name="T8" fmla="*/ 666 w 666"/>
                <a:gd name="T9" fmla="*/ 192 h 192"/>
                <a:gd name="T10" fmla="*/ 0 w 666"/>
                <a:gd name="T11" fmla="*/ 192 h 192"/>
                <a:gd name="T12" fmla="*/ 0 w 666"/>
                <a:gd name="T13" fmla="*/ 192 h 192"/>
                <a:gd name="T14" fmla="*/ 0 w 666"/>
                <a:gd name="T15" fmla="*/ 192 h 192"/>
                <a:gd name="T16" fmla="*/ 0 w 666"/>
                <a:gd name="T17" fmla="*/ 192 h 192"/>
                <a:gd name="T18" fmla="*/ 0 w 666"/>
                <a:gd name="T19" fmla="*/ 19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66" h="192">
                  <a:moveTo>
                    <a:pt x="0" y="192"/>
                  </a:moveTo>
                  <a:lnTo>
                    <a:pt x="98" y="98"/>
                  </a:lnTo>
                  <a:lnTo>
                    <a:pt x="0" y="0"/>
                  </a:lnTo>
                  <a:lnTo>
                    <a:pt x="666" y="0"/>
                  </a:lnTo>
                  <a:lnTo>
                    <a:pt x="666" y="192"/>
                  </a:lnTo>
                  <a:lnTo>
                    <a:pt x="0" y="192"/>
                  </a:lnTo>
                  <a:lnTo>
                    <a:pt x="0" y="192"/>
                  </a:lnTo>
                  <a:lnTo>
                    <a:pt x="0" y="192"/>
                  </a:lnTo>
                  <a:lnTo>
                    <a:pt x="0" y="192"/>
                  </a:lnTo>
                  <a:lnTo>
                    <a:pt x="0" y="192"/>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11" name="Freeform 7">
              <a:extLst>
                <a:ext uri="{FF2B5EF4-FFF2-40B4-BE49-F238E27FC236}">
                  <a16:creationId xmlns:a16="http://schemas.microsoft.com/office/drawing/2014/main" id="{37FEDA96-5957-4F83-8409-D2E46664ECE2}"/>
                </a:ext>
              </a:extLst>
            </p:cNvPr>
            <p:cNvSpPr>
              <a:spLocks/>
            </p:cNvSpPr>
            <p:nvPr/>
          </p:nvSpPr>
          <p:spPr bwMode="auto">
            <a:xfrm>
              <a:off x="1486253" y="3099455"/>
              <a:ext cx="289144" cy="1234888"/>
            </a:xfrm>
            <a:custGeom>
              <a:avLst/>
              <a:gdLst>
                <a:gd name="T0" fmla="*/ 0 w 192"/>
                <a:gd name="T1" fmla="*/ 0 h 820"/>
                <a:gd name="T2" fmla="*/ 192 w 192"/>
                <a:gd name="T3" fmla="*/ 0 h 820"/>
                <a:gd name="T4" fmla="*/ 192 w 192"/>
                <a:gd name="T5" fmla="*/ 626 h 820"/>
                <a:gd name="T6" fmla="*/ 0 w 192"/>
                <a:gd name="T7" fmla="*/ 820 h 820"/>
                <a:gd name="T8" fmla="*/ 0 w 192"/>
                <a:gd name="T9" fmla="*/ 0 h 820"/>
                <a:gd name="T10" fmla="*/ 0 w 192"/>
                <a:gd name="T11" fmla="*/ 0 h 820"/>
                <a:gd name="T12" fmla="*/ 0 w 192"/>
                <a:gd name="T13" fmla="*/ 0 h 820"/>
                <a:gd name="T14" fmla="*/ 0 w 192"/>
                <a:gd name="T15" fmla="*/ 0 h 8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2" h="820">
                  <a:moveTo>
                    <a:pt x="0" y="0"/>
                  </a:moveTo>
                  <a:lnTo>
                    <a:pt x="192" y="0"/>
                  </a:lnTo>
                  <a:lnTo>
                    <a:pt x="192" y="626"/>
                  </a:lnTo>
                  <a:lnTo>
                    <a:pt x="0" y="820"/>
                  </a:lnTo>
                  <a:lnTo>
                    <a:pt x="0" y="0"/>
                  </a:lnTo>
                  <a:lnTo>
                    <a:pt x="0" y="0"/>
                  </a:lnTo>
                  <a:lnTo>
                    <a:pt x="0" y="0"/>
                  </a:lnTo>
                  <a:lnTo>
                    <a:pt x="0" y="0"/>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12" name="Freeform 8">
              <a:extLst>
                <a:ext uri="{FF2B5EF4-FFF2-40B4-BE49-F238E27FC236}">
                  <a16:creationId xmlns:a16="http://schemas.microsoft.com/office/drawing/2014/main" id="{8EE81AD5-F9A8-4E95-9AD9-88BD53B00B13}"/>
                </a:ext>
              </a:extLst>
            </p:cNvPr>
            <p:cNvSpPr>
              <a:spLocks/>
            </p:cNvSpPr>
            <p:nvPr/>
          </p:nvSpPr>
          <p:spPr bwMode="auto">
            <a:xfrm>
              <a:off x="2974143" y="3099456"/>
              <a:ext cx="289144" cy="420164"/>
            </a:xfrm>
            <a:custGeom>
              <a:avLst/>
              <a:gdLst>
                <a:gd name="T0" fmla="*/ 0 w 192"/>
                <a:gd name="T1" fmla="*/ 181 h 279"/>
                <a:gd name="T2" fmla="*/ 0 w 192"/>
                <a:gd name="T3" fmla="*/ 0 h 279"/>
                <a:gd name="T4" fmla="*/ 192 w 192"/>
                <a:gd name="T5" fmla="*/ 0 h 279"/>
                <a:gd name="T6" fmla="*/ 192 w 192"/>
                <a:gd name="T7" fmla="*/ 181 h 279"/>
                <a:gd name="T8" fmla="*/ 94 w 192"/>
                <a:gd name="T9" fmla="*/ 279 h 279"/>
                <a:gd name="T10" fmla="*/ 0 w 192"/>
                <a:gd name="T11" fmla="*/ 181 h 279"/>
                <a:gd name="T12" fmla="*/ 0 w 192"/>
                <a:gd name="T13" fmla="*/ 181 h 279"/>
                <a:gd name="T14" fmla="*/ 0 w 192"/>
                <a:gd name="T15" fmla="*/ 181 h 279"/>
                <a:gd name="T16" fmla="*/ 0 w 192"/>
                <a:gd name="T17" fmla="*/ 181 h 279"/>
                <a:gd name="T18" fmla="*/ 0 w 192"/>
                <a:gd name="T19" fmla="*/ 181 h 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279">
                  <a:moveTo>
                    <a:pt x="0" y="181"/>
                  </a:moveTo>
                  <a:lnTo>
                    <a:pt x="0" y="0"/>
                  </a:lnTo>
                  <a:lnTo>
                    <a:pt x="192" y="0"/>
                  </a:lnTo>
                  <a:lnTo>
                    <a:pt x="192" y="181"/>
                  </a:lnTo>
                  <a:lnTo>
                    <a:pt x="94" y="279"/>
                  </a:lnTo>
                  <a:lnTo>
                    <a:pt x="0" y="181"/>
                  </a:lnTo>
                  <a:lnTo>
                    <a:pt x="0" y="181"/>
                  </a:lnTo>
                  <a:lnTo>
                    <a:pt x="0" y="181"/>
                  </a:lnTo>
                  <a:lnTo>
                    <a:pt x="0" y="181"/>
                  </a:lnTo>
                  <a:lnTo>
                    <a:pt x="0" y="181"/>
                  </a:lnTo>
                  <a:close/>
                </a:path>
              </a:pathLst>
            </a:custGeom>
            <a:solidFill>
              <a:schemeClr val="accent1">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3" name="Freeform 19">
              <a:extLst>
                <a:ext uri="{FF2B5EF4-FFF2-40B4-BE49-F238E27FC236}">
                  <a16:creationId xmlns:a16="http://schemas.microsoft.com/office/drawing/2014/main" id="{9F005A7C-8B9B-457A-95A9-9089CA17704E}"/>
                </a:ext>
              </a:extLst>
            </p:cNvPr>
            <p:cNvSpPr>
              <a:spLocks/>
            </p:cNvSpPr>
            <p:nvPr/>
          </p:nvSpPr>
          <p:spPr bwMode="auto">
            <a:xfrm>
              <a:off x="1486253" y="2680799"/>
              <a:ext cx="1777033" cy="418657"/>
            </a:xfrm>
            <a:custGeom>
              <a:avLst/>
              <a:gdLst>
                <a:gd name="T0" fmla="*/ 903 w 1180"/>
                <a:gd name="T1" fmla="*/ 0 h 278"/>
                <a:gd name="T2" fmla="*/ 279 w 1180"/>
                <a:gd name="T3" fmla="*/ 0 h 278"/>
                <a:gd name="T4" fmla="*/ 0 w 1180"/>
                <a:gd name="T5" fmla="*/ 278 h 278"/>
                <a:gd name="T6" fmla="*/ 1180 w 1180"/>
                <a:gd name="T7" fmla="*/ 278 h 278"/>
                <a:gd name="T8" fmla="*/ 903 w 1180"/>
                <a:gd name="T9" fmla="*/ 0 h 278"/>
              </a:gdLst>
              <a:ahLst/>
              <a:cxnLst>
                <a:cxn ang="0">
                  <a:pos x="T0" y="T1"/>
                </a:cxn>
                <a:cxn ang="0">
                  <a:pos x="T2" y="T3"/>
                </a:cxn>
                <a:cxn ang="0">
                  <a:pos x="T4" y="T5"/>
                </a:cxn>
                <a:cxn ang="0">
                  <a:pos x="T6" y="T7"/>
                </a:cxn>
                <a:cxn ang="0">
                  <a:pos x="T8" y="T9"/>
                </a:cxn>
              </a:cxnLst>
              <a:rect l="0" t="0" r="r" b="b"/>
              <a:pathLst>
                <a:path w="1180" h="278">
                  <a:moveTo>
                    <a:pt x="903" y="0"/>
                  </a:moveTo>
                  <a:lnTo>
                    <a:pt x="279" y="0"/>
                  </a:lnTo>
                  <a:lnTo>
                    <a:pt x="0" y="278"/>
                  </a:lnTo>
                  <a:lnTo>
                    <a:pt x="1180" y="278"/>
                  </a:lnTo>
                  <a:lnTo>
                    <a:pt x="903"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33" name="TextBox 25">
              <a:extLst>
                <a:ext uri="{FF2B5EF4-FFF2-40B4-BE49-F238E27FC236}">
                  <a16:creationId xmlns:a16="http://schemas.microsoft.com/office/drawing/2014/main" id="{01512819-FF9B-4C15-A9B3-2896BDE53F30}"/>
                </a:ext>
              </a:extLst>
            </p:cNvPr>
            <p:cNvSpPr txBox="1"/>
            <p:nvPr/>
          </p:nvSpPr>
          <p:spPr>
            <a:xfrm>
              <a:off x="1921652" y="2750493"/>
              <a:ext cx="898112" cy="284693"/>
            </a:xfrm>
            <a:prstGeom prst="rect">
              <a:avLst/>
            </a:prstGeom>
            <a:noFill/>
          </p:spPr>
          <p:txBody>
            <a:bodyPr wrap="square" lIns="68580" tIns="34290" rIns="68580" bIns="34290" rtlCol="0">
              <a:spAutoFit/>
            </a:bodyPr>
            <a:lstStyle/>
            <a:p>
              <a:pPr algn="ctr"/>
              <a:r>
                <a:rPr lang="en-US" sz="1400" b="1" dirty="0">
                  <a:solidFill>
                    <a:schemeClr val="bg2"/>
                  </a:solidFill>
                  <a:cs typeface="+mn-ea"/>
                  <a:sym typeface="+mn-lt"/>
                </a:rPr>
                <a:t>Step 01</a:t>
              </a:r>
              <a:endParaRPr lang="id-ID" sz="1400" b="1" dirty="0">
                <a:solidFill>
                  <a:schemeClr val="bg2"/>
                </a:solidFill>
                <a:cs typeface="+mn-ea"/>
                <a:sym typeface="+mn-lt"/>
              </a:endParaRPr>
            </a:p>
          </p:txBody>
        </p:sp>
      </p:grpSp>
      <p:grpSp>
        <p:nvGrpSpPr>
          <p:cNvPr id="8" name="组合 7">
            <a:extLst>
              <a:ext uri="{FF2B5EF4-FFF2-40B4-BE49-F238E27FC236}">
                <a16:creationId xmlns:a16="http://schemas.microsoft.com/office/drawing/2014/main" id="{13B1C39E-79E4-4AC5-8D47-53059866D185}"/>
              </a:ext>
            </a:extLst>
          </p:cNvPr>
          <p:cNvGrpSpPr/>
          <p:nvPr/>
        </p:nvGrpSpPr>
        <p:grpSpPr>
          <a:xfrm>
            <a:off x="2974142" y="3439803"/>
            <a:ext cx="1777036" cy="1024052"/>
            <a:chOff x="2974142" y="3439803"/>
            <a:chExt cx="1777036" cy="1024052"/>
          </a:xfrm>
        </p:grpSpPr>
        <p:sp>
          <p:nvSpPr>
            <p:cNvPr id="13" name="Freeform 9">
              <a:extLst>
                <a:ext uri="{FF2B5EF4-FFF2-40B4-BE49-F238E27FC236}">
                  <a16:creationId xmlns:a16="http://schemas.microsoft.com/office/drawing/2014/main" id="{F96E227F-3D15-43CD-9803-180118B5F973}"/>
                </a:ext>
              </a:extLst>
            </p:cNvPr>
            <p:cNvSpPr>
              <a:spLocks/>
            </p:cNvSpPr>
            <p:nvPr/>
          </p:nvSpPr>
          <p:spPr bwMode="auto">
            <a:xfrm>
              <a:off x="2974143" y="3439803"/>
              <a:ext cx="289144" cy="605395"/>
            </a:xfrm>
            <a:custGeom>
              <a:avLst/>
              <a:gdLst>
                <a:gd name="T0" fmla="*/ 0 w 192"/>
                <a:gd name="T1" fmla="*/ 0 h 402"/>
                <a:gd name="T2" fmla="*/ 94 w 192"/>
                <a:gd name="T3" fmla="*/ 94 h 402"/>
                <a:gd name="T4" fmla="*/ 192 w 192"/>
                <a:gd name="T5" fmla="*/ 0 h 402"/>
                <a:gd name="T6" fmla="*/ 192 w 192"/>
                <a:gd name="T7" fmla="*/ 402 h 402"/>
                <a:gd name="T8" fmla="*/ 0 w 192"/>
                <a:gd name="T9" fmla="*/ 402 h 402"/>
                <a:gd name="T10" fmla="*/ 0 w 192"/>
                <a:gd name="T11" fmla="*/ 0 h 402"/>
                <a:gd name="T12" fmla="*/ 0 w 192"/>
                <a:gd name="T13" fmla="*/ 0 h 402"/>
                <a:gd name="T14" fmla="*/ 0 w 192"/>
                <a:gd name="T15" fmla="*/ 0 h 402"/>
                <a:gd name="T16" fmla="*/ 0 w 192"/>
                <a:gd name="T17" fmla="*/ 0 h 402"/>
                <a:gd name="T18" fmla="*/ 0 w 192"/>
                <a:gd name="T19" fmla="*/ 0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402">
                  <a:moveTo>
                    <a:pt x="0" y="0"/>
                  </a:moveTo>
                  <a:lnTo>
                    <a:pt x="94" y="94"/>
                  </a:lnTo>
                  <a:lnTo>
                    <a:pt x="192" y="0"/>
                  </a:lnTo>
                  <a:lnTo>
                    <a:pt x="192" y="402"/>
                  </a:lnTo>
                  <a:lnTo>
                    <a:pt x="0" y="402"/>
                  </a:lnTo>
                  <a:lnTo>
                    <a:pt x="0" y="0"/>
                  </a:lnTo>
                  <a:lnTo>
                    <a:pt x="0" y="0"/>
                  </a:lnTo>
                  <a:lnTo>
                    <a:pt x="0" y="0"/>
                  </a:lnTo>
                  <a:lnTo>
                    <a:pt x="0" y="0"/>
                  </a:lnTo>
                  <a:lnTo>
                    <a:pt x="0" y="0"/>
                  </a:lnTo>
                  <a:close/>
                </a:path>
              </a:pathLst>
            </a:custGeom>
            <a:solidFill>
              <a:schemeClr val="accent2">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14" name="Freeform 10">
              <a:extLst>
                <a:ext uri="{FF2B5EF4-FFF2-40B4-BE49-F238E27FC236}">
                  <a16:creationId xmlns:a16="http://schemas.microsoft.com/office/drawing/2014/main" id="{F8A0E184-59F3-4510-AAC7-6F969A121014}"/>
                </a:ext>
              </a:extLst>
            </p:cNvPr>
            <p:cNvSpPr>
              <a:spLocks/>
            </p:cNvSpPr>
            <p:nvPr/>
          </p:nvSpPr>
          <p:spPr bwMode="auto">
            <a:xfrm>
              <a:off x="4463539" y="3625034"/>
              <a:ext cx="287639" cy="420164"/>
            </a:xfrm>
            <a:custGeom>
              <a:avLst/>
              <a:gdLst>
                <a:gd name="T0" fmla="*/ 191 w 191"/>
                <a:gd name="T1" fmla="*/ 96 h 279"/>
                <a:gd name="T2" fmla="*/ 191 w 191"/>
                <a:gd name="T3" fmla="*/ 279 h 279"/>
                <a:gd name="T4" fmla="*/ 0 w 191"/>
                <a:gd name="T5" fmla="*/ 279 h 279"/>
                <a:gd name="T6" fmla="*/ 0 w 191"/>
                <a:gd name="T7" fmla="*/ 96 h 279"/>
                <a:gd name="T8" fmla="*/ 96 w 191"/>
                <a:gd name="T9" fmla="*/ 0 h 279"/>
                <a:gd name="T10" fmla="*/ 191 w 191"/>
                <a:gd name="T11" fmla="*/ 96 h 279"/>
                <a:gd name="T12" fmla="*/ 191 w 191"/>
                <a:gd name="T13" fmla="*/ 96 h 279"/>
                <a:gd name="T14" fmla="*/ 191 w 191"/>
                <a:gd name="T15" fmla="*/ 96 h 279"/>
                <a:gd name="T16" fmla="*/ 191 w 191"/>
                <a:gd name="T17" fmla="*/ 96 h 279"/>
                <a:gd name="T18" fmla="*/ 191 w 191"/>
                <a:gd name="T19" fmla="*/ 96 h 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279">
                  <a:moveTo>
                    <a:pt x="191" y="96"/>
                  </a:moveTo>
                  <a:lnTo>
                    <a:pt x="191" y="279"/>
                  </a:lnTo>
                  <a:lnTo>
                    <a:pt x="0" y="279"/>
                  </a:lnTo>
                  <a:lnTo>
                    <a:pt x="0" y="96"/>
                  </a:lnTo>
                  <a:lnTo>
                    <a:pt x="96" y="0"/>
                  </a:lnTo>
                  <a:lnTo>
                    <a:pt x="191" y="96"/>
                  </a:lnTo>
                  <a:lnTo>
                    <a:pt x="191" y="96"/>
                  </a:lnTo>
                  <a:lnTo>
                    <a:pt x="191" y="96"/>
                  </a:lnTo>
                  <a:lnTo>
                    <a:pt x="191" y="96"/>
                  </a:lnTo>
                  <a:lnTo>
                    <a:pt x="191" y="96"/>
                  </a:lnTo>
                  <a:close/>
                </a:path>
              </a:pathLst>
            </a:custGeom>
            <a:solidFill>
              <a:schemeClr val="accent2">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32" name="Freeform 24">
              <a:extLst>
                <a:ext uri="{FF2B5EF4-FFF2-40B4-BE49-F238E27FC236}">
                  <a16:creationId xmlns:a16="http://schemas.microsoft.com/office/drawing/2014/main" id="{46594C08-13F6-460B-A20F-6B3B1A38DBD5}"/>
                </a:ext>
              </a:extLst>
            </p:cNvPr>
            <p:cNvSpPr>
              <a:spLocks/>
            </p:cNvSpPr>
            <p:nvPr/>
          </p:nvSpPr>
          <p:spPr bwMode="auto">
            <a:xfrm>
              <a:off x="2974142" y="4045198"/>
              <a:ext cx="1777033" cy="418657"/>
            </a:xfrm>
            <a:custGeom>
              <a:avLst/>
              <a:gdLst>
                <a:gd name="T0" fmla="*/ 278 w 1180"/>
                <a:gd name="T1" fmla="*/ 278 h 278"/>
                <a:gd name="T2" fmla="*/ 403 w 1180"/>
                <a:gd name="T3" fmla="*/ 278 h 278"/>
                <a:gd name="T4" fmla="*/ 422 w 1180"/>
                <a:gd name="T5" fmla="*/ 278 h 278"/>
                <a:gd name="T6" fmla="*/ 901 w 1180"/>
                <a:gd name="T7" fmla="*/ 278 h 278"/>
                <a:gd name="T8" fmla="*/ 1180 w 1180"/>
                <a:gd name="T9" fmla="*/ 0 h 278"/>
                <a:gd name="T10" fmla="*/ 422 w 1180"/>
                <a:gd name="T11" fmla="*/ 0 h 278"/>
                <a:gd name="T12" fmla="*/ 403 w 1180"/>
                <a:gd name="T13" fmla="*/ 0 h 278"/>
                <a:gd name="T14" fmla="*/ 0 w 1180"/>
                <a:gd name="T15" fmla="*/ 0 h 278"/>
                <a:gd name="T16" fmla="*/ 278 w 1180"/>
                <a:gd name="T17" fmla="*/ 278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80" h="278">
                  <a:moveTo>
                    <a:pt x="278" y="278"/>
                  </a:moveTo>
                  <a:lnTo>
                    <a:pt x="403" y="278"/>
                  </a:lnTo>
                  <a:lnTo>
                    <a:pt x="422" y="278"/>
                  </a:lnTo>
                  <a:lnTo>
                    <a:pt x="901" y="278"/>
                  </a:lnTo>
                  <a:lnTo>
                    <a:pt x="1180" y="0"/>
                  </a:lnTo>
                  <a:lnTo>
                    <a:pt x="422" y="0"/>
                  </a:lnTo>
                  <a:lnTo>
                    <a:pt x="403" y="0"/>
                  </a:lnTo>
                  <a:lnTo>
                    <a:pt x="0" y="0"/>
                  </a:lnTo>
                  <a:lnTo>
                    <a:pt x="278" y="278"/>
                  </a:lnTo>
                  <a:close/>
                </a:path>
              </a:pathLst>
            </a:custGeom>
            <a:solidFill>
              <a:schemeClr val="accent2"/>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42" name="TextBox 36">
              <a:extLst>
                <a:ext uri="{FF2B5EF4-FFF2-40B4-BE49-F238E27FC236}">
                  <a16:creationId xmlns:a16="http://schemas.microsoft.com/office/drawing/2014/main" id="{9F878C41-0048-4E90-9337-AD5B06377654}"/>
                </a:ext>
              </a:extLst>
            </p:cNvPr>
            <p:cNvSpPr txBox="1"/>
            <p:nvPr/>
          </p:nvSpPr>
          <p:spPr>
            <a:xfrm>
              <a:off x="3411721" y="4113577"/>
              <a:ext cx="913905" cy="284693"/>
            </a:xfrm>
            <a:prstGeom prst="rect">
              <a:avLst/>
            </a:prstGeom>
            <a:noFill/>
          </p:spPr>
          <p:txBody>
            <a:bodyPr wrap="square" lIns="68580" tIns="34290" rIns="68580" bIns="34290" rtlCol="0">
              <a:spAutoFit/>
            </a:bodyPr>
            <a:lstStyle/>
            <a:p>
              <a:pPr algn="ctr"/>
              <a:r>
                <a:rPr lang="en-US" sz="1400" b="1" dirty="0">
                  <a:solidFill>
                    <a:schemeClr val="bg2"/>
                  </a:solidFill>
                  <a:cs typeface="+mn-ea"/>
                  <a:sym typeface="+mn-lt"/>
                </a:rPr>
                <a:t>Step 02</a:t>
              </a:r>
              <a:endParaRPr lang="id-ID" sz="1400" b="1" dirty="0">
                <a:solidFill>
                  <a:schemeClr val="bg2"/>
                </a:solidFill>
                <a:cs typeface="+mn-ea"/>
                <a:sym typeface="+mn-lt"/>
              </a:endParaRPr>
            </a:p>
          </p:txBody>
        </p:sp>
      </p:grpSp>
      <p:grpSp>
        <p:nvGrpSpPr>
          <p:cNvPr id="25" name="组合 24">
            <a:extLst>
              <a:ext uri="{FF2B5EF4-FFF2-40B4-BE49-F238E27FC236}">
                <a16:creationId xmlns:a16="http://schemas.microsoft.com/office/drawing/2014/main" id="{CF4C7797-783A-4B55-92C0-918E642EB382}"/>
              </a:ext>
            </a:extLst>
          </p:cNvPr>
          <p:cNvGrpSpPr/>
          <p:nvPr/>
        </p:nvGrpSpPr>
        <p:grpSpPr>
          <a:xfrm>
            <a:off x="4463536" y="2680799"/>
            <a:ext cx="1777034" cy="1024052"/>
            <a:chOff x="4463536" y="2680799"/>
            <a:chExt cx="1777034" cy="1024052"/>
          </a:xfrm>
        </p:grpSpPr>
        <p:sp>
          <p:nvSpPr>
            <p:cNvPr id="15" name="Freeform 11">
              <a:extLst>
                <a:ext uri="{FF2B5EF4-FFF2-40B4-BE49-F238E27FC236}">
                  <a16:creationId xmlns:a16="http://schemas.microsoft.com/office/drawing/2014/main" id="{90A6497E-AD35-48EF-8874-4FAE0401F76E}"/>
                </a:ext>
              </a:extLst>
            </p:cNvPr>
            <p:cNvSpPr>
              <a:spLocks/>
            </p:cNvSpPr>
            <p:nvPr/>
          </p:nvSpPr>
          <p:spPr bwMode="auto">
            <a:xfrm>
              <a:off x="4463539" y="3099456"/>
              <a:ext cx="287639" cy="605395"/>
            </a:xfrm>
            <a:custGeom>
              <a:avLst/>
              <a:gdLst>
                <a:gd name="T0" fmla="*/ 191 w 191"/>
                <a:gd name="T1" fmla="*/ 402 h 402"/>
                <a:gd name="T2" fmla="*/ 96 w 191"/>
                <a:gd name="T3" fmla="*/ 304 h 402"/>
                <a:gd name="T4" fmla="*/ 0 w 191"/>
                <a:gd name="T5" fmla="*/ 402 h 402"/>
                <a:gd name="T6" fmla="*/ 0 w 191"/>
                <a:gd name="T7" fmla="*/ 0 h 402"/>
                <a:gd name="T8" fmla="*/ 191 w 191"/>
                <a:gd name="T9" fmla="*/ 0 h 402"/>
                <a:gd name="T10" fmla="*/ 191 w 191"/>
                <a:gd name="T11" fmla="*/ 402 h 402"/>
                <a:gd name="T12" fmla="*/ 191 w 191"/>
                <a:gd name="T13" fmla="*/ 402 h 402"/>
                <a:gd name="T14" fmla="*/ 191 w 191"/>
                <a:gd name="T15" fmla="*/ 402 h 402"/>
                <a:gd name="T16" fmla="*/ 191 w 191"/>
                <a:gd name="T17" fmla="*/ 402 h 402"/>
                <a:gd name="T18" fmla="*/ 191 w 191"/>
                <a:gd name="T19" fmla="*/ 402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402">
                  <a:moveTo>
                    <a:pt x="191" y="402"/>
                  </a:moveTo>
                  <a:lnTo>
                    <a:pt x="96" y="304"/>
                  </a:lnTo>
                  <a:lnTo>
                    <a:pt x="0" y="402"/>
                  </a:lnTo>
                  <a:lnTo>
                    <a:pt x="0" y="0"/>
                  </a:lnTo>
                  <a:lnTo>
                    <a:pt x="191" y="0"/>
                  </a:lnTo>
                  <a:lnTo>
                    <a:pt x="191" y="402"/>
                  </a:lnTo>
                  <a:lnTo>
                    <a:pt x="191" y="402"/>
                  </a:lnTo>
                  <a:lnTo>
                    <a:pt x="191" y="402"/>
                  </a:lnTo>
                  <a:lnTo>
                    <a:pt x="191" y="402"/>
                  </a:lnTo>
                  <a:lnTo>
                    <a:pt x="191" y="402"/>
                  </a:lnTo>
                  <a:close/>
                </a:path>
              </a:pathLst>
            </a:custGeom>
            <a:solidFill>
              <a:schemeClr val="accent3">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16" name="Freeform 12">
              <a:extLst>
                <a:ext uri="{FF2B5EF4-FFF2-40B4-BE49-F238E27FC236}">
                  <a16:creationId xmlns:a16="http://schemas.microsoft.com/office/drawing/2014/main" id="{54699140-2418-4EFF-9249-3148E706A3E6}"/>
                </a:ext>
              </a:extLst>
            </p:cNvPr>
            <p:cNvSpPr>
              <a:spLocks/>
            </p:cNvSpPr>
            <p:nvPr/>
          </p:nvSpPr>
          <p:spPr bwMode="auto">
            <a:xfrm>
              <a:off x="5951426" y="3099456"/>
              <a:ext cx="289144" cy="420164"/>
            </a:xfrm>
            <a:custGeom>
              <a:avLst/>
              <a:gdLst>
                <a:gd name="T0" fmla="*/ 0 w 192"/>
                <a:gd name="T1" fmla="*/ 181 h 279"/>
                <a:gd name="T2" fmla="*/ 0 w 192"/>
                <a:gd name="T3" fmla="*/ 0 h 279"/>
                <a:gd name="T4" fmla="*/ 192 w 192"/>
                <a:gd name="T5" fmla="*/ 0 h 279"/>
                <a:gd name="T6" fmla="*/ 192 w 192"/>
                <a:gd name="T7" fmla="*/ 181 h 279"/>
                <a:gd name="T8" fmla="*/ 96 w 192"/>
                <a:gd name="T9" fmla="*/ 279 h 279"/>
                <a:gd name="T10" fmla="*/ 0 w 192"/>
                <a:gd name="T11" fmla="*/ 181 h 279"/>
                <a:gd name="T12" fmla="*/ 0 w 192"/>
                <a:gd name="T13" fmla="*/ 181 h 279"/>
                <a:gd name="T14" fmla="*/ 0 w 192"/>
                <a:gd name="T15" fmla="*/ 181 h 279"/>
                <a:gd name="T16" fmla="*/ 0 w 192"/>
                <a:gd name="T17" fmla="*/ 181 h 279"/>
                <a:gd name="T18" fmla="*/ 0 w 192"/>
                <a:gd name="T19" fmla="*/ 181 h 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279">
                  <a:moveTo>
                    <a:pt x="0" y="181"/>
                  </a:moveTo>
                  <a:lnTo>
                    <a:pt x="0" y="0"/>
                  </a:lnTo>
                  <a:lnTo>
                    <a:pt x="192" y="0"/>
                  </a:lnTo>
                  <a:lnTo>
                    <a:pt x="192" y="181"/>
                  </a:lnTo>
                  <a:lnTo>
                    <a:pt x="96" y="279"/>
                  </a:lnTo>
                  <a:lnTo>
                    <a:pt x="0" y="181"/>
                  </a:lnTo>
                  <a:lnTo>
                    <a:pt x="0" y="181"/>
                  </a:lnTo>
                  <a:lnTo>
                    <a:pt x="0" y="181"/>
                  </a:lnTo>
                  <a:lnTo>
                    <a:pt x="0" y="181"/>
                  </a:lnTo>
                  <a:lnTo>
                    <a:pt x="0" y="181"/>
                  </a:lnTo>
                  <a:close/>
                </a:path>
              </a:pathLst>
            </a:custGeom>
            <a:solidFill>
              <a:schemeClr val="accent3">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4" name="Freeform 20">
              <a:extLst>
                <a:ext uri="{FF2B5EF4-FFF2-40B4-BE49-F238E27FC236}">
                  <a16:creationId xmlns:a16="http://schemas.microsoft.com/office/drawing/2014/main" id="{2EF004BE-9337-4E04-9327-04A410A4D214}"/>
                </a:ext>
              </a:extLst>
            </p:cNvPr>
            <p:cNvSpPr>
              <a:spLocks/>
            </p:cNvSpPr>
            <p:nvPr/>
          </p:nvSpPr>
          <p:spPr bwMode="auto">
            <a:xfrm>
              <a:off x="4463536" y="2680799"/>
              <a:ext cx="1777033" cy="418657"/>
            </a:xfrm>
            <a:custGeom>
              <a:avLst/>
              <a:gdLst>
                <a:gd name="T0" fmla="*/ 902 w 1180"/>
                <a:gd name="T1" fmla="*/ 0 h 278"/>
                <a:gd name="T2" fmla="*/ 777 w 1180"/>
                <a:gd name="T3" fmla="*/ 0 h 278"/>
                <a:gd name="T4" fmla="*/ 756 w 1180"/>
                <a:gd name="T5" fmla="*/ 0 h 278"/>
                <a:gd name="T6" fmla="*/ 279 w 1180"/>
                <a:gd name="T7" fmla="*/ 0 h 278"/>
                <a:gd name="T8" fmla="*/ 0 w 1180"/>
                <a:gd name="T9" fmla="*/ 278 h 278"/>
                <a:gd name="T10" fmla="*/ 756 w 1180"/>
                <a:gd name="T11" fmla="*/ 278 h 278"/>
                <a:gd name="T12" fmla="*/ 777 w 1180"/>
                <a:gd name="T13" fmla="*/ 278 h 278"/>
                <a:gd name="T14" fmla="*/ 1180 w 1180"/>
                <a:gd name="T15" fmla="*/ 278 h 278"/>
                <a:gd name="T16" fmla="*/ 902 w 1180"/>
                <a:gd name="T17" fmla="*/ 0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80" h="278">
                  <a:moveTo>
                    <a:pt x="902" y="0"/>
                  </a:moveTo>
                  <a:lnTo>
                    <a:pt x="777" y="0"/>
                  </a:lnTo>
                  <a:lnTo>
                    <a:pt x="756" y="0"/>
                  </a:lnTo>
                  <a:lnTo>
                    <a:pt x="279" y="0"/>
                  </a:lnTo>
                  <a:lnTo>
                    <a:pt x="0" y="278"/>
                  </a:lnTo>
                  <a:lnTo>
                    <a:pt x="756" y="278"/>
                  </a:lnTo>
                  <a:lnTo>
                    <a:pt x="777" y="278"/>
                  </a:lnTo>
                  <a:lnTo>
                    <a:pt x="1180" y="278"/>
                  </a:lnTo>
                  <a:lnTo>
                    <a:pt x="902" y="0"/>
                  </a:lnTo>
                  <a:close/>
                </a:path>
              </a:pathLst>
            </a:custGeom>
            <a:solidFill>
              <a:schemeClr val="accent3"/>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43" name="TextBox 37">
              <a:extLst>
                <a:ext uri="{FF2B5EF4-FFF2-40B4-BE49-F238E27FC236}">
                  <a16:creationId xmlns:a16="http://schemas.microsoft.com/office/drawing/2014/main" id="{9730FD93-CDCA-46DB-8A9A-681F095B1C1F}"/>
                </a:ext>
              </a:extLst>
            </p:cNvPr>
            <p:cNvSpPr txBox="1"/>
            <p:nvPr/>
          </p:nvSpPr>
          <p:spPr>
            <a:xfrm>
              <a:off x="4905203" y="2750493"/>
              <a:ext cx="893697" cy="284693"/>
            </a:xfrm>
            <a:prstGeom prst="rect">
              <a:avLst/>
            </a:prstGeom>
            <a:noFill/>
          </p:spPr>
          <p:txBody>
            <a:bodyPr wrap="square" lIns="68580" tIns="34290" rIns="68580" bIns="34290" rtlCol="0">
              <a:spAutoFit/>
            </a:bodyPr>
            <a:lstStyle/>
            <a:p>
              <a:pPr algn="ctr"/>
              <a:r>
                <a:rPr lang="en-US" sz="1400" b="1" dirty="0">
                  <a:solidFill>
                    <a:schemeClr val="bg2"/>
                  </a:solidFill>
                  <a:cs typeface="+mn-ea"/>
                  <a:sym typeface="+mn-lt"/>
                </a:rPr>
                <a:t>Step 03</a:t>
              </a:r>
              <a:endParaRPr lang="id-ID" sz="1400" b="1" dirty="0">
                <a:solidFill>
                  <a:schemeClr val="bg2"/>
                </a:solidFill>
                <a:cs typeface="+mn-ea"/>
                <a:sym typeface="+mn-lt"/>
              </a:endParaRPr>
            </a:p>
          </p:txBody>
        </p:sp>
      </p:grpSp>
      <p:grpSp>
        <p:nvGrpSpPr>
          <p:cNvPr id="6" name="组合 5">
            <a:extLst>
              <a:ext uri="{FF2B5EF4-FFF2-40B4-BE49-F238E27FC236}">
                <a16:creationId xmlns:a16="http://schemas.microsoft.com/office/drawing/2014/main" id="{8EBE956F-A697-433B-B044-27AD4F324B18}"/>
              </a:ext>
            </a:extLst>
          </p:cNvPr>
          <p:cNvGrpSpPr/>
          <p:nvPr/>
        </p:nvGrpSpPr>
        <p:grpSpPr>
          <a:xfrm>
            <a:off x="5951426" y="3439803"/>
            <a:ext cx="1777034" cy="1024051"/>
            <a:chOff x="5951428" y="3439803"/>
            <a:chExt cx="1777034" cy="1024053"/>
          </a:xfrm>
        </p:grpSpPr>
        <p:sp>
          <p:nvSpPr>
            <p:cNvPr id="17" name="Freeform 13">
              <a:extLst>
                <a:ext uri="{FF2B5EF4-FFF2-40B4-BE49-F238E27FC236}">
                  <a16:creationId xmlns:a16="http://schemas.microsoft.com/office/drawing/2014/main" id="{835061FD-AFB6-4B07-AA24-92D4BBB24482}"/>
                </a:ext>
              </a:extLst>
            </p:cNvPr>
            <p:cNvSpPr>
              <a:spLocks/>
            </p:cNvSpPr>
            <p:nvPr/>
          </p:nvSpPr>
          <p:spPr bwMode="auto">
            <a:xfrm>
              <a:off x="5951428" y="3439803"/>
              <a:ext cx="289144" cy="605396"/>
            </a:xfrm>
            <a:custGeom>
              <a:avLst/>
              <a:gdLst>
                <a:gd name="T0" fmla="*/ 0 w 192"/>
                <a:gd name="T1" fmla="*/ 0 h 402"/>
                <a:gd name="T2" fmla="*/ 96 w 192"/>
                <a:gd name="T3" fmla="*/ 94 h 402"/>
                <a:gd name="T4" fmla="*/ 192 w 192"/>
                <a:gd name="T5" fmla="*/ 0 h 402"/>
                <a:gd name="T6" fmla="*/ 192 w 192"/>
                <a:gd name="T7" fmla="*/ 402 h 402"/>
                <a:gd name="T8" fmla="*/ 0 w 192"/>
                <a:gd name="T9" fmla="*/ 402 h 402"/>
                <a:gd name="T10" fmla="*/ 0 w 192"/>
                <a:gd name="T11" fmla="*/ 0 h 402"/>
                <a:gd name="T12" fmla="*/ 0 w 192"/>
                <a:gd name="T13" fmla="*/ 0 h 402"/>
                <a:gd name="T14" fmla="*/ 0 w 192"/>
                <a:gd name="T15" fmla="*/ 0 h 402"/>
                <a:gd name="T16" fmla="*/ 0 w 192"/>
                <a:gd name="T17" fmla="*/ 0 h 402"/>
                <a:gd name="T18" fmla="*/ 0 w 192"/>
                <a:gd name="T19" fmla="*/ 0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402">
                  <a:moveTo>
                    <a:pt x="0" y="0"/>
                  </a:moveTo>
                  <a:lnTo>
                    <a:pt x="96" y="94"/>
                  </a:lnTo>
                  <a:lnTo>
                    <a:pt x="192" y="0"/>
                  </a:lnTo>
                  <a:lnTo>
                    <a:pt x="192" y="402"/>
                  </a:lnTo>
                  <a:lnTo>
                    <a:pt x="0" y="402"/>
                  </a:lnTo>
                  <a:lnTo>
                    <a:pt x="0" y="0"/>
                  </a:lnTo>
                  <a:lnTo>
                    <a:pt x="0" y="0"/>
                  </a:lnTo>
                  <a:lnTo>
                    <a:pt x="0" y="0"/>
                  </a:lnTo>
                  <a:lnTo>
                    <a:pt x="0" y="0"/>
                  </a:lnTo>
                  <a:lnTo>
                    <a:pt x="0" y="0"/>
                  </a:lnTo>
                  <a:close/>
                </a:path>
              </a:pathLst>
            </a:custGeom>
            <a:solidFill>
              <a:schemeClr val="accent4">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18" name="Freeform 14">
              <a:extLst>
                <a:ext uri="{FF2B5EF4-FFF2-40B4-BE49-F238E27FC236}">
                  <a16:creationId xmlns:a16="http://schemas.microsoft.com/office/drawing/2014/main" id="{3A97601F-3641-42C3-93B2-723AD4D33B6D}"/>
                </a:ext>
              </a:extLst>
            </p:cNvPr>
            <p:cNvSpPr>
              <a:spLocks/>
            </p:cNvSpPr>
            <p:nvPr/>
          </p:nvSpPr>
          <p:spPr bwMode="auto">
            <a:xfrm>
              <a:off x="7440823" y="3625036"/>
              <a:ext cx="287639" cy="420164"/>
            </a:xfrm>
            <a:custGeom>
              <a:avLst/>
              <a:gdLst>
                <a:gd name="T0" fmla="*/ 191 w 191"/>
                <a:gd name="T1" fmla="*/ 96 h 279"/>
                <a:gd name="T2" fmla="*/ 191 w 191"/>
                <a:gd name="T3" fmla="*/ 279 h 279"/>
                <a:gd name="T4" fmla="*/ 0 w 191"/>
                <a:gd name="T5" fmla="*/ 279 h 279"/>
                <a:gd name="T6" fmla="*/ 0 w 191"/>
                <a:gd name="T7" fmla="*/ 96 h 279"/>
                <a:gd name="T8" fmla="*/ 95 w 191"/>
                <a:gd name="T9" fmla="*/ 0 h 279"/>
                <a:gd name="T10" fmla="*/ 191 w 191"/>
                <a:gd name="T11" fmla="*/ 96 h 279"/>
                <a:gd name="T12" fmla="*/ 191 w 191"/>
                <a:gd name="T13" fmla="*/ 96 h 279"/>
                <a:gd name="T14" fmla="*/ 191 w 191"/>
                <a:gd name="T15" fmla="*/ 96 h 279"/>
                <a:gd name="T16" fmla="*/ 191 w 191"/>
                <a:gd name="T17" fmla="*/ 96 h 279"/>
                <a:gd name="T18" fmla="*/ 191 w 191"/>
                <a:gd name="T19" fmla="*/ 96 h 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279">
                  <a:moveTo>
                    <a:pt x="191" y="96"/>
                  </a:moveTo>
                  <a:lnTo>
                    <a:pt x="191" y="279"/>
                  </a:lnTo>
                  <a:lnTo>
                    <a:pt x="0" y="279"/>
                  </a:lnTo>
                  <a:lnTo>
                    <a:pt x="0" y="96"/>
                  </a:lnTo>
                  <a:lnTo>
                    <a:pt x="95" y="0"/>
                  </a:lnTo>
                  <a:lnTo>
                    <a:pt x="191" y="96"/>
                  </a:lnTo>
                  <a:lnTo>
                    <a:pt x="191" y="96"/>
                  </a:lnTo>
                  <a:lnTo>
                    <a:pt x="191" y="96"/>
                  </a:lnTo>
                  <a:lnTo>
                    <a:pt x="191" y="96"/>
                  </a:lnTo>
                  <a:lnTo>
                    <a:pt x="191" y="96"/>
                  </a:lnTo>
                  <a:close/>
                </a:path>
              </a:pathLst>
            </a:custGeom>
            <a:solidFill>
              <a:schemeClr val="accent4">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9" name="Freeform 21">
              <a:extLst>
                <a:ext uri="{FF2B5EF4-FFF2-40B4-BE49-F238E27FC236}">
                  <a16:creationId xmlns:a16="http://schemas.microsoft.com/office/drawing/2014/main" id="{D43E6898-1483-42CB-8A12-7F8E50934FBA}"/>
                </a:ext>
              </a:extLst>
            </p:cNvPr>
            <p:cNvSpPr>
              <a:spLocks/>
            </p:cNvSpPr>
            <p:nvPr/>
          </p:nvSpPr>
          <p:spPr bwMode="auto">
            <a:xfrm>
              <a:off x="5951428" y="4045199"/>
              <a:ext cx="1777034" cy="418657"/>
            </a:xfrm>
            <a:custGeom>
              <a:avLst/>
              <a:gdLst>
                <a:gd name="T0" fmla="*/ 278 w 1180"/>
                <a:gd name="T1" fmla="*/ 278 h 278"/>
                <a:gd name="T2" fmla="*/ 901 w 1180"/>
                <a:gd name="T3" fmla="*/ 278 h 278"/>
                <a:gd name="T4" fmla="*/ 1180 w 1180"/>
                <a:gd name="T5" fmla="*/ 0 h 278"/>
                <a:gd name="T6" fmla="*/ 0 w 1180"/>
                <a:gd name="T7" fmla="*/ 0 h 278"/>
                <a:gd name="T8" fmla="*/ 278 w 1180"/>
                <a:gd name="T9" fmla="*/ 278 h 278"/>
              </a:gdLst>
              <a:ahLst/>
              <a:cxnLst>
                <a:cxn ang="0">
                  <a:pos x="T0" y="T1"/>
                </a:cxn>
                <a:cxn ang="0">
                  <a:pos x="T2" y="T3"/>
                </a:cxn>
                <a:cxn ang="0">
                  <a:pos x="T4" y="T5"/>
                </a:cxn>
                <a:cxn ang="0">
                  <a:pos x="T6" y="T7"/>
                </a:cxn>
                <a:cxn ang="0">
                  <a:pos x="T8" y="T9"/>
                </a:cxn>
              </a:cxnLst>
              <a:rect l="0" t="0" r="r" b="b"/>
              <a:pathLst>
                <a:path w="1180" h="278">
                  <a:moveTo>
                    <a:pt x="278" y="278"/>
                  </a:moveTo>
                  <a:lnTo>
                    <a:pt x="901" y="278"/>
                  </a:lnTo>
                  <a:lnTo>
                    <a:pt x="1180" y="0"/>
                  </a:lnTo>
                  <a:lnTo>
                    <a:pt x="0" y="0"/>
                  </a:lnTo>
                  <a:lnTo>
                    <a:pt x="278" y="278"/>
                  </a:lnTo>
                  <a:close/>
                </a:path>
              </a:pathLst>
            </a:custGeom>
            <a:solidFill>
              <a:schemeClr val="accent4"/>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44" name="TextBox 38">
              <a:extLst>
                <a:ext uri="{FF2B5EF4-FFF2-40B4-BE49-F238E27FC236}">
                  <a16:creationId xmlns:a16="http://schemas.microsoft.com/office/drawing/2014/main" id="{E8A7B20C-FDD0-4444-BC35-E689C31D3EA1}"/>
                </a:ext>
              </a:extLst>
            </p:cNvPr>
            <p:cNvSpPr txBox="1"/>
            <p:nvPr/>
          </p:nvSpPr>
          <p:spPr>
            <a:xfrm>
              <a:off x="6441272" y="4113579"/>
              <a:ext cx="774892" cy="284693"/>
            </a:xfrm>
            <a:prstGeom prst="rect">
              <a:avLst/>
            </a:prstGeom>
            <a:noFill/>
          </p:spPr>
          <p:txBody>
            <a:bodyPr wrap="none" lIns="68580" tIns="34290" rIns="68580" bIns="34290" rtlCol="0">
              <a:spAutoFit/>
            </a:bodyPr>
            <a:lstStyle/>
            <a:p>
              <a:pPr algn="ctr"/>
              <a:r>
                <a:rPr lang="en-US" sz="1400" b="1" dirty="0">
                  <a:solidFill>
                    <a:schemeClr val="bg2"/>
                  </a:solidFill>
                  <a:cs typeface="+mn-ea"/>
                  <a:sym typeface="+mn-lt"/>
                </a:rPr>
                <a:t>Step 04</a:t>
              </a:r>
              <a:endParaRPr lang="id-ID" sz="1400" b="1" dirty="0">
                <a:solidFill>
                  <a:schemeClr val="bg2"/>
                </a:solidFill>
                <a:cs typeface="+mn-ea"/>
                <a:sym typeface="+mn-lt"/>
              </a:endParaRPr>
            </a:p>
          </p:txBody>
        </p:sp>
      </p:grpSp>
      <p:grpSp>
        <p:nvGrpSpPr>
          <p:cNvPr id="5" name="组合 4">
            <a:extLst>
              <a:ext uri="{FF2B5EF4-FFF2-40B4-BE49-F238E27FC236}">
                <a16:creationId xmlns:a16="http://schemas.microsoft.com/office/drawing/2014/main" id="{5030E08A-01CF-44F7-9F03-94E220C623F6}"/>
              </a:ext>
            </a:extLst>
          </p:cNvPr>
          <p:cNvGrpSpPr/>
          <p:nvPr/>
        </p:nvGrpSpPr>
        <p:grpSpPr>
          <a:xfrm>
            <a:off x="7440822" y="2680799"/>
            <a:ext cx="1778541" cy="1024051"/>
            <a:chOff x="7440823" y="2680799"/>
            <a:chExt cx="1778541" cy="1024053"/>
          </a:xfrm>
        </p:grpSpPr>
        <p:sp>
          <p:nvSpPr>
            <p:cNvPr id="19" name="Freeform 15">
              <a:extLst>
                <a:ext uri="{FF2B5EF4-FFF2-40B4-BE49-F238E27FC236}">
                  <a16:creationId xmlns:a16="http://schemas.microsoft.com/office/drawing/2014/main" id="{E8F96592-D356-4DF3-8209-F424D3715938}"/>
                </a:ext>
              </a:extLst>
            </p:cNvPr>
            <p:cNvSpPr>
              <a:spLocks/>
            </p:cNvSpPr>
            <p:nvPr/>
          </p:nvSpPr>
          <p:spPr bwMode="auto">
            <a:xfrm>
              <a:off x="7440823" y="3099456"/>
              <a:ext cx="287639" cy="605396"/>
            </a:xfrm>
            <a:custGeom>
              <a:avLst/>
              <a:gdLst>
                <a:gd name="T0" fmla="*/ 191 w 191"/>
                <a:gd name="T1" fmla="*/ 402 h 402"/>
                <a:gd name="T2" fmla="*/ 95 w 191"/>
                <a:gd name="T3" fmla="*/ 304 h 402"/>
                <a:gd name="T4" fmla="*/ 0 w 191"/>
                <a:gd name="T5" fmla="*/ 402 h 402"/>
                <a:gd name="T6" fmla="*/ 0 w 191"/>
                <a:gd name="T7" fmla="*/ 0 h 402"/>
                <a:gd name="T8" fmla="*/ 191 w 191"/>
                <a:gd name="T9" fmla="*/ 0 h 402"/>
                <a:gd name="T10" fmla="*/ 191 w 191"/>
                <a:gd name="T11" fmla="*/ 402 h 402"/>
                <a:gd name="T12" fmla="*/ 191 w 191"/>
                <a:gd name="T13" fmla="*/ 402 h 402"/>
                <a:gd name="T14" fmla="*/ 191 w 191"/>
                <a:gd name="T15" fmla="*/ 402 h 402"/>
                <a:gd name="T16" fmla="*/ 191 w 191"/>
                <a:gd name="T17" fmla="*/ 402 h 402"/>
                <a:gd name="T18" fmla="*/ 191 w 191"/>
                <a:gd name="T19" fmla="*/ 402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402">
                  <a:moveTo>
                    <a:pt x="191" y="402"/>
                  </a:moveTo>
                  <a:lnTo>
                    <a:pt x="95" y="304"/>
                  </a:lnTo>
                  <a:lnTo>
                    <a:pt x="0" y="402"/>
                  </a:lnTo>
                  <a:lnTo>
                    <a:pt x="0" y="0"/>
                  </a:lnTo>
                  <a:lnTo>
                    <a:pt x="191" y="0"/>
                  </a:lnTo>
                  <a:lnTo>
                    <a:pt x="191" y="402"/>
                  </a:lnTo>
                  <a:lnTo>
                    <a:pt x="191" y="402"/>
                  </a:lnTo>
                  <a:lnTo>
                    <a:pt x="191" y="402"/>
                  </a:lnTo>
                  <a:lnTo>
                    <a:pt x="191" y="402"/>
                  </a:lnTo>
                  <a:lnTo>
                    <a:pt x="191" y="402"/>
                  </a:lnTo>
                  <a:close/>
                </a:path>
              </a:pathLst>
            </a:custGeom>
            <a:solidFill>
              <a:schemeClr val="accent5">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0" name="Freeform 16">
              <a:extLst>
                <a:ext uri="{FF2B5EF4-FFF2-40B4-BE49-F238E27FC236}">
                  <a16:creationId xmlns:a16="http://schemas.microsoft.com/office/drawing/2014/main" id="{95340FA7-DE1C-405B-B351-766B58E4ED36}"/>
                </a:ext>
              </a:extLst>
            </p:cNvPr>
            <p:cNvSpPr>
              <a:spLocks/>
            </p:cNvSpPr>
            <p:nvPr/>
          </p:nvSpPr>
          <p:spPr bwMode="auto">
            <a:xfrm>
              <a:off x="8931725" y="3099456"/>
              <a:ext cx="287639" cy="420164"/>
            </a:xfrm>
            <a:custGeom>
              <a:avLst/>
              <a:gdLst>
                <a:gd name="T0" fmla="*/ 0 w 191"/>
                <a:gd name="T1" fmla="*/ 181 h 279"/>
                <a:gd name="T2" fmla="*/ 0 w 191"/>
                <a:gd name="T3" fmla="*/ 0 h 279"/>
                <a:gd name="T4" fmla="*/ 191 w 191"/>
                <a:gd name="T5" fmla="*/ 0 h 279"/>
                <a:gd name="T6" fmla="*/ 191 w 191"/>
                <a:gd name="T7" fmla="*/ 181 h 279"/>
                <a:gd name="T8" fmla="*/ 94 w 191"/>
                <a:gd name="T9" fmla="*/ 279 h 279"/>
                <a:gd name="T10" fmla="*/ 0 w 191"/>
                <a:gd name="T11" fmla="*/ 181 h 279"/>
                <a:gd name="T12" fmla="*/ 0 w 191"/>
                <a:gd name="T13" fmla="*/ 181 h 279"/>
                <a:gd name="T14" fmla="*/ 0 w 191"/>
                <a:gd name="T15" fmla="*/ 181 h 279"/>
                <a:gd name="T16" fmla="*/ 0 w 191"/>
                <a:gd name="T17" fmla="*/ 181 h 279"/>
                <a:gd name="T18" fmla="*/ 0 w 191"/>
                <a:gd name="T19" fmla="*/ 181 h 2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279">
                  <a:moveTo>
                    <a:pt x="0" y="181"/>
                  </a:moveTo>
                  <a:lnTo>
                    <a:pt x="0" y="0"/>
                  </a:lnTo>
                  <a:lnTo>
                    <a:pt x="191" y="0"/>
                  </a:lnTo>
                  <a:lnTo>
                    <a:pt x="191" y="181"/>
                  </a:lnTo>
                  <a:lnTo>
                    <a:pt x="94" y="279"/>
                  </a:lnTo>
                  <a:lnTo>
                    <a:pt x="0" y="181"/>
                  </a:lnTo>
                  <a:lnTo>
                    <a:pt x="0" y="181"/>
                  </a:lnTo>
                  <a:lnTo>
                    <a:pt x="0" y="181"/>
                  </a:lnTo>
                  <a:lnTo>
                    <a:pt x="0" y="181"/>
                  </a:lnTo>
                  <a:lnTo>
                    <a:pt x="0" y="181"/>
                  </a:lnTo>
                  <a:close/>
                </a:path>
              </a:pathLst>
            </a:custGeom>
            <a:solidFill>
              <a:schemeClr val="accent5">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30" name="Freeform 22">
              <a:extLst>
                <a:ext uri="{FF2B5EF4-FFF2-40B4-BE49-F238E27FC236}">
                  <a16:creationId xmlns:a16="http://schemas.microsoft.com/office/drawing/2014/main" id="{FED7E992-36E7-4879-AEDB-A69A95BD52AF}"/>
                </a:ext>
              </a:extLst>
            </p:cNvPr>
            <p:cNvSpPr>
              <a:spLocks/>
            </p:cNvSpPr>
            <p:nvPr/>
          </p:nvSpPr>
          <p:spPr bwMode="auto">
            <a:xfrm>
              <a:off x="7440823" y="2680799"/>
              <a:ext cx="1775528" cy="418657"/>
            </a:xfrm>
            <a:custGeom>
              <a:avLst/>
              <a:gdLst>
                <a:gd name="T0" fmla="*/ 902 w 1179"/>
                <a:gd name="T1" fmla="*/ 0 h 278"/>
                <a:gd name="T2" fmla="*/ 777 w 1179"/>
                <a:gd name="T3" fmla="*/ 0 h 278"/>
                <a:gd name="T4" fmla="*/ 756 w 1179"/>
                <a:gd name="T5" fmla="*/ 0 h 278"/>
                <a:gd name="T6" fmla="*/ 279 w 1179"/>
                <a:gd name="T7" fmla="*/ 0 h 278"/>
                <a:gd name="T8" fmla="*/ 0 w 1179"/>
                <a:gd name="T9" fmla="*/ 278 h 278"/>
                <a:gd name="T10" fmla="*/ 756 w 1179"/>
                <a:gd name="T11" fmla="*/ 278 h 278"/>
                <a:gd name="T12" fmla="*/ 777 w 1179"/>
                <a:gd name="T13" fmla="*/ 278 h 278"/>
                <a:gd name="T14" fmla="*/ 1179 w 1179"/>
                <a:gd name="T15" fmla="*/ 278 h 278"/>
                <a:gd name="T16" fmla="*/ 902 w 1179"/>
                <a:gd name="T17" fmla="*/ 0 h 2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79" h="278">
                  <a:moveTo>
                    <a:pt x="902" y="0"/>
                  </a:moveTo>
                  <a:lnTo>
                    <a:pt x="777" y="0"/>
                  </a:lnTo>
                  <a:lnTo>
                    <a:pt x="756" y="0"/>
                  </a:lnTo>
                  <a:lnTo>
                    <a:pt x="279" y="0"/>
                  </a:lnTo>
                  <a:lnTo>
                    <a:pt x="0" y="278"/>
                  </a:lnTo>
                  <a:lnTo>
                    <a:pt x="756" y="278"/>
                  </a:lnTo>
                  <a:lnTo>
                    <a:pt x="777" y="278"/>
                  </a:lnTo>
                  <a:lnTo>
                    <a:pt x="1179" y="278"/>
                  </a:lnTo>
                  <a:lnTo>
                    <a:pt x="902"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45" name="TextBox 39">
              <a:extLst>
                <a:ext uri="{FF2B5EF4-FFF2-40B4-BE49-F238E27FC236}">
                  <a16:creationId xmlns:a16="http://schemas.microsoft.com/office/drawing/2014/main" id="{B7885AE4-3C56-4E21-B6D4-C04C0DBB20EA}"/>
                </a:ext>
              </a:extLst>
            </p:cNvPr>
            <p:cNvSpPr txBox="1"/>
            <p:nvPr/>
          </p:nvSpPr>
          <p:spPr>
            <a:xfrm>
              <a:off x="7930666" y="2750493"/>
              <a:ext cx="774892" cy="284693"/>
            </a:xfrm>
            <a:prstGeom prst="rect">
              <a:avLst/>
            </a:prstGeom>
            <a:noFill/>
          </p:spPr>
          <p:txBody>
            <a:bodyPr wrap="none" lIns="68580" tIns="34290" rIns="68580" bIns="34290" rtlCol="0">
              <a:spAutoFit/>
            </a:bodyPr>
            <a:lstStyle/>
            <a:p>
              <a:pPr algn="ctr"/>
              <a:r>
                <a:rPr lang="en-US" sz="1400" b="1" dirty="0">
                  <a:solidFill>
                    <a:schemeClr val="bg2"/>
                  </a:solidFill>
                  <a:cs typeface="+mn-ea"/>
                  <a:sym typeface="+mn-lt"/>
                </a:rPr>
                <a:t>Step 05</a:t>
              </a:r>
              <a:endParaRPr lang="id-ID" sz="1400" b="1" dirty="0">
                <a:solidFill>
                  <a:schemeClr val="bg2"/>
                </a:solidFill>
                <a:cs typeface="+mn-ea"/>
                <a:sym typeface="+mn-lt"/>
              </a:endParaRPr>
            </a:p>
          </p:txBody>
        </p:sp>
      </p:grpSp>
      <p:grpSp>
        <p:nvGrpSpPr>
          <p:cNvPr id="26" name="组合 25">
            <a:extLst>
              <a:ext uri="{FF2B5EF4-FFF2-40B4-BE49-F238E27FC236}">
                <a16:creationId xmlns:a16="http://schemas.microsoft.com/office/drawing/2014/main" id="{13C7DA92-492A-4E58-8AF7-140399851B0B}"/>
              </a:ext>
            </a:extLst>
          </p:cNvPr>
          <p:cNvGrpSpPr/>
          <p:nvPr/>
        </p:nvGrpSpPr>
        <p:grpSpPr>
          <a:xfrm>
            <a:off x="8928712" y="2810311"/>
            <a:ext cx="2780004" cy="1653545"/>
            <a:chOff x="8928712" y="2810311"/>
            <a:chExt cx="2780004" cy="1653545"/>
          </a:xfrm>
        </p:grpSpPr>
        <p:sp>
          <p:nvSpPr>
            <p:cNvPr id="9" name="Freeform 5">
              <a:extLst>
                <a:ext uri="{FF2B5EF4-FFF2-40B4-BE49-F238E27FC236}">
                  <a16:creationId xmlns:a16="http://schemas.microsoft.com/office/drawing/2014/main" id="{5805D2E6-9B36-4C17-A00C-53C2EFA4F3DB}"/>
                </a:ext>
              </a:extLst>
            </p:cNvPr>
            <p:cNvSpPr>
              <a:spLocks/>
            </p:cNvSpPr>
            <p:nvPr/>
          </p:nvSpPr>
          <p:spPr bwMode="auto">
            <a:xfrm>
              <a:off x="10705746" y="2810311"/>
              <a:ext cx="1002970" cy="416368"/>
            </a:xfrm>
            <a:custGeom>
              <a:avLst/>
              <a:gdLst>
                <a:gd name="T0" fmla="*/ 568 w 666"/>
                <a:gd name="T1" fmla="*/ 192 h 192"/>
                <a:gd name="T2" fmla="*/ 0 w 666"/>
                <a:gd name="T3" fmla="*/ 192 h 192"/>
                <a:gd name="T4" fmla="*/ 2 w 666"/>
                <a:gd name="T5" fmla="*/ 0 h 192"/>
                <a:gd name="T6" fmla="*/ 568 w 666"/>
                <a:gd name="T7" fmla="*/ 0 h 192"/>
                <a:gd name="T8" fmla="*/ 666 w 666"/>
                <a:gd name="T9" fmla="*/ 94 h 192"/>
                <a:gd name="T10" fmla="*/ 568 w 666"/>
                <a:gd name="T11" fmla="*/ 192 h 192"/>
                <a:gd name="T12" fmla="*/ 568 w 666"/>
                <a:gd name="T13" fmla="*/ 192 h 192"/>
                <a:gd name="T14" fmla="*/ 568 w 666"/>
                <a:gd name="T15" fmla="*/ 192 h 192"/>
                <a:gd name="T16" fmla="*/ 568 w 666"/>
                <a:gd name="T17" fmla="*/ 192 h 192"/>
                <a:gd name="T18" fmla="*/ 568 w 666"/>
                <a:gd name="T19" fmla="*/ 192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66" h="192">
                  <a:moveTo>
                    <a:pt x="568" y="192"/>
                  </a:moveTo>
                  <a:lnTo>
                    <a:pt x="0" y="192"/>
                  </a:lnTo>
                  <a:lnTo>
                    <a:pt x="2" y="0"/>
                  </a:lnTo>
                  <a:lnTo>
                    <a:pt x="568" y="0"/>
                  </a:lnTo>
                  <a:lnTo>
                    <a:pt x="666" y="94"/>
                  </a:lnTo>
                  <a:lnTo>
                    <a:pt x="568" y="192"/>
                  </a:lnTo>
                  <a:lnTo>
                    <a:pt x="568" y="192"/>
                  </a:lnTo>
                  <a:lnTo>
                    <a:pt x="568" y="192"/>
                  </a:lnTo>
                  <a:lnTo>
                    <a:pt x="568" y="192"/>
                  </a:lnTo>
                  <a:lnTo>
                    <a:pt x="568" y="192"/>
                  </a:lnTo>
                  <a:close/>
                </a:path>
              </a:pathLst>
            </a:custGeom>
            <a:solidFill>
              <a:schemeClr val="accent6"/>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1" name="Freeform 17">
              <a:extLst>
                <a:ext uri="{FF2B5EF4-FFF2-40B4-BE49-F238E27FC236}">
                  <a16:creationId xmlns:a16="http://schemas.microsoft.com/office/drawing/2014/main" id="{1059D4E8-CC19-4F21-9DC1-E739A6DBC0FF}"/>
                </a:ext>
              </a:extLst>
            </p:cNvPr>
            <p:cNvSpPr>
              <a:spLocks/>
            </p:cNvSpPr>
            <p:nvPr/>
          </p:nvSpPr>
          <p:spPr bwMode="auto">
            <a:xfrm>
              <a:off x="8931725" y="3439804"/>
              <a:ext cx="287639" cy="605396"/>
            </a:xfrm>
            <a:custGeom>
              <a:avLst/>
              <a:gdLst>
                <a:gd name="T0" fmla="*/ 0 w 191"/>
                <a:gd name="T1" fmla="*/ 0 h 402"/>
                <a:gd name="T2" fmla="*/ 94 w 191"/>
                <a:gd name="T3" fmla="*/ 94 h 402"/>
                <a:gd name="T4" fmla="*/ 191 w 191"/>
                <a:gd name="T5" fmla="*/ 0 h 402"/>
                <a:gd name="T6" fmla="*/ 191 w 191"/>
                <a:gd name="T7" fmla="*/ 402 h 402"/>
                <a:gd name="T8" fmla="*/ 0 w 191"/>
                <a:gd name="T9" fmla="*/ 402 h 402"/>
                <a:gd name="T10" fmla="*/ 0 w 191"/>
                <a:gd name="T11" fmla="*/ 0 h 402"/>
                <a:gd name="T12" fmla="*/ 0 w 191"/>
                <a:gd name="T13" fmla="*/ 0 h 402"/>
                <a:gd name="T14" fmla="*/ 0 w 191"/>
                <a:gd name="T15" fmla="*/ 0 h 402"/>
                <a:gd name="T16" fmla="*/ 0 w 191"/>
                <a:gd name="T17" fmla="*/ 0 h 402"/>
                <a:gd name="T18" fmla="*/ 0 w 191"/>
                <a:gd name="T19" fmla="*/ 0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1" h="402">
                  <a:moveTo>
                    <a:pt x="0" y="0"/>
                  </a:moveTo>
                  <a:lnTo>
                    <a:pt x="94" y="94"/>
                  </a:lnTo>
                  <a:lnTo>
                    <a:pt x="191" y="0"/>
                  </a:lnTo>
                  <a:lnTo>
                    <a:pt x="191" y="402"/>
                  </a:lnTo>
                  <a:lnTo>
                    <a:pt x="0" y="402"/>
                  </a:lnTo>
                  <a:lnTo>
                    <a:pt x="0" y="0"/>
                  </a:lnTo>
                  <a:lnTo>
                    <a:pt x="0" y="0"/>
                  </a:lnTo>
                  <a:lnTo>
                    <a:pt x="0" y="0"/>
                  </a:lnTo>
                  <a:lnTo>
                    <a:pt x="0" y="0"/>
                  </a:lnTo>
                  <a:lnTo>
                    <a:pt x="0" y="0"/>
                  </a:lnTo>
                  <a:close/>
                </a:path>
              </a:pathLst>
            </a:custGeom>
            <a:solidFill>
              <a:schemeClr val="accent6">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22" name="Freeform 18">
              <a:extLst>
                <a:ext uri="{FF2B5EF4-FFF2-40B4-BE49-F238E27FC236}">
                  <a16:creationId xmlns:a16="http://schemas.microsoft.com/office/drawing/2014/main" id="{11CCB938-07DE-4591-8009-A825C6AB7B65}"/>
                </a:ext>
              </a:extLst>
            </p:cNvPr>
            <p:cNvSpPr>
              <a:spLocks/>
            </p:cNvSpPr>
            <p:nvPr/>
          </p:nvSpPr>
          <p:spPr bwMode="auto">
            <a:xfrm>
              <a:off x="10419614" y="2810311"/>
              <a:ext cx="289144" cy="1234888"/>
            </a:xfrm>
            <a:custGeom>
              <a:avLst/>
              <a:gdLst>
                <a:gd name="T0" fmla="*/ 192 w 192"/>
                <a:gd name="T1" fmla="*/ 820 h 820"/>
                <a:gd name="T2" fmla="*/ 0 w 192"/>
                <a:gd name="T3" fmla="*/ 820 h 820"/>
                <a:gd name="T4" fmla="*/ 0 w 192"/>
                <a:gd name="T5" fmla="*/ 192 h 820"/>
                <a:gd name="T6" fmla="*/ 192 w 192"/>
                <a:gd name="T7" fmla="*/ 0 h 820"/>
                <a:gd name="T8" fmla="*/ 192 w 192"/>
                <a:gd name="T9" fmla="*/ 820 h 820"/>
                <a:gd name="T10" fmla="*/ 192 w 192"/>
                <a:gd name="T11" fmla="*/ 820 h 820"/>
                <a:gd name="T12" fmla="*/ 192 w 192"/>
                <a:gd name="T13" fmla="*/ 820 h 820"/>
                <a:gd name="T14" fmla="*/ 192 w 192"/>
                <a:gd name="T15" fmla="*/ 820 h 8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92" h="820">
                  <a:moveTo>
                    <a:pt x="192" y="820"/>
                  </a:moveTo>
                  <a:lnTo>
                    <a:pt x="0" y="820"/>
                  </a:lnTo>
                  <a:lnTo>
                    <a:pt x="0" y="192"/>
                  </a:lnTo>
                  <a:lnTo>
                    <a:pt x="192" y="0"/>
                  </a:lnTo>
                  <a:lnTo>
                    <a:pt x="192" y="820"/>
                  </a:lnTo>
                  <a:lnTo>
                    <a:pt x="192" y="820"/>
                  </a:lnTo>
                  <a:lnTo>
                    <a:pt x="192" y="820"/>
                  </a:lnTo>
                  <a:lnTo>
                    <a:pt x="192" y="820"/>
                  </a:lnTo>
                  <a:close/>
                </a:path>
              </a:pathLst>
            </a:custGeom>
            <a:solidFill>
              <a:schemeClr val="accent6">
                <a:lumMod val="75000"/>
              </a:schemeClr>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31" name="Freeform 23">
              <a:extLst>
                <a:ext uri="{FF2B5EF4-FFF2-40B4-BE49-F238E27FC236}">
                  <a16:creationId xmlns:a16="http://schemas.microsoft.com/office/drawing/2014/main" id="{A04A292F-3878-45AB-BE48-D4E6ECD508AE}"/>
                </a:ext>
              </a:extLst>
            </p:cNvPr>
            <p:cNvSpPr>
              <a:spLocks/>
            </p:cNvSpPr>
            <p:nvPr/>
          </p:nvSpPr>
          <p:spPr bwMode="auto">
            <a:xfrm>
              <a:off x="8928712" y="4045199"/>
              <a:ext cx="1777034" cy="418657"/>
            </a:xfrm>
            <a:custGeom>
              <a:avLst/>
              <a:gdLst>
                <a:gd name="T0" fmla="*/ 277 w 1180"/>
                <a:gd name="T1" fmla="*/ 278 h 278"/>
                <a:gd name="T2" fmla="*/ 901 w 1180"/>
                <a:gd name="T3" fmla="*/ 278 h 278"/>
                <a:gd name="T4" fmla="*/ 1180 w 1180"/>
                <a:gd name="T5" fmla="*/ 0 h 278"/>
                <a:gd name="T6" fmla="*/ 0 w 1180"/>
                <a:gd name="T7" fmla="*/ 0 h 278"/>
                <a:gd name="T8" fmla="*/ 277 w 1180"/>
                <a:gd name="T9" fmla="*/ 278 h 278"/>
              </a:gdLst>
              <a:ahLst/>
              <a:cxnLst>
                <a:cxn ang="0">
                  <a:pos x="T0" y="T1"/>
                </a:cxn>
                <a:cxn ang="0">
                  <a:pos x="T2" y="T3"/>
                </a:cxn>
                <a:cxn ang="0">
                  <a:pos x="T4" y="T5"/>
                </a:cxn>
                <a:cxn ang="0">
                  <a:pos x="T6" y="T7"/>
                </a:cxn>
                <a:cxn ang="0">
                  <a:pos x="T8" y="T9"/>
                </a:cxn>
              </a:cxnLst>
              <a:rect l="0" t="0" r="r" b="b"/>
              <a:pathLst>
                <a:path w="1180" h="278">
                  <a:moveTo>
                    <a:pt x="277" y="278"/>
                  </a:moveTo>
                  <a:lnTo>
                    <a:pt x="901" y="278"/>
                  </a:lnTo>
                  <a:lnTo>
                    <a:pt x="1180" y="0"/>
                  </a:lnTo>
                  <a:lnTo>
                    <a:pt x="0" y="0"/>
                  </a:lnTo>
                  <a:lnTo>
                    <a:pt x="277" y="278"/>
                  </a:lnTo>
                  <a:close/>
                </a:path>
              </a:pathLst>
            </a:custGeom>
            <a:solidFill>
              <a:schemeClr val="accent6"/>
            </a:solidFill>
            <a:ln>
              <a:noFill/>
            </a:ln>
          </p:spPr>
          <p:txBody>
            <a:bodyPr vert="horz" wrap="square" lIns="68580" tIns="34290" rIns="68580" bIns="34290" numCol="1" anchor="t" anchorCtr="0" compatLnSpc="1">
              <a:prstTxWarp prst="textNoShape">
                <a:avLst/>
              </a:prstTxWarp>
            </a:bodyPr>
            <a:lstStyle/>
            <a:p>
              <a:endParaRPr lang="en-US">
                <a:cs typeface="+mn-ea"/>
                <a:sym typeface="+mn-lt"/>
              </a:endParaRPr>
            </a:p>
          </p:txBody>
        </p:sp>
        <p:sp>
          <p:nvSpPr>
            <p:cNvPr id="46" name="TextBox 40">
              <a:extLst>
                <a:ext uri="{FF2B5EF4-FFF2-40B4-BE49-F238E27FC236}">
                  <a16:creationId xmlns:a16="http://schemas.microsoft.com/office/drawing/2014/main" id="{6545ACDD-2616-421A-9146-14FF38741DA4}"/>
                </a:ext>
              </a:extLst>
            </p:cNvPr>
            <p:cNvSpPr txBox="1"/>
            <p:nvPr/>
          </p:nvSpPr>
          <p:spPr>
            <a:xfrm>
              <a:off x="9418553" y="4113579"/>
              <a:ext cx="774892" cy="284693"/>
            </a:xfrm>
            <a:prstGeom prst="rect">
              <a:avLst/>
            </a:prstGeom>
            <a:noFill/>
          </p:spPr>
          <p:txBody>
            <a:bodyPr wrap="none" lIns="68580" tIns="34290" rIns="68580" bIns="34290" rtlCol="0">
              <a:spAutoFit/>
            </a:bodyPr>
            <a:lstStyle/>
            <a:p>
              <a:pPr algn="ctr"/>
              <a:r>
                <a:rPr lang="en-US" sz="1400" b="1" dirty="0">
                  <a:solidFill>
                    <a:schemeClr val="bg2"/>
                  </a:solidFill>
                  <a:cs typeface="+mn-ea"/>
                  <a:sym typeface="+mn-lt"/>
                </a:rPr>
                <a:t>Step 06</a:t>
              </a:r>
              <a:endParaRPr lang="id-ID" sz="1400" b="1" dirty="0">
                <a:solidFill>
                  <a:schemeClr val="bg2"/>
                </a:solidFill>
                <a:cs typeface="+mn-ea"/>
                <a:sym typeface="+mn-lt"/>
              </a:endParaRPr>
            </a:p>
          </p:txBody>
        </p:sp>
      </p:grpSp>
      <p:sp>
        <p:nvSpPr>
          <p:cNvPr id="81" name="TextBox 26">
            <a:extLst>
              <a:ext uri="{FF2B5EF4-FFF2-40B4-BE49-F238E27FC236}">
                <a16:creationId xmlns:a16="http://schemas.microsoft.com/office/drawing/2014/main" id="{7C992B49-C115-45A5-A824-382454FEFAFD}"/>
              </a:ext>
            </a:extLst>
          </p:cNvPr>
          <p:cNvSpPr txBox="1"/>
          <p:nvPr/>
        </p:nvSpPr>
        <p:spPr>
          <a:xfrm>
            <a:off x="2702541" y="4753390"/>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sp>
        <p:nvSpPr>
          <p:cNvPr id="82" name="TextBox 26">
            <a:extLst>
              <a:ext uri="{FF2B5EF4-FFF2-40B4-BE49-F238E27FC236}">
                <a16:creationId xmlns:a16="http://schemas.microsoft.com/office/drawing/2014/main" id="{12D4FA18-0BF3-4BCD-A205-EAAC02372D5B}"/>
              </a:ext>
            </a:extLst>
          </p:cNvPr>
          <p:cNvSpPr txBox="1"/>
          <p:nvPr/>
        </p:nvSpPr>
        <p:spPr>
          <a:xfrm>
            <a:off x="4191936" y="1793994"/>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sp>
        <p:nvSpPr>
          <p:cNvPr id="83" name="TextBox 26">
            <a:extLst>
              <a:ext uri="{FF2B5EF4-FFF2-40B4-BE49-F238E27FC236}">
                <a16:creationId xmlns:a16="http://schemas.microsoft.com/office/drawing/2014/main" id="{BEE7A180-8412-4C05-BB50-54E95A14E191}"/>
              </a:ext>
            </a:extLst>
          </p:cNvPr>
          <p:cNvSpPr txBox="1"/>
          <p:nvPr/>
        </p:nvSpPr>
        <p:spPr>
          <a:xfrm>
            <a:off x="5679826" y="4753390"/>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sp>
        <p:nvSpPr>
          <p:cNvPr id="84" name="TextBox 26">
            <a:extLst>
              <a:ext uri="{FF2B5EF4-FFF2-40B4-BE49-F238E27FC236}">
                <a16:creationId xmlns:a16="http://schemas.microsoft.com/office/drawing/2014/main" id="{26C4DB11-1165-41E1-B2FF-E21F77850493}"/>
              </a:ext>
            </a:extLst>
          </p:cNvPr>
          <p:cNvSpPr txBox="1"/>
          <p:nvPr/>
        </p:nvSpPr>
        <p:spPr>
          <a:xfrm>
            <a:off x="7173282" y="1795334"/>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sp>
        <p:nvSpPr>
          <p:cNvPr id="85" name="TextBox 26">
            <a:extLst>
              <a:ext uri="{FF2B5EF4-FFF2-40B4-BE49-F238E27FC236}">
                <a16:creationId xmlns:a16="http://schemas.microsoft.com/office/drawing/2014/main" id="{983F6968-8F69-4C86-B962-CFC1D81E3573}"/>
              </a:ext>
            </a:extLst>
          </p:cNvPr>
          <p:cNvSpPr txBox="1"/>
          <p:nvPr/>
        </p:nvSpPr>
        <p:spPr>
          <a:xfrm>
            <a:off x="8645880" y="4756822"/>
            <a:ext cx="2320237" cy="525978"/>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latin typeface="+mn-ea"/>
              </a:rPr>
              <a:t>请在此处添加详细描述文本，在这里输入文本，更改文字文本。</a:t>
            </a:r>
            <a:endParaRPr lang="en-US" sz="1200" b="1" dirty="0">
              <a:solidFill>
                <a:schemeClr val="tx1">
                  <a:lumMod val="75000"/>
                  <a:lumOff val="25000"/>
                </a:schemeClr>
              </a:solidFill>
              <a:cs typeface="+mn-ea"/>
              <a:sym typeface="+mn-lt"/>
            </a:endParaRPr>
          </a:p>
        </p:txBody>
      </p:sp>
      <p:sp>
        <p:nvSpPr>
          <p:cNvPr id="2" name="标题 1">
            <a:extLst>
              <a:ext uri="{FF2B5EF4-FFF2-40B4-BE49-F238E27FC236}">
                <a16:creationId xmlns:a16="http://schemas.microsoft.com/office/drawing/2014/main" id="{C0CD050C-2499-4FCD-827D-DE97642B0CDA}"/>
              </a:ext>
            </a:extLst>
          </p:cNvPr>
          <p:cNvSpPr>
            <a:spLocks noGrp="1"/>
          </p:cNvSpPr>
          <p:nvPr>
            <p:ph type="title"/>
          </p:nvPr>
        </p:nvSpPr>
        <p:spPr/>
        <p:txBody>
          <a:bodyPr/>
          <a:lstStyle/>
          <a:p>
            <a:endParaRPr lang="zh-CN" altLang="en-US"/>
          </a:p>
        </p:txBody>
      </p:sp>
      <p:sp>
        <p:nvSpPr>
          <p:cNvPr id="41" name="矩形 40">
            <a:extLst>
              <a:ext uri="{FF2B5EF4-FFF2-40B4-BE49-F238E27FC236}">
                <a16:creationId xmlns:a16="http://schemas.microsoft.com/office/drawing/2014/main" id="{61856C5C-2EC2-44D0-BEDC-9B4F74688742}"/>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47" name="组合 46">
            <a:extLst>
              <a:ext uri="{FF2B5EF4-FFF2-40B4-BE49-F238E27FC236}">
                <a16:creationId xmlns:a16="http://schemas.microsoft.com/office/drawing/2014/main" id="{1DCBF19C-4950-495F-AAD0-D23677A41181}"/>
              </a:ext>
            </a:extLst>
          </p:cNvPr>
          <p:cNvGrpSpPr/>
          <p:nvPr/>
        </p:nvGrpSpPr>
        <p:grpSpPr>
          <a:xfrm>
            <a:off x="-491832" y="1587"/>
            <a:ext cx="273269" cy="2129816"/>
            <a:chOff x="11681691" y="1513398"/>
            <a:chExt cx="273269" cy="2129816"/>
          </a:xfrm>
        </p:grpSpPr>
        <p:sp>
          <p:nvSpPr>
            <p:cNvPr id="48" name="矩形 47">
              <a:extLst>
                <a:ext uri="{FF2B5EF4-FFF2-40B4-BE49-F238E27FC236}">
                  <a16:creationId xmlns:a16="http://schemas.microsoft.com/office/drawing/2014/main" id="{49A73E10-8979-4A74-90F8-1BB1975BC8A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a:extLst>
                <a:ext uri="{FF2B5EF4-FFF2-40B4-BE49-F238E27FC236}">
                  <a16:creationId xmlns:a16="http://schemas.microsoft.com/office/drawing/2014/main" id="{2232F683-EB08-4CF7-9193-10A925EBFDC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矩形 49">
              <a:extLst>
                <a:ext uri="{FF2B5EF4-FFF2-40B4-BE49-F238E27FC236}">
                  <a16:creationId xmlns:a16="http://schemas.microsoft.com/office/drawing/2014/main" id="{98F68B75-BAAE-4417-A303-9D8EA9631421}"/>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1" name="矩形 50">
              <a:extLst>
                <a:ext uri="{FF2B5EF4-FFF2-40B4-BE49-F238E27FC236}">
                  <a16:creationId xmlns:a16="http://schemas.microsoft.com/office/drawing/2014/main" id="{B0905437-A2AD-4DFF-B2A8-F9CF788C383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a:extLst>
                <a:ext uri="{FF2B5EF4-FFF2-40B4-BE49-F238E27FC236}">
                  <a16:creationId xmlns:a16="http://schemas.microsoft.com/office/drawing/2014/main" id="{6BF09843-B732-4E7C-A310-FF58F6D27931}"/>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52">
              <a:extLst>
                <a:ext uri="{FF2B5EF4-FFF2-40B4-BE49-F238E27FC236}">
                  <a16:creationId xmlns:a16="http://schemas.microsoft.com/office/drawing/2014/main" id="{98CC2715-8F49-4286-86A9-8851FBAEEBF5}"/>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a:extLst>
                <a:ext uri="{FF2B5EF4-FFF2-40B4-BE49-F238E27FC236}">
                  <a16:creationId xmlns:a16="http://schemas.microsoft.com/office/drawing/2014/main" id="{20CE48AB-3D75-4F7A-B6A3-42F506B9D2F8}"/>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5571013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5EE0367-4426-440C-93F6-162D9F90DF2B}"/>
              </a:ext>
            </a:extLst>
          </p:cNvPr>
          <p:cNvSpPr>
            <a:spLocks noGrp="1"/>
          </p:cNvSpPr>
          <p:nvPr>
            <p:ph type="title"/>
          </p:nvPr>
        </p:nvSpPr>
        <p:spPr/>
        <p:txBody>
          <a:bodyPr/>
          <a:lstStyle/>
          <a:p>
            <a:endParaRPr lang="zh-CN" altLang="en-US"/>
          </a:p>
        </p:txBody>
      </p:sp>
      <p:cxnSp>
        <p:nvCxnSpPr>
          <p:cNvPr id="3" name="直接连接符 2">
            <a:extLst>
              <a:ext uri="{FF2B5EF4-FFF2-40B4-BE49-F238E27FC236}">
                <a16:creationId xmlns:a16="http://schemas.microsoft.com/office/drawing/2014/main" id="{2306F0CC-F9C1-4760-8CC1-FC1CAD54122D}"/>
              </a:ext>
            </a:extLst>
          </p:cNvPr>
          <p:cNvCxnSpPr/>
          <p:nvPr/>
        </p:nvCxnSpPr>
        <p:spPr>
          <a:xfrm rot="5400000">
            <a:off x="2680233" y="3664613"/>
            <a:ext cx="3570363" cy="0"/>
          </a:xfrm>
          <a:prstGeom prst="line">
            <a:avLst/>
          </a:prstGeom>
          <a:ln w="12700">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EDB2AA2-EE32-4A1B-B81B-BCCB73595EA2}"/>
              </a:ext>
            </a:extLst>
          </p:cNvPr>
          <p:cNvCxnSpPr/>
          <p:nvPr/>
        </p:nvCxnSpPr>
        <p:spPr>
          <a:xfrm rot="5400000">
            <a:off x="6029867" y="3664613"/>
            <a:ext cx="3570363" cy="0"/>
          </a:xfrm>
          <a:prstGeom prst="line">
            <a:avLst/>
          </a:prstGeom>
          <a:ln w="12700">
            <a:solidFill>
              <a:schemeClr val="accent1"/>
            </a:solidFill>
            <a:prstDash val="dash"/>
          </a:ln>
        </p:spPr>
        <p:style>
          <a:lnRef idx="1">
            <a:schemeClr val="accent1"/>
          </a:lnRef>
          <a:fillRef idx="0">
            <a:schemeClr val="accent1"/>
          </a:fillRef>
          <a:effectRef idx="0">
            <a:schemeClr val="accent1"/>
          </a:effectRef>
          <a:fontRef idx="minor">
            <a:schemeClr val="tx1"/>
          </a:fontRef>
        </p:style>
      </p:cxnSp>
      <p:sp>
        <p:nvSpPr>
          <p:cNvPr id="5" name="11 Rectángulo">
            <a:extLst>
              <a:ext uri="{FF2B5EF4-FFF2-40B4-BE49-F238E27FC236}">
                <a16:creationId xmlns:a16="http://schemas.microsoft.com/office/drawing/2014/main" id="{DDC77D30-B183-4C21-A09F-8951566061C3}"/>
              </a:ext>
            </a:extLst>
          </p:cNvPr>
          <p:cNvSpPr/>
          <p:nvPr/>
        </p:nvSpPr>
        <p:spPr>
          <a:xfrm>
            <a:off x="1445677" y="1879435"/>
            <a:ext cx="2634945" cy="1050453"/>
          </a:xfrm>
          <a:prstGeom prst="roundRect">
            <a:avLst/>
          </a:prstGeom>
          <a:solidFill>
            <a:schemeClr val="accent1"/>
          </a:solidFill>
          <a:ln w="63500">
            <a:noFill/>
          </a:ln>
          <a:effectLst>
            <a:outerShdw blurRad="50800" dist="38100" dir="2700000" algn="tl" rotWithShape="0">
              <a:prstClr val="black">
                <a:alpha val="40000"/>
              </a:prstClr>
            </a:outerShdw>
          </a:effectLst>
        </p:spPr>
        <p:style>
          <a:lnRef idx="3">
            <a:schemeClr val="lt1"/>
          </a:lnRef>
          <a:fillRef idx="1">
            <a:schemeClr val="accent4"/>
          </a:fillRef>
          <a:effectRef idx="1">
            <a:schemeClr val="accent4"/>
          </a:effectRef>
          <a:fontRef idx="minor">
            <a:schemeClr val="lt1"/>
          </a:fontRef>
        </p:style>
        <p:txBody>
          <a:bodyPr lIns="91427" tIns="45712" rIns="91427" bIns="45712"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lvl="0" algn="ctr" fontAlgn="base">
              <a:lnSpc>
                <a:spcPct val="130000"/>
              </a:lnSpc>
              <a:spcBef>
                <a:spcPct val="0"/>
              </a:spcBef>
              <a:spcAft>
                <a:spcPct val="0"/>
              </a:spcAft>
              <a:defRPr/>
            </a:pPr>
            <a:r>
              <a:rPr lang="zh-CN" altLang="en-US" b="1" kern="0" dirty="0">
                <a:solidFill>
                  <a:schemeClr val="bg1"/>
                </a:solidFill>
                <a:latin typeface="+mn-ea"/>
                <a:sym typeface="微软雅黑 Light" panose="020B0502040204020203" pitchFamily="34" charset="-122"/>
              </a:rPr>
              <a:t>添加标题</a:t>
            </a:r>
            <a:endParaRPr lang="en-US" altLang="zh-CN" b="1" kern="0" dirty="0">
              <a:solidFill>
                <a:schemeClr val="bg1"/>
              </a:solidFill>
              <a:latin typeface="+mn-ea"/>
              <a:sym typeface="微软雅黑 Light" panose="020B0502040204020203" pitchFamily="34" charset="-122"/>
            </a:endParaRPr>
          </a:p>
          <a:p>
            <a:pPr algn="ctr" fontAlgn="base">
              <a:lnSpc>
                <a:spcPct val="130000"/>
              </a:lnSpc>
              <a:spcBef>
                <a:spcPct val="0"/>
              </a:spcBef>
              <a:spcAft>
                <a:spcPct val="0"/>
              </a:spcAft>
              <a:defRPr/>
            </a:pPr>
            <a:r>
              <a:rPr lang="zh-CN" altLang="en-US" sz="1333" kern="0" dirty="0">
                <a:solidFill>
                  <a:schemeClr val="bg1"/>
                </a:solidFill>
                <a:latin typeface="+mn-ea"/>
                <a:cs typeface="Arial" panose="020B0604020202020204" pitchFamily="34" charset="0"/>
                <a:sym typeface="微软雅黑 Light" panose="020B0502040204020203" pitchFamily="34" charset="-122"/>
              </a:rPr>
              <a:t>点击此处添加文字内容</a:t>
            </a:r>
            <a:endParaRPr lang="en-US" altLang="zh-CN" sz="1333" kern="0" dirty="0">
              <a:solidFill>
                <a:schemeClr val="bg1"/>
              </a:solidFill>
              <a:latin typeface="+mn-ea"/>
              <a:cs typeface="Arial" panose="020B0604020202020204" pitchFamily="34" charset="0"/>
              <a:sym typeface="微软雅黑 Light" panose="020B0502040204020203" pitchFamily="34" charset="-122"/>
            </a:endParaRPr>
          </a:p>
        </p:txBody>
      </p:sp>
      <p:sp>
        <p:nvSpPr>
          <p:cNvPr id="7" name="矩形 6">
            <a:extLst>
              <a:ext uri="{FF2B5EF4-FFF2-40B4-BE49-F238E27FC236}">
                <a16:creationId xmlns:a16="http://schemas.microsoft.com/office/drawing/2014/main" id="{45F27936-C588-49E2-9E87-F6BBD0596C75}"/>
              </a:ext>
            </a:extLst>
          </p:cNvPr>
          <p:cNvSpPr/>
          <p:nvPr/>
        </p:nvSpPr>
        <p:spPr>
          <a:xfrm>
            <a:off x="1445680" y="3551885"/>
            <a:ext cx="1005403" cy="338554"/>
          </a:xfrm>
          <a:prstGeom prst="rect">
            <a:avLst/>
          </a:prstGeom>
        </p:spPr>
        <p:txBody>
          <a:bodyPr wrap="none">
            <a:spAutoFit/>
          </a:bodyPr>
          <a:lstStyle/>
          <a:p>
            <a:pPr lvl="0" eaLnBrk="0" fontAlgn="base" hangingPunct="0">
              <a:spcBef>
                <a:spcPct val="0"/>
              </a:spcBef>
              <a:spcAft>
                <a:spcPct val="0"/>
              </a:spcAft>
              <a:defRPr/>
            </a:pPr>
            <a:r>
              <a:rPr lang="zh-CN" altLang="en-US"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rPr>
              <a:t>添加标题</a:t>
            </a:r>
            <a:endParaRPr lang="en-US" altLang="zh-CN"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8" name="矩形 7">
            <a:extLst>
              <a:ext uri="{FF2B5EF4-FFF2-40B4-BE49-F238E27FC236}">
                <a16:creationId xmlns:a16="http://schemas.microsoft.com/office/drawing/2014/main" id="{84CD9F29-64A5-462B-8030-DAA7EA7B84DC}"/>
              </a:ext>
            </a:extLst>
          </p:cNvPr>
          <p:cNvSpPr/>
          <p:nvPr/>
        </p:nvSpPr>
        <p:spPr>
          <a:xfrm>
            <a:off x="1445680" y="4028450"/>
            <a:ext cx="2513666" cy="587084"/>
          </a:xfrm>
          <a:prstGeom prst="rect">
            <a:avLst/>
          </a:prstGeom>
        </p:spPr>
        <p:txBody>
          <a:bodyPr wrap="square">
            <a:spAutoFit/>
          </a:body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9" name="42 Rectángulo">
            <a:extLst>
              <a:ext uri="{FF2B5EF4-FFF2-40B4-BE49-F238E27FC236}">
                <a16:creationId xmlns:a16="http://schemas.microsoft.com/office/drawing/2014/main" id="{0561D46A-23A0-4399-B9B9-0D928410D9FA}"/>
              </a:ext>
            </a:extLst>
          </p:cNvPr>
          <p:cNvSpPr/>
          <p:nvPr/>
        </p:nvSpPr>
        <p:spPr>
          <a:xfrm>
            <a:off x="4812227" y="1879435"/>
            <a:ext cx="2634947" cy="1050453"/>
          </a:xfrm>
          <a:prstGeom prst="roundRect">
            <a:avLst/>
          </a:prstGeom>
          <a:solidFill>
            <a:schemeClr val="accent2"/>
          </a:solidFill>
          <a:ln w="63500">
            <a:noFill/>
          </a:ln>
          <a:effectLst>
            <a:outerShdw blurRad="50800" dist="38100" dir="2700000" algn="tl" rotWithShape="0">
              <a:prstClr val="black">
                <a:alpha val="40000"/>
              </a:prstClr>
            </a:outerShdw>
          </a:effectLst>
        </p:spPr>
        <p:style>
          <a:lnRef idx="3">
            <a:schemeClr val="lt1"/>
          </a:lnRef>
          <a:fillRef idx="1">
            <a:schemeClr val="accent4"/>
          </a:fillRef>
          <a:effectRef idx="1">
            <a:schemeClr val="accent4"/>
          </a:effectRef>
          <a:fontRef idx="minor">
            <a:schemeClr val="lt1"/>
          </a:fontRef>
        </p:style>
        <p:txBody>
          <a:bodyPr lIns="91427" tIns="45712" rIns="91427" bIns="45712" anchor="ctr"/>
          <a:lstStyle/>
          <a:p>
            <a:pPr lvl="0" algn="ctr" eaLnBrk="0" fontAlgn="base" hangingPunct="0">
              <a:lnSpc>
                <a:spcPct val="130000"/>
              </a:lnSpc>
              <a:spcBef>
                <a:spcPct val="0"/>
              </a:spcBef>
              <a:spcAft>
                <a:spcPct val="0"/>
              </a:spcAft>
              <a:defRPr/>
            </a:pPr>
            <a:r>
              <a:rPr lang="zh-CN" altLang="en-US" b="1" kern="0" dirty="0">
                <a:solidFill>
                  <a:schemeClr val="bg1"/>
                </a:solidFill>
                <a:latin typeface="+mn-ea"/>
                <a:sym typeface="微软雅黑 Light" panose="020B0502040204020203" pitchFamily="34" charset="-122"/>
              </a:rPr>
              <a:t>添加标题</a:t>
            </a:r>
            <a:endParaRPr lang="en-US" altLang="zh-CN" b="1" kern="0" dirty="0">
              <a:solidFill>
                <a:schemeClr val="bg1"/>
              </a:solidFill>
              <a:latin typeface="+mn-ea"/>
              <a:sym typeface="微软雅黑 Light" panose="020B0502040204020203" pitchFamily="34" charset="-122"/>
            </a:endParaRPr>
          </a:p>
          <a:p>
            <a:pPr algn="ctr" fontAlgn="base">
              <a:lnSpc>
                <a:spcPct val="130000"/>
              </a:lnSpc>
              <a:spcBef>
                <a:spcPct val="0"/>
              </a:spcBef>
              <a:spcAft>
                <a:spcPct val="0"/>
              </a:spcAft>
              <a:defRPr/>
            </a:pPr>
            <a:r>
              <a:rPr lang="zh-CN" altLang="en-US" sz="1333" kern="0" dirty="0">
                <a:solidFill>
                  <a:schemeClr val="bg1"/>
                </a:solidFill>
                <a:latin typeface="+mn-ea"/>
                <a:cs typeface="Arial" panose="020B0604020202020204" pitchFamily="34" charset="0"/>
                <a:sym typeface="微软雅黑 Light" panose="020B0502040204020203" pitchFamily="34" charset="-122"/>
              </a:rPr>
              <a:t>点击此处添加文字内容</a:t>
            </a:r>
            <a:endParaRPr lang="en-US" altLang="zh-CN" sz="1333" kern="0" dirty="0">
              <a:solidFill>
                <a:schemeClr val="bg1"/>
              </a:solidFill>
              <a:latin typeface="+mn-ea"/>
              <a:cs typeface="Arial" panose="020B0604020202020204" pitchFamily="34" charset="0"/>
              <a:sym typeface="微软雅黑 Light" panose="020B0502040204020203" pitchFamily="34" charset="-122"/>
            </a:endParaRPr>
          </a:p>
        </p:txBody>
      </p:sp>
      <p:sp>
        <p:nvSpPr>
          <p:cNvPr id="11" name="矩形 10">
            <a:extLst>
              <a:ext uri="{FF2B5EF4-FFF2-40B4-BE49-F238E27FC236}">
                <a16:creationId xmlns:a16="http://schemas.microsoft.com/office/drawing/2014/main" id="{ADFAB903-E92A-4206-A030-D5A30894AA33}"/>
              </a:ext>
            </a:extLst>
          </p:cNvPr>
          <p:cNvSpPr/>
          <p:nvPr/>
        </p:nvSpPr>
        <p:spPr>
          <a:xfrm>
            <a:off x="4812230" y="3551885"/>
            <a:ext cx="1005403" cy="338554"/>
          </a:xfrm>
          <a:prstGeom prst="rect">
            <a:avLst/>
          </a:prstGeom>
        </p:spPr>
        <p:txBody>
          <a:bodyPr wrap="none">
            <a:spAutoFit/>
          </a:bodyPr>
          <a:lstStyle/>
          <a:p>
            <a:pPr lvl="0" eaLnBrk="0" fontAlgn="base" hangingPunct="0">
              <a:spcBef>
                <a:spcPct val="0"/>
              </a:spcBef>
              <a:spcAft>
                <a:spcPct val="0"/>
              </a:spcAft>
              <a:defRPr/>
            </a:pPr>
            <a:r>
              <a:rPr lang="zh-CN" altLang="en-US"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rPr>
              <a:t>添加标题</a:t>
            </a:r>
            <a:endParaRPr lang="en-US" altLang="zh-CN"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2" name="矩形 11">
            <a:extLst>
              <a:ext uri="{FF2B5EF4-FFF2-40B4-BE49-F238E27FC236}">
                <a16:creationId xmlns:a16="http://schemas.microsoft.com/office/drawing/2014/main" id="{455BC5BD-CD99-41B7-A034-E1314AC4589B}"/>
              </a:ext>
            </a:extLst>
          </p:cNvPr>
          <p:cNvSpPr/>
          <p:nvPr/>
        </p:nvSpPr>
        <p:spPr>
          <a:xfrm>
            <a:off x="4812230" y="4028452"/>
            <a:ext cx="2496746" cy="587084"/>
          </a:xfrm>
          <a:prstGeom prst="rect">
            <a:avLst/>
          </a:prstGeom>
        </p:spPr>
        <p:txBody>
          <a:bodyPr wrap="square">
            <a:spAutoFit/>
          </a:body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3" name="51 Rectángulo">
            <a:extLst>
              <a:ext uri="{FF2B5EF4-FFF2-40B4-BE49-F238E27FC236}">
                <a16:creationId xmlns:a16="http://schemas.microsoft.com/office/drawing/2014/main" id="{828B3BA3-AF63-4E78-8CCF-F7B6018F0B86}"/>
              </a:ext>
            </a:extLst>
          </p:cNvPr>
          <p:cNvSpPr/>
          <p:nvPr/>
        </p:nvSpPr>
        <p:spPr>
          <a:xfrm>
            <a:off x="8163814" y="1879435"/>
            <a:ext cx="2636709" cy="1050452"/>
          </a:xfrm>
          <a:prstGeom prst="roundRect">
            <a:avLst/>
          </a:prstGeom>
          <a:solidFill>
            <a:schemeClr val="accent3"/>
          </a:solidFill>
          <a:ln w="63500">
            <a:noFill/>
          </a:ln>
          <a:effectLst>
            <a:outerShdw blurRad="50800" dist="38100" dir="2700000" algn="tl" rotWithShape="0">
              <a:prstClr val="black">
                <a:alpha val="40000"/>
              </a:prstClr>
            </a:outerShdw>
          </a:effectLst>
        </p:spPr>
        <p:style>
          <a:lnRef idx="3">
            <a:schemeClr val="lt1"/>
          </a:lnRef>
          <a:fillRef idx="1">
            <a:schemeClr val="accent4"/>
          </a:fillRef>
          <a:effectRef idx="1">
            <a:schemeClr val="accent4"/>
          </a:effectRef>
          <a:fontRef idx="minor">
            <a:schemeClr val="lt1"/>
          </a:fontRef>
        </p:style>
        <p:txBody>
          <a:bodyPr lIns="91427" tIns="45712" rIns="91427" bIns="45712" anchor="ctr"/>
          <a:lstStyle/>
          <a:p>
            <a:pPr lvl="0" algn="ctr" eaLnBrk="0" fontAlgn="base" hangingPunct="0">
              <a:lnSpc>
                <a:spcPct val="130000"/>
              </a:lnSpc>
              <a:spcBef>
                <a:spcPct val="0"/>
              </a:spcBef>
              <a:spcAft>
                <a:spcPct val="0"/>
              </a:spcAft>
              <a:defRPr/>
            </a:pPr>
            <a:r>
              <a:rPr lang="zh-CN" altLang="en-US" b="1" kern="0" dirty="0">
                <a:solidFill>
                  <a:schemeClr val="bg1"/>
                </a:solidFill>
                <a:latin typeface="+mn-ea"/>
                <a:sym typeface="微软雅黑 Light" panose="020B0502040204020203" pitchFamily="34" charset="-122"/>
              </a:rPr>
              <a:t>添加标题</a:t>
            </a:r>
            <a:endParaRPr lang="en-US" altLang="zh-CN" b="1" kern="0" dirty="0">
              <a:solidFill>
                <a:schemeClr val="bg1"/>
              </a:solidFill>
              <a:latin typeface="+mn-ea"/>
              <a:sym typeface="微软雅黑 Light" panose="020B0502040204020203" pitchFamily="34" charset="-122"/>
            </a:endParaRPr>
          </a:p>
          <a:p>
            <a:pPr algn="ctr" fontAlgn="base">
              <a:lnSpc>
                <a:spcPct val="130000"/>
              </a:lnSpc>
              <a:spcBef>
                <a:spcPct val="0"/>
              </a:spcBef>
              <a:spcAft>
                <a:spcPct val="0"/>
              </a:spcAft>
              <a:defRPr/>
            </a:pPr>
            <a:r>
              <a:rPr lang="zh-CN" altLang="en-US" sz="1333" kern="0" dirty="0">
                <a:solidFill>
                  <a:schemeClr val="bg1"/>
                </a:solidFill>
                <a:latin typeface="+mn-ea"/>
                <a:cs typeface="Arial" panose="020B0604020202020204" pitchFamily="34" charset="0"/>
                <a:sym typeface="微软雅黑 Light" panose="020B0502040204020203" pitchFamily="34" charset="-122"/>
              </a:rPr>
              <a:t>点击此处添加文字内容</a:t>
            </a:r>
            <a:endParaRPr lang="en-US" altLang="zh-CN" sz="1333" kern="0" dirty="0">
              <a:solidFill>
                <a:schemeClr val="bg1"/>
              </a:solidFill>
              <a:latin typeface="+mn-ea"/>
              <a:cs typeface="Arial" panose="020B0604020202020204" pitchFamily="34" charset="0"/>
              <a:sym typeface="微软雅黑 Light" panose="020B0502040204020203" pitchFamily="34" charset="-122"/>
            </a:endParaRPr>
          </a:p>
        </p:txBody>
      </p:sp>
      <p:sp>
        <p:nvSpPr>
          <p:cNvPr id="15" name="矩形 14">
            <a:extLst>
              <a:ext uri="{FF2B5EF4-FFF2-40B4-BE49-F238E27FC236}">
                <a16:creationId xmlns:a16="http://schemas.microsoft.com/office/drawing/2014/main" id="{22236B16-8DA7-4F82-8EBE-48EA4A1D7FC2}"/>
              </a:ext>
            </a:extLst>
          </p:cNvPr>
          <p:cNvSpPr/>
          <p:nvPr/>
        </p:nvSpPr>
        <p:spPr>
          <a:xfrm>
            <a:off x="8163818" y="3551885"/>
            <a:ext cx="1005403" cy="338554"/>
          </a:xfrm>
          <a:prstGeom prst="rect">
            <a:avLst/>
          </a:prstGeom>
        </p:spPr>
        <p:txBody>
          <a:bodyPr wrap="none">
            <a:spAutoFit/>
          </a:bodyPr>
          <a:lstStyle/>
          <a:p>
            <a:pPr lvl="0" eaLnBrk="0" fontAlgn="base" hangingPunct="0">
              <a:spcBef>
                <a:spcPct val="0"/>
              </a:spcBef>
              <a:spcAft>
                <a:spcPct val="0"/>
              </a:spcAft>
              <a:defRPr/>
            </a:pPr>
            <a:r>
              <a:rPr lang="zh-CN" altLang="en-US"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rPr>
              <a:t>添加标题</a:t>
            </a:r>
            <a:endParaRPr lang="en-US" altLang="zh-CN" sz="1600" kern="0" dirty="0">
              <a:solidFill>
                <a:schemeClr val="tx1">
                  <a:lumMod val="75000"/>
                  <a:lumOff val="25000"/>
                </a:schemeClr>
              </a:solidFill>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6" name="矩形 15">
            <a:extLst>
              <a:ext uri="{FF2B5EF4-FFF2-40B4-BE49-F238E27FC236}">
                <a16:creationId xmlns:a16="http://schemas.microsoft.com/office/drawing/2014/main" id="{914C9000-F6D6-4F29-ABA4-4E5BA670B4EB}"/>
              </a:ext>
            </a:extLst>
          </p:cNvPr>
          <p:cNvSpPr/>
          <p:nvPr/>
        </p:nvSpPr>
        <p:spPr>
          <a:xfrm>
            <a:off x="8163818" y="4028452"/>
            <a:ext cx="2494789" cy="587084"/>
          </a:xfrm>
          <a:prstGeom prst="rect">
            <a:avLst/>
          </a:prstGeom>
        </p:spPr>
        <p:txBody>
          <a:bodyPr wrap="square">
            <a:spAutoFit/>
          </a:bodyPr>
          <a:lstStyle/>
          <a:p>
            <a:pPr algn="just">
              <a:lnSpc>
                <a:spcPct val="130000"/>
              </a:lnSpc>
              <a:spcBef>
                <a:spcPts val="0"/>
              </a:spcBef>
              <a:buNone/>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8" name="矩形 17">
            <a:extLst>
              <a:ext uri="{FF2B5EF4-FFF2-40B4-BE49-F238E27FC236}">
                <a16:creationId xmlns:a16="http://schemas.microsoft.com/office/drawing/2014/main" id="{85FB836B-329D-426A-80E2-0894F968AD79}"/>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7" name="组合 16">
            <a:extLst>
              <a:ext uri="{FF2B5EF4-FFF2-40B4-BE49-F238E27FC236}">
                <a16:creationId xmlns:a16="http://schemas.microsoft.com/office/drawing/2014/main" id="{3DD7874B-074B-4CAA-A3FC-3FF97E81EAC7}"/>
              </a:ext>
            </a:extLst>
          </p:cNvPr>
          <p:cNvGrpSpPr/>
          <p:nvPr/>
        </p:nvGrpSpPr>
        <p:grpSpPr>
          <a:xfrm>
            <a:off x="-491832" y="1587"/>
            <a:ext cx="273269" cy="2129816"/>
            <a:chOff x="11681691" y="1513398"/>
            <a:chExt cx="273269" cy="2129816"/>
          </a:xfrm>
        </p:grpSpPr>
        <p:sp>
          <p:nvSpPr>
            <p:cNvPr id="19" name="矩形 18">
              <a:extLst>
                <a:ext uri="{FF2B5EF4-FFF2-40B4-BE49-F238E27FC236}">
                  <a16:creationId xmlns:a16="http://schemas.microsoft.com/office/drawing/2014/main" id="{526BF32D-D77B-4AEC-A069-0C91D9915622}"/>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F2E050B8-D846-4B49-BED0-E56F382A155B}"/>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6BE527A2-6E0E-4F0E-AF49-A532024674F0}"/>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AB62458-5100-4A15-9DFA-E8A112F7CA1A}"/>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E20AE35C-C7BA-4D3B-811B-CB9A0F043A9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4B31ACEF-D748-4AAD-85D6-616CDEC271B9}"/>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758D1115-C603-4019-8F14-37C1553EE205}"/>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7586159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9A49506-35B9-4993-86FF-3E7F371125EA}"/>
              </a:ext>
            </a:extLst>
          </p:cNvPr>
          <p:cNvSpPr>
            <a:spLocks noGrp="1"/>
          </p:cNvSpPr>
          <p:nvPr>
            <p:ph type="title"/>
          </p:nvPr>
        </p:nvSpPr>
        <p:spPr/>
        <p:txBody>
          <a:bodyPr/>
          <a:lstStyle/>
          <a:p>
            <a:endParaRPr lang="zh-CN" altLang="en-US"/>
          </a:p>
        </p:txBody>
      </p:sp>
      <p:grpSp>
        <p:nvGrpSpPr>
          <p:cNvPr id="4" name="Group 21">
            <a:extLst>
              <a:ext uri="{FF2B5EF4-FFF2-40B4-BE49-F238E27FC236}">
                <a16:creationId xmlns:a16="http://schemas.microsoft.com/office/drawing/2014/main" id="{321B3EB8-B167-42B3-BDA0-727BE3136BD9}"/>
              </a:ext>
            </a:extLst>
          </p:cNvPr>
          <p:cNvGrpSpPr/>
          <p:nvPr/>
        </p:nvGrpSpPr>
        <p:grpSpPr>
          <a:xfrm>
            <a:off x="3868529" y="1784777"/>
            <a:ext cx="1240451" cy="288800"/>
            <a:chOff x="2901397" y="1460250"/>
            <a:chExt cx="930338" cy="220268"/>
          </a:xfrm>
        </p:grpSpPr>
        <p:cxnSp>
          <p:nvCxnSpPr>
            <p:cNvPr id="43" name="Straight Connector 22">
              <a:extLst>
                <a:ext uri="{FF2B5EF4-FFF2-40B4-BE49-F238E27FC236}">
                  <a16:creationId xmlns:a16="http://schemas.microsoft.com/office/drawing/2014/main" id="{87F0DE6C-5739-4AC2-9DA2-4CCB6FFA3A62}"/>
                </a:ext>
              </a:extLst>
            </p:cNvPr>
            <p:cNvCxnSpPr/>
            <p:nvPr/>
          </p:nvCxnSpPr>
          <p:spPr>
            <a:xfrm flipH="1" flipV="1">
              <a:off x="3592681" y="1460250"/>
              <a:ext cx="239054" cy="220268"/>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4" name="Straight Connector 23">
              <a:extLst>
                <a:ext uri="{FF2B5EF4-FFF2-40B4-BE49-F238E27FC236}">
                  <a16:creationId xmlns:a16="http://schemas.microsoft.com/office/drawing/2014/main" id="{254F8267-EE12-438A-B3E3-DB1285AC5289}"/>
                </a:ext>
              </a:extLst>
            </p:cNvPr>
            <p:cNvCxnSpPr/>
            <p:nvPr/>
          </p:nvCxnSpPr>
          <p:spPr>
            <a:xfrm flipH="1">
              <a:off x="2901397" y="1463917"/>
              <a:ext cx="691284"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grpSp>
      <p:grpSp>
        <p:nvGrpSpPr>
          <p:cNvPr id="5" name="Group 24">
            <a:extLst>
              <a:ext uri="{FF2B5EF4-FFF2-40B4-BE49-F238E27FC236}">
                <a16:creationId xmlns:a16="http://schemas.microsoft.com/office/drawing/2014/main" id="{889D488D-1F2C-4144-AEC5-E791EDD60920}"/>
              </a:ext>
            </a:extLst>
          </p:cNvPr>
          <p:cNvGrpSpPr/>
          <p:nvPr/>
        </p:nvGrpSpPr>
        <p:grpSpPr>
          <a:xfrm flipH="1">
            <a:off x="6996273" y="1779887"/>
            <a:ext cx="1240451" cy="293691"/>
            <a:chOff x="2901397" y="1460250"/>
            <a:chExt cx="930338" cy="220268"/>
          </a:xfrm>
        </p:grpSpPr>
        <p:cxnSp>
          <p:nvCxnSpPr>
            <p:cNvPr id="41" name="Straight Connector 25">
              <a:extLst>
                <a:ext uri="{FF2B5EF4-FFF2-40B4-BE49-F238E27FC236}">
                  <a16:creationId xmlns:a16="http://schemas.microsoft.com/office/drawing/2014/main" id="{258C24E3-1EB6-4F5A-9939-AE8F616C3E0E}"/>
                </a:ext>
              </a:extLst>
            </p:cNvPr>
            <p:cNvCxnSpPr/>
            <p:nvPr/>
          </p:nvCxnSpPr>
          <p:spPr>
            <a:xfrm flipH="1" flipV="1">
              <a:off x="3592681" y="1460250"/>
              <a:ext cx="239054" cy="220268"/>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2" name="Straight Connector 26">
              <a:extLst>
                <a:ext uri="{FF2B5EF4-FFF2-40B4-BE49-F238E27FC236}">
                  <a16:creationId xmlns:a16="http://schemas.microsoft.com/office/drawing/2014/main" id="{178E2CD1-8C03-4580-B400-0A187FC1B1F9}"/>
                </a:ext>
              </a:extLst>
            </p:cNvPr>
            <p:cNvCxnSpPr/>
            <p:nvPr/>
          </p:nvCxnSpPr>
          <p:spPr>
            <a:xfrm flipH="1">
              <a:off x="2901397" y="1463918"/>
              <a:ext cx="691284"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grpSp>
      <p:grpSp>
        <p:nvGrpSpPr>
          <p:cNvPr id="6" name="Group 27">
            <a:extLst>
              <a:ext uri="{FF2B5EF4-FFF2-40B4-BE49-F238E27FC236}">
                <a16:creationId xmlns:a16="http://schemas.microsoft.com/office/drawing/2014/main" id="{84B34C96-6906-4B48-AF1A-9D9FD66A1743}"/>
              </a:ext>
            </a:extLst>
          </p:cNvPr>
          <p:cNvGrpSpPr/>
          <p:nvPr/>
        </p:nvGrpSpPr>
        <p:grpSpPr>
          <a:xfrm flipV="1">
            <a:off x="3868529" y="5072948"/>
            <a:ext cx="1240451" cy="288800"/>
            <a:chOff x="2901397" y="1460250"/>
            <a:chExt cx="930338" cy="220268"/>
          </a:xfrm>
        </p:grpSpPr>
        <p:cxnSp>
          <p:nvCxnSpPr>
            <p:cNvPr id="39" name="Straight Connector 28">
              <a:extLst>
                <a:ext uri="{FF2B5EF4-FFF2-40B4-BE49-F238E27FC236}">
                  <a16:creationId xmlns:a16="http://schemas.microsoft.com/office/drawing/2014/main" id="{217D329D-800D-4FF0-A7C7-F910089C56B1}"/>
                </a:ext>
              </a:extLst>
            </p:cNvPr>
            <p:cNvCxnSpPr/>
            <p:nvPr/>
          </p:nvCxnSpPr>
          <p:spPr>
            <a:xfrm flipH="1" flipV="1">
              <a:off x="3592681" y="1460250"/>
              <a:ext cx="239054" cy="220268"/>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0" name="Straight Connector 29">
              <a:extLst>
                <a:ext uri="{FF2B5EF4-FFF2-40B4-BE49-F238E27FC236}">
                  <a16:creationId xmlns:a16="http://schemas.microsoft.com/office/drawing/2014/main" id="{FAB5B235-D4A5-4B10-9418-40F384D1E416}"/>
                </a:ext>
              </a:extLst>
            </p:cNvPr>
            <p:cNvCxnSpPr/>
            <p:nvPr/>
          </p:nvCxnSpPr>
          <p:spPr>
            <a:xfrm flipH="1">
              <a:off x="2901397" y="1463917"/>
              <a:ext cx="691284"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grpSp>
      <p:grpSp>
        <p:nvGrpSpPr>
          <p:cNvPr id="7" name="Group 30">
            <a:extLst>
              <a:ext uri="{FF2B5EF4-FFF2-40B4-BE49-F238E27FC236}">
                <a16:creationId xmlns:a16="http://schemas.microsoft.com/office/drawing/2014/main" id="{208FF1B6-3C2E-426D-9473-69F653D43DC8}"/>
              </a:ext>
            </a:extLst>
          </p:cNvPr>
          <p:cNvGrpSpPr/>
          <p:nvPr/>
        </p:nvGrpSpPr>
        <p:grpSpPr>
          <a:xfrm flipH="1" flipV="1">
            <a:off x="6996273" y="5118859"/>
            <a:ext cx="1240451" cy="293691"/>
            <a:chOff x="2901397" y="1460250"/>
            <a:chExt cx="930338" cy="220268"/>
          </a:xfrm>
        </p:grpSpPr>
        <p:cxnSp>
          <p:nvCxnSpPr>
            <p:cNvPr id="37" name="Straight Connector 31">
              <a:extLst>
                <a:ext uri="{FF2B5EF4-FFF2-40B4-BE49-F238E27FC236}">
                  <a16:creationId xmlns:a16="http://schemas.microsoft.com/office/drawing/2014/main" id="{097EA67E-D612-4A0E-A3AA-257BFA522A80}"/>
                </a:ext>
              </a:extLst>
            </p:cNvPr>
            <p:cNvCxnSpPr/>
            <p:nvPr/>
          </p:nvCxnSpPr>
          <p:spPr>
            <a:xfrm flipH="1" flipV="1">
              <a:off x="3592681" y="1460250"/>
              <a:ext cx="239054" cy="220268"/>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38" name="Straight Connector 32">
              <a:extLst>
                <a:ext uri="{FF2B5EF4-FFF2-40B4-BE49-F238E27FC236}">
                  <a16:creationId xmlns:a16="http://schemas.microsoft.com/office/drawing/2014/main" id="{2227E8AB-FF23-4C7D-9F1E-B7CAA550FE26}"/>
                </a:ext>
              </a:extLst>
            </p:cNvPr>
            <p:cNvCxnSpPr/>
            <p:nvPr/>
          </p:nvCxnSpPr>
          <p:spPr>
            <a:xfrm flipH="1">
              <a:off x="2901397" y="1463918"/>
              <a:ext cx="691284"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grpSp>
      <p:cxnSp>
        <p:nvCxnSpPr>
          <p:cNvPr id="8" name="Straight Connector 33">
            <a:extLst>
              <a:ext uri="{FF2B5EF4-FFF2-40B4-BE49-F238E27FC236}">
                <a16:creationId xmlns:a16="http://schemas.microsoft.com/office/drawing/2014/main" id="{3F747687-8B40-41BB-B1A6-DAA05ADC73E0}"/>
              </a:ext>
            </a:extLst>
          </p:cNvPr>
          <p:cNvCxnSpPr/>
          <p:nvPr/>
        </p:nvCxnSpPr>
        <p:spPr>
          <a:xfrm flipH="1">
            <a:off x="3690168" y="3569124"/>
            <a:ext cx="614169"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9" name="Straight Connector 34">
            <a:extLst>
              <a:ext uri="{FF2B5EF4-FFF2-40B4-BE49-F238E27FC236}">
                <a16:creationId xmlns:a16="http://schemas.microsoft.com/office/drawing/2014/main" id="{A9DB818A-84A7-4649-BA74-8C8CD6ADBE28}"/>
              </a:ext>
            </a:extLst>
          </p:cNvPr>
          <p:cNvCxnSpPr/>
          <p:nvPr/>
        </p:nvCxnSpPr>
        <p:spPr>
          <a:xfrm flipH="1">
            <a:off x="7887668" y="3569124"/>
            <a:ext cx="614169" cy="0"/>
          </a:xfrm>
          <a:prstGeom prst="line">
            <a:avLst/>
          </a:prstGeom>
          <a:ln w="19050">
            <a:solidFill>
              <a:schemeClr val="bg1">
                <a:lumMod val="85000"/>
              </a:schemeClr>
            </a:solidFill>
            <a:prstDash val="solid"/>
          </a:ln>
        </p:spPr>
        <p:style>
          <a:lnRef idx="1">
            <a:schemeClr val="accent1"/>
          </a:lnRef>
          <a:fillRef idx="0">
            <a:schemeClr val="accent1"/>
          </a:fillRef>
          <a:effectRef idx="0">
            <a:schemeClr val="accent1"/>
          </a:effectRef>
          <a:fontRef idx="minor">
            <a:schemeClr val="tx1"/>
          </a:fontRef>
        </p:style>
      </p:cxnSp>
      <p:sp>
        <p:nvSpPr>
          <p:cNvPr id="35" name="Freeform 64">
            <a:extLst>
              <a:ext uri="{FF2B5EF4-FFF2-40B4-BE49-F238E27FC236}">
                <a16:creationId xmlns:a16="http://schemas.microsoft.com/office/drawing/2014/main" id="{4F86E8AE-3770-4AF4-AE7C-E1815B762D5B}"/>
              </a:ext>
            </a:extLst>
          </p:cNvPr>
          <p:cNvSpPr>
            <a:spLocks/>
          </p:cNvSpPr>
          <p:nvPr/>
        </p:nvSpPr>
        <p:spPr bwMode="auto">
          <a:xfrm>
            <a:off x="4567913" y="1779889"/>
            <a:ext cx="1488968" cy="1332492"/>
          </a:xfrm>
          <a:custGeom>
            <a:avLst/>
            <a:gdLst/>
            <a:ahLst/>
            <a:cxnLst>
              <a:cxn ang="0">
                <a:pos x="330" y="184"/>
              </a:cxn>
              <a:cxn ang="0">
                <a:pos x="330" y="32"/>
              </a:cxn>
              <a:cxn ang="0">
                <a:pos x="257" y="18"/>
              </a:cxn>
              <a:cxn ang="0">
                <a:pos x="33" y="152"/>
              </a:cxn>
              <a:cxn ang="0">
                <a:pos x="28" y="206"/>
              </a:cxn>
              <a:cxn ang="0">
                <a:pos x="168" y="287"/>
              </a:cxn>
              <a:cxn ang="0">
                <a:pos x="206" y="286"/>
              </a:cxn>
              <a:cxn ang="0">
                <a:pos x="289" y="233"/>
              </a:cxn>
              <a:cxn ang="0">
                <a:pos x="330" y="184"/>
              </a:cxn>
            </a:cxnLst>
            <a:rect l="0" t="0" r="r" b="b"/>
            <a:pathLst>
              <a:path w="335" h="299">
                <a:moveTo>
                  <a:pt x="330" y="184"/>
                </a:moveTo>
                <a:cubicBezTo>
                  <a:pt x="330" y="159"/>
                  <a:pt x="330" y="32"/>
                  <a:pt x="330" y="32"/>
                </a:cubicBezTo>
                <a:cubicBezTo>
                  <a:pt x="330" y="32"/>
                  <a:pt x="335" y="0"/>
                  <a:pt x="257" y="18"/>
                </a:cubicBezTo>
                <a:cubicBezTo>
                  <a:pt x="180" y="35"/>
                  <a:pt x="96" y="74"/>
                  <a:pt x="33" y="152"/>
                </a:cubicBezTo>
                <a:cubicBezTo>
                  <a:pt x="25" y="163"/>
                  <a:pt x="0" y="190"/>
                  <a:pt x="28" y="206"/>
                </a:cubicBezTo>
                <a:cubicBezTo>
                  <a:pt x="57" y="222"/>
                  <a:pt x="168" y="287"/>
                  <a:pt x="168" y="287"/>
                </a:cubicBezTo>
                <a:cubicBezTo>
                  <a:pt x="168" y="287"/>
                  <a:pt x="189" y="299"/>
                  <a:pt x="206" y="286"/>
                </a:cubicBezTo>
                <a:cubicBezTo>
                  <a:pt x="222" y="272"/>
                  <a:pt x="257" y="244"/>
                  <a:pt x="289" y="233"/>
                </a:cubicBezTo>
                <a:cubicBezTo>
                  <a:pt x="319" y="224"/>
                  <a:pt x="331" y="226"/>
                  <a:pt x="330" y="184"/>
                </a:cubicBezTo>
              </a:path>
            </a:pathLst>
          </a:custGeom>
          <a:solidFill>
            <a:schemeClr val="accent2"/>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33" name="Freeform 62">
            <a:extLst>
              <a:ext uri="{FF2B5EF4-FFF2-40B4-BE49-F238E27FC236}">
                <a16:creationId xmlns:a16="http://schemas.microsoft.com/office/drawing/2014/main" id="{926A0637-DFD5-4990-9514-5557A3541073}"/>
              </a:ext>
            </a:extLst>
          </p:cNvPr>
          <p:cNvSpPr>
            <a:spLocks/>
          </p:cNvSpPr>
          <p:nvPr/>
        </p:nvSpPr>
        <p:spPr bwMode="auto">
          <a:xfrm>
            <a:off x="4291635" y="2718743"/>
            <a:ext cx="1092888" cy="1716347"/>
          </a:xfrm>
          <a:custGeom>
            <a:avLst/>
            <a:gdLst/>
            <a:ahLst/>
            <a:cxnLst>
              <a:cxn ang="0">
                <a:pos x="209" y="93"/>
              </a:cxn>
              <a:cxn ang="0">
                <a:pos x="75" y="20"/>
              </a:cxn>
              <a:cxn ang="0">
                <a:pos x="27" y="77"/>
              </a:cxn>
              <a:cxn ang="0">
                <a:pos x="38" y="338"/>
              </a:cxn>
              <a:cxn ang="0">
                <a:pos x="83" y="368"/>
              </a:cxn>
              <a:cxn ang="0">
                <a:pos x="221" y="284"/>
              </a:cxn>
              <a:cxn ang="0">
                <a:pos x="238" y="250"/>
              </a:cxn>
              <a:cxn ang="0">
                <a:pos x="232" y="152"/>
              </a:cxn>
              <a:cxn ang="0">
                <a:pos x="209" y="93"/>
              </a:cxn>
            </a:cxnLst>
            <a:rect l="0" t="0" r="r" b="b"/>
            <a:pathLst>
              <a:path w="246" h="385">
                <a:moveTo>
                  <a:pt x="209" y="93"/>
                </a:moveTo>
                <a:cubicBezTo>
                  <a:pt x="187" y="81"/>
                  <a:pt x="75" y="20"/>
                  <a:pt x="75" y="20"/>
                </a:cubicBezTo>
                <a:cubicBezTo>
                  <a:pt x="75" y="20"/>
                  <a:pt x="49" y="0"/>
                  <a:pt x="27" y="77"/>
                </a:cubicBezTo>
                <a:cubicBezTo>
                  <a:pt x="6" y="153"/>
                  <a:pt x="0" y="245"/>
                  <a:pt x="38" y="338"/>
                </a:cubicBezTo>
                <a:cubicBezTo>
                  <a:pt x="43" y="350"/>
                  <a:pt x="56" y="385"/>
                  <a:pt x="83" y="368"/>
                </a:cubicBezTo>
                <a:cubicBezTo>
                  <a:pt x="110" y="351"/>
                  <a:pt x="221" y="284"/>
                  <a:pt x="221" y="284"/>
                </a:cubicBezTo>
                <a:cubicBezTo>
                  <a:pt x="221" y="284"/>
                  <a:pt x="242" y="271"/>
                  <a:pt x="238" y="250"/>
                </a:cubicBezTo>
                <a:cubicBezTo>
                  <a:pt x="234" y="229"/>
                  <a:pt x="226" y="186"/>
                  <a:pt x="232" y="152"/>
                </a:cubicBezTo>
                <a:cubicBezTo>
                  <a:pt x="238" y="122"/>
                  <a:pt x="246" y="112"/>
                  <a:pt x="209" y="93"/>
                </a:cubicBezTo>
              </a:path>
            </a:pathLst>
          </a:custGeom>
          <a:solidFill>
            <a:schemeClr val="accent1"/>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31" name="Freeform 61">
            <a:extLst>
              <a:ext uri="{FF2B5EF4-FFF2-40B4-BE49-F238E27FC236}">
                <a16:creationId xmlns:a16="http://schemas.microsoft.com/office/drawing/2014/main" id="{BF088185-4D54-44EC-9474-B889491FD34D}"/>
              </a:ext>
            </a:extLst>
          </p:cNvPr>
          <p:cNvSpPr>
            <a:spLocks/>
          </p:cNvSpPr>
          <p:nvPr/>
        </p:nvSpPr>
        <p:spPr bwMode="auto">
          <a:xfrm>
            <a:off x="4553245" y="4029233"/>
            <a:ext cx="1493859" cy="1344716"/>
          </a:xfrm>
          <a:custGeom>
            <a:avLst/>
            <a:gdLst/>
            <a:ahLst/>
            <a:cxnLst>
              <a:cxn ang="0">
                <a:pos x="161" y="22"/>
              </a:cxn>
              <a:cxn ang="0">
                <a:pos x="31" y="100"/>
              </a:cxn>
              <a:cxn ang="0">
                <a:pos x="56" y="171"/>
              </a:cxn>
              <a:cxn ang="0">
                <a:pos x="287" y="293"/>
              </a:cxn>
              <a:cxn ang="0">
                <a:pos x="335" y="270"/>
              </a:cxn>
              <a:cxn ang="0">
                <a:pos x="332" y="108"/>
              </a:cxn>
              <a:cxn ang="0">
                <a:pos x="312" y="77"/>
              </a:cxn>
              <a:cxn ang="0">
                <a:pos x="224" y="32"/>
              </a:cxn>
              <a:cxn ang="0">
                <a:pos x="161" y="22"/>
              </a:cxn>
            </a:cxnLst>
            <a:rect l="0" t="0" r="r" b="b"/>
            <a:pathLst>
              <a:path w="336" h="302">
                <a:moveTo>
                  <a:pt x="161" y="22"/>
                </a:moveTo>
                <a:cubicBezTo>
                  <a:pt x="140" y="35"/>
                  <a:pt x="31" y="100"/>
                  <a:pt x="31" y="100"/>
                </a:cubicBezTo>
                <a:cubicBezTo>
                  <a:pt x="31" y="100"/>
                  <a:pt x="0" y="113"/>
                  <a:pt x="56" y="171"/>
                </a:cubicBezTo>
                <a:cubicBezTo>
                  <a:pt x="111" y="228"/>
                  <a:pt x="187" y="280"/>
                  <a:pt x="287" y="293"/>
                </a:cubicBezTo>
                <a:cubicBezTo>
                  <a:pt x="300" y="295"/>
                  <a:pt x="336" y="302"/>
                  <a:pt x="335" y="270"/>
                </a:cubicBezTo>
                <a:cubicBezTo>
                  <a:pt x="334" y="237"/>
                  <a:pt x="332" y="108"/>
                  <a:pt x="332" y="108"/>
                </a:cubicBezTo>
                <a:cubicBezTo>
                  <a:pt x="332" y="108"/>
                  <a:pt x="332" y="84"/>
                  <a:pt x="312" y="77"/>
                </a:cubicBezTo>
                <a:cubicBezTo>
                  <a:pt x="292" y="70"/>
                  <a:pt x="250" y="54"/>
                  <a:pt x="224" y="32"/>
                </a:cubicBezTo>
                <a:cubicBezTo>
                  <a:pt x="201" y="12"/>
                  <a:pt x="196" y="0"/>
                  <a:pt x="161" y="22"/>
                </a:cubicBezTo>
              </a:path>
            </a:pathLst>
          </a:custGeom>
          <a:solidFill>
            <a:schemeClr val="accent6"/>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9" name="Freeform 59">
            <a:extLst>
              <a:ext uri="{FF2B5EF4-FFF2-40B4-BE49-F238E27FC236}">
                <a16:creationId xmlns:a16="http://schemas.microsoft.com/office/drawing/2014/main" id="{3C31C1E9-F780-41FD-A491-0C38B0547FB4}"/>
              </a:ext>
            </a:extLst>
          </p:cNvPr>
          <p:cNvSpPr>
            <a:spLocks/>
          </p:cNvSpPr>
          <p:nvPr/>
        </p:nvSpPr>
        <p:spPr bwMode="auto">
          <a:xfrm>
            <a:off x="6154677" y="1784776"/>
            <a:ext cx="1488968" cy="1354496"/>
          </a:xfrm>
          <a:custGeom>
            <a:avLst/>
            <a:gdLst/>
            <a:ahLst/>
            <a:cxnLst>
              <a:cxn ang="0">
                <a:pos x="174" y="281"/>
              </a:cxn>
              <a:cxn ang="0">
                <a:pos x="305" y="204"/>
              </a:cxn>
              <a:cxn ang="0">
                <a:pos x="280" y="133"/>
              </a:cxn>
              <a:cxn ang="0">
                <a:pos x="49" y="9"/>
              </a:cxn>
              <a:cxn ang="0">
                <a:pos x="1" y="33"/>
              </a:cxn>
              <a:cxn ang="0">
                <a:pos x="3" y="194"/>
              </a:cxn>
              <a:cxn ang="0">
                <a:pos x="23" y="226"/>
              </a:cxn>
              <a:cxn ang="0">
                <a:pos x="110" y="271"/>
              </a:cxn>
              <a:cxn ang="0">
                <a:pos x="174" y="281"/>
              </a:cxn>
            </a:cxnLst>
            <a:rect l="0" t="0" r="r" b="b"/>
            <a:pathLst>
              <a:path w="335" h="304">
                <a:moveTo>
                  <a:pt x="174" y="281"/>
                </a:moveTo>
                <a:cubicBezTo>
                  <a:pt x="195" y="268"/>
                  <a:pt x="305" y="204"/>
                  <a:pt x="305" y="204"/>
                </a:cubicBezTo>
                <a:cubicBezTo>
                  <a:pt x="305" y="204"/>
                  <a:pt x="335" y="192"/>
                  <a:pt x="280" y="133"/>
                </a:cubicBezTo>
                <a:cubicBezTo>
                  <a:pt x="225" y="76"/>
                  <a:pt x="149" y="24"/>
                  <a:pt x="49" y="9"/>
                </a:cubicBezTo>
                <a:cubicBezTo>
                  <a:pt x="36" y="7"/>
                  <a:pt x="0" y="0"/>
                  <a:pt x="1" y="33"/>
                </a:cubicBezTo>
                <a:cubicBezTo>
                  <a:pt x="2" y="65"/>
                  <a:pt x="3" y="194"/>
                  <a:pt x="3" y="194"/>
                </a:cubicBezTo>
                <a:cubicBezTo>
                  <a:pt x="3" y="194"/>
                  <a:pt x="3" y="219"/>
                  <a:pt x="23" y="226"/>
                </a:cubicBezTo>
                <a:cubicBezTo>
                  <a:pt x="43" y="233"/>
                  <a:pt x="85" y="249"/>
                  <a:pt x="110" y="271"/>
                </a:cubicBezTo>
                <a:cubicBezTo>
                  <a:pt x="133" y="292"/>
                  <a:pt x="138" y="304"/>
                  <a:pt x="174" y="281"/>
                </a:cubicBezTo>
              </a:path>
            </a:pathLst>
          </a:custGeom>
          <a:solidFill>
            <a:schemeClr val="accent3"/>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7" name="Freeform 58">
            <a:extLst>
              <a:ext uri="{FF2B5EF4-FFF2-40B4-BE49-F238E27FC236}">
                <a16:creationId xmlns:a16="http://schemas.microsoft.com/office/drawing/2014/main" id="{18347144-C73E-4257-B700-BF841F1EAE5B}"/>
              </a:ext>
            </a:extLst>
          </p:cNvPr>
          <p:cNvSpPr>
            <a:spLocks/>
          </p:cNvSpPr>
          <p:nvPr/>
        </p:nvSpPr>
        <p:spPr bwMode="auto">
          <a:xfrm>
            <a:off x="6807477" y="2716299"/>
            <a:ext cx="1092888" cy="1713903"/>
          </a:xfrm>
          <a:custGeom>
            <a:avLst/>
            <a:gdLst/>
            <a:ahLst/>
            <a:cxnLst>
              <a:cxn ang="0">
                <a:pos x="38" y="293"/>
              </a:cxn>
              <a:cxn ang="0">
                <a:pos x="171" y="365"/>
              </a:cxn>
              <a:cxn ang="0">
                <a:pos x="219" y="308"/>
              </a:cxn>
              <a:cxn ang="0">
                <a:pos x="208" y="47"/>
              </a:cxn>
              <a:cxn ang="0">
                <a:pos x="163" y="17"/>
              </a:cxn>
              <a:cxn ang="0">
                <a:pos x="26" y="101"/>
              </a:cxn>
              <a:cxn ang="0">
                <a:pos x="8" y="135"/>
              </a:cxn>
              <a:cxn ang="0">
                <a:pos x="14" y="233"/>
              </a:cxn>
              <a:cxn ang="0">
                <a:pos x="38" y="293"/>
              </a:cxn>
            </a:cxnLst>
            <a:rect l="0" t="0" r="r" b="b"/>
            <a:pathLst>
              <a:path w="246" h="385">
                <a:moveTo>
                  <a:pt x="38" y="293"/>
                </a:moveTo>
                <a:cubicBezTo>
                  <a:pt x="60" y="304"/>
                  <a:pt x="171" y="365"/>
                  <a:pt x="171" y="365"/>
                </a:cubicBezTo>
                <a:cubicBezTo>
                  <a:pt x="171" y="365"/>
                  <a:pt x="197" y="385"/>
                  <a:pt x="219" y="308"/>
                </a:cubicBezTo>
                <a:cubicBezTo>
                  <a:pt x="241" y="232"/>
                  <a:pt x="246" y="140"/>
                  <a:pt x="208" y="47"/>
                </a:cubicBezTo>
                <a:cubicBezTo>
                  <a:pt x="203" y="35"/>
                  <a:pt x="191" y="0"/>
                  <a:pt x="163" y="17"/>
                </a:cubicBezTo>
                <a:cubicBezTo>
                  <a:pt x="136" y="35"/>
                  <a:pt x="26" y="101"/>
                  <a:pt x="26" y="101"/>
                </a:cubicBezTo>
                <a:cubicBezTo>
                  <a:pt x="26" y="101"/>
                  <a:pt x="4" y="114"/>
                  <a:pt x="8" y="135"/>
                </a:cubicBezTo>
                <a:cubicBezTo>
                  <a:pt x="13" y="156"/>
                  <a:pt x="21" y="200"/>
                  <a:pt x="14" y="233"/>
                </a:cubicBezTo>
                <a:cubicBezTo>
                  <a:pt x="8" y="263"/>
                  <a:pt x="0" y="273"/>
                  <a:pt x="38" y="293"/>
                </a:cubicBezTo>
              </a:path>
            </a:pathLst>
          </a:custGeom>
          <a:solidFill>
            <a:schemeClr val="accent4"/>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5" name="Freeform 60">
            <a:extLst>
              <a:ext uri="{FF2B5EF4-FFF2-40B4-BE49-F238E27FC236}">
                <a16:creationId xmlns:a16="http://schemas.microsoft.com/office/drawing/2014/main" id="{B3870A27-D24A-4A01-B8AC-92B824F7CEE6}"/>
              </a:ext>
            </a:extLst>
          </p:cNvPr>
          <p:cNvSpPr>
            <a:spLocks/>
          </p:cNvSpPr>
          <p:nvPr/>
        </p:nvSpPr>
        <p:spPr bwMode="auto">
          <a:xfrm>
            <a:off x="6144899" y="4046344"/>
            <a:ext cx="1476743" cy="1354496"/>
          </a:xfrm>
          <a:custGeom>
            <a:avLst/>
            <a:gdLst/>
            <a:ahLst/>
            <a:cxnLst>
              <a:cxn ang="0">
                <a:pos x="2" y="120"/>
              </a:cxn>
              <a:cxn ang="0">
                <a:pos x="7" y="272"/>
              </a:cxn>
              <a:cxn ang="0">
                <a:pos x="81" y="284"/>
              </a:cxn>
              <a:cxn ang="0">
                <a:pos x="300" y="141"/>
              </a:cxn>
              <a:cxn ang="0">
                <a:pos x="303" y="88"/>
              </a:cxn>
              <a:cxn ang="0">
                <a:pos x="160" y="12"/>
              </a:cxn>
              <a:cxn ang="0">
                <a:pos x="123" y="14"/>
              </a:cxn>
              <a:cxn ang="0">
                <a:pos x="41" y="69"/>
              </a:cxn>
              <a:cxn ang="0">
                <a:pos x="2" y="120"/>
              </a:cxn>
            </a:cxnLst>
            <a:rect l="0" t="0" r="r" b="b"/>
            <a:pathLst>
              <a:path w="332" h="304">
                <a:moveTo>
                  <a:pt x="2" y="120"/>
                </a:moveTo>
                <a:cubicBezTo>
                  <a:pt x="3" y="145"/>
                  <a:pt x="7" y="272"/>
                  <a:pt x="7" y="272"/>
                </a:cubicBezTo>
                <a:cubicBezTo>
                  <a:pt x="7" y="272"/>
                  <a:pt x="4" y="304"/>
                  <a:pt x="81" y="284"/>
                </a:cubicBezTo>
                <a:cubicBezTo>
                  <a:pt x="158" y="264"/>
                  <a:pt x="240" y="222"/>
                  <a:pt x="300" y="141"/>
                </a:cubicBezTo>
                <a:cubicBezTo>
                  <a:pt x="308" y="131"/>
                  <a:pt x="332" y="102"/>
                  <a:pt x="303" y="88"/>
                </a:cubicBezTo>
                <a:cubicBezTo>
                  <a:pt x="274" y="73"/>
                  <a:pt x="160" y="12"/>
                  <a:pt x="160" y="12"/>
                </a:cubicBezTo>
                <a:cubicBezTo>
                  <a:pt x="160" y="12"/>
                  <a:pt x="139" y="0"/>
                  <a:pt x="123" y="14"/>
                </a:cubicBezTo>
                <a:cubicBezTo>
                  <a:pt x="107" y="29"/>
                  <a:pt x="73" y="58"/>
                  <a:pt x="41" y="69"/>
                </a:cubicBezTo>
                <a:cubicBezTo>
                  <a:pt x="12" y="80"/>
                  <a:pt x="0" y="78"/>
                  <a:pt x="2" y="120"/>
                </a:cubicBezTo>
              </a:path>
            </a:pathLst>
          </a:custGeom>
          <a:solidFill>
            <a:schemeClr val="accent5"/>
          </a:solidFill>
          <a:ln w="9525">
            <a:noFill/>
            <a:round/>
            <a:headEnd/>
            <a:tailEnd/>
          </a:ln>
          <a:effectLst>
            <a:outerShdw blurRad="50800" dist="38100" dir="2700000" algn="tl" rotWithShape="0">
              <a:prstClr val="black">
                <a:alpha val="40000"/>
              </a:prstClr>
            </a:outerShdw>
          </a:effectLst>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23" name="Oval 63">
            <a:extLst>
              <a:ext uri="{FF2B5EF4-FFF2-40B4-BE49-F238E27FC236}">
                <a16:creationId xmlns:a16="http://schemas.microsoft.com/office/drawing/2014/main" id="{32FF898C-692A-4717-86E4-D40B1CF66B92}"/>
              </a:ext>
            </a:extLst>
          </p:cNvPr>
          <p:cNvSpPr>
            <a:spLocks noChangeArrowheads="1"/>
          </p:cNvSpPr>
          <p:nvPr/>
        </p:nvSpPr>
        <p:spPr bwMode="auto">
          <a:xfrm>
            <a:off x="5421196" y="2911892"/>
            <a:ext cx="1342272" cy="1339827"/>
          </a:xfrm>
          <a:prstGeom prst="ellipse">
            <a:avLst/>
          </a:prstGeom>
          <a:solidFill>
            <a:schemeClr val="bg1">
              <a:lumMod val="85000"/>
            </a:schemeClr>
          </a:solidFill>
          <a:ln w="9525">
            <a:noFill/>
            <a:round/>
            <a:headEnd/>
            <a:tailEnd/>
          </a:ln>
        </p:spPr>
        <p:txBody>
          <a:bodyPr vert="horz" wrap="square" lIns="121920" tIns="60960" rIns="121920" bIns="60960" numCol="1" anchor="t" anchorCtr="0" compatLnSpc="1">
            <a:prstTxWarp prst="textNoShape">
              <a:avLst/>
            </a:prstTxWarp>
          </a:bodyPr>
          <a:lstStyle/>
          <a:p>
            <a:endParaRPr lang="en-US" sz="2400">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7" name="原创设计师QQ：598969553           _26">
            <a:extLst>
              <a:ext uri="{FF2B5EF4-FFF2-40B4-BE49-F238E27FC236}">
                <a16:creationId xmlns:a16="http://schemas.microsoft.com/office/drawing/2014/main" id="{4CDB12DD-773E-40FB-8A9E-C3FC37019BD7}"/>
              </a:ext>
            </a:extLst>
          </p:cNvPr>
          <p:cNvSpPr/>
          <p:nvPr/>
        </p:nvSpPr>
        <p:spPr>
          <a:xfrm>
            <a:off x="914370" y="3200660"/>
            <a:ext cx="2556151" cy="909160"/>
          </a:xfrm>
          <a:prstGeom prst="rect">
            <a:avLst/>
          </a:prstGeom>
        </p:spPr>
        <p:txBody>
          <a:bodyPr wrap="square">
            <a:spAutoFit/>
          </a:bodyPr>
          <a:lstStyle/>
          <a:p>
            <a:pPr algn="r">
              <a:lnSpc>
                <a:spcPct val="130000"/>
              </a:lnSpc>
            </a:pPr>
            <a:r>
              <a:rPr lang="zh-CN" altLang="en-US" b="1" dirty="0">
                <a:solidFill>
                  <a:schemeClr val="accent1"/>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1"/>
              </a:solidFill>
              <a:latin typeface="+mn-ea"/>
              <a:cs typeface="Open Sans" panose="020B0606030504020204" pitchFamily="34" charset="0"/>
              <a:sym typeface="微软雅黑 Light" panose="020B0502040204020203" pitchFamily="34" charset="-122"/>
            </a:endParaRPr>
          </a:p>
          <a:p>
            <a:pPr algn="r">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8" name="原创设计师QQ：598969553           _26">
            <a:extLst>
              <a:ext uri="{FF2B5EF4-FFF2-40B4-BE49-F238E27FC236}">
                <a16:creationId xmlns:a16="http://schemas.microsoft.com/office/drawing/2014/main" id="{469A195E-F32B-404E-B1DA-999172773672}"/>
              </a:ext>
            </a:extLst>
          </p:cNvPr>
          <p:cNvSpPr/>
          <p:nvPr/>
        </p:nvSpPr>
        <p:spPr>
          <a:xfrm>
            <a:off x="914370" y="1403630"/>
            <a:ext cx="2556151" cy="909160"/>
          </a:xfrm>
          <a:prstGeom prst="rect">
            <a:avLst/>
          </a:prstGeom>
        </p:spPr>
        <p:txBody>
          <a:bodyPr wrap="square">
            <a:spAutoFit/>
          </a:bodyPr>
          <a:lstStyle/>
          <a:p>
            <a:pPr algn="r">
              <a:lnSpc>
                <a:spcPct val="130000"/>
              </a:lnSpc>
            </a:pPr>
            <a:r>
              <a:rPr lang="zh-CN" altLang="en-US" b="1" dirty="0">
                <a:solidFill>
                  <a:schemeClr val="accent2"/>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2"/>
              </a:solidFill>
              <a:latin typeface="+mn-ea"/>
              <a:cs typeface="Open Sans" panose="020B0606030504020204" pitchFamily="34" charset="0"/>
              <a:sym typeface="微软雅黑 Light" panose="020B0502040204020203" pitchFamily="34" charset="-122"/>
            </a:endParaRPr>
          </a:p>
          <a:p>
            <a:pPr algn="r">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9" name="原创设计师QQ：598969553           _26">
            <a:extLst>
              <a:ext uri="{FF2B5EF4-FFF2-40B4-BE49-F238E27FC236}">
                <a16:creationId xmlns:a16="http://schemas.microsoft.com/office/drawing/2014/main" id="{9F375839-1056-457A-9DC5-A6437FADA166}"/>
              </a:ext>
            </a:extLst>
          </p:cNvPr>
          <p:cNvSpPr/>
          <p:nvPr/>
        </p:nvSpPr>
        <p:spPr>
          <a:xfrm>
            <a:off x="914370" y="4974600"/>
            <a:ext cx="2556151" cy="909160"/>
          </a:xfrm>
          <a:prstGeom prst="rect">
            <a:avLst/>
          </a:prstGeom>
        </p:spPr>
        <p:txBody>
          <a:bodyPr wrap="square">
            <a:spAutoFit/>
          </a:bodyPr>
          <a:lstStyle/>
          <a:p>
            <a:pPr algn="r">
              <a:lnSpc>
                <a:spcPct val="130000"/>
              </a:lnSpc>
            </a:pPr>
            <a:r>
              <a:rPr lang="zh-CN" altLang="en-US" b="1" dirty="0">
                <a:solidFill>
                  <a:schemeClr val="accent6"/>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6"/>
              </a:solidFill>
              <a:latin typeface="+mn-ea"/>
              <a:cs typeface="Open Sans" panose="020B0606030504020204" pitchFamily="34" charset="0"/>
              <a:sym typeface="微软雅黑 Light" panose="020B0502040204020203" pitchFamily="34" charset="-122"/>
            </a:endParaRPr>
          </a:p>
          <a:p>
            <a:pPr algn="r">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20" name="原创设计师QQ：598969553           _26">
            <a:extLst>
              <a:ext uri="{FF2B5EF4-FFF2-40B4-BE49-F238E27FC236}">
                <a16:creationId xmlns:a16="http://schemas.microsoft.com/office/drawing/2014/main" id="{384A6CFD-9F7F-4747-993D-2335C515F557}"/>
              </a:ext>
            </a:extLst>
          </p:cNvPr>
          <p:cNvSpPr/>
          <p:nvPr/>
        </p:nvSpPr>
        <p:spPr>
          <a:xfrm>
            <a:off x="8588515" y="3200660"/>
            <a:ext cx="2556151" cy="909160"/>
          </a:xfrm>
          <a:prstGeom prst="rect">
            <a:avLst/>
          </a:prstGeom>
        </p:spPr>
        <p:txBody>
          <a:bodyPr wrap="square">
            <a:spAutoFit/>
          </a:bodyPr>
          <a:lstStyle/>
          <a:p>
            <a:pPr>
              <a:lnSpc>
                <a:spcPct val="130000"/>
              </a:lnSpc>
            </a:pPr>
            <a:r>
              <a:rPr lang="zh-CN" altLang="en-US" b="1" dirty="0">
                <a:solidFill>
                  <a:schemeClr val="accent4"/>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4"/>
              </a:solidFill>
              <a:latin typeface="+mn-ea"/>
              <a:cs typeface="Open Sans" panose="020B0606030504020204" pitchFamily="34" charset="0"/>
              <a:sym typeface="微软雅黑 Light" panose="020B0502040204020203" pitchFamily="34" charset="-122"/>
            </a:endParaRPr>
          </a:p>
          <a:p>
            <a:pPr>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21" name="原创设计师QQ：598969553           _26">
            <a:extLst>
              <a:ext uri="{FF2B5EF4-FFF2-40B4-BE49-F238E27FC236}">
                <a16:creationId xmlns:a16="http://schemas.microsoft.com/office/drawing/2014/main" id="{169C229B-1501-46D6-A4D9-2A2266438545}"/>
              </a:ext>
            </a:extLst>
          </p:cNvPr>
          <p:cNvSpPr/>
          <p:nvPr/>
        </p:nvSpPr>
        <p:spPr>
          <a:xfrm>
            <a:off x="8588515" y="1403630"/>
            <a:ext cx="2556151" cy="909160"/>
          </a:xfrm>
          <a:prstGeom prst="rect">
            <a:avLst/>
          </a:prstGeom>
        </p:spPr>
        <p:txBody>
          <a:bodyPr wrap="square">
            <a:spAutoFit/>
          </a:bodyPr>
          <a:lstStyle/>
          <a:p>
            <a:pPr>
              <a:lnSpc>
                <a:spcPct val="130000"/>
              </a:lnSpc>
            </a:pPr>
            <a:r>
              <a:rPr lang="zh-CN" altLang="en-US" b="1" dirty="0">
                <a:solidFill>
                  <a:schemeClr val="accent3"/>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3"/>
              </a:solidFill>
              <a:latin typeface="+mn-ea"/>
              <a:cs typeface="Open Sans" panose="020B0606030504020204" pitchFamily="34" charset="0"/>
              <a:sym typeface="微软雅黑 Light" panose="020B0502040204020203" pitchFamily="34" charset="-122"/>
            </a:endParaRPr>
          </a:p>
          <a:p>
            <a:pPr>
              <a:lnSpc>
                <a:spcPct val="130000"/>
              </a:lnSpc>
              <a:spcBef>
                <a:spcPts val="0"/>
              </a:spcBef>
              <a:buNone/>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22" name="原创设计师QQ：598969553           _26">
            <a:extLst>
              <a:ext uri="{FF2B5EF4-FFF2-40B4-BE49-F238E27FC236}">
                <a16:creationId xmlns:a16="http://schemas.microsoft.com/office/drawing/2014/main" id="{09B9FCE6-026B-4D0D-AF98-C5441666A4E5}"/>
              </a:ext>
            </a:extLst>
          </p:cNvPr>
          <p:cNvSpPr/>
          <p:nvPr/>
        </p:nvSpPr>
        <p:spPr>
          <a:xfrm>
            <a:off x="8588515" y="4974600"/>
            <a:ext cx="2556151" cy="909160"/>
          </a:xfrm>
          <a:prstGeom prst="rect">
            <a:avLst/>
          </a:prstGeom>
        </p:spPr>
        <p:txBody>
          <a:bodyPr wrap="square">
            <a:spAutoFit/>
          </a:bodyPr>
          <a:lstStyle/>
          <a:p>
            <a:pPr>
              <a:lnSpc>
                <a:spcPct val="130000"/>
              </a:lnSpc>
            </a:pPr>
            <a:r>
              <a:rPr lang="zh-CN" altLang="en-US" b="1" dirty="0">
                <a:solidFill>
                  <a:schemeClr val="accent5"/>
                </a:solidFill>
                <a:latin typeface="+mn-ea"/>
                <a:cs typeface="Open Sans" panose="020B0606030504020204" pitchFamily="34" charset="0"/>
                <a:sym typeface="微软雅黑 Light" panose="020B0502040204020203" pitchFamily="34" charset="-122"/>
              </a:rPr>
              <a:t>小标题</a:t>
            </a:r>
            <a:endParaRPr lang="en-US" altLang="zh-CN" b="1" dirty="0">
              <a:solidFill>
                <a:schemeClr val="accent5"/>
              </a:solidFill>
              <a:latin typeface="+mn-ea"/>
              <a:cs typeface="Open Sans" panose="020B0606030504020204" pitchFamily="34" charset="0"/>
              <a:sym typeface="微软雅黑 Light" panose="020B0502040204020203" pitchFamily="34" charset="-122"/>
            </a:endParaRPr>
          </a:p>
          <a:p>
            <a:pPr>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grpSp>
        <p:nvGrpSpPr>
          <p:cNvPr id="48" name="组合 47">
            <a:extLst>
              <a:ext uri="{FF2B5EF4-FFF2-40B4-BE49-F238E27FC236}">
                <a16:creationId xmlns:a16="http://schemas.microsoft.com/office/drawing/2014/main" id="{57DE3CC5-C06C-47B3-908A-ADB6A0215020}"/>
              </a:ext>
            </a:extLst>
          </p:cNvPr>
          <p:cNvGrpSpPr/>
          <p:nvPr/>
        </p:nvGrpSpPr>
        <p:grpSpPr>
          <a:xfrm>
            <a:off x="5776824" y="3274313"/>
            <a:ext cx="645551" cy="605205"/>
            <a:chOff x="7361782" y="5599184"/>
            <a:chExt cx="864000" cy="810001"/>
          </a:xfrm>
          <a:solidFill>
            <a:schemeClr val="accent5"/>
          </a:solidFill>
        </p:grpSpPr>
        <p:sp>
          <p:nvSpPr>
            <p:cNvPr id="49" name="Freeform 513">
              <a:extLst>
                <a:ext uri="{FF2B5EF4-FFF2-40B4-BE49-F238E27FC236}">
                  <a16:creationId xmlns:a16="http://schemas.microsoft.com/office/drawing/2014/main" id="{996366D9-F75E-488F-81D4-859A80507325}"/>
                </a:ext>
              </a:extLst>
            </p:cNvPr>
            <p:cNvSpPr>
              <a:spLocks noEditPoints="1"/>
            </p:cNvSpPr>
            <p:nvPr/>
          </p:nvSpPr>
          <p:spPr bwMode="auto">
            <a:xfrm>
              <a:off x="7361782" y="5599184"/>
              <a:ext cx="864000" cy="810001"/>
            </a:xfrm>
            <a:custGeom>
              <a:avLst/>
              <a:gdLst>
                <a:gd name="T0" fmla="*/ 112 w 147"/>
                <a:gd name="T1" fmla="*/ 40 h 138"/>
                <a:gd name="T2" fmla="*/ 119 w 147"/>
                <a:gd name="T3" fmla="*/ 10 h 138"/>
                <a:gd name="T4" fmla="*/ 103 w 147"/>
                <a:gd name="T5" fmla="*/ 1 h 138"/>
                <a:gd name="T6" fmla="*/ 82 w 147"/>
                <a:gd name="T7" fmla="*/ 23 h 138"/>
                <a:gd name="T8" fmla="*/ 70 w 147"/>
                <a:gd name="T9" fmla="*/ 22 h 138"/>
                <a:gd name="T10" fmla="*/ 48 w 147"/>
                <a:gd name="T11" fmla="*/ 0 h 138"/>
                <a:gd name="T12" fmla="*/ 31 w 147"/>
                <a:gd name="T13" fmla="*/ 9 h 138"/>
                <a:gd name="T14" fmla="*/ 39 w 147"/>
                <a:gd name="T15" fmla="*/ 38 h 138"/>
                <a:gd name="T16" fmla="*/ 29 w 147"/>
                <a:gd name="T17" fmla="*/ 51 h 138"/>
                <a:gd name="T18" fmla="*/ 0 w 147"/>
                <a:gd name="T19" fmla="*/ 54 h 138"/>
                <a:gd name="T20" fmla="*/ 0 w 147"/>
                <a:gd name="T21" fmla="*/ 77 h 138"/>
                <a:gd name="T22" fmla="*/ 29 w 147"/>
                <a:gd name="T23" fmla="*/ 82 h 138"/>
                <a:gd name="T24" fmla="*/ 37 w 147"/>
                <a:gd name="T25" fmla="*/ 100 h 138"/>
                <a:gd name="T26" fmla="*/ 27 w 147"/>
                <a:gd name="T27" fmla="*/ 126 h 138"/>
                <a:gd name="T28" fmla="*/ 45 w 147"/>
                <a:gd name="T29" fmla="*/ 138 h 138"/>
                <a:gd name="T30" fmla="*/ 63 w 147"/>
                <a:gd name="T31" fmla="*/ 116 h 138"/>
                <a:gd name="T32" fmla="*/ 84 w 147"/>
                <a:gd name="T33" fmla="*/ 115 h 138"/>
                <a:gd name="T34" fmla="*/ 106 w 147"/>
                <a:gd name="T35" fmla="*/ 137 h 138"/>
                <a:gd name="T36" fmla="*/ 123 w 147"/>
                <a:gd name="T37" fmla="*/ 125 h 138"/>
                <a:gd name="T38" fmla="*/ 110 w 147"/>
                <a:gd name="T39" fmla="*/ 99 h 138"/>
                <a:gd name="T40" fmla="*/ 119 w 147"/>
                <a:gd name="T41" fmla="*/ 82 h 138"/>
                <a:gd name="T42" fmla="*/ 146 w 147"/>
                <a:gd name="T43" fmla="*/ 77 h 138"/>
                <a:gd name="T44" fmla="*/ 147 w 147"/>
                <a:gd name="T45" fmla="*/ 56 h 138"/>
                <a:gd name="T46" fmla="*/ 117 w 147"/>
                <a:gd name="T47" fmla="*/ 52 h 138"/>
                <a:gd name="T48" fmla="*/ 112 w 147"/>
                <a:gd name="T49" fmla="*/ 40 h 138"/>
                <a:gd name="T50" fmla="*/ 73 w 147"/>
                <a:gd name="T51" fmla="*/ 101 h 138"/>
                <a:gd name="T52" fmla="*/ 42 w 147"/>
                <a:gd name="T53" fmla="*/ 69 h 138"/>
                <a:gd name="T54" fmla="*/ 73 w 147"/>
                <a:gd name="T55" fmla="*/ 37 h 138"/>
                <a:gd name="T56" fmla="*/ 105 w 147"/>
                <a:gd name="T57" fmla="*/ 69 h 138"/>
                <a:gd name="T58" fmla="*/ 73 w 147"/>
                <a:gd name="T59" fmla="*/ 101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7" h="138">
                  <a:moveTo>
                    <a:pt x="112" y="40"/>
                  </a:moveTo>
                  <a:cubicBezTo>
                    <a:pt x="119" y="10"/>
                    <a:pt x="119" y="10"/>
                    <a:pt x="119" y="10"/>
                  </a:cubicBezTo>
                  <a:cubicBezTo>
                    <a:pt x="103" y="1"/>
                    <a:pt x="103" y="1"/>
                    <a:pt x="103" y="1"/>
                  </a:cubicBezTo>
                  <a:cubicBezTo>
                    <a:pt x="82" y="23"/>
                    <a:pt x="82" y="23"/>
                    <a:pt x="82" y="23"/>
                  </a:cubicBezTo>
                  <a:cubicBezTo>
                    <a:pt x="70" y="22"/>
                    <a:pt x="70" y="22"/>
                    <a:pt x="70" y="22"/>
                  </a:cubicBezTo>
                  <a:cubicBezTo>
                    <a:pt x="48" y="0"/>
                    <a:pt x="48" y="0"/>
                    <a:pt x="48" y="0"/>
                  </a:cubicBezTo>
                  <a:cubicBezTo>
                    <a:pt x="31" y="9"/>
                    <a:pt x="31" y="9"/>
                    <a:pt x="31" y="9"/>
                  </a:cubicBezTo>
                  <a:cubicBezTo>
                    <a:pt x="39" y="38"/>
                    <a:pt x="39" y="38"/>
                    <a:pt x="39" y="38"/>
                  </a:cubicBezTo>
                  <a:cubicBezTo>
                    <a:pt x="29" y="51"/>
                    <a:pt x="29" y="51"/>
                    <a:pt x="29" y="51"/>
                  </a:cubicBezTo>
                  <a:cubicBezTo>
                    <a:pt x="0" y="54"/>
                    <a:pt x="0" y="54"/>
                    <a:pt x="0" y="54"/>
                  </a:cubicBezTo>
                  <a:cubicBezTo>
                    <a:pt x="0" y="77"/>
                    <a:pt x="0" y="77"/>
                    <a:pt x="0" y="77"/>
                  </a:cubicBezTo>
                  <a:cubicBezTo>
                    <a:pt x="29" y="82"/>
                    <a:pt x="29" y="82"/>
                    <a:pt x="29" y="82"/>
                  </a:cubicBezTo>
                  <a:cubicBezTo>
                    <a:pt x="37" y="100"/>
                    <a:pt x="37" y="100"/>
                    <a:pt x="37" y="100"/>
                  </a:cubicBezTo>
                  <a:cubicBezTo>
                    <a:pt x="27" y="126"/>
                    <a:pt x="27" y="126"/>
                    <a:pt x="27" y="126"/>
                  </a:cubicBezTo>
                  <a:cubicBezTo>
                    <a:pt x="45" y="138"/>
                    <a:pt x="45" y="138"/>
                    <a:pt x="45" y="138"/>
                  </a:cubicBezTo>
                  <a:cubicBezTo>
                    <a:pt x="63" y="116"/>
                    <a:pt x="63" y="116"/>
                    <a:pt x="63" y="116"/>
                  </a:cubicBezTo>
                  <a:cubicBezTo>
                    <a:pt x="84" y="115"/>
                    <a:pt x="84" y="115"/>
                    <a:pt x="84" y="115"/>
                  </a:cubicBezTo>
                  <a:cubicBezTo>
                    <a:pt x="106" y="137"/>
                    <a:pt x="106" y="137"/>
                    <a:pt x="106" y="137"/>
                  </a:cubicBezTo>
                  <a:cubicBezTo>
                    <a:pt x="123" y="125"/>
                    <a:pt x="123" y="125"/>
                    <a:pt x="123" y="125"/>
                  </a:cubicBezTo>
                  <a:cubicBezTo>
                    <a:pt x="110" y="99"/>
                    <a:pt x="110" y="99"/>
                    <a:pt x="110" y="99"/>
                  </a:cubicBezTo>
                  <a:cubicBezTo>
                    <a:pt x="119" y="82"/>
                    <a:pt x="119" y="82"/>
                    <a:pt x="119" y="82"/>
                  </a:cubicBezTo>
                  <a:cubicBezTo>
                    <a:pt x="146" y="77"/>
                    <a:pt x="146" y="77"/>
                    <a:pt x="146" y="77"/>
                  </a:cubicBezTo>
                  <a:cubicBezTo>
                    <a:pt x="147" y="56"/>
                    <a:pt x="147" y="56"/>
                    <a:pt x="147" y="56"/>
                  </a:cubicBezTo>
                  <a:cubicBezTo>
                    <a:pt x="117" y="52"/>
                    <a:pt x="117" y="52"/>
                    <a:pt x="117" y="52"/>
                  </a:cubicBezTo>
                  <a:lnTo>
                    <a:pt x="112" y="40"/>
                  </a:lnTo>
                  <a:close/>
                  <a:moveTo>
                    <a:pt x="73" y="101"/>
                  </a:moveTo>
                  <a:cubicBezTo>
                    <a:pt x="56" y="101"/>
                    <a:pt x="42" y="87"/>
                    <a:pt x="42" y="69"/>
                  </a:cubicBezTo>
                  <a:cubicBezTo>
                    <a:pt x="42" y="52"/>
                    <a:pt x="56" y="37"/>
                    <a:pt x="73" y="37"/>
                  </a:cubicBezTo>
                  <a:cubicBezTo>
                    <a:pt x="91" y="37"/>
                    <a:pt x="105" y="52"/>
                    <a:pt x="105" y="69"/>
                  </a:cubicBezTo>
                  <a:cubicBezTo>
                    <a:pt x="105" y="87"/>
                    <a:pt x="91" y="101"/>
                    <a:pt x="73" y="10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50" name="Oval 514">
              <a:extLst>
                <a:ext uri="{FF2B5EF4-FFF2-40B4-BE49-F238E27FC236}">
                  <a16:creationId xmlns:a16="http://schemas.microsoft.com/office/drawing/2014/main" id="{F6E733CC-F8CB-4E9A-A312-D1C9DE6E671A}"/>
                </a:ext>
              </a:extLst>
            </p:cNvPr>
            <p:cNvSpPr>
              <a:spLocks noChangeArrowheads="1"/>
            </p:cNvSpPr>
            <p:nvPr/>
          </p:nvSpPr>
          <p:spPr bwMode="auto">
            <a:xfrm>
              <a:off x="7658784" y="5869183"/>
              <a:ext cx="269999" cy="26999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sp>
        <p:nvSpPr>
          <p:cNvPr id="53" name="Freeform 2542">
            <a:extLst>
              <a:ext uri="{FF2B5EF4-FFF2-40B4-BE49-F238E27FC236}">
                <a16:creationId xmlns:a16="http://schemas.microsoft.com/office/drawing/2014/main" id="{15977DF3-8EDC-4A18-8E1E-FFFAAD3C18BE}"/>
              </a:ext>
            </a:extLst>
          </p:cNvPr>
          <p:cNvSpPr>
            <a:spLocks noEditPoints="1"/>
          </p:cNvSpPr>
          <p:nvPr/>
        </p:nvSpPr>
        <p:spPr bwMode="auto">
          <a:xfrm>
            <a:off x="5187745" y="4402096"/>
            <a:ext cx="491351" cy="491351"/>
          </a:xfrm>
          <a:custGeom>
            <a:avLst/>
            <a:gdLst>
              <a:gd name="T0" fmla="*/ 62 w 123"/>
              <a:gd name="T1" fmla="*/ 0 h 123"/>
              <a:gd name="T2" fmla="*/ 0 w 123"/>
              <a:gd name="T3" fmla="*/ 61 h 123"/>
              <a:gd name="T4" fmla="*/ 62 w 123"/>
              <a:gd name="T5" fmla="*/ 123 h 123"/>
              <a:gd name="T6" fmla="*/ 123 w 123"/>
              <a:gd name="T7" fmla="*/ 61 h 123"/>
              <a:gd name="T8" fmla="*/ 62 w 123"/>
              <a:gd name="T9" fmla="*/ 0 h 123"/>
              <a:gd name="T10" fmla="*/ 102 w 123"/>
              <a:gd name="T11" fmla="*/ 74 h 123"/>
              <a:gd name="T12" fmla="*/ 80 w 123"/>
              <a:gd name="T13" fmla="*/ 74 h 123"/>
              <a:gd name="T14" fmla="*/ 73 w 123"/>
              <a:gd name="T15" fmla="*/ 80 h 123"/>
              <a:gd name="T16" fmla="*/ 73 w 123"/>
              <a:gd name="T17" fmla="*/ 102 h 123"/>
              <a:gd name="T18" fmla="*/ 49 w 123"/>
              <a:gd name="T19" fmla="*/ 102 h 123"/>
              <a:gd name="T20" fmla="*/ 49 w 123"/>
              <a:gd name="T21" fmla="*/ 74 h 123"/>
              <a:gd name="T22" fmla="*/ 20 w 123"/>
              <a:gd name="T23" fmla="*/ 74 h 123"/>
              <a:gd name="T24" fmla="*/ 20 w 123"/>
              <a:gd name="T25" fmla="*/ 50 h 123"/>
              <a:gd name="T26" fmla="*/ 49 w 123"/>
              <a:gd name="T27" fmla="*/ 50 h 123"/>
              <a:gd name="T28" fmla="*/ 49 w 123"/>
              <a:gd name="T29" fmla="*/ 21 h 123"/>
              <a:gd name="T30" fmla="*/ 73 w 123"/>
              <a:gd name="T31" fmla="*/ 21 h 123"/>
              <a:gd name="T32" fmla="*/ 73 w 123"/>
              <a:gd name="T33" fmla="*/ 49 h 123"/>
              <a:gd name="T34" fmla="*/ 102 w 123"/>
              <a:gd name="T35" fmla="*/ 49 h 123"/>
              <a:gd name="T36" fmla="*/ 102 w 123"/>
              <a:gd name="T37" fmla="*/ 74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23" h="123">
                <a:moveTo>
                  <a:pt x="62" y="0"/>
                </a:moveTo>
                <a:cubicBezTo>
                  <a:pt x="28" y="0"/>
                  <a:pt x="0" y="27"/>
                  <a:pt x="0" y="61"/>
                </a:cubicBezTo>
                <a:cubicBezTo>
                  <a:pt x="0" y="96"/>
                  <a:pt x="27" y="123"/>
                  <a:pt x="62" y="123"/>
                </a:cubicBezTo>
                <a:cubicBezTo>
                  <a:pt x="95" y="123"/>
                  <a:pt x="123" y="95"/>
                  <a:pt x="123" y="61"/>
                </a:cubicBezTo>
                <a:cubicBezTo>
                  <a:pt x="123" y="28"/>
                  <a:pt x="95" y="0"/>
                  <a:pt x="62" y="0"/>
                </a:cubicBezTo>
                <a:close/>
                <a:moveTo>
                  <a:pt x="102" y="74"/>
                </a:moveTo>
                <a:cubicBezTo>
                  <a:pt x="95" y="74"/>
                  <a:pt x="87" y="74"/>
                  <a:pt x="80" y="74"/>
                </a:cubicBezTo>
                <a:cubicBezTo>
                  <a:pt x="73" y="74"/>
                  <a:pt x="73" y="74"/>
                  <a:pt x="73" y="80"/>
                </a:cubicBezTo>
                <a:cubicBezTo>
                  <a:pt x="73" y="88"/>
                  <a:pt x="73" y="95"/>
                  <a:pt x="73" y="102"/>
                </a:cubicBezTo>
                <a:cubicBezTo>
                  <a:pt x="65" y="102"/>
                  <a:pt x="58" y="102"/>
                  <a:pt x="49" y="102"/>
                </a:cubicBezTo>
                <a:cubicBezTo>
                  <a:pt x="49" y="93"/>
                  <a:pt x="49" y="84"/>
                  <a:pt x="49" y="74"/>
                </a:cubicBezTo>
                <a:cubicBezTo>
                  <a:pt x="39" y="74"/>
                  <a:pt x="30" y="74"/>
                  <a:pt x="20" y="74"/>
                </a:cubicBezTo>
                <a:cubicBezTo>
                  <a:pt x="20" y="66"/>
                  <a:pt x="20" y="58"/>
                  <a:pt x="20" y="50"/>
                </a:cubicBezTo>
                <a:cubicBezTo>
                  <a:pt x="30" y="50"/>
                  <a:pt x="39" y="50"/>
                  <a:pt x="49" y="50"/>
                </a:cubicBezTo>
                <a:cubicBezTo>
                  <a:pt x="49" y="40"/>
                  <a:pt x="49" y="31"/>
                  <a:pt x="49" y="21"/>
                </a:cubicBezTo>
                <a:cubicBezTo>
                  <a:pt x="57" y="21"/>
                  <a:pt x="65" y="21"/>
                  <a:pt x="73" y="21"/>
                </a:cubicBezTo>
                <a:cubicBezTo>
                  <a:pt x="73" y="31"/>
                  <a:pt x="73" y="40"/>
                  <a:pt x="73" y="49"/>
                </a:cubicBezTo>
                <a:cubicBezTo>
                  <a:pt x="83" y="49"/>
                  <a:pt x="92" y="49"/>
                  <a:pt x="102" y="49"/>
                </a:cubicBezTo>
                <a:cubicBezTo>
                  <a:pt x="102" y="58"/>
                  <a:pt x="102" y="65"/>
                  <a:pt x="102" y="7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56" name="组合 55">
            <a:extLst>
              <a:ext uri="{FF2B5EF4-FFF2-40B4-BE49-F238E27FC236}">
                <a16:creationId xmlns:a16="http://schemas.microsoft.com/office/drawing/2014/main" id="{A9C314E9-3D1F-4BE7-B3C8-D9F425B623A1}"/>
              </a:ext>
            </a:extLst>
          </p:cNvPr>
          <p:cNvGrpSpPr/>
          <p:nvPr/>
        </p:nvGrpSpPr>
        <p:grpSpPr>
          <a:xfrm>
            <a:off x="4505407" y="3306647"/>
            <a:ext cx="603573" cy="595632"/>
            <a:chOff x="2310965" y="5594433"/>
            <a:chExt cx="824926" cy="814073"/>
          </a:xfrm>
        </p:grpSpPr>
        <p:sp>
          <p:nvSpPr>
            <p:cNvPr id="57" name="Freeform 1593">
              <a:extLst>
                <a:ext uri="{FF2B5EF4-FFF2-40B4-BE49-F238E27FC236}">
                  <a16:creationId xmlns:a16="http://schemas.microsoft.com/office/drawing/2014/main" id="{FE5AFCC0-DF59-40C7-BD34-09714FC407B9}"/>
                </a:ext>
              </a:extLst>
            </p:cNvPr>
            <p:cNvSpPr>
              <a:spLocks/>
            </p:cNvSpPr>
            <p:nvPr/>
          </p:nvSpPr>
          <p:spPr bwMode="auto">
            <a:xfrm>
              <a:off x="2310965" y="5740967"/>
              <a:ext cx="640404" cy="667539"/>
            </a:xfrm>
            <a:custGeom>
              <a:avLst/>
              <a:gdLst>
                <a:gd name="T0" fmla="*/ 22 w 108"/>
                <a:gd name="T1" fmla="*/ 86 h 113"/>
                <a:gd name="T2" fmla="*/ 108 w 108"/>
                <a:gd name="T3" fmla="*/ 90 h 113"/>
                <a:gd name="T4" fmla="*/ 27 w 108"/>
                <a:gd name="T5" fmla="*/ 0 h 113"/>
                <a:gd name="T6" fmla="*/ 22 w 108"/>
                <a:gd name="T7" fmla="*/ 86 h 113"/>
              </a:gdLst>
              <a:ahLst/>
              <a:cxnLst>
                <a:cxn ang="0">
                  <a:pos x="T0" y="T1"/>
                </a:cxn>
                <a:cxn ang="0">
                  <a:pos x="T2" y="T3"/>
                </a:cxn>
                <a:cxn ang="0">
                  <a:pos x="T4" y="T5"/>
                </a:cxn>
                <a:cxn ang="0">
                  <a:pos x="T6" y="T7"/>
                </a:cxn>
              </a:cxnLst>
              <a:rect l="0" t="0" r="r" b="b"/>
              <a:pathLst>
                <a:path w="108" h="113">
                  <a:moveTo>
                    <a:pt x="22" y="86"/>
                  </a:moveTo>
                  <a:cubicBezTo>
                    <a:pt x="45" y="111"/>
                    <a:pt x="83" y="113"/>
                    <a:pt x="108" y="90"/>
                  </a:cubicBezTo>
                  <a:cubicBezTo>
                    <a:pt x="27" y="0"/>
                    <a:pt x="27" y="0"/>
                    <a:pt x="27" y="0"/>
                  </a:cubicBezTo>
                  <a:cubicBezTo>
                    <a:pt x="2" y="22"/>
                    <a:pt x="0" y="61"/>
                    <a:pt x="22" y="8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58" name="Freeform 1594">
              <a:extLst>
                <a:ext uri="{FF2B5EF4-FFF2-40B4-BE49-F238E27FC236}">
                  <a16:creationId xmlns:a16="http://schemas.microsoft.com/office/drawing/2014/main" id="{2FA40F94-B911-4C45-96C6-ED9F24F62FFF}"/>
                </a:ext>
              </a:extLst>
            </p:cNvPr>
            <p:cNvSpPr>
              <a:spLocks noEditPoints="1"/>
            </p:cNvSpPr>
            <p:nvPr/>
          </p:nvSpPr>
          <p:spPr bwMode="auto">
            <a:xfrm>
              <a:off x="2761419" y="5778955"/>
              <a:ext cx="374472" cy="466736"/>
            </a:xfrm>
            <a:custGeom>
              <a:avLst/>
              <a:gdLst>
                <a:gd name="T0" fmla="*/ 0 w 63"/>
                <a:gd name="T1" fmla="*/ 37 h 79"/>
                <a:gd name="T2" fmla="*/ 38 w 63"/>
                <a:gd name="T3" fmla="*/ 79 h 79"/>
                <a:gd name="T4" fmla="*/ 42 w 63"/>
                <a:gd name="T5" fmla="*/ 0 h 79"/>
                <a:gd name="T6" fmla="*/ 0 w 63"/>
                <a:gd name="T7" fmla="*/ 37 h 79"/>
                <a:gd name="T8" fmla="*/ 38 w 63"/>
                <a:gd name="T9" fmla="*/ 69 h 79"/>
                <a:gd name="T10" fmla="*/ 10 w 63"/>
                <a:gd name="T11" fmla="*/ 38 h 79"/>
                <a:gd name="T12" fmla="*/ 41 w 63"/>
                <a:gd name="T13" fmla="*/ 10 h 79"/>
                <a:gd name="T14" fmla="*/ 38 w 63"/>
                <a:gd name="T15" fmla="*/ 69 h 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79">
                  <a:moveTo>
                    <a:pt x="0" y="37"/>
                  </a:moveTo>
                  <a:cubicBezTo>
                    <a:pt x="38" y="79"/>
                    <a:pt x="38" y="79"/>
                    <a:pt x="38" y="79"/>
                  </a:cubicBezTo>
                  <a:cubicBezTo>
                    <a:pt x="61" y="59"/>
                    <a:pt x="63" y="23"/>
                    <a:pt x="42" y="0"/>
                  </a:cubicBezTo>
                  <a:lnTo>
                    <a:pt x="0" y="37"/>
                  </a:lnTo>
                  <a:close/>
                  <a:moveTo>
                    <a:pt x="38" y="69"/>
                  </a:moveTo>
                  <a:cubicBezTo>
                    <a:pt x="10" y="38"/>
                    <a:pt x="10" y="38"/>
                    <a:pt x="10" y="38"/>
                  </a:cubicBezTo>
                  <a:cubicBezTo>
                    <a:pt x="41" y="10"/>
                    <a:pt x="41" y="10"/>
                    <a:pt x="41" y="10"/>
                  </a:cubicBezTo>
                  <a:cubicBezTo>
                    <a:pt x="53" y="28"/>
                    <a:pt x="52" y="52"/>
                    <a:pt x="38" y="6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59" name="Freeform 1595">
              <a:extLst>
                <a:ext uri="{FF2B5EF4-FFF2-40B4-BE49-F238E27FC236}">
                  <a16:creationId xmlns:a16="http://schemas.microsoft.com/office/drawing/2014/main" id="{36437AA6-4B77-4424-A8C4-839ACEB68548}"/>
                </a:ext>
              </a:extLst>
            </p:cNvPr>
            <p:cNvSpPr>
              <a:spLocks/>
            </p:cNvSpPr>
            <p:nvPr/>
          </p:nvSpPr>
          <p:spPr bwMode="auto">
            <a:xfrm>
              <a:off x="2506345" y="5594433"/>
              <a:ext cx="466736" cy="374472"/>
            </a:xfrm>
            <a:custGeom>
              <a:avLst/>
              <a:gdLst>
                <a:gd name="T0" fmla="*/ 0 w 79"/>
                <a:gd name="T1" fmla="*/ 21 h 63"/>
                <a:gd name="T2" fmla="*/ 37 w 79"/>
                <a:gd name="T3" fmla="*/ 63 h 63"/>
                <a:gd name="T4" fmla="*/ 79 w 79"/>
                <a:gd name="T5" fmla="*/ 25 h 63"/>
                <a:gd name="T6" fmla="*/ 0 w 79"/>
                <a:gd name="T7" fmla="*/ 21 h 63"/>
              </a:gdLst>
              <a:ahLst/>
              <a:cxnLst>
                <a:cxn ang="0">
                  <a:pos x="T0" y="T1"/>
                </a:cxn>
                <a:cxn ang="0">
                  <a:pos x="T2" y="T3"/>
                </a:cxn>
                <a:cxn ang="0">
                  <a:pos x="T4" y="T5"/>
                </a:cxn>
                <a:cxn ang="0">
                  <a:pos x="T6" y="T7"/>
                </a:cxn>
              </a:cxnLst>
              <a:rect l="0" t="0" r="r" b="b"/>
              <a:pathLst>
                <a:path w="79" h="63">
                  <a:moveTo>
                    <a:pt x="0" y="21"/>
                  </a:moveTo>
                  <a:cubicBezTo>
                    <a:pt x="37" y="63"/>
                    <a:pt x="37" y="63"/>
                    <a:pt x="37" y="63"/>
                  </a:cubicBezTo>
                  <a:cubicBezTo>
                    <a:pt x="79" y="25"/>
                    <a:pt x="79" y="25"/>
                    <a:pt x="79" y="25"/>
                  </a:cubicBezTo>
                  <a:cubicBezTo>
                    <a:pt x="58" y="2"/>
                    <a:pt x="23" y="0"/>
                    <a:pt x="0" y="2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62" name="Group 58">
            <a:extLst>
              <a:ext uri="{FF2B5EF4-FFF2-40B4-BE49-F238E27FC236}">
                <a16:creationId xmlns:a16="http://schemas.microsoft.com/office/drawing/2014/main" id="{003BB1C6-C9A9-48AD-9403-6FA92B4A6546}"/>
              </a:ext>
            </a:extLst>
          </p:cNvPr>
          <p:cNvGrpSpPr/>
          <p:nvPr/>
        </p:nvGrpSpPr>
        <p:grpSpPr>
          <a:xfrm>
            <a:off x="6519606" y="4453007"/>
            <a:ext cx="424427" cy="424427"/>
            <a:chOff x="837205" y="3542332"/>
            <a:chExt cx="400024" cy="400024"/>
          </a:xfrm>
          <a:solidFill>
            <a:schemeClr val="bg1"/>
          </a:solidFill>
        </p:grpSpPr>
        <p:sp>
          <p:nvSpPr>
            <p:cNvPr id="63" name="Freeform 85">
              <a:extLst>
                <a:ext uri="{FF2B5EF4-FFF2-40B4-BE49-F238E27FC236}">
                  <a16:creationId xmlns:a16="http://schemas.microsoft.com/office/drawing/2014/main" id="{90931BC6-7BCB-4036-9EFE-A9D54D84AEC2}"/>
                </a:ext>
              </a:extLst>
            </p:cNvPr>
            <p:cNvSpPr>
              <a:spLocks noEditPoints="1"/>
            </p:cNvSpPr>
            <p:nvPr/>
          </p:nvSpPr>
          <p:spPr bwMode="auto">
            <a:xfrm>
              <a:off x="837205" y="3542332"/>
              <a:ext cx="400024" cy="400024"/>
            </a:xfrm>
            <a:custGeom>
              <a:avLst/>
              <a:gdLst>
                <a:gd name="T0" fmla="*/ 116 w 128"/>
                <a:gd name="T1" fmla="*/ 0 h 128"/>
                <a:gd name="T2" fmla="*/ 28 w 128"/>
                <a:gd name="T3" fmla="*/ 0 h 128"/>
                <a:gd name="T4" fmla="*/ 16 w 128"/>
                <a:gd name="T5" fmla="*/ 12 h 128"/>
                <a:gd name="T6" fmla="*/ 16 w 128"/>
                <a:gd name="T7" fmla="*/ 20 h 128"/>
                <a:gd name="T8" fmla="*/ 12 w 128"/>
                <a:gd name="T9" fmla="*/ 20 h 128"/>
                <a:gd name="T10" fmla="*/ 0 w 128"/>
                <a:gd name="T11" fmla="*/ 32 h 128"/>
                <a:gd name="T12" fmla="*/ 0 w 128"/>
                <a:gd name="T13" fmla="*/ 112 h 128"/>
                <a:gd name="T14" fmla="*/ 16 w 128"/>
                <a:gd name="T15" fmla="*/ 128 h 128"/>
                <a:gd name="T16" fmla="*/ 112 w 128"/>
                <a:gd name="T17" fmla="*/ 128 h 128"/>
                <a:gd name="T18" fmla="*/ 128 w 128"/>
                <a:gd name="T19" fmla="*/ 112 h 128"/>
                <a:gd name="T20" fmla="*/ 128 w 128"/>
                <a:gd name="T21" fmla="*/ 12 h 128"/>
                <a:gd name="T22" fmla="*/ 116 w 128"/>
                <a:gd name="T23" fmla="*/ 0 h 128"/>
                <a:gd name="T24" fmla="*/ 120 w 128"/>
                <a:gd name="T25" fmla="*/ 112 h 128"/>
                <a:gd name="T26" fmla="*/ 112 w 128"/>
                <a:gd name="T27" fmla="*/ 120 h 128"/>
                <a:gd name="T28" fmla="*/ 16 w 128"/>
                <a:gd name="T29" fmla="*/ 120 h 128"/>
                <a:gd name="T30" fmla="*/ 8 w 128"/>
                <a:gd name="T31" fmla="*/ 112 h 128"/>
                <a:gd name="T32" fmla="*/ 8 w 128"/>
                <a:gd name="T33" fmla="*/ 32 h 128"/>
                <a:gd name="T34" fmla="*/ 12 w 128"/>
                <a:gd name="T35" fmla="*/ 28 h 128"/>
                <a:gd name="T36" fmla="*/ 16 w 128"/>
                <a:gd name="T37" fmla="*/ 28 h 128"/>
                <a:gd name="T38" fmla="*/ 16 w 128"/>
                <a:gd name="T39" fmla="*/ 108 h 128"/>
                <a:gd name="T40" fmla="*/ 20 w 128"/>
                <a:gd name="T41" fmla="*/ 112 h 128"/>
                <a:gd name="T42" fmla="*/ 24 w 128"/>
                <a:gd name="T43" fmla="*/ 108 h 128"/>
                <a:gd name="T44" fmla="*/ 24 w 128"/>
                <a:gd name="T45" fmla="*/ 12 h 128"/>
                <a:gd name="T46" fmla="*/ 28 w 128"/>
                <a:gd name="T47" fmla="*/ 8 h 128"/>
                <a:gd name="T48" fmla="*/ 116 w 128"/>
                <a:gd name="T49" fmla="*/ 8 h 128"/>
                <a:gd name="T50" fmla="*/ 120 w 128"/>
                <a:gd name="T51" fmla="*/ 12 h 128"/>
                <a:gd name="T52" fmla="*/ 120 w 128"/>
                <a:gd name="T53" fmla="*/ 11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8" h="128">
                  <a:moveTo>
                    <a:pt x="116" y="0"/>
                  </a:moveTo>
                  <a:cubicBezTo>
                    <a:pt x="28" y="0"/>
                    <a:pt x="28" y="0"/>
                    <a:pt x="28" y="0"/>
                  </a:cubicBezTo>
                  <a:cubicBezTo>
                    <a:pt x="21" y="0"/>
                    <a:pt x="16" y="5"/>
                    <a:pt x="16" y="12"/>
                  </a:cubicBezTo>
                  <a:cubicBezTo>
                    <a:pt x="16" y="20"/>
                    <a:pt x="16" y="20"/>
                    <a:pt x="16" y="20"/>
                  </a:cubicBezTo>
                  <a:cubicBezTo>
                    <a:pt x="12" y="20"/>
                    <a:pt x="12" y="20"/>
                    <a:pt x="12" y="20"/>
                  </a:cubicBezTo>
                  <a:cubicBezTo>
                    <a:pt x="5" y="20"/>
                    <a:pt x="0" y="25"/>
                    <a:pt x="0" y="32"/>
                  </a:cubicBezTo>
                  <a:cubicBezTo>
                    <a:pt x="0" y="112"/>
                    <a:pt x="0" y="112"/>
                    <a:pt x="0" y="112"/>
                  </a:cubicBezTo>
                  <a:cubicBezTo>
                    <a:pt x="0" y="121"/>
                    <a:pt x="7" y="128"/>
                    <a:pt x="16" y="128"/>
                  </a:cubicBezTo>
                  <a:cubicBezTo>
                    <a:pt x="112" y="128"/>
                    <a:pt x="112" y="128"/>
                    <a:pt x="112" y="128"/>
                  </a:cubicBezTo>
                  <a:cubicBezTo>
                    <a:pt x="121" y="128"/>
                    <a:pt x="128" y="121"/>
                    <a:pt x="128" y="112"/>
                  </a:cubicBezTo>
                  <a:cubicBezTo>
                    <a:pt x="128" y="12"/>
                    <a:pt x="128" y="12"/>
                    <a:pt x="128" y="12"/>
                  </a:cubicBezTo>
                  <a:cubicBezTo>
                    <a:pt x="128" y="5"/>
                    <a:pt x="123" y="0"/>
                    <a:pt x="116" y="0"/>
                  </a:cubicBezTo>
                  <a:close/>
                  <a:moveTo>
                    <a:pt x="120" y="112"/>
                  </a:moveTo>
                  <a:cubicBezTo>
                    <a:pt x="120" y="116"/>
                    <a:pt x="116" y="120"/>
                    <a:pt x="112" y="120"/>
                  </a:cubicBezTo>
                  <a:cubicBezTo>
                    <a:pt x="16" y="120"/>
                    <a:pt x="16" y="120"/>
                    <a:pt x="16" y="120"/>
                  </a:cubicBezTo>
                  <a:cubicBezTo>
                    <a:pt x="12" y="120"/>
                    <a:pt x="8" y="116"/>
                    <a:pt x="8" y="112"/>
                  </a:cubicBezTo>
                  <a:cubicBezTo>
                    <a:pt x="8" y="32"/>
                    <a:pt x="8" y="32"/>
                    <a:pt x="8" y="32"/>
                  </a:cubicBezTo>
                  <a:cubicBezTo>
                    <a:pt x="8" y="30"/>
                    <a:pt x="10" y="28"/>
                    <a:pt x="12" y="28"/>
                  </a:cubicBezTo>
                  <a:cubicBezTo>
                    <a:pt x="16" y="28"/>
                    <a:pt x="16" y="28"/>
                    <a:pt x="16" y="28"/>
                  </a:cubicBezTo>
                  <a:cubicBezTo>
                    <a:pt x="16" y="108"/>
                    <a:pt x="16" y="108"/>
                    <a:pt x="16" y="108"/>
                  </a:cubicBezTo>
                  <a:cubicBezTo>
                    <a:pt x="16" y="110"/>
                    <a:pt x="18" y="112"/>
                    <a:pt x="20" y="112"/>
                  </a:cubicBezTo>
                  <a:cubicBezTo>
                    <a:pt x="22" y="112"/>
                    <a:pt x="24" y="110"/>
                    <a:pt x="24" y="108"/>
                  </a:cubicBezTo>
                  <a:cubicBezTo>
                    <a:pt x="24" y="12"/>
                    <a:pt x="24" y="12"/>
                    <a:pt x="24" y="12"/>
                  </a:cubicBezTo>
                  <a:cubicBezTo>
                    <a:pt x="24" y="10"/>
                    <a:pt x="26" y="8"/>
                    <a:pt x="28" y="8"/>
                  </a:cubicBezTo>
                  <a:cubicBezTo>
                    <a:pt x="116" y="8"/>
                    <a:pt x="116" y="8"/>
                    <a:pt x="116" y="8"/>
                  </a:cubicBezTo>
                  <a:cubicBezTo>
                    <a:pt x="118" y="8"/>
                    <a:pt x="120" y="10"/>
                    <a:pt x="120" y="12"/>
                  </a:cubicBezTo>
                  <a:lnTo>
                    <a:pt x="120" y="1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4" name="Freeform 86">
              <a:extLst>
                <a:ext uri="{FF2B5EF4-FFF2-40B4-BE49-F238E27FC236}">
                  <a16:creationId xmlns:a16="http://schemas.microsoft.com/office/drawing/2014/main" id="{37C3F37A-CA66-44A4-9C38-B2C33BCDF3CB}"/>
                </a:ext>
              </a:extLst>
            </p:cNvPr>
            <p:cNvSpPr>
              <a:spLocks/>
            </p:cNvSpPr>
            <p:nvPr/>
          </p:nvSpPr>
          <p:spPr bwMode="auto">
            <a:xfrm>
              <a:off x="1074843" y="3692836"/>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5" name="Freeform 87">
              <a:extLst>
                <a:ext uri="{FF2B5EF4-FFF2-40B4-BE49-F238E27FC236}">
                  <a16:creationId xmlns:a16="http://schemas.microsoft.com/office/drawing/2014/main" id="{EE8A144C-91FF-4C4F-8F8A-1A119439817E}"/>
                </a:ext>
              </a:extLst>
            </p:cNvPr>
            <p:cNvSpPr>
              <a:spLocks/>
            </p:cNvSpPr>
            <p:nvPr/>
          </p:nvSpPr>
          <p:spPr bwMode="auto">
            <a:xfrm>
              <a:off x="1074843" y="3655870"/>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6" name="Freeform 88">
              <a:extLst>
                <a:ext uri="{FF2B5EF4-FFF2-40B4-BE49-F238E27FC236}">
                  <a16:creationId xmlns:a16="http://schemas.microsoft.com/office/drawing/2014/main" id="{6526755B-A851-4752-AD7D-E0A7B4732C05}"/>
                </a:ext>
              </a:extLst>
            </p:cNvPr>
            <p:cNvSpPr>
              <a:spLocks/>
            </p:cNvSpPr>
            <p:nvPr/>
          </p:nvSpPr>
          <p:spPr bwMode="auto">
            <a:xfrm>
              <a:off x="1074843" y="3617583"/>
              <a:ext cx="112218" cy="1320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7" name="Freeform 89">
              <a:extLst>
                <a:ext uri="{FF2B5EF4-FFF2-40B4-BE49-F238E27FC236}">
                  <a16:creationId xmlns:a16="http://schemas.microsoft.com/office/drawing/2014/main" id="{0D1FAFD2-F42C-4820-B513-1CD3F1C49301}"/>
                </a:ext>
              </a:extLst>
            </p:cNvPr>
            <p:cNvSpPr>
              <a:spLocks/>
            </p:cNvSpPr>
            <p:nvPr/>
          </p:nvSpPr>
          <p:spPr bwMode="auto">
            <a:xfrm>
              <a:off x="937541"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8" name="Freeform 90">
              <a:extLst>
                <a:ext uri="{FF2B5EF4-FFF2-40B4-BE49-F238E27FC236}">
                  <a16:creationId xmlns:a16="http://schemas.microsoft.com/office/drawing/2014/main" id="{FAB80CA7-1BC0-4214-82A1-6BC8AE34AE5C}"/>
                </a:ext>
              </a:extLst>
            </p:cNvPr>
            <p:cNvSpPr>
              <a:spLocks/>
            </p:cNvSpPr>
            <p:nvPr/>
          </p:nvSpPr>
          <p:spPr bwMode="auto">
            <a:xfrm>
              <a:off x="937541"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9" name="Freeform 91">
              <a:extLst>
                <a:ext uri="{FF2B5EF4-FFF2-40B4-BE49-F238E27FC236}">
                  <a16:creationId xmlns:a16="http://schemas.microsoft.com/office/drawing/2014/main" id="{60DEE395-B316-4D65-8A9F-CCDC8CEF0701}"/>
                </a:ext>
              </a:extLst>
            </p:cNvPr>
            <p:cNvSpPr>
              <a:spLocks/>
            </p:cNvSpPr>
            <p:nvPr/>
          </p:nvSpPr>
          <p:spPr bwMode="auto">
            <a:xfrm>
              <a:off x="937541"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0" name="Freeform 92">
              <a:extLst>
                <a:ext uri="{FF2B5EF4-FFF2-40B4-BE49-F238E27FC236}">
                  <a16:creationId xmlns:a16="http://schemas.microsoft.com/office/drawing/2014/main" id="{79BBB053-4017-48D2-9A18-A146D2102E1D}"/>
                </a:ext>
              </a:extLst>
            </p:cNvPr>
            <p:cNvSpPr>
              <a:spLocks/>
            </p:cNvSpPr>
            <p:nvPr/>
          </p:nvSpPr>
          <p:spPr bwMode="auto">
            <a:xfrm>
              <a:off x="1074843"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1" name="Freeform 93">
              <a:extLst>
                <a:ext uri="{FF2B5EF4-FFF2-40B4-BE49-F238E27FC236}">
                  <a16:creationId xmlns:a16="http://schemas.microsoft.com/office/drawing/2014/main" id="{6BFB9D5C-0FFE-4270-8EE0-98F63B971506}"/>
                </a:ext>
              </a:extLst>
            </p:cNvPr>
            <p:cNvSpPr>
              <a:spLocks/>
            </p:cNvSpPr>
            <p:nvPr/>
          </p:nvSpPr>
          <p:spPr bwMode="auto">
            <a:xfrm>
              <a:off x="1074843"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2" name="Freeform 94">
              <a:extLst>
                <a:ext uri="{FF2B5EF4-FFF2-40B4-BE49-F238E27FC236}">
                  <a16:creationId xmlns:a16="http://schemas.microsoft.com/office/drawing/2014/main" id="{973D1DB4-E87A-4C2D-B0A8-605240F4ED1B}"/>
                </a:ext>
              </a:extLst>
            </p:cNvPr>
            <p:cNvSpPr>
              <a:spLocks/>
            </p:cNvSpPr>
            <p:nvPr/>
          </p:nvSpPr>
          <p:spPr bwMode="auto">
            <a:xfrm>
              <a:off x="1074843"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3" name="Freeform 95">
              <a:extLst>
                <a:ext uri="{FF2B5EF4-FFF2-40B4-BE49-F238E27FC236}">
                  <a16:creationId xmlns:a16="http://schemas.microsoft.com/office/drawing/2014/main" id="{5C958EEB-2581-4A1B-BCBB-D7F00DAA6262}"/>
                </a:ext>
              </a:extLst>
            </p:cNvPr>
            <p:cNvSpPr>
              <a:spLocks/>
            </p:cNvSpPr>
            <p:nvPr/>
          </p:nvSpPr>
          <p:spPr bwMode="auto">
            <a:xfrm>
              <a:off x="937541" y="3729802"/>
              <a:ext cx="249520" cy="1320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4" name="Freeform 96">
              <a:extLst>
                <a:ext uri="{FF2B5EF4-FFF2-40B4-BE49-F238E27FC236}">
                  <a16:creationId xmlns:a16="http://schemas.microsoft.com/office/drawing/2014/main" id="{95867E52-2243-45F6-8C82-B2FAABBE2161}"/>
                </a:ext>
              </a:extLst>
            </p:cNvPr>
            <p:cNvSpPr>
              <a:spLocks/>
            </p:cNvSpPr>
            <p:nvPr/>
          </p:nvSpPr>
          <p:spPr bwMode="auto">
            <a:xfrm>
              <a:off x="937541" y="3768087"/>
              <a:ext cx="249520" cy="1188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5" name="Freeform 97">
              <a:extLst>
                <a:ext uri="{FF2B5EF4-FFF2-40B4-BE49-F238E27FC236}">
                  <a16:creationId xmlns:a16="http://schemas.microsoft.com/office/drawing/2014/main" id="{BB5C42DC-15F6-4CB7-9B8A-E692D78EC5CB}"/>
                </a:ext>
              </a:extLst>
            </p:cNvPr>
            <p:cNvSpPr>
              <a:spLocks noEditPoints="1"/>
            </p:cNvSpPr>
            <p:nvPr/>
          </p:nvSpPr>
          <p:spPr bwMode="auto">
            <a:xfrm>
              <a:off x="937541" y="3592500"/>
              <a:ext cx="112218" cy="112218"/>
            </a:xfrm>
            <a:custGeom>
              <a:avLst/>
              <a:gdLst>
                <a:gd name="T0" fmla="*/ 4 w 36"/>
                <a:gd name="T1" fmla="*/ 36 h 36"/>
                <a:gd name="T2" fmla="*/ 32 w 36"/>
                <a:gd name="T3" fmla="*/ 36 h 36"/>
                <a:gd name="T4" fmla="*/ 36 w 36"/>
                <a:gd name="T5" fmla="*/ 32 h 36"/>
                <a:gd name="T6" fmla="*/ 36 w 36"/>
                <a:gd name="T7" fmla="*/ 4 h 36"/>
                <a:gd name="T8" fmla="*/ 32 w 36"/>
                <a:gd name="T9" fmla="*/ 0 h 36"/>
                <a:gd name="T10" fmla="*/ 4 w 36"/>
                <a:gd name="T11" fmla="*/ 0 h 36"/>
                <a:gd name="T12" fmla="*/ 0 w 36"/>
                <a:gd name="T13" fmla="*/ 4 h 36"/>
                <a:gd name="T14" fmla="*/ 0 w 36"/>
                <a:gd name="T15" fmla="*/ 32 h 36"/>
                <a:gd name="T16" fmla="*/ 4 w 36"/>
                <a:gd name="T17" fmla="*/ 36 h 36"/>
                <a:gd name="T18" fmla="*/ 8 w 36"/>
                <a:gd name="T19" fmla="*/ 8 h 36"/>
                <a:gd name="T20" fmla="*/ 28 w 36"/>
                <a:gd name="T21" fmla="*/ 8 h 36"/>
                <a:gd name="T22" fmla="*/ 28 w 36"/>
                <a:gd name="T23" fmla="*/ 28 h 36"/>
                <a:gd name="T24" fmla="*/ 8 w 36"/>
                <a:gd name="T25" fmla="*/ 28 h 36"/>
                <a:gd name="T26" fmla="*/ 8 w 36"/>
                <a:gd name="T27" fmla="*/ 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36">
                  <a:moveTo>
                    <a:pt x="4" y="36"/>
                  </a:moveTo>
                  <a:cubicBezTo>
                    <a:pt x="32" y="36"/>
                    <a:pt x="32" y="36"/>
                    <a:pt x="32" y="36"/>
                  </a:cubicBezTo>
                  <a:cubicBezTo>
                    <a:pt x="34" y="36"/>
                    <a:pt x="36" y="34"/>
                    <a:pt x="36" y="32"/>
                  </a:cubicBezTo>
                  <a:cubicBezTo>
                    <a:pt x="36" y="4"/>
                    <a:pt x="36" y="4"/>
                    <a:pt x="36" y="4"/>
                  </a:cubicBezTo>
                  <a:cubicBezTo>
                    <a:pt x="36" y="2"/>
                    <a:pt x="34" y="0"/>
                    <a:pt x="32" y="0"/>
                  </a:cubicBezTo>
                  <a:cubicBezTo>
                    <a:pt x="4" y="0"/>
                    <a:pt x="4" y="0"/>
                    <a:pt x="4" y="0"/>
                  </a:cubicBezTo>
                  <a:cubicBezTo>
                    <a:pt x="2" y="0"/>
                    <a:pt x="0" y="2"/>
                    <a:pt x="0" y="4"/>
                  </a:cubicBezTo>
                  <a:cubicBezTo>
                    <a:pt x="0" y="32"/>
                    <a:pt x="0" y="32"/>
                    <a:pt x="0" y="32"/>
                  </a:cubicBezTo>
                  <a:cubicBezTo>
                    <a:pt x="0" y="34"/>
                    <a:pt x="2" y="36"/>
                    <a:pt x="4" y="36"/>
                  </a:cubicBezTo>
                  <a:close/>
                  <a:moveTo>
                    <a:pt x="8" y="8"/>
                  </a:moveTo>
                  <a:cubicBezTo>
                    <a:pt x="28" y="8"/>
                    <a:pt x="28" y="8"/>
                    <a:pt x="28" y="8"/>
                  </a:cubicBezTo>
                  <a:cubicBezTo>
                    <a:pt x="28" y="28"/>
                    <a:pt x="28" y="28"/>
                    <a:pt x="28" y="28"/>
                  </a:cubicBezTo>
                  <a:cubicBezTo>
                    <a:pt x="8" y="28"/>
                    <a:pt x="8" y="28"/>
                    <a:pt x="8" y="28"/>
                  </a:cubicBezTo>
                  <a:lnTo>
                    <a:pt x="8"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sp>
        <p:nvSpPr>
          <p:cNvPr id="78" name="Freeform 187">
            <a:extLst>
              <a:ext uri="{FF2B5EF4-FFF2-40B4-BE49-F238E27FC236}">
                <a16:creationId xmlns:a16="http://schemas.microsoft.com/office/drawing/2014/main" id="{8C03003F-13CF-4E51-AD88-FFED6F770975}"/>
              </a:ext>
            </a:extLst>
          </p:cNvPr>
          <p:cNvSpPr>
            <a:spLocks noEditPoints="1"/>
          </p:cNvSpPr>
          <p:nvPr/>
        </p:nvSpPr>
        <p:spPr bwMode="auto">
          <a:xfrm>
            <a:off x="7136167" y="3340427"/>
            <a:ext cx="507478" cy="466501"/>
          </a:xfrm>
          <a:custGeom>
            <a:avLst/>
            <a:gdLst>
              <a:gd name="T0" fmla="*/ 107 w 204"/>
              <a:gd name="T1" fmla="*/ 0 h 188"/>
              <a:gd name="T2" fmla="*/ 0 w 204"/>
              <a:gd name="T3" fmla="*/ 78 h 188"/>
              <a:gd name="T4" fmla="*/ 39 w 204"/>
              <a:gd name="T5" fmla="*/ 139 h 188"/>
              <a:gd name="T6" fmla="*/ 14 w 204"/>
              <a:gd name="T7" fmla="*/ 181 h 188"/>
              <a:gd name="T8" fmla="*/ 86 w 204"/>
              <a:gd name="T9" fmla="*/ 153 h 188"/>
              <a:gd name="T10" fmla="*/ 107 w 204"/>
              <a:gd name="T11" fmla="*/ 156 h 188"/>
              <a:gd name="T12" fmla="*/ 204 w 204"/>
              <a:gd name="T13" fmla="*/ 78 h 188"/>
              <a:gd name="T14" fmla="*/ 107 w 204"/>
              <a:gd name="T15" fmla="*/ 0 h 188"/>
              <a:gd name="T16" fmla="*/ 56 w 204"/>
              <a:gd name="T17" fmla="*/ 93 h 188"/>
              <a:gd name="T18" fmla="*/ 42 w 204"/>
              <a:gd name="T19" fmla="*/ 78 h 188"/>
              <a:gd name="T20" fmla="*/ 56 w 204"/>
              <a:gd name="T21" fmla="*/ 64 h 188"/>
              <a:gd name="T22" fmla="*/ 71 w 204"/>
              <a:gd name="T23" fmla="*/ 78 h 188"/>
              <a:gd name="T24" fmla="*/ 56 w 204"/>
              <a:gd name="T25" fmla="*/ 93 h 188"/>
              <a:gd name="T26" fmla="*/ 103 w 204"/>
              <a:gd name="T27" fmla="*/ 93 h 188"/>
              <a:gd name="T28" fmla="*/ 89 w 204"/>
              <a:gd name="T29" fmla="*/ 78 h 188"/>
              <a:gd name="T30" fmla="*/ 103 w 204"/>
              <a:gd name="T31" fmla="*/ 64 h 188"/>
              <a:gd name="T32" fmla="*/ 117 w 204"/>
              <a:gd name="T33" fmla="*/ 78 h 188"/>
              <a:gd name="T34" fmla="*/ 103 w 204"/>
              <a:gd name="T35" fmla="*/ 93 h 188"/>
              <a:gd name="T36" fmla="*/ 150 w 204"/>
              <a:gd name="T37" fmla="*/ 93 h 188"/>
              <a:gd name="T38" fmla="*/ 136 w 204"/>
              <a:gd name="T39" fmla="*/ 78 h 188"/>
              <a:gd name="T40" fmla="*/ 150 w 204"/>
              <a:gd name="T41" fmla="*/ 64 h 188"/>
              <a:gd name="T42" fmla="*/ 164 w 204"/>
              <a:gd name="T43" fmla="*/ 78 h 188"/>
              <a:gd name="T44" fmla="*/ 150 w 204"/>
              <a:gd name="T45" fmla="*/ 93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4" h="188">
                <a:moveTo>
                  <a:pt x="107" y="0"/>
                </a:moveTo>
                <a:cubicBezTo>
                  <a:pt x="47" y="0"/>
                  <a:pt x="0" y="35"/>
                  <a:pt x="0" y="78"/>
                </a:cubicBezTo>
                <a:cubicBezTo>
                  <a:pt x="0" y="103"/>
                  <a:pt x="15" y="125"/>
                  <a:pt x="39" y="139"/>
                </a:cubicBezTo>
                <a:cubicBezTo>
                  <a:pt x="45" y="142"/>
                  <a:pt x="45" y="167"/>
                  <a:pt x="14" y="181"/>
                </a:cubicBezTo>
                <a:cubicBezTo>
                  <a:pt x="14" y="181"/>
                  <a:pt x="58" y="188"/>
                  <a:pt x="86" y="153"/>
                </a:cubicBezTo>
                <a:cubicBezTo>
                  <a:pt x="93" y="154"/>
                  <a:pt x="100" y="156"/>
                  <a:pt x="107" y="156"/>
                </a:cubicBezTo>
                <a:cubicBezTo>
                  <a:pt x="167" y="156"/>
                  <a:pt x="204" y="122"/>
                  <a:pt x="204" y="78"/>
                </a:cubicBezTo>
                <a:cubicBezTo>
                  <a:pt x="204" y="35"/>
                  <a:pt x="167" y="0"/>
                  <a:pt x="107" y="0"/>
                </a:cubicBezTo>
                <a:close/>
                <a:moveTo>
                  <a:pt x="56" y="93"/>
                </a:moveTo>
                <a:cubicBezTo>
                  <a:pt x="48" y="93"/>
                  <a:pt x="42" y="86"/>
                  <a:pt x="42" y="78"/>
                </a:cubicBezTo>
                <a:cubicBezTo>
                  <a:pt x="42" y="70"/>
                  <a:pt x="48" y="64"/>
                  <a:pt x="56" y="64"/>
                </a:cubicBezTo>
                <a:cubicBezTo>
                  <a:pt x="64" y="64"/>
                  <a:pt x="71" y="70"/>
                  <a:pt x="71" y="78"/>
                </a:cubicBezTo>
                <a:cubicBezTo>
                  <a:pt x="71" y="86"/>
                  <a:pt x="64" y="93"/>
                  <a:pt x="56" y="93"/>
                </a:cubicBezTo>
                <a:close/>
                <a:moveTo>
                  <a:pt x="103" y="93"/>
                </a:moveTo>
                <a:cubicBezTo>
                  <a:pt x="95" y="93"/>
                  <a:pt x="89" y="86"/>
                  <a:pt x="89" y="78"/>
                </a:cubicBezTo>
                <a:cubicBezTo>
                  <a:pt x="89" y="70"/>
                  <a:pt x="95" y="64"/>
                  <a:pt x="103" y="64"/>
                </a:cubicBezTo>
                <a:cubicBezTo>
                  <a:pt x="111" y="64"/>
                  <a:pt x="117" y="70"/>
                  <a:pt x="117" y="78"/>
                </a:cubicBezTo>
                <a:cubicBezTo>
                  <a:pt x="117" y="86"/>
                  <a:pt x="111" y="93"/>
                  <a:pt x="103" y="93"/>
                </a:cubicBezTo>
                <a:close/>
                <a:moveTo>
                  <a:pt x="150" y="93"/>
                </a:moveTo>
                <a:cubicBezTo>
                  <a:pt x="142" y="93"/>
                  <a:pt x="136" y="86"/>
                  <a:pt x="136" y="78"/>
                </a:cubicBezTo>
                <a:cubicBezTo>
                  <a:pt x="136" y="70"/>
                  <a:pt x="142" y="64"/>
                  <a:pt x="150" y="64"/>
                </a:cubicBezTo>
                <a:cubicBezTo>
                  <a:pt x="158" y="64"/>
                  <a:pt x="164" y="70"/>
                  <a:pt x="164" y="78"/>
                </a:cubicBezTo>
                <a:cubicBezTo>
                  <a:pt x="164" y="86"/>
                  <a:pt x="158" y="93"/>
                  <a:pt x="150" y="93"/>
                </a:cubicBez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1" name="Freeform 12">
            <a:extLst>
              <a:ext uri="{FF2B5EF4-FFF2-40B4-BE49-F238E27FC236}">
                <a16:creationId xmlns:a16="http://schemas.microsoft.com/office/drawing/2014/main" id="{9DA7DF2C-A383-4B6A-961E-91EEA1357220}"/>
              </a:ext>
            </a:extLst>
          </p:cNvPr>
          <p:cNvSpPr>
            <a:spLocks noEditPoints="1"/>
          </p:cNvSpPr>
          <p:nvPr/>
        </p:nvSpPr>
        <p:spPr bwMode="auto">
          <a:xfrm>
            <a:off x="5178326" y="2225107"/>
            <a:ext cx="454905" cy="491360"/>
          </a:xfrm>
          <a:custGeom>
            <a:avLst/>
            <a:gdLst>
              <a:gd name="T0" fmla="*/ 58 w 861"/>
              <a:gd name="T1" fmla="*/ 58 h 930"/>
              <a:gd name="T2" fmla="*/ 144 w 861"/>
              <a:gd name="T3" fmla="*/ 62 h 930"/>
              <a:gd name="T4" fmla="*/ 229 w 861"/>
              <a:gd name="T5" fmla="*/ 56 h 930"/>
              <a:gd name="T6" fmla="*/ 275 w 861"/>
              <a:gd name="T7" fmla="*/ 48 h 930"/>
              <a:gd name="T8" fmla="*/ 367 w 861"/>
              <a:gd name="T9" fmla="*/ 25 h 930"/>
              <a:gd name="T10" fmla="*/ 431 w 861"/>
              <a:gd name="T11" fmla="*/ 0 h 930"/>
              <a:gd name="T12" fmla="*/ 448 w 861"/>
              <a:gd name="T13" fmla="*/ 6 h 930"/>
              <a:gd name="T14" fmla="*/ 542 w 861"/>
              <a:gd name="T15" fmla="*/ 37 h 930"/>
              <a:gd name="T16" fmla="*/ 632 w 861"/>
              <a:gd name="T17" fmla="*/ 56 h 930"/>
              <a:gd name="T18" fmla="*/ 675 w 861"/>
              <a:gd name="T19" fmla="*/ 60 h 930"/>
              <a:gd name="T20" fmla="*/ 761 w 861"/>
              <a:gd name="T21" fmla="*/ 60 h 930"/>
              <a:gd name="T22" fmla="*/ 861 w 861"/>
              <a:gd name="T23" fmla="*/ 50 h 930"/>
              <a:gd name="T24" fmla="*/ 859 w 861"/>
              <a:gd name="T25" fmla="*/ 117 h 930"/>
              <a:gd name="T26" fmla="*/ 851 w 861"/>
              <a:gd name="T27" fmla="*/ 309 h 930"/>
              <a:gd name="T28" fmla="*/ 826 w 861"/>
              <a:gd name="T29" fmla="*/ 469 h 930"/>
              <a:gd name="T30" fmla="*/ 788 w 861"/>
              <a:gd name="T31" fmla="*/ 601 h 930"/>
              <a:gd name="T32" fmla="*/ 765 w 861"/>
              <a:gd name="T33" fmla="*/ 655 h 930"/>
              <a:gd name="T34" fmla="*/ 740 w 861"/>
              <a:gd name="T35" fmla="*/ 705 h 930"/>
              <a:gd name="T36" fmla="*/ 725 w 861"/>
              <a:gd name="T37" fmla="*/ 728 h 930"/>
              <a:gd name="T38" fmla="*/ 694 w 861"/>
              <a:gd name="T39" fmla="*/ 772 h 930"/>
              <a:gd name="T40" fmla="*/ 661 w 861"/>
              <a:gd name="T41" fmla="*/ 809 h 930"/>
              <a:gd name="T42" fmla="*/ 625 w 861"/>
              <a:gd name="T43" fmla="*/ 840 h 930"/>
              <a:gd name="T44" fmla="*/ 567 w 861"/>
              <a:gd name="T45" fmla="*/ 878 h 930"/>
              <a:gd name="T46" fmla="*/ 486 w 861"/>
              <a:gd name="T47" fmla="*/ 915 h 930"/>
              <a:gd name="T48" fmla="*/ 431 w 861"/>
              <a:gd name="T49" fmla="*/ 930 h 930"/>
              <a:gd name="T50" fmla="*/ 419 w 861"/>
              <a:gd name="T51" fmla="*/ 928 h 930"/>
              <a:gd name="T52" fmla="*/ 333 w 861"/>
              <a:gd name="T53" fmla="*/ 899 h 930"/>
              <a:gd name="T54" fmla="*/ 254 w 861"/>
              <a:gd name="T55" fmla="*/ 853 h 930"/>
              <a:gd name="T56" fmla="*/ 219 w 861"/>
              <a:gd name="T57" fmla="*/ 824 h 930"/>
              <a:gd name="T58" fmla="*/ 183 w 861"/>
              <a:gd name="T59" fmla="*/ 790 h 930"/>
              <a:gd name="T60" fmla="*/ 152 w 861"/>
              <a:gd name="T61" fmla="*/ 751 h 930"/>
              <a:gd name="T62" fmla="*/ 123 w 861"/>
              <a:gd name="T63" fmla="*/ 705 h 930"/>
              <a:gd name="T64" fmla="*/ 108 w 861"/>
              <a:gd name="T65" fmla="*/ 680 h 930"/>
              <a:gd name="T66" fmla="*/ 83 w 861"/>
              <a:gd name="T67" fmla="*/ 628 h 930"/>
              <a:gd name="T68" fmla="*/ 52 w 861"/>
              <a:gd name="T69" fmla="*/ 538 h 930"/>
              <a:gd name="T70" fmla="*/ 21 w 861"/>
              <a:gd name="T71" fmla="*/ 392 h 930"/>
              <a:gd name="T72" fmla="*/ 4 w 861"/>
              <a:gd name="T73" fmla="*/ 217 h 930"/>
              <a:gd name="T74" fmla="*/ 0 w 861"/>
              <a:gd name="T75" fmla="*/ 50 h 930"/>
              <a:gd name="T76" fmla="*/ 58 w 861"/>
              <a:gd name="T77" fmla="*/ 58 h 930"/>
              <a:gd name="T78" fmla="*/ 717 w 861"/>
              <a:gd name="T79" fmla="*/ 473 h 930"/>
              <a:gd name="T80" fmla="*/ 732 w 861"/>
              <a:gd name="T81" fmla="*/ 411 h 930"/>
              <a:gd name="T82" fmla="*/ 751 w 861"/>
              <a:gd name="T83" fmla="*/ 263 h 930"/>
              <a:gd name="T84" fmla="*/ 755 w 861"/>
              <a:gd name="T85" fmla="*/ 177 h 930"/>
              <a:gd name="T86" fmla="*/ 688 w 861"/>
              <a:gd name="T87" fmla="*/ 177 h 930"/>
              <a:gd name="T88" fmla="*/ 619 w 861"/>
              <a:gd name="T89" fmla="*/ 171 h 930"/>
              <a:gd name="T90" fmla="*/ 573 w 861"/>
              <a:gd name="T91" fmla="*/ 165 h 930"/>
              <a:gd name="T92" fmla="*/ 479 w 861"/>
              <a:gd name="T93" fmla="*/ 140 h 930"/>
              <a:gd name="T94" fmla="*/ 431 w 861"/>
              <a:gd name="T95" fmla="*/ 473 h 930"/>
              <a:gd name="T96" fmla="*/ 431 w 861"/>
              <a:gd name="T97" fmla="*/ 811 h 930"/>
              <a:gd name="T98" fmla="*/ 144 w 861"/>
              <a:gd name="T99" fmla="*/ 473 h 930"/>
              <a:gd name="T100" fmla="*/ 158 w 861"/>
              <a:gd name="T101" fmla="*/ 521 h 930"/>
              <a:gd name="T102" fmla="*/ 190 w 861"/>
              <a:gd name="T103" fmla="*/ 607 h 930"/>
              <a:gd name="T104" fmla="*/ 208 w 861"/>
              <a:gd name="T105" fmla="*/ 642 h 930"/>
              <a:gd name="T106" fmla="*/ 254 w 861"/>
              <a:gd name="T107" fmla="*/ 705 h 930"/>
              <a:gd name="T108" fmla="*/ 308 w 861"/>
              <a:gd name="T109" fmla="*/ 753 h 930"/>
              <a:gd name="T110" fmla="*/ 367 w 861"/>
              <a:gd name="T111" fmla="*/ 788 h 930"/>
              <a:gd name="T112" fmla="*/ 431 w 861"/>
              <a:gd name="T113" fmla="*/ 811 h 9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61" h="930">
                <a:moveTo>
                  <a:pt x="58" y="58"/>
                </a:moveTo>
                <a:lnTo>
                  <a:pt x="58" y="58"/>
                </a:lnTo>
                <a:lnTo>
                  <a:pt x="100" y="60"/>
                </a:lnTo>
                <a:lnTo>
                  <a:pt x="144" y="62"/>
                </a:lnTo>
                <a:lnTo>
                  <a:pt x="185" y="60"/>
                </a:lnTo>
                <a:lnTo>
                  <a:pt x="229" y="56"/>
                </a:lnTo>
                <a:lnTo>
                  <a:pt x="229" y="56"/>
                </a:lnTo>
                <a:lnTo>
                  <a:pt x="275" y="48"/>
                </a:lnTo>
                <a:lnTo>
                  <a:pt x="321" y="37"/>
                </a:lnTo>
                <a:lnTo>
                  <a:pt x="367" y="25"/>
                </a:lnTo>
                <a:lnTo>
                  <a:pt x="413" y="6"/>
                </a:lnTo>
                <a:lnTo>
                  <a:pt x="431" y="0"/>
                </a:lnTo>
                <a:lnTo>
                  <a:pt x="448" y="6"/>
                </a:lnTo>
                <a:lnTo>
                  <a:pt x="448" y="6"/>
                </a:lnTo>
                <a:lnTo>
                  <a:pt x="494" y="25"/>
                </a:lnTo>
                <a:lnTo>
                  <a:pt x="542" y="37"/>
                </a:lnTo>
                <a:lnTo>
                  <a:pt x="586" y="48"/>
                </a:lnTo>
                <a:lnTo>
                  <a:pt x="632" y="56"/>
                </a:lnTo>
                <a:lnTo>
                  <a:pt x="632" y="56"/>
                </a:lnTo>
                <a:lnTo>
                  <a:pt x="675" y="60"/>
                </a:lnTo>
                <a:lnTo>
                  <a:pt x="719" y="62"/>
                </a:lnTo>
                <a:lnTo>
                  <a:pt x="761" y="60"/>
                </a:lnTo>
                <a:lnTo>
                  <a:pt x="803" y="58"/>
                </a:lnTo>
                <a:lnTo>
                  <a:pt x="861" y="50"/>
                </a:lnTo>
                <a:lnTo>
                  <a:pt x="859" y="117"/>
                </a:lnTo>
                <a:lnTo>
                  <a:pt x="859" y="117"/>
                </a:lnTo>
                <a:lnTo>
                  <a:pt x="857" y="217"/>
                </a:lnTo>
                <a:lnTo>
                  <a:pt x="851" y="309"/>
                </a:lnTo>
                <a:lnTo>
                  <a:pt x="840" y="392"/>
                </a:lnTo>
                <a:lnTo>
                  <a:pt x="826" y="469"/>
                </a:lnTo>
                <a:lnTo>
                  <a:pt x="809" y="538"/>
                </a:lnTo>
                <a:lnTo>
                  <a:pt x="788" y="601"/>
                </a:lnTo>
                <a:lnTo>
                  <a:pt x="778" y="628"/>
                </a:lnTo>
                <a:lnTo>
                  <a:pt x="765" y="655"/>
                </a:lnTo>
                <a:lnTo>
                  <a:pt x="753" y="680"/>
                </a:lnTo>
                <a:lnTo>
                  <a:pt x="740" y="705"/>
                </a:lnTo>
                <a:lnTo>
                  <a:pt x="740" y="705"/>
                </a:lnTo>
                <a:lnTo>
                  <a:pt x="725" y="728"/>
                </a:lnTo>
                <a:lnTo>
                  <a:pt x="709" y="751"/>
                </a:lnTo>
                <a:lnTo>
                  <a:pt x="694" y="772"/>
                </a:lnTo>
                <a:lnTo>
                  <a:pt x="678" y="790"/>
                </a:lnTo>
                <a:lnTo>
                  <a:pt x="661" y="809"/>
                </a:lnTo>
                <a:lnTo>
                  <a:pt x="642" y="824"/>
                </a:lnTo>
                <a:lnTo>
                  <a:pt x="625" y="840"/>
                </a:lnTo>
                <a:lnTo>
                  <a:pt x="607" y="853"/>
                </a:lnTo>
                <a:lnTo>
                  <a:pt x="567" y="878"/>
                </a:lnTo>
                <a:lnTo>
                  <a:pt x="527" y="899"/>
                </a:lnTo>
                <a:lnTo>
                  <a:pt x="486" y="915"/>
                </a:lnTo>
                <a:lnTo>
                  <a:pt x="442" y="928"/>
                </a:lnTo>
                <a:lnTo>
                  <a:pt x="431" y="930"/>
                </a:lnTo>
                <a:lnTo>
                  <a:pt x="419" y="928"/>
                </a:lnTo>
                <a:lnTo>
                  <a:pt x="419" y="928"/>
                </a:lnTo>
                <a:lnTo>
                  <a:pt x="375" y="915"/>
                </a:lnTo>
                <a:lnTo>
                  <a:pt x="333" y="899"/>
                </a:lnTo>
                <a:lnTo>
                  <a:pt x="294" y="878"/>
                </a:lnTo>
                <a:lnTo>
                  <a:pt x="254" y="853"/>
                </a:lnTo>
                <a:lnTo>
                  <a:pt x="235" y="840"/>
                </a:lnTo>
                <a:lnTo>
                  <a:pt x="219" y="824"/>
                </a:lnTo>
                <a:lnTo>
                  <a:pt x="200" y="809"/>
                </a:lnTo>
                <a:lnTo>
                  <a:pt x="183" y="790"/>
                </a:lnTo>
                <a:lnTo>
                  <a:pt x="167" y="772"/>
                </a:lnTo>
                <a:lnTo>
                  <a:pt x="152" y="751"/>
                </a:lnTo>
                <a:lnTo>
                  <a:pt x="137" y="728"/>
                </a:lnTo>
                <a:lnTo>
                  <a:pt x="123" y="705"/>
                </a:lnTo>
                <a:lnTo>
                  <a:pt x="123" y="705"/>
                </a:lnTo>
                <a:lnTo>
                  <a:pt x="108" y="680"/>
                </a:lnTo>
                <a:lnTo>
                  <a:pt x="96" y="655"/>
                </a:lnTo>
                <a:lnTo>
                  <a:pt x="83" y="628"/>
                </a:lnTo>
                <a:lnTo>
                  <a:pt x="73" y="601"/>
                </a:lnTo>
                <a:lnTo>
                  <a:pt x="52" y="538"/>
                </a:lnTo>
                <a:lnTo>
                  <a:pt x="35" y="469"/>
                </a:lnTo>
                <a:lnTo>
                  <a:pt x="21" y="392"/>
                </a:lnTo>
                <a:lnTo>
                  <a:pt x="10" y="309"/>
                </a:lnTo>
                <a:lnTo>
                  <a:pt x="4" y="217"/>
                </a:lnTo>
                <a:lnTo>
                  <a:pt x="2" y="117"/>
                </a:lnTo>
                <a:lnTo>
                  <a:pt x="0" y="50"/>
                </a:lnTo>
                <a:lnTo>
                  <a:pt x="58" y="58"/>
                </a:lnTo>
                <a:lnTo>
                  <a:pt x="58" y="58"/>
                </a:lnTo>
                <a:close/>
                <a:moveTo>
                  <a:pt x="431" y="473"/>
                </a:moveTo>
                <a:lnTo>
                  <a:pt x="717" y="473"/>
                </a:lnTo>
                <a:lnTo>
                  <a:pt x="717" y="473"/>
                </a:lnTo>
                <a:lnTo>
                  <a:pt x="732" y="411"/>
                </a:lnTo>
                <a:lnTo>
                  <a:pt x="742" y="340"/>
                </a:lnTo>
                <a:lnTo>
                  <a:pt x="751" y="263"/>
                </a:lnTo>
                <a:lnTo>
                  <a:pt x="755" y="177"/>
                </a:lnTo>
                <a:lnTo>
                  <a:pt x="755" y="177"/>
                </a:lnTo>
                <a:lnTo>
                  <a:pt x="721" y="179"/>
                </a:lnTo>
                <a:lnTo>
                  <a:pt x="688" y="177"/>
                </a:lnTo>
                <a:lnTo>
                  <a:pt x="653" y="175"/>
                </a:lnTo>
                <a:lnTo>
                  <a:pt x="619" y="171"/>
                </a:lnTo>
                <a:lnTo>
                  <a:pt x="619" y="171"/>
                </a:lnTo>
                <a:lnTo>
                  <a:pt x="573" y="165"/>
                </a:lnTo>
                <a:lnTo>
                  <a:pt x="525" y="154"/>
                </a:lnTo>
                <a:lnTo>
                  <a:pt x="479" y="140"/>
                </a:lnTo>
                <a:lnTo>
                  <a:pt x="431" y="123"/>
                </a:lnTo>
                <a:lnTo>
                  <a:pt x="431" y="473"/>
                </a:lnTo>
                <a:lnTo>
                  <a:pt x="431" y="473"/>
                </a:lnTo>
                <a:close/>
                <a:moveTo>
                  <a:pt x="431" y="811"/>
                </a:moveTo>
                <a:lnTo>
                  <a:pt x="431" y="473"/>
                </a:lnTo>
                <a:lnTo>
                  <a:pt x="144" y="473"/>
                </a:lnTo>
                <a:lnTo>
                  <a:pt x="144" y="473"/>
                </a:lnTo>
                <a:lnTo>
                  <a:pt x="158" y="521"/>
                </a:lnTo>
                <a:lnTo>
                  <a:pt x="173" y="567"/>
                </a:lnTo>
                <a:lnTo>
                  <a:pt x="190" y="607"/>
                </a:lnTo>
                <a:lnTo>
                  <a:pt x="208" y="642"/>
                </a:lnTo>
                <a:lnTo>
                  <a:pt x="208" y="642"/>
                </a:lnTo>
                <a:lnTo>
                  <a:pt x="231" y="676"/>
                </a:lnTo>
                <a:lnTo>
                  <a:pt x="254" y="705"/>
                </a:lnTo>
                <a:lnTo>
                  <a:pt x="281" y="732"/>
                </a:lnTo>
                <a:lnTo>
                  <a:pt x="308" y="753"/>
                </a:lnTo>
                <a:lnTo>
                  <a:pt x="338" y="772"/>
                </a:lnTo>
                <a:lnTo>
                  <a:pt x="367" y="788"/>
                </a:lnTo>
                <a:lnTo>
                  <a:pt x="398" y="801"/>
                </a:lnTo>
                <a:lnTo>
                  <a:pt x="431" y="811"/>
                </a:lnTo>
                <a:lnTo>
                  <a:pt x="431" y="811"/>
                </a:ln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sz="1350">
              <a:solidFill>
                <a:prstClr val="black"/>
              </a:solidFill>
              <a:latin typeface="Impact"/>
              <a:ea typeface="微软雅黑"/>
            </a:endParaRPr>
          </a:p>
        </p:txBody>
      </p:sp>
      <p:sp>
        <p:nvSpPr>
          <p:cNvPr id="82" name="Freeform 2384">
            <a:extLst>
              <a:ext uri="{FF2B5EF4-FFF2-40B4-BE49-F238E27FC236}">
                <a16:creationId xmlns:a16="http://schemas.microsoft.com/office/drawing/2014/main" id="{B4796840-EBCC-40DA-A9EA-0625F6FDE3F8}"/>
              </a:ext>
            </a:extLst>
          </p:cNvPr>
          <p:cNvSpPr>
            <a:spLocks noEditPoints="1"/>
          </p:cNvSpPr>
          <p:nvPr/>
        </p:nvSpPr>
        <p:spPr bwMode="auto">
          <a:xfrm>
            <a:off x="6526811" y="2232701"/>
            <a:ext cx="447894" cy="472196"/>
          </a:xfrm>
          <a:custGeom>
            <a:avLst/>
            <a:gdLst>
              <a:gd name="T0" fmla="*/ 94 w 118"/>
              <a:gd name="T1" fmla="*/ 26 h 125"/>
              <a:gd name="T2" fmla="*/ 75 w 118"/>
              <a:gd name="T3" fmla="*/ 11 h 125"/>
              <a:gd name="T4" fmla="*/ 52 w 118"/>
              <a:gd name="T5" fmla="*/ 6 h 125"/>
              <a:gd name="T6" fmla="*/ 68 w 118"/>
              <a:gd name="T7" fmla="*/ 23 h 125"/>
              <a:gd name="T8" fmla="*/ 90 w 118"/>
              <a:gd name="T9" fmla="*/ 34 h 125"/>
              <a:gd name="T10" fmla="*/ 68 w 118"/>
              <a:gd name="T11" fmla="*/ 59 h 125"/>
              <a:gd name="T12" fmla="*/ 52 w 118"/>
              <a:gd name="T13" fmla="*/ 62 h 125"/>
              <a:gd name="T14" fmla="*/ 29 w 118"/>
              <a:gd name="T15" fmla="*/ 56 h 125"/>
              <a:gd name="T16" fmla="*/ 13 w 118"/>
              <a:gd name="T17" fmla="*/ 44 h 125"/>
              <a:gd name="T18" fmla="*/ 7 w 118"/>
              <a:gd name="T19" fmla="*/ 66 h 125"/>
              <a:gd name="T20" fmla="*/ 11 w 118"/>
              <a:gd name="T21" fmla="*/ 99 h 125"/>
              <a:gd name="T22" fmla="*/ 6 w 118"/>
              <a:gd name="T23" fmla="*/ 119 h 125"/>
              <a:gd name="T24" fmla="*/ 29 w 118"/>
              <a:gd name="T25" fmla="*/ 115 h 125"/>
              <a:gd name="T26" fmla="*/ 21 w 118"/>
              <a:gd name="T27" fmla="*/ 99 h 125"/>
              <a:gd name="T28" fmla="*/ 25 w 118"/>
              <a:gd name="T29" fmla="*/ 65 h 125"/>
              <a:gd name="T30" fmla="*/ 48 w 118"/>
              <a:gd name="T31" fmla="*/ 75 h 125"/>
              <a:gd name="T32" fmla="*/ 71 w 118"/>
              <a:gd name="T33" fmla="*/ 71 h 125"/>
              <a:gd name="T34" fmla="*/ 96 w 118"/>
              <a:gd name="T35" fmla="*/ 50 h 125"/>
              <a:gd name="T36" fmla="*/ 115 w 118"/>
              <a:gd name="T37" fmla="*/ 44 h 125"/>
              <a:gd name="T38" fmla="*/ 100 w 118"/>
              <a:gd name="T39" fmla="*/ 26 h 125"/>
              <a:gd name="T40" fmla="*/ 58 w 118"/>
              <a:gd name="T41" fmla="*/ 13 h 125"/>
              <a:gd name="T42" fmla="*/ 68 w 118"/>
              <a:gd name="T43" fmla="*/ 12 h 125"/>
              <a:gd name="T44" fmla="*/ 8 w 118"/>
              <a:gd name="T45" fmla="*/ 56 h 125"/>
              <a:gd name="T46" fmla="*/ 18 w 118"/>
              <a:gd name="T47" fmla="*/ 56 h 125"/>
              <a:gd name="T48" fmla="*/ 8 w 118"/>
              <a:gd name="T49" fmla="*/ 56 h 125"/>
              <a:gd name="T50" fmla="*/ 17 w 118"/>
              <a:gd name="T51" fmla="*/ 118 h 125"/>
              <a:gd name="T52" fmla="*/ 17 w 118"/>
              <a:gd name="T53" fmla="*/ 107 h 125"/>
              <a:gd name="T54" fmla="*/ 59 w 118"/>
              <a:gd name="T55" fmla="*/ 77 h 125"/>
              <a:gd name="T56" fmla="*/ 59 w 118"/>
              <a:gd name="T57" fmla="*/ 66 h 125"/>
              <a:gd name="T58" fmla="*/ 59 w 118"/>
              <a:gd name="T59" fmla="*/ 77 h 125"/>
              <a:gd name="T60" fmla="*/ 100 w 118"/>
              <a:gd name="T61" fmla="*/ 38 h 125"/>
              <a:gd name="T62" fmla="*/ 110 w 118"/>
              <a:gd name="T63" fmla="*/ 37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8" h="125">
                <a:moveTo>
                  <a:pt x="100" y="26"/>
                </a:moveTo>
                <a:cubicBezTo>
                  <a:pt x="98" y="27"/>
                  <a:pt x="96" y="27"/>
                  <a:pt x="94" y="26"/>
                </a:cubicBezTo>
                <a:cubicBezTo>
                  <a:pt x="89" y="23"/>
                  <a:pt x="84" y="19"/>
                  <a:pt x="78" y="16"/>
                </a:cubicBezTo>
                <a:cubicBezTo>
                  <a:pt x="76" y="15"/>
                  <a:pt x="75" y="14"/>
                  <a:pt x="75" y="11"/>
                </a:cubicBezTo>
                <a:cubicBezTo>
                  <a:pt x="74" y="6"/>
                  <a:pt x="71" y="2"/>
                  <a:pt x="66" y="1"/>
                </a:cubicBezTo>
                <a:cubicBezTo>
                  <a:pt x="60" y="0"/>
                  <a:pt x="55" y="2"/>
                  <a:pt x="52" y="6"/>
                </a:cubicBezTo>
                <a:cubicBezTo>
                  <a:pt x="50" y="11"/>
                  <a:pt x="50" y="17"/>
                  <a:pt x="54" y="20"/>
                </a:cubicBezTo>
                <a:cubicBezTo>
                  <a:pt x="57" y="24"/>
                  <a:pt x="62" y="26"/>
                  <a:pt x="68" y="23"/>
                </a:cubicBezTo>
                <a:cubicBezTo>
                  <a:pt x="70" y="23"/>
                  <a:pt x="71" y="23"/>
                  <a:pt x="73" y="24"/>
                </a:cubicBezTo>
                <a:cubicBezTo>
                  <a:pt x="79" y="27"/>
                  <a:pt x="84" y="31"/>
                  <a:pt x="90" y="34"/>
                </a:cubicBezTo>
                <a:cubicBezTo>
                  <a:pt x="94" y="36"/>
                  <a:pt x="94" y="40"/>
                  <a:pt x="90" y="42"/>
                </a:cubicBezTo>
                <a:cubicBezTo>
                  <a:pt x="83" y="48"/>
                  <a:pt x="75" y="54"/>
                  <a:pt x="68" y="59"/>
                </a:cubicBezTo>
                <a:cubicBezTo>
                  <a:pt x="67" y="60"/>
                  <a:pt x="65" y="60"/>
                  <a:pt x="63" y="60"/>
                </a:cubicBezTo>
                <a:cubicBezTo>
                  <a:pt x="59" y="59"/>
                  <a:pt x="55" y="59"/>
                  <a:pt x="52" y="62"/>
                </a:cubicBezTo>
                <a:cubicBezTo>
                  <a:pt x="50" y="63"/>
                  <a:pt x="49" y="63"/>
                  <a:pt x="47" y="63"/>
                </a:cubicBezTo>
                <a:cubicBezTo>
                  <a:pt x="41" y="60"/>
                  <a:pt x="35" y="58"/>
                  <a:pt x="29" y="56"/>
                </a:cubicBezTo>
                <a:cubicBezTo>
                  <a:pt x="26" y="56"/>
                  <a:pt x="25" y="54"/>
                  <a:pt x="24" y="52"/>
                </a:cubicBezTo>
                <a:cubicBezTo>
                  <a:pt x="23" y="47"/>
                  <a:pt x="18" y="44"/>
                  <a:pt x="13" y="44"/>
                </a:cubicBezTo>
                <a:cubicBezTo>
                  <a:pt x="8" y="44"/>
                  <a:pt x="3" y="48"/>
                  <a:pt x="2" y="53"/>
                </a:cubicBezTo>
                <a:cubicBezTo>
                  <a:pt x="0" y="58"/>
                  <a:pt x="2" y="63"/>
                  <a:pt x="7" y="66"/>
                </a:cubicBezTo>
                <a:cubicBezTo>
                  <a:pt x="9" y="67"/>
                  <a:pt x="9" y="69"/>
                  <a:pt x="10" y="71"/>
                </a:cubicBezTo>
                <a:cubicBezTo>
                  <a:pt x="10" y="80"/>
                  <a:pt x="11" y="89"/>
                  <a:pt x="11" y="99"/>
                </a:cubicBezTo>
                <a:cubicBezTo>
                  <a:pt x="12" y="101"/>
                  <a:pt x="11" y="102"/>
                  <a:pt x="9" y="103"/>
                </a:cubicBezTo>
                <a:cubicBezTo>
                  <a:pt x="5" y="107"/>
                  <a:pt x="3" y="114"/>
                  <a:pt x="6" y="119"/>
                </a:cubicBezTo>
                <a:cubicBezTo>
                  <a:pt x="9" y="123"/>
                  <a:pt x="14" y="125"/>
                  <a:pt x="18" y="125"/>
                </a:cubicBezTo>
                <a:cubicBezTo>
                  <a:pt x="23" y="124"/>
                  <a:pt x="28" y="120"/>
                  <a:pt x="29" y="115"/>
                </a:cubicBezTo>
                <a:cubicBezTo>
                  <a:pt x="30" y="110"/>
                  <a:pt x="28" y="106"/>
                  <a:pt x="23" y="103"/>
                </a:cubicBezTo>
                <a:cubicBezTo>
                  <a:pt x="22" y="102"/>
                  <a:pt x="21" y="100"/>
                  <a:pt x="21" y="99"/>
                </a:cubicBezTo>
                <a:cubicBezTo>
                  <a:pt x="20" y="89"/>
                  <a:pt x="19" y="79"/>
                  <a:pt x="19" y="69"/>
                </a:cubicBezTo>
                <a:cubicBezTo>
                  <a:pt x="18" y="66"/>
                  <a:pt x="22" y="64"/>
                  <a:pt x="25" y="65"/>
                </a:cubicBezTo>
                <a:cubicBezTo>
                  <a:pt x="31" y="67"/>
                  <a:pt x="38" y="69"/>
                  <a:pt x="45" y="72"/>
                </a:cubicBezTo>
                <a:cubicBezTo>
                  <a:pt x="46" y="72"/>
                  <a:pt x="47" y="73"/>
                  <a:pt x="48" y="75"/>
                </a:cubicBezTo>
                <a:cubicBezTo>
                  <a:pt x="49" y="81"/>
                  <a:pt x="55" y="84"/>
                  <a:pt x="61" y="84"/>
                </a:cubicBezTo>
                <a:cubicBezTo>
                  <a:pt x="67" y="83"/>
                  <a:pt x="72" y="78"/>
                  <a:pt x="71" y="71"/>
                </a:cubicBezTo>
                <a:cubicBezTo>
                  <a:pt x="72" y="69"/>
                  <a:pt x="72" y="68"/>
                  <a:pt x="74" y="67"/>
                </a:cubicBezTo>
                <a:cubicBezTo>
                  <a:pt x="81" y="61"/>
                  <a:pt x="88" y="55"/>
                  <a:pt x="96" y="50"/>
                </a:cubicBezTo>
                <a:cubicBezTo>
                  <a:pt x="98" y="48"/>
                  <a:pt x="99" y="48"/>
                  <a:pt x="101" y="49"/>
                </a:cubicBezTo>
                <a:cubicBezTo>
                  <a:pt x="106" y="50"/>
                  <a:pt x="112" y="48"/>
                  <a:pt x="115" y="44"/>
                </a:cubicBezTo>
                <a:cubicBezTo>
                  <a:pt x="118" y="40"/>
                  <a:pt x="117" y="34"/>
                  <a:pt x="114" y="30"/>
                </a:cubicBezTo>
                <a:cubicBezTo>
                  <a:pt x="111" y="25"/>
                  <a:pt x="105" y="24"/>
                  <a:pt x="100" y="26"/>
                </a:cubicBezTo>
                <a:close/>
                <a:moveTo>
                  <a:pt x="63" y="18"/>
                </a:moveTo>
                <a:cubicBezTo>
                  <a:pt x="60" y="18"/>
                  <a:pt x="58" y="15"/>
                  <a:pt x="58" y="13"/>
                </a:cubicBezTo>
                <a:cubicBezTo>
                  <a:pt x="58" y="10"/>
                  <a:pt x="60" y="7"/>
                  <a:pt x="63" y="7"/>
                </a:cubicBezTo>
                <a:cubicBezTo>
                  <a:pt x="66" y="7"/>
                  <a:pt x="68" y="10"/>
                  <a:pt x="68" y="12"/>
                </a:cubicBezTo>
                <a:cubicBezTo>
                  <a:pt x="68" y="15"/>
                  <a:pt x="66" y="18"/>
                  <a:pt x="63" y="18"/>
                </a:cubicBezTo>
                <a:close/>
                <a:moveTo>
                  <a:pt x="8" y="56"/>
                </a:moveTo>
                <a:cubicBezTo>
                  <a:pt x="8" y="53"/>
                  <a:pt x="10" y="51"/>
                  <a:pt x="13" y="51"/>
                </a:cubicBezTo>
                <a:cubicBezTo>
                  <a:pt x="16" y="51"/>
                  <a:pt x="19" y="53"/>
                  <a:pt x="18" y="56"/>
                </a:cubicBezTo>
                <a:cubicBezTo>
                  <a:pt x="18" y="59"/>
                  <a:pt x="16" y="61"/>
                  <a:pt x="13" y="61"/>
                </a:cubicBezTo>
                <a:cubicBezTo>
                  <a:pt x="10" y="61"/>
                  <a:pt x="8" y="58"/>
                  <a:pt x="8" y="56"/>
                </a:cubicBezTo>
                <a:close/>
                <a:moveTo>
                  <a:pt x="22" y="113"/>
                </a:moveTo>
                <a:cubicBezTo>
                  <a:pt x="22" y="116"/>
                  <a:pt x="20" y="118"/>
                  <a:pt x="17" y="118"/>
                </a:cubicBezTo>
                <a:cubicBezTo>
                  <a:pt x="14" y="118"/>
                  <a:pt x="11" y="116"/>
                  <a:pt x="11" y="113"/>
                </a:cubicBezTo>
                <a:cubicBezTo>
                  <a:pt x="11" y="110"/>
                  <a:pt x="14" y="108"/>
                  <a:pt x="17" y="107"/>
                </a:cubicBezTo>
                <a:cubicBezTo>
                  <a:pt x="19" y="107"/>
                  <a:pt x="22" y="110"/>
                  <a:pt x="22" y="113"/>
                </a:cubicBezTo>
                <a:close/>
                <a:moveTo>
                  <a:pt x="59" y="77"/>
                </a:moveTo>
                <a:cubicBezTo>
                  <a:pt x="56" y="77"/>
                  <a:pt x="54" y="75"/>
                  <a:pt x="54" y="72"/>
                </a:cubicBezTo>
                <a:cubicBezTo>
                  <a:pt x="54" y="69"/>
                  <a:pt x="56" y="66"/>
                  <a:pt x="59" y="66"/>
                </a:cubicBezTo>
                <a:cubicBezTo>
                  <a:pt x="62" y="66"/>
                  <a:pt x="64" y="69"/>
                  <a:pt x="64" y="72"/>
                </a:cubicBezTo>
                <a:cubicBezTo>
                  <a:pt x="64" y="74"/>
                  <a:pt x="62" y="77"/>
                  <a:pt x="59" y="77"/>
                </a:cubicBezTo>
                <a:close/>
                <a:moveTo>
                  <a:pt x="105" y="43"/>
                </a:moveTo>
                <a:cubicBezTo>
                  <a:pt x="102" y="43"/>
                  <a:pt x="100" y="40"/>
                  <a:pt x="100" y="38"/>
                </a:cubicBezTo>
                <a:cubicBezTo>
                  <a:pt x="99" y="35"/>
                  <a:pt x="102" y="32"/>
                  <a:pt x="105" y="32"/>
                </a:cubicBezTo>
                <a:cubicBezTo>
                  <a:pt x="108" y="32"/>
                  <a:pt x="110" y="34"/>
                  <a:pt x="110" y="37"/>
                </a:cubicBezTo>
                <a:cubicBezTo>
                  <a:pt x="110" y="40"/>
                  <a:pt x="108" y="42"/>
                  <a:pt x="105" y="4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3" name="矩形 82">
            <a:extLst>
              <a:ext uri="{FF2B5EF4-FFF2-40B4-BE49-F238E27FC236}">
                <a16:creationId xmlns:a16="http://schemas.microsoft.com/office/drawing/2014/main" id="{AB72AF8D-E77E-4C55-94D1-C5E47200FCA3}"/>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60" name="组合 59">
            <a:extLst>
              <a:ext uri="{FF2B5EF4-FFF2-40B4-BE49-F238E27FC236}">
                <a16:creationId xmlns:a16="http://schemas.microsoft.com/office/drawing/2014/main" id="{52A53B1F-552D-403A-8378-849A72873CAA}"/>
              </a:ext>
            </a:extLst>
          </p:cNvPr>
          <p:cNvGrpSpPr/>
          <p:nvPr/>
        </p:nvGrpSpPr>
        <p:grpSpPr>
          <a:xfrm>
            <a:off x="-491832" y="1587"/>
            <a:ext cx="273269" cy="2129816"/>
            <a:chOff x="11681691" y="1513398"/>
            <a:chExt cx="273269" cy="2129816"/>
          </a:xfrm>
        </p:grpSpPr>
        <p:sp>
          <p:nvSpPr>
            <p:cNvPr id="61" name="矩形 60">
              <a:extLst>
                <a:ext uri="{FF2B5EF4-FFF2-40B4-BE49-F238E27FC236}">
                  <a16:creationId xmlns:a16="http://schemas.microsoft.com/office/drawing/2014/main" id="{613B3081-48F9-42E2-9355-E84E71650DCF}"/>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矩形 75">
              <a:extLst>
                <a:ext uri="{FF2B5EF4-FFF2-40B4-BE49-F238E27FC236}">
                  <a16:creationId xmlns:a16="http://schemas.microsoft.com/office/drawing/2014/main" id="{16D2B444-C3DB-486F-B019-6978A30D5BC0}"/>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7" name="矩形 76">
              <a:extLst>
                <a:ext uri="{FF2B5EF4-FFF2-40B4-BE49-F238E27FC236}">
                  <a16:creationId xmlns:a16="http://schemas.microsoft.com/office/drawing/2014/main" id="{173DC9AB-8D68-4C1E-A229-AE77387B938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a:extLst>
                <a:ext uri="{FF2B5EF4-FFF2-40B4-BE49-F238E27FC236}">
                  <a16:creationId xmlns:a16="http://schemas.microsoft.com/office/drawing/2014/main" id="{37895F1C-2307-4C50-8253-EAF63B790C3B}"/>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矩形 79">
              <a:extLst>
                <a:ext uri="{FF2B5EF4-FFF2-40B4-BE49-F238E27FC236}">
                  <a16:creationId xmlns:a16="http://schemas.microsoft.com/office/drawing/2014/main" id="{554583B5-DB29-4EF0-B06E-CF0E86B8E675}"/>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矩形 83">
              <a:extLst>
                <a:ext uri="{FF2B5EF4-FFF2-40B4-BE49-F238E27FC236}">
                  <a16:creationId xmlns:a16="http://schemas.microsoft.com/office/drawing/2014/main" id="{27CF61A6-3A61-4593-9F43-3F4393BD86D8}"/>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矩形 84">
              <a:extLst>
                <a:ext uri="{FF2B5EF4-FFF2-40B4-BE49-F238E27FC236}">
                  <a16:creationId xmlns:a16="http://schemas.microsoft.com/office/drawing/2014/main" id="{AA97E459-5311-4769-8CF4-0ACDBA7A5DE4}"/>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5760510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FEF46A52-7533-4EDD-9E2A-A2C20C590447}"/>
              </a:ext>
            </a:extLst>
          </p:cNvPr>
          <p:cNvSpPr>
            <a:spLocks noGrp="1"/>
          </p:cNvSpPr>
          <p:nvPr>
            <p:ph type="title"/>
          </p:nvPr>
        </p:nvSpPr>
        <p:spPr/>
        <p:txBody>
          <a:bodyPr/>
          <a:lstStyle/>
          <a:p>
            <a:endParaRPr lang="zh-CN" altLang="en-US"/>
          </a:p>
        </p:txBody>
      </p:sp>
      <p:sp>
        <p:nvSpPr>
          <p:cNvPr id="15" name="TextBox 53">
            <a:extLst>
              <a:ext uri="{FF2B5EF4-FFF2-40B4-BE49-F238E27FC236}">
                <a16:creationId xmlns:a16="http://schemas.microsoft.com/office/drawing/2014/main" id="{2221FED9-C804-4809-B08D-B075C581FF0A}"/>
              </a:ext>
            </a:extLst>
          </p:cNvPr>
          <p:cNvSpPr txBox="1"/>
          <p:nvPr/>
        </p:nvSpPr>
        <p:spPr>
          <a:xfrm>
            <a:off x="1060704" y="2087246"/>
            <a:ext cx="2894520" cy="494751"/>
          </a:xfrm>
          <a:prstGeom prst="rect">
            <a:avLst/>
          </a:prstGeom>
          <a:noFill/>
        </p:spPr>
        <p:txBody>
          <a:bodyPr wrap="square" lIns="0" tIns="0" rIns="0" bIns="0" anchor="t" anchorCtr="0">
            <a:spAutoFit/>
          </a:bodyPr>
          <a:lstStyle/>
          <a:p>
            <a:pPr algn="r">
              <a:lnSpc>
                <a:spcPct val="130000"/>
              </a:lnSpc>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6" name="TextBox 54">
            <a:extLst>
              <a:ext uri="{FF2B5EF4-FFF2-40B4-BE49-F238E27FC236}">
                <a16:creationId xmlns:a16="http://schemas.microsoft.com/office/drawing/2014/main" id="{50D7ED79-C34C-4736-856C-7828786DE1D5}"/>
              </a:ext>
            </a:extLst>
          </p:cNvPr>
          <p:cNvSpPr txBox="1"/>
          <p:nvPr/>
        </p:nvSpPr>
        <p:spPr>
          <a:xfrm>
            <a:off x="2725731" y="1804772"/>
            <a:ext cx="1229493" cy="245898"/>
          </a:xfrm>
          <a:prstGeom prst="rect">
            <a:avLst/>
          </a:prstGeom>
          <a:noFill/>
        </p:spPr>
        <p:txBody>
          <a:bodyPr wrap="none" lIns="0" tIns="0" rIns="0" bIns="0">
            <a:normAutofit fontScale="92500" lnSpcReduction="10000"/>
          </a:bodyPr>
          <a:lstStyle/>
          <a:p>
            <a:pPr algn="r"/>
            <a:r>
              <a:rPr lang="zh-CN" altLang="en-US" b="1" dirty="0">
                <a:solidFill>
                  <a:schemeClr val="accent2">
                    <a:lumMod val="100000"/>
                  </a:schemeClr>
                </a:solidFill>
              </a:rPr>
              <a:t>小标题</a:t>
            </a:r>
          </a:p>
        </p:txBody>
      </p:sp>
      <p:sp>
        <p:nvSpPr>
          <p:cNvPr id="13" name="TextBox 56">
            <a:extLst>
              <a:ext uri="{FF2B5EF4-FFF2-40B4-BE49-F238E27FC236}">
                <a16:creationId xmlns:a16="http://schemas.microsoft.com/office/drawing/2014/main" id="{954DB83C-12C0-4C3F-A7A6-3F3B4E91B2C3}"/>
              </a:ext>
            </a:extLst>
          </p:cNvPr>
          <p:cNvSpPr txBox="1"/>
          <p:nvPr/>
        </p:nvSpPr>
        <p:spPr>
          <a:xfrm>
            <a:off x="923354" y="3399498"/>
            <a:ext cx="2870175" cy="494751"/>
          </a:xfrm>
          <a:prstGeom prst="rect">
            <a:avLst/>
          </a:prstGeom>
          <a:noFill/>
        </p:spPr>
        <p:txBody>
          <a:bodyPr wrap="square" lIns="0" tIns="0" rIns="0" bIns="0" anchor="t" anchorCtr="0">
            <a:spAutoFit/>
          </a:bodyPr>
          <a:lstStyle/>
          <a:p>
            <a:pPr algn="r">
              <a:lnSpc>
                <a:spcPct val="130000"/>
              </a:lnSpc>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4" name="TextBox 57">
            <a:extLst>
              <a:ext uri="{FF2B5EF4-FFF2-40B4-BE49-F238E27FC236}">
                <a16:creationId xmlns:a16="http://schemas.microsoft.com/office/drawing/2014/main" id="{B5AFAD28-8CDF-433B-94E4-8FDF6045A49A}"/>
              </a:ext>
            </a:extLst>
          </p:cNvPr>
          <p:cNvSpPr txBox="1"/>
          <p:nvPr/>
        </p:nvSpPr>
        <p:spPr>
          <a:xfrm>
            <a:off x="2564036" y="3110380"/>
            <a:ext cx="1229493" cy="245898"/>
          </a:xfrm>
          <a:prstGeom prst="rect">
            <a:avLst/>
          </a:prstGeom>
          <a:noFill/>
        </p:spPr>
        <p:txBody>
          <a:bodyPr wrap="none" lIns="0" tIns="0" rIns="0" bIns="0">
            <a:normAutofit fontScale="92500" lnSpcReduction="10000"/>
          </a:bodyPr>
          <a:lstStyle/>
          <a:p>
            <a:pPr algn="r"/>
            <a:r>
              <a:rPr lang="zh-CN" altLang="en-US" b="1" dirty="0">
                <a:solidFill>
                  <a:schemeClr val="accent1">
                    <a:lumMod val="100000"/>
                  </a:schemeClr>
                </a:solidFill>
              </a:rPr>
              <a:t>小标题</a:t>
            </a:r>
          </a:p>
        </p:txBody>
      </p:sp>
      <p:sp>
        <p:nvSpPr>
          <p:cNvPr id="11" name="TextBox 59">
            <a:extLst>
              <a:ext uri="{FF2B5EF4-FFF2-40B4-BE49-F238E27FC236}">
                <a16:creationId xmlns:a16="http://schemas.microsoft.com/office/drawing/2014/main" id="{3F9F6440-C09A-4E96-AC5B-D08CE6264483}"/>
              </a:ext>
            </a:extLst>
          </p:cNvPr>
          <p:cNvSpPr txBox="1"/>
          <p:nvPr/>
        </p:nvSpPr>
        <p:spPr>
          <a:xfrm>
            <a:off x="7934472" y="2529890"/>
            <a:ext cx="2869269" cy="494751"/>
          </a:xfrm>
          <a:prstGeom prst="rect">
            <a:avLst/>
          </a:prstGeom>
          <a:noFill/>
        </p:spPr>
        <p:txBody>
          <a:bodyPr wrap="square" lIns="0" tIns="0" rIns="0" bIns="0" anchor="t" anchorCtr="0">
            <a:spAutoFit/>
          </a:bodyPr>
          <a:lstStyle/>
          <a:p>
            <a:pPr>
              <a:lnSpc>
                <a:spcPct val="130000"/>
              </a:lnSpc>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2" name="TextBox 60">
            <a:extLst>
              <a:ext uri="{FF2B5EF4-FFF2-40B4-BE49-F238E27FC236}">
                <a16:creationId xmlns:a16="http://schemas.microsoft.com/office/drawing/2014/main" id="{1E8F67DB-0B24-45A2-818B-A7E94BBCA90B}"/>
              </a:ext>
            </a:extLst>
          </p:cNvPr>
          <p:cNvSpPr txBox="1"/>
          <p:nvPr/>
        </p:nvSpPr>
        <p:spPr>
          <a:xfrm>
            <a:off x="7934473" y="2265704"/>
            <a:ext cx="1229492" cy="245898"/>
          </a:xfrm>
          <a:prstGeom prst="rect">
            <a:avLst/>
          </a:prstGeom>
          <a:noFill/>
        </p:spPr>
        <p:txBody>
          <a:bodyPr wrap="none" lIns="0" tIns="0" rIns="0" bIns="0" anchor="t" anchorCtr="0">
            <a:normAutofit fontScale="92500" lnSpcReduction="10000"/>
          </a:bodyPr>
          <a:lstStyle/>
          <a:p>
            <a:r>
              <a:rPr lang="zh-CN" altLang="en-US" b="1" dirty="0">
                <a:solidFill>
                  <a:schemeClr val="accent3">
                    <a:lumMod val="100000"/>
                  </a:schemeClr>
                </a:solidFill>
              </a:rPr>
              <a:t>小标题</a:t>
            </a:r>
          </a:p>
        </p:txBody>
      </p:sp>
      <p:sp>
        <p:nvSpPr>
          <p:cNvPr id="9" name="TextBox 62">
            <a:extLst>
              <a:ext uri="{FF2B5EF4-FFF2-40B4-BE49-F238E27FC236}">
                <a16:creationId xmlns:a16="http://schemas.microsoft.com/office/drawing/2014/main" id="{94F63D44-50D7-4C61-97B7-B2868A40A996}"/>
              </a:ext>
            </a:extLst>
          </p:cNvPr>
          <p:cNvSpPr txBox="1"/>
          <p:nvPr/>
        </p:nvSpPr>
        <p:spPr>
          <a:xfrm>
            <a:off x="8171311" y="3677965"/>
            <a:ext cx="2869270" cy="494751"/>
          </a:xfrm>
          <a:prstGeom prst="rect">
            <a:avLst/>
          </a:prstGeom>
          <a:noFill/>
        </p:spPr>
        <p:txBody>
          <a:bodyPr wrap="square" lIns="0" tIns="0" rIns="0" bIns="0" anchor="t" anchorCtr="0">
            <a:spAutoFit/>
          </a:bodyPr>
          <a:lstStyle/>
          <a:p>
            <a:pPr>
              <a:lnSpc>
                <a:spcPct val="130000"/>
              </a:lnSpc>
            </a:pPr>
            <a:r>
              <a:rPr lang="zh-CN" altLang="en-US" sz="13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a:t>
            </a:r>
            <a:endParaRPr lang="en-US" altLang="zh-CN" sz="13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0" name="TextBox 63">
            <a:extLst>
              <a:ext uri="{FF2B5EF4-FFF2-40B4-BE49-F238E27FC236}">
                <a16:creationId xmlns:a16="http://schemas.microsoft.com/office/drawing/2014/main" id="{DA466158-C3AF-4CF9-A68B-C749C5775284}"/>
              </a:ext>
            </a:extLst>
          </p:cNvPr>
          <p:cNvSpPr txBox="1"/>
          <p:nvPr/>
        </p:nvSpPr>
        <p:spPr>
          <a:xfrm>
            <a:off x="8171310" y="3413779"/>
            <a:ext cx="1229492" cy="245898"/>
          </a:xfrm>
          <a:prstGeom prst="rect">
            <a:avLst/>
          </a:prstGeom>
          <a:noFill/>
        </p:spPr>
        <p:txBody>
          <a:bodyPr wrap="none" lIns="0" tIns="0" rIns="0" bIns="0" anchor="t" anchorCtr="0">
            <a:normAutofit fontScale="92500" lnSpcReduction="10000"/>
          </a:bodyPr>
          <a:lstStyle/>
          <a:p>
            <a:r>
              <a:rPr lang="zh-CN" altLang="en-US" b="1" dirty="0">
                <a:solidFill>
                  <a:schemeClr val="accent4">
                    <a:lumMod val="100000"/>
                  </a:schemeClr>
                </a:solidFill>
              </a:rPr>
              <a:t>小标题</a:t>
            </a:r>
          </a:p>
        </p:txBody>
      </p:sp>
      <p:grpSp>
        <p:nvGrpSpPr>
          <p:cNvPr id="3" name="组合 2">
            <a:extLst>
              <a:ext uri="{FF2B5EF4-FFF2-40B4-BE49-F238E27FC236}">
                <a16:creationId xmlns:a16="http://schemas.microsoft.com/office/drawing/2014/main" id="{3A66CBDD-0366-4095-95A9-131A34848E8A}"/>
              </a:ext>
            </a:extLst>
          </p:cNvPr>
          <p:cNvGrpSpPr/>
          <p:nvPr/>
        </p:nvGrpSpPr>
        <p:grpSpPr>
          <a:xfrm>
            <a:off x="3830105" y="1294616"/>
            <a:ext cx="4172655" cy="4484224"/>
            <a:chOff x="3830105" y="1514072"/>
            <a:chExt cx="4172655" cy="4484224"/>
          </a:xfrm>
          <a:effectLst/>
        </p:grpSpPr>
        <p:grpSp>
          <p:nvGrpSpPr>
            <p:cNvPr id="17" name="Group 5">
              <a:extLst>
                <a:ext uri="{FF2B5EF4-FFF2-40B4-BE49-F238E27FC236}">
                  <a16:creationId xmlns:a16="http://schemas.microsoft.com/office/drawing/2014/main" id="{95568FA7-B35F-4202-80E9-DE98947B1ABA}"/>
                </a:ext>
              </a:extLst>
            </p:cNvPr>
            <p:cNvGrpSpPr/>
            <p:nvPr/>
          </p:nvGrpSpPr>
          <p:grpSpPr>
            <a:xfrm>
              <a:off x="4893332" y="3967780"/>
              <a:ext cx="2506790" cy="2030516"/>
              <a:chOff x="7684022" y="2465249"/>
              <a:chExt cx="2752725" cy="2384426"/>
            </a:xfrm>
          </p:grpSpPr>
          <p:sp>
            <p:nvSpPr>
              <p:cNvPr id="44" name="Freeform: Shape 7">
                <a:extLst>
                  <a:ext uri="{FF2B5EF4-FFF2-40B4-BE49-F238E27FC236}">
                    <a16:creationId xmlns:a16="http://schemas.microsoft.com/office/drawing/2014/main" id="{DE2F683B-BF5F-4A5C-9C36-A6084EF2472F}"/>
                  </a:ext>
                </a:extLst>
              </p:cNvPr>
              <p:cNvSpPr>
                <a:spLocks/>
              </p:cNvSpPr>
              <p:nvPr/>
            </p:nvSpPr>
            <p:spPr bwMode="auto">
              <a:xfrm>
                <a:off x="8142810" y="2728774"/>
                <a:ext cx="1833563" cy="2120900"/>
              </a:xfrm>
              <a:custGeom>
                <a:avLst/>
                <a:gdLst>
                  <a:gd name="T0" fmla="*/ 577 w 1155"/>
                  <a:gd name="T1" fmla="*/ 0 h 1336"/>
                  <a:gd name="T2" fmla="*/ 0 w 1155"/>
                  <a:gd name="T3" fmla="*/ 335 h 1336"/>
                  <a:gd name="T4" fmla="*/ 0 w 1155"/>
                  <a:gd name="T5" fmla="*/ 1004 h 1336"/>
                  <a:gd name="T6" fmla="*/ 577 w 1155"/>
                  <a:gd name="T7" fmla="*/ 1336 h 1336"/>
                  <a:gd name="T8" fmla="*/ 1155 w 1155"/>
                  <a:gd name="T9" fmla="*/ 1004 h 1336"/>
                  <a:gd name="T10" fmla="*/ 1155 w 1155"/>
                  <a:gd name="T11" fmla="*/ 335 h 1336"/>
                  <a:gd name="T12" fmla="*/ 577 w 1155"/>
                  <a:gd name="T13" fmla="*/ 0 h 1336"/>
                </a:gdLst>
                <a:ahLst/>
                <a:cxnLst>
                  <a:cxn ang="0">
                    <a:pos x="T0" y="T1"/>
                  </a:cxn>
                  <a:cxn ang="0">
                    <a:pos x="T2" y="T3"/>
                  </a:cxn>
                  <a:cxn ang="0">
                    <a:pos x="T4" y="T5"/>
                  </a:cxn>
                  <a:cxn ang="0">
                    <a:pos x="T6" y="T7"/>
                  </a:cxn>
                  <a:cxn ang="0">
                    <a:pos x="T8" y="T9"/>
                  </a:cxn>
                  <a:cxn ang="0">
                    <a:pos x="T10" y="T11"/>
                  </a:cxn>
                  <a:cxn ang="0">
                    <a:pos x="T12" y="T13"/>
                  </a:cxn>
                </a:cxnLst>
                <a:rect l="0" t="0" r="r" b="b"/>
                <a:pathLst>
                  <a:path w="1155" h="1336">
                    <a:moveTo>
                      <a:pt x="577" y="0"/>
                    </a:moveTo>
                    <a:lnTo>
                      <a:pt x="0" y="335"/>
                    </a:lnTo>
                    <a:lnTo>
                      <a:pt x="0" y="1004"/>
                    </a:lnTo>
                    <a:lnTo>
                      <a:pt x="577" y="1336"/>
                    </a:lnTo>
                    <a:lnTo>
                      <a:pt x="1155" y="1004"/>
                    </a:lnTo>
                    <a:lnTo>
                      <a:pt x="1155" y="335"/>
                    </a:lnTo>
                    <a:lnTo>
                      <a:pt x="577" y="0"/>
                    </a:lnTo>
                    <a:close/>
                  </a:path>
                </a:pathLst>
              </a:custGeom>
              <a:solidFill>
                <a:schemeClr val="accent1">
                  <a:lumMod val="40000"/>
                  <a:lumOff val="60000"/>
                </a:schemeClr>
              </a:solidFill>
              <a:ln>
                <a:noFill/>
              </a:ln>
            </p:spPr>
            <p:txBody>
              <a:bodyPr anchor="ctr"/>
              <a:lstStyle/>
              <a:p>
                <a:pPr algn="ctr"/>
                <a:endParaRPr/>
              </a:p>
            </p:txBody>
          </p:sp>
          <p:sp>
            <p:nvSpPr>
              <p:cNvPr id="45" name="Freeform: Shape 8">
                <a:extLst>
                  <a:ext uri="{FF2B5EF4-FFF2-40B4-BE49-F238E27FC236}">
                    <a16:creationId xmlns:a16="http://schemas.microsoft.com/office/drawing/2014/main" id="{9F3B48DD-8329-4F99-B035-2896D97E83DD}"/>
                  </a:ext>
                </a:extLst>
              </p:cNvPr>
              <p:cNvSpPr>
                <a:spLocks/>
              </p:cNvSpPr>
              <p:nvPr/>
            </p:nvSpPr>
            <p:spPr bwMode="auto">
              <a:xfrm>
                <a:off x="8142810" y="2728774"/>
                <a:ext cx="1833563" cy="1058863"/>
              </a:xfrm>
              <a:custGeom>
                <a:avLst/>
                <a:gdLst>
                  <a:gd name="T0" fmla="*/ 1155 w 1155"/>
                  <a:gd name="T1" fmla="*/ 335 h 667"/>
                  <a:gd name="T2" fmla="*/ 1155 w 1155"/>
                  <a:gd name="T3" fmla="*/ 335 h 667"/>
                  <a:gd name="T4" fmla="*/ 1155 w 1155"/>
                  <a:gd name="T5" fmla="*/ 335 h 667"/>
                  <a:gd name="T6" fmla="*/ 577 w 1155"/>
                  <a:gd name="T7" fmla="*/ 0 h 667"/>
                  <a:gd name="T8" fmla="*/ 3 w 1155"/>
                  <a:gd name="T9" fmla="*/ 335 h 667"/>
                  <a:gd name="T10" fmla="*/ 0 w 1155"/>
                  <a:gd name="T11" fmla="*/ 335 h 667"/>
                  <a:gd name="T12" fmla="*/ 0 w 1155"/>
                  <a:gd name="T13" fmla="*/ 335 h 667"/>
                  <a:gd name="T14" fmla="*/ 0 w 1155"/>
                  <a:gd name="T15" fmla="*/ 335 h 667"/>
                  <a:gd name="T16" fmla="*/ 3 w 1155"/>
                  <a:gd name="T17" fmla="*/ 335 h 667"/>
                  <a:gd name="T18" fmla="*/ 577 w 1155"/>
                  <a:gd name="T19" fmla="*/ 667 h 667"/>
                  <a:gd name="T20" fmla="*/ 1155 w 1155"/>
                  <a:gd name="T21" fmla="*/ 335 h 667"/>
                  <a:gd name="T22" fmla="*/ 1155 w 1155"/>
                  <a:gd name="T23" fmla="*/ 335 h 667"/>
                  <a:gd name="T24" fmla="*/ 1155 w 1155"/>
                  <a:gd name="T25" fmla="*/ 335 h 6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55" h="667">
                    <a:moveTo>
                      <a:pt x="1155" y="335"/>
                    </a:moveTo>
                    <a:lnTo>
                      <a:pt x="1155" y="335"/>
                    </a:lnTo>
                    <a:lnTo>
                      <a:pt x="1155" y="335"/>
                    </a:lnTo>
                    <a:lnTo>
                      <a:pt x="577" y="0"/>
                    </a:lnTo>
                    <a:lnTo>
                      <a:pt x="3" y="335"/>
                    </a:lnTo>
                    <a:lnTo>
                      <a:pt x="0" y="335"/>
                    </a:lnTo>
                    <a:lnTo>
                      <a:pt x="0" y="335"/>
                    </a:lnTo>
                    <a:lnTo>
                      <a:pt x="0" y="335"/>
                    </a:lnTo>
                    <a:lnTo>
                      <a:pt x="3" y="335"/>
                    </a:lnTo>
                    <a:lnTo>
                      <a:pt x="577" y="667"/>
                    </a:lnTo>
                    <a:lnTo>
                      <a:pt x="1155" y="335"/>
                    </a:lnTo>
                    <a:lnTo>
                      <a:pt x="1155" y="335"/>
                    </a:lnTo>
                    <a:lnTo>
                      <a:pt x="1155" y="335"/>
                    </a:lnTo>
                    <a:close/>
                  </a:path>
                </a:pathLst>
              </a:custGeom>
              <a:solidFill>
                <a:schemeClr val="accent1"/>
              </a:solidFill>
              <a:ln>
                <a:noFill/>
              </a:ln>
            </p:spPr>
            <p:txBody>
              <a:bodyPr anchor="ctr"/>
              <a:lstStyle/>
              <a:p>
                <a:pPr algn="ctr"/>
                <a:endParaRPr/>
              </a:p>
            </p:txBody>
          </p:sp>
          <p:sp>
            <p:nvSpPr>
              <p:cNvPr id="46" name="Freeform: Shape 9">
                <a:extLst>
                  <a:ext uri="{FF2B5EF4-FFF2-40B4-BE49-F238E27FC236}">
                    <a16:creationId xmlns:a16="http://schemas.microsoft.com/office/drawing/2014/main" id="{60F1A287-955C-410A-A65F-A290FE5303E9}"/>
                  </a:ext>
                </a:extLst>
              </p:cNvPr>
              <p:cNvSpPr>
                <a:spLocks/>
              </p:cNvSpPr>
              <p:nvPr/>
            </p:nvSpPr>
            <p:spPr bwMode="auto">
              <a:xfrm>
                <a:off x="8142810" y="3260587"/>
                <a:ext cx="919163" cy="1589088"/>
              </a:xfrm>
              <a:custGeom>
                <a:avLst/>
                <a:gdLst>
                  <a:gd name="T0" fmla="*/ 3 w 579"/>
                  <a:gd name="T1" fmla="*/ 0 h 1001"/>
                  <a:gd name="T2" fmla="*/ 0 w 579"/>
                  <a:gd name="T3" fmla="*/ 0 h 1001"/>
                  <a:gd name="T4" fmla="*/ 0 w 579"/>
                  <a:gd name="T5" fmla="*/ 669 h 1001"/>
                  <a:gd name="T6" fmla="*/ 577 w 579"/>
                  <a:gd name="T7" fmla="*/ 1001 h 1001"/>
                  <a:gd name="T8" fmla="*/ 579 w 579"/>
                  <a:gd name="T9" fmla="*/ 1001 h 1001"/>
                  <a:gd name="T10" fmla="*/ 579 w 579"/>
                  <a:gd name="T11" fmla="*/ 332 h 1001"/>
                  <a:gd name="T12" fmla="*/ 577 w 579"/>
                  <a:gd name="T13" fmla="*/ 332 h 1001"/>
                  <a:gd name="T14" fmla="*/ 3 w 579"/>
                  <a:gd name="T15" fmla="*/ 0 h 10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79" h="1001">
                    <a:moveTo>
                      <a:pt x="3" y="0"/>
                    </a:moveTo>
                    <a:lnTo>
                      <a:pt x="0" y="0"/>
                    </a:lnTo>
                    <a:lnTo>
                      <a:pt x="0" y="669"/>
                    </a:lnTo>
                    <a:lnTo>
                      <a:pt x="577" y="1001"/>
                    </a:lnTo>
                    <a:lnTo>
                      <a:pt x="579" y="1001"/>
                    </a:lnTo>
                    <a:lnTo>
                      <a:pt x="579" y="332"/>
                    </a:lnTo>
                    <a:lnTo>
                      <a:pt x="577" y="332"/>
                    </a:lnTo>
                    <a:lnTo>
                      <a:pt x="3" y="0"/>
                    </a:lnTo>
                    <a:close/>
                  </a:path>
                </a:pathLst>
              </a:custGeom>
              <a:solidFill>
                <a:schemeClr val="accent1"/>
              </a:solidFill>
              <a:ln>
                <a:noFill/>
              </a:ln>
            </p:spPr>
            <p:txBody>
              <a:bodyPr anchor="ctr"/>
              <a:lstStyle/>
              <a:p>
                <a:pPr algn="ctr"/>
                <a:endParaRPr/>
              </a:p>
            </p:txBody>
          </p:sp>
          <p:sp>
            <p:nvSpPr>
              <p:cNvPr id="47" name="Freeform: Shape 10">
                <a:extLst>
                  <a:ext uri="{FF2B5EF4-FFF2-40B4-BE49-F238E27FC236}">
                    <a16:creationId xmlns:a16="http://schemas.microsoft.com/office/drawing/2014/main" id="{47F46587-E14F-41F3-A63A-DAE062FCA71C}"/>
                  </a:ext>
                </a:extLst>
              </p:cNvPr>
              <p:cNvSpPr>
                <a:spLocks/>
              </p:cNvSpPr>
              <p:nvPr/>
            </p:nvSpPr>
            <p:spPr bwMode="auto">
              <a:xfrm>
                <a:off x="8142810" y="2728774"/>
                <a:ext cx="919163" cy="1058863"/>
              </a:xfrm>
              <a:custGeom>
                <a:avLst/>
                <a:gdLst>
                  <a:gd name="T0" fmla="*/ 579 w 579"/>
                  <a:gd name="T1" fmla="*/ 3 h 667"/>
                  <a:gd name="T2" fmla="*/ 577 w 579"/>
                  <a:gd name="T3" fmla="*/ 0 h 667"/>
                  <a:gd name="T4" fmla="*/ 3 w 579"/>
                  <a:gd name="T5" fmla="*/ 335 h 667"/>
                  <a:gd name="T6" fmla="*/ 0 w 579"/>
                  <a:gd name="T7" fmla="*/ 335 h 667"/>
                  <a:gd name="T8" fmla="*/ 0 w 579"/>
                  <a:gd name="T9" fmla="*/ 335 h 667"/>
                  <a:gd name="T10" fmla="*/ 0 w 579"/>
                  <a:gd name="T11" fmla="*/ 335 h 667"/>
                  <a:gd name="T12" fmla="*/ 3 w 579"/>
                  <a:gd name="T13" fmla="*/ 335 h 667"/>
                  <a:gd name="T14" fmla="*/ 577 w 579"/>
                  <a:gd name="T15" fmla="*/ 667 h 667"/>
                  <a:gd name="T16" fmla="*/ 579 w 579"/>
                  <a:gd name="T17" fmla="*/ 667 h 667"/>
                  <a:gd name="T18" fmla="*/ 579 w 579"/>
                  <a:gd name="T19" fmla="*/ 3 h 6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79" h="667">
                    <a:moveTo>
                      <a:pt x="579" y="3"/>
                    </a:moveTo>
                    <a:lnTo>
                      <a:pt x="577" y="0"/>
                    </a:lnTo>
                    <a:lnTo>
                      <a:pt x="3" y="335"/>
                    </a:lnTo>
                    <a:lnTo>
                      <a:pt x="0" y="335"/>
                    </a:lnTo>
                    <a:lnTo>
                      <a:pt x="0" y="335"/>
                    </a:lnTo>
                    <a:lnTo>
                      <a:pt x="0" y="335"/>
                    </a:lnTo>
                    <a:lnTo>
                      <a:pt x="3" y="335"/>
                    </a:lnTo>
                    <a:lnTo>
                      <a:pt x="577" y="667"/>
                    </a:lnTo>
                    <a:lnTo>
                      <a:pt x="579" y="667"/>
                    </a:lnTo>
                    <a:lnTo>
                      <a:pt x="579" y="3"/>
                    </a:lnTo>
                    <a:close/>
                  </a:path>
                </a:pathLst>
              </a:custGeom>
              <a:solidFill>
                <a:schemeClr val="accent1">
                  <a:lumMod val="75000"/>
                </a:schemeClr>
              </a:solidFill>
              <a:ln>
                <a:noFill/>
              </a:ln>
            </p:spPr>
            <p:txBody>
              <a:bodyPr anchor="ctr"/>
              <a:lstStyle/>
              <a:p>
                <a:pPr algn="ctr"/>
                <a:endParaRPr/>
              </a:p>
            </p:txBody>
          </p:sp>
          <p:sp>
            <p:nvSpPr>
              <p:cNvPr id="48" name="Freeform: Shape 11">
                <a:extLst>
                  <a:ext uri="{FF2B5EF4-FFF2-40B4-BE49-F238E27FC236}">
                    <a16:creationId xmlns:a16="http://schemas.microsoft.com/office/drawing/2014/main" id="{42393416-B1CF-4462-8CC3-17D2AF54BF88}"/>
                  </a:ext>
                </a:extLst>
              </p:cNvPr>
              <p:cNvSpPr>
                <a:spLocks/>
              </p:cNvSpPr>
              <p:nvPr/>
            </p:nvSpPr>
            <p:spPr bwMode="auto">
              <a:xfrm>
                <a:off x="7684022" y="2465249"/>
                <a:ext cx="1374775" cy="795338"/>
              </a:xfrm>
              <a:custGeom>
                <a:avLst/>
                <a:gdLst>
                  <a:gd name="T0" fmla="*/ 0 w 866"/>
                  <a:gd name="T1" fmla="*/ 335 h 501"/>
                  <a:gd name="T2" fmla="*/ 289 w 866"/>
                  <a:gd name="T3" fmla="*/ 501 h 501"/>
                  <a:gd name="T4" fmla="*/ 866 w 866"/>
                  <a:gd name="T5" fmla="*/ 166 h 501"/>
                  <a:gd name="T6" fmla="*/ 579 w 866"/>
                  <a:gd name="T7" fmla="*/ 0 h 501"/>
                  <a:gd name="T8" fmla="*/ 0 w 866"/>
                  <a:gd name="T9" fmla="*/ 335 h 501"/>
                </a:gdLst>
                <a:ahLst/>
                <a:cxnLst>
                  <a:cxn ang="0">
                    <a:pos x="T0" y="T1"/>
                  </a:cxn>
                  <a:cxn ang="0">
                    <a:pos x="T2" y="T3"/>
                  </a:cxn>
                  <a:cxn ang="0">
                    <a:pos x="T4" y="T5"/>
                  </a:cxn>
                  <a:cxn ang="0">
                    <a:pos x="T6" y="T7"/>
                  </a:cxn>
                  <a:cxn ang="0">
                    <a:pos x="T8" y="T9"/>
                  </a:cxn>
                </a:cxnLst>
                <a:rect l="0" t="0" r="r" b="b"/>
                <a:pathLst>
                  <a:path w="866" h="501">
                    <a:moveTo>
                      <a:pt x="0" y="335"/>
                    </a:moveTo>
                    <a:lnTo>
                      <a:pt x="289" y="501"/>
                    </a:lnTo>
                    <a:lnTo>
                      <a:pt x="866" y="166"/>
                    </a:lnTo>
                    <a:lnTo>
                      <a:pt x="579" y="0"/>
                    </a:lnTo>
                    <a:lnTo>
                      <a:pt x="0" y="335"/>
                    </a:lnTo>
                    <a:close/>
                  </a:path>
                </a:pathLst>
              </a:custGeom>
              <a:solidFill>
                <a:schemeClr val="accent1">
                  <a:lumMod val="60000"/>
                  <a:lumOff val="40000"/>
                </a:schemeClr>
              </a:solidFill>
              <a:ln>
                <a:noFill/>
              </a:ln>
            </p:spPr>
            <p:txBody>
              <a:bodyPr anchor="ctr"/>
              <a:lstStyle/>
              <a:p>
                <a:pPr algn="ctr"/>
                <a:endParaRPr/>
              </a:p>
            </p:txBody>
          </p:sp>
          <p:sp>
            <p:nvSpPr>
              <p:cNvPr id="49" name="Freeform: Shape 12">
                <a:extLst>
                  <a:ext uri="{FF2B5EF4-FFF2-40B4-BE49-F238E27FC236}">
                    <a16:creationId xmlns:a16="http://schemas.microsoft.com/office/drawing/2014/main" id="{16FE7179-95DB-4CEC-8FA2-8B6F28D8D0EB}"/>
                  </a:ext>
                </a:extLst>
              </p:cNvPr>
              <p:cNvSpPr>
                <a:spLocks/>
              </p:cNvSpPr>
              <p:nvPr/>
            </p:nvSpPr>
            <p:spPr bwMode="auto">
              <a:xfrm>
                <a:off x="9061972" y="2465249"/>
                <a:ext cx="1374775" cy="795338"/>
              </a:xfrm>
              <a:custGeom>
                <a:avLst/>
                <a:gdLst>
                  <a:gd name="T0" fmla="*/ 866 w 866"/>
                  <a:gd name="T1" fmla="*/ 335 h 501"/>
                  <a:gd name="T2" fmla="*/ 576 w 866"/>
                  <a:gd name="T3" fmla="*/ 501 h 501"/>
                  <a:gd name="T4" fmla="*/ 0 w 866"/>
                  <a:gd name="T5" fmla="*/ 169 h 501"/>
                  <a:gd name="T6" fmla="*/ 287 w 866"/>
                  <a:gd name="T7" fmla="*/ 0 h 501"/>
                  <a:gd name="T8" fmla="*/ 866 w 866"/>
                  <a:gd name="T9" fmla="*/ 335 h 501"/>
                </a:gdLst>
                <a:ahLst/>
                <a:cxnLst>
                  <a:cxn ang="0">
                    <a:pos x="T0" y="T1"/>
                  </a:cxn>
                  <a:cxn ang="0">
                    <a:pos x="T2" y="T3"/>
                  </a:cxn>
                  <a:cxn ang="0">
                    <a:pos x="T4" y="T5"/>
                  </a:cxn>
                  <a:cxn ang="0">
                    <a:pos x="T6" y="T7"/>
                  </a:cxn>
                  <a:cxn ang="0">
                    <a:pos x="T8" y="T9"/>
                  </a:cxn>
                </a:cxnLst>
                <a:rect l="0" t="0" r="r" b="b"/>
                <a:pathLst>
                  <a:path w="866" h="501">
                    <a:moveTo>
                      <a:pt x="866" y="335"/>
                    </a:moveTo>
                    <a:lnTo>
                      <a:pt x="576" y="501"/>
                    </a:lnTo>
                    <a:lnTo>
                      <a:pt x="0" y="169"/>
                    </a:lnTo>
                    <a:lnTo>
                      <a:pt x="287" y="0"/>
                    </a:lnTo>
                    <a:lnTo>
                      <a:pt x="866" y="335"/>
                    </a:lnTo>
                    <a:close/>
                  </a:path>
                </a:pathLst>
              </a:custGeom>
              <a:solidFill>
                <a:schemeClr val="accent1">
                  <a:lumMod val="60000"/>
                  <a:lumOff val="40000"/>
                </a:schemeClr>
              </a:solidFill>
              <a:ln>
                <a:noFill/>
              </a:ln>
            </p:spPr>
            <p:txBody>
              <a:bodyPr anchor="ctr"/>
              <a:lstStyle/>
              <a:p>
                <a:pPr algn="ctr"/>
                <a:endParaRPr/>
              </a:p>
            </p:txBody>
          </p:sp>
          <p:sp>
            <p:nvSpPr>
              <p:cNvPr id="50" name="Freeform: Shape 13">
                <a:extLst>
                  <a:ext uri="{FF2B5EF4-FFF2-40B4-BE49-F238E27FC236}">
                    <a16:creationId xmlns:a16="http://schemas.microsoft.com/office/drawing/2014/main" id="{970983C0-8D2F-479C-850D-CB98FC42F37F}"/>
                  </a:ext>
                </a:extLst>
              </p:cNvPr>
              <p:cNvSpPr>
                <a:spLocks/>
              </p:cNvSpPr>
              <p:nvPr/>
            </p:nvSpPr>
            <p:spPr bwMode="auto">
              <a:xfrm>
                <a:off x="7684022" y="3260587"/>
                <a:ext cx="1377950" cy="795338"/>
              </a:xfrm>
              <a:custGeom>
                <a:avLst/>
                <a:gdLst>
                  <a:gd name="T0" fmla="*/ 0 w 868"/>
                  <a:gd name="T1" fmla="*/ 166 h 501"/>
                  <a:gd name="T2" fmla="*/ 289 w 868"/>
                  <a:gd name="T3" fmla="*/ 0 h 501"/>
                  <a:gd name="T4" fmla="*/ 868 w 868"/>
                  <a:gd name="T5" fmla="*/ 332 h 501"/>
                  <a:gd name="T6" fmla="*/ 579 w 868"/>
                  <a:gd name="T7" fmla="*/ 501 h 501"/>
                  <a:gd name="T8" fmla="*/ 0 w 868"/>
                  <a:gd name="T9" fmla="*/ 166 h 501"/>
                </a:gdLst>
                <a:ahLst/>
                <a:cxnLst>
                  <a:cxn ang="0">
                    <a:pos x="T0" y="T1"/>
                  </a:cxn>
                  <a:cxn ang="0">
                    <a:pos x="T2" y="T3"/>
                  </a:cxn>
                  <a:cxn ang="0">
                    <a:pos x="T4" y="T5"/>
                  </a:cxn>
                  <a:cxn ang="0">
                    <a:pos x="T6" y="T7"/>
                  </a:cxn>
                  <a:cxn ang="0">
                    <a:pos x="T8" y="T9"/>
                  </a:cxn>
                </a:cxnLst>
                <a:rect l="0" t="0" r="r" b="b"/>
                <a:pathLst>
                  <a:path w="868" h="501">
                    <a:moveTo>
                      <a:pt x="0" y="166"/>
                    </a:moveTo>
                    <a:lnTo>
                      <a:pt x="289" y="0"/>
                    </a:lnTo>
                    <a:lnTo>
                      <a:pt x="868" y="332"/>
                    </a:lnTo>
                    <a:lnTo>
                      <a:pt x="579" y="501"/>
                    </a:lnTo>
                    <a:lnTo>
                      <a:pt x="0" y="166"/>
                    </a:lnTo>
                    <a:close/>
                  </a:path>
                </a:pathLst>
              </a:custGeom>
              <a:solidFill>
                <a:schemeClr val="accent1">
                  <a:lumMod val="60000"/>
                  <a:lumOff val="40000"/>
                </a:schemeClr>
              </a:solidFill>
              <a:ln>
                <a:noFill/>
              </a:ln>
            </p:spPr>
            <p:txBody>
              <a:bodyPr anchor="ctr"/>
              <a:lstStyle/>
              <a:p>
                <a:pPr algn="ctr"/>
                <a:endParaRPr/>
              </a:p>
            </p:txBody>
          </p:sp>
          <p:sp>
            <p:nvSpPr>
              <p:cNvPr id="51" name="Freeform: Shape 14">
                <a:extLst>
                  <a:ext uri="{FF2B5EF4-FFF2-40B4-BE49-F238E27FC236}">
                    <a16:creationId xmlns:a16="http://schemas.microsoft.com/office/drawing/2014/main" id="{9AB4B4D9-2A80-4CAB-8299-F742F38D1305}"/>
                  </a:ext>
                </a:extLst>
              </p:cNvPr>
              <p:cNvSpPr>
                <a:spLocks/>
              </p:cNvSpPr>
              <p:nvPr/>
            </p:nvSpPr>
            <p:spPr bwMode="auto">
              <a:xfrm>
                <a:off x="9061972" y="3260587"/>
                <a:ext cx="1374775" cy="795338"/>
              </a:xfrm>
              <a:custGeom>
                <a:avLst/>
                <a:gdLst>
                  <a:gd name="T0" fmla="*/ 866 w 866"/>
                  <a:gd name="T1" fmla="*/ 166 h 501"/>
                  <a:gd name="T2" fmla="*/ 576 w 866"/>
                  <a:gd name="T3" fmla="*/ 0 h 501"/>
                  <a:gd name="T4" fmla="*/ 0 w 866"/>
                  <a:gd name="T5" fmla="*/ 332 h 501"/>
                  <a:gd name="T6" fmla="*/ 287 w 866"/>
                  <a:gd name="T7" fmla="*/ 501 h 501"/>
                  <a:gd name="T8" fmla="*/ 866 w 866"/>
                  <a:gd name="T9" fmla="*/ 166 h 501"/>
                </a:gdLst>
                <a:ahLst/>
                <a:cxnLst>
                  <a:cxn ang="0">
                    <a:pos x="T0" y="T1"/>
                  </a:cxn>
                  <a:cxn ang="0">
                    <a:pos x="T2" y="T3"/>
                  </a:cxn>
                  <a:cxn ang="0">
                    <a:pos x="T4" y="T5"/>
                  </a:cxn>
                  <a:cxn ang="0">
                    <a:pos x="T6" y="T7"/>
                  </a:cxn>
                  <a:cxn ang="0">
                    <a:pos x="T8" y="T9"/>
                  </a:cxn>
                </a:cxnLst>
                <a:rect l="0" t="0" r="r" b="b"/>
                <a:pathLst>
                  <a:path w="866" h="501">
                    <a:moveTo>
                      <a:pt x="866" y="166"/>
                    </a:moveTo>
                    <a:lnTo>
                      <a:pt x="576" y="0"/>
                    </a:lnTo>
                    <a:lnTo>
                      <a:pt x="0" y="332"/>
                    </a:lnTo>
                    <a:lnTo>
                      <a:pt x="287" y="501"/>
                    </a:lnTo>
                    <a:lnTo>
                      <a:pt x="866" y="166"/>
                    </a:lnTo>
                    <a:close/>
                  </a:path>
                </a:pathLst>
              </a:custGeom>
              <a:solidFill>
                <a:schemeClr val="accent1">
                  <a:lumMod val="60000"/>
                  <a:lumOff val="40000"/>
                </a:schemeClr>
              </a:solidFill>
              <a:ln>
                <a:noFill/>
              </a:ln>
            </p:spPr>
            <p:txBody>
              <a:bodyPr anchor="ctr"/>
              <a:lstStyle/>
              <a:p>
                <a:pPr algn="ctr"/>
                <a:endParaRPr/>
              </a:p>
            </p:txBody>
          </p:sp>
        </p:grpSp>
        <p:sp>
          <p:nvSpPr>
            <p:cNvPr id="18" name="Oval 3">
              <a:extLst>
                <a:ext uri="{FF2B5EF4-FFF2-40B4-BE49-F238E27FC236}">
                  <a16:creationId xmlns:a16="http://schemas.microsoft.com/office/drawing/2014/main" id="{599B9FC1-F8B1-4737-A76B-E6D3C5232609}"/>
                </a:ext>
              </a:extLst>
            </p:cNvPr>
            <p:cNvSpPr/>
            <p:nvPr/>
          </p:nvSpPr>
          <p:spPr>
            <a:xfrm>
              <a:off x="5284237" y="4319050"/>
              <a:ext cx="1789128" cy="580768"/>
            </a:xfrm>
            <a:prstGeom prst="ellipse">
              <a:avLst/>
            </a:prstGeom>
            <a:gradFill flip="none" rotWithShape="1">
              <a:gsLst>
                <a:gs pos="0">
                  <a:schemeClr val="tx1"/>
                </a:gs>
                <a:gs pos="100000">
                  <a:schemeClr val="tx1">
                    <a:alpha val="0"/>
                  </a:scheme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9" name="Freeform: Shape 27">
              <a:extLst>
                <a:ext uri="{FF2B5EF4-FFF2-40B4-BE49-F238E27FC236}">
                  <a16:creationId xmlns:a16="http://schemas.microsoft.com/office/drawing/2014/main" id="{60A633A6-D8E7-477E-9773-20EB729301B4}"/>
                </a:ext>
              </a:extLst>
            </p:cNvPr>
            <p:cNvSpPr>
              <a:spLocks/>
            </p:cNvSpPr>
            <p:nvPr/>
          </p:nvSpPr>
          <p:spPr bwMode="auto">
            <a:xfrm rot="174416">
              <a:off x="3830105" y="3168034"/>
              <a:ext cx="2317316" cy="1279775"/>
            </a:xfrm>
            <a:custGeom>
              <a:avLst/>
              <a:gdLst>
                <a:gd name="T0" fmla="*/ 1655 w 1012"/>
                <a:gd name="T1" fmla="*/ 914 h 525"/>
                <a:gd name="T2" fmla="*/ 731 w 1012"/>
                <a:gd name="T3" fmla="*/ 110 h 525"/>
                <a:gd name="T4" fmla="*/ 399 w 1012"/>
                <a:gd name="T5" fmla="*/ 714 h 525"/>
                <a:gd name="T6" fmla="*/ 770 w 1012"/>
                <a:gd name="T7" fmla="*/ 689 h 525"/>
                <a:gd name="T8" fmla="*/ 1655 w 1012"/>
                <a:gd name="T9" fmla="*/ 914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2" h="525">
                  <a:moveTo>
                    <a:pt x="1012" y="525"/>
                  </a:moveTo>
                  <a:cubicBezTo>
                    <a:pt x="1012" y="525"/>
                    <a:pt x="868" y="126"/>
                    <a:pt x="447" y="63"/>
                  </a:cubicBezTo>
                  <a:cubicBezTo>
                    <a:pt x="25" y="0"/>
                    <a:pt x="0" y="368"/>
                    <a:pt x="244" y="410"/>
                  </a:cubicBezTo>
                  <a:cubicBezTo>
                    <a:pt x="327" y="424"/>
                    <a:pt x="398" y="410"/>
                    <a:pt x="471" y="396"/>
                  </a:cubicBezTo>
                  <a:cubicBezTo>
                    <a:pt x="615" y="369"/>
                    <a:pt x="764" y="341"/>
                    <a:pt x="1012" y="525"/>
                  </a:cubicBezTo>
                </a:path>
              </a:pathLst>
            </a:custGeom>
            <a:solidFill>
              <a:schemeClr val="accent1"/>
            </a:solidFill>
            <a:ln>
              <a:noFill/>
            </a:ln>
            <a:effectLst/>
          </p:spPr>
          <p:txBody>
            <a:bodyPr anchor="ctr"/>
            <a:lstStyle/>
            <a:p>
              <a:pPr algn="ctr"/>
              <a:endParaRPr/>
            </a:p>
          </p:txBody>
        </p:sp>
        <p:sp>
          <p:nvSpPr>
            <p:cNvPr id="42" name="Freeform: Shape 29">
              <a:extLst>
                <a:ext uri="{FF2B5EF4-FFF2-40B4-BE49-F238E27FC236}">
                  <a16:creationId xmlns:a16="http://schemas.microsoft.com/office/drawing/2014/main" id="{9495CA7D-81CF-402F-A422-6AE863294E7F}"/>
                </a:ext>
              </a:extLst>
            </p:cNvPr>
            <p:cNvSpPr>
              <a:spLocks/>
            </p:cNvSpPr>
            <p:nvPr/>
          </p:nvSpPr>
          <p:spPr bwMode="auto">
            <a:xfrm rot="21319952" flipH="1">
              <a:off x="6088700" y="3490077"/>
              <a:ext cx="1865055" cy="938128"/>
            </a:xfrm>
            <a:custGeom>
              <a:avLst/>
              <a:gdLst>
                <a:gd name="T0" fmla="*/ 1332 w 1012"/>
                <a:gd name="T1" fmla="*/ 670 h 525"/>
                <a:gd name="T2" fmla="*/ 588 w 1012"/>
                <a:gd name="T3" fmla="*/ 80 h 525"/>
                <a:gd name="T4" fmla="*/ 321 w 1012"/>
                <a:gd name="T5" fmla="*/ 523 h 525"/>
                <a:gd name="T6" fmla="*/ 620 w 1012"/>
                <a:gd name="T7" fmla="*/ 505 h 525"/>
                <a:gd name="T8" fmla="*/ 1332 w 1012"/>
                <a:gd name="T9" fmla="*/ 67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2" h="525">
                  <a:moveTo>
                    <a:pt x="1012" y="525"/>
                  </a:moveTo>
                  <a:cubicBezTo>
                    <a:pt x="1012" y="525"/>
                    <a:pt x="868" y="126"/>
                    <a:pt x="447" y="63"/>
                  </a:cubicBezTo>
                  <a:cubicBezTo>
                    <a:pt x="25" y="0"/>
                    <a:pt x="0" y="368"/>
                    <a:pt x="244" y="410"/>
                  </a:cubicBezTo>
                  <a:cubicBezTo>
                    <a:pt x="327" y="424"/>
                    <a:pt x="398" y="410"/>
                    <a:pt x="471" y="396"/>
                  </a:cubicBezTo>
                  <a:cubicBezTo>
                    <a:pt x="615" y="369"/>
                    <a:pt x="764" y="341"/>
                    <a:pt x="1012" y="525"/>
                  </a:cubicBezTo>
                </a:path>
              </a:pathLst>
            </a:custGeom>
            <a:solidFill>
              <a:schemeClr val="accent4"/>
            </a:solidFill>
            <a:ln>
              <a:noFill/>
            </a:ln>
            <a:effectLst/>
          </p:spPr>
          <p:txBody>
            <a:bodyPr anchor="ctr"/>
            <a:lstStyle/>
            <a:p>
              <a:pPr algn="ctr"/>
              <a:endParaRPr/>
            </a:p>
          </p:txBody>
        </p:sp>
        <p:sp>
          <p:nvSpPr>
            <p:cNvPr id="26" name="Freeform: Shape 32">
              <a:extLst>
                <a:ext uri="{FF2B5EF4-FFF2-40B4-BE49-F238E27FC236}">
                  <a16:creationId xmlns:a16="http://schemas.microsoft.com/office/drawing/2014/main" id="{A74705F1-D780-4471-9A84-01CABAF8C617}"/>
                </a:ext>
              </a:extLst>
            </p:cNvPr>
            <p:cNvSpPr>
              <a:spLocks/>
            </p:cNvSpPr>
            <p:nvPr/>
          </p:nvSpPr>
          <p:spPr bwMode="auto">
            <a:xfrm rot="20967558">
              <a:off x="4161939" y="1514072"/>
              <a:ext cx="2139493" cy="2969805"/>
            </a:xfrm>
            <a:custGeom>
              <a:avLst/>
              <a:gdLst>
                <a:gd name="T0" fmla="*/ 1149 w 980"/>
                <a:gd name="T1" fmla="*/ 2121 h 1370"/>
                <a:gd name="T2" fmla="*/ 1046 w 980"/>
                <a:gd name="T3" fmla="*/ 689 h 1370"/>
                <a:gd name="T4" fmla="*/ 271 w 980"/>
                <a:gd name="T5" fmla="*/ 865 h 1370"/>
                <a:gd name="T6" fmla="*/ 1149 w 980"/>
                <a:gd name="T7" fmla="*/ 2121 h 137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0" h="1370">
                  <a:moveTo>
                    <a:pt x="737" y="1370"/>
                  </a:moveTo>
                  <a:cubicBezTo>
                    <a:pt x="737" y="1370"/>
                    <a:pt x="980" y="890"/>
                    <a:pt x="671" y="445"/>
                  </a:cubicBezTo>
                  <a:cubicBezTo>
                    <a:pt x="362" y="0"/>
                    <a:pt x="0" y="297"/>
                    <a:pt x="174" y="559"/>
                  </a:cubicBezTo>
                  <a:cubicBezTo>
                    <a:pt x="349" y="822"/>
                    <a:pt x="666" y="782"/>
                    <a:pt x="737" y="1370"/>
                  </a:cubicBezTo>
                </a:path>
              </a:pathLst>
            </a:custGeom>
            <a:solidFill>
              <a:schemeClr val="accent2"/>
            </a:solidFill>
            <a:ln>
              <a:noFill/>
            </a:ln>
            <a:effectLst/>
            <a:extLst>
              <a:ext uri="{91240B29-F687-4F45-9708-019B960494DF}">
                <a14:hiddenLine xmlns:a14="http://schemas.microsoft.com/office/drawing/2010/main" w="9525" cap="flat" cmpd="sng">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74053" dir="3542175" algn="ctr" rotWithShape="0">
                      <a:srgbClr val="808080"/>
                    </a:outerShdw>
                  </a:effectLst>
                </a14:hiddenEffects>
              </a:ext>
            </a:extLst>
          </p:spPr>
          <p:txBody>
            <a:bodyPr anchor="ctr"/>
            <a:lstStyle/>
            <a:p>
              <a:pPr algn="ctr"/>
              <a:endParaRPr dirty="0"/>
            </a:p>
          </p:txBody>
        </p:sp>
        <p:sp>
          <p:nvSpPr>
            <p:cNvPr id="24" name="Freeform: Shape 50">
              <a:extLst>
                <a:ext uri="{FF2B5EF4-FFF2-40B4-BE49-F238E27FC236}">
                  <a16:creationId xmlns:a16="http://schemas.microsoft.com/office/drawing/2014/main" id="{8C7FA0C1-28EC-4289-9DD3-1CCC7F1603A9}"/>
                </a:ext>
              </a:extLst>
            </p:cNvPr>
            <p:cNvSpPr>
              <a:spLocks/>
            </p:cNvSpPr>
            <p:nvPr/>
          </p:nvSpPr>
          <p:spPr bwMode="auto">
            <a:xfrm rot="20875150" flipH="1">
              <a:off x="5817063" y="2270512"/>
              <a:ext cx="2185697" cy="2044279"/>
            </a:xfrm>
            <a:custGeom>
              <a:avLst/>
              <a:gdLst>
                <a:gd name="T0" fmla="*/ 1512 w 1013"/>
                <a:gd name="T1" fmla="*/ 1460 h 995"/>
                <a:gd name="T2" fmla="*/ 929 w 1013"/>
                <a:gd name="T3" fmla="*/ 377 h 995"/>
                <a:gd name="T4" fmla="*/ 362 w 1013"/>
                <a:gd name="T5" fmla="*/ 770 h 995"/>
                <a:gd name="T6" fmla="*/ 1512 w 1013"/>
                <a:gd name="T7" fmla="*/ 1460 h 99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13" h="995">
                  <a:moveTo>
                    <a:pt x="981" y="995"/>
                  </a:moveTo>
                  <a:cubicBezTo>
                    <a:pt x="981" y="995"/>
                    <a:pt x="1013" y="515"/>
                    <a:pt x="603" y="257"/>
                  </a:cubicBezTo>
                  <a:cubicBezTo>
                    <a:pt x="193" y="0"/>
                    <a:pt x="0" y="371"/>
                    <a:pt x="235" y="525"/>
                  </a:cubicBezTo>
                  <a:cubicBezTo>
                    <a:pt x="470" y="680"/>
                    <a:pt x="717" y="536"/>
                    <a:pt x="981" y="995"/>
                  </a:cubicBezTo>
                </a:path>
              </a:pathLst>
            </a:custGeom>
            <a:solidFill>
              <a:schemeClr val="accent3"/>
            </a:solidFill>
            <a:ln>
              <a:noFill/>
            </a:ln>
            <a:effectLst/>
          </p:spPr>
          <p:txBody>
            <a:bodyPr anchor="ctr"/>
            <a:lstStyle/>
            <a:p>
              <a:pPr algn="ctr"/>
              <a:endParaRPr/>
            </a:p>
          </p:txBody>
        </p:sp>
        <p:grpSp>
          <p:nvGrpSpPr>
            <p:cNvPr id="57" name="组合 56">
              <a:extLst>
                <a:ext uri="{FF2B5EF4-FFF2-40B4-BE49-F238E27FC236}">
                  <a16:creationId xmlns:a16="http://schemas.microsoft.com/office/drawing/2014/main" id="{E8AC460F-2997-4674-828D-BB90CD60A1C5}"/>
                </a:ext>
              </a:extLst>
            </p:cNvPr>
            <p:cNvGrpSpPr/>
            <p:nvPr/>
          </p:nvGrpSpPr>
          <p:grpSpPr>
            <a:xfrm>
              <a:off x="6971739" y="2696006"/>
              <a:ext cx="443732" cy="443729"/>
              <a:chOff x="7427766" y="1195480"/>
              <a:chExt cx="736120" cy="736115"/>
            </a:xfrm>
          </p:grpSpPr>
          <p:sp>
            <p:nvSpPr>
              <p:cNvPr id="58" name="Freeform 1874">
                <a:extLst>
                  <a:ext uri="{FF2B5EF4-FFF2-40B4-BE49-F238E27FC236}">
                    <a16:creationId xmlns:a16="http://schemas.microsoft.com/office/drawing/2014/main" id="{AD081C64-1C15-48F0-A227-74ECC5BDC558}"/>
                  </a:ext>
                </a:extLst>
              </p:cNvPr>
              <p:cNvSpPr>
                <a:spLocks/>
              </p:cNvSpPr>
              <p:nvPr/>
            </p:nvSpPr>
            <p:spPr bwMode="auto">
              <a:xfrm>
                <a:off x="7427766" y="1195480"/>
                <a:ext cx="317015" cy="317015"/>
              </a:xfrm>
              <a:custGeom>
                <a:avLst/>
                <a:gdLst>
                  <a:gd name="T0" fmla="*/ 0 w 54"/>
                  <a:gd name="T1" fmla="*/ 54 h 54"/>
                  <a:gd name="T2" fmla="*/ 32 w 54"/>
                  <a:gd name="T3" fmla="*/ 54 h 54"/>
                  <a:gd name="T4" fmla="*/ 54 w 54"/>
                  <a:gd name="T5" fmla="*/ 32 h 54"/>
                  <a:gd name="T6" fmla="*/ 54 w 54"/>
                  <a:gd name="T7" fmla="*/ 0 h 54"/>
                  <a:gd name="T8" fmla="*/ 0 w 54"/>
                  <a:gd name="T9" fmla="*/ 54 h 54"/>
                </a:gdLst>
                <a:ahLst/>
                <a:cxnLst>
                  <a:cxn ang="0">
                    <a:pos x="T0" y="T1"/>
                  </a:cxn>
                  <a:cxn ang="0">
                    <a:pos x="T2" y="T3"/>
                  </a:cxn>
                  <a:cxn ang="0">
                    <a:pos x="T4" y="T5"/>
                  </a:cxn>
                  <a:cxn ang="0">
                    <a:pos x="T6" y="T7"/>
                  </a:cxn>
                  <a:cxn ang="0">
                    <a:pos x="T8" y="T9"/>
                  </a:cxn>
                </a:cxnLst>
                <a:rect l="0" t="0" r="r" b="b"/>
                <a:pathLst>
                  <a:path w="54" h="54">
                    <a:moveTo>
                      <a:pt x="0" y="54"/>
                    </a:moveTo>
                    <a:cubicBezTo>
                      <a:pt x="32" y="54"/>
                      <a:pt x="32" y="54"/>
                      <a:pt x="32" y="54"/>
                    </a:cubicBezTo>
                    <a:cubicBezTo>
                      <a:pt x="35" y="44"/>
                      <a:pt x="43" y="36"/>
                      <a:pt x="54" y="32"/>
                    </a:cubicBezTo>
                    <a:cubicBezTo>
                      <a:pt x="54" y="0"/>
                      <a:pt x="54" y="0"/>
                      <a:pt x="54" y="0"/>
                    </a:cubicBezTo>
                    <a:cubicBezTo>
                      <a:pt x="26" y="4"/>
                      <a:pt x="4" y="26"/>
                      <a:pt x="0" y="5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59" name="Freeform 1875">
                <a:extLst>
                  <a:ext uri="{FF2B5EF4-FFF2-40B4-BE49-F238E27FC236}">
                    <a16:creationId xmlns:a16="http://schemas.microsoft.com/office/drawing/2014/main" id="{E390C359-11EE-44DE-AB25-0B499511155C}"/>
                  </a:ext>
                </a:extLst>
              </p:cNvPr>
              <p:cNvSpPr>
                <a:spLocks/>
              </p:cNvSpPr>
              <p:nvPr/>
            </p:nvSpPr>
            <p:spPr bwMode="auto">
              <a:xfrm>
                <a:off x="7846871" y="1195480"/>
                <a:ext cx="317015" cy="317015"/>
              </a:xfrm>
              <a:custGeom>
                <a:avLst/>
                <a:gdLst>
                  <a:gd name="T0" fmla="*/ 0 w 54"/>
                  <a:gd name="T1" fmla="*/ 0 h 54"/>
                  <a:gd name="T2" fmla="*/ 0 w 54"/>
                  <a:gd name="T3" fmla="*/ 32 h 54"/>
                  <a:gd name="T4" fmla="*/ 21 w 54"/>
                  <a:gd name="T5" fmla="*/ 54 h 54"/>
                  <a:gd name="T6" fmla="*/ 54 w 54"/>
                  <a:gd name="T7" fmla="*/ 54 h 54"/>
                  <a:gd name="T8" fmla="*/ 0 w 54"/>
                  <a:gd name="T9" fmla="*/ 0 h 54"/>
                </a:gdLst>
                <a:ahLst/>
                <a:cxnLst>
                  <a:cxn ang="0">
                    <a:pos x="T0" y="T1"/>
                  </a:cxn>
                  <a:cxn ang="0">
                    <a:pos x="T2" y="T3"/>
                  </a:cxn>
                  <a:cxn ang="0">
                    <a:pos x="T4" y="T5"/>
                  </a:cxn>
                  <a:cxn ang="0">
                    <a:pos x="T6" y="T7"/>
                  </a:cxn>
                  <a:cxn ang="0">
                    <a:pos x="T8" y="T9"/>
                  </a:cxn>
                </a:cxnLst>
                <a:rect l="0" t="0" r="r" b="b"/>
                <a:pathLst>
                  <a:path w="54" h="54">
                    <a:moveTo>
                      <a:pt x="0" y="0"/>
                    </a:moveTo>
                    <a:cubicBezTo>
                      <a:pt x="0" y="32"/>
                      <a:pt x="0" y="32"/>
                      <a:pt x="0" y="32"/>
                    </a:cubicBezTo>
                    <a:cubicBezTo>
                      <a:pt x="10" y="36"/>
                      <a:pt x="18" y="44"/>
                      <a:pt x="21" y="54"/>
                    </a:cubicBezTo>
                    <a:cubicBezTo>
                      <a:pt x="54" y="54"/>
                      <a:pt x="54" y="54"/>
                      <a:pt x="54" y="54"/>
                    </a:cubicBezTo>
                    <a:cubicBezTo>
                      <a:pt x="50" y="26"/>
                      <a:pt x="28" y="4"/>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0" name="Freeform 1876">
                <a:extLst>
                  <a:ext uri="{FF2B5EF4-FFF2-40B4-BE49-F238E27FC236}">
                    <a16:creationId xmlns:a16="http://schemas.microsoft.com/office/drawing/2014/main" id="{BAE978B3-C759-485F-A977-513AEFEEC53D}"/>
                  </a:ext>
                </a:extLst>
              </p:cNvPr>
              <p:cNvSpPr>
                <a:spLocks/>
              </p:cNvSpPr>
              <p:nvPr/>
            </p:nvSpPr>
            <p:spPr bwMode="auto">
              <a:xfrm>
                <a:off x="7846871" y="1614580"/>
                <a:ext cx="317015" cy="317015"/>
              </a:xfrm>
              <a:custGeom>
                <a:avLst/>
                <a:gdLst>
                  <a:gd name="T0" fmla="*/ 0 w 54"/>
                  <a:gd name="T1" fmla="*/ 22 h 54"/>
                  <a:gd name="T2" fmla="*/ 0 w 54"/>
                  <a:gd name="T3" fmla="*/ 54 h 54"/>
                  <a:gd name="T4" fmla="*/ 54 w 54"/>
                  <a:gd name="T5" fmla="*/ 0 h 54"/>
                  <a:gd name="T6" fmla="*/ 21 w 54"/>
                  <a:gd name="T7" fmla="*/ 0 h 54"/>
                  <a:gd name="T8" fmla="*/ 0 w 54"/>
                  <a:gd name="T9" fmla="*/ 22 h 54"/>
                </a:gdLst>
                <a:ahLst/>
                <a:cxnLst>
                  <a:cxn ang="0">
                    <a:pos x="T0" y="T1"/>
                  </a:cxn>
                  <a:cxn ang="0">
                    <a:pos x="T2" y="T3"/>
                  </a:cxn>
                  <a:cxn ang="0">
                    <a:pos x="T4" y="T5"/>
                  </a:cxn>
                  <a:cxn ang="0">
                    <a:pos x="T6" y="T7"/>
                  </a:cxn>
                  <a:cxn ang="0">
                    <a:pos x="T8" y="T9"/>
                  </a:cxn>
                </a:cxnLst>
                <a:rect l="0" t="0" r="r" b="b"/>
                <a:pathLst>
                  <a:path w="54" h="54">
                    <a:moveTo>
                      <a:pt x="0" y="22"/>
                    </a:moveTo>
                    <a:cubicBezTo>
                      <a:pt x="0" y="54"/>
                      <a:pt x="0" y="54"/>
                      <a:pt x="0" y="54"/>
                    </a:cubicBezTo>
                    <a:cubicBezTo>
                      <a:pt x="28" y="50"/>
                      <a:pt x="50" y="28"/>
                      <a:pt x="54" y="0"/>
                    </a:cubicBezTo>
                    <a:cubicBezTo>
                      <a:pt x="21" y="0"/>
                      <a:pt x="21" y="0"/>
                      <a:pt x="21" y="0"/>
                    </a:cubicBezTo>
                    <a:cubicBezTo>
                      <a:pt x="18" y="10"/>
                      <a:pt x="10" y="19"/>
                      <a:pt x="0" y="2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1" name="Freeform 1877">
                <a:extLst>
                  <a:ext uri="{FF2B5EF4-FFF2-40B4-BE49-F238E27FC236}">
                    <a16:creationId xmlns:a16="http://schemas.microsoft.com/office/drawing/2014/main" id="{35AB8DE5-F502-47EF-8B61-21328DB292BB}"/>
                  </a:ext>
                </a:extLst>
              </p:cNvPr>
              <p:cNvSpPr>
                <a:spLocks/>
              </p:cNvSpPr>
              <p:nvPr/>
            </p:nvSpPr>
            <p:spPr bwMode="auto">
              <a:xfrm>
                <a:off x="7427766" y="1614580"/>
                <a:ext cx="317015" cy="317015"/>
              </a:xfrm>
              <a:custGeom>
                <a:avLst/>
                <a:gdLst>
                  <a:gd name="T0" fmla="*/ 32 w 54"/>
                  <a:gd name="T1" fmla="*/ 0 h 54"/>
                  <a:gd name="T2" fmla="*/ 0 w 54"/>
                  <a:gd name="T3" fmla="*/ 0 h 54"/>
                  <a:gd name="T4" fmla="*/ 54 w 54"/>
                  <a:gd name="T5" fmla="*/ 54 h 54"/>
                  <a:gd name="T6" fmla="*/ 54 w 54"/>
                  <a:gd name="T7" fmla="*/ 22 h 54"/>
                  <a:gd name="T8" fmla="*/ 32 w 54"/>
                  <a:gd name="T9" fmla="*/ 0 h 54"/>
                </a:gdLst>
                <a:ahLst/>
                <a:cxnLst>
                  <a:cxn ang="0">
                    <a:pos x="T0" y="T1"/>
                  </a:cxn>
                  <a:cxn ang="0">
                    <a:pos x="T2" y="T3"/>
                  </a:cxn>
                  <a:cxn ang="0">
                    <a:pos x="T4" y="T5"/>
                  </a:cxn>
                  <a:cxn ang="0">
                    <a:pos x="T6" y="T7"/>
                  </a:cxn>
                  <a:cxn ang="0">
                    <a:pos x="T8" y="T9"/>
                  </a:cxn>
                </a:cxnLst>
                <a:rect l="0" t="0" r="r" b="b"/>
                <a:pathLst>
                  <a:path w="54" h="54">
                    <a:moveTo>
                      <a:pt x="32" y="0"/>
                    </a:moveTo>
                    <a:cubicBezTo>
                      <a:pt x="0" y="0"/>
                      <a:pt x="0" y="0"/>
                      <a:pt x="0" y="0"/>
                    </a:cubicBezTo>
                    <a:cubicBezTo>
                      <a:pt x="4" y="28"/>
                      <a:pt x="26" y="50"/>
                      <a:pt x="54" y="54"/>
                    </a:cubicBezTo>
                    <a:cubicBezTo>
                      <a:pt x="54" y="22"/>
                      <a:pt x="54" y="22"/>
                      <a:pt x="54" y="22"/>
                    </a:cubicBezTo>
                    <a:cubicBezTo>
                      <a:pt x="43" y="19"/>
                      <a:pt x="35" y="10"/>
                      <a:pt x="3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62" name="组合 61">
              <a:extLst>
                <a:ext uri="{FF2B5EF4-FFF2-40B4-BE49-F238E27FC236}">
                  <a16:creationId xmlns:a16="http://schemas.microsoft.com/office/drawing/2014/main" id="{F21831B2-0348-4C37-88D4-60B9D2F74BF5}"/>
                </a:ext>
              </a:extLst>
            </p:cNvPr>
            <p:cNvGrpSpPr/>
            <p:nvPr/>
          </p:nvGrpSpPr>
          <p:grpSpPr>
            <a:xfrm>
              <a:off x="4635117" y="2270126"/>
              <a:ext cx="521015" cy="509850"/>
              <a:chOff x="4036390" y="2680134"/>
              <a:chExt cx="755998" cy="739797"/>
            </a:xfrm>
          </p:grpSpPr>
          <p:sp>
            <p:nvSpPr>
              <p:cNvPr id="63" name="Freeform 1456">
                <a:extLst>
                  <a:ext uri="{FF2B5EF4-FFF2-40B4-BE49-F238E27FC236}">
                    <a16:creationId xmlns:a16="http://schemas.microsoft.com/office/drawing/2014/main" id="{5931C1EC-752F-41FF-9A1B-885624BEBD83}"/>
                  </a:ext>
                </a:extLst>
              </p:cNvPr>
              <p:cNvSpPr>
                <a:spLocks/>
              </p:cNvSpPr>
              <p:nvPr/>
            </p:nvSpPr>
            <p:spPr bwMode="auto">
              <a:xfrm>
                <a:off x="4462989" y="2685536"/>
                <a:ext cx="32401" cy="26999"/>
              </a:xfrm>
              <a:custGeom>
                <a:avLst/>
                <a:gdLst>
                  <a:gd name="T0" fmla="*/ 1 w 6"/>
                  <a:gd name="T1" fmla="*/ 1 h 4"/>
                  <a:gd name="T2" fmla="*/ 1 w 6"/>
                  <a:gd name="T3" fmla="*/ 1 h 4"/>
                  <a:gd name="T4" fmla="*/ 1 w 6"/>
                  <a:gd name="T5" fmla="*/ 2 h 4"/>
                  <a:gd name="T6" fmla="*/ 2 w 6"/>
                  <a:gd name="T7" fmla="*/ 3 h 4"/>
                  <a:gd name="T8" fmla="*/ 2 w 6"/>
                  <a:gd name="T9" fmla="*/ 3 h 4"/>
                  <a:gd name="T10" fmla="*/ 3 w 6"/>
                  <a:gd name="T11" fmla="*/ 4 h 4"/>
                  <a:gd name="T12" fmla="*/ 3 w 6"/>
                  <a:gd name="T13" fmla="*/ 4 h 4"/>
                  <a:gd name="T14" fmla="*/ 3 w 6"/>
                  <a:gd name="T15" fmla="*/ 4 h 4"/>
                  <a:gd name="T16" fmla="*/ 4 w 6"/>
                  <a:gd name="T17" fmla="*/ 4 h 4"/>
                  <a:gd name="T18" fmla="*/ 5 w 6"/>
                  <a:gd name="T19" fmla="*/ 4 h 4"/>
                  <a:gd name="T20" fmla="*/ 6 w 6"/>
                  <a:gd name="T21" fmla="*/ 3 h 4"/>
                  <a:gd name="T22" fmla="*/ 6 w 6"/>
                  <a:gd name="T23" fmla="*/ 3 h 4"/>
                  <a:gd name="T24" fmla="*/ 0 w 6"/>
                  <a:gd name="T25" fmla="*/ 0 h 4"/>
                  <a:gd name="T26" fmla="*/ 1 w 6"/>
                  <a:gd name="T27" fmla="*/ 1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 h="4">
                    <a:moveTo>
                      <a:pt x="1" y="1"/>
                    </a:moveTo>
                    <a:cubicBezTo>
                      <a:pt x="1" y="1"/>
                      <a:pt x="1" y="1"/>
                      <a:pt x="1" y="1"/>
                    </a:cubicBezTo>
                    <a:cubicBezTo>
                      <a:pt x="1" y="2"/>
                      <a:pt x="1" y="2"/>
                      <a:pt x="1" y="2"/>
                    </a:cubicBezTo>
                    <a:cubicBezTo>
                      <a:pt x="2" y="3"/>
                      <a:pt x="2" y="3"/>
                      <a:pt x="2" y="3"/>
                    </a:cubicBezTo>
                    <a:cubicBezTo>
                      <a:pt x="2" y="3"/>
                      <a:pt x="2" y="3"/>
                      <a:pt x="2" y="3"/>
                    </a:cubicBezTo>
                    <a:cubicBezTo>
                      <a:pt x="2" y="4"/>
                      <a:pt x="2" y="4"/>
                      <a:pt x="3" y="4"/>
                    </a:cubicBezTo>
                    <a:cubicBezTo>
                      <a:pt x="3" y="4"/>
                      <a:pt x="3" y="4"/>
                      <a:pt x="3" y="4"/>
                    </a:cubicBezTo>
                    <a:cubicBezTo>
                      <a:pt x="3" y="4"/>
                      <a:pt x="3" y="4"/>
                      <a:pt x="3" y="4"/>
                    </a:cubicBezTo>
                    <a:cubicBezTo>
                      <a:pt x="3" y="4"/>
                      <a:pt x="4" y="4"/>
                      <a:pt x="4" y="4"/>
                    </a:cubicBezTo>
                    <a:cubicBezTo>
                      <a:pt x="5" y="4"/>
                      <a:pt x="5" y="4"/>
                      <a:pt x="5" y="4"/>
                    </a:cubicBezTo>
                    <a:cubicBezTo>
                      <a:pt x="5" y="3"/>
                      <a:pt x="6" y="3"/>
                      <a:pt x="6" y="3"/>
                    </a:cubicBezTo>
                    <a:cubicBezTo>
                      <a:pt x="6" y="3"/>
                      <a:pt x="6" y="3"/>
                      <a:pt x="6" y="3"/>
                    </a:cubicBezTo>
                    <a:cubicBezTo>
                      <a:pt x="4" y="1"/>
                      <a:pt x="2" y="0"/>
                      <a:pt x="0" y="0"/>
                    </a:cubicBezTo>
                    <a:cubicBezTo>
                      <a:pt x="0" y="0"/>
                      <a:pt x="0" y="1"/>
                      <a:pt x="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4" name="Freeform 1457">
                <a:extLst>
                  <a:ext uri="{FF2B5EF4-FFF2-40B4-BE49-F238E27FC236}">
                    <a16:creationId xmlns:a16="http://schemas.microsoft.com/office/drawing/2014/main" id="{6DC99B63-CB9B-4A89-92E3-A828E018EF14}"/>
                  </a:ext>
                </a:extLst>
              </p:cNvPr>
              <p:cNvSpPr>
                <a:spLocks/>
              </p:cNvSpPr>
              <p:nvPr/>
            </p:nvSpPr>
            <p:spPr bwMode="auto">
              <a:xfrm>
                <a:off x="4419789" y="2858336"/>
                <a:ext cx="97199" cy="59401"/>
              </a:xfrm>
              <a:custGeom>
                <a:avLst/>
                <a:gdLst>
                  <a:gd name="T0" fmla="*/ 0 w 16"/>
                  <a:gd name="T1" fmla="*/ 10 h 10"/>
                  <a:gd name="T2" fmla="*/ 14 w 16"/>
                  <a:gd name="T3" fmla="*/ 10 h 10"/>
                  <a:gd name="T4" fmla="*/ 14 w 16"/>
                  <a:gd name="T5" fmla="*/ 8 h 10"/>
                  <a:gd name="T6" fmla="*/ 14 w 16"/>
                  <a:gd name="T7" fmla="*/ 8 h 10"/>
                  <a:gd name="T8" fmla="*/ 15 w 16"/>
                  <a:gd name="T9" fmla="*/ 5 h 10"/>
                  <a:gd name="T10" fmla="*/ 15 w 16"/>
                  <a:gd name="T11" fmla="*/ 5 h 10"/>
                  <a:gd name="T12" fmla="*/ 16 w 16"/>
                  <a:gd name="T13" fmla="*/ 2 h 10"/>
                  <a:gd name="T14" fmla="*/ 16 w 16"/>
                  <a:gd name="T15" fmla="*/ 1 h 10"/>
                  <a:gd name="T16" fmla="*/ 16 w 16"/>
                  <a:gd name="T17" fmla="*/ 0 h 10"/>
                  <a:gd name="T18" fmla="*/ 0 w 16"/>
                  <a:gd name="T19" fmla="*/ 0 h 10"/>
                  <a:gd name="T20" fmla="*/ 0 w 16"/>
                  <a:gd name="T21"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0">
                    <a:moveTo>
                      <a:pt x="0" y="10"/>
                    </a:moveTo>
                    <a:cubicBezTo>
                      <a:pt x="14" y="10"/>
                      <a:pt x="14" y="10"/>
                      <a:pt x="14" y="10"/>
                    </a:cubicBezTo>
                    <a:cubicBezTo>
                      <a:pt x="14" y="10"/>
                      <a:pt x="14" y="9"/>
                      <a:pt x="14" y="8"/>
                    </a:cubicBezTo>
                    <a:cubicBezTo>
                      <a:pt x="14" y="8"/>
                      <a:pt x="14" y="8"/>
                      <a:pt x="14" y="8"/>
                    </a:cubicBezTo>
                    <a:cubicBezTo>
                      <a:pt x="15" y="7"/>
                      <a:pt x="15" y="6"/>
                      <a:pt x="15" y="5"/>
                    </a:cubicBezTo>
                    <a:cubicBezTo>
                      <a:pt x="15" y="5"/>
                      <a:pt x="15" y="5"/>
                      <a:pt x="15" y="5"/>
                    </a:cubicBezTo>
                    <a:cubicBezTo>
                      <a:pt x="16" y="4"/>
                      <a:pt x="16" y="3"/>
                      <a:pt x="16" y="2"/>
                    </a:cubicBezTo>
                    <a:cubicBezTo>
                      <a:pt x="16" y="1"/>
                      <a:pt x="16" y="1"/>
                      <a:pt x="16" y="1"/>
                    </a:cubicBezTo>
                    <a:cubicBezTo>
                      <a:pt x="16" y="0"/>
                      <a:pt x="16" y="0"/>
                      <a:pt x="16" y="0"/>
                    </a:cubicBezTo>
                    <a:cubicBezTo>
                      <a:pt x="0" y="0"/>
                      <a:pt x="0" y="0"/>
                      <a:pt x="0" y="0"/>
                    </a:cubicBezTo>
                    <a:lnTo>
                      <a:pt x="0" y="1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5" name="Freeform 1458">
                <a:extLst>
                  <a:ext uri="{FF2B5EF4-FFF2-40B4-BE49-F238E27FC236}">
                    <a16:creationId xmlns:a16="http://schemas.microsoft.com/office/drawing/2014/main" id="{E0934C0F-BFD1-46B7-89FA-7DF8BCFEF192}"/>
                  </a:ext>
                </a:extLst>
              </p:cNvPr>
              <p:cNvSpPr>
                <a:spLocks/>
              </p:cNvSpPr>
              <p:nvPr/>
            </p:nvSpPr>
            <p:spPr bwMode="auto">
              <a:xfrm>
                <a:off x="4419789" y="2928535"/>
                <a:ext cx="75601" cy="48602"/>
              </a:xfrm>
              <a:custGeom>
                <a:avLst/>
                <a:gdLst>
                  <a:gd name="T0" fmla="*/ 0 w 13"/>
                  <a:gd name="T1" fmla="*/ 7 h 8"/>
                  <a:gd name="T2" fmla="*/ 1 w 13"/>
                  <a:gd name="T3" fmla="*/ 7 h 8"/>
                  <a:gd name="T4" fmla="*/ 2 w 13"/>
                  <a:gd name="T5" fmla="*/ 7 h 8"/>
                  <a:gd name="T6" fmla="*/ 4 w 13"/>
                  <a:gd name="T7" fmla="*/ 7 h 8"/>
                  <a:gd name="T8" fmla="*/ 4 w 13"/>
                  <a:gd name="T9" fmla="*/ 7 h 8"/>
                  <a:gd name="T10" fmla="*/ 6 w 13"/>
                  <a:gd name="T11" fmla="*/ 8 h 8"/>
                  <a:gd name="T12" fmla="*/ 7 w 13"/>
                  <a:gd name="T13" fmla="*/ 8 h 8"/>
                  <a:gd name="T14" fmla="*/ 9 w 13"/>
                  <a:gd name="T15" fmla="*/ 8 h 8"/>
                  <a:gd name="T16" fmla="*/ 10 w 13"/>
                  <a:gd name="T17" fmla="*/ 7 h 8"/>
                  <a:gd name="T18" fmla="*/ 10 w 13"/>
                  <a:gd name="T19" fmla="*/ 6 h 8"/>
                  <a:gd name="T20" fmla="*/ 11 w 13"/>
                  <a:gd name="T21" fmla="*/ 4 h 8"/>
                  <a:gd name="T22" fmla="*/ 11 w 13"/>
                  <a:gd name="T23" fmla="*/ 4 h 8"/>
                  <a:gd name="T24" fmla="*/ 12 w 13"/>
                  <a:gd name="T25" fmla="*/ 2 h 8"/>
                  <a:gd name="T26" fmla="*/ 13 w 13"/>
                  <a:gd name="T27" fmla="*/ 1 h 8"/>
                  <a:gd name="T28" fmla="*/ 13 w 13"/>
                  <a:gd name="T29" fmla="*/ 0 h 8"/>
                  <a:gd name="T30" fmla="*/ 0 w 13"/>
                  <a:gd name="T31" fmla="*/ 0 h 8"/>
                  <a:gd name="T32" fmla="*/ 0 w 13"/>
                  <a:gd name="T33" fmla="*/ 7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8">
                    <a:moveTo>
                      <a:pt x="0" y="7"/>
                    </a:moveTo>
                    <a:cubicBezTo>
                      <a:pt x="1" y="7"/>
                      <a:pt x="1" y="7"/>
                      <a:pt x="1" y="7"/>
                    </a:cubicBezTo>
                    <a:cubicBezTo>
                      <a:pt x="2" y="7"/>
                      <a:pt x="2" y="7"/>
                      <a:pt x="2" y="7"/>
                    </a:cubicBezTo>
                    <a:cubicBezTo>
                      <a:pt x="2" y="7"/>
                      <a:pt x="3" y="7"/>
                      <a:pt x="4" y="7"/>
                    </a:cubicBezTo>
                    <a:cubicBezTo>
                      <a:pt x="4" y="7"/>
                      <a:pt x="4" y="7"/>
                      <a:pt x="4" y="7"/>
                    </a:cubicBezTo>
                    <a:cubicBezTo>
                      <a:pt x="5" y="8"/>
                      <a:pt x="6" y="8"/>
                      <a:pt x="6" y="8"/>
                    </a:cubicBezTo>
                    <a:cubicBezTo>
                      <a:pt x="7" y="8"/>
                      <a:pt x="7" y="8"/>
                      <a:pt x="7" y="8"/>
                    </a:cubicBezTo>
                    <a:cubicBezTo>
                      <a:pt x="7" y="8"/>
                      <a:pt x="8" y="8"/>
                      <a:pt x="9" y="8"/>
                    </a:cubicBezTo>
                    <a:cubicBezTo>
                      <a:pt x="9" y="8"/>
                      <a:pt x="9" y="7"/>
                      <a:pt x="10" y="7"/>
                    </a:cubicBezTo>
                    <a:cubicBezTo>
                      <a:pt x="10" y="6"/>
                      <a:pt x="10" y="6"/>
                      <a:pt x="10" y="6"/>
                    </a:cubicBezTo>
                    <a:cubicBezTo>
                      <a:pt x="10" y="6"/>
                      <a:pt x="11" y="5"/>
                      <a:pt x="11" y="4"/>
                    </a:cubicBezTo>
                    <a:cubicBezTo>
                      <a:pt x="11" y="4"/>
                      <a:pt x="11" y="4"/>
                      <a:pt x="11" y="4"/>
                    </a:cubicBezTo>
                    <a:cubicBezTo>
                      <a:pt x="12" y="3"/>
                      <a:pt x="12" y="2"/>
                      <a:pt x="12" y="2"/>
                    </a:cubicBezTo>
                    <a:cubicBezTo>
                      <a:pt x="13" y="1"/>
                      <a:pt x="13" y="1"/>
                      <a:pt x="13" y="1"/>
                    </a:cubicBezTo>
                    <a:cubicBezTo>
                      <a:pt x="13" y="0"/>
                      <a:pt x="13" y="0"/>
                      <a:pt x="13" y="0"/>
                    </a:cubicBezTo>
                    <a:cubicBezTo>
                      <a:pt x="0" y="0"/>
                      <a:pt x="0" y="0"/>
                      <a:pt x="0" y="0"/>
                    </a:cubicBezTo>
                    <a:lnTo>
                      <a:pt x="0" y="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6" name="Freeform 1459">
                <a:extLst>
                  <a:ext uri="{FF2B5EF4-FFF2-40B4-BE49-F238E27FC236}">
                    <a16:creationId xmlns:a16="http://schemas.microsoft.com/office/drawing/2014/main" id="{B75D517A-7DBC-4C80-B7A1-74F75EFA9F29}"/>
                  </a:ext>
                </a:extLst>
              </p:cNvPr>
              <p:cNvSpPr>
                <a:spLocks/>
              </p:cNvSpPr>
              <p:nvPr/>
            </p:nvSpPr>
            <p:spPr bwMode="auto">
              <a:xfrm>
                <a:off x="4516992" y="2788132"/>
                <a:ext cx="70199" cy="64802"/>
              </a:xfrm>
              <a:custGeom>
                <a:avLst/>
                <a:gdLst>
                  <a:gd name="T0" fmla="*/ 0 w 12"/>
                  <a:gd name="T1" fmla="*/ 0 h 11"/>
                  <a:gd name="T2" fmla="*/ 0 w 12"/>
                  <a:gd name="T3" fmla="*/ 0 h 11"/>
                  <a:gd name="T4" fmla="*/ 0 w 12"/>
                  <a:gd name="T5" fmla="*/ 0 h 11"/>
                  <a:gd name="T6" fmla="*/ 1 w 12"/>
                  <a:gd name="T7" fmla="*/ 3 h 11"/>
                  <a:gd name="T8" fmla="*/ 1 w 12"/>
                  <a:gd name="T9" fmla="*/ 3 h 11"/>
                  <a:gd name="T10" fmla="*/ 1 w 12"/>
                  <a:gd name="T11" fmla="*/ 5 h 11"/>
                  <a:gd name="T12" fmla="*/ 1 w 12"/>
                  <a:gd name="T13" fmla="*/ 6 h 11"/>
                  <a:gd name="T14" fmla="*/ 2 w 12"/>
                  <a:gd name="T15" fmla="*/ 8 h 11"/>
                  <a:gd name="T16" fmla="*/ 2 w 12"/>
                  <a:gd name="T17" fmla="*/ 8 h 11"/>
                  <a:gd name="T18" fmla="*/ 2 w 12"/>
                  <a:gd name="T19" fmla="*/ 11 h 11"/>
                  <a:gd name="T20" fmla="*/ 2 w 12"/>
                  <a:gd name="T21" fmla="*/ 11 h 11"/>
                  <a:gd name="T22" fmla="*/ 12 w 12"/>
                  <a:gd name="T23" fmla="*/ 11 h 11"/>
                  <a:gd name="T24" fmla="*/ 10 w 12"/>
                  <a:gd name="T25" fmla="*/ 0 h 11"/>
                  <a:gd name="T26" fmla="*/ 0 w 12"/>
                  <a:gd name="T27"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 h="11">
                    <a:moveTo>
                      <a:pt x="0" y="0"/>
                    </a:moveTo>
                    <a:cubicBezTo>
                      <a:pt x="0" y="0"/>
                      <a:pt x="0" y="0"/>
                      <a:pt x="0" y="0"/>
                    </a:cubicBezTo>
                    <a:cubicBezTo>
                      <a:pt x="0" y="0"/>
                      <a:pt x="0" y="0"/>
                      <a:pt x="0" y="0"/>
                    </a:cubicBezTo>
                    <a:cubicBezTo>
                      <a:pt x="0" y="1"/>
                      <a:pt x="0" y="2"/>
                      <a:pt x="1" y="3"/>
                    </a:cubicBezTo>
                    <a:cubicBezTo>
                      <a:pt x="1" y="3"/>
                      <a:pt x="1" y="3"/>
                      <a:pt x="1" y="3"/>
                    </a:cubicBezTo>
                    <a:cubicBezTo>
                      <a:pt x="1" y="4"/>
                      <a:pt x="1" y="5"/>
                      <a:pt x="1" y="5"/>
                    </a:cubicBezTo>
                    <a:cubicBezTo>
                      <a:pt x="1" y="6"/>
                      <a:pt x="1" y="6"/>
                      <a:pt x="1" y="6"/>
                    </a:cubicBezTo>
                    <a:cubicBezTo>
                      <a:pt x="2" y="6"/>
                      <a:pt x="2" y="7"/>
                      <a:pt x="2" y="8"/>
                    </a:cubicBezTo>
                    <a:cubicBezTo>
                      <a:pt x="2" y="8"/>
                      <a:pt x="2" y="8"/>
                      <a:pt x="2" y="8"/>
                    </a:cubicBezTo>
                    <a:cubicBezTo>
                      <a:pt x="2" y="9"/>
                      <a:pt x="2" y="10"/>
                      <a:pt x="2" y="11"/>
                    </a:cubicBezTo>
                    <a:cubicBezTo>
                      <a:pt x="2" y="11"/>
                      <a:pt x="2" y="11"/>
                      <a:pt x="2" y="11"/>
                    </a:cubicBezTo>
                    <a:cubicBezTo>
                      <a:pt x="12" y="11"/>
                      <a:pt x="12" y="11"/>
                      <a:pt x="12" y="11"/>
                    </a:cubicBezTo>
                    <a:cubicBezTo>
                      <a:pt x="12" y="7"/>
                      <a:pt x="11" y="3"/>
                      <a:pt x="10" y="0"/>
                    </a:cubicBez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7" name="Freeform 1460">
                <a:extLst>
                  <a:ext uri="{FF2B5EF4-FFF2-40B4-BE49-F238E27FC236}">
                    <a16:creationId xmlns:a16="http://schemas.microsoft.com/office/drawing/2014/main" id="{DDE9B9D8-C19A-47D8-93FF-21016F853AEA}"/>
                  </a:ext>
                </a:extLst>
              </p:cNvPr>
              <p:cNvSpPr>
                <a:spLocks/>
              </p:cNvSpPr>
              <p:nvPr/>
            </p:nvSpPr>
            <p:spPr bwMode="auto">
              <a:xfrm>
                <a:off x="4484591" y="2712535"/>
                <a:ext cx="80998" cy="64802"/>
              </a:xfrm>
              <a:custGeom>
                <a:avLst/>
                <a:gdLst>
                  <a:gd name="T0" fmla="*/ 4 w 14"/>
                  <a:gd name="T1" fmla="*/ 0 h 11"/>
                  <a:gd name="T2" fmla="*/ 4 w 14"/>
                  <a:gd name="T3" fmla="*/ 0 h 11"/>
                  <a:gd name="T4" fmla="*/ 2 w 14"/>
                  <a:gd name="T5" fmla="*/ 1 h 11"/>
                  <a:gd name="T6" fmla="*/ 2 w 14"/>
                  <a:gd name="T7" fmla="*/ 1 h 11"/>
                  <a:gd name="T8" fmla="*/ 0 w 14"/>
                  <a:gd name="T9" fmla="*/ 2 h 11"/>
                  <a:gd name="T10" fmla="*/ 0 w 14"/>
                  <a:gd name="T11" fmla="*/ 2 h 11"/>
                  <a:gd name="T12" fmla="*/ 0 w 14"/>
                  <a:gd name="T13" fmla="*/ 2 h 11"/>
                  <a:gd name="T14" fmla="*/ 0 w 14"/>
                  <a:gd name="T15" fmla="*/ 2 h 11"/>
                  <a:gd name="T16" fmla="*/ 0 w 14"/>
                  <a:gd name="T17" fmla="*/ 3 h 11"/>
                  <a:gd name="T18" fmla="*/ 1 w 14"/>
                  <a:gd name="T19" fmla="*/ 4 h 11"/>
                  <a:gd name="T20" fmla="*/ 2 w 14"/>
                  <a:gd name="T21" fmla="*/ 6 h 11"/>
                  <a:gd name="T22" fmla="*/ 2 w 14"/>
                  <a:gd name="T23" fmla="*/ 6 h 11"/>
                  <a:gd name="T24" fmla="*/ 3 w 14"/>
                  <a:gd name="T25" fmla="*/ 9 h 11"/>
                  <a:gd name="T26" fmla="*/ 4 w 14"/>
                  <a:gd name="T27" fmla="*/ 10 h 11"/>
                  <a:gd name="T28" fmla="*/ 4 w 14"/>
                  <a:gd name="T29" fmla="*/ 11 h 11"/>
                  <a:gd name="T30" fmla="*/ 4 w 14"/>
                  <a:gd name="T31" fmla="*/ 11 h 11"/>
                  <a:gd name="T32" fmla="*/ 14 w 14"/>
                  <a:gd name="T33" fmla="*/ 11 h 11"/>
                  <a:gd name="T34" fmla="*/ 4 w 14"/>
                  <a:gd name="T35"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 h="11">
                    <a:moveTo>
                      <a:pt x="4" y="0"/>
                    </a:moveTo>
                    <a:cubicBezTo>
                      <a:pt x="4" y="0"/>
                      <a:pt x="4" y="0"/>
                      <a:pt x="4" y="0"/>
                    </a:cubicBezTo>
                    <a:cubicBezTo>
                      <a:pt x="3" y="0"/>
                      <a:pt x="3" y="1"/>
                      <a:pt x="2" y="1"/>
                    </a:cubicBezTo>
                    <a:cubicBezTo>
                      <a:pt x="2" y="1"/>
                      <a:pt x="2" y="1"/>
                      <a:pt x="2" y="1"/>
                    </a:cubicBezTo>
                    <a:cubicBezTo>
                      <a:pt x="1" y="1"/>
                      <a:pt x="0" y="2"/>
                      <a:pt x="0" y="2"/>
                    </a:cubicBezTo>
                    <a:cubicBezTo>
                      <a:pt x="0" y="2"/>
                      <a:pt x="0" y="2"/>
                      <a:pt x="0" y="2"/>
                    </a:cubicBezTo>
                    <a:cubicBezTo>
                      <a:pt x="0" y="2"/>
                      <a:pt x="0" y="2"/>
                      <a:pt x="0" y="2"/>
                    </a:cubicBezTo>
                    <a:cubicBezTo>
                      <a:pt x="0" y="2"/>
                      <a:pt x="0" y="2"/>
                      <a:pt x="0" y="2"/>
                    </a:cubicBezTo>
                    <a:cubicBezTo>
                      <a:pt x="0" y="3"/>
                      <a:pt x="0" y="3"/>
                      <a:pt x="0" y="3"/>
                    </a:cubicBezTo>
                    <a:cubicBezTo>
                      <a:pt x="0" y="3"/>
                      <a:pt x="1" y="4"/>
                      <a:pt x="1" y="4"/>
                    </a:cubicBezTo>
                    <a:cubicBezTo>
                      <a:pt x="1" y="5"/>
                      <a:pt x="1" y="5"/>
                      <a:pt x="2" y="6"/>
                    </a:cubicBezTo>
                    <a:cubicBezTo>
                      <a:pt x="2" y="6"/>
                      <a:pt x="2" y="6"/>
                      <a:pt x="2" y="6"/>
                    </a:cubicBezTo>
                    <a:cubicBezTo>
                      <a:pt x="3" y="7"/>
                      <a:pt x="3" y="8"/>
                      <a:pt x="3" y="9"/>
                    </a:cubicBezTo>
                    <a:cubicBezTo>
                      <a:pt x="4" y="10"/>
                      <a:pt x="4" y="10"/>
                      <a:pt x="4" y="10"/>
                    </a:cubicBezTo>
                    <a:cubicBezTo>
                      <a:pt x="4" y="10"/>
                      <a:pt x="4" y="11"/>
                      <a:pt x="4" y="11"/>
                    </a:cubicBezTo>
                    <a:cubicBezTo>
                      <a:pt x="4" y="11"/>
                      <a:pt x="4" y="11"/>
                      <a:pt x="4" y="11"/>
                    </a:cubicBezTo>
                    <a:cubicBezTo>
                      <a:pt x="14" y="11"/>
                      <a:pt x="14" y="11"/>
                      <a:pt x="14" y="11"/>
                    </a:cubicBezTo>
                    <a:cubicBezTo>
                      <a:pt x="12" y="7"/>
                      <a:pt x="8" y="3"/>
                      <a:pt x="4"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8" name="Freeform 1461">
                <a:extLst>
                  <a:ext uri="{FF2B5EF4-FFF2-40B4-BE49-F238E27FC236}">
                    <a16:creationId xmlns:a16="http://schemas.microsoft.com/office/drawing/2014/main" id="{9352DA73-8C52-40EA-BCA9-55BFA88A4020}"/>
                  </a:ext>
                </a:extLst>
              </p:cNvPr>
              <p:cNvSpPr>
                <a:spLocks/>
              </p:cNvSpPr>
              <p:nvPr/>
            </p:nvSpPr>
            <p:spPr bwMode="auto">
              <a:xfrm>
                <a:off x="4484591" y="2717932"/>
                <a:ext cx="10799"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cubicBezTo>
                      <a:pt x="0" y="1"/>
                      <a:pt x="1" y="0"/>
                      <a:pt x="2" y="0"/>
                    </a:cubicBezTo>
                    <a:cubicBezTo>
                      <a:pt x="1" y="0"/>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69" name="Freeform 1462">
                <a:extLst>
                  <a:ext uri="{FF2B5EF4-FFF2-40B4-BE49-F238E27FC236}">
                    <a16:creationId xmlns:a16="http://schemas.microsoft.com/office/drawing/2014/main" id="{0A490F5F-EA55-46DA-BA73-A0848AE1F0FB}"/>
                  </a:ext>
                </a:extLst>
              </p:cNvPr>
              <p:cNvSpPr>
                <a:spLocks/>
              </p:cNvSpPr>
              <p:nvPr/>
            </p:nvSpPr>
            <p:spPr bwMode="auto">
              <a:xfrm>
                <a:off x="4495390" y="2712535"/>
                <a:ext cx="16201"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cubicBezTo>
                      <a:pt x="1" y="1"/>
                      <a:pt x="1" y="0"/>
                      <a:pt x="2" y="0"/>
                    </a:cubicBezTo>
                    <a:cubicBezTo>
                      <a:pt x="1" y="0"/>
                      <a:pt x="1"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0" name="Freeform 1463">
                <a:extLst>
                  <a:ext uri="{FF2B5EF4-FFF2-40B4-BE49-F238E27FC236}">
                    <a16:creationId xmlns:a16="http://schemas.microsoft.com/office/drawing/2014/main" id="{0345084A-B016-47A5-8BC9-FB3C968B1E0A}"/>
                  </a:ext>
                </a:extLst>
              </p:cNvPr>
              <p:cNvSpPr>
                <a:spLocks/>
              </p:cNvSpPr>
              <p:nvPr/>
            </p:nvSpPr>
            <p:spPr bwMode="auto">
              <a:xfrm>
                <a:off x="4419789" y="2680134"/>
                <a:ext cx="48602" cy="43200"/>
              </a:xfrm>
              <a:custGeom>
                <a:avLst/>
                <a:gdLst>
                  <a:gd name="T0" fmla="*/ 8 w 8"/>
                  <a:gd name="T1" fmla="*/ 5 h 7"/>
                  <a:gd name="T2" fmla="*/ 7 w 8"/>
                  <a:gd name="T3" fmla="*/ 5 h 7"/>
                  <a:gd name="T4" fmla="*/ 7 w 8"/>
                  <a:gd name="T5" fmla="*/ 4 h 7"/>
                  <a:gd name="T6" fmla="*/ 7 w 8"/>
                  <a:gd name="T7" fmla="*/ 4 h 7"/>
                  <a:gd name="T8" fmla="*/ 6 w 8"/>
                  <a:gd name="T9" fmla="*/ 3 h 7"/>
                  <a:gd name="T10" fmla="*/ 6 w 8"/>
                  <a:gd name="T11" fmla="*/ 3 h 7"/>
                  <a:gd name="T12" fmla="*/ 4 w 8"/>
                  <a:gd name="T13" fmla="*/ 0 h 7"/>
                  <a:gd name="T14" fmla="*/ 0 w 8"/>
                  <a:gd name="T15" fmla="*/ 0 h 7"/>
                  <a:gd name="T16" fmla="*/ 0 w 8"/>
                  <a:gd name="T17" fmla="*/ 7 h 7"/>
                  <a:gd name="T18" fmla="*/ 1 w 8"/>
                  <a:gd name="T19" fmla="*/ 7 h 7"/>
                  <a:gd name="T20" fmla="*/ 1 w 8"/>
                  <a:gd name="T21" fmla="*/ 7 h 7"/>
                  <a:gd name="T22" fmla="*/ 4 w 8"/>
                  <a:gd name="T23" fmla="*/ 7 h 7"/>
                  <a:gd name="T24" fmla="*/ 4 w 8"/>
                  <a:gd name="T25" fmla="*/ 7 h 7"/>
                  <a:gd name="T26" fmla="*/ 6 w 8"/>
                  <a:gd name="T27" fmla="*/ 6 h 7"/>
                  <a:gd name="T28" fmla="*/ 7 w 8"/>
                  <a:gd name="T29" fmla="*/ 6 h 7"/>
                  <a:gd name="T30" fmla="*/ 8 w 8"/>
                  <a:gd name="T31" fmla="*/ 6 h 7"/>
                  <a:gd name="T32" fmla="*/ 8 w 8"/>
                  <a:gd name="T33" fmla="*/ 6 h 7"/>
                  <a:gd name="T34" fmla="*/ 8 w 8"/>
                  <a:gd name="T35" fmla="*/ 5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 h="7">
                    <a:moveTo>
                      <a:pt x="8" y="5"/>
                    </a:moveTo>
                    <a:cubicBezTo>
                      <a:pt x="7" y="5"/>
                      <a:pt x="7" y="5"/>
                      <a:pt x="7" y="5"/>
                    </a:cubicBezTo>
                    <a:cubicBezTo>
                      <a:pt x="7" y="4"/>
                      <a:pt x="7" y="4"/>
                      <a:pt x="7" y="4"/>
                    </a:cubicBezTo>
                    <a:cubicBezTo>
                      <a:pt x="7" y="4"/>
                      <a:pt x="7" y="4"/>
                      <a:pt x="7" y="4"/>
                    </a:cubicBezTo>
                    <a:cubicBezTo>
                      <a:pt x="6" y="3"/>
                      <a:pt x="6" y="3"/>
                      <a:pt x="6" y="3"/>
                    </a:cubicBezTo>
                    <a:cubicBezTo>
                      <a:pt x="6" y="3"/>
                      <a:pt x="6" y="3"/>
                      <a:pt x="6" y="3"/>
                    </a:cubicBezTo>
                    <a:cubicBezTo>
                      <a:pt x="5" y="2"/>
                      <a:pt x="4" y="1"/>
                      <a:pt x="4" y="0"/>
                    </a:cubicBezTo>
                    <a:cubicBezTo>
                      <a:pt x="2" y="0"/>
                      <a:pt x="1" y="0"/>
                      <a:pt x="0" y="0"/>
                    </a:cubicBezTo>
                    <a:cubicBezTo>
                      <a:pt x="0" y="7"/>
                      <a:pt x="0" y="7"/>
                      <a:pt x="0" y="7"/>
                    </a:cubicBezTo>
                    <a:cubicBezTo>
                      <a:pt x="1" y="7"/>
                      <a:pt x="1" y="7"/>
                      <a:pt x="1" y="7"/>
                    </a:cubicBezTo>
                    <a:cubicBezTo>
                      <a:pt x="1" y="7"/>
                      <a:pt x="1" y="7"/>
                      <a:pt x="1" y="7"/>
                    </a:cubicBezTo>
                    <a:cubicBezTo>
                      <a:pt x="2" y="7"/>
                      <a:pt x="3" y="7"/>
                      <a:pt x="4" y="7"/>
                    </a:cubicBezTo>
                    <a:cubicBezTo>
                      <a:pt x="4" y="7"/>
                      <a:pt x="4" y="7"/>
                      <a:pt x="4" y="7"/>
                    </a:cubicBezTo>
                    <a:cubicBezTo>
                      <a:pt x="5" y="7"/>
                      <a:pt x="5" y="7"/>
                      <a:pt x="6" y="6"/>
                    </a:cubicBezTo>
                    <a:cubicBezTo>
                      <a:pt x="7" y="6"/>
                      <a:pt x="7" y="6"/>
                      <a:pt x="7" y="6"/>
                    </a:cubicBezTo>
                    <a:cubicBezTo>
                      <a:pt x="8" y="6"/>
                      <a:pt x="8" y="6"/>
                      <a:pt x="8" y="6"/>
                    </a:cubicBezTo>
                    <a:cubicBezTo>
                      <a:pt x="8" y="6"/>
                      <a:pt x="8" y="6"/>
                      <a:pt x="8" y="6"/>
                    </a:cubicBezTo>
                    <a:lnTo>
                      <a:pt x="8" y="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1" name="Freeform 1464">
                <a:extLst>
                  <a:ext uri="{FF2B5EF4-FFF2-40B4-BE49-F238E27FC236}">
                    <a16:creationId xmlns:a16="http://schemas.microsoft.com/office/drawing/2014/main" id="{48DE4C57-FFDA-4A56-AE8B-2910835D30D6}"/>
                  </a:ext>
                </a:extLst>
              </p:cNvPr>
              <p:cNvSpPr>
                <a:spLocks/>
              </p:cNvSpPr>
              <p:nvPr/>
            </p:nvSpPr>
            <p:spPr bwMode="auto">
              <a:xfrm>
                <a:off x="4462989" y="2712535"/>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2" name="Rectangle 1465">
                <a:extLst>
                  <a:ext uri="{FF2B5EF4-FFF2-40B4-BE49-F238E27FC236}">
                    <a16:creationId xmlns:a16="http://schemas.microsoft.com/office/drawing/2014/main" id="{69F26FFF-5CC3-45BD-9F94-4B0018024175}"/>
                  </a:ext>
                </a:extLst>
              </p:cNvPr>
              <p:cNvSpPr>
                <a:spLocks noChangeArrowheads="1"/>
              </p:cNvSpPr>
              <p:nvPr/>
            </p:nvSpPr>
            <p:spPr bwMode="auto">
              <a:xfrm>
                <a:off x="4468390" y="2717932"/>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3" name="Freeform 1466">
                <a:extLst>
                  <a:ext uri="{FF2B5EF4-FFF2-40B4-BE49-F238E27FC236}">
                    <a16:creationId xmlns:a16="http://schemas.microsoft.com/office/drawing/2014/main" id="{68F0982C-E905-4F98-8CE8-EB783DC70F9D}"/>
                  </a:ext>
                </a:extLst>
              </p:cNvPr>
              <p:cNvSpPr>
                <a:spLocks/>
              </p:cNvSpPr>
              <p:nvPr/>
            </p:nvSpPr>
            <p:spPr bwMode="auto">
              <a:xfrm>
                <a:off x="4462989" y="27071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4" name="Freeform 1467">
                <a:extLst>
                  <a:ext uri="{FF2B5EF4-FFF2-40B4-BE49-F238E27FC236}">
                    <a16:creationId xmlns:a16="http://schemas.microsoft.com/office/drawing/2014/main" id="{7AB2A1C0-350F-4C94-A44A-177DAE9C39D5}"/>
                  </a:ext>
                </a:extLst>
              </p:cNvPr>
              <p:cNvSpPr>
                <a:spLocks/>
              </p:cNvSpPr>
              <p:nvPr/>
            </p:nvSpPr>
            <p:spPr bwMode="auto">
              <a:xfrm>
                <a:off x="4457591" y="27017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5" name="Freeform 1468">
                <a:extLst>
                  <a:ext uri="{FF2B5EF4-FFF2-40B4-BE49-F238E27FC236}">
                    <a16:creationId xmlns:a16="http://schemas.microsoft.com/office/drawing/2014/main" id="{F52B8165-F6FF-4ECC-B5AA-A36B428FFF3B}"/>
                  </a:ext>
                </a:extLst>
              </p:cNvPr>
              <p:cNvSpPr>
                <a:spLocks/>
              </p:cNvSpPr>
              <p:nvPr/>
            </p:nvSpPr>
            <p:spPr bwMode="auto">
              <a:xfrm>
                <a:off x="4327991" y="2723334"/>
                <a:ext cx="80998" cy="53999"/>
              </a:xfrm>
              <a:custGeom>
                <a:avLst/>
                <a:gdLst>
                  <a:gd name="T0" fmla="*/ 12 w 14"/>
                  <a:gd name="T1" fmla="*/ 2 h 9"/>
                  <a:gd name="T2" fmla="*/ 9 w 14"/>
                  <a:gd name="T3" fmla="*/ 2 h 9"/>
                  <a:gd name="T4" fmla="*/ 9 w 14"/>
                  <a:gd name="T5" fmla="*/ 2 h 9"/>
                  <a:gd name="T6" fmla="*/ 6 w 14"/>
                  <a:gd name="T7" fmla="*/ 1 h 9"/>
                  <a:gd name="T8" fmla="*/ 5 w 14"/>
                  <a:gd name="T9" fmla="*/ 1 h 9"/>
                  <a:gd name="T10" fmla="*/ 4 w 14"/>
                  <a:gd name="T11" fmla="*/ 0 h 9"/>
                  <a:gd name="T12" fmla="*/ 3 w 14"/>
                  <a:gd name="T13" fmla="*/ 2 h 9"/>
                  <a:gd name="T14" fmla="*/ 3 w 14"/>
                  <a:gd name="T15" fmla="*/ 2 h 9"/>
                  <a:gd name="T16" fmla="*/ 2 w 14"/>
                  <a:gd name="T17" fmla="*/ 5 h 9"/>
                  <a:gd name="T18" fmla="*/ 1 w 14"/>
                  <a:gd name="T19" fmla="*/ 6 h 9"/>
                  <a:gd name="T20" fmla="*/ 1 w 14"/>
                  <a:gd name="T21" fmla="*/ 7 h 9"/>
                  <a:gd name="T22" fmla="*/ 0 w 14"/>
                  <a:gd name="T23" fmla="*/ 8 h 9"/>
                  <a:gd name="T24" fmla="*/ 0 w 14"/>
                  <a:gd name="T25" fmla="*/ 9 h 9"/>
                  <a:gd name="T26" fmla="*/ 14 w 14"/>
                  <a:gd name="T27" fmla="*/ 9 h 9"/>
                  <a:gd name="T28" fmla="*/ 14 w 14"/>
                  <a:gd name="T29" fmla="*/ 2 h 9"/>
                  <a:gd name="T30" fmla="*/ 14 w 14"/>
                  <a:gd name="T31" fmla="*/ 2 h 9"/>
                  <a:gd name="T32" fmla="*/ 13 w 14"/>
                  <a:gd name="T33" fmla="*/ 2 h 9"/>
                  <a:gd name="T34" fmla="*/ 12 w 14"/>
                  <a:gd name="T35" fmla="*/ 2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 h="9">
                    <a:moveTo>
                      <a:pt x="12" y="2"/>
                    </a:moveTo>
                    <a:cubicBezTo>
                      <a:pt x="11" y="2"/>
                      <a:pt x="10" y="2"/>
                      <a:pt x="9" y="2"/>
                    </a:cubicBezTo>
                    <a:cubicBezTo>
                      <a:pt x="9" y="2"/>
                      <a:pt x="9" y="2"/>
                      <a:pt x="9" y="2"/>
                    </a:cubicBezTo>
                    <a:cubicBezTo>
                      <a:pt x="8" y="2"/>
                      <a:pt x="7" y="1"/>
                      <a:pt x="6" y="1"/>
                    </a:cubicBezTo>
                    <a:cubicBezTo>
                      <a:pt x="5" y="1"/>
                      <a:pt x="5" y="1"/>
                      <a:pt x="5" y="1"/>
                    </a:cubicBezTo>
                    <a:cubicBezTo>
                      <a:pt x="5" y="1"/>
                      <a:pt x="5" y="1"/>
                      <a:pt x="4" y="0"/>
                    </a:cubicBezTo>
                    <a:cubicBezTo>
                      <a:pt x="4" y="1"/>
                      <a:pt x="3" y="1"/>
                      <a:pt x="3" y="2"/>
                    </a:cubicBezTo>
                    <a:cubicBezTo>
                      <a:pt x="3" y="2"/>
                      <a:pt x="3" y="2"/>
                      <a:pt x="3" y="2"/>
                    </a:cubicBezTo>
                    <a:cubicBezTo>
                      <a:pt x="2" y="3"/>
                      <a:pt x="2" y="4"/>
                      <a:pt x="2" y="5"/>
                    </a:cubicBezTo>
                    <a:cubicBezTo>
                      <a:pt x="1" y="6"/>
                      <a:pt x="1" y="6"/>
                      <a:pt x="1" y="6"/>
                    </a:cubicBezTo>
                    <a:cubicBezTo>
                      <a:pt x="1" y="6"/>
                      <a:pt x="1" y="7"/>
                      <a:pt x="1" y="7"/>
                    </a:cubicBezTo>
                    <a:cubicBezTo>
                      <a:pt x="0" y="8"/>
                      <a:pt x="0" y="8"/>
                      <a:pt x="0" y="8"/>
                    </a:cubicBezTo>
                    <a:cubicBezTo>
                      <a:pt x="0" y="9"/>
                      <a:pt x="0" y="9"/>
                      <a:pt x="0" y="9"/>
                    </a:cubicBezTo>
                    <a:cubicBezTo>
                      <a:pt x="14" y="9"/>
                      <a:pt x="14" y="9"/>
                      <a:pt x="14" y="9"/>
                    </a:cubicBezTo>
                    <a:cubicBezTo>
                      <a:pt x="14" y="2"/>
                      <a:pt x="14" y="2"/>
                      <a:pt x="14" y="2"/>
                    </a:cubicBezTo>
                    <a:cubicBezTo>
                      <a:pt x="14" y="2"/>
                      <a:pt x="14" y="2"/>
                      <a:pt x="14" y="2"/>
                    </a:cubicBezTo>
                    <a:cubicBezTo>
                      <a:pt x="14" y="2"/>
                      <a:pt x="13" y="2"/>
                      <a:pt x="13" y="2"/>
                    </a:cubicBezTo>
                    <a:cubicBezTo>
                      <a:pt x="12" y="2"/>
                      <a:pt x="12" y="2"/>
                      <a:pt x="12"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6" name="Freeform 1469">
                <a:extLst>
                  <a:ext uri="{FF2B5EF4-FFF2-40B4-BE49-F238E27FC236}">
                    <a16:creationId xmlns:a16="http://schemas.microsoft.com/office/drawing/2014/main" id="{816B2554-7E6D-405D-81F2-60111D2E7FD4}"/>
                  </a:ext>
                </a:extLst>
              </p:cNvPr>
              <p:cNvSpPr>
                <a:spLocks/>
              </p:cNvSpPr>
              <p:nvPr/>
            </p:nvSpPr>
            <p:spPr bwMode="auto">
              <a:xfrm>
                <a:off x="4327991" y="2928535"/>
                <a:ext cx="80998" cy="48602"/>
              </a:xfrm>
              <a:custGeom>
                <a:avLst/>
                <a:gdLst>
                  <a:gd name="T0" fmla="*/ 0 w 14"/>
                  <a:gd name="T1" fmla="*/ 1 h 8"/>
                  <a:gd name="T2" fmla="*/ 1 w 14"/>
                  <a:gd name="T3" fmla="*/ 2 h 8"/>
                  <a:gd name="T4" fmla="*/ 1 w 14"/>
                  <a:gd name="T5" fmla="*/ 3 h 8"/>
                  <a:gd name="T6" fmla="*/ 2 w 14"/>
                  <a:gd name="T7" fmla="*/ 4 h 8"/>
                  <a:gd name="T8" fmla="*/ 3 w 14"/>
                  <a:gd name="T9" fmla="*/ 6 h 8"/>
                  <a:gd name="T10" fmla="*/ 3 w 14"/>
                  <a:gd name="T11" fmla="*/ 7 h 8"/>
                  <a:gd name="T12" fmla="*/ 4 w 14"/>
                  <a:gd name="T13" fmla="*/ 8 h 8"/>
                  <a:gd name="T14" fmla="*/ 5 w 14"/>
                  <a:gd name="T15" fmla="*/ 8 h 8"/>
                  <a:gd name="T16" fmla="*/ 6 w 14"/>
                  <a:gd name="T17" fmla="*/ 8 h 8"/>
                  <a:gd name="T18" fmla="*/ 8 w 14"/>
                  <a:gd name="T19" fmla="*/ 7 h 8"/>
                  <a:gd name="T20" fmla="*/ 9 w 14"/>
                  <a:gd name="T21" fmla="*/ 7 h 8"/>
                  <a:gd name="T22" fmla="*/ 11 w 14"/>
                  <a:gd name="T23" fmla="*/ 7 h 8"/>
                  <a:gd name="T24" fmla="*/ 13 w 14"/>
                  <a:gd name="T25" fmla="*/ 7 h 8"/>
                  <a:gd name="T26" fmla="*/ 14 w 14"/>
                  <a:gd name="T27" fmla="*/ 7 h 8"/>
                  <a:gd name="T28" fmla="*/ 14 w 14"/>
                  <a:gd name="T29" fmla="*/ 0 h 8"/>
                  <a:gd name="T30" fmla="*/ 0 w 14"/>
                  <a:gd name="T31" fmla="*/ 0 h 8"/>
                  <a:gd name="T32" fmla="*/ 0 w 14"/>
                  <a:gd name="T33" fmla="*/ 1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8">
                    <a:moveTo>
                      <a:pt x="0" y="1"/>
                    </a:moveTo>
                    <a:cubicBezTo>
                      <a:pt x="1" y="2"/>
                      <a:pt x="1" y="2"/>
                      <a:pt x="1" y="2"/>
                    </a:cubicBezTo>
                    <a:cubicBezTo>
                      <a:pt x="1" y="2"/>
                      <a:pt x="1" y="3"/>
                      <a:pt x="1" y="3"/>
                    </a:cubicBezTo>
                    <a:cubicBezTo>
                      <a:pt x="2" y="4"/>
                      <a:pt x="2" y="4"/>
                      <a:pt x="2" y="4"/>
                    </a:cubicBezTo>
                    <a:cubicBezTo>
                      <a:pt x="2" y="5"/>
                      <a:pt x="2" y="6"/>
                      <a:pt x="3" y="6"/>
                    </a:cubicBezTo>
                    <a:cubicBezTo>
                      <a:pt x="3" y="7"/>
                      <a:pt x="3" y="7"/>
                      <a:pt x="3" y="7"/>
                    </a:cubicBezTo>
                    <a:cubicBezTo>
                      <a:pt x="3" y="7"/>
                      <a:pt x="4" y="8"/>
                      <a:pt x="4" y="8"/>
                    </a:cubicBezTo>
                    <a:cubicBezTo>
                      <a:pt x="4" y="8"/>
                      <a:pt x="5" y="8"/>
                      <a:pt x="5" y="8"/>
                    </a:cubicBezTo>
                    <a:cubicBezTo>
                      <a:pt x="6" y="8"/>
                      <a:pt x="6" y="8"/>
                      <a:pt x="6" y="8"/>
                    </a:cubicBezTo>
                    <a:cubicBezTo>
                      <a:pt x="7" y="8"/>
                      <a:pt x="8" y="8"/>
                      <a:pt x="8" y="7"/>
                    </a:cubicBezTo>
                    <a:cubicBezTo>
                      <a:pt x="9" y="7"/>
                      <a:pt x="9" y="7"/>
                      <a:pt x="9" y="7"/>
                    </a:cubicBezTo>
                    <a:cubicBezTo>
                      <a:pt x="10" y="7"/>
                      <a:pt x="11" y="7"/>
                      <a:pt x="11" y="7"/>
                    </a:cubicBezTo>
                    <a:cubicBezTo>
                      <a:pt x="12" y="7"/>
                      <a:pt x="12" y="7"/>
                      <a:pt x="13" y="7"/>
                    </a:cubicBezTo>
                    <a:cubicBezTo>
                      <a:pt x="13" y="7"/>
                      <a:pt x="14" y="7"/>
                      <a:pt x="14" y="7"/>
                    </a:cubicBezTo>
                    <a:cubicBezTo>
                      <a:pt x="14" y="0"/>
                      <a:pt x="14" y="0"/>
                      <a:pt x="14" y="0"/>
                    </a:cubicBezTo>
                    <a:cubicBezTo>
                      <a:pt x="0" y="0"/>
                      <a:pt x="0" y="0"/>
                      <a:pt x="0" y="0"/>
                    </a:cubicBez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7" name="Freeform 1470">
                <a:extLst>
                  <a:ext uri="{FF2B5EF4-FFF2-40B4-BE49-F238E27FC236}">
                    <a16:creationId xmlns:a16="http://schemas.microsoft.com/office/drawing/2014/main" id="{BC32F93C-3AB7-437B-A533-CD494D215292}"/>
                  </a:ext>
                </a:extLst>
              </p:cNvPr>
              <p:cNvSpPr>
                <a:spLocks/>
              </p:cNvSpPr>
              <p:nvPr/>
            </p:nvSpPr>
            <p:spPr bwMode="auto">
              <a:xfrm>
                <a:off x="4419789" y="2723334"/>
                <a:ext cx="75601" cy="53999"/>
              </a:xfrm>
              <a:custGeom>
                <a:avLst/>
                <a:gdLst>
                  <a:gd name="T0" fmla="*/ 13 w 13"/>
                  <a:gd name="T1" fmla="*/ 7 h 9"/>
                  <a:gd name="T2" fmla="*/ 12 w 13"/>
                  <a:gd name="T3" fmla="*/ 6 h 9"/>
                  <a:gd name="T4" fmla="*/ 11 w 13"/>
                  <a:gd name="T5" fmla="*/ 5 h 9"/>
                  <a:gd name="T6" fmla="*/ 10 w 13"/>
                  <a:gd name="T7" fmla="*/ 3 h 9"/>
                  <a:gd name="T8" fmla="*/ 10 w 13"/>
                  <a:gd name="T9" fmla="*/ 2 h 9"/>
                  <a:gd name="T10" fmla="*/ 9 w 13"/>
                  <a:gd name="T11" fmla="*/ 0 h 9"/>
                  <a:gd name="T12" fmla="*/ 8 w 13"/>
                  <a:gd name="T13" fmla="*/ 1 h 9"/>
                  <a:gd name="T14" fmla="*/ 7 w 13"/>
                  <a:gd name="T15" fmla="*/ 1 h 9"/>
                  <a:gd name="T16" fmla="*/ 4 w 13"/>
                  <a:gd name="T17" fmla="*/ 2 h 9"/>
                  <a:gd name="T18" fmla="*/ 4 w 13"/>
                  <a:gd name="T19" fmla="*/ 2 h 9"/>
                  <a:gd name="T20" fmla="*/ 2 w 13"/>
                  <a:gd name="T21" fmla="*/ 2 h 9"/>
                  <a:gd name="T22" fmla="*/ 1 w 13"/>
                  <a:gd name="T23" fmla="*/ 2 h 9"/>
                  <a:gd name="T24" fmla="*/ 0 w 13"/>
                  <a:gd name="T25" fmla="*/ 2 h 9"/>
                  <a:gd name="T26" fmla="*/ 0 w 13"/>
                  <a:gd name="T27" fmla="*/ 2 h 9"/>
                  <a:gd name="T28" fmla="*/ 0 w 13"/>
                  <a:gd name="T29" fmla="*/ 9 h 9"/>
                  <a:gd name="T30" fmla="*/ 13 w 13"/>
                  <a:gd name="T31" fmla="*/ 9 h 9"/>
                  <a:gd name="T32" fmla="*/ 13 w 13"/>
                  <a:gd name="T33" fmla="*/ 8 h 9"/>
                  <a:gd name="T34" fmla="*/ 13 w 13"/>
                  <a:gd name="T35" fmla="*/ 7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9">
                    <a:moveTo>
                      <a:pt x="13" y="7"/>
                    </a:moveTo>
                    <a:cubicBezTo>
                      <a:pt x="12" y="7"/>
                      <a:pt x="12" y="6"/>
                      <a:pt x="12" y="6"/>
                    </a:cubicBezTo>
                    <a:cubicBezTo>
                      <a:pt x="11" y="5"/>
                      <a:pt x="11" y="5"/>
                      <a:pt x="11" y="5"/>
                    </a:cubicBezTo>
                    <a:cubicBezTo>
                      <a:pt x="11" y="4"/>
                      <a:pt x="11" y="3"/>
                      <a:pt x="10" y="3"/>
                    </a:cubicBezTo>
                    <a:cubicBezTo>
                      <a:pt x="10" y="2"/>
                      <a:pt x="10" y="2"/>
                      <a:pt x="10" y="2"/>
                    </a:cubicBezTo>
                    <a:cubicBezTo>
                      <a:pt x="9" y="1"/>
                      <a:pt x="9" y="1"/>
                      <a:pt x="9" y="0"/>
                    </a:cubicBezTo>
                    <a:cubicBezTo>
                      <a:pt x="8" y="1"/>
                      <a:pt x="8" y="1"/>
                      <a:pt x="8" y="1"/>
                    </a:cubicBezTo>
                    <a:cubicBezTo>
                      <a:pt x="7" y="1"/>
                      <a:pt x="7" y="1"/>
                      <a:pt x="7" y="1"/>
                    </a:cubicBezTo>
                    <a:cubicBezTo>
                      <a:pt x="6" y="1"/>
                      <a:pt x="5" y="2"/>
                      <a:pt x="4" y="2"/>
                    </a:cubicBezTo>
                    <a:cubicBezTo>
                      <a:pt x="4" y="2"/>
                      <a:pt x="4" y="2"/>
                      <a:pt x="4" y="2"/>
                    </a:cubicBezTo>
                    <a:cubicBezTo>
                      <a:pt x="3" y="2"/>
                      <a:pt x="2" y="2"/>
                      <a:pt x="2" y="2"/>
                    </a:cubicBezTo>
                    <a:cubicBezTo>
                      <a:pt x="1" y="2"/>
                      <a:pt x="1" y="2"/>
                      <a:pt x="1" y="2"/>
                    </a:cubicBezTo>
                    <a:cubicBezTo>
                      <a:pt x="0" y="2"/>
                      <a:pt x="0" y="2"/>
                      <a:pt x="0" y="2"/>
                    </a:cubicBezTo>
                    <a:cubicBezTo>
                      <a:pt x="0" y="2"/>
                      <a:pt x="0" y="2"/>
                      <a:pt x="0" y="2"/>
                    </a:cubicBezTo>
                    <a:cubicBezTo>
                      <a:pt x="0" y="9"/>
                      <a:pt x="0" y="9"/>
                      <a:pt x="0" y="9"/>
                    </a:cubicBezTo>
                    <a:cubicBezTo>
                      <a:pt x="13" y="9"/>
                      <a:pt x="13" y="9"/>
                      <a:pt x="13" y="9"/>
                    </a:cubicBezTo>
                    <a:cubicBezTo>
                      <a:pt x="13" y="8"/>
                      <a:pt x="13" y="8"/>
                      <a:pt x="13" y="8"/>
                    </a:cubicBezTo>
                    <a:lnTo>
                      <a:pt x="13" y="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8" name="Freeform 1471">
                <a:extLst>
                  <a:ext uri="{FF2B5EF4-FFF2-40B4-BE49-F238E27FC236}">
                    <a16:creationId xmlns:a16="http://schemas.microsoft.com/office/drawing/2014/main" id="{056543A3-EB42-47AA-B842-E0ED61354464}"/>
                  </a:ext>
                </a:extLst>
              </p:cNvPr>
              <p:cNvSpPr>
                <a:spLocks/>
              </p:cNvSpPr>
              <p:nvPr/>
            </p:nvSpPr>
            <p:spPr bwMode="auto">
              <a:xfrm>
                <a:off x="4489988" y="2755735"/>
                <a:ext cx="5402" cy="10799"/>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1"/>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9" name="Freeform 1472">
                <a:extLst>
                  <a:ext uri="{FF2B5EF4-FFF2-40B4-BE49-F238E27FC236}">
                    <a16:creationId xmlns:a16="http://schemas.microsoft.com/office/drawing/2014/main" id="{33DD0F22-8865-4BC4-8A9E-B7A7BCED6E58}"/>
                  </a:ext>
                </a:extLst>
              </p:cNvPr>
              <p:cNvSpPr>
                <a:spLocks/>
              </p:cNvSpPr>
              <p:nvPr/>
            </p:nvSpPr>
            <p:spPr bwMode="auto">
              <a:xfrm>
                <a:off x="4495390" y="2771936"/>
                <a:ext cx="0" cy="5402"/>
              </a:xfrm>
              <a:custGeom>
                <a:avLst/>
                <a:gdLst>
                  <a:gd name="T0" fmla="*/ 1 h 1"/>
                  <a:gd name="T1" fmla="*/ 1 h 1"/>
                  <a:gd name="T2" fmla="*/ 0 h 1"/>
                  <a:gd name="T3" fmla="*/ 1 h 1"/>
                </a:gdLst>
                <a:ahLst/>
                <a:cxnLst>
                  <a:cxn ang="0">
                    <a:pos x="0" y="T0"/>
                  </a:cxn>
                  <a:cxn ang="0">
                    <a:pos x="0" y="T1"/>
                  </a:cxn>
                  <a:cxn ang="0">
                    <a:pos x="0" y="T2"/>
                  </a:cxn>
                  <a:cxn ang="0">
                    <a:pos x="0" y="T3"/>
                  </a:cxn>
                </a:cxnLst>
                <a:rect l="0" t="0" r="r" b="b"/>
                <a:pathLst>
                  <a:path h="1">
                    <a:moveTo>
                      <a:pt x="0" y="1"/>
                    </a:moveTo>
                    <a:lnTo>
                      <a:pt x="0" y="1"/>
                    </a:ln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0" name="Freeform 1473">
                <a:extLst>
                  <a:ext uri="{FF2B5EF4-FFF2-40B4-BE49-F238E27FC236}">
                    <a16:creationId xmlns:a16="http://schemas.microsoft.com/office/drawing/2014/main" id="{16A9686B-A201-4AB7-87A0-BCE52E444DE9}"/>
                  </a:ext>
                </a:extLst>
              </p:cNvPr>
              <p:cNvSpPr>
                <a:spLocks/>
              </p:cNvSpPr>
              <p:nvPr/>
            </p:nvSpPr>
            <p:spPr bwMode="auto">
              <a:xfrm>
                <a:off x="4473792" y="2723334"/>
                <a:ext cx="5402" cy="10799"/>
              </a:xfrm>
              <a:custGeom>
                <a:avLst/>
                <a:gdLst>
                  <a:gd name="T0" fmla="*/ 0 w 1"/>
                  <a:gd name="T1" fmla="*/ 0 h 2"/>
                  <a:gd name="T2" fmla="*/ 1 w 1"/>
                  <a:gd name="T3" fmla="*/ 2 h 2"/>
                  <a:gd name="T4" fmla="*/ 0 w 1"/>
                  <a:gd name="T5" fmla="*/ 0 h 2"/>
                </a:gdLst>
                <a:ahLst/>
                <a:cxnLst>
                  <a:cxn ang="0">
                    <a:pos x="T0" y="T1"/>
                  </a:cxn>
                  <a:cxn ang="0">
                    <a:pos x="T2" y="T3"/>
                  </a:cxn>
                  <a:cxn ang="0">
                    <a:pos x="T4" y="T5"/>
                  </a:cxn>
                </a:cxnLst>
                <a:rect l="0" t="0" r="r" b="b"/>
                <a:pathLst>
                  <a:path w="1" h="2">
                    <a:moveTo>
                      <a:pt x="0" y="0"/>
                    </a:moveTo>
                    <a:cubicBezTo>
                      <a:pt x="0" y="1"/>
                      <a:pt x="0" y="1"/>
                      <a:pt x="1" y="2"/>
                    </a:cubicBezTo>
                    <a:cubicBezTo>
                      <a:pt x="0" y="1"/>
                      <a:pt x="0"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1" name="Freeform 1474">
                <a:extLst>
                  <a:ext uri="{FF2B5EF4-FFF2-40B4-BE49-F238E27FC236}">
                    <a16:creationId xmlns:a16="http://schemas.microsoft.com/office/drawing/2014/main" id="{8BF19F91-E253-4AC3-A208-E1A8165DFA5C}"/>
                  </a:ext>
                </a:extLst>
              </p:cNvPr>
              <p:cNvSpPr>
                <a:spLocks/>
              </p:cNvSpPr>
              <p:nvPr/>
            </p:nvSpPr>
            <p:spPr bwMode="auto">
              <a:xfrm>
                <a:off x="4479189" y="2739535"/>
                <a:ext cx="5402" cy="10799"/>
              </a:xfrm>
              <a:custGeom>
                <a:avLst/>
                <a:gdLst>
                  <a:gd name="T0" fmla="*/ 0 w 1"/>
                  <a:gd name="T1" fmla="*/ 0 h 2"/>
                  <a:gd name="T2" fmla="*/ 1 w 1"/>
                  <a:gd name="T3" fmla="*/ 2 h 2"/>
                  <a:gd name="T4" fmla="*/ 0 w 1"/>
                  <a:gd name="T5" fmla="*/ 0 h 2"/>
                </a:gdLst>
                <a:ahLst/>
                <a:cxnLst>
                  <a:cxn ang="0">
                    <a:pos x="T0" y="T1"/>
                  </a:cxn>
                  <a:cxn ang="0">
                    <a:pos x="T2" y="T3"/>
                  </a:cxn>
                  <a:cxn ang="0">
                    <a:pos x="T4" y="T5"/>
                  </a:cxn>
                </a:cxnLst>
                <a:rect l="0" t="0" r="r" b="b"/>
                <a:pathLst>
                  <a:path w="1" h="2">
                    <a:moveTo>
                      <a:pt x="0" y="0"/>
                    </a:moveTo>
                    <a:cubicBezTo>
                      <a:pt x="1" y="0"/>
                      <a:pt x="1" y="1"/>
                      <a:pt x="1" y="2"/>
                    </a:cubicBezTo>
                    <a:cubicBezTo>
                      <a:pt x="1" y="1"/>
                      <a:pt x="1"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2" name="Freeform 1475">
                <a:extLst>
                  <a:ext uri="{FF2B5EF4-FFF2-40B4-BE49-F238E27FC236}">
                    <a16:creationId xmlns:a16="http://schemas.microsoft.com/office/drawing/2014/main" id="{241395D0-D1A1-4F7F-A369-748BC559C3F0}"/>
                  </a:ext>
                </a:extLst>
              </p:cNvPr>
              <p:cNvSpPr>
                <a:spLocks/>
              </p:cNvSpPr>
              <p:nvPr/>
            </p:nvSpPr>
            <p:spPr bwMode="auto">
              <a:xfrm>
                <a:off x="4462989" y="2728736"/>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3" name="Freeform 1476">
                <a:extLst>
                  <a:ext uri="{FF2B5EF4-FFF2-40B4-BE49-F238E27FC236}">
                    <a16:creationId xmlns:a16="http://schemas.microsoft.com/office/drawing/2014/main" id="{B20AF15E-C968-4033-93B3-4AE3B0A2CDFA}"/>
                  </a:ext>
                </a:extLst>
              </p:cNvPr>
              <p:cNvSpPr>
                <a:spLocks/>
              </p:cNvSpPr>
              <p:nvPr/>
            </p:nvSpPr>
            <p:spPr bwMode="auto">
              <a:xfrm>
                <a:off x="4446788" y="27341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4" name="Freeform 1477">
                <a:extLst>
                  <a:ext uri="{FF2B5EF4-FFF2-40B4-BE49-F238E27FC236}">
                    <a16:creationId xmlns:a16="http://schemas.microsoft.com/office/drawing/2014/main" id="{545A52AC-6DCA-430D-AB62-6E8CCB979570}"/>
                  </a:ext>
                </a:extLst>
              </p:cNvPr>
              <p:cNvSpPr>
                <a:spLocks/>
              </p:cNvSpPr>
              <p:nvPr/>
            </p:nvSpPr>
            <p:spPr bwMode="auto">
              <a:xfrm>
                <a:off x="4425190" y="2734133"/>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5" name="Freeform 1478">
                <a:extLst>
                  <a:ext uri="{FF2B5EF4-FFF2-40B4-BE49-F238E27FC236}">
                    <a16:creationId xmlns:a16="http://schemas.microsoft.com/office/drawing/2014/main" id="{C9FF305F-52A3-4516-93EE-63924B217C3D}"/>
                  </a:ext>
                </a:extLst>
              </p:cNvPr>
              <p:cNvSpPr>
                <a:spLocks/>
              </p:cNvSpPr>
              <p:nvPr/>
            </p:nvSpPr>
            <p:spPr bwMode="auto">
              <a:xfrm>
                <a:off x="4317188" y="2788132"/>
                <a:ext cx="91802" cy="64802"/>
              </a:xfrm>
              <a:custGeom>
                <a:avLst/>
                <a:gdLst>
                  <a:gd name="T0" fmla="*/ 1 w 16"/>
                  <a:gd name="T1" fmla="*/ 1 h 11"/>
                  <a:gd name="T2" fmla="*/ 1 w 16"/>
                  <a:gd name="T3" fmla="*/ 2 h 11"/>
                  <a:gd name="T4" fmla="*/ 0 w 16"/>
                  <a:gd name="T5" fmla="*/ 5 h 11"/>
                  <a:gd name="T6" fmla="*/ 0 w 16"/>
                  <a:gd name="T7" fmla="*/ 5 h 11"/>
                  <a:gd name="T8" fmla="*/ 0 w 16"/>
                  <a:gd name="T9" fmla="*/ 8 h 11"/>
                  <a:gd name="T10" fmla="*/ 0 w 16"/>
                  <a:gd name="T11" fmla="*/ 9 h 11"/>
                  <a:gd name="T12" fmla="*/ 0 w 16"/>
                  <a:gd name="T13" fmla="*/ 11 h 11"/>
                  <a:gd name="T14" fmla="*/ 16 w 16"/>
                  <a:gd name="T15" fmla="*/ 11 h 11"/>
                  <a:gd name="T16" fmla="*/ 16 w 16"/>
                  <a:gd name="T17" fmla="*/ 0 h 11"/>
                  <a:gd name="T18" fmla="*/ 1 w 16"/>
                  <a:gd name="T19" fmla="*/ 0 h 11"/>
                  <a:gd name="T20" fmla="*/ 1 w 16"/>
                  <a:gd name="T21" fmla="*/ 1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1">
                    <a:moveTo>
                      <a:pt x="1" y="1"/>
                    </a:moveTo>
                    <a:cubicBezTo>
                      <a:pt x="1" y="2"/>
                      <a:pt x="1" y="2"/>
                      <a:pt x="1" y="2"/>
                    </a:cubicBezTo>
                    <a:cubicBezTo>
                      <a:pt x="1" y="3"/>
                      <a:pt x="0" y="4"/>
                      <a:pt x="0" y="5"/>
                    </a:cubicBezTo>
                    <a:cubicBezTo>
                      <a:pt x="0" y="5"/>
                      <a:pt x="0" y="5"/>
                      <a:pt x="0" y="5"/>
                    </a:cubicBezTo>
                    <a:cubicBezTo>
                      <a:pt x="0" y="6"/>
                      <a:pt x="0" y="7"/>
                      <a:pt x="0" y="8"/>
                    </a:cubicBezTo>
                    <a:cubicBezTo>
                      <a:pt x="0" y="9"/>
                      <a:pt x="0" y="9"/>
                      <a:pt x="0" y="9"/>
                    </a:cubicBezTo>
                    <a:cubicBezTo>
                      <a:pt x="0" y="10"/>
                      <a:pt x="0" y="10"/>
                      <a:pt x="0" y="11"/>
                    </a:cubicBezTo>
                    <a:cubicBezTo>
                      <a:pt x="16" y="11"/>
                      <a:pt x="16" y="11"/>
                      <a:pt x="16" y="11"/>
                    </a:cubicBezTo>
                    <a:cubicBezTo>
                      <a:pt x="16" y="0"/>
                      <a:pt x="16" y="0"/>
                      <a:pt x="16" y="0"/>
                    </a:cubicBezTo>
                    <a:cubicBezTo>
                      <a:pt x="1" y="0"/>
                      <a:pt x="1" y="0"/>
                      <a:pt x="1" y="0"/>
                    </a:cubicBezTo>
                    <a:cubicBezTo>
                      <a:pt x="1" y="0"/>
                      <a:pt x="1" y="1"/>
                      <a:pt x="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6" name="Freeform 1479">
                <a:extLst>
                  <a:ext uri="{FF2B5EF4-FFF2-40B4-BE49-F238E27FC236}">
                    <a16:creationId xmlns:a16="http://schemas.microsoft.com/office/drawing/2014/main" id="{EF0BBA2F-305B-4447-96E7-D2C1FC389729}"/>
                  </a:ext>
                </a:extLst>
              </p:cNvPr>
              <p:cNvSpPr>
                <a:spLocks/>
              </p:cNvSpPr>
              <p:nvPr/>
            </p:nvSpPr>
            <p:spPr bwMode="auto">
              <a:xfrm>
                <a:off x="4317188" y="2858336"/>
                <a:ext cx="91802" cy="59401"/>
              </a:xfrm>
              <a:custGeom>
                <a:avLst/>
                <a:gdLst>
                  <a:gd name="T0" fmla="*/ 0 w 16"/>
                  <a:gd name="T1" fmla="*/ 2 h 10"/>
                  <a:gd name="T2" fmla="*/ 0 w 16"/>
                  <a:gd name="T3" fmla="*/ 3 h 10"/>
                  <a:gd name="T4" fmla="*/ 0 w 16"/>
                  <a:gd name="T5" fmla="*/ 5 h 10"/>
                  <a:gd name="T6" fmla="*/ 0 w 16"/>
                  <a:gd name="T7" fmla="*/ 5 h 10"/>
                  <a:gd name="T8" fmla="*/ 1 w 16"/>
                  <a:gd name="T9" fmla="*/ 8 h 10"/>
                  <a:gd name="T10" fmla="*/ 1 w 16"/>
                  <a:gd name="T11" fmla="*/ 9 h 10"/>
                  <a:gd name="T12" fmla="*/ 1 w 16"/>
                  <a:gd name="T13" fmla="*/ 10 h 10"/>
                  <a:gd name="T14" fmla="*/ 16 w 16"/>
                  <a:gd name="T15" fmla="*/ 10 h 10"/>
                  <a:gd name="T16" fmla="*/ 16 w 16"/>
                  <a:gd name="T17" fmla="*/ 0 h 10"/>
                  <a:gd name="T18" fmla="*/ 0 w 16"/>
                  <a:gd name="T19" fmla="*/ 0 h 10"/>
                  <a:gd name="T20" fmla="*/ 0 w 16"/>
                  <a:gd name="T21" fmla="*/ 2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0">
                    <a:moveTo>
                      <a:pt x="0" y="2"/>
                    </a:moveTo>
                    <a:cubicBezTo>
                      <a:pt x="0" y="3"/>
                      <a:pt x="0" y="3"/>
                      <a:pt x="0" y="3"/>
                    </a:cubicBezTo>
                    <a:cubicBezTo>
                      <a:pt x="0" y="3"/>
                      <a:pt x="0" y="4"/>
                      <a:pt x="0" y="5"/>
                    </a:cubicBezTo>
                    <a:cubicBezTo>
                      <a:pt x="0" y="5"/>
                      <a:pt x="0" y="5"/>
                      <a:pt x="0" y="5"/>
                    </a:cubicBezTo>
                    <a:cubicBezTo>
                      <a:pt x="0" y="6"/>
                      <a:pt x="1" y="7"/>
                      <a:pt x="1" y="8"/>
                    </a:cubicBezTo>
                    <a:cubicBezTo>
                      <a:pt x="1" y="9"/>
                      <a:pt x="1" y="9"/>
                      <a:pt x="1" y="9"/>
                    </a:cubicBezTo>
                    <a:cubicBezTo>
                      <a:pt x="1" y="9"/>
                      <a:pt x="1" y="10"/>
                      <a:pt x="1" y="10"/>
                    </a:cubicBezTo>
                    <a:cubicBezTo>
                      <a:pt x="16" y="10"/>
                      <a:pt x="16" y="10"/>
                      <a:pt x="16" y="10"/>
                    </a:cubicBezTo>
                    <a:cubicBezTo>
                      <a:pt x="16" y="0"/>
                      <a:pt x="16" y="0"/>
                      <a:pt x="16" y="0"/>
                    </a:cubicBezTo>
                    <a:cubicBezTo>
                      <a:pt x="0" y="0"/>
                      <a:pt x="0" y="0"/>
                      <a:pt x="0" y="0"/>
                    </a:cubicBezTo>
                    <a:cubicBezTo>
                      <a:pt x="0" y="1"/>
                      <a:pt x="0" y="1"/>
                      <a:pt x="0"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7" name="Freeform 1480">
                <a:extLst>
                  <a:ext uri="{FF2B5EF4-FFF2-40B4-BE49-F238E27FC236}">
                    <a16:creationId xmlns:a16="http://schemas.microsoft.com/office/drawing/2014/main" id="{FC2D3BDF-B66F-4A68-8D22-3F6353B0EB89}"/>
                  </a:ext>
                </a:extLst>
              </p:cNvPr>
              <p:cNvSpPr>
                <a:spLocks/>
              </p:cNvSpPr>
              <p:nvPr/>
            </p:nvSpPr>
            <p:spPr bwMode="auto">
              <a:xfrm>
                <a:off x="4419789" y="2788132"/>
                <a:ext cx="97199" cy="64802"/>
              </a:xfrm>
              <a:custGeom>
                <a:avLst/>
                <a:gdLst>
                  <a:gd name="T0" fmla="*/ 16 w 16"/>
                  <a:gd name="T1" fmla="*/ 8 h 11"/>
                  <a:gd name="T2" fmla="*/ 16 w 16"/>
                  <a:gd name="T3" fmla="*/ 8 h 11"/>
                  <a:gd name="T4" fmla="*/ 16 w 16"/>
                  <a:gd name="T5" fmla="*/ 6 h 11"/>
                  <a:gd name="T6" fmla="*/ 16 w 16"/>
                  <a:gd name="T7" fmla="*/ 5 h 11"/>
                  <a:gd name="T8" fmla="*/ 15 w 16"/>
                  <a:gd name="T9" fmla="*/ 3 h 11"/>
                  <a:gd name="T10" fmla="*/ 15 w 16"/>
                  <a:gd name="T11" fmla="*/ 3 h 11"/>
                  <a:gd name="T12" fmla="*/ 14 w 16"/>
                  <a:gd name="T13" fmla="*/ 0 h 11"/>
                  <a:gd name="T14" fmla="*/ 14 w 16"/>
                  <a:gd name="T15" fmla="*/ 0 h 11"/>
                  <a:gd name="T16" fmla="*/ 0 w 16"/>
                  <a:gd name="T17" fmla="*/ 0 h 11"/>
                  <a:gd name="T18" fmla="*/ 0 w 16"/>
                  <a:gd name="T19" fmla="*/ 11 h 11"/>
                  <a:gd name="T20" fmla="*/ 16 w 16"/>
                  <a:gd name="T21" fmla="*/ 11 h 11"/>
                  <a:gd name="T22" fmla="*/ 16 w 16"/>
                  <a:gd name="T23" fmla="*/ 11 h 11"/>
                  <a:gd name="T24" fmla="*/ 16 w 16"/>
                  <a:gd name="T25" fmla="*/ 11 h 11"/>
                  <a:gd name="T26" fmla="*/ 16 w 16"/>
                  <a:gd name="T27" fmla="*/ 8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6" h="11">
                    <a:moveTo>
                      <a:pt x="16" y="8"/>
                    </a:moveTo>
                    <a:cubicBezTo>
                      <a:pt x="16" y="8"/>
                      <a:pt x="16" y="8"/>
                      <a:pt x="16" y="8"/>
                    </a:cubicBezTo>
                    <a:cubicBezTo>
                      <a:pt x="16" y="7"/>
                      <a:pt x="16" y="7"/>
                      <a:pt x="16" y="6"/>
                    </a:cubicBezTo>
                    <a:cubicBezTo>
                      <a:pt x="16" y="5"/>
                      <a:pt x="16" y="5"/>
                      <a:pt x="16" y="5"/>
                    </a:cubicBezTo>
                    <a:cubicBezTo>
                      <a:pt x="15" y="5"/>
                      <a:pt x="15" y="4"/>
                      <a:pt x="15" y="3"/>
                    </a:cubicBezTo>
                    <a:cubicBezTo>
                      <a:pt x="15" y="3"/>
                      <a:pt x="15" y="3"/>
                      <a:pt x="15" y="3"/>
                    </a:cubicBezTo>
                    <a:cubicBezTo>
                      <a:pt x="15" y="2"/>
                      <a:pt x="14" y="1"/>
                      <a:pt x="14" y="0"/>
                    </a:cubicBezTo>
                    <a:cubicBezTo>
                      <a:pt x="14" y="0"/>
                      <a:pt x="14" y="0"/>
                      <a:pt x="14" y="0"/>
                    </a:cubicBezTo>
                    <a:cubicBezTo>
                      <a:pt x="0" y="0"/>
                      <a:pt x="0" y="0"/>
                      <a:pt x="0" y="0"/>
                    </a:cubicBezTo>
                    <a:cubicBezTo>
                      <a:pt x="0" y="11"/>
                      <a:pt x="0" y="11"/>
                      <a:pt x="0" y="11"/>
                    </a:cubicBezTo>
                    <a:cubicBezTo>
                      <a:pt x="16" y="11"/>
                      <a:pt x="16" y="11"/>
                      <a:pt x="16" y="11"/>
                    </a:cubicBezTo>
                    <a:cubicBezTo>
                      <a:pt x="16" y="11"/>
                      <a:pt x="16" y="11"/>
                      <a:pt x="16" y="11"/>
                    </a:cubicBezTo>
                    <a:cubicBezTo>
                      <a:pt x="16" y="11"/>
                      <a:pt x="16" y="11"/>
                      <a:pt x="16" y="11"/>
                    </a:cubicBezTo>
                    <a:cubicBezTo>
                      <a:pt x="16" y="10"/>
                      <a:pt x="16" y="9"/>
                      <a:pt x="16" y="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8" name="Freeform 1481">
                <a:extLst>
                  <a:ext uri="{FF2B5EF4-FFF2-40B4-BE49-F238E27FC236}">
                    <a16:creationId xmlns:a16="http://schemas.microsoft.com/office/drawing/2014/main" id="{F6CBB5DD-DD20-4A03-8B10-D722153DA5B9}"/>
                  </a:ext>
                </a:extLst>
              </p:cNvPr>
              <p:cNvSpPr>
                <a:spLocks/>
              </p:cNvSpPr>
              <p:nvPr/>
            </p:nvSpPr>
            <p:spPr bwMode="auto">
              <a:xfrm>
                <a:off x="4516992" y="2815136"/>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9" name="Freeform 1482">
                <a:extLst>
                  <a:ext uri="{FF2B5EF4-FFF2-40B4-BE49-F238E27FC236}">
                    <a16:creationId xmlns:a16="http://schemas.microsoft.com/office/drawing/2014/main" id="{549899F9-30DF-41EB-BD30-59229EF03F69}"/>
                  </a:ext>
                </a:extLst>
              </p:cNvPr>
              <p:cNvSpPr>
                <a:spLocks/>
              </p:cNvSpPr>
              <p:nvPr/>
            </p:nvSpPr>
            <p:spPr bwMode="auto">
              <a:xfrm>
                <a:off x="4516992" y="28367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0" name="Rectangle 1483">
                <a:extLst>
                  <a:ext uri="{FF2B5EF4-FFF2-40B4-BE49-F238E27FC236}">
                    <a16:creationId xmlns:a16="http://schemas.microsoft.com/office/drawing/2014/main" id="{2589BEB8-7D5B-42F6-9D20-FF0098C4B6FE}"/>
                  </a:ext>
                </a:extLst>
              </p:cNvPr>
              <p:cNvSpPr>
                <a:spLocks noChangeArrowheads="1"/>
              </p:cNvSpPr>
              <p:nvPr/>
            </p:nvSpPr>
            <p:spPr bwMode="auto">
              <a:xfrm>
                <a:off x="4516992" y="28529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1" name="Freeform 1484">
                <a:extLst>
                  <a:ext uri="{FF2B5EF4-FFF2-40B4-BE49-F238E27FC236}">
                    <a16:creationId xmlns:a16="http://schemas.microsoft.com/office/drawing/2014/main" id="{AFD4AFCB-EB12-445F-ADB5-838637EE9821}"/>
                  </a:ext>
                </a:extLst>
              </p:cNvPr>
              <p:cNvSpPr>
                <a:spLocks/>
              </p:cNvSpPr>
              <p:nvPr/>
            </p:nvSpPr>
            <p:spPr bwMode="auto">
              <a:xfrm>
                <a:off x="4511590" y="28043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2" name="Rectangle 1485">
                <a:extLst>
                  <a:ext uri="{FF2B5EF4-FFF2-40B4-BE49-F238E27FC236}">
                    <a16:creationId xmlns:a16="http://schemas.microsoft.com/office/drawing/2014/main" id="{81694083-11F5-46CB-AD3B-DF0EDB10AF41}"/>
                  </a:ext>
                </a:extLst>
              </p:cNvPr>
              <p:cNvSpPr>
                <a:spLocks noChangeArrowheads="1"/>
              </p:cNvSpPr>
              <p:nvPr/>
            </p:nvSpPr>
            <p:spPr bwMode="auto">
              <a:xfrm>
                <a:off x="4500791" y="2788132"/>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3" name="Freeform 1486">
                <a:extLst>
                  <a:ext uri="{FF2B5EF4-FFF2-40B4-BE49-F238E27FC236}">
                    <a16:creationId xmlns:a16="http://schemas.microsoft.com/office/drawing/2014/main" id="{4D84F422-0A0A-4963-9487-ADA34D2AD182}"/>
                  </a:ext>
                </a:extLst>
              </p:cNvPr>
              <p:cNvSpPr>
                <a:spLocks/>
              </p:cNvSpPr>
              <p:nvPr/>
            </p:nvSpPr>
            <p:spPr bwMode="auto">
              <a:xfrm>
                <a:off x="4327991" y="2987936"/>
                <a:ext cx="32401" cy="21602"/>
              </a:xfrm>
              <a:custGeom>
                <a:avLst/>
                <a:gdLst>
                  <a:gd name="T0" fmla="*/ 5 w 6"/>
                  <a:gd name="T1" fmla="*/ 3 h 4"/>
                  <a:gd name="T2" fmla="*/ 5 w 6"/>
                  <a:gd name="T3" fmla="*/ 3 h 4"/>
                  <a:gd name="T4" fmla="*/ 5 w 6"/>
                  <a:gd name="T5" fmla="*/ 2 h 4"/>
                  <a:gd name="T6" fmla="*/ 4 w 6"/>
                  <a:gd name="T7" fmla="*/ 2 h 4"/>
                  <a:gd name="T8" fmla="*/ 4 w 6"/>
                  <a:gd name="T9" fmla="*/ 1 h 4"/>
                  <a:gd name="T10" fmla="*/ 3 w 6"/>
                  <a:gd name="T11" fmla="*/ 1 h 4"/>
                  <a:gd name="T12" fmla="*/ 3 w 6"/>
                  <a:gd name="T13" fmla="*/ 0 h 4"/>
                  <a:gd name="T14" fmla="*/ 2 w 6"/>
                  <a:gd name="T15" fmla="*/ 1 h 4"/>
                  <a:gd name="T16" fmla="*/ 0 w 6"/>
                  <a:gd name="T17" fmla="*/ 1 h 4"/>
                  <a:gd name="T18" fmla="*/ 0 w 6"/>
                  <a:gd name="T19" fmla="*/ 2 h 4"/>
                  <a:gd name="T20" fmla="*/ 6 w 6"/>
                  <a:gd name="T21" fmla="*/ 4 h 4"/>
                  <a:gd name="T22" fmla="*/ 5 w 6"/>
                  <a:gd name="T23" fmla="*/ 4 h 4"/>
                  <a:gd name="T24" fmla="*/ 5 w 6"/>
                  <a:gd name="T25" fmla="*/ 3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 h="4">
                    <a:moveTo>
                      <a:pt x="5" y="3"/>
                    </a:moveTo>
                    <a:cubicBezTo>
                      <a:pt x="5" y="3"/>
                      <a:pt x="5" y="3"/>
                      <a:pt x="5" y="3"/>
                    </a:cubicBezTo>
                    <a:cubicBezTo>
                      <a:pt x="5" y="2"/>
                      <a:pt x="5" y="2"/>
                      <a:pt x="5" y="2"/>
                    </a:cubicBezTo>
                    <a:cubicBezTo>
                      <a:pt x="4" y="2"/>
                      <a:pt x="4" y="2"/>
                      <a:pt x="4" y="2"/>
                    </a:cubicBezTo>
                    <a:cubicBezTo>
                      <a:pt x="4" y="1"/>
                      <a:pt x="4" y="1"/>
                      <a:pt x="4" y="1"/>
                    </a:cubicBezTo>
                    <a:cubicBezTo>
                      <a:pt x="3" y="1"/>
                      <a:pt x="3" y="1"/>
                      <a:pt x="3" y="1"/>
                    </a:cubicBezTo>
                    <a:cubicBezTo>
                      <a:pt x="3" y="0"/>
                      <a:pt x="3" y="0"/>
                      <a:pt x="3" y="0"/>
                    </a:cubicBezTo>
                    <a:cubicBezTo>
                      <a:pt x="2" y="1"/>
                      <a:pt x="2" y="1"/>
                      <a:pt x="2" y="1"/>
                    </a:cubicBezTo>
                    <a:cubicBezTo>
                      <a:pt x="2" y="1"/>
                      <a:pt x="1" y="1"/>
                      <a:pt x="0" y="1"/>
                    </a:cubicBezTo>
                    <a:cubicBezTo>
                      <a:pt x="0" y="2"/>
                      <a:pt x="0" y="2"/>
                      <a:pt x="0" y="2"/>
                    </a:cubicBezTo>
                    <a:cubicBezTo>
                      <a:pt x="2" y="3"/>
                      <a:pt x="4" y="4"/>
                      <a:pt x="6" y="4"/>
                    </a:cubicBezTo>
                    <a:cubicBezTo>
                      <a:pt x="5" y="4"/>
                      <a:pt x="5" y="4"/>
                      <a:pt x="5" y="4"/>
                    </a:cubicBezTo>
                    <a:lnTo>
                      <a:pt x="5" y="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4" name="Freeform 1487">
                <a:extLst>
                  <a:ext uri="{FF2B5EF4-FFF2-40B4-BE49-F238E27FC236}">
                    <a16:creationId xmlns:a16="http://schemas.microsoft.com/office/drawing/2014/main" id="{59FC6203-356A-45A0-9F10-25D3208E0F62}"/>
                  </a:ext>
                </a:extLst>
              </p:cNvPr>
              <p:cNvSpPr>
                <a:spLocks/>
              </p:cNvSpPr>
              <p:nvPr/>
            </p:nvSpPr>
            <p:spPr bwMode="auto">
              <a:xfrm>
                <a:off x="4419789" y="2982534"/>
                <a:ext cx="43200" cy="43200"/>
              </a:xfrm>
              <a:custGeom>
                <a:avLst/>
                <a:gdLst>
                  <a:gd name="T0" fmla="*/ 6 w 7"/>
                  <a:gd name="T1" fmla="*/ 1 h 7"/>
                  <a:gd name="T2" fmla="*/ 4 w 7"/>
                  <a:gd name="T3" fmla="*/ 0 h 7"/>
                  <a:gd name="T4" fmla="*/ 4 w 7"/>
                  <a:gd name="T5" fmla="*/ 0 h 7"/>
                  <a:gd name="T6" fmla="*/ 1 w 7"/>
                  <a:gd name="T7" fmla="*/ 0 h 7"/>
                  <a:gd name="T8" fmla="*/ 1 w 7"/>
                  <a:gd name="T9" fmla="*/ 0 h 7"/>
                  <a:gd name="T10" fmla="*/ 0 w 7"/>
                  <a:gd name="T11" fmla="*/ 0 h 7"/>
                  <a:gd name="T12" fmla="*/ 0 w 7"/>
                  <a:gd name="T13" fmla="*/ 7 h 7"/>
                  <a:gd name="T14" fmla="*/ 4 w 7"/>
                  <a:gd name="T15" fmla="*/ 6 h 7"/>
                  <a:gd name="T16" fmla="*/ 4 w 7"/>
                  <a:gd name="T17" fmla="*/ 6 h 7"/>
                  <a:gd name="T18" fmla="*/ 4 w 7"/>
                  <a:gd name="T19" fmla="*/ 6 h 7"/>
                  <a:gd name="T20" fmla="*/ 4 w 7"/>
                  <a:gd name="T21" fmla="*/ 6 h 7"/>
                  <a:gd name="T22" fmla="*/ 4 w 7"/>
                  <a:gd name="T23" fmla="*/ 5 h 7"/>
                  <a:gd name="T24" fmla="*/ 5 w 7"/>
                  <a:gd name="T25" fmla="*/ 5 h 7"/>
                  <a:gd name="T26" fmla="*/ 5 w 7"/>
                  <a:gd name="T27" fmla="*/ 4 h 7"/>
                  <a:gd name="T28" fmla="*/ 5 w 7"/>
                  <a:gd name="T29" fmla="*/ 4 h 7"/>
                  <a:gd name="T30" fmla="*/ 7 w 7"/>
                  <a:gd name="T31" fmla="*/ 2 h 7"/>
                  <a:gd name="T32" fmla="*/ 7 w 7"/>
                  <a:gd name="T33" fmla="*/ 2 h 7"/>
                  <a:gd name="T34" fmla="*/ 7 w 7"/>
                  <a:gd name="T35" fmla="*/ 1 h 7"/>
                  <a:gd name="T36" fmla="*/ 7 w 7"/>
                  <a:gd name="T37" fmla="*/ 1 h 7"/>
                  <a:gd name="T38" fmla="*/ 7 w 7"/>
                  <a:gd name="T39" fmla="*/ 1 h 7"/>
                  <a:gd name="T40" fmla="*/ 6 w 7"/>
                  <a:gd name="T41" fmla="*/ 1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 h="7">
                    <a:moveTo>
                      <a:pt x="6" y="1"/>
                    </a:moveTo>
                    <a:cubicBezTo>
                      <a:pt x="5" y="0"/>
                      <a:pt x="5" y="0"/>
                      <a:pt x="4" y="0"/>
                    </a:cubicBezTo>
                    <a:cubicBezTo>
                      <a:pt x="4" y="0"/>
                      <a:pt x="4" y="0"/>
                      <a:pt x="4" y="0"/>
                    </a:cubicBezTo>
                    <a:cubicBezTo>
                      <a:pt x="3" y="0"/>
                      <a:pt x="2" y="0"/>
                      <a:pt x="1" y="0"/>
                    </a:cubicBezTo>
                    <a:cubicBezTo>
                      <a:pt x="1" y="0"/>
                      <a:pt x="1" y="0"/>
                      <a:pt x="1" y="0"/>
                    </a:cubicBezTo>
                    <a:cubicBezTo>
                      <a:pt x="0" y="0"/>
                      <a:pt x="0" y="0"/>
                      <a:pt x="0" y="0"/>
                    </a:cubicBezTo>
                    <a:cubicBezTo>
                      <a:pt x="0" y="7"/>
                      <a:pt x="0" y="7"/>
                      <a:pt x="0" y="7"/>
                    </a:cubicBezTo>
                    <a:cubicBezTo>
                      <a:pt x="1" y="7"/>
                      <a:pt x="2" y="6"/>
                      <a:pt x="4" y="6"/>
                    </a:cubicBezTo>
                    <a:cubicBezTo>
                      <a:pt x="4" y="6"/>
                      <a:pt x="4" y="6"/>
                      <a:pt x="4" y="6"/>
                    </a:cubicBezTo>
                    <a:cubicBezTo>
                      <a:pt x="4" y="6"/>
                      <a:pt x="4" y="6"/>
                      <a:pt x="4" y="6"/>
                    </a:cubicBezTo>
                    <a:cubicBezTo>
                      <a:pt x="4" y="6"/>
                      <a:pt x="4" y="6"/>
                      <a:pt x="4" y="6"/>
                    </a:cubicBezTo>
                    <a:cubicBezTo>
                      <a:pt x="4" y="5"/>
                      <a:pt x="4" y="5"/>
                      <a:pt x="4" y="5"/>
                    </a:cubicBezTo>
                    <a:cubicBezTo>
                      <a:pt x="5" y="5"/>
                      <a:pt x="5" y="5"/>
                      <a:pt x="5" y="5"/>
                    </a:cubicBezTo>
                    <a:cubicBezTo>
                      <a:pt x="5" y="4"/>
                      <a:pt x="5" y="4"/>
                      <a:pt x="5" y="4"/>
                    </a:cubicBezTo>
                    <a:cubicBezTo>
                      <a:pt x="5" y="4"/>
                      <a:pt x="5" y="4"/>
                      <a:pt x="5" y="4"/>
                    </a:cubicBezTo>
                    <a:cubicBezTo>
                      <a:pt x="6" y="4"/>
                      <a:pt x="6" y="3"/>
                      <a:pt x="7" y="2"/>
                    </a:cubicBezTo>
                    <a:cubicBezTo>
                      <a:pt x="7" y="2"/>
                      <a:pt x="7" y="2"/>
                      <a:pt x="7" y="2"/>
                    </a:cubicBezTo>
                    <a:cubicBezTo>
                      <a:pt x="7" y="1"/>
                      <a:pt x="7" y="1"/>
                      <a:pt x="7" y="1"/>
                    </a:cubicBezTo>
                    <a:cubicBezTo>
                      <a:pt x="7" y="1"/>
                      <a:pt x="7" y="1"/>
                      <a:pt x="7" y="1"/>
                    </a:cubicBezTo>
                    <a:cubicBezTo>
                      <a:pt x="7" y="1"/>
                      <a:pt x="7" y="1"/>
                      <a:pt x="7" y="1"/>
                    </a:cubicBezTo>
                    <a:lnTo>
                      <a:pt x="6"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5" name="Freeform 1488">
                <a:extLst>
                  <a:ext uri="{FF2B5EF4-FFF2-40B4-BE49-F238E27FC236}">
                    <a16:creationId xmlns:a16="http://schemas.microsoft.com/office/drawing/2014/main" id="{BE1685C3-5BA8-47E1-BD8F-E3237246885C}"/>
                  </a:ext>
                </a:extLst>
              </p:cNvPr>
              <p:cNvSpPr>
                <a:spLocks/>
              </p:cNvSpPr>
              <p:nvPr/>
            </p:nvSpPr>
            <p:spPr bwMode="auto">
              <a:xfrm>
                <a:off x="4446788" y="2982534"/>
                <a:ext cx="10799" cy="5402"/>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1" y="0"/>
                      <a:pt x="1" y="0"/>
                      <a:pt x="0" y="0"/>
                    </a:cubicBezTo>
                    <a:cubicBezTo>
                      <a:pt x="1" y="0"/>
                      <a:pt x="1" y="0"/>
                      <a:pt x="2"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6" name="Freeform 1489">
                <a:extLst>
                  <a:ext uri="{FF2B5EF4-FFF2-40B4-BE49-F238E27FC236}">
                    <a16:creationId xmlns:a16="http://schemas.microsoft.com/office/drawing/2014/main" id="{4F048C4B-4403-4586-B629-410BBC03E987}"/>
                  </a:ext>
                </a:extLst>
              </p:cNvPr>
              <p:cNvSpPr>
                <a:spLocks/>
              </p:cNvSpPr>
              <p:nvPr/>
            </p:nvSpPr>
            <p:spPr bwMode="auto">
              <a:xfrm>
                <a:off x="4462989" y="2987936"/>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7" name="Freeform 1490">
                <a:extLst>
                  <a:ext uri="{FF2B5EF4-FFF2-40B4-BE49-F238E27FC236}">
                    <a16:creationId xmlns:a16="http://schemas.microsoft.com/office/drawing/2014/main" id="{5A298D93-19CD-466E-8386-E3B65213F33B}"/>
                  </a:ext>
                </a:extLst>
              </p:cNvPr>
              <p:cNvSpPr>
                <a:spLocks/>
              </p:cNvSpPr>
              <p:nvPr/>
            </p:nvSpPr>
            <p:spPr bwMode="auto">
              <a:xfrm>
                <a:off x="4425190" y="2982534"/>
                <a:ext cx="21602" cy="0"/>
              </a:xfrm>
              <a:custGeom>
                <a:avLst/>
                <a:gdLst>
                  <a:gd name="T0" fmla="*/ 3 w 3"/>
                  <a:gd name="T1" fmla="*/ 0 w 3"/>
                  <a:gd name="T2" fmla="*/ 3 w 3"/>
                </a:gdLst>
                <a:ahLst/>
                <a:cxnLst>
                  <a:cxn ang="0">
                    <a:pos x="T0" y="0"/>
                  </a:cxn>
                  <a:cxn ang="0">
                    <a:pos x="T1" y="0"/>
                  </a:cxn>
                  <a:cxn ang="0">
                    <a:pos x="T2" y="0"/>
                  </a:cxn>
                </a:cxnLst>
                <a:rect l="0" t="0" r="r" b="b"/>
                <a:pathLst>
                  <a:path w="3">
                    <a:moveTo>
                      <a:pt x="3" y="0"/>
                    </a:moveTo>
                    <a:cubicBezTo>
                      <a:pt x="2" y="0"/>
                      <a:pt x="1" y="0"/>
                      <a:pt x="0" y="0"/>
                    </a:cubicBezTo>
                    <a:cubicBezTo>
                      <a:pt x="1" y="0"/>
                      <a:pt x="2" y="0"/>
                      <a:pt x="3"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8" name="Freeform 1491">
                <a:extLst>
                  <a:ext uri="{FF2B5EF4-FFF2-40B4-BE49-F238E27FC236}">
                    <a16:creationId xmlns:a16="http://schemas.microsoft.com/office/drawing/2014/main" id="{4380D760-C605-4123-829E-58900BD20496}"/>
                  </a:ext>
                </a:extLst>
              </p:cNvPr>
              <p:cNvSpPr>
                <a:spLocks/>
              </p:cNvSpPr>
              <p:nvPr/>
            </p:nvSpPr>
            <p:spPr bwMode="auto">
              <a:xfrm>
                <a:off x="4419789" y="2982534"/>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0" y="0"/>
                      <a:pt x="0" y="0"/>
                      <a:pt x="1" y="0"/>
                    </a:cubicBezTo>
                    <a:cubicBezTo>
                      <a:pt x="0"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9" name="Freeform 1492">
                <a:extLst>
                  <a:ext uri="{FF2B5EF4-FFF2-40B4-BE49-F238E27FC236}">
                    <a16:creationId xmlns:a16="http://schemas.microsoft.com/office/drawing/2014/main" id="{30E9536D-AF2C-4F65-B9AC-481489ACCD6D}"/>
                  </a:ext>
                </a:extLst>
              </p:cNvPr>
              <p:cNvSpPr>
                <a:spLocks/>
              </p:cNvSpPr>
              <p:nvPr/>
            </p:nvSpPr>
            <p:spPr bwMode="auto">
              <a:xfrm>
                <a:off x="4354991" y="2982534"/>
                <a:ext cx="53999" cy="43200"/>
              </a:xfrm>
              <a:custGeom>
                <a:avLst/>
                <a:gdLst>
                  <a:gd name="T0" fmla="*/ 7 w 9"/>
                  <a:gd name="T1" fmla="*/ 0 h 7"/>
                  <a:gd name="T2" fmla="*/ 4 w 9"/>
                  <a:gd name="T3" fmla="*/ 0 h 7"/>
                  <a:gd name="T4" fmla="*/ 4 w 9"/>
                  <a:gd name="T5" fmla="*/ 0 h 7"/>
                  <a:gd name="T6" fmla="*/ 2 w 9"/>
                  <a:gd name="T7" fmla="*/ 1 h 7"/>
                  <a:gd name="T8" fmla="*/ 1 w 9"/>
                  <a:gd name="T9" fmla="*/ 1 h 7"/>
                  <a:gd name="T10" fmla="*/ 0 w 9"/>
                  <a:gd name="T11" fmla="*/ 1 h 7"/>
                  <a:gd name="T12" fmla="*/ 0 w 9"/>
                  <a:gd name="T13" fmla="*/ 1 h 7"/>
                  <a:gd name="T14" fmla="*/ 0 w 9"/>
                  <a:gd name="T15" fmla="*/ 1 h 7"/>
                  <a:gd name="T16" fmla="*/ 1 w 9"/>
                  <a:gd name="T17" fmla="*/ 2 h 7"/>
                  <a:gd name="T18" fmla="*/ 1 w 9"/>
                  <a:gd name="T19" fmla="*/ 2 h 7"/>
                  <a:gd name="T20" fmla="*/ 1 w 9"/>
                  <a:gd name="T21" fmla="*/ 3 h 7"/>
                  <a:gd name="T22" fmla="*/ 2 w 9"/>
                  <a:gd name="T23" fmla="*/ 3 h 7"/>
                  <a:gd name="T24" fmla="*/ 2 w 9"/>
                  <a:gd name="T25" fmla="*/ 4 h 7"/>
                  <a:gd name="T26" fmla="*/ 3 w 9"/>
                  <a:gd name="T27" fmla="*/ 5 h 7"/>
                  <a:gd name="T28" fmla="*/ 3 w 9"/>
                  <a:gd name="T29" fmla="*/ 5 h 7"/>
                  <a:gd name="T30" fmla="*/ 3 w 9"/>
                  <a:gd name="T31" fmla="*/ 5 h 7"/>
                  <a:gd name="T32" fmla="*/ 4 w 9"/>
                  <a:gd name="T33" fmla="*/ 6 h 7"/>
                  <a:gd name="T34" fmla="*/ 4 w 9"/>
                  <a:gd name="T35" fmla="*/ 6 h 7"/>
                  <a:gd name="T36" fmla="*/ 4 w 9"/>
                  <a:gd name="T37" fmla="*/ 6 h 7"/>
                  <a:gd name="T38" fmla="*/ 9 w 9"/>
                  <a:gd name="T39" fmla="*/ 7 h 7"/>
                  <a:gd name="T40" fmla="*/ 9 w 9"/>
                  <a:gd name="T41" fmla="*/ 0 h 7"/>
                  <a:gd name="T42" fmla="*/ 7 w 9"/>
                  <a:gd name="T4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9" h="7">
                    <a:moveTo>
                      <a:pt x="7" y="0"/>
                    </a:moveTo>
                    <a:cubicBezTo>
                      <a:pt x="6" y="0"/>
                      <a:pt x="5" y="0"/>
                      <a:pt x="4" y="0"/>
                    </a:cubicBezTo>
                    <a:cubicBezTo>
                      <a:pt x="4" y="0"/>
                      <a:pt x="4" y="0"/>
                      <a:pt x="4" y="0"/>
                    </a:cubicBezTo>
                    <a:cubicBezTo>
                      <a:pt x="3" y="0"/>
                      <a:pt x="2" y="0"/>
                      <a:pt x="2" y="1"/>
                    </a:cubicBezTo>
                    <a:cubicBezTo>
                      <a:pt x="1" y="1"/>
                      <a:pt x="1" y="1"/>
                      <a:pt x="1" y="1"/>
                    </a:cubicBezTo>
                    <a:cubicBezTo>
                      <a:pt x="0" y="1"/>
                      <a:pt x="0" y="1"/>
                      <a:pt x="0" y="1"/>
                    </a:cubicBezTo>
                    <a:cubicBezTo>
                      <a:pt x="0" y="1"/>
                      <a:pt x="0" y="1"/>
                      <a:pt x="0" y="1"/>
                    </a:cubicBezTo>
                    <a:cubicBezTo>
                      <a:pt x="0" y="1"/>
                      <a:pt x="0" y="1"/>
                      <a:pt x="0" y="1"/>
                    </a:cubicBezTo>
                    <a:cubicBezTo>
                      <a:pt x="1" y="2"/>
                      <a:pt x="1" y="2"/>
                      <a:pt x="1" y="2"/>
                    </a:cubicBezTo>
                    <a:cubicBezTo>
                      <a:pt x="1" y="2"/>
                      <a:pt x="1" y="2"/>
                      <a:pt x="1" y="2"/>
                    </a:cubicBezTo>
                    <a:cubicBezTo>
                      <a:pt x="1" y="3"/>
                      <a:pt x="1" y="3"/>
                      <a:pt x="1" y="3"/>
                    </a:cubicBezTo>
                    <a:cubicBezTo>
                      <a:pt x="2" y="3"/>
                      <a:pt x="2" y="3"/>
                      <a:pt x="2" y="3"/>
                    </a:cubicBezTo>
                    <a:cubicBezTo>
                      <a:pt x="2" y="4"/>
                      <a:pt x="2" y="4"/>
                      <a:pt x="2" y="4"/>
                    </a:cubicBezTo>
                    <a:cubicBezTo>
                      <a:pt x="2" y="4"/>
                      <a:pt x="3" y="5"/>
                      <a:pt x="3" y="5"/>
                    </a:cubicBezTo>
                    <a:cubicBezTo>
                      <a:pt x="3" y="5"/>
                      <a:pt x="3" y="5"/>
                      <a:pt x="3" y="5"/>
                    </a:cubicBezTo>
                    <a:cubicBezTo>
                      <a:pt x="3" y="5"/>
                      <a:pt x="3" y="5"/>
                      <a:pt x="3" y="5"/>
                    </a:cubicBezTo>
                    <a:cubicBezTo>
                      <a:pt x="4" y="6"/>
                      <a:pt x="4" y="6"/>
                      <a:pt x="4" y="6"/>
                    </a:cubicBezTo>
                    <a:cubicBezTo>
                      <a:pt x="4" y="6"/>
                      <a:pt x="4" y="6"/>
                      <a:pt x="4" y="6"/>
                    </a:cubicBezTo>
                    <a:cubicBezTo>
                      <a:pt x="4" y="6"/>
                      <a:pt x="4" y="6"/>
                      <a:pt x="4" y="6"/>
                    </a:cubicBezTo>
                    <a:cubicBezTo>
                      <a:pt x="6" y="6"/>
                      <a:pt x="7" y="7"/>
                      <a:pt x="9" y="7"/>
                    </a:cubicBezTo>
                    <a:cubicBezTo>
                      <a:pt x="9" y="0"/>
                      <a:pt x="9" y="0"/>
                      <a:pt x="9" y="0"/>
                    </a:cubicBezTo>
                    <a:cubicBezTo>
                      <a:pt x="8" y="0"/>
                      <a:pt x="8" y="0"/>
                      <a:pt x="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0" name="Freeform 1493">
                <a:extLst>
                  <a:ext uri="{FF2B5EF4-FFF2-40B4-BE49-F238E27FC236}">
                    <a16:creationId xmlns:a16="http://schemas.microsoft.com/office/drawing/2014/main" id="{BF6DF5BA-27CD-4C06-AD77-73CC76C9BBDB}"/>
                  </a:ext>
                </a:extLst>
              </p:cNvPr>
              <p:cNvSpPr>
                <a:spLocks/>
              </p:cNvSpPr>
              <p:nvPr/>
            </p:nvSpPr>
            <p:spPr bwMode="auto">
              <a:xfrm>
                <a:off x="4354991" y="2987936"/>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1" name="Freeform 1494">
                <a:extLst>
                  <a:ext uri="{FF2B5EF4-FFF2-40B4-BE49-F238E27FC236}">
                    <a16:creationId xmlns:a16="http://schemas.microsoft.com/office/drawing/2014/main" id="{C0BF9BB0-907E-4BD4-AED6-117F958D5BB0}"/>
                  </a:ext>
                </a:extLst>
              </p:cNvPr>
              <p:cNvSpPr>
                <a:spLocks/>
              </p:cNvSpPr>
              <p:nvPr/>
            </p:nvSpPr>
            <p:spPr bwMode="auto">
              <a:xfrm>
                <a:off x="4381990" y="2982534"/>
                <a:ext cx="16201" cy="0"/>
              </a:xfrm>
              <a:custGeom>
                <a:avLst/>
                <a:gdLst>
                  <a:gd name="T0" fmla="*/ 3 w 3"/>
                  <a:gd name="T1" fmla="*/ 0 w 3"/>
                  <a:gd name="T2" fmla="*/ 3 w 3"/>
                </a:gdLst>
                <a:ahLst/>
                <a:cxnLst>
                  <a:cxn ang="0">
                    <a:pos x="T0" y="0"/>
                  </a:cxn>
                  <a:cxn ang="0">
                    <a:pos x="T1" y="0"/>
                  </a:cxn>
                  <a:cxn ang="0">
                    <a:pos x="T2" y="0"/>
                  </a:cxn>
                </a:cxnLst>
                <a:rect l="0" t="0" r="r" b="b"/>
                <a:pathLst>
                  <a:path w="3">
                    <a:moveTo>
                      <a:pt x="3" y="0"/>
                    </a:moveTo>
                    <a:cubicBezTo>
                      <a:pt x="2" y="0"/>
                      <a:pt x="1" y="0"/>
                      <a:pt x="0" y="0"/>
                    </a:cubicBezTo>
                    <a:cubicBezTo>
                      <a:pt x="1" y="0"/>
                      <a:pt x="2" y="0"/>
                      <a:pt x="3"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2" name="Freeform 1495">
                <a:extLst>
                  <a:ext uri="{FF2B5EF4-FFF2-40B4-BE49-F238E27FC236}">
                    <a16:creationId xmlns:a16="http://schemas.microsoft.com/office/drawing/2014/main" id="{268C17A8-75AE-4E45-A8D2-308AE1F9D744}"/>
                  </a:ext>
                </a:extLst>
              </p:cNvPr>
              <p:cNvSpPr>
                <a:spLocks/>
              </p:cNvSpPr>
              <p:nvPr/>
            </p:nvSpPr>
            <p:spPr bwMode="auto">
              <a:xfrm>
                <a:off x="4398191" y="2982534"/>
                <a:ext cx="10799" cy="0"/>
              </a:xfrm>
              <a:custGeom>
                <a:avLst/>
                <a:gdLst>
                  <a:gd name="T0" fmla="*/ 2 w 2"/>
                  <a:gd name="T1" fmla="*/ 2 w 2"/>
                  <a:gd name="T2" fmla="*/ 0 w 2"/>
                  <a:gd name="T3" fmla="*/ 2 w 2"/>
                </a:gdLst>
                <a:ahLst/>
                <a:cxnLst>
                  <a:cxn ang="0">
                    <a:pos x="T0" y="0"/>
                  </a:cxn>
                  <a:cxn ang="0">
                    <a:pos x="T1" y="0"/>
                  </a:cxn>
                  <a:cxn ang="0">
                    <a:pos x="T2" y="0"/>
                  </a:cxn>
                  <a:cxn ang="0">
                    <a:pos x="T3" y="0"/>
                  </a:cxn>
                </a:cxnLst>
                <a:rect l="0" t="0" r="r" b="b"/>
                <a:pathLst>
                  <a:path w="2">
                    <a:moveTo>
                      <a:pt x="2" y="0"/>
                    </a:moveTo>
                    <a:cubicBezTo>
                      <a:pt x="2" y="0"/>
                      <a:pt x="2" y="0"/>
                      <a:pt x="2" y="0"/>
                    </a:cubicBezTo>
                    <a:cubicBezTo>
                      <a:pt x="1" y="0"/>
                      <a:pt x="1" y="0"/>
                      <a:pt x="0" y="0"/>
                    </a:cubicBezTo>
                    <a:cubicBezTo>
                      <a:pt x="1" y="0"/>
                      <a:pt x="1"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3" name="Freeform 1496">
                <a:extLst>
                  <a:ext uri="{FF2B5EF4-FFF2-40B4-BE49-F238E27FC236}">
                    <a16:creationId xmlns:a16="http://schemas.microsoft.com/office/drawing/2014/main" id="{AA9E3311-5714-45C2-BA14-55AC5FD23E37}"/>
                  </a:ext>
                </a:extLst>
              </p:cNvPr>
              <p:cNvSpPr>
                <a:spLocks/>
              </p:cNvSpPr>
              <p:nvPr/>
            </p:nvSpPr>
            <p:spPr bwMode="auto">
              <a:xfrm>
                <a:off x="4365790" y="2982534"/>
                <a:ext cx="16201" cy="5402"/>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1" y="0"/>
                      <a:pt x="0" y="0"/>
                      <a:pt x="0" y="1"/>
                    </a:cubicBezTo>
                    <a:cubicBezTo>
                      <a:pt x="0" y="0"/>
                      <a:pt x="1"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4" name="Rectangle 1497">
                <a:extLst>
                  <a:ext uri="{FF2B5EF4-FFF2-40B4-BE49-F238E27FC236}">
                    <a16:creationId xmlns:a16="http://schemas.microsoft.com/office/drawing/2014/main" id="{DD423BBF-CD84-4D39-823D-8796E44CF1D2}"/>
                  </a:ext>
                </a:extLst>
              </p:cNvPr>
              <p:cNvSpPr>
                <a:spLocks noChangeArrowheads="1"/>
              </p:cNvSpPr>
              <p:nvPr/>
            </p:nvSpPr>
            <p:spPr bwMode="auto">
              <a:xfrm>
                <a:off x="4354991" y="2987936"/>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5" name="Freeform 1498">
                <a:extLst>
                  <a:ext uri="{FF2B5EF4-FFF2-40B4-BE49-F238E27FC236}">
                    <a16:creationId xmlns:a16="http://schemas.microsoft.com/office/drawing/2014/main" id="{88C37735-5003-4583-98FA-24B0CEB6640B}"/>
                  </a:ext>
                </a:extLst>
              </p:cNvPr>
              <p:cNvSpPr>
                <a:spLocks/>
              </p:cNvSpPr>
              <p:nvPr/>
            </p:nvSpPr>
            <p:spPr bwMode="auto">
              <a:xfrm>
                <a:off x="4360388" y="29933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6" name="Freeform 1499">
                <a:extLst>
                  <a:ext uri="{FF2B5EF4-FFF2-40B4-BE49-F238E27FC236}">
                    <a16:creationId xmlns:a16="http://schemas.microsoft.com/office/drawing/2014/main" id="{6192ABA1-1EEF-452E-BAFC-BE8BE19ADEA0}"/>
                  </a:ext>
                </a:extLst>
              </p:cNvPr>
              <p:cNvSpPr>
                <a:spLocks/>
              </p:cNvSpPr>
              <p:nvPr/>
            </p:nvSpPr>
            <p:spPr bwMode="auto">
              <a:xfrm>
                <a:off x="4376589" y="30095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7" name="Freeform 1500">
                <a:extLst>
                  <a:ext uri="{FF2B5EF4-FFF2-40B4-BE49-F238E27FC236}">
                    <a16:creationId xmlns:a16="http://schemas.microsoft.com/office/drawing/2014/main" id="{476A504F-7339-40E2-B575-BEE21F3FED54}"/>
                  </a:ext>
                </a:extLst>
              </p:cNvPr>
              <p:cNvSpPr>
                <a:spLocks/>
              </p:cNvSpPr>
              <p:nvPr/>
            </p:nvSpPr>
            <p:spPr bwMode="auto">
              <a:xfrm>
                <a:off x="4365790" y="29987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8" name="Freeform 1501">
                <a:extLst>
                  <a:ext uri="{FF2B5EF4-FFF2-40B4-BE49-F238E27FC236}">
                    <a16:creationId xmlns:a16="http://schemas.microsoft.com/office/drawing/2014/main" id="{6108AF35-F06E-47E1-B78F-437D40C50203}"/>
                  </a:ext>
                </a:extLst>
              </p:cNvPr>
              <p:cNvSpPr>
                <a:spLocks/>
              </p:cNvSpPr>
              <p:nvPr/>
            </p:nvSpPr>
            <p:spPr bwMode="auto">
              <a:xfrm>
                <a:off x="4354991" y="2987936"/>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9" name="Rectangle 1502">
                <a:extLst>
                  <a:ext uri="{FF2B5EF4-FFF2-40B4-BE49-F238E27FC236}">
                    <a16:creationId xmlns:a16="http://schemas.microsoft.com/office/drawing/2014/main" id="{ED2983CB-C311-4B59-9D3E-6E0FE527521B}"/>
                  </a:ext>
                </a:extLst>
              </p:cNvPr>
              <p:cNvSpPr>
                <a:spLocks noChangeArrowheads="1"/>
              </p:cNvSpPr>
              <p:nvPr/>
            </p:nvSpPr>
            <p:spPr bwMode="auto">
              <a:xfrm>
                <a:off x="4381990" y="3014935"/>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0" name="Freeform 1503">
                <a:extLst>
                  <a:ext uri="{FF2B5EF4-FFF2-40B4-BE49-F238E27FC236}">
                    <a16:creationId xmlns:a16="http://schemas.microsoft.com/office/drawing/2014/main" id="{2D94A5A7-CDCF-492A-95FF-596090471976}"/>
                  </a:ext>
                </a:extLst>
              </p:cNvPr>
              <p:cNvSpPr>
                <a:spLocks/>
              </p:cNvSpPr>
              <p:nvPr/>
            </p:nvSpPr>
            <p:spPr bwMode="auto">
              <a:xfrm>
                <a:off x="4376589" y="3009533"/>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1" name="Rectangle 1504">
                <a:extLst>
                  <a:ext uri="{FF2B5EF4-FFF2-40B4-BE49-F238E27FC236}">
                    <a16:creationId xmlns:a16="http://schemas.microsoft.com/office/drawing/2014/main" id="{25AFA353-FD5B-47A9-8C02-F1A0AC407B39}"/>
                  </a:ext>
                </a:extLst>
              </p:cNvPr>
              <p:cNvSpPr>
                <a:spLocks noChangeArrowheads="1"/>
              </p:cNvSpPr>
              <p:nvPr/>
            </p:nvSpPr>
            <p:spPr bwMode="auto">
              <a:xfrm>
                <a:off x="4354991" y="2987936"/>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2" name="Freeform 1505">
                <a:extLst>
                  <a:ext uri="{FF2B5EF4-FFF2-40B4-BE49-F238E27FC236}">
                    <a16:creationId xmlns:a16="http://schemas.microsoft.com/office/drawing/2014/main" id="{319E6859-E0E9-4F7C-BAA8-9059E7175EE4}"/>
                  </a:ext>
                </a:extLst>
              </p:cNvPr>
              <p:cNvSpPr>
                <a:spLocks/>
              </p:cNvSpPr>
              <p:nvPr/>
            </p:nvSpPr>
            <p:spPr bwMode="auto">
              <a:xfrm>
                <a:off x="4457591" y="2987936"/>
                <a:ext cx="37798" cy="26999"/>
              </a:xfrm>
              <a:custGeom>
                <a:avLst/>
                <a:gdLst>
                  <a:gd name="T0" fmla="*/ 6 w 7"/>
                  <a:gd name="T1" fmla="*/ 1 h 5"/>
                  <a:gd name="T2" fmla="*/ 3 w 7"/>
                  <a:gd name="T3" fmla="*/ 0 h 5"/>
                  <a:gd name="T4" fmla="*/ 3 w 7"/>
                  <a:gd name="T5" fmla="*/ 2 h 5"/>
                  <a:gd name="T6" fmla="*/ 2 w 7"/>
                  <a:gd name="T7" fmla="*/ 2 h 5"/>
                  <a:gd name="T8" fmla="*/ 2 w 7"/>
                  <a:gd name="T9" fmla="*/ 3 h 5"/>
                  <a:gd name="T10" fmla="*/ 0 w 7"/>
                  <a:gd name="T11" fmla="*/ 5 h 5"/>
                  <a:gd name="T12" fmla="*/ 0 w 7"/>
                  <a:gd name="T13" fmla="*/ 5 h 5"/>
                  <a:gd name="T14" fmla="*/ 7 w 7"/>
                  <a:gd name="T15" fmla="*/ 2 h 5"/>
                  <a:gd name="T16" fmla="*/ 6 w 7"/>
                  <a:gd name="T17" fmla="*/ 1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 h="5">
                    <a:moveTo>
                      <a:pt x="6" y="1"/>
                    </a:moveTo>
                    <a:cubicBezTo>
                      <a:pt x="5" y="1"/>
                      <a:pt x="4" y="1"/>
                      <a:pt x="3" y="0"/>
                    </a:cubicBezTo>
                    <a:cubicBezTo>
                      <a:pt x="3" y="1"/>
                      <a:pt x="3" y="1"/>
                      <a:pt x="3" y="2"/>
                    </a:cubicBezTo>
                    <a:cubicBezTo>
                      <a:pt x="2" y="2"/>
                      <a:pt x="2" y="2"/>
                      <a:pt x="2" y="2"/>
                    </a:cubicBezTo>
                    <a:cubicBezTo>
                      <a:pt x="2" y="3"/>
                      <a:pt x="2" y="3"/>
                      <a:pt x="2" y="3"/>
                    </a:cubicBezTo>
                    <a:cubicBezTo>
                      <a:pt x="1" y="3"/>
                      <a:pt x="1" y="4"/>
                      <a:pt x="0" y="5"/>
                    </a:cubicBezTo>
                    <a:cubicBezTo>
                      <a:pt x="0" y="5"/>
                      <a:pt x="0" y="5"/>
                      <a:pt x="0" y="5"/>
                    </a:cubicBezTo>
                    <a:cubicBezTo>
                      <a:pt x="3" y="4"/>
                      <a:pt x="5" y="3"/>
                      <a:pt x="7" y="2"/>
                    </a:cubicBezTo>
                    <a:cubicBezTo>
                      <a:pt x="6" y="1"/>
                      <a:pt x="6" y="1"/>
                      <a:pt x="6"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3" name="Freeform 1506">
                <a:extLst>
                  <a:ext uri="{FF2B5EF4-FFF2-40B4-BE49-F238E27FC236}">
                    <a16:creationId xmlns:a16="http://schemas.microsoft.com/office/drawing/2014/main" id="{823F50DA-971E-4455-9048-74106124E76B}"/>
                  </a:ext>
                </a:extLst>
              </p:cNvPr>
              <p:cNvSpPr>
                <a:spLocks/>
              </p:cNvSpPr>
              <p:nvPr/>
            </p:nvSpPr>
            <p:spPr bwMode="auto">
              <a:xfrm>
                <a:off x="4473792" y="2987936"/>
                <a:ext cx="0" cy="10799"/>
              </a:xfrm>
              <a:custGeom>
                <a:avLst/>
                <a:gdLst>
                  <a:gd name="T0" fmla="*/ 2 h 2"/>
                  <a:gd name="T1" fmla="*/ 0 h 2"/>
                  <a:gd name="T2" fmla="*/ 0 h 2"/>
                  <a:gd name="T3" fmla="*/ 2 h 2"/>
                </a:gdLst>
                <a:ahLst/>
                <a:cxnLst>
                  <a:cxn ang="0">
                    <a:pos x="0" y="T0"/>
                  </a:cxn>
                  <a:cxn ang="0">
                    <a:pos x="0" y="T1"/>
                  </a:cxn>
                  <a:cxn ang="0">
                    <a:pos x="0" y="T2"/>
                  </a:cxn>
                  <a:cxn ang="0">
                    <a:pos x="0" y="T3"/>
                  </a:cxn>
                </a:cxnLst>
                <a:rect l="0" t="0" r="r" b="b"/>
                <a:pathLst>
                  <a:path h="2">
                    <a:moveTo>
                      <a:pt x="0" y="2"/>
                    </a:moveTo>
                    <a:cubicBezTo>
                      <a:pt x="0" y="1"/>
                      <a:pt x="0" y="1"/>
                      <a:pt x="0" y="0"/>
                    </a:cubicBezTo>
                    <a:cubicBezTo>
                      <a:pt x="0" y="0"/>
                      <a:pt x="0" y="0"/>
                      <a:pt x="0" y="0"/>
                    </a:cubicBezTo>
                    <a:cubicBezTo>
                      <a:pt x="0" y="1"/>
                      <a:pt x="0" y="1"/>
                      <a:pt x="0"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4" name="Freeform 1507">
                <a:extLst>
                  <a:ext uri="{FF2B5EF4-FFF2-40B4-BE49-F238E27FC236}">
                    <a16:creationId xmlns:a16="http://schemas.microsoft.com/office/drawing/2014/main" id="{80612D28-554C-437A-A111-6B9AA175B501}"/>
                  </a:ext>
                </a:extLst>
              </p:cNvPr>
              <p:cNvSpPr>
                <a:spLocks/>
              </p:cNvSpPr>
              <p:nvPr/>
            </p:nvSpPr>
            <p:spPr bwMode="auto">
              <a:xfrm>
                <a:off x="4468390" y="29987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5" name="Rectangle 1508">
                <a:extLst>
                  <a:ext uri="{FF2B5EF4-FFF2-40B4-BE49-F238E27FC236}">
                    <a16:creationId xmlns:a16="http://schemas.microsoft.com/office/drawing/2014/main" id="{2083DB14-2763-43FA-A4C7-AB2C4526D783}"/>
                  </a:ext>
                </a:extLst>
              </p:cNvPr>
              <p:cNvSpPr>
                <a:spLocks noChangeArrowheads="1"/>
              </p:cNvSpPr>
              <p:nvPr/>
            </p:nvSpPr>
            <p:spPr bwMode="auto">
              <a:xfrm>
                <a:off x="4457591" y="3014935"/>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6" name="Freeform 1509">
                <a:extLst>
                  <a:ext uri="{FF2B5EF4-FFF2-40B4-BE49-F238E27FC236}">
                    <a16:creationId xmlns:a16="http://schemas.microsoft.com/office/drawing/2014/main" id="{6565F30E-29DA-4DBF-B3A7-57ECCB741515}"/>
                  </a:ext>
                </a:extLst>
              </p:cNvPr>
              <p:cNvSpPr>
                <a:spLocks/>
              </p:cNvSpPr>
              <p:nvPr/>
            </p:nvSpPr>
            <p:spPr bwMode="auto">
              <a:xfrm>
                <a:off x="4479189" y="2928535"/>
                <a:ext cx="80998" cy="64802"/>
              </a:xfrm>
              <a:custGeom>
                <a:avLst/>
                <a:gdLst>
                  <a:gd name="T0" fmla="*/ 5 w 14"/>
                  <a:gd name="T1" fmla="*/ 0 h 11"/>
                  <a:gd name="T2" fmla="*/ 4 w 14"/>
                  <a:gd name="T3" fmla="*/ 2 h 11"/>
                  <a:gd name="T4" fmla="*/ 4 w 14"/>
                  <a:gd name="T5" fmla="*/ 2 h 11"/>
                  <a:gd name="T6" fmla="*/ 3 w 14"/>
                  <a:gd name="T7" fmla="*/ 5 h 11"/>
                  <a:gd name="T8" fmla="*/ 3 w 14"/>
                  <a:gd name="T9" fmla="*/ 5 h 11"/>
                  <a:gd name="T10" fmla="*/ 1 w 14"/>
                  <a:gd name="T11" fmla="*/ 7 h 11"/>
                  <a:gd name="T12" fmla="*/ 1 w 14"/>
                  <a:gd name="T13" fmla="*/ 8 h 11"/>
                  <a:gd name="T14" fmla="*/ 0 w 14"/>
                  <a:gd name="T15" fmla="*/ 9 h 11"/>
                  <a:gd name="T16" fmla="*/ 0 w 14"/>
                  <a:gd name="T17" fmla="*/ 9 h 11"/>
                  <a:gd name="T18" fmla="*/ 0 w 14"/>
                  <a:gd name="T19" fmla="*/ 9 h 11"/>
                  <a:gd name="T20" fmla="*/ 2 w 14"/>
                  <a:gd name="T21" fmla="*/ 9 h 11"/>
                  <a:gd name="T22" fmla="*/ 3 w 14"/>
                  <a:gd name="T23" fmla="*/ 10 h 11"/>
                  <a:gd name="T24" fmla="*/ 5 w 14"/>
                  <a:gd name="T25" fmla="*/ 11 h 11"/>
                  <a:gd name="T26" fmla="*/ 14 w 14"/>
                  <a:gd name="T27" fmla="*/ 0 h 11"/>
                  <a:gd name="T28" fmla="*/ 5 w 14"/>
                  <a:gd name="T2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 h="11">
                    <a:moveTo>
                      <a:pt x="5" y="0"/>
                    </a:moveTo>
                    <a:cubicBezTo>
                      <a:pt x="5" y="1"/>
                      <a:pt x="4" y="1"/>
                      <a:pt x="4" y="2"/>
                    </a:cubicBezTo>
                    <a:cubicBezTo>
                      <a:pt x="4" y="2"/>
                      <a:pt x="4" y="2"/>
                      <a:pt x="4" y="2"/>
                    </a:cubicBezTo>
                    <a:cubicBezTo>
                      <a:pt x="4" y="3"/>
                      <a:pt x="3" y="4"/>
                      <a:pt x="3" y="5"/>
                    </a:cubicBezTo>
                    <a:cubicBezTo>
                      <a:pt x="3" y="5"/>
                      <a:pt x="3" y="5"/>
                      <a:pt x="3" y="5"/>
                    </a:cubicBezTo>
                    <a:cubicBezTo>
                      <a:pt x="2" y="6"/>
                      <a:pt x="2" y="6"/>
                      <a:pt x="1" y="7"/>
                    </a:cubicBezTo>
                    <a:cubicBezTo>
                      <a:pt x="1" y="8"/>
                      <a:pt x="1" y="8"/>
                      <a:pt x="1" y="8"/>
                    </a:cubicBezTo>
                    <a:cubicBezTo>
                      <a:pt x="1" y="8"/>
                      <a:pt x="1" y="8"/>
                      <a:pt x="0" y="9"/>
                    </a:cubicBezTo>
                    <a:cubicBezTo>
                      <a:pt x="0" y="9"/>
                      <a:pt x="0" y="9"/>
                      <a:pt x="0" y="9"/>
                    </a:cubicBezTo>
                    <a:cubicBezTo>
                      <a:pt x="0" y="9"/>
                      <a:pt x="0" y="9"/>
                      <a:pt x="0" y="9"/>
                    </a:cubicBezTo>
                    <a:cubicBezTo>
                      <a:pt x="1" y="9"/>
                      <a:pt x="1" y="9"/>
                      <a:pt x="2" y="9"/>
                    </a:cubicBezTo>
                    <a:cubicBezTo>
                      <a:pt x="3" y="10"/>
                      <a:pt x="3" y="10"/>
                      <a:pt x="3" y="10"/>
                    </a:cubicBezTo>
                    <a:cubicBezTo>
                      <a:pt x="3" y="10"/>
                      <a:pt x="4" y="10"/>
                      <a:pt x="5" y="11"/>
                    </a:cubicBezTo>
                    <a:cubicBezTo>
                      <a:pt x="9" y="8"/>
                      <a:pt x="12" y="4"/>
                      <a:pt x="14" y="0"/>
                    </a:cubicBezTo>
                    <a:cubicBezTo>
                      <a:pt x="5" y="0"/>
                      <a:pt x="5" y="0"/>
                      <a:pt x="5"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7" name="Freeform 1510">
                <a:extLst>
                  <a:ext uri="{FF2B5EF4-FFF2-40B4-BE49-F238E27FC236}">
                    <a16:creationId xmlns:a16="http://schemas.microsoft.com/office/drawing/2014/main" id="{74BDBCD2-4F05-42C3-9E10-E4120217D891}"/>
                  </a:ext>
                </a:extLst>
              </p:cNvPr>
              <p:cNvSpPr>
                <a:spLocks/>
              </p:cNvSpPr>
              <p:nvPr/>
            </p:nvSpPr>
            <p:spPr bwMode="auto">
              <a:xfrm>
                <a:off x="4500791" y="2939334"/>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8" name="Freeform 1511">
                <a:extLst>
                  <a:ext uri="{FF2B5EF4-FFF2-40B4-BE49-F238E27FC236}">
                    <a16:creationId xmlns:a16="http://schemas.microsoft.com/office/drawing/2014/main" id="{67726A74-E4CA-4D58-8DC5-10F2E6EBC487}"/>
                  </a:ext>
                </a:extLst>
              </p:cNvPr>
              <p:cNvSpPr>
                <a:spLocks/>
              </p:cNvSpPr>
              <p:nvPr/>
            </p:nvSpPr>
            <p:spPr bwMode="auto">
              <a:xfrm>
                <a:off x="4484591" y="2971735"/>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9" name="Freeform 1512">
                <a:extLst>
                  <a:ext uri="{FF2B5EF4-FFF2-40B4-BE49-F238E27FC236}">
                    <a16:creationId xmlns:a16="http://schemas.microsoft.com/office/drawing/2014/main" id="{D9380995-09D0-42D7-9A1D-358E961198D5}"/>
                  </a:ext>
                </a:extLst>
              </p:cNvPr>
              <p:cNvSpPr>
                <a:spLocks/>
              </p:cNvSpPr>
              <p:nvPr/>
            </p:nvSpPr>
            <p:spPr bwMode="auto">
              <a:xfrm>
                <a:off x="4495390" y="2960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0" name="Rectangle 1513">
                <a:extLst>
                  <a:ext uri="{FF2B5EF4-FFF2-40B4-BE49-F238E27FC236}">
                    <a16:creationId xmlns:a16="http://schemas.microsoft.com/office/drawing/2014/main" id="{8A58CE0B-6593-438E-83E0-C550E13B8825}"/>
                  </a:ext>
                </a:extLst>
              </p:cNvPr>
              <p:cNvSpPr>
                <a:spLocks noChangeArrowheads="1"/>
              </p:cNvSpPr>
              <p:nvPr/>
            </p:nvSpPr>
            <p:spPr bwMode="auto">
              <a:xfrm>
                <a:off x="4479189" y="29825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1" name="Freeform 1514">
                <a:extLst>
                  <a:ext uri="{FF2B5EF4-FFF2-40B4-BE49-F238E27FC236}">
                    <a16:creationId xmlns:a16="http://schemas.microsoft.com/office/drawing/2014/main" id="{1D8CC2B3-7A56-41FD-A8C2-363042790C38}"/>
                  </a:ext>
                </a:extLst>
              </p:cNvPr>
              <p:cNvSpPr>
                <a:spLocks/>
              </p:cNvSpPr>
              <p:nvPr/>
            </p:nvSpPr>
            <p:spPr bwMode="auto">
              <a:xfrm>
                <a:off x="4489988" y="2982534"/>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2" name="Freeform 1515">
                <a:extLst>
                  <a:ext uri="{FF2B5EF4-FFF2-40B4-BE49-F238E27FC236}">
                    <a16:creationId xmlns:a16="http://schemas.microsoft.com/office/drawing/2014/main" id="{1DB5D6DC-3CD8-45AC-9031-9F317161AA90}"/>
                  </a:ext>
                </a:extLst>
              </p:cNvPr>
              <p:cNvSpPr>
                <a:spLocks/>
              </p:cNvSpPr>
              <p:nvPr/>
            </p:nvSpPr>
            <p:spPr bwMode="auto">
              <a:xfrm>
                <a:off x="4516992" y="2858336"/>
                <a:ext cx="70199" cy="59401"/>
              </a:xfrm>
              <a:custGeom>
                <a:avLst/>
                <a:gdLst>
                  <a:gd name="T0" fmla="*/ 2 w 12"/>
                  <a:gd name="T1" fmla="*/ 0 h 10"/>
                  <a:gd name="T2" fmla="*/ 2 w 12"/>
                  <a:gd name="T3" fmla="*/ 1 h 10"/>
                  <a:gd name="T4" fmla="*/ 2 w 12"/>
                  <a:gd name="T5" fmla="*/ 3 h 10"/>
                  <a:gd name="T6" fmla="*/ 1 w 12"/>
                  <a:gd name="T7" fmla="*/ 3 h 10"/>
                  <a:gd name="T8" fmla="*/ 0 w 12"/>
                  <a:gd name="T9" fmla="*/ 8 h 10"/>
                  <a:gd name="T10" fmla="*/ 0 w 12"/>
                  <a:gd name="T11" fmla="*/ 8 h 10"/>
                  <a:gd name="T12" fmla="*/ 0 w 12"/>
                  <a:gd name="T13" fmla="*/ 10 h 10"/>
                  <a:gd name="T14" fmla="*/ 0 w 12"/>
                  <a:gd name="T15" fmla="*/ 10 h 10"/>
                  <a:gd name="T16" fmla="*/ 0 w 12"/>
                  <a:gd name="T17" fmla="*/ 10 h 10"/>
                  <a:gd name="T18" fmla="*/ 9 w 12"/>
                  <a:gd name="T19" fmla="*/ 10 h 10"/>
                  <a:gd name="T20" fmla="*/ 12 w 12"/>
                  <a:gd name="T21" fmla="*/ 0 h 10"/>
                  <a:gd name="T22" fmla="*/ 2 w 12"/>
                  <a:gd name="T23"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 h="10">
                    <a:moveTo>
                      <a:pt x="2" y="0"/>
                    </a:moveTo>
                    <a:cubicBezTo>
                      <a:pt x="2" y="1"/>
                      <a:pt x="2" y="1"/>
                      <a:pt x="2" y="1"/>
                    </a:cubicBezTo>
                    <a:cubicBezTo>
                      <a:pt x="2" y="1"/>
                      <a:pt x="2" y="2"/>
                      <a:pt x="2" y="3"/>
                    </a:cubicBezTo>
                    <a:cubicBezTo>
                      <a:pt x="1" y="3"/>
                      <a:pt x="1" y="3"/>
                      <a:pt x="1" y="3"/>
                    </a:cubicBezTo>
                    <a:cubicBezTo>
                      <a:pt x="1" y="4"/>
                      <a:pt x="1" y="6"/>
                      <a:pt x="0" y="8"/>
                    </a:cubicBezTo>
                    <a:cubicBezTo>
                      <a:pt x="0" y="8"/>
                      <a:pt x="0" y="8"/>
                      <a:pt x="0" y="8"/>
                    </a:cubicBezTo>
                    <a:cubicBezTo>
                      <a:pt x="0" y="9"/>
                      <a:pt x="0" y="9"/>
                      <a:pt x="0" y="10"/>
                    </a:cubicBezTo>
                    <a:cubicBezTo>
                      <a:pt x="0" y="10"/>
                      <a:pt x="0" y="10"/>
                      <a:pt x="0" y="10"/>
                    </a:cubicBezTo>
                    <a:cubicBezTo>
                      <a:pt x="0" y="10"/>
                      <a:pt x="0" y="10"/>
                      <a:pt x="0" y="10"/>
                    </a:cubicBezTo>
                    <a:cubicBezTo>
                      <a:pt x="9" y="10"/>
                      <a:pt x="9" y="10"/>
                      <a:pt x="9" y="10"/>
                    </a:cubicBezTo>
                    <a:cubicBezTo>
                      <a:pt x="11" y="7"/>
                      <a:pt x="11" y="4"/>
                      <a:pt x="12" y="0"/>
                    </a:cubicBezTo>
                    <a:cubicBezTo>
                      <a:pt x="2" y="0"/>
                      <a:pt x="2"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3" name="Freeform 1516">
                <a:extLst>
                  <a:ext uri="{FF2B5EF4-FFF2-40B4-BE49-F238E27FC236}">
                    <a16:creationId xmlns:a16="http://schemas.microsoft.com/office/drawing/2014/main" id="{89292D1E-5A26-48E6-A3C4-B1DAD277F801}"/>
                  </a:ext>
                </a:extLst>
              </p:cNvPr>
              <p:cNvSpPr>
                <a:spLocks/>
              </p:cNvSpPr>
              <p:nvPr/>
            </p:nvSpPr>
            <p:spPr bwMode="auto">
              <a:xfrm>
                <a:off x="4527791" y="2863733"/>
                <a:ext cx="0" cy="10799"/>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4" name="Freeform 1517">
                <a:extLst>
                  <a:ext uri="{FF2B5EF4-FFF2-40B4-BE49-F238E27FC236}">
                    <a16:creationId xmlns:a16="http://schemas.microsoft.com/office/drawing/2014/main" id="{8F520691-4206-4AA9-8942-88AD59931F28}"/>
                  </a:ext>
                </a:extLst>
              </p:cNvPr>
              <p:cNvSpPr>
                <a:spLocks/>
              </p:cNvSpPr>
              <p:nvPr/>
            </p:nvSpPr>
            <p:spPr bwMode="auto">
              <a:xfrm>
                <a:off x="4516992" y="2874532"/>
                <a:ext cx="5402" cy="32401"/>
              </a:xfrm>
              <a:custGeom>
                <a:avLst/>
                <a:gdLst>
                  <a:gd name="T0" fmla="*/ 1 w 1"/>
                  <a:gd name="T1" fmla="*/ 0 h 5"/>
                  <a:gd name="T2" fmla="*/ 0 w 1"/>
                  <a:gd name="T3" fmla="*/ 5 h 5"/>
                  <a:gd name="T4" fmla="*/ 1 w 1"/>
                  <a:gd name="T5" fmla="*/ 0 h 5"/>
                </a:gdLst>
                <a:ahLst/>
                <a:cxnLst>
                  <a:cxn ang="0">
                    <a:pos x="T0" y="T1"/>
                  </a:cxn>
                  <a:cxn ang="0">
                    <a:pos x="T2" y="T3"/>
                  </a:cxn>
                  <a:cxn ang="0">
                    <a:pos x="T4" y="T5"/>
                  </a:cxn>
                </a:cxnLst>
                <a:rect l="0" t="0" r="r" b="b"/>
                <a:pathLst>
                  <a:path w="1" h="5">
                    <a:moveTo>
                      <a:pt x="1" y="0"/>
                    </a:moveTo>
                    <a:cubicBezTo>
                      <a:pt x="1" y="1"/>
                      <a:pt x="1" y="3"/>
                      <a:pt x="0" y="5"/>
                    </a:cubicBezTo>
                    <a:cubicBezTo>
                      <a:pt x="1" y="3"/>
                      <a:pt x="1" y="1"/>
                      <a:pt x="1"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5" name="Freeform 1518">
                <a:extLst>
                  <a:ext uri="{FF2B5EF4-FFF2-40B4-BE49-F238E27FC236}">
                    <a16:creationId xmlns:a16="http://schemas.microsoft.com/office/drawing/2014/main" id="{4AA60DEA-ED6C-4C83-A995-8B778FB35AC5}"/>
                  </a:ext>
                </a:extLst>
              </p:cNvPr>
              <p:cNvSpPr>
                <a:spLocks/>
              </p:cNvSpPr>
              <p:nvPr/>
            </p:nvSpPr>
            <p:spPr bwMode="auto">
              <a:xfrm>
                <a:off x="4516992" y="2906933"/>
                <a:ext cx="0" cy="10799"/>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1"/>
                      <a:pt x="0" y="1"/>
                      <a:pt x="0" y="2"/>
                    </a:cubicBezTo>
                    <a:cubicBezTo>
                      <a:pt x="0" y="1"/>
                      <a:pt x="0"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6" name="Freeform 1519">
                <a:extLst>
                  <a:ext uri="{FF2B5EF4-FFF2-40B4-BE49-F238E27FC236}">
                    <a16:creationId xmlns:a16="http://schemas.microsoft.com/office/drawing/2014/main" id="{5C231B3C-D188-493C-B0D6-4B59EFA0AAC9}"/>
                  </a:ext>
                </a:extLst>
              </p:cNvPr>
              <p:cNvSpPr>
                <a:spLocks/>
              </p:cNvSpPr>
              <p:nvPr/>
            </p:nvSpPr>
            <p:spPr bwMode="auto">
              <a:xfrm>
                <a:off x="4263189" y="2712535"/>
                <a:ext cx="75601" cy="64802"/>
              </a:xfrm>
              <a:custGeom>
                <a:avLst/>
                <a:gdLst>
                  <a:gd name="T0" fmla="*/ 13 w 13"/>
                  <a:gd name="T1" fmla="*/ 2 h 11"/>
                  <a:gd name="T2" fmla="*/ 9 w 13"/>
                  <a:gd name="T3" fmla="*/ 0 h 11"/>
                  <a:gd name="T4" fmla="*/ 0 w 13"/>
                  <a:gd name="T5" fmla="*/ 11 h 11"/>
                  <a:gd name="T6" fmla="*/ 9 w 13"/>
                  <a:gd name="T7" fmla="*/ 11 h 11"/>
                  <a:gd name="T8" fmla="*/ 9 w 13"/>
                  <a:gd name="T9" fmla="*/ 11 h 11"/>
                  <a:gd name="T10" fmla="*/ 10 w 13"/>
                  <a:gd name="T11" fmla="*/ 10 h 11"/>
                  <a:gd name="T12" fmla="*/ 10 w 13"/>
                  <a:gd name="T13" fmla="*/ 9 h 11"/>
                  <a:gd name="T14" fmla="*/ 11 w 13"/>
                  <a:gd name="T15" fmla="*/ 6 h 11"/>
                  <a:gd name="T16" fmla="*/ 11 w 13"/>
                  <a:gd name="T17" fmla="*/ 6 h 11"/>
                  <a:gd name="T18" fmla="*/ 12 w 13"/>
                  <a:gd name="T19" fmla="*/ 4 h 11"/>
                  <a:gd name="T20" fmla="*/ 13 w 13"/>
                  <a:gd name="T21" fmla="*/ 3 h 11"/>
                  <a:gd name="T22" fmla="*/ 13 w 13"/>
                  <a:gd name="T23" fmla="*/ 2 h 11"/>
                  <a:gd name="T24" fmla="*/ 13 w 13"/>
                  <a:gd name="T25" fmla="*/ 2 h 11"/>
                  <a:gd name="T26" fmla="*/ 13 w 13"/>
                  <a:gd name="T27" fmla="*/ 2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 h="11">
                    <a:moveTo>
                      <a:pt x="13" y="2"/>
                    </a:moveTo>
                    <a:cubicBezTo>
                      <a:pt x="12" y="1"/>
                      <a:pt x="11" y="1"/>
                      <a:pt x="9" y="0"/>
                    </a:cubicBezTo>
                    <a:cubicBezTo>
                      <a:pt x="5" y="3"/>
                      <a:pt x="2" y="7"/>
                      <a:pt x="0" y="11"/>
                    </a:cubicBezTo>
                    <a:cubicBezTo>
                      <a:pt x="9" y="11"/>
                      <a:pt x="9" y="11"/>
                      <a:pt x="9" y="11"/>
                    </a:cubicBezTo>
                    <a:cubicBezTo>
                      <a:pt x="9" y="11"/>
                      <a:pt x="9" y="11"/>
                      <a:pt x="9" y="11"/>
                    </a:cubicBezTo>
                    <a:cubicBezTo>
                      <a:pt x="9" y="11"/>
                      <a:pt x="9" y="10"/>
                      <a:pt x="10" y="10"/>
                    </a:cubicBezTo>
                    <a:cubicBezTo>
                      <a:pt x="10" y="9"/>
                      <a:pt x="10" y="9"/>
                      <a:pt x="10" y="9"/>
                    </a:cubicBezTo>
                    <a:cubicBezTo>
                      <a:pt x="10" y="8"/>
                      <a:pt x="11" y="7"/>
                      <a:pt x="11" y="6"/>
                    </a:cubicBezTo>
                    <a:cubicBezTo>
                      <a:pt x="11" y="6"/>
                      <a:pt x="11" y="6"/>
                      <a:pt x="11" y="6"/>
                    </a:cubicBezTo>
                    <a:cubicBezTo>
                      <a:pt x="12" y="5"/>
                      <a:pt x="12" y="4"/>
                      <a:pt x="12" y="4"/>
                    </a:cubicBezTo>
                    <a:cubicBezTo>
                      <a:pt x="13" y="3"/>
                      <a:pt x="13" y="3"/>
                      <a:pt x="13" y="3"/>
                    </a:cubicBezTo>
                    <a:cubicBezTo>
                      <a:pt x="13" y="3"/>
                      <a:pt x="13" y="2"/>
                      <a:pt x="13" y="2"/>
                    </a:cubicBezTo>
                    <a:cubicBezTo>
                      <a:pt x="13" y="2"/>
                      <a:pt x="13" y="2"/>
                      <a:pt x="13" y="2"/>
                    </a:cubicBezTo>
                    <a:cubicBezTo>
                      <a:pt x="13" y="2"/>
                      <a:pt x="13" y="2"/>
                      <a:pt x="13"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7" name="Freeform 1520">
                <a:extLst>
                  <a:ext uri="{FF2B5EF4-FFF2-40B4-BE49-F238E27FC236}">
                    <a16:creationId xmlns:a16="http://schemas.microsoft.com/office/drawing/2014/main" id="{EF05221B-506A-44F3-95B2-B1044F51F144}"/>
                  </a:ext>
                </a:extLst>
              </p:cNvPr>
              <p:cNvSpPr>
                <a:spLocks/>
              </p:cNvSpPr>
              <p:nvPr/>
            </p:nvSpPr>
            <p:spPr bwMode="auto">
              <a:xfrm>
                <a:off x="4333389" y="2728736"/>
                <a:ext cx="5402" cy="5402"/>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lnTo>
                      <a:pt x="1"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8" name="Freeform 1521">
                <a:extLst>
                  <a:ext uri="{FF2B5EF4-FFF2-40B4-BE49-F238E27FC236}">
                    <a16:creationId xmlns:a16="http://schemas.microsoft.com/office/drawing/2014/main" id="{86430F1A-B634-4042-884A-55A7EE0AA6A6}"/>
                  </a:ext>
                </a:extLst>
              </p:cNvPr>
              <p:cNvSpPr>
                <a:spLocks/>
              </p:cNvSpPr>
              <p:nvPr/>
            </p:nvSpPr>
            <p:spPr bwMode="auto">
              <a:xfrm>
                <a:off x="4327991" y="2744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9" name="Freeform 1522">
                <a:extLst>
                  <a:ext uri="{FF2B5EF4-FFF2-40B4-BE49-F238E27FC236}">
                    <a16:creationId xmlns:a16="http://schemas.microsoft.com/office/drawing/2014/main" id="{3E4A7F26-FE1E-4090-B268-3044F8C59DE8}"/>
                  </a:ext>
                </a:extLst>
              </p:cNvPr>
              <p:cNvSpPr>
                <a:spLocks/>
              </p:cNvSpPr>
              <p:nvPr/>
            </p:nvSpPr>
            <p:spPr bwMode="auto">
              <a:xfrm>
                <a:off x="4322590" y="2766534"/>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0" name="Freeform 1523">
                <a:extLst>
                  <a:ext uri="{FF2B5EF4-FFF2-40B4-BE49-F238E27FC236}">
                    <a16:creationId xmlns:a16="http://schemas.microsoft.com/office/drawing/2014/main" id="{08C25377-E21C-43C9-9034-169C26E44664}"/>
                  </a:ext>
                </a:extLst>
              </p:cNvPr>
              <p:cNvSpPr>
                <a:spLocks/>
              </p:cNvSpPr>
              <p:nvPr/>
            </p:nvSpPr>
            <p:spPr bwMode="auto">
              <a:xfrm>
                <a:off x="4354991" y="2680134"/>
                <a:ext cx="53999" cy="43200"/>
              </a:xfrm>
              <a:custGeom>
                <a:avLst/>
                <a:gdLst>
                  <a:gd name="T0" fmla="*/ 2 w 9"/>
                  <a:gd name="T1" fmla="*/ 3 h 7"/>
                  <a:gd name="T2" fmla="*/ 2 w 9"/>
                  <a:gd name="T3" fmla="*/ 3 h 7"/>
                  <a:gd name="T4" fmla="*/ 2 w 9"/>
                  <a:gd name="T5" fmla="*/ 4 h 7"/>
                  <a:gd name="T6" fmla="*/ 1 w 9"/>
                  <a:gd name="T7" fmla="*/ 4 h 7"/>
                  <a:gd name="T8" fmla="*/ 1 w 9"/>
                  <a:gd name="T9" fmla="*/ 5 h 7"/>
                  <a:gd name="T10" fmla="*/ 0 w 9"/>
                  <a:gd name="T11" fmla="*/ 5 h 7"/>
                  <a:gd name="T12" fmla="*/ 0 w 9"/>
                  <a:gd name="T13" fmla="*/ 6 h 7"/>
                  <a:gd name="T14" fmla="*/ 0 w 9"/>
                  <a:gd name="T15" fmla="*/ 6 h 7"/>
                  <a:gd name="T16" fmla="*/ 1 w 9"/>
                  <a:gd name="T17" fmla="*/ 6 h 7"/>
                  <a:gd name="T18" fmla="*/ 2 w 9"/>
                  <a:gd name="T19" fmla="*/ 6 h 7"/>
                  <a:gd name="T20" fmla="*/ 4 w 9"/>
                  <a:gd name="T21" fmla="*/ 7 h 7"/>
                  <a:gd name="T22" fmla="*/ 5 w 9"/>
                  <a:gd name="T23" fmla="*/ 7 h 7"/>
                  <a:gd name="T24" fmla="*/ 7 w 9"/>
                  <a:gd name="T25" fmla="*/ 7 h 7"/>
                  <a:gd name="T26" fmla="*/ 8 w 9"/>
                  <a:gd name="T27" fmla="*/ 7 h 7"/>
                  <a:gd name="T28" fmla="*/ 9 w 9"/>
                  <a:gd name="T29" fmla="*/ 7 h 7"/>
                  <a:gd name="T30" fmla="*/ 9 w 9"/>
                  <a:gd name="T31" fmla="*/ 0 h 7"/>
                  <a:gd name="T32" fmla="*/ 4 w 9"/>
                  <a:gd name="T33" fmla="*/ 0 h 7"/>
                  <a:gd name="T34" fmla="*/ 2 w 9"/>
                  <a:gd name="T35" fmla="*/ 3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 h="7">
                    <a:moveTo>
                      <a:pt x="2" y="3"/>
                    </a:moveTo>
                    <a:cubicBezTo>
                      <a:pt x="2" y="3"/>
                      <a:pt x="2" y="3"/>
                      <a:pt x="2" y="3"/>
                    </a:cubicBezTo>
                    <a:cubicBezTo>
                      <a:pt x="2" y="4"/>
                      <a:pt x="2" y="4"/>
                      <a:pt x="2" y="4"/>
                    </a:cubicBezTo>
                    <a:cubicBezTo>
                      <a:pt x="1" y="4"/>
                      <a:pt x="1" y="4"/>
                      <a:pt x="1" y="4"/>
                    </a:cubicBezTo>
                    <a:cubicBezTo>
                      <a:pt x="1" y="5"/>
                      <a:pt x="1" y="5"/>
                      <a:pt x="1" y="5"/>
                    </a:cubicBezTo>
                    <a:cubicBezTo>
                      <a:pt x="0" y="5"/>
                      <a:pt x="0" y="5"/>
                      <a:pt x="0" y="5"/>
                    </a:cubicBezTo>
                    <a:cubicBezTo>
                      <a:pt x="0" y="6"/>
                      <a:pt x="0" y="6"/>
                      <a:pt x="0" y="6"/>
                    </a:cubicBezTo>
                    <a:cubicBezTo>
                      <a:pt x="0" y="6"/>
                      <a:pt x="0" y="6"/>
                      <a:pt x="0" y="6"/>
                    </a:cubicBezTo>
                    <a:cubicBezTo>
                      <a:pt x="1" y="6"/>
                      <a:pt x="1" y="6"/>
                      <a:pt x="1" y="6"/>
                    </a:cubicBezTo>
                    <a:cubicBezTo>
                      <a:pt x="2" y="6"/>
                      <a:pt x="2" y="6"/>
                      <a:pt x="2" y="6"/>
                    </a:cubicBezTo>
                    <a:cubicBezTo>
                      <a:pt x="3" y="7"/>
                      <a:pt x="3" y="7"/>
                      <a:pt x="4" y="7"/>
                    </a:cubicBezTo>
                    <a:cubicBezTo>
                      <a:pt x="5" y="7"/>
                      <a:pt x="5" y="7"/>
                      <a:pt x="5" y="7"/>
                    </a:cubicBezTo>
                    <a:cubicBezTo>
                      <a:pt x="5" y="7"/>
                      <a:pt x="6" y="7"/>
                      <a:pt x="7" y="7"/>
                    </a:cubicBezTo>
                    <a:cubicBezTo>
                      <a:pt x="8" y="7"/>
                      <a:pt x="8" y="7"/>
                      <a:pt x="8" y="7"/>
                    </a:cubicBezTo>
                    <a:cubicBezTo>
                      <a:pt x="8" y="7"/>
                      <a:pt x="8" y="7"/>
                      <a:pt x="9" y="7"/>
                    </a:cubicBezTo>
                    <a:cubicBezTo>
                      <a:pt x="9" y="0"/>
                      <a:pt x="9" y="0"/>
                      <a:pt x="9" y="0"/>
                    </a:cubicBezTo>
                    <a:cubicBezTo>
                      <a:pt x="7" y="0"/>
                      <a:pt x="6" y="0"/>
                      <a:pt x="4" y="0"/>
                    </a:cubicBezTo>
                    <a:cubicBezTo>
                      <a:pt x="4" y="1"/>
                      <a:pt x="3" y="2"/>
                      <a:pt x="2" y="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1" name="Freeform 1524">
                <a:extLst>
                  <a:ext uri="{FF2B5EF4-FFF2-40B4-BE49-F238E27FC236}">
                    <a16:creationId xmlns:a16="http://schemas.microsoft.com/office/drawing/2014/main" id="{4A995A3D-8318-48DF-B498-B187BEF9109A}"/>
                  </a:ext>
                </a:extLst>
              </p:cNvPr>
              <p:cNvSpPr>
                <a:spLocks/>
              </p:cNvSpPr>
              <p:nvPr/>
            </p:nvSpPr>
            <p:spPr bwMode="auto">
              <a:xfrm>
                <a:off x="4387392" y="2723334"/>
                <a:ext cx="10799" cy="0"/>
              </a:xfrm>
              <a:custGeom>
                <a:avLst/>
                <a:gdLst>
                  <a:gd name="T0" fmla="*/ 0 w 2"/>
                  <a:gd name="T1" fmla="*/ 2 w 2"/>
                  <a:gd name="T2" fmla="*/ 0 w 2"/>
                </a:gdLst>
                <a:ahLst/>
                <a:cxnLst>
                  <a:cxn ang="0">
                    <a:pos x="T0" y="0"/>
                  </a:cxn>
                  <a:cxn ang="0">
                    <a:pos x="T1" y="0"/>
                  </a:cxn>
                  <a:cxn ang="0">
                    <a:pos x="T2" y="0"/>
                  </a:cxn>
                </a:cxnLst>
                <a:rect l="0" t="0" r="r" b="b"/>
                <a:pathLst>
                  <a:path w="2">
                    <a:moveTo>
                      <a:pt x="0" y="0"/>
                    </a:moveTo>
                    <a:cubicBezTo>
                      <a:pt x="0" y="0"/>
                      <a:pt x="1" y="0"/>
                      <a:pt x="2" y="0"/>
                    </a:cubicBezTo>
                    <a:cubicBezTo>
                      <a:pt x="1"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2" name="Freeform 1525">
                <a:extLst>
                  <a:ext uri="{FF2B5EF4-FFF2-40B4-BE49-F238E27FC236}">
                    <a16:creationId xmlns:a16="http://schemas.microsoft.com/office/drawing/2014/main" id="{06346F58-55C1-41E8-8846-F89C9B93E1CF}"/>
                  </a:ext>
                </a:extLst>
              </p:cNvPr>
              <p:cNvSpPr>
                <a:spLocks/>
              </p:cNvSpPr>
              <p:nvPr/>
            </p:nvSpPr>
            <p:spPr bwMode="auto">
              <a:xfrm>
                <a:off x="4403588" y="2723334"/>
                <a:ext cx="5402" cy="0"/>
              </a:xfrm>
              <a:custGeom>
                <a:avLst/>
                <a:gdLst>
                  <a:gd name="T0" fmla="*/ 1 w 1"/>
                  <a:gd name="T1" fmla="*/ 1 w 1"/>
                  <a:gd name="T2" fmla="*/ 0 w 1"/>
                  <a:gd name="T3" fmla="*/ 1 w 1"/>
                </a:gdLst>
                <a:ahLst/>
                <a:cxnLst>
                  <a:cxn ang="0">
                    <a:pos x="T0" y="0"/>
                  </a:cxn>
                  <a:cxn ang="0">
                    <a:pos x="T1" y="0"/>
                  </a:cxn>
                  <a:cxn ang="0">
                    <a:pos x="T2" y="0"/>
                  </a:cxn>
                  <a:cxn ang="0">
                    <a:pos x="T3" y="0"/>
                  </a:cxn>
                </a:cxnLst>
                <a:rect l="0" t="0" r="r" b="b"/>
                <a:pathLst>
                  <a:path w="1">
                    <a:moveTo>
                      <a:pt x="1" y="0"/>
                    </a:moveTo>
                    <a:cubicBezTo>
                      <a:pt x="1" y="0"/>
                      <a:pt x="1" y="0"/>
                      <a:pt x="1" y="0"/>
                    </a:cubicBezTo>
                    <a:cubicBezTo>
                      <a:pt x="0" y="0"/>
                      <a:pt x="0" y="0"/>
                      <a:pt x="0" y="0"/>
                    </a:cubicBezTo>
                    <a:cubicBezTo>
                      <a:pt x="0" y="0"/>
                      <a:pt x="0" y="0"/>
                      <a:pt x="1"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3" name="Freeform 1526">
                <a:extLst>
                  <a:ext uri="{FF2B5EF4-FFF2-40B4-BE49-F238E27FC236}">
                    <a16:creationId xmlns:a16="http://schemas.microsoft.com/office/drawing/2014/main" id="{F9788795-9E66-41A0-AE1D-59EA7058A2AE}"/>
                  </a:ext>
                </a:extLst>
              </p:cNvPr>
              <p:cNvSpPr>
                <a:spLocks/>
              </p:cNvSpPr>
              <p:nvPr/>
            </p:nvSpPr>
            <p:spPr bwMode="auto">
              <a:xfrm>
                <a:off x="4365790" y="2717932"/>
                <a:ext cx="16201" cy="5402"/>
              </a:xfrm>
              <a:custGeom>
                <a:avLst/>
                <a:gdLst>
                  <a:gd name="T0" fmla="*/ 0 w 2"/>
                  <a:gd name="T1" fmla="*/ 0 h 1"/>
                  <a:gd name="T2" fmla="*/ 2 w 2"/>
                  <a:gd name="T3" fmla="*/ 1 h 1"/>
                  <a:gd name="T4" fmla="*/ 0 w 2"/>
                  <a:gd name="T5" fmla="*/ 0 h 1"/>
                </a:gdLst>
                <a:ahLst/>
                <a:cxnLst>
                  <a:cxn ang="0">
                    <a:pos x="T0" y="T1"/>
                  </a:cxn>
                  <a:cxn ang="0">
                    <a:pos x="T2" y="T3"/>
                  </a:cxn>
                  <a:cxn ang="0">
                    <a:pos x="T4" y="T5"/>
                  </a:cxn>
                </a:cxnLst>
                <a:rect l="0" t="0" r="r" b="b"/>
                <a:pathLst>
                  <a:path w="2" h="1">
                    <a:moveTo>
                      <a:pt x="0" y="0"/>
                    </a:moveTo>
                    <a:cubicBezTo>
                      <a:pt x="1" y="1"/>
                      <a:pt x="1" y="1"/>
                      <a:pt x="2" y="1"/>
                    </a:cubicBezTo>
                    <a:cubicBezTo>
                      <a:pt x="1" y="1"/>
                      <a:pt x="1"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4" name="Freeform 1527">
                <a:extLst>
                  <a:ext uri="{FF2B5EF4-FFF2-40B4-BE49-F238E27FC236}">
                    <a16:creationId xmlns:a16="http://schemas.microsoft.com/office/drawing/2014/main" id="{DBC4FF93-E8E9-4E33-9431-85134EC8EE7E}"/>
                  </a:ext>
                </a:extLst>
              </p:cNvPr>
              <p:cNvSpPr>
                <a:spLocks/>
              </p:cNvSpPr>
              <p:nvPr/>
            </p:nvSpPr>
            <p:spPr bwMode="auto">
              <a:xfrm>
                <a:off x="4354991" y="2717932"/>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5" name="Freeform 1528">
                <a:extLst>
                  <a:ext uri="{FF2B5EF4-FFF2-40B4-BE49-F238E27FC236}">
                    <a16:creationId xmlns:a16="http://schemas.microsoft.com/office/drawing/2014/main" id="{C2EA905D-C01F-4874-B694-2A059DA5B49F}"/>
                  </a:ext>
                </a:extLst>
              </p:cNvPr>
              <p:cNvSpPr>
                <a:spLocks/>
              </p:cNvSpPr>
              <p:nvPr/>
            </p:nvSpPr>
            <p:spPr bwMode="auto">
              <a:xfrm>
                <a:off x="4327991" y="2685536"/>
                <a:ext cx="32401" cy="26999"/>
              </a:xfrm>
              <a:custGeom>
                <a:avLst/>
                <a:gdLst>
                  <a:gd name="T0" fmla="*/ 1 w 6"/>
                  <a:gd name="T1" fmla="*/ 3 h 4"/>
                  <a:gd name="T2" fmla="*/ 1 w 6"/>
                  <a:gd name="T3" fmla="*/ 3 h 4"/>
                  <a:gd name="T4" fmla="*/ 3 w 6"/>
                  <a:gd name="T5" fmla="*/ 4 h 4"/>
                  <a:gd name="T6" fmla="*/ 4 w 6"/>
                  <a:gd name="T7" fmla="*/ 4 h 4"/>
                  <a:gd name="T8" fmla="*/ 4 w 6"/>
                  <a:gd name="T9" fmla="*/ 3 h 4"/>
                  <a:gd name="T10" fmla="*/ 4 w 6"/>
                  <a:gd name="T11" fmla="*/ 3 h 4"/>
                  <a:gd name="T12" fmla="*/ 5 w 6"/>
                  <a:gd name="T13" fmla="*/ 2 h 4"/>
                  <a:gd name="T14" fmla="*/ 5 w 6"/>
                  <a:gd name="T15" fmla="*/ 2 h 4"/>
                  <a:gd name="T16" fmla="*/ 5 w 6"/>
                  <a:gd name="T17" fmla="*/ 1 h 4"/>
                  <a:gd name="T18" fmla="*/ 6 w 6"/>
                  <a:gd name="T19" fmla="*/ 0 h 4"/>
                  <a:gd name="T20" fmla="*/ 6 w 6"/>
                  <a:gd name="T21" fmla="*/ 0 h 4"/>
                  <a:gd name="T22" fmla="*/ 6 w 6"/>
                  <a:gd name="T23" fmla="*/ 0 h 4"/>
                  <a:gd name="T24" fmla="*/ 0 w 6"/>
                  <a:gd name="T25" fmla="*/ 3 h 4"/>
                  <a:gd name="T26" fmla="*/ 1 w 6"/>
                  <a:gd name="T27" fmla="*/ 3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 h="4">
                    <a:moveTo>
                      <a:pt x="1" y="3"/>
                    </a:moveTo>
                    <a:cubicBezTo>
                      <a:pt x="1" y="3"/>
                      <a:pt x="1" y="3"/>
                      <a:pt x="1" y="3"/>
                    </a:cubicBezTo>
                    <a:cubicBezTo>
                      <a:pt x="2" y="4"/>
                      <a:pt x="3" y="4"/>
                      <a:pt x="3" y="4"/>
                    </a:cubicBezTo>
                    <a:cubicBezTo>
                      <a:pt x="4" y="4"/>
                      <a:pt x="4" y="4"/>
                      <a:pt x="4" y="4"/>
                    </a:cubicBezTo>
                    <a:cubicBezTo>
                      <a:pt x="4" y="3"/>
                      <a:pt x="4" y="3"/>
                      <a:pt x="4" y="3"/>
                    </a:cubicBezTo>
                    <a:cubicBezTo>
                      <a:pt x="4" y="3"/>
                      <a:pt x="4" y="3"/>
                      <a:pt x="4" y="3"/>
                    </a:cubicBezTo>
                    <a:cubicBezTo>
                      <a:pt x="5" y="2"/>
                      <a:pt x="5" y="2"/>
                      <a:pt x="5" y="2"/>
                    </a:cubicBezTo>
                    <a:cubicBezTo>
                      <a:pt x="5" y="2"/>
                      <a:pt x="5" y="2"/>
                      <a:pt x="5" y="2"/>
                    </a:cubicBezTo>
                    <a:cubicBezTo>
                      <a:pt x="5" y="1"/>
                      <a:pt x="5" y="1"/>
                      <a:pt x="5" y="1"/>
                    </a:cubicBezTo>
                    <a:cubicBezTo>
                      <a:pt x="6" y="0"/>
                      <a:pt x="6" y="0"/>
                      <a:pt x="6" y="0"/>
                    </a:cubicBezTo>
                    <a:cubicBezTo>
                      <a:pt x="6" y="0"/>
                      <a:pt x="6" y="0"/>
                      <a:pt x="6" y="0"/>
                    </a:cubicBezTo>
                    <a:cubicBezTo>
                      <a:pt x="6" y="0"/>
                      <a:pt x="6" y="0"/>
                      <a:pt x="6" y="0"/>
                    </a:cubicBezTo>
                    <a:cubicBezTo>
                      <a:pt x="4" y="1"/>
                      <a:pt x="2" y="2"/>
                      <a:pt x="0" y="3"/>
                    </a:cubicBezTo>
                    <a:cubicBezTo>
                      <a:pt x="0" y="3"/>
                      <a:pt x="1" y="3"/>
                      <a:pt x="1" y="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6" name="Freeform 1529">
                <a:extLst>
                  <a:ext uri="{FF2B5EF4-FFF2-40B4-BE49-F238E27FC236}">
                    <a16:creationId xmlns:a16="http://schemas.microsoft.com/office/drawing/2014/main" id="{7AF8E360-73E1-4836-B314-17F9724F4A50}"/>
                  </a:ext>
                </a:extLst>
              </p:cNvPr>
              <p:cNvSpPr>
                <a:spLocks/>
              </p:cNvSpPr>
              <p:nvPr/>
            </p:nvSpPr>
            <p:spPr bwMode="auto">
              <a:xfrm>
                <a:off x="4327991" y="2707133"/>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0" y="0"/>
                      <a:pt x="1" y="0"/>
                      <a:pt x="1" y="0"/>
                    </a:cubicBezTo>
                    <a:cubicBezTo>
                      <a:pt x="1"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7" name="Freeform 1530">
                <a:extLst>
                  <a:ext uri="{FF2B5EF4-FFF2-40B4-BE49-F238E27FC236}">
                    <a16:creationId xmlns:a16="http://schemas.microsoft.com/office/drawing/2014/main" id="{2D162C5A-789A-4D04-BDFB-0F6DE99948B9}"/>
                  </a:ext>
                </a:extLst>
              </p:cNvPr>
              <p:cNvSpPr>
                <a:spLocks/>
              </p:cNvSpPr>
              <p:nvPr/>
            </p:nvSpPr>
            <p:spPr bwMode="auto">
              <a:xfrm>
                <a:off x="4333389" y="2707133"/>
                <a:ext cx="10799" cy="5402"/>
              </a:xfrm>
              <a:custGeom>
                <a:avLst/>
                <a:gdLst>
                  <a:gd name="T0" fmla="*/ 2 w 2"/>
                  <a:gd name="T1" fmla="*/ 1 h 1"/>
                  <a:gd name="T2" fmla="*/ 2 w 2"/>
                  <a:gd name="T3" fmla="*/ 1 h 1"/>
                  <a:gd name="T4" fmla="*/ 0 w 2"/>
                  <a:gd name="T5" fmla="*/ 0 h 1"/>
                  <a:gd name="T6" fmla="*/ 2 w 2"/>
                  <a:gd name="T7" fmla="*/ 1 h 1"/>
                </a:gdLst>
                <a:ahLst/>
                <a:cxnLst>
                  <a:cxn ang="0">
                    <a:pos x="T0" y="T1"/>
                  </a:cxn>
                  <a:cxn ang="0">
                    <a:pos x="T2" y="T3"/>
                  </a:cxn>
                  <a:cxn ang="0">
                    <a:pos x="T4" y="T5"/>
                  </a:cxn>
                  <a:cxn ang="0">
                    <a:pos x="T6" y="T7"/>
                  </a:cxn>
                </a:cxnLst>
                <a:rect l="0" t="0" r="r" b="b"/>
                <a:pathLst>
                  <a:path w="2" h="1">
                    <a:moveTo>
                      <a:pt x="2" y="1"/>
                    </a:moveTo>
                    <a:cubicBezTo>
                      <a:pt x="2" y="1"/>
                      <a:pt x="2" y="1"/>
                      <a:pt x="2" y="1"/>
                    </a:cubicBezTo>
                    <a:cubicBezTo>
                      <a:pt x="2" y="1"/>
                      <a:pt x="1" y="1"/>
                      <a:pt x="0" y="0"/>
                    </a:cubicBezTo>
                    <a:cubicBezTo>
                      <a:pt x="1" y="1"/>
                      <a:pt x="2" y="1"/>
                      <a:pt x="2"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8" name="Freeform 1531">
                <a:extLst>
                  <a:ext uri="{FF2B5EF4-FFF2-40B4-BE49-F238E27FC236}">
                    <a16:creationId xmlns:a16="http://schemas.microsoft.com/office/drawing/2014/main" id="{67EEA5AF-8B4A-43AB-BF94-3466DE637ED4}"/>
                  </a:ext>
                </a:extLst>
              </p:cNvPr>
              <p:cNvSpPr>
                <a:spLocks/>
              </p:cNvSpPr>
              <p:nvPr/>
            </p:nvSpPr>
            <p:spPr bwMode="auto">
              <a:xfrm>
                <a:off x="4360388" y="2685536"/>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9" name="Freeform 1532">
                <a:extLst>
                  <a:ext uri="{FF2B5EF4-FFF2-40B4-BE49-F238E27FC236}">
                    <a16:creationId xmlns:a16="http://schemas.microsoft.com/office/drawing/2014/main" id="{3F9686B2-0D50-4C13-A2A2-EBFCDFF5F60B}"/>
                  </a:ext>
                </a:extLst>
              </p:cNvPr>
              <p:cNvSpPr>
                <a:spLocks/>
              </p:cNvSpPr>
              <p:nvPr/>
            </p:nvSpPr>
            <p:spPr bwMode="auto">
              <a:xfrm>
                <a:off x="4349589" y="2707133"/>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0" name="Freeform 1533">
                <a:extLst>
                  <a:ext uri="{FF2B5EF4-FFF2-40B4-BE49-F238E27FC236}">
                    <a16:creationId xmlns:a16="http://schemas.microsoft.com/office/drawing/2014/main" id="{EC103DDD-1ADD-42D6-BFF3-7E148DDA19E8}"/>
                  </a:ext>
                </a:extLst>
              </p:cNvPr>
              <p:cNvSpPr>
                <a:spLocks/>
              </p:cNvSpPr>
              <p:nvPr/>
            </p:nvSpPr>
            <p:spPr bwMode="auto">
              <a:xfrm>
                <a:off x="4349589" y="2701732"/>
                <a:ext cx="5402" cy="540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lnTo>
                      <a:pt x="0" y="1"/>
                    </a:lnTo>
                    <a:lnTo>
                      <a:pt x="1"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1" name="Freeform 1534">
                <a:extLst>
                  <a:ext uri="{FF2B5EF4-FFF2-40B4-BE49-F238E27FC236}">
                    <a16:creationId xmlns:a16="http://schemas.microsoft.com/office/drawing/2014/main" id="{13DEFAD3-2D12-410B-A29C-DF226025FA57}"/>
                  </a:ext>
                </a:extLst>
              </p:cNvPr>
              <p:cNvSpPr>
                <a:spLocks/>
              </p:cNvSpPr>
              <p:nvPr/>
            </p:nvSpPr>
            <p:spPr bwMode="auto">
              <a:xfrm>
                <a:off x="4354991" y="2696335"/>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2" name="Freeform 1535">
                <a:extLst>
                  <a:ext uri="{FF2B5EF4-FFF2-40B4-BE49-F238E27FC236}">
                    <a16:creationId xmlns:a16="http://schemas.microsoft.com/office/drawing/2014/main" id="{6B1E5CA1-5483-43F0-88C0-01ECEA191E60}"/>
                  </a:ext>
                </a:extLst>
              </p:cNvPr>
              <p:cNvSpPr>
                <a:spLocks/>
              </p:cNvSpPr>
              <p:nvPr/>
            </p:nvSpPr>
            <p:spPr bwMode="auto">
              <a:xfrm>
                <a:off x="4263189" y="2928535"/>
                <a:ext cx="75601" cy="59401"/>
              </a:xfrm>
              <a:custGeom>
                <a:avLst/>
                <a:gdLst>
                  <a:gd name="T0" fmla="*/ 13 w 13"/>
                  <a:gd name="T1" fmla="*/ 8 h 10"/>
                  <a:gd name="T2" fmla="*/ 12 w 13"/>
                  <a:gd name="T3" fmla="*/ 7 h 10"/>
                  <a:gd name="T4" fmla="*/ 11 w 13"/>
                  <a:gd name="T5" fmla="*/ 5 h 10"/>
                  <a:gd name="T6" fmla="*/ 11 w 13"/>
                  <a:gd name="T7" fmla="*/ 5 h 10"/>
                  <a:gd name="T8" fmla="*/ 10 w 13"/>
                  <a:gd name="T9" fmla="*/ 2 h 10"/>
                  <a:gd name="T10" fmla="*/ 10 w 13"/>
                  <a:gd name="T11" fmla="*/ 2 h 10"/>
                  <a:gd name="T12" fmla="*/ 9 w 13"/>
                  <a:gd name="T13" fmla="*/ 0 h 10"/>
                  <a:gd name="T14" fmla="*/ 9 w 13"/>
                  <a:gd name="T15" fmla="*/ 0 h 10"/>
                  <a:gd name="T16" fmla="*/ 0 w 13"/>
                  <a:gd name="T17" fmla="*/ 0 h 10"/>
                  <a:gd name="T18" fmla="*/ 9 w 13"/>
                  <a:gd name="T19" fmla="*/ 10 h 10"/>
                  <a:gd name="T20" fmla="*/ 11 w 13"/>
                  <a:gd name="T21" fmla="*/ 10 h 10"/>
                  <a:gd name="T22" fmla="*/ 12 w 13"/>
                  <a:gd name="T23" fmla="*/ 9 h 10"/>
                  <a:gd name="T24" fmla="*/ 13 w 13"/>
                  <a:gd name="T25" fmla="*/ 9 h 10"/>
                  <a:gd name="T26" fmla="*/ 13 w 13"/>
                  <a:gd name="T27" fmla="*/ 9 h 10"/>
                  <a:gd name="T28" fmla="*/ 13 w 13"/>
                  <a:gd name="T29" fmla="*/ 9 h 10"/>
                  <a:gd name="T30" fmla="*/ 13 w 13"/>
                  <a:gd name="T31" fmla="*/ 8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3" h="10">
                    <a:moveTo>
                      <a:pt x="13" y="8"/>
                    </a:moveTo>
                    <a:cubicBezTo>
                      <a:pt x="12" y="7"/>
                      <a:pt x="12" y="7"/>
                      <a:pt x="12" y="7"/>
                    </a:cubicBezTo>
                    <a:cubicBezTo>
                      <a:pt x="12" y="6"/>
                      <a:pt x="12" y="6"/>
                      <a:pt x="11" y="5"/>
                    </a:cubicBezTo>
                    <a:cubicBezTo>
                      <a:pt x="11" y="5"/>
                      <a:pt x="11" y="5"/>
                      <a:pt x="11" y="5"/>
                    </a:cubicBezTo>
                    <a:cubicBezTo>
                      <a:pt x="11" y="4"/>
                      <a:pt x="10" y="3"/>
                      <a:pt x="10" y="2"/>
                    </a:cubicBezTo>
                    <a:cubicBezTo>
                      <a:pt x="10" y="2"/>
                      <a:pt x="10" y="2"/>
                      <a:pt x="10" y="2"/>
                    </a:cubicBezTo>
                    <a:cubicBezTo>
                      <a:pt x="9" y="1"/>
                      <a:pt x="9" y="1"/>
                      <a:pt x="9" y="0"/>
                    </a:cubicBezTo>
                    <a:cubicBezTo>
                      <a:pt x="9" y="0"/>
                      <a:pt x="9" y="0"/>
                      <a:pt x="9" y="0"/>
                    </a:cubicBezTo>
                    <a:cubicBezTo>
                      <a:pt x="0" y="0"/>
                      <a:pt x="0" y="0"/>
                      <a:pt x="0" y="0"/>
                    </a:cubicBezTo>
                    <a:cubicBezTo>
                      <a:pt x="2" y="4"/>
                      <a:pt x="5" y="8"/>
                      <a:pt x="9" y="10"/>
                    </a:cubicBezTo>
                    <a:cubicBezTo>
                      <a:pt x="10" y="10"/>
                      <a:pt x="11" y="10"/>
                      <a:pt x="11" y="10"/>
                    </a:cubicBezTo>
                    <a:cubicBezTo>
                      <a:pt x="12" y="9"/>
                      <a:pt x="12" y="9"/>
                      <a:pt x="12" y="9"/>
                    </a:cubicBezTo>
                    <a:cubicBezTo>
                      <a:pt x="12" y="9"/>
                      <a:pt x="13" y="9"/>
                      <a:pt x="13" y="9"/>
                    </a:cubicBezTo>
                    <a:cubicBezTo>
                      <a:pt x="13" y="9"/>
                      <a:pt x="13" y="9"/>
                      <a:pt x="13" y="9"/>
                    </a:cubicBezTo>
                    <a:cubicBezTo>
                      <a:pt x="13" y="9"/>
                      <a:pt x="13" y="9"/>
                      <a:pt x="13" y="9"/>
                    </a:cubicBezTo>
                    <a:cubicBezTo>
                      <a:pt x="13" y="9"/>
                      <a:pt x="13" y="8"/>
                      <a:pt x="13" y="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3" name="Freeform 1536">
                <a:extLst>
                  <a:ext uri="{FF2B5EF4-FFF2-40B4-BE49-F238E27FC236}">
                    <a16:creationId xmlns:a16="http://schemas.microsoft.com/office/drawing/2014/main" id="{6FC1474F-193F-4BC6-A661-CA85AD93D50D}"/>
                  </a:ext>
                </a:extLst>
              </p:cNvPr>
              <p:cNvSpPr>
                <a:spLocks/>
              </p:cNvSpPr>
              <p:nvPr/>
            </p:nvSpPr>
            <p:spPr bwMode="auto">
              <a:xfrm>
                <a:off x="4333389" y="2971735"/>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4" name="Freeform 1537">
                <a:extLst>
                  <a:ext uri="{FF2B5EF4-FFF2-40B4-BE49-F238E27FC236}">
                    <a16:creationId xmlns:a16="http://schemas.microsoft.com/office/drawing/2014/main" id="{F1070E10-F87D-4C98-B473-C3F156A3677C}"/>
                  </a:ext>
                </a:extLst>
              </p:cNvPr>
              <p:cNvSpPr>
                <a:spLocks/>
              </p:cNvSpPr>
              <p:nvPr/>
            </p:nvSpPr>
            <p:spPr bwMode="auto">
              <a:xfrm>
                <a:off x="4327991" y="2960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5" name="Freeform 1538">
                <a:extLst>
                  <a:ext uri="{FF2B5EF4-FFF2-40B4-BE49-F238E27FC236}">
                    <a16:creationId xmlns:a16="http://schemas.microsoft.com/office/drawing/2014/main" id="{C7EA93C6-D509-4D1F-BB8C-244DB1DC7D5A}"/>
                  </a:ext>
                </a:extLst>
              </p:cNvPr>
              <p:cNvSpPr>
                <a:spLocks/>
              </p:cNvSpPr>
              <p:nvPr/>
            </p:nvSpPr>
            <p:spPr bwMode="auto">
              <a:xfrm>
                <a:off x="4322590" y="2939334"/>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6" name="Freeform 1539">
                <a:extLst>
                  <a:ext uri="{FF2B5EF4-FFF2-40B4-BE49-F238E27FC236}">
                    <a16:creationId xmlns:a16="http://schemas.microsoft.com/office/drawing/2014/main" id="{041A22B1-D266-4947-92F3-7A9B57224003}"/>
                  </a:ext>
                </a:extLst>
              </p:cNvPr>
              <p:cNvSpPr>
                <a:spLocks/>
              </p:cNvSpPr>
              <p:nvPr/>
            </p:nvSpPr>
            <p:spPr bwMode="auto">
              <a:xfrm>
                <a:off x="4327991" y="2982534"/>
                <a:ext cx="5402" cy="540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lnTo>
                      <a:pt x="0" y="1"/>
                    </a:lnTo>
                    <a:lnTo>
                      <a:pt x="1"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7" name="Rectangle 1540">
                <a:extLst>
                  <a:ext uri="{FF2B5EF4-FFF2-40B4-BE49-F238E27FC236}">
                    <a16:creationId xmlns:a16="http://schemas.microsoft.com/office/drawing/2014/main" id="{48F2D816-F5BC-43F7-97D9-39D6128C5785}"/>
                  </a:ext>
                </a:extLst>
              </p:cNvPr>
              <p:cNvSpPr>
                <a:spLocks noChangeArrowheads="1"/>
              </p:cNvSpPr>
              <p:nvPr/>
            </p:nvSpPr>
            <p:spPr bwMode="auto">
              <a:xfrm>
                <a:off x="4338790" y="29825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8" name="Freeform 1541">
                <a:extLst>
                  <a:ext uri="{FF2B5EF4-FFF2-40B4-BE49-F238E27FC236}">
                    <a16:creationId xmlns:a16="http://schemas.microsoft.com/office/drawing/2014/main" id="{2362ADAA-B76B-4F07-88C6-BA37F8B6D219}"/>
                  </a:ext>
                </a:extLst>
              </p:cNvPr>
              <p:cNvSpPr>
                <a:spLocks/>
              </p:cNvSpPr>
              <p:nvPr/>
            </p:nvSpPr>
            <p:spPr bwMode="auto">
              <a:xfrm>
                <a:off x="4246989" y="2858336"/>
                <a:ext cx="70199" cy="59401"/>
              </a:xfrm>
              <a:custGeom>
                <a:avLst/>
                <a:gdLst>
                  <a:gd name="T0" fmla="*/ 11 w 12"/>
                  <a:gd name="T1" fmla="*/ 8 h 10"/>
                  <a:gd name="T2" fmla="*/ 11 w 12"/>
                  <a:gd name="T3" fmla="*/ 6 h 10"/>
                  <a:gd name="T4" fmla="*/ 10 w 12"/>
                  <a:gd name="T5" fmla="*/ 5 h 10"/>
                  <a:gd name="T6" fmla="*/ 10 w 12"/>
                  <a:gd name="T7" fmla="*/ 3 h 10"/>
                  <a:gd name="T8" fmla="*/ 10 w 12"/>
                  <a:gd name="T9" fmla="*/ 2 h 10"/>
                  <a:gd name="T10" fmla="*/ 10 w 12"/>
                  <a:gd name="T11" fmla="*/ 0 h 10"/>
                  <a:gd name="T12" fmla="*/ 10 w 12"/>
                  <a:gd name="T13" fmla="*/ 0 h 10"/>
                  <a:gd name="T14" fmla="*/ 0 w 12"/>
                  <a:gd name="T15" fmla="*/ 0 h 10"/>
                  <a:gd name="T16" fmla="*/ 2 w 12"/>
                  <a:gd name="T17" fmla="*/ 10 h 10"/>
                  <a:gd name="T18" fmla="*/ 12 w 12"/>
                  <a:gd name="T19" fmla="*/ 10 h 10"/>
                  <a:gd name="T20" fmla="*/ 12 w 12"/>
                  <a:gd name="T21" fmla="*/ 10 h 10"/>
                  <a:gd name="T22" fmla="*/ 11 w 12"/>
                  <a:gd name="T23" fmla="*/ 9 h 10"/>
                  <a:gd name="T24" fmla="*/ 11 w 12"/>
                  <a:gd name="T25" fmla="*/ 8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 h="10">
                    <a:moveTo>
                      <a:pt x="11" y="8"/>
                    </a:moveTo>
                    <a:cubicBezTo>
                      <a:pt x="11" y="8"/>
                      <a:pt x="11" y="7"/>
                      <a:pt x="11" y="6"/>
                    </a:cubicBezTo>
                    <a:cubicBezTo>
                      <a:pt x="10" y="5"/>
                      <a:pt x="10" y="5"/>
                      <a:pt x="10" y="5"/>
                    </a:cubicBezTo>
                    <a:cubicBezTo>
                      <a:pt x="10" y="5"/>
                      <a:pt x="10" y="4"/>
                      <a:pt x="10" y="3"/>
                    </a:cubicBezTo>
                    <a:cubicBezTo>
                      <a:pt x="10" y="2"/>
                      <a:pt x="10" y="2"/>
                      <a:pt x="10" y="2"/>
                    </a:cubicBezTo>
                    <a:cubicBezTo>
                      <a:pt x="10" y="1"/>
                      <a:pt x="10" y="1"/>
                      <a:pt x="10" y="0"/>
                    </a:cubicBezTo>
                    <a:cubicBezTo>
                      <a:pt x="10" y="0"/>
                      <a:pt x="10" y="0"/>
                      <a:pt x="10" y="0"/>
                    </a:cubicBezTo>
                    <a:cubicBezTo>
                      <a:pt x="0" y="0"/>
                      <a:pt x="0" y="0"/>
                      <a:pt x="0" y="0"/>
                    </a:cubicBezTo>
                    <a:cubicBezTo>
                      <a:pt x="0" y="4"/>
                      <a:pt x="1" y="7"/>
                      <a:pt x="2" y="10"/>
                    </a:cubicBezTo>
                    <a:cubicBezTo>
                      <a:pt x="12" y="10"/>
                      <a:pt x="12" y="10"/>
                      <a:pt x="12" y="10"/>
                    </a:cubicBezTo>
                    <a:cubicBezTo>
                      <a:pt x="12" y="10"/>
                      <a:pt x="12" y="10"/>
                      <a:pt x="12" y="10"/>
                    </a:cubicBezTo>
                    <a:cubicBezTo>
                      <a:pt x="11" y="9"/>
                      <a:pt x="11" y="9"/>
                      <a:pt x="11" y="9"/>
                    </a:cubicBezTo>
                    <a:lnTo>
                      <a:pt x="1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9" name="Freeform 1542">
                <a:extLst>
                  <a:ext uri="{FF2B5EF4-FFF2-40B4-BE49-F238E27FC236}">
                    <a16:creationId xmlns:a16="http://schemas.microsoft.com/office/drawing/2014/main" id="{30E1D8DB-E870-43E1-9731-0205F7D15352}"/>
                  </a:ext>
                </a:extLst>
              </p:cNvPr>
              <p:cNvSpPr>
                <a:spLocks/>
              </p:cNvSpPr>
              <p:nvPr/>
            </p:nvSpPr>
            <p:spPr bwMode="auto">
              <a:xfrm>
                <a:off x="4300992" y="2885335"/>
                <a:ext cx="10799" cy="10799"/>
              </a:xfrm>
              <a:custGeom>
                <a:avLst/>
                <a:gdLst>
                  <a:gd name="T0" fmla="*/ 2 w 2"/>
                  <a:gd name="T1" fmla="*/ 2 h 2"/>
                  <a:gd name="T2" fmla="*/ 0 w 2"/>
                  <a:gd name="T3" fmla="*/ 0 h 2"/>
                  <a:gd name="T4" fmla="*/ 2 w 2"/>
                  <a:gd name="T5" fmla="*/ 2 h 2"/>
                </a:gdLst>
                <a:ahLst/>
                <a:cxnLst>
                  <a:cxn ang="0">
                    <a:pos x="T0" y="T1"/>
                  </a:cxn>
                  <a:cxn ang="0">
                    <a:pos x="T2" y="T3"/>
                  </a:cxn>
                  <a:cxn ang="0">
                    <a:pos x="T4" y="T5"/>
                  </a:cxn>
                </a:cxnLst>
                <a:rect l="0" t="0" r="r" b="b"/>
                <a:pathLst>
                  <a:path w="2" h="2">
                    <a:moveTo>
                      <a:pt x="2" y="2"/>
                    </a:moveTo>
                    <a:lnTo>
                      <a:pt x="0" y="0"/>
                    </a:lnTo>
                    <a:lnTo>
                      <a:pt x="2" y="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0" name="Freeform 1543">
                <a:extLst>
                  <a:ext uri="{FF2B5EF4-FFF2-40B4-BE49-F238E27FC236}">
                    <a16:creationId xmlns:a16="http://schemas.microsoft.com/office/drawing/2014/main" id="{AE25239B-BD56-4821-BF25-BBB2CAA1E537}"/>
                  </a:ext>
                </a:extLst>
              </p:cNvPr>
              <p:cNvSpPr>
                <a:spLocks/>
              </p:cNvSpPr>
              <p:nvPr/>
            </p:nvSpPr>
            <p:spPr bwMode="auto">
              <a:xfrm>
                <a:off x="4300992" y="28691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1" name="Freeform 1544">
                <a:extLst>
                  <a:ext uri="{FF2B5EF4-FFF2-40B4-BE49-F238E27FC236}">
                    <a16:creationId xmlns:a16="http://schemas.microsoft.com/office/drawing/2014/main" id="{24250485-4E7D-4AD8-80C0-3953C21D2B87}"/>
                  </a:ext>
                </a:extLst>
              </p:cNvPr>
              <p:cNvSpPr>
                <a:spLocks/>
              </p:cNvSpPr>
              <p:nvPr/>
            </p:nvSpPr>
            <p:spPr bwMode="auto">
              <a:xfrm>
                <a:off x="4311791" y="29069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2" name="Freeform 1545">
                <a:extLst>
                  <a:ext uri="{FF2B5EF4-FFF2-40B4-BE49-F238E27FC236}">
                    <a16:creationId xmlns:a16="http://schemas.microsoft.com/office/drawing/2014/main" id="{33C648FF-B80F-458E-AF2E-66F132CD3F5D}"/>
                  </a:ext>
                </a:extLst>
              </p:cNvPr>
              <p:cNvSpPr>
                <a:spLocks/>
              </p:cNvSpPr>
              <p:nvPr/>
            </p:nvSpPr>
            <p:spPr bwMode="auto">
              <a:xfrm>
                <a:off x="4246989" y="2788132"/>
                <a:ext cx="70199" cy="64802"/>
              </a:xfrm>
              <a:custGeom>
                <a:avLst/>
                <a:gdLst>
                  <a:gd name="T0" fmla="*/ 2 w 12"/>
                  <a:gd name="T1" fmla="*/ 0 h 11"/>
                  <a:gd name="T2" fmla="*/ 0 w 12"/>
                  <a:gd name="T3" fmla="*/ 11 h 11"/>
                  <a:gd name="T4" fmla="*/ 10 w 12"/>
                  <a:gd name="T5" fmla="*/ 11 h 11"/>
                  <a:gd name="T6" fmla="*/ 10 w 12"/>
                  <a:gd name="T7" fmla="*/ 5 h 11"/>
                  <a:gd name="T8" fmla="*/ 11 w 12"/>
                  <a:gd name="T9" fmla="*/ 4 h 11"/>
                  <a:gd name="T10" fmla="*/ 11 w 12"/>
                  <a:gd name="T11" fmla="*/ 2 h 11"/>
                  <a:gd name="T12" fmla="*/ 11 w 12"/>
                  <a:gd name="T13" fmla="*/ 1 h 11"/>
                  <a:gd name="T14" fmla="*/ 12 w 12"/>
                  <a:gd name="T15" fmla="*/ 0 h 11"/>
                  <a:gd name="T16" fmla="*/ 12 w 12"/>
                  <a:gd name="T17" fmla="*/ 0 h 11"/>
                  <a:gd name="T18" fmla="*/ 2 w 12"/>
                  <a:gd name="T1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 h="11">
                    <a:moveTo>
                      <a:pt x="2" y="0"/>
                    </a:moveTo>
                    <a:cubicBezTo>
                      <a:pt x="0" y="3"/>
                      <a:pt x="0" y="7"/>
                      <a:pt x="0" y="11"/>
                    </a:cubicBezTo>
                    <a:cubicBezTo>
                      <a:pt x="10" y="11"/>
                      <a:pt x="10" y="11"/>
                      <a:pt x="10" y="11"/>
                    </a:cubicBezTo>
                    <a:cubicBezTo>
                      <a:pt x="10" y="9"/>
                      <a:pt x="10" y="7"/>
                      <a:pt x="10" y="5"/>
                    </a:cubicBezTo>
                    <a:cubicBezTo>
                      <a:pt x="11" y="4"/>
                      <a:pt x="11" y="4"/>
                      <a:pt x="11" y="4"/>
                    </a:cubicBezTo>
                    <a:cubicBezTo>
                      <a:pt x="11" y="4"/>
                      <a:pt x="11" y="3"/>
                      <a:pt x="11" y="2"/>
                    </a:cubicBezTo>
                    <a:cubicBezTo>
                      <a:pt x="11" y="2"/>
                      <a:pt x="11" y="1"/>
                      <a:pt x="11" y="1"/>
                    </a:cubicBezTo>
                    <a:cubicBezTo>
                      <a:pt x="11" y="1"/>
                      <a:pt x="11" y="0"/>
                      <a:pt x="12" y="0"/>
                    </a:cubicBezTo>
                    <a:cubicBezTo>
                      <a:pt x="12" y="0"/>
                      <a:pt x="12" y="0"/>
                      <a:pt x="12" y="0"/>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3" name="Freeform 1546">
                <a:extLst>
                  <a:ext uri="{FF2B5EF4-FFF2-40B4-BE49-F238E27FC236}">
                    <a16:creationId xmlns:a16="http://schemas.microsoft.com/office/drawing/2014/main" id="{04559D00-9CC7-4B68-8E0A-6D4DCC7F689D}"/>
                  </a:ext>
                </a:extLst>
              </p:cNvPr>
              <p:cNvSpPr>
                <a:spLocks/>
              </p:cNvSpPr>
              <p:nvPr/>
            </p:nvSpPr>
            <p:spPr bwMode="auto">
              <a:xfrm>
                <a:off x="4311791" y="27935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4" name="Freeform 1547">
                <a:extLst>
                  <a:ext uri="{FF2B5EF4-FFF2-40B4-BE49-F238E27FC236}">
                    <a16:creationId xmlns:a16="http://schemas.microsoft.com/office/drawing/2014/main" id="{454FA72A-9CAC-4E56-9E94-634DC485099C}"/>
                  </a:ext>
                </a:extLst>
              </p:cNvPr>
              <p:cNvSpPr>
                <a:spLocks/>
              </p:cNvSpPr>
              <p:nvPr/>
            </p:nvSpPr>
            <p:spPr bwMode="auto">
              <a:xfrm>
                <a:off x="4300992" y="2809734"/>
                <a:ext cx="10799"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lnTo>
                      <a:pt x="2"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5" name="Freeform 1548">
                <a:extLst>
                  <a:ext uri="{FF2B5EF4-FFF2-40B4-BE49-F238E27FC236}">
                    <a16:creationId xmlns:a16="http://schemas.microsoft.com/office/drawing/2014/main" id="{0F09A034-C0CE-4BA7-8CD6-9540DF529F1A}"/>
                  </a:ext>
                </a:extLst>
              </p:cNvPr>
              <p:cNvSpPr>
                <a:spLocks/>
              </p:cNvSpPr>
              <p:nvPr/>
            </p:nvSpPr>
            <p:spPr bwMode="auto">
              <a:xfrm>
                <a:off x="4036390" y="2804332"/>
                <a:ext cx="351002" cy="615599"/>
              </a:xfrm>
              <a:custGeom>
                <a:avLst/>
                <a:gdLst>
                  <a:gd name="T0" fmla="*/ 29 w 59"/>
                  <a:gd name="T1" fmla="*/ 35 h 104"/>
                  <a:gd name="T2" fmla="*/ 21 w 59"/>
                  <a:gd name="T3" fmla="*/ 39 h 104"/>
                  <a:gd name="T4" fmla="*/ 37 w 59"/>
                  <a:gd name="T5" fmla="*/ 56 h 104"/>
                  <a:gd name="T6" fmla="*/ 34 w 59"/>
                  <a:gd name="T7" fmla="*/ 64 h 104"/>
                  <a:gd name="T8" fmla="*/ 15 w 59"/>
                  <a:gd name="T9" fmla="*/ 47 h 104"/>
                  <a:gd name="T10" fmla="*/ 7 w 59"/>
                  <a:gd name="T11" fmla="*/ 1 h 104"/>
                  <a:gd name="T12" fmla="*/ 1 w 59"/>
                  <a:gd name="T13" fmla="*/ 56 h 104"/>
                  <a:gd name="T14" fmla="*/ 26 w 59"/>
                  <a:gd name="T15" fmla="*/ 99 h 104"/>
                  <a:gd name="T16" fmla="*/ 58 w 59"/>
                  <a:gd name="T17" fmla="*/ 102 h 104"/>
                  <a:gd name="T18" fmla="*/ 56 w 59"/>
                  <a:gd name="T19" fmla="*/ 54 h 104"/>
                  <a:gd name="T20" fmla="*/ 29 w 59"/>
                  <a:gd name="T21" fmla="*/ 35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9" h="104">
                    <a:moveTo>
                      <a:pt x="29" y="35"/>
                    </a:moveTo>
                    <a:cubicBezTo>
                      <a:pt x="27" y="33"/>
                      <a:pt x="22" y="33"/>
                      <a:pt x="21" y="39"/>
                    </a:cubicBezTo>
                    <a:cubicBezTo>
                      <a:pt x="21" y="45"/>
                      <a:pt x="35" y="51"/>
                      <a:pt x="37" y="56"/>
                    </a:cubicBezTo>
                    <a:cubicBezTo>
                      <a:pt x="40" y="61"/>
                      <a:pt x="38" y="63"/>
                      <a:pt x="34" y="64"/>
                    </a:cubicBezTo>
                    <a:cubicBezTo>
                      <a:pt x="30" y="64"/>
                      <a:pt x="17" y="49"/>
                      <a:pt x="15" y="47"/>
                    </a:cubicBezTo>
                    <a:cubicBezTo>
                      <a:pt x="13" y="44"/>
                      <a:pt x="15" y="1"/>
                      <a:pt x="7" y="1"/>
                    </a:cubicBezTo>
                    <a:cubicBezTo>
                      <a:pt x="0" y="0"/>
                      <a:pt x="0" y="18"/>
                      <a:pt x="1" y="56"/>
                    </a:cubicBezTo>
                    <a:cubicBezTo>
                      <a:pt x="27" y="85"/>
                      <a:pt x="26" y="99"/>
                      <a:pt x="26" y="99"/>
                    </a:cubicBezTo>
                    <a:cubicBezTo>
                      <a:pt x="26" y="99"/>
                      <a:pt x="52" y="104"/>
                      <a:pt x="58" y="102"/>
                    </a:cubicBezTo>
                    <a:cubicBezTo>
                      <a:pt x="58" y="102"/>
                      <a:pt x="59" y="60"/>
                      <a:pt x="56" y="54"/>
                    </a:cubicBezTo>
                    <a:cubicBezTo>
                      <a:pt x="54" y="48"/>
                      <a:pt x="32" y="37"/>
                      <a:pt x="29" y="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dirty="0">
                  <a:solidFill>
                    <a:prstClr val="black"/>
                  </a:solidFill>
                  <a:latin typeface="Segoe UI Light"/>
                  <a:ea typeface="微软雅黑"/>
                </a:endParaRPr>
              </a:p>
            </p:txBody>
          </p:sp>
          <p:sp>
            <p:nvSpPr>
              <p:cNvPr id="156" name="Freeform 1549">
                <a:extLst>
                  <a:ext uri="{FF2B5EF4-FFF2-40B4-BE49-F238E27FC236}">
                    <a16:creationId xmlns:a16="http://schemas.microsoft.com/office/drawing/2014/main" id="{3BDCC857-6652-4B29-B250-20B189C8E4B7}"/>
                  </a:ext>
                </a:extLst>
              </p:cNvPr>
              <p:cNvSpPr>
                <a:spLocks/>
              </p:cNvSpPr>
              <p:nvPr/>
            </p:nvSpPr>
            <p:spPr bwMode="auto">
              <a:xfrm>
                <a:off x="4446788" y="2804332"/>
                <a:ext cx="345600" cy="615599"/>
              </a:xfrm>
              <a:custGeom>
                <a:avLst/>
                <a:gdLst>
                  <a:gd name="T0" fmla="*/ 51 w 59"/>
                  <a:gd name="T1" fmla="*/ 1 h 104"/>
                  <a:gd name="T2" fmla="*/ 43 w 59"/>
                  <a:gd name="T3" fmla="*/ 47 h 104"/>
                  <a:gd name="T4" fmla="*/ 25 w 59"/>
                  <a:gd name="T5" fmla="*/ 64 h 104"/>
                  <a:gd name="T6" fmla="*/ 21 w 59"/>
                  <a:gd name="T7" fmla="*/ 56 h 104"/>
                  <a:gd name="T8" fmla="*/ 37 w 59"/>
                  <a:gd name="T9" fmla="*/ 39 h 104"/>
                  <a:gd name="T10" fmla="*/ 29 w 59"/>
                  <a:gd name="T11" fmla="*/ 35 h 104"/>
                  <a:gd name="T12" fmla="*/ 2 w 59"/>
                  <a:gd name="T13" fmla="*/ 54 h 104"/>
                  <a:gd name="T14" fmla="*/ 1 w 59"/>
                  <a:gd name="T15" fmla="*/ 102 h 104"/>
                  <a:gd name="T16" fmla="*/ 32 w 59"/>
                  <a:gd name="T17" fmla="*/ 99 h 104"/>
                  <a:gd name="T18" fmla="*/ 58 w 59"/>
                  <a:gd name="T19" fmla="*/ 56 h 104"/>
                  <a:gd name="T20" fmla="*/ 51 w 59"/>
                  <a:gd name="T21" fmla="*/ 1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9" h="104">
                    <a:moveTo>
                      <a:pt x="51" y="1"/>
                    </a:moveTo>
                    <a:cubicBezTo>
                      <a:pt x="43" y="1"/>
                      <a:pt x="45" y="44"/>
                      <a:pt x="43" y="47"/>
                    </a:cubicBezTo>
                    <a:cubicBezTo>
                      <a:pt x="42" y="49"/>
                      <a:pt x="29" y="64"/>
                      <a:pt x="25" y="64"/>
                    </a:cubicBezTo>
                    <a:cubicBezTo>
                      <a:pt x="21" y="63"/>
                      <a:pt x="19" y="61"/>
                      <a:pt x="21" y="56"/>
                    </a:cubicBezTo>
                    <a:cubicBezTo>
                      <a:pt x="23" y="51"/>
                      <a:pt x="38" y="45"/>
                      <a:pt x="37" y="39"/>
                    </a:cubicBezTo>
                    <a:cubicBezTo>
                      <a:pt x="37" y="33"/>
                      <a:pt x="32" y="33"/>
                      <a:pt x="29" y="35"/>
                    </a:cubicBezTo>
                    <a:cubicBezTo>
                      <a:pt x="27" y="37"/>
                      <a:pt x="5" y="48"/>
                      <a:pt x="2" y="54"/>
                    </a:cubicBezTo>
                    <a:cubicBezTo>
                      <a:pt x="0" y="60"/>
                      <a:pt x="1" y="102"/>
                      <a:pt x="1" y="102"/>
                    </a:cubicBezTo>
                    <a:cubicBezTo>
                      <a:pt x="7" y="104"/>
                      <a:pt x="32" y="99"/>
                      <a:pt x="32" y="99"/>
                    </a:cubicBezTo>
                    <a:cubicBezTo>
                      <a:pt x="32" y="99"/>
                      <a:pt x="32" y="85"/>
                      <a:pt x="58" y="56"/>
                    </a:cubicBezTo>
                    <a:cubicBezTo>
                      <a:pt x="59" y="18"/>
                      <a:pt x="59" y="0"/>
                      <a:pt x="5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sp>
          <p:nvSpPr>
            <p:cNvPr id="159" name="Freeform 307">
              <a:extLst>
                <a:ext uri="{FF2B5EF4-FFF2-40B4-BE49-F238E27FC236}">
                  <a16:creationId xmlns:a16="http://schemas.microsoft.com/office/drawing/2014/main" id="{8C981DB5-BE71-4DB5-A09F-27B4918EBCF9}"/>
                </a:ext>
              </a:extLst>
            </p:cNvPr>
            <p:cNvSpPr>
              <a:spLocks noEditPoints="1"/>
            </p:cNvSpPr>
            <p:nvPr/>
          </p:nvSpPr>
          <p:spPr bwMode="auto">
            <a:xfrm>
              <a:off x="4286022" y="3456197"/>
              <a:ext cx="531387" cy="531384"/>
            </a:xfrm>
            <a:custGeom>
              <a:avLst/>
              <a:gdLst>
                <a:gd name="T0" fmla="*/ 198 w 202"/>
                <a:gd name="T1" fmla="*/ 97 h 202"/>
                <a:gd name="T2" fmla="*/ 175 w 202"/>
                <a:gd name="T3" fmla="*/ 97 h 202"/>
                <a:gd name="T4" fmla="*/ 105 w 202"/>
                <a:gd name="T5" fmla="*/ 27 h 202"/>
                <a:gd name="T6" fmla="*/ 105 w 202"/>
                <a:gd name="T7" fmla="*/ 4 h 202"/>
                <a:gd name="T8" fmla="*/ 101 w 202"/>
                <a:gd name="T9" fmla="*/ 0 h 202"/>
                <a:gd name="T10" fmla="*/ 97 w 202"/>
                <a:gd name="T11" fmla="*/ 4 h 202"/>
                <a:gd name="T12" fmla="*/ 97 w 202"/>
                <a:gd name="T13" fmla="*/ 27 h 202"/>
                <a:gd name="T14" fmla="*/ 28 w 202"/>
                <a:gd name="T15" fmla="*/ 97 h 202"/>
                <a:gd name="T16" fmla="*/ 4 w 202"/>
                <a:gd name="T17" fmla="*/ 97 h 202"/>
                <a:gd name="T18" fmla="*/ 0 w 202"/>
                <a:gd name="T19" fmla="*/ 101 h 202"/>
                <a:gd name="T20" fmla="*/ 4 w 202"/>
                <a:gd name="T21" fmla="*/ 105 h 202"/>
                <a:gd name="T22" fmla="*/ 28 w 202"/>
                <a:gd name="T23" fmla="*/ 105 h 202"/>
                <a:gd name="T24" fmla="*/ 97 w 202"/>
                <a:gd name="T25" fmla="*/ 174 h 202"/>
                <a:gd name="T26" fmla="*/ 97 w 202"/>
                <a:gd name="T27" fmla="*/ 198 h 202"/>
                <a:gd name="T28" fmla="*/ 101 w 202"/>
                <a:gd name="T29" fmla="*/ 202 h 202"/>
                <a:gd name="T30" fmla="*/ 105 w 202"/>
                <a:gd name="T31" fmla="*/ 198 h 202"/>
                <a:gd name="T32" fmla="*/ 105 w 202"/>
                <a:gd name="T33" fmla="*/ 174 h 202"/>
                <a:gd name="T34" fmla="*/ 175 w 202"/>
                <a:gd name="T35" fmla="*/ 105 h 202"/>
                <a:gd name="T36" fmla="*/ 198 w 202"/>
                <a:gd name="T37" fmla="*/ 105 h 202"/>
                <a:gd name="T38" fmla="*/ 202 w 202"/>
                <a:gd name="T39" fmla="*/ 101 h 202"/>
                <a:gd name="T40" fmla="*/ 198 w 202"/>
                <a:gd name="T41" fmla="*/ 97 h 202"/>
                <a:gd name="T42" fmla="*/ 105 w 202"/>
                <a:gd name="T43" fmla="*/ 166 h 202"/>
                <a:gd name="T44" fmla="*/ 105 w 202"/>
                <a:gd name="T45" fmla="*/ 141 h 202"/>
                <a:gd name="T46" fmla="*/ 101 w 202"/>
                <a:gd name="T47" fmla="*/ 137 h 202"/>
                <a:gd name="T48" fmla="*/ 97 w 202"/>
                <a:gd name="T49" fmla="*/ 141 h 202"/>
                <a:gd name="T50" fmla="*/ 97 w 202"/>
                <a:gd name="T51" fmla="*/ 166 h 202"/>
                <a:gd name="T52" fmla="*/ 36 w 202"/>
                <a:gd name="T53" fmla="*/ 105 h 202"/>
                <a:gd name="T54" fmla="*/ 61 w 202"/>
                <a:gd name="T55" fmla="*/ 105 h 202"/>
                <a:gd name="T56" fmla="*/ 65 w 202"/>
                <a:gd name="T57" fmla="*/ 101 h 202"/>
                <a:gd name="T58" fmla="*/ 61 w 202"/>
                <a:gd name="T59" fmla="*/ 97 h 202"/>
                <a:gd name="T60" fmla="*/ 36 w 202"/>
                <a:gd name="T61" fmla="*/ 97 h 202"/>
                <a:gd name="T62" fmla="*/ 97 w 202"/>
                <a:gd name="T63" fmla="*/ 35 h 202"/>
                <a:gd name="T64" fmla="*/ 97 w 202"/>
                <a:gd name="T65" fmla="*/ 61 h 202"/>
                <a:gd name="T66" fmla="*/ 101 w 202"/>
                <a:gd name="T67" fmla="*/ 65 h 202"/>
                <a:gd name="T68" fmla="*/ 105 w 202"/>
                <a:gd name="T69" fmla="*/ 61 h 202"/>
                <a:gd name="T70" fmla="*/ 105 w 202"/>
                <a:gd name="T71" fmla="*/ 35 h 202"/>
                <a:gd name="T72" fmla="*/ 167 w 202"/>
                <a:gd name="T73" fmla="*/ 97 h 202"/>
                <a:gd name="T74" fmla="*/ 141 w 202"/>
                <a:gd name="T75" fmla="*/ 97 h 202"/>
                <a:gd name="T76" fmla="*/ 137 w 202"/>
                <a:gd name="T77" fmla="*/ 101 h 202"/>
                <a:gd name="T78" fmla="*/ 141 w 202"/>
                <a:gd name="T79" fmla="*/ 105 h 202"/>
                <a:gd name="T80" fmla="*/ 167 w 202"/>
                <a:gd name="T81" fmla="*/ 105 h 202"/>
                <a:gd name="T82" fmla="*/ 105 w 202"/>
                <a:gd name="T83" fmla="*/ 16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02" h="202">
                  <a:moveTo>
                    <a:pt x="198" y="97"/>
                  </a:moveTo>
                  <a:cubicBezTo>
                    <a:pt x="175" y="97"/>
                    <a:pt x="175" y="97"/>
                    <a:pt x="175" y="97"/>
                  </a:cubicBezTo>
                  <a:cubicBezTo>
                    <a:pt x="173" y="59"/>
                    <a:pt x="143" y="29"/>
                    <a:pt x="105" y="27"/>
                  </a:cubicBezTo>
                  <a:cubicBezTo>
                    <a:pt x="105" y="4"/>
                    <a:pt x="105" y="4"/>
                    <a:pt x="105" y="4"/>
                  </a:cubicBezTo>
                  <a:cubicBezTo>
                    <a:pt x="105" y="1"/>
                    <a:pt x="103" y="0"/>
                    <a:pt x="101" y="0"/>
                  </a:cubicBezTo>
                  <a:cubicBezTo>
                    <a:pt x="99" y="0"/>
                    <a:pt x="97" y="1"/>
                    <a:pt x="97" y="4"/>
                  </a:cubicBezTo>
                  <a:cubicBezTo>
                    <a:pt x="97" y="27"/>
                    <a:pt x="97" y="27"/>
                    <a:pt x="97" y="27"/>
                  </a:cubicBezTo>
                  <a:cubicBezTo>
                    <a:pt x="60" y="29"/>
                    <a:pt x="30" y="59"/>
                    <a:pt x="28" y="97"/>
                  </a:cubicBezTo>
                  <a:cubicBezTo>
                    <a:pt x="4" y="97"/>
                    <a:pt x="4" y="97"/>
                    <a:pt x="4" y="97"/>
                  </a:cubicBezTo>
                  <a:cubicBezTo>
                    <a:pt x="2" y="97"/>
                    <a:pt x="0" y="98"/>
                    <a:pt x="0" y="101"/>
                  </a:cubicBezTo>
                  <a:cubicBezTo>
                    <a:pt x="0" y="103"/>
                    <a:pt x="2" y="105"/>
                    <a:pt x="4" y="105"/>
                  </a:cubicBezTo>
                  <a:cubicBezTo>
                    <a:pt x="28" y="105"/>
                    <a:pt x="28" y="105"/>
                    <a:pt x="28" y="105"/>
                  </a:cubicBezTo>
                  <a:cubicBezTo>
                    <a:pt x="30" y="142"/>
                    <a:pt x="60" y="172"/>
                    <a:pt x="97" y="174"/>
                  </a:cubicBezTo>
                  <a:cubicBezTo>
                    <a:pt x="97" y="198"/>
                    <a:pt x="97" y="198"/>
                    <a:pt x="97" y="198"/>
                  </a:cubicBezTo>
                  <a:cubicBezTo>
                    <a:pt x="97" y="200"/>
                    <a:pt x="99" y="202"/>
                    <a:pt x="101" y="202"/>
                  </a:cubicBezTo>
                  <a:cubicBezTo>
                    <a:pt x="103" y="202"/>
                    <a:pt x="105" y="200"/>
                    <a:pt x="105" y="198"/>
                  </a:cubicBezTo>
                  <a:cubicBezTo>
                    <a:pt x="105" y="174"/>
                    <a:pt x="105" y="174"/>
                    <a:pt x="105" y="174"/>
                  </a:cubicBezTo>
                  <a:cubicBezTo>
                    <a:pt x="143" y="172"/>
                    <a:pt x="173" y="142"/>
                    <a:pt x="175" y="105"/>
                  </a:cubicBezTo>
                  <a:cubicBezTo>
                    <a:pt x="198" y="105"/>
                    <a:pt x="198" y="105"/>
                    <a:pt x="198" y="105"/>
                  </a:cubicBezTo>
                  <a:cubicBezTo>
                    <a:pt x="201" y="105"/>
                    <a:pt x="202" y="103"/>
                    <a:pt x="202" y="101"/>
                  </a:cubicBezTo>
                  <a:cubicBezTo>
                    <a:pt x="202" y="98"/>
                    <a:pt x="201" y="97"/>
                    <a:pt x="198" y="97"/>
                  </a:cubicBezTo>
                  <a:close/>
                  <a:moveTo>
                    <a:pt x="105" y="166"/>
                  </a:moveTo>
                  <a:cubicBezTo>
                    <a:pt x="105" y="141"/>
                    <a:pt x="105" y="141"/>
                    <a:pt x="105" y="141"/>
                  </a:cubicBezTo>
                  <a:cubicBezTo>
                    <a:pt x="105" y="139"/>
                    <a:pt x="103" y="137"/>
                    <a:pt x="101" y="137"/>
                  </a:cubicBezTo>
                  <a:cubicBezTo>
                    <a:pt x="99" y="137"/>
                    <a:pt x="97" y="139"/>
                    <a:pt x="97" y="141"/>
                  </a:cubicBezTo>
                  <a:cubicBezTo>
                    <a:pt x="97" y="166"/>
                    <a:pt x="97" y="166"/>
                    <a:pt x="97" y="166"/>
                  </a:cubicBezTo>
                  <a:cubicBezTo>
                    <a:pt x="64" y="164"/>
                    <a:pt x="38" y="138"/>
                    <a:pt x="36" y="105"/>
                  </a:cubicBezTo>
                  <a:cubicBezTo>
                    <a:pt x="61" y="105"/>
                    <a:pt x="61" y="105"/>
                    <a:pt x="61" y="105"/>
                  </a:cubicBezTo>
                  <a:cubicBezTo>
                    <a:pt x="63" y="105"/>
                    <a:pt x="65" y="103"/>
                    <a:pt x="65" y="101"/>
                  </a:cubicBezTo>
                  <a:cubicBezTo>
                    <a:pt x="65" y="98"/>
                    <a:pt x="63" y="97"/>
                    <a:pt x="61" y="97"/>
                  </a:cubicBezTo>
                  <a:cubicBezTo>
                    <a:pt x="36" y="97"/>
                    <a:pt x="36" y="97"/>
                    <a:pt x="36" y="97"/>
                  </a:cubicBezTo>
                  <a:cubicBezTo>
                    <a:pt x="38" y="64"/>
                    <a:pt x="64" y="37"/>
                    <a:pt x="97" y="35"/>
                  </a:cubicBezTo>
                  <a:cubicBezTo>
                    <a:pt x="97" y="61"/>
                    <a:pt x="97" y="61"/>
                    <a:pt x="97" y="61"/>
                  </a:cubicBezTo>
                  <a:cubicBezTo>
                    <a:pt x="97" y="63"/>
                    <a:pt x="99" y="65"/>
                    <a:pt x="101" y="65"/>
                  </a:cubicBezTo>
                  <a:cubicBezTo>
                    <a:pt x="103" y="65"/>
                    <a:pt x="105" y="63"/>
                    <a:pt x="105" y="61"/>
                  </a:cubicBezTo>
                  <a:cubicBezTo>
                    <a:pt x="105" y="35"/>
                    <a:pt x="105" y="35"/>
                    <a:pt x="105" y="35"/>
                  </a:cubicBezTo>
                  <a:cubicBezTo>
                    <a:pt x="138" y="37"/>
                    <a:pt x="165" y="64"/>
                    <a:pt x="167" y="97"/>
                  </a:cubicBezTo>
                  <a:cubicBezTo>
                    <a:pt x="141" y="97"/>
                    <a:pt x="141" y="97"/>
                    <a:pt x="141" y="97"/>
                  </a:cubicBezTo>
                  <a:cubicBezTo>
                    <a:pt x="139" y="97"/>
                    <a:pt x="137" y="98"/>
                    <a:pt x="137" y="101"/>
                  </a:cubicBezTo>
                  <a:cubicBezTo>
                    <a:pt x="137" y="103"/>
                    <a:pt x="139" y="105"/>
                    <a:pt x="141" y="105"/>
                  </a:cubicBezTo>
                  <a:cubicBezTo>
                    <a:pt x="167" y="105"/>
                    <a:pt x="167" y="105"/>
                    <a:pt x="167" y="105"/>
                  </a:cubicBezTo>
                  <a:cubicBezTo>
                    <a:pt x="165" y="138"/>
                    <a:pt x="138" y="164"/>
                    <a:pt x="105" y="166"/>
                  </a:cubicBezTo>
                  <a:close/>
                </a:path>
              </a:pathLst>
            </a:custGeom>
            <a:solidFill>
              <a:schemeClr val="bg1"/>
            </a:solidFill>
            <a:ln w="28575">
              <a:solidFill>
                <a:schemeClr val="bg1"/>
              </a:solid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2" name="Freeform 15">
              <a:extLst>
                <a:ext uri="{FF2B5EF4-FFF2-40B4-BE49-F238E27FC236}">
                  <a16:creationId xmlns:a16="http://schemas.microsoft.com/office/drawing/2014/main" id="{61B5D10F-A591-4B45-BB9E-FA96CB3AF660}"/>
                </a:ext>
              </a:extLst>
            </p:cNvPr>
            <p:cNvSpPr>
              <a:spLocks noEditPoints="1"/>
            </p:cNvSpPr>
            <p:nvPr/>
          </p:nvSpPr>
          <p:spPr bwMode="auto">
            <a:xfrm>
              <a:off x="7112602" y="3686442"/>
              <a:ext cx="477927" cy="377859"/>
            </a:xfrm>
            <a:custGeom>
              <a:avLst/>
              <a:gdLst>
                <a:gd name="T0" fmla="*/ 576 w 917"/>
                <a:gd name="T1" fmla="*/ 114 h 725"/>
                <a:gd name="T2" fmla="*/ 580 w 917"/>
                <a:gd name="T3" fmla="*/ 37 h 725"/>
                <a:gd name="T4" fmla="*/ 617 w 917"/>
                <a:gd name="T5" fmla="*/ 0 h 725"/>
                <a:gd name="T6" fmla="*/ 917 w 917"/>
                <a:gd name="T7" fmla="*/ 0 h 725"/>
                <a:gd name="T8" fmla="*/ 917 w 917"/>
                <a:gd name="T9" fmla="*/ 686 h 725"/>
                <a:gd name="T10" fmla="*/ 879 w 917"/>
                <a:gd name="T11" fmla="*/ 725 h 725"/>
                <a:gd name="T12" fmla="*/ 580 w 917"/>
                <a:gd name="T13" fmla="*/ 725 h 725"/>
                <a:gd name="T14" fmla="*/ 580 w 917"/>
                <a:gd name="T15" fmla="*/ 587 h 725"/>
                <a:gd name="T16" fmla="*/ 414 w 917"/>
                <a:gd name="T17" fmla="*/ 587 h 725"/>
                <a:gd name="T18" fmla="*/ 452 w 917"/>
                <a:gd name="T19" fmla="*/ 664 h 725"/>
                <a:gd name="T20" fmla="*/ 140 w 917"/>
                <a:gd name="T21" fmla="*/ 723 h 725"/>
                <a:gd name="T22" fmla="*/ 186 w 917"/>
                <a:gd name="T23" fmla="*/ 664 h 725"/>
                <a:gd name="T24" fmla="*/ 38 w 917"/>
                <a:gd name="T25" fmla="*/ 587 h 725"/>
                <a:gd name="T26" fmla="*/ 0 w 917"/>
                <a:gd name="T27" fmla="*/ 550 h 725"/>
                <a:gd name="T28" fmla="*/ 0 w 917"/>
                <a:gd name="T29" fmla="*/ 114 h 725"/>
                <a:gd name="T30" fmla="*/ 38 w 917"/>
                <a:gd name="T31" fmla="*/ 114 h 725"/>
                <a:gd name="T32" fmla="*/ 201 w 917"/>
                <a:gd name="T33" fmla="*/ 453 h 725"/>
                <a:gd name="T34" fmla="*/ 160 w 917"/>
                <a:gd name="T35" fmla="*/ 327 h 725"/>
                <a:gd name="T36" fmla="*/ 160 w 917"/>
                <a:gd name="T37" fmla="*/ 453 h 725"/>
                <a:gd name="T38" fmla="*/ 450 w 917"/>
                <a:gd name="T39" fmla="*/ 453 h 725"/>
                <a:gd name="T40" fmla="*/ 408 w 917"/>
                <a:gd name="T41" fmla="*/ 242 h 725"/>
                <a:gd name="T42" fmla="*/ 408 w 917"/>
                <a:gd name="T43" fmla="*/ 453 h 725"/>
                <a:gd name="T44" fmla="*/ 387 w 917"/>
                <a:gd name="T45" fmla="*/ 453 h 725"/>
                <a:gd name="T46" fmla="*/ 347 w 917"/>
                <a:gd name="T47" fmla="*/ 374 h 725"/>
                <a:gd name="T48" fmla="*/ 347 w 917"/>
                <a:gd name="T49" fmla="*/ 453 h 725"/>
                <a:gd name="T50" fmla="*/ 325 w 917"/>
                <a:gd name="T51" fmla="*/ 453 h 725"/>
                <a:gd name="T52" fmla="*/ 284 w 917"/>
                <a:gd name="T53" fmla="*/ 351 h 725"/>
                <a:gd name="T54" fmla="*/ 284 w 917"/>
                <a:gd name="T55" fmla="*/ 453 h 725"/>
                <a:gd name="T56" fmla="*/ 264 w 917"/>
                <a:gd name="T57" fmla="*/ 453 h 725"/>
                <a:gd name="T58" fmla="*/ 223 w 917"/>
                <a:gd name="T59" fmla="*/ 296 h 725"/>
                <a:gd name="T60" fmla="*/ 223 w 917"/>
                <a:gd name="T61" fmla="*/ 453 h 725"/>
                <a:gd name="T62" fmla="*/ 840 w 917"/>
                <a:gd name="T63" fmla="*/ 254 h 725"/>
                <a:gd name="T64" fmla="*/ 694 w 917"/>
                <a:gd name="T65" fmla="*/ 207 h 725"/>
                <a:gd name="T66" fmla="*/ 840 w 917"/>
                <a:gd name="T67" fmla="*/ 134 h 725"/>
                <a:gd name="T68" fmla="*/ 655 w 917"/>
                <a:gd name="T69" fmla="*/ 75 h 725"/>
                <a:gd name="T70" fmla="*/ 840 w 917"/>
                <a:gd name="T71" fmla="*/ 648 h 725"/>
                <a:gd name="T72" fmla="*/ 694 w 917"/>
                <a:gd name="T73" fmla="*/ 327 h 725"/>
                <a:gd name="T74" fmla="*/ 694 w 917"/>
                <a:gd name="T75" fmla="*/ 254 h 725"/>
                <a:gd name="T76" fmla="*/ 75 w 917"/>
                <a:gd name="T77" fmla="*/ 189 h 725"/>
                <a:gd name="T78" fmla="*/ 540 w 917"/>
                <a:gd name="T79" fmla="*/ 512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725">
                  <a:moveTo>
                    <a:pt x="38" y="114"/>
                  </a:moveTo>
                  <a:lnTo>
                    <a:pt x="576" y="114"/>
                  </a:lnTo>
                  <a:lnTo>
                    <a:pt x="580" y="114"/>
                  </a:lnTo>
                  <a:lnTo>
                    <a:pt x="580" y="37"/>
                  </a:lnTo>
                  <a:lnTo>
                    <a:pt x="580" y="0"/>
                  </a:lnTo>
                  <a:lnTo>
                    <a:pt x="617" y="0"/>
                  </a:lnTo>
                  <a:lnTo>
                    <a:pt x="879" y="0"/>
                  </a:lnTo>
                  <a:lnTo>
                    <a:pt x="917" y="0"/>
                  </a:lnTo>
                  <a:lnTo>
                    <a:pt x="917" y="37"/>
                  </a:lnTo>
                  <a:lnTo>
                    <a:pt x="917" y="686"/>
                  </a:lnTo>
                  <a:lnTo>
                    <a:pt x="917" y="725"/>
                  </a:lnTo>
                  <a:lnTo>
                    <a:pt x="879" y="725"/>
                  </a:lnTo>
                  <a:lnTo>
                    <a:pt x="617" y="725"/>
                  </a:lnTo>
                  <a:lnTo>
                    <a:pt x="580" y="725"/>
                  </a:lnTo>
                  <a:lnTo>
                    <a:pt x="580" y="686"/>
                  </a:lnTo>
                  <a:lnTo>
                    <a:pt x="580" y="587"/>
                  </a:lnTo>
                  <a:lnTo>
                    <a:pt x="576" y="587"/>
                  </a:lnTo>
                  <a:lnTo>
                    <a:pt x="414" y="587"/>
                  </a:lnTo>
                  <a:lnTo>
                    <a:pt x="414" y="664"/>
                  </a:lnTo>
                  <a:lnTo>
                    <a:pt x="452" y="664"/>
                  </a:lnTo>
                  <a:lnTo>
                    <a:pt x="452" y="723"/>
                  </a:lnTo>
                  <a:lnTo>
                    <a:pt x="140" y="723"/>
                  </a:lnTo>
                  <a:lnTo>
                    <a:pt x="140" y="664"/>
                  </a:lnTo>
                  <a:lnTo>
                    <a:pt x="186" y="664"/>
                  </a:lnTo>
                  <a:lnTo>
                    <a:pt x="186" y="587"/>
                  </a:lnTo>
                  <a:lnTo>
                    <a:pt x="38" y="587"/>
                  </a:lnTo>
                  <a:lnTo>
                    <a:pt x="0" y="587"/>
                  </a:lnTo>
                  <a:lnTo>
                    <a:pt x="0" y="550"/>
                  </a:lnTo>
                  <a:lnTo>
                    <a:pt x="0" y="150"/>
                  </a:lnTo>
                  <a:lnTo>
                    <a:pt x="0" y="114"/>
                  </a:lnTo>
                  <a:lnTo>
                    <a:pt x="38" y="114"/>
                  </a:lnTo>
                  <a:lnTo>
                    <a:pt x="38" y="114"/>
                  </a:lnTo>
                  <a:close/>
                  <a:moveTo>
                    <a:pt x="160" y="453"/>
                  </a:moveTo>
                  <a:lnTo>
                    <a:pt x="201" y="453"/>
                  </a:lnTo>
                  <a:lnTo>
                    <a:pt x="201" y="327"/>
                  </a:lnTo>
                  <a:lnTo>
                    <a:pt x="160" y="327"/>
                  </a:lnTo>
                  <a:lnTo>
                    <a:pt x="160" y="453"/>
                  </a:lnTo>
                  <a:lnTo>
                    <a:pt x="160" y="453"/>
                  </a:lnTo>
                  <a:close/>
                  <a:moveTo>
                    <a:pt x="408" y="453"/>
                  </a:moveTo>
                  <a:lnTo>
                    <a:pt x="450" y="453"/>
                  </a:lnTo>
                  <a:lnTo>
                    <a:pt x="450" y="242"/>
                  </a:lnTo>
                  <a:lnTo>
                    <a:pt x="408" y="242"/>
                  </a:lnTo>
                  <a:lnTo>
                    <a:pt x="408" y="453"/>
                  </a:lnTo>
                  <a:lnTo>
                    <a:pt x="408" y="453"/>
                  </a:lnTo>
                  <a:close/>
                  <a:moveTo>
                    <a:pt x="347" y="453"/>
                  </a:moveTo>
                  <a:lnTo>
                    <a:pt x="387" y="453"/>
                  </a:lnTo>
                  <a:lnTo>
                    <a:pt x="387" y="374"/>
                  </a:lnTo>
                  <a:lnTo>
                    <a:pt x="347" y="374"/>
                  </a:lnTo>
                  <a:lnTo>
                    <a:pt x="347" y="453"/>
                  </a:lnTo>
                  <a:lnTo>
                    <a:pt x="347" y="453"/>
                  </a:lnTo>
                  <a:close/>
                  <a:moveTo>
                    <a:pt x="284" y="453"/>
                  </a:moveTo>
                  <a:lnTo>
                    <a:pt x="325" y="453"/>
                  </a:lnTo>
                  <a:lnTo>
                    <a:pt x="325" y="351"/>
                  </a:lnTo>
                  <a:lnTo>
                    <a:pt x="284" y="351"/>
                  </a:lnTo>
                  <a:lnTo>
                    <a:pt x="284" y="453"/>
                  </a:lnTo>
                  <a:lnTo>
                    <a:pt x="284" y="453"/>
                  </a:lnTo>
                  <a:close/>
                  <a:moveTo>
                    <a:pt x="223" y="453"/>
                  </a:moveTo>
                  <a:lnTo>
                    <a:pt x="264" y="453"/>
                  </a:lnTo>
                  <a:lnTo>
                    <a:pt x="264" y="296"/>
                  </a:lnTo>
                  <a:lnTo>
                    <a:pt x="223" y="296"/>
                  </a:lnTo>
                  <a:lnTo>
                    <a:pt x="223" y="453"/>
                  </a:lnTo>
                  <a:lnTo>
                    <a:pt x="223" y="453"/>
                  </a:lnTo>
                  <a:close/>
                  <a:moveTo>
                    <a:pt x="694" y="254"/>
                  </a:moveTo>
                  <a:lnTo>
                    <a:pt x="840" y="254"/>
                  </a:lnTo>
                  <a:lnTo>
                    <a:pt x="840" y="207"/>
                  </a:lnTo>
                  <a:lnTo>
                    <a:pt x="694" y="207"/>
                  </a:lnTo>
                  <a:lnTo>
                    <a:pt x="694" y="134"/>
                  </a:lnTo>
                  <a:lnTo>
                    <a:pt x="840" y="134"/>
                  </a:lnTo>
                  <a:lnTo>
                    <a:pt x="840" y="75"/>
                  </a:lnTo>
                  <a:lnTo>
                    <a:pt x="655" y="75"/>
                  </a:lnTo>
                  <a:lnTo>
                    <a:pt x="655" y="648"/>
                  </a:lnTo>
                  <a:lnTo>
                    <a:pt x="840" y="648"/>
                  </a:lnTo>
                  <a:lnTo>
                    <a:pt x="840" y="327"/>
                  </a:lnTo>
                  <a:lnTo>
                    <a:pt x="694" y="327"/>
                  </a:lnTo>
                  <a:lnTo>
                    <a:pt x="694" y="254"/>
                  </a:lnTo>
                  <a:lnTo>
                    <a:pt x="694" y="254"/>
                  </a:lnTo>
                  <a:close/>
                  <a:moveTo>
                    <a:pt x="540" y="189"/>
                  </a:moveTo>
                  <a:lnTo>
                    <a:pt x="75" y="189"/>
                  </a:lnTo>
                  <a:lnTo>
                    <a:pt x="75" y="512"/>
                  </a:lnTo>
                  <a:lnTo>
                    <a:pt x="540" y="512"/>
                  </a:lnTo>
                  <a:lnTo>
                    <a:pt x="540" y="189"/>
                  </a:ln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sz="1350" dirty="0">
                <a:solidFill>
                  <a:prstClr val="black"/>
                </a:solidFill>
                <a:latin typeface="Impact"/>
                <a:ea typeface="微软雅黑"/>
              </a:endParaRPr>
            </a:p>
          </p:txBody>
        </p:sp>
      </p:grpSp>
      <p:sp>
        <p:nvSpPr>
          <p:cNvPr id="166" name="矩形 165">
            <a:extLst>
              <a:ext uri="{FF2B5EF4-FFF2-40B4-BE49-F238E27FC236}">
                <a16:creationId xmlns:a16="http://schemas.microsoft.com/office/drawing/2014/main" id="{9D9942F4-7EEC-47B5-BE23-C0CC2C4D24DC}"/>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57" name="组合 156">
            <a:extLst>
              <a:ext uri="{FF2B5EF4-FFF2-40B4-BE49-F238E27FC236}">
                <a16:creationId xmlns:a16="http://schemas.microsoft.com/office/drawing/2014/main" id="{55C10435-75EE-4B4A-A592-6FCD463F1F6C}"/>
              </a:ext>
            </a:extLst>
          </p:cNvPr>
          <p:cNvGrpSpPr/>
          <p:nvPr/>
        </p:nvGrpSpPr>
        <p:grpSpPr>
          <a:xfrm>
            <a:off x="-491832" y="1587"/>
            <a:ext cx="273269" cy="2129816"/>
            <a:chOff x="11681691" y="1513398"/>
            <a:chExt cx="273269" cy="2129816"/>
          </a:xfrm>
        </p:grpSpPr>
        <p:sp>
          <p:nvSpPr>
            <p:cNvPr id="158" name="矩形 157">
              <a:extLst>
                <a:ext uri="{FF2B5EF4-FFF2-40B4-BE49-F238E27FC236}">
                  <a16:creationId xmlns:a16="http://schemas.microsoft.com/office/drawing/2014/main" id="{36BDFBFF-1348-4F66-8C08-1C097E8A3A80}"/>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0" name="矩形 159">
              <a:extLst>
                <a:ext uri="{FF2B5EF4-FFF2-40B4-BE49-F238E27FC236}">
                  <a16:creationId xmlns:a16="http://schemas.microsoft.com/office/drawing/2014/main" id="{7DB07F89-2992-4732-9524-45C878BC51EC}"/>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1" name="矩形 160">
              <a:extLst>
                <a:ext uri="{FF2B5EF4-FFF2-40B4-BE49-F238E27FC236}">
                  <a16:creationId xmlns:a16="http://schemas.microsoft.com/office/drawing/2014/main" id="{B0F23B36-6796-4633-BCCA-7195528C32B1}"/>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3" name="矩形 162">
              <a:extLst>
                <a:ext uri="{FF2B5EF4-FFF2-40B4-BE49-F238E27FC236}">
                  <a16:creationId xmlns:a16="http://schemas.microsoft.com/office/drawing/2014/main" id="{ECCA6518-50BB-4842-B47E-FA50020E00C5}"/>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4" name="矩形 163">
              <a:extLst>
                <a:ext uri="{FF2B5EF4-FFF2-40B4-BE49-F238E27FC236}">
                  <a16:creationId xmlns:a16="http://schemas.microsoft.com/office/drawing/2014/main" id="{0ADD4B8D-516E-40AC-B20C-50F5C72C463C}"/>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5" name="矩形 164">
              <a:extLst>
                <a:ext uri="{FF2B5EF4-FFF2-40B4-BE49-F238E27FC236}">
                  <a16:creationId xmlns:a16="http://schemas.microsoft.com/office/drawing/2014/main" id="{8B77E830-C3AD-4653-8326-C9EEB690B7A4}"/>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7" name="矩形 166">
              <a:extLst>
                <a:ext uri="{FF2B5EF4-FFF2-40B4-BE49-F238E27FC236}">
                  <a16:creationId xmlns:a16="http://schemas.microsoft.com/office/drawing/2014/main" id="{5EA254E3-F533-4791-80A6-4776D70DC967}"/>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6239593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E1074B1-300A-4694-8E0C-1C0AC0F61D35}"/>
              </a:ext>
            </a:extLst>
          </p:cNvPr>
          <p:cNvSpPr>
            <a:spLocks noGrp="1"/>
          </p:cNvSpPr>
          <p:nvPr>
            <p:ph type="title"/>
          </p:nvPr>
        </p:nvSpPr>
        <p:spPr/>
        <p:txBody>
          <a:bodyPr/>
          <a:lstStyle/>
          <a:p>
            <a:endParaRPr lang="zh-CN" altLang="en-US"/>
          </a:p>
        </p:txBody>
      </p:sp>
      <p:sp>
        <p:nvSpPr>
          <p:cNvPr id="10" name="TextBox 17">
            <a:extLst>
              <a:ext uri="{FF2B5EF4-FFF2-40B4-BE49-F238E27FC236}">
                <a16:creationId xmlns:a16="http://schemas.microsoft.com/office/drawing/2014/main" id="{57A150DD-CF6D-4FE4-B26F-BD79CB9139C9}"/>
              </a:ext>
            </a:extLst>
          </p:cNvPr>
          <p:cNvSpPr txBox="1"/>
          <p:nvPr/>
        </p:nvSpPr>
        <p:spPr>
          <a:xfrm>
            <a:off x="1420811" y="1768549"/>
            <a:ext cx="3083034" cy="789127"/>
          </a:xfrm>
          <a:prstGeom prst="rect">
            <a:avLst/>
          </a:prstGeom>
          <a:noFill/>
        </p:spPr>
        <p:txBody>
          <a:bodyPr wrap="square" rtlCol="0">
            <a:spAutoFit/>
          </a:bodyPr>
          <a:lstStyle/>
          <a:p>
            <a:pPr algn="just" defTabSz="914282">
              <a:lnSpc>
                <a:spcPct val="130000"/>
              </a:lnSpc>
              <a:defRPr/>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200" dirty="0">
              <a:solidFill>
                <a:prstClr val="black">
                  <a:lumMod val="65000"/>
                  <a:lumOff val="35000"/>
                </a:prstClr>
              </a:solidFill>
              <a:latin typeface="方正兰亭纤黑简体" pitchFamily="65" charset="-122"/>
              <a:ea typeface="方正兰亭纤黑简体" pitchFamily="65" charset="-122"/>
            </a:endParaRPr>
          </a:p>
        </p:txBody>
      </p:sp>
      <p:sp>
        <p:nvSpPr>
          <p:cNvPr id="13" name="TextBox 24">
            <a:extLst>
              <a:ext uri="{FF2B5EF4-FFF2-40B4-BE49-F238E27FC236}">
                <a16:creationId xmlns:a16="http://schemas.microsoft.com/office/drawing/2014/main" id="{80477F2D-AF3D-4F92-A5DA-56253A2E24BF}"/>
              </a:ext>
            </a:extLst>
          </p:cNvPr>
          <p:cNvSpPr txBox="1"/>
          <p:nvPr/>
        </p:nvSpPr>
        <p:spPr>
          <a:xfrm>
            <a:off x="2523746" y="1348528"/>
            <a:ext cx="877163" cy="369332"/>
          </a:xfrm>
          <a:prstGeom prst="rect">
            <a:avLst/>
          </a:prstGeom>
          <a:noFill/>
        </p:spPr>
        <p:txBody>
          <a:bodyPr wrap="none" rtlCol="0">
            <a:spAutoFit/>
          </a:bodyPr>
          <a:lstStyle>
            <a:defPPr>
              <a:defRPr lang="zh-CN"/>
            </a:defPPr>
            <a:lvl1pPr>
              <a:defRPr sz="2400" b="1">
                <a:solidFill>
                  <a:schemeClr val="bg1">
                    <a:lumMod val="50000"/>
                  </a:schemeClr>
                </a:solidFill>
              </a:defRPr>
            </a:lvl1pPr>
          </a:lstStyle>
          <a:p>
            <a:pPr algn="ctr" defTabSz="914282">
              <a:defRPr/>
            </a:pPr>
            <a:r>
              <a:rPr lang="zh-CN" altLang="en-US" sz="1800" kern="0" dirty="0">
                <a:solidFill>
                  <a:schemeClr val="accent1"/>
                </a:solidFill>
                <a:latin typeface="+mn-ea"/>
              </a:rPr>
              <a:t>小标题</a:t>
            </a:r>
          </a:p>
        </p:txBody>
      </p:sp>
      <p:sp>
        <p:nvSpPr>
          <p:cNvPr id="14" name="TextBox 25">
            <a:extLst>
              <a:ext uri="{FF2B5EF4-FFF2-40B4-BE49-F238E27FC236}">
                <a16:creationId xmlns:a16="http://schemas.microsoft.com/office/drawing/2014/main" id="{B544F232-AF8F-4ED7-AB07-8854E51AD37F}"/>
              </a:ext>
            </a:extLst>
          </p:cNvPr>
          <p:cNvSpPr txBox="1"/>
          <p:nvPr/>
        </p:nvSpPr>
        <p:spPr>
          <a:xfrm>
            <a:off x="9486534" y="2356490"/>
            <a:ext cx="877163" cy="369332"/>
          </a:xfrm>
          <a:prstGeom prst="rect">
            <a:avLst/>
          </a:prstGeom>
          <a:noFill/>
        </p:spPr>
        <p:txBody>
          <a:bodyPr wrap="none" rtlCol="0">
            <a:spAutoFit/>
          </a:bodyPr>
          <a:lstStyle>
            <a:defPPr>
              <a:defRPr lang="zh-CN"/>
            </a:defPPr>
            <a:lvl1pPr>
              <a:defRPr sz="2400" b="1">
                <a:solidFill>
                  <a:schemeClr val="bg1">
                    <a:lumMod val="50000"/>
                  </a:schemeClr>
                </a:solidFill>
              </a:defRPr>
            </a:lvl1pPr>
          </a:lstStyle>
          <a:p>
            <a:pPr algn="ctr" defTabSz="914282">
              <a:defRPr/>
            </a:pPr>
            <a:r>
              <a:rPr lang="zh-CN" altLang="en-US" sz="1800" kern="0" dirty="0">
                <a:solidFill>
                  <a:schemeClr val="accent2"/>
                </a:solidFill>
                <a:latin typeface="+mn-ea"/>
              </a:rPr>
              <a:t>小标题</a:t>
            </a:r>
          </a:p>
        </p:txBody>
      </p:sp>
      <p:sp>
        <p:nvSpPr>
          <p:cNvPr id="15" name="TextBox 26">
            <a:extLst>
              <a:ext uri="{FF2B5EF4-FFF2-40B4-BE49-F238E27FC236}">
                <a16:creationId xmlns:a16="http://schemas.microsoft.com/office/drawing/2014/main" id="{D7B96128-B051-4EAB-A292-C5F9DA0ADF4D}"/>
              </a:ext>
            </a:extLst>
          </p:cNvPr>
          <p:cNvSpPr txBox="1"/>
          <p:nvPr/>
        </p:nvSpPr>
        <p:spPr>
          <a:xfrm>
            <a:off x="8628422" y="5053414"/>
            <a:ext cx="877163" cy="369332"/>
          </a:xfrm>
          <a:prstGeom prst="rect">
            <a:avLst/>
          </a:prstGeom>
          <a:noFill/>
        </p:spPr>
        <p:txBody>
          <a:bodyPr wrap="none" rtlCol="0">
            <a:spAutoFit/>
          </a:bodyPr>
          <a:lstStyle>
            <a:defPPr>
              <a:defRPr lang="zh-CN"/>
            </a:defPPr>
            <a:lvl1pPr>
              <a:defRPr sz="2400" b="1">
                <a:solidFill>
                  <a:schemeClr val="bg1">
                    <a:lumMod val="50000"/>
                  </a:schemeClr>
                </a:solidFill>
              </a:defRPr>
            </a:lvl1pPr>
          </a:lstStyle>
          <a:p>
            <a:pPr algn="ctr" defTabSz="914282">
              <a:defRPr/>
            </a:pPr>
            <a:r>
              <a:rPr lang="zh-CN" altLang="en-US" sz="1800" kern="0" dirty="0">
                <a:solidFill>
                  <a:schemeClr val="accent3"/>
                </a:solidFill>
                <a:latin typeface="+mn-ea"/>
              </a:rPr>
              <a:t>小标题</a:t>
            </a:r>
          </a:p>
        </p:txBody>
      </p:sp>
      <p:sp>
        <p:nvSpPr>
          <p:cNvPr id="16" name="TextBox 27">
            <a:extLst>
              <a:ext uri="{FF2B5EF4-FFF2-40B4-BE49-F238E27FC236}">
                <a16:creationId xmlns:a16="http://schemas.microsoft.com/office/drawing/2014/main" id="{0C19F856-DFED-4DC4-B047-AEF53AE0384F}"/>
              </a:ext>
            </a:extLst>
          </p:cNvPr>
          <p:cNvSpPr txBox="1"/>
          <p:nvPr/>
        </p:nvSpPr>
        <p:spPr>
          <a:xfrm>
            <a:off x="2128690" y="4473080"/>
            <a:ext cx="877163" cy="369332"/>
          </a:xfrm>
          <a:prstGeom prst="rect">
            <a:avLst/>
          </a:prstGeom>
          <a:noFill/>
        </p:spPr>
        <p:txBody>
          <a:bodyPr wrap="none" rtlCol="0">
            <a:spAutoFit/>
          </a:bodyPr>
          <a:lstStyle>
            <a:defPPr>
              <a:defRPr lang="zh-CN"/>
            </a:defPPr>
            <a:lvl1pPr>
              <a:defRPr sz="2400" b="1">
                <a:solidFill>
                  <a:schemeClr val="bg1">
                    <a:lumMod val="50000"/>
                  </a:schemeClr>
                </a:solidFill>
              </a:defRPr>
            </a:lvl1pPr>
          </a:lstStyle>
          <a:p>
            <a:pPr algn="ctr" defTabSz="914282">
              <a:defRPr/>
            </a:pPr>
            <a:r>
              <a:rPr lang="zh-CN" altLang="en-US" sz="1800" kern="0" dirty="0">
                <a:solidFill>
                  <a:schemeClr val="accent4"/>
                </a:solidFill>
                <a:latin typeface="+mn-ea"/>
              </a:rPr>
              <a:t>小标题</a:t>
            </a:r>
          </a:p>
        </p:txBody>
      </p:sp>
      <p:grpSp>
        <p:nvGrpSpPr>
          <p:cNvPr id="2" name="组合 1">
            <a:extLst>
              <a:ext uri="{FF2B5EF4-FFF2-40B4-BE49-F238E27FC236}">
                <a16:creationId xmlns:a16="http://schemas.microsoft.com/office/drawing/2014/main" id="{404D33DC-D2E7-4C1F-B4F2-3310A23D5995}"/>
              </a:ext>
            </a:extLst>
          </p:cNvPr>
          <p:cNvGrpSpPr/>
          <p:nvPr/>
        </p:nvGrpSpPr>
        <p:grpSpPr>
          <a:xfrm>
            <a:off x="4146133" y="1730957"/>
            <a:ext cx="4044944" cy="3819079"/>
            <a:chOff x="4146133" y="1730957"/>
            <a:chExt cx="4044944" cy="3819079"/>
          </a:xfrm>
        </p:grpSpPr>
        <p:grpSp>
          <p:nvGrpSpPr>
            <p:cNvPr id="4" name="组合 3">
              <a:extLst>
                <a:ext uri="{FF2B5EF4-FFF2-40B4-BE49-F238E27FC236}">
                  <a16:creationId xmlns:a16="http://schemas.microsoft.com/office/drawing/2014/main" id="{D4F84F3D-9DDE-4E5F-9058-B12155F6E0D4}"/>
                </a:ext>
              </a:extLst>
            </p:cNvPr>
            <p:cNvGrpSpPr/>
            <p:nvPr/>
          </p:nvGrpSpPr>
          <p:grpSpPr>
            <a:xfrm>
              <a:off x="4306339" y="1864549"/>
              <a:ext cx="3581706" cy="3540176"/>
              <a:chOff x="2882997" y="1263845"/>
              <a:chExt cx="2697115" cy="2665842"/>
            </a:xfrm>
          </p:grpSpPr>
          <p:sp>
            <p:nvSpPr>
              <p:cNvPr id="20" name="椭圆 19">
                <a:extLst>
                  <a:ext uri="{FF2B5EF4-FFF2-40B4-BE49-F238E27FC236}">
                    <a16:creationId xmlns:a16="http://schemas.microsoft.com/office/drawing/2014/main" id="{AEFBADA1-3F1B-4DDD-945A-388EE4D88CE2}"/>
                  </a:ext>
                </a:extLst>
              </p:cNvPr>
              <p:cNvSpPr/>
              <p:nvPr/>
            </p:nvSpPr>
            <p:spPr>
              <a:xfrm>
                <a:off x="2915816" y="1263845"/>
                <a:ext cx="2664296" cy="2664296"/>
              </a:xfrm>
              <a:prstGeom prst="ellipse">
                <a:avLst/>
              </a:prstGeom>
              <a:noFill/>
              <a:ln w="28575">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a:solidFill>
                    <a:prstClr val="white"/>
                  </a:solidFill>
                </a:endParaRPr>
              </a:p>
            </p:txBody>
          </p:sp>
          <p:sp>
            <p:nvSpPr>
              <p:cNvPr id="21" name="椭圆 20">
                <a:extLst>
                  <a:ext uri="{FF2B5EF4-FFF2-40B4-BE49-F238E27FC236}">
                    <a16:creationId xmlns:a16="http://schemas.microsoft.com/office/drawing/2014/main" id="{4ACDB73E-3160-40EB-87D4-5C3851741DA1}"/>
                  </a:ext>
                </a:extLst>
              </p:cNvPr>
              <p:cNvSpPr/>
              <p:nvPr/>
            </p:nvSpPr>
            <p:spPr>
              <a:xfrm>
                <a:off x="5378912" y="2974108"/>
                <a:ext cx="201200" cy="2012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a:solidFill>
                    <a:prstClr val="white"/>
                  </a:solidFill>
                </a:endParaRPr>
              </a:p>
            </p:txBody>
          </p:sp>
          <p:sp>
            <p:nvSpPr>
              <p:cNvPr id="22" name="椭圆 21">
                <a:extLst>
                  <a:ext uri="{FF2B5EF4-FFF2-40B4-BE49-F238E27FC236}">
                    <a16:creationId xmlns:a16="http://schemas.microsoft.com/office/drawing/2014/main" id="{8266899B-CD39-4289-82DD-3677D7AE4258}"/>
                  </a:ext>
                </a:extLst>
              </p:cNvPr>
              <p:cNvSpPr/>
              <p:nvPr/>
            </p:nvSpPr>
            <p:spPr>
              <a:xfrm>
                <a:off x="4644008" y="1284212"/>
                <a:ext cx="175334" cy="17533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a:solidFill>
                    <a:prstClr val="white"/>
                  </a:solidFill>
                </a:endParaRPr>
              </a:p>
            </p:txBody>
          </p:sp>
          <p:sp>
            <p:nvSpPr>
              <p:cNvPr id="23" name="椭圆 22">
                <a:extLst>
                  <a:ext uri="{FF2B5EF4-FFF2-40B4-BE49-F238E27FC236}">
                    <a16:creationId xmlns:a16="http://schemas.microsoft.com/office/drawing/2014/main" id="{2A17E1D5-53FD-4584-92CE-64713FDD4C77}"/>
                  </a:ext>
                </a:extLst>
              </p:cNvPr>
              <p:cNvSpPr/>
              <p:nvPr/>
            </p:nvSpPr>
            <p:spPr>
              <a:xfrm>
                <a:off x="3709886" y="3754353"/>
                <a:ext cx="175334" cy="17533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a:solidFill>
                    <a:prstClr val="white"/>
                  </a:solidFill>
                </a:endParaRPr>
              </a:p>
            </p:txBody>
          </p:sp>
          <p:sp>
            <p:nvSpPr>
              <p:cNvPr id="24" name="椭圆 23">
                <a:extLst>
                  <a:ext uri="{FF2B5EF4-FFF2-40B4-BE49-F238E27FC236}">
                    <a16:creationId xmlns:a16="http://schemas.microsoft.com/office/drawing/2014/main" id="{AC8343D8-4985-4B2C-BE12-DAAE7ACCF4B8}"/>
                  </a:ext>
                </a:extLst>
              </p:cNvPr>
              <p:cNvSpPr/>
              <p:nvPr/>
            </p:nvSpPr>
            <p:spPr>
              <a:xfrm>
                <a:off x="2882997" y="2131209"/>
                <a:ext cx="175334" cy="175334"/>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a:solidFill>
                    <a:prstClr val="white"/>
                  </a:solidFill>
                </a:endParaRPr>
              </a:p>
            </p:txBody>
          </p:sp>
        </p:grpSp>
        <p:sp>
          <p:nvSpPr>
            <p:cNvPr id="5" name="六边形 4">
              <a:extLst>
                <a:ext uri="{FF2B5EF4-FFF2-40B4-BE49-F238E27FC236}">
                  <a16:creationId xmlns:a16="http://schemas.microsoft.com/office/drawing/2014/main" id="{E21ADE81-D608-454D-A3ED-06143346A4A6}"/>
                </a:ext>
              </a:extLst>
            </p:cNvPr>
            <p:cNvSpPr/>
            <p:nvPr/>
          </p:nvSpPr>
          <p:spPr>
            <a:xfrm rot="20402482">
              <a:off x="6554769" y="4763079"/>
              <a:ext cx="873256" cy="78695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r>
                <a:rPr lang="en-US" altLang="zh-CN" sz="2000" b="1" dirty="0">
                  <a:solidFill>
                    <a:prstClr val="white"/>
                  </a:solidFill>
                </a:rPr>
                <a:t>03</a:t>
              </a:r>
              <a:endParaRPr lang="zh-CN" altLang="en-US" sz="2000" b="1" dirty="0">
                <a:solidFill>
                  <a:prstClr val="white"/>
                </a:solidFill>
              </a:endParaRPr>
            </a:p>
          </p:txBody>
        </p:sp>
        <p:sp>
          <p:nvSpPr>
            <p:cNvPr id="6" name="六边形 5">
              <a:extLst>
                <a:ext uri="{FF2B5EF4-FFF2-40B4-BE49-F238E27FC236}">
                  <a16:creationId xmlns:a16="http://schemas.microsoft.com/office/drawing/2014/main" id="{5C90336B-0687-4EDC-8A75-F4AABE04D8F6}"/>
                </a:ext>
              </a:extLst>
            </p:cNvPr>
            <p:cNvSpPr/>
            <p:nvPr/>
          </p:nvSpPr>
          <p:spPr>
            <a:xfrm rot="20402482">
              <a:off x="4890833" y="1730957"/>
              <a:ext cx="873256" cy="786957"/>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r>
                <a:rPr lang="en-US" altLang="zh-CN" sz="2000" b="1" dirty="0">
                  <a:solidFill>
                    <a:prstClr val="white"/>
                  </a:solidFill>
                </a:rPr>
                <a:t>01</a:t>
              </a:r>
              <a:endParaRPr lang="zh-CN" altLang="en-US" sz="2000" b="1" dirty="0">
                <a:solidFill>
                  <a:prstClr val="white"/>
                </a:solidFill>
              </a:endParaRPr>
            </a:p>
          </p:txBody>
        </p:sp>
        <p:sp>
          <p:nvSpPr>
            <p:cNvPr id="7" name="六边形 6">
              <a:extLst>
                <a:ext uri="{FF2B5EF4-FFF2-40B4-BE49-F238E27FC236}">
                  <a16:creationId xmlns:a16="http://schemas.microsoft.com/office/drawing/2014/main" id="{FABD455A-1210-4190-9919-CE90BDEED954}"/>
                </a:ext>
              </a:extLst>
            </p:cNvPr>
            <p:cNvSpPr/>
            <p:nvPr/>
          </p:nvSpPr>
          <p:spPr>
            <a:xfrm rot="20305270">
              <a:off x="7317821" y="2508840"/>
              <a:ext cx="873256" cy="786957"/>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r>
                <a:rPr lang="en-US" altLang="zh-CN" sz="2000" b="1" dirty="0">
                  <a:solidFill>
                    <a:prstClr val="white"/>
                  </a:solidFill>
                </a:rPr>
                <a:t>02</a:t>
              </a:r>
              <a:endParaRPr lang="zh-CN" altLang="en-US" sz="2000" b="1" dirty="0">
                <a:solidFill>
                  <a:prstClr val="white"/>
                </a:solidFill>
              </a:endParaRPr>
            </a:p>
          </p:txBody>
        </p:sp>
        <p:sp>
          <p:nvSpPr>
            <p:cNvPr id="8" name="六边形 7">
              <a:extLst>
                <a:ext uri="{FF2B5EF4-FFF2-40B4-BE49-F238E27FC236}">
                  <a16:creationId xmlns:a16="http://schemas.microsoft.com/office/drawing/2014/main" id="{5EEA5E0F-B651-4384-8B8F-C75C65B743C7}"/>
                </a:ext>
              </a:extLst>
            </p:cNvPr>
            <p:cNvSpPr/>
            <p:nvPr/>
          </p:nvSpPr>
          <p:spPr>
            <a:xfrm rot="19463434">
              <a:off x="4146133" y="4009449"/>
              <a:ext cx="873256" cy="786957"/>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r>
                <a:rPr lang="en-US" altLang="zh-CN" sz="2000" b="1" dirty="0">
                  <a:solidFill>
                    <a:prstClr val="white"/>
                  </a:solidFill>
                </a:rPr>
                <a:t>04</a:t>
              </a:r>
              <a:endParaRPr lang="zh-CN" altLang="en-US" sz="2000" b="1" dirty="0">
                <a:solidFill>
                  <a:prstClr val="white"/>
                </a:solidFill>
              </a:endParaRPr>
            </a:p>
          </p:txBody>
        </p:sp>
        <p:grpSp>
          <p:nvGrpSpPr>
            <p:cNvPr id="17" name="组合 14">
              <a:extLst>
                <a:ext uri="{FF2B5EF4-FFF2-40B4-BE49-F238E27FC236}">
                  <a16:creationId xmlns:a16="http://schemas.microsoft.com/office/drawing/2014/main" id="{7186C5D8-C8B9-4862-8CFA-4C6CB61C5E45}"/>
                </a:ext>
              </a:extLst>
            </p:cNvPr>
            <p:cNvGrpSpPr/>
            <p:nvPr/>
          </p:nvGrpSpPr>
          <p:grpSpPr>
            <a:xfrm>
              <a:off x="5114921" y="2607675"/>
              <a:ext cx="1975133" cy="1975133"/>
              <a:chOff x="3491880" y="1823438"/>
              <a:chExt cx="1487325" cy="1487325"/>
            </a:xfrm>
          </p:grpSpPr>
          <p:sp>
            <p:nvSpPr>
              <p:cNvPr id="18" name="椭圆 17">
                <a:extLst>
                  <a:ext uri="{FF2B5EF4-FFF2-40B4-BE49-F238E27FC236}">
                    <a16:creationId xmlns:a16="http://schemas.microsoft.com/office/drawing/2014/main" id="{CC1E59BC-8E3E-4006-9FBC-A232B3B35676}"/>
                  </a:ext>
                </a:extLst>
              </p:cNvPr>
              <p:cNvSpPr/>
              <p:nvPr/>
            </p:nvSpPr>
            <p:spPr>
              <a:xfrm>
                <a:off x="3491880" y="1823438"/>
                <a:ext cx="1487325" cy="1487325"/>
              </a:xfrm>
              <a:prstGeom prst="ellipse">
                <a:avLst/>
              </a:prstGeom>
              <a:noFill/>
              <a:ln>
                <a:solidFill>
                  <a:schemeClr val="bg1">
                    <a:lumMod val="6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282"/>
                <a:endParaRPr lang="zh-CN" altLang="en-US" sz="1400">
                  <a:solidFill>
                    <a:prstClr val="white"/>
                  </a:solidFill>
                </a:endParaRPr>
              </a:p>
            </p:txBody>
          </p:sp>
          <p:sp>
            <p:nvSpPr>
              <p:cNvPr id="19" name="TextBox 28">
                <a:extLst>
                  <a:ext uri="{FF2B5EF4-FFF2-40B4-BE49-F238E27FC236}">
                    <a16:creationId xmlns:a16="http://schemas.microsoft.com/office/drawing/2014/main" id="{15D83686-A96B-4683-87FD-546CD872B0E0}"/>
                  </a:ext>
                </a:extLst>
              </p:cNvPr>
              <p:cNvSpPr txBox="1"/>
              <p:nvPr/>
            </p:nvSpPr>
            <p:spPr>
              <a:xfrm>
                <a:off x="3793680" y="2395938"/>
                <a:ext cx="911603" cy="301293"/>
              </a:xfrm>
              <a:prstGeom prst="rect">
                <a:avLst/>
              </a:prstGeom>
              <a:noFill/>
            </p:spPr>
            <p:txBody>
              <a:bodyPr wrap="none" rtlCol="0">
                <a:spAutoFit/>
              </a:bodyPr>
              <a:lstStyle/>
              <a:p>
                <a:pPr algn="ctr" defTabSz="914282">
                  <a:defRPr/>
                </a:pPr>
                <a:r>
                  <a:rPr lang="zh-CN" altLang="en-US" sz="2000" b="1" kern="0" dirty="0">
                    <a:solidFill>
                      <a:prstClr val="black">
                        <a:lumMod val="65000"/>
                        <a:lumOff val="35000"/>
                      </a:prstClr>
                    </a:solidFill>
                    <a:latin typeface="+mn-ea"/>
                  </a:rPr>
                  <a:t>添加标题</a:t>
                </a:r>
              </a:p>
            </p:txBody>
          </p:sp>
        </p:grpSp>
      </p:grpSp>
      <p:sp>
        <p:nvSpPr>
          <p:cNvPr id="25" name="TextBox 17">
            <a:extLst>
              <a:ext uri="{FF2B5EF4-FFF2-40B4-BE49-F238E27FC236}">
                <a16:creationId xmlns:a16="http://schemas.microsoft.com/office/drawing/2014/main" id="{CF0D56CF-A845-45BE-99A2-CAF77337FFCF}"/>
              </a:ext>
            </a:extLst>
          </p:cNvPr>
          <p:cNvSpPr txBox="1"/>
          <p:nvPr/>
        </p:nvSpPr>
        <p:spPr>
          <a:xfrm>
            <a:off x="1025755" y="4882881"/>
            <a:ext cx="3083034" cy="789127"/>
          </a:xfrm>
          <a:prstGeom prst="rect">
            <a:avLst/>
          </a:prstGeom>
          <a:noFill/>
        </p:spPr>
        <p:txBody>
          <a:bodyPr wrap="square" rtlCol="0">
            <a:spAutoFit/>
          </a:bodyPr>
          <a:lstStyle/>
          <a:p>
            <a:pPr algn="just" defTabSz="914282">
              <a:lnSpc>
                <a:spcPct val="130000"/>
              </a:lnSpc>
              <a:defRPr/>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200" dirty="0">
              <a:solidFill>
                <a:prstClr val="black">
                  <a:lumMod val="65000"/>
                  <a:lumOff val="35000"/>
                </a:prstClr>
              </a:solidFill>
              <a:latin typeface="方正兰亭纤黑简体" pitchFamily="65" charset="-122"/>
              <a:ea typeface="方正兰亭纤黑简体" pitchFamily="65" charset="-122"/>
            </a:endParaRPr>
          </a:p>
        </p:txBody>
      </p:sp>
      <p:sp>
        <p:nvSpPr>
          <p:cNvPr id="26" name="TextBox 17">
            <a:extLst>
              <a:ext uri="{FF2B5EF4-FFF2-40B4-BE49-F238E27FC236}">
                <a16:creationId xmlns:a16="http://schemas.microsoft.com/office/drawing/2014/main" id="{005517B4-5FB7-4397-B9C7-3E870203C5D9}"/>
              </a:ext>
            </a:extLst>
          </p:cNvPr>
          <p:cNvSpPr txBox="1"/>
          <p:nvPr/>
        </p:nvSpPr>
        <p:spPr>
          <a:xfrm>
            <a:off x="8381510" y="2801998"/>
            <a:ext cx="3087212" cy="789127"/>
          </a:xfrm>
          <a:prstGeom prst="rect">
            <a:avLst/>
          </a:prstGeom>
          <a:noFill/>
        </p:spPr>
        <p:txBody>
          <a:bodyPr wrap="square" rtlCol="0">
            <a:spAutoFit/>
          </a:bodyPr>
          <a:lstStyle/>
          <a:p>
            <a:pPr algn="just" defTabSz="914282">
              <a:lnSpc>
                <a:spcPct val="130000"/>
              </a:lnSpc>
              <a:defRPr/>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200" dirty="0">
              <a:solidFill>
                <a:prstClr val="black">
                  <a:lumMod val="65000"/>
                  <a:lumOff val="35000"/>
                </a:prstClr>
              </a:solidFill>
              <a:latin typeface="方正兰亭纤黑简体" pitchFamily="65" charset="-122"/>
              <a:ea typeface="方正兰亭纤黑简体" pitchFamily="65" charset="-122"/>
            </a:endParaRPr>
          </a:p>
        </p:txBody>
      </p:sp>
      <p:sp>
        <p:nvSpPr>
          <p:cNvPr id="27" name="TextBox 17">
            <a:extLst>
              <a:ext uri="{FF2B5EF4-FFF2-40B4-BE49-F238E27FC236}">
                <a16:creationId xmlns:a16="http://schemas.microsoft.com/office/drawing/2014/main" id="{34B09817-13BB-42FE-AFBD-897CEFCD0A09}"/>
              </a:ext>
            </a:extLst>
          </p:cNvPr>
          <p:cNvSpPr txBox="1"/>
          <p:nvPr/>
        </p:nvSpPr>
        <p:spPr>
          <a:xfrm>
            <a:off x="7510682" y="5459724"/>
            <a:ext cx="3087213" cy="789127"/>
          </a:xfrm>
          <a:prstGeom prst="rect">
            <a:avLst/>
          </a:prstGeom>
          <a:noFill/>
        </p:spPr>
        <p:txBody>
          <a:bodyPr wrap="square" rtlCol="0">
            <a:spAutoFit/>
          </a:bodyPr>
          <a:lstStyle/>
          <a:p>
            <a:pPr algn="just" defTabSz="914282">
              <a:lnSpc>
                <a:spcPct val="130000"/>
              </a:lnSpc>
              <a:defRPr/>
            </a:pPr>
            <a:r>
              <a:rPr lang="zh-CN" altLang="en-US" sz="12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altLang="zh-CN" sz="1200" dirty="0">
              <a:solidFill>
                <a:prstClr val="black">
                  <a:lumMod val="65000"/>
                  <a:lumOff val="35000"/>
                </a:prstClr>
              </a:solidFill>
              <a:latin typeface="方正兰亭纤黑简体" pitchFamily="65" charset="-122"/>
              <a:ea typeface="方正兰亭纤黑简体" pitchFamily="65" charset="-122"/>
            </a:endParaRPr>
          </a:p>
        </p:txBody>
      </p:sp>
      <p:sp>
        <p:nvSpPr>
          <p:cNvPr id="29" name="矩形 28">
            <a:extLst>
              <a:ext uri="{FF2B5EF4-FFF2-40B4-BE49-F238E27FC236}">
                <a16:creationId xmlns:a16="http://schemas.microsoft.com/office/drawing/2014/main" id="{329FC555-1A17-49A5-ABE1-7F306A6E6C90}"/>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8" name="组合 27">
            <a:extLst>
              <a:ext uri="{FF2B5EF4-FFF2-40B4-BE49-F238E27FC236}">
                <a16:creationId xmlns:a16="http://schemas.microsoft.com/office/drawing/2014/main" id="{33AEC44B-10DA-4F49-BCD5-8841C8A7C8C2}"/>
              </a:ext>
            </a:extLst>
          </p:cNvPr>
          <p:cNvGrpSpPr/>
          <p:nvPr/>
        </p:nvGrpSpPr>
        <p:grpSpPr>
          <a:xfrm>
            <a:off x="-491832" y="1587"/>
            <a:ext cx="273269" cy="2129816"/>
            <a:chOff x="11681691" y="1513398"/>
            <a:chExt cx="273269" cy="2129816"/>
          </a:xfrm>
        </p:grpSpPr>
        <p:sp>
          <p:nvSpPr>
            <p:cNvPr id="30" name="矩形 29">
              <a:extLst>
                <a:ext uri="{FF2B5EF4-FFF2-40B4-BE49-F238E27FC236}">
                  <a16:creationId xmlns:a16="http://schemas.microsoft.com/office/drawing/2014/main" id="{0E948853-E5F9-4F13-A845-4FDD7974E9BD}"/>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7435DBC4-4116-45A2-9044-EF4BD7DF08F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42D32EA4-8DF7-4179-B16F-F9D47D4FD57C}"/>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641BA7E3-D844-4594-A558-151C94127C84}"/>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矩形 33">
              <a:extLst>
                <a:ext uri="{FF2B5EF4-FFF2-40B4-BE49-F238E27FC236}">
                  <a16:creationId xmlns:a16="http://schemas.microsoft.com/office/drawing/2014/main" id="{9569BF65-9035-48EC-B999-9AE1B93B74AE}"/>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a:extLst>
                <a:ext uri="{FF2B5EF4-FFF2-40B4-BE49-F238E27FC236}">
                  <a16:creationId xmlns:a16="http://schemas.microsoft.com/office/drawing/2014/main" id="{995EDC3D-A5AF-480C-8E20-EA3985047523}"/>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a:extLst>
                <a:ext uri="{FF2B5EF4-FFF2-40B4-BE49-F238E27FC236}">
                  <a16:creationId xmlns:a16="http://schemas.microsoft.com/office/drawing/2014/main" id="{D46A21EB-F124-49F9-81CD-F995C417965C}"/>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2424158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324557D-82C3-4B96-9D6C-DDECFDE5732B}"/>
              </a:ext>
            </a:extLst>
          </p:cNvPr>
          <p:cNvSpPr>
            <a:spLocks noGrp="1"/>
          </p:cNvSpPr>
          <p:nvPr>
            <p:ph type="title"/>
          </p:nvPr>
        </p:nvSpPr>
        <p:spPr/>
        <p:txBody>
          <a:bodyPr/>
          <a:lstStyle/>
          <a:p>
            <a:endParaRPr lang="zh-CN" altLang="en-US"/>
          </a:p>
        </p:txBody>
      </p:sp>
      <p:sp>
        <p:nvSpPr>
          <p:cNvPr id="3" name="Rectangle 9">
            <a:extLst>
              <a:ext uri="{FF2B5EF4-FFF2-40B4-BE49-F238E27FC236}">
                <a16:creationId xmlns:a16="http://schemas.microsoft.com/office/drawing/2014/main" id="{F795BF34-0B8F-46BD-A160-6ADA3670FE4A}"/>
              </a:ext>
            </a:extLst>
          </p:cNvPr>
          <p:cNvSpPr/>
          <p:nvPr/>
        </p:nvSpPr>
        <p:spPr bwMode="auto">
          <a:xfrm>
            <a:off x="739" y="2401184"/>
            <a:ext cx="12264833" cy="1152151"/>
          </a:xfrm>
          <a:prstGeom prst="rect">
            <a:avLst/>
          </a:prstGeom>
          <a:solidFill>
            <a:schemeClr val="bg1">
              <a:lumMod val="85000"/>
            </a:schemeClr>
          </a:solidFill>
          <a:ln w="19050">
            <a:noFill/>
            <a:round/>
            <a:headEnd/>
            <a:tailEnd/>
          </a:ln>
        </p:spPr>
        <p:txBody>
          <a:bodyPr anchor="ctr"/>
          <a:lstStyle/>
          <a:p>
            <a:pPr algn="ctr"/>
            <a:endParaRPr/>
          </a:p>
        </p:txBody>
      </p:sp>
      <p:sp>
        <p:nvSpPr>
          <p:cNvPr id="5" name="Hexagon 8">
            <a:extLst>
              <a:ext uri="{FF2B5EF4-FFF2-40B4-BE49-F238E27FC236}">
                <a16:creationId xmlns:a16="http://schemas.microsoft.com/office/drawing/2014/main" id="{16C2C4F8-62D3-4785-A2CC-704E34845287}"/>
              </a:ext>
            </a:extLst>
          </p:cNvPr>
          <p:cNvSpPr/>
          <p:nvPr/>
        </p:nvSpPr>
        <p:spPr bwMode="auto">
          <a:xfrm rot="5400000">
            <a:off x="1068879" y="2076263"/>
            <a:ext cx="2075520" cy="1789241"/>
          </a:xfrm>
          <a:prstGeom prst="hexagon">
            <a:avLst/>
          </a:prstGeom>
          <a:solidFill>
            <a:schemeClr val="accent1">
              <a:lumMod val="100000"/>
            </a:schemeClr>
          </a:solidFill>
          <a:ln w="57150">
            <a:solidFill>
              <a:schemeClr val="bg1"/>
            </a:solidFill>
            <a:round/>
            <a:headEnd/>
            <a:tailEnd/>
          </a:ln>
          <a:effectLst>
            <a:outerShdw blurRad="50800" dist="38100" dir="2700000" algn="tl" rotWithShape="0">
              <a:prstClr val="black">
                <a:alpha val="40000"/>
              </a:prstClr>
            </a:outerShdw>
          </a:effectLst>
        </p:spPr>
        <p:txBody>
          <a:bodyPr rot="0" spcFirstLastPara="0" vert="vert270" wrap="none" lIns="91440" tIns="45720" rIns="91440" bIns="45720" anchor="ctr" anchorCtr="1" forceAA="0" compatLnSpc="1">
            <a:prstTxWarp prst="textNoShape">
              <a:avLst/>
            </a:prstTxWarp>
            <a:normAutofit/>
          </a:bodyPr>
          <a:lstStyle/>
          <a:p>
            <a:pPr algn="ctr"/>
            <a:r>
              <a:rPr lang="zh-CN" altLang="en-US" b="1" dirty="0">
                <a:solidFill>
                  <a:schemeClr val="bg1"/>
                </a:solidFill>
              </a:rPr>
              <a:t>小标题</a:t>
            </a:r>
          </a:p>
        </p:txBody>
      </p:sp>
      <p:sp>
        <p:nvSpPr>
          <p:cNvPr id="6" name="TextBox 13">
            <a:extLst>
              <a:ext uri="{FF2B5EF4-FFF2-40B4-BE49-F238E27FC236}">
                <a16:creationId xmlns:a16="http://schemas.microsoft.com/office/drawing/2014/main" id="{6A2DC54C-B374-475B-B6BF-77F6CAFFCEC7}"/>
              </a:ext>
            </a:extLst>
          </p:cNvPr>
          <p:cNvSpPr txBox="1">
            <a:spLocks/>
          </p:cNvSpPr>
          <p:nvPr/>
        </p:nvSpPr>
        <p:spPr bwMode="auto">
          <a:xfrm>
            <a:off x="1000046" y="4248338"/>
            <a:ext cx="2213187" cy="936860"/>
          </a:xfrm>
          <a:prstGeom prst="rect">
            <a:avLst/>
          </a:prstGeom>
          <a:noFill/>
          <a:ln w="9525">
            <a:noFill/>
            <a:miter lim="800000"/>
            <a:headEnd/>
            <a:tailEnd/>
          </a:ln>
        </p:spPr>
        <p:txBody>
          <a:bodyPr wrap="square" lIns="0" tIns="0" rIns="0" bIns="0" anchor="t" anchorCtr="0">
            <a:spAutoFit/>
            <a:scene3d>
              <a:camera prst="orthographicFront"/>
              <a:lightRig rig="threePt" dir="t"/>
            </a:scene3d>
            <a:sp3d>
              <a:bevelT w="0" h="0"/>
            </a:sp3d>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8" name="Hexagon 10">
            <a:extLst>
              <a:ext uri="{FF2B5EF4-FFF2-40B4-BE49-F238E27FC236}">
                <a16:creationId xmlns:a16="http://schemas.microsoft.com/office/drawing/2014/main" id="{425F3C49-7C60-48E5-AEBA-0955887F766D}"/>
              </a:ext>
            </a:extLst>
          </p:cNvPr>
          <p:cNvSpPr/>
          <p:nvPr/>
        </p:nvSpPr>
        <p:spPr bwMode="auto">
          <a:xfrm rot="5400000">
            <a:off x="3735453" y="2076264"/>
            <a:ext cx="2075520" cy="1789241"/>
          </a:xfrm>
          <a:prstGeom prst="hexagon">
            <a:avLst/>
          </a:prstGeom>
          <a:solidFill>
            <a:schemeClr val="accent2"/>
          </a:solidFill>
          <a:ln w="57150">
            <a:solidFill>
              <a:schemeClr val="bg1"/>
            </a:solidFill>
            <a:round/>
            <a:headEnd/>
            <a:tailEnd/>
          </a:ln>
          <a:effectLst>
            <a:outerShdw blurRad="50800" dist="38100" dir="2700000" algn="tl" rotWithShape="0">
              <a:prstClr val="black">
                <a:alpha val="40000"/>
              </a:prstClr>
            </a:outerShdw>
          </a:effectLst>
        </p:spPr>
        <p:txBody>
          <a:bodyPr rot="0" spcFirstLastPara="0" vert="vert270" wrap="none" lIns="91440" tIns="45720" rIns="91440" bIns="45720" anchor="ctr" anchorCtr="1" forceAA="0" compatLnSpc="1">
            <a:prstTxWarp prst="textNoShape">
              <a:avLst/>
            </a:prstTxWarp>
            <a:normAutofit/>
          </a:bodyPr>
          <a:lstStyle/>
          <a:p>
            <a:pPr algn="ctr"/>
            <a:r>
              <a:rPr lang="zh-CN" altLang="en-US" b="1" dirty="0">
                <a:solidFill>
                  <a:schemeClr val="bg1"/>
                </a:solidFill>
              </a:rPr>
              <a:t>小标题</a:t>
            </a:r>
          </a:p>
        </p:txBody>
      </p:sp>
      <p:sp>
        <p:nvSpPr>
          <p:cNvPr id="9" name="TextBox 14">
            <a:extLst>
              <a:ext uri="{FF2B5EF4-FFF2-40B4-BE49-F238E27FC236}">
                <a16:creationId xmlns:a16="http://schemas.microsoft.com/office/drawing/2014/main" id="{E6637BC0-B452-4E22-8700-50019E581FF0}"/>
              </a:ext>
            </a:extLst>
          </p:cNvPr>
          <p:cNvSpPr txBox="1">
            <a:spLocks/>
          </p:cNvSpPr>
          <p:nvPr/>
        </p:nvSpPr>
        <p:spPr bwMode="auto">
          <a:xfrm>
            <a:off x="3666620" y="4248338"/>
            <a:ext cx="2213187" cy="936860"/>
          </a:xfrm>
          <a:prstGeom prst="rect">
            <a:avLst/>
          </a:prstGeom>
          <a:noFill/>
          <a:ln w="9525">
            <a:noFill/>
            <a:miter lim="800000"/>
            <a:headEnd/>
            <a:tailEnd/>
          </a:ln>
        </p:spPr>
        <p:txBody>
          <a:bodyPr wrap="square" lIns="0" tIns="0" rIns="0" bIns="0" anchor="t" anchorCtr="0">
            <a:spAutoFit/>
            <a:scene3d>
              <a:camera prst="orthographicFront"/>
              <a:lightRig rig="threePt" dir="t"/>
            </a:scene3d>
            <a:sp3d>
              <a:bevelT w="0" h="0"/>
            </a:sp3d>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1" name="Hexagon 11">
            <a:extLst>
              <a:ext uri="{FF2B5EF4-FFF2-40B4-BE49-F238E27FC236}">
                <a16:creationId xmlns:a16="http://schemas.microsoft.com/office/drawing/2014/main" id="{95028B55-521B-4E74-BC55-C8A6E17CE90E}"/>
              </a:ext>
            </a:extLst>
          </p:cNvPr>
          <p:cNvSpPr/>
          <p:nvPr/>
        </p:nvSpPr>
        <p:spPr bwMode="auto">
          <a:xfrm rot="5400000">
            <a:off x="6402027" y="2076264"/>
            <a:ext cx="2075520" cy="1789241"/>
          </a:xfrm>
          <a:prstGeom prst="hexagon">
            <a:avLst/>
          </a:prstGeom>
          <a:solidFill>
            <a:schemeClr val="accent3"/>
          </a:solidFill>
          <a:ln w="57150">
            <a:solidFill>
              <a:schemeClr val="bg1"/>
            </a:solidFill>
            <a:round/>
            <a:headEnd/>
            <a:tailEnd/>
          </a:ln>
          <a:effectLst>
            <a:outerShdw blurRad="50800" dist="38100" dir="2700000" algn="tl" rotWithShape="0">
              <a:prstClr val="black">
                <a:alpha val="40000"/>
              </a:prstClr>
            </a:outerShdw>
          </a:effectLst>
        </p:spPr>
        <p:txBody>
          <a:bodyPr rot="0" spcFirstLastPara="0" vert="vert270" wrap="none" lIns="91440" tIns="45720" rIns="91440" bIns="45720" anchor="ctr" anchorCtr="1" forceAA="0" compatLnSpc="1">
            <a:prstTxWarp prst="textNoShape">
              <a:avLst/>
            </a:prstTxWarp>
            <a:normAutofit/>
          </a:bodyPr>
          <a:lstStyle/>
          <a:p>
            <a:pPr algn="ctr"/>
            <a:r>
              <a:rPr lang="zh-CN" altLang="en-US" b="1" dirty="0">
                <a:solidFill>
                  <a:schemeClr val="bg1"/>
                </a:solidFill>
              </a:rPr>
              <a:t>小标题</a:t>
            </a:r>
          </a:p>
        </p:txBody>
      </p:sp>
      <p:sp>
        <p:nvSpPr>
          <p:cNvPr id="12" name="TextBox 15">
            <a:extLst>
              <a:ext uri="{FF2B5EF4-FFF2-40B4-BE49-F238E27FC236}">
                <a16:creationId xmlns:a16="http://schemas.microsoft.com/office/drawing/2014/main" id="{089874B6-E86D-4D2E-B722-C2D83D7EDF47}"/>
              </a:ext>
            </a:extLst>
          </p:cNvPr>
          <p:cNvSpPr txBox="1">
            <a:spLocks/>
          </p:cNvSpPr>
          <p:nvPr/>
        </p:nvSpPr>
        <p:spPr bwMode="auto">
          <a:xfrm>
            <a:off x="6333194" y="4248338"/>
            <a:ext cx="2213187" cy="936860"/>
          </a:xfrm>
          <a:prstGeom prst="rect">
            <a:avLst/>
          </a:prstGeom>
          <a:noFill/>
          <a:ln w="9525">
            <a:noFill/>
            <a:miter lim="800000"/>
            <a:headEnd/>
            <a:tailEnd/>
          </a:ln>
        </p:spPr>
        <p:txBody>
          <a:bodyPr wrap="square" lIns="0" tIns="0" rIns="0" bIns="0" anchor="t" anchorCtr="0">
            <a:spAutoFit/>
            <a:scene3d>
              <a:camera prst="orthographicFront"/>
              <a:lightRig rig="threePt" dir="t"/>
            </a:scene3d>
            <a:sp3d>
              <a:bevelT w="0" h="0"/>
            </a:sp3d>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14" name="Hexagon 12">
            <a:extLst>
              <a:ext uri="{FF2B5EF4-FFF2-40B4-BE49-F238E27FC236}">
                <a16:creationId xmlns:a16="http://schemas.microsoft.com/office/drawing/2014/main" id="{F1C0FD93-0E31-43E6-BBD5-0443AA162843}"/>
              </a:ext>
            </a:extLst>
          </p:cNvPr>
          <p:cNvSpPr/>
          <p:nvPr/>
        </p:nvSpPr>
        <p:spPr bwMode="auto">
          <a:xfrm rot="5400000">
            <a:off x="9068602" y="2076266"/>
            <a:ext cx="2075519" cy="1789241"/>
          </a:xfrm>
          <a:prstGeom prst="hexagon">
            <a:avLst/>
          </a:prstGeom>
          <a:solidFill>
            <a:schemeClr val="accent4"/>
          </a:solidFill>
          <a:ln w="57150">
            <a:solidFill>
              <a:schemeClr val="bg1"/>
            </a:solidFill>
            <a:round/>
            <a:headEnd/>
            <a:tailEnd/>
          </a:ln>
          <a:effectLst>
            <a:outerShdw blurRad="50800" dist="38100" dir="2700000" algn="tl" rotWithShape="0">
              <a:prstClr val="black">
                <a:alpha val="40000"/>
              </a:prstClr>
            </a:outerShdw>
          </a:effectLst>
        </p:spPr>
        <p:txBody>
          <a:bodyPr rot="0" spcFirstLastPara="0" vert="vert270" wrap="none" lIns="91440" tIns="45720" rIns="91440" bIns="45720" anchor="ctr" anchorCtr="1" forceAA="0" compatLnSpc="1">
            <a:prstTxWarp prst="textNoShape">
              <a:avLst/>
            </a:prstTxWarp>
            <a:normAutofit/>
          </a:bodyPr>
          <a:lstStyle/>
          <a:p>
            <a:pPr algn="ctr"/>
            <a:r>
              <a:rPr lang="zh-CN" altLang="en-US" b="1" dirty="0">
                <a:solidFill>
                  <a:schemeClr val="bg1"/>
                </a:solidFill>
              </a:rPr>
              <a:t>小标题</a:t>
            </a:r>
          </a:p>
        </p:txBody>
      </p:sp>
      <p:sp>
        <p:nvSpPr>
          <p:cNvPr id="15" name="TextBox 16">
            <a:extLst>
              <a:ext uri="{FF2B5EF4-FFF2-40B4-BE49-F238E27FC236}">
                <a16:creationId xmlns:a16="http://schemas.microsoft.com/office/drawing/2014/main" id="{3464D0E1-7121-4D91-8438-2912253E2EAD}"/>
              </a:ext>
            </a:extLst>
          </p:cNvPr>
          <p:cNvSpPr txBox="1">
            <a:spLocks/>
          </p:cNvSpPr>
          <p:nvPr/>
        </p:nvSpPr>
        <p:spPr bwMode="auto">
          <a:xfrm>
            <a:off x="8999768" y="4248338"/>
            <a:ext cx="2213187" cy="936860"/>
          </a:xfrm>
          <a:prstGeom prst="rect">
            <a:avLst/>
          </a:prstGeom>
          <a:noFill/>
          <a:ln w="9525">
            <a:noFill/>
            <a:miter lim="800000"/>
            <a:headEnd/>
            <a:tailEnd/>
          </a:ln>
        </p:spPr>
        <p:txBody>
          <a:bodyPr wrap="square" lIns="0" tIns="0" rIns="0" bIns="0" anchor="t" anchorCtr="0">
            <a:spAutoFit/>
            <a:scene3d>
              <a:camera prst="orthographicFront"/>
              <a:lightRig rig="threePt" dir="t"/>
            </a:scene3d>
            <a:sp3d>
              <a:bevelT w="0" h="0"/>
            </a:sp3d>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en-US" altLang="zh-CN" sz="1200" b="1"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p:txBody>
      </p:sp>
      <p:sp>
        <p:nvSpPr>
          <p:cNvPr id="23" name="矩形 22">
            <a:extLst>
              <a:ext uri="{FF2B5EF4-FFF2-40B4-BE49-F238E27FC236}">
                <a16:creationId xmlns:a16="http://schemas.microsoft.com/office/drawing/2014/main" id="{ADB5CDF7-5128-4E82-81FD-DF15F71C05F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3" name="组合 12">
            <a:extLst>
              <a:ext uri="{FF2B5EF4-FFF2-40B4-BE49-F238E27FC236}">
                <a16:creationId xmlns:a16="http://schemas.microsoft.com/office/drawing/2014/main" id="{5F04D472-7D33-4A2D-B37D-BBEC0A17ED29}"/>
              </a:ext>
            </a:extLst>
          </p:cNvPr>
          <p:cNvGrpSpPr/>
          <p:nvPr/>
        </p:nvGrpSpPr>
        <p:grpSpPr>
          <a:xfrm>
            <a:off x="-491832" y="1587"/>
            <a:ext cx="273269" cy="2129816"/>
            <a:chOff x="11681691" y="1513398"/>
            <a:chExt cx="273269" cy="2129816"/>
          </a:xfrm>
        </p:grpSpPr>
        <p:sp>
          <p:nvSpPr>
            <p:cNvPr id="16" name="矩形 15">
              <a:extLst>
                <a:ext uri="{FF2B5EF4-FFF2-40B4-BE49-F238E27FC236}">
                  <a16:creationId xmlns:a16="http://schemas.microsoft.com/office/drawing/2014/main" id="{3AB229E9-7623-44CB-BB43-2AE66090ED04}"/>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68742E34-128E-47C5-87F7-B92923F7473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F9EE37B2-BEE2-4520-8CDA-0A6EE0BF054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26390B1A-915C-4913-8E89-8A21CD895591}"/>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843C0C96-29C7-43C9-9BF5-A712FC05E1EF}"/>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070C870F-75C6-4161-911C-35F212987925}"/>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67E612EE-3488-468A-B1FC-FDC48C2B95CF}"/>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0460416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81248FD-26AE-48D4-B1F9-FE642DB818A6}"/>
              </a:ext>
            </a:extLst>
          </p:cNvPr>
          <p:cNvSpPr>
            <a:spLocks noGrp="1"/>
          </p:cNvSpPr>
          <p:nvPr>
            <p:ph type="title"/>
          </p:nvPr>
        </p:nvSpPr>
        <p:spPr/>
        <p:txBody>
          <a:bodyPr/>
          <a:lstStyle/>
          <a:p>
            <a:endParaRPr lang="zh-CN" altLang="en-US"/>
          </a:p>
        </p:txBody>
      </p:sp>
      <p:sp>
        <p:nvSpPr>
          <p:cNvPr id="4" name="Rectangle: Rounded Corners 2">
            <a:extLst>
              <a:ext uri="{FF2B5EF4-FFF2-40B4-BE49-F238E27FC236}">
                <a16:creationId xmlns:a16="http://schemas.microsoft.com/office/drawing/2014/main" id="{CC58A285-87B4-4F02-91B8-BEE1F46F65AF}"/>
              </a:ext>
            </a:extLst>
          </p:cNvPr>
          <p:cNvSpPr/>
          <p:nvPr/>
        </p:nvSpPr>
        <p:spPr>
          <a:xfrm>
            <a:off x="879683" y="1713231"/>
            <a:ext cx="2318363" cy="3800600"/>
          </a:xfrm>
          <a:prstGeom prst="roundRect">
            <a:avLst>
              <a:gd name="adj" fmla="val 348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216000" bIns="216000" anchor="t" anchorCtr="1">
            <a:normAutofit/>
          </a:bodyPr>
          <a:lstStyle/>
          <a:p>
            <a:pPr algn="ctr"/>
            <a:r>
              <a:rPr lang="zh-CN" altLang="en-US" b="1" dirty="0"/>
              <a:t>小标题</a:t>
            </a:r>
          </a:p>
        </p:txBody>
      </p:sp>
      <p:sp>
        <p:nvSpPr>
          <p:cNvPr id="5" name="Freeform: Shape 6">
            <a:extLst>
              <a:ext uri="{FF2B5EF4-FFF2-40B4-BE49-F238E27FC236}">
                <a16:creationId xmlns:a16="http://schemas.microsoft.com/office/drawing/2014/main" id="{588E6FAB-2BEA-43AB-9F87-78584D0445FA}"/>
              </a:ext>
            </a:extLst>
          </p:cNvPr>
          <p:cNvSpPr/>
          <p:nvPr/>
        </p:nvSpPr>
        <p:spPr>
          <a:xfrm>
            <a:off x="879683" y="2663382"/>
            <a:ext cx="2318363" cy="2850450"/>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chemeClr val="bg1">
              <a:lumMod val="95000"/>
            </a:schemeClr>
          </a:solidFill>
          <a:ln>
            <a:noFill/>
          </a:ln>
          <a:effectLst>
            <a:outerShdw blurRad="63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b="1" dirty="0"/>
          </a:p>
        </p:txBody>
      </p:sp>
      <p:sp>
        <p:nvSpPr>
          <p:cNvPr id="6" name="TextBox 7">
            <a:extLst>
              <a:ext uri="{FF2B5EF4-FFF2-40B4-BE49-F238E27FC236}">
                <a16:creationId xmlns:a16="http://schemas.microsoft.com/office/drawing/2014/main" id="{4E462CA2-0682-4A9A-95BA-0EA4926CB365}"/>
              </a:ext>
            </a:extLst>
          </p:cNvPr>
          <p:cNvSpPr txBox="1"/>
          <p:nvPr/>
        </p:nvSpPr>
        <p:spPr>
          <a:xfrm>
            <a:off x="1650801" y="2449123"/>
            <a:ext cx="776130" cy="727374"/>
          </a:xfrm>
          <a:prstGeom prst="rect">
            <a:avLst/>
          </a:prstGeom>
          <a:noFill/>
        </p:spPr>
        <p:txBody>
          <a:bodyPr wrap="none">
            <a:normAutofit/>
          </a:bodyPr>
          <a:lstStyle/>
          <a:p>
            <a:pPr algn="ctr"/>
            <a:r>
              <a:rPr lang="en-US" sz="3200" b="1" dirty="0">
                <a:solidFill>
                  <a:schemeClr val="bg2"/>
                </a:solidFill>
              </a:rPr>
              <a:t>01</a:t>
            </a:r>
          </a:p>
        </p:txBody>
      </p:sp>
      <p:sp>
        <p:nvSpPr>
          <p:cNvPr id="7" name="Rectangle 8">
            <a:extLst>
              <a:ext uri="{FF2B5EF4-FFF2-40B4-BE49-F238E27FC236}">
                <a16:creationId xmlns:a16="http://schemas.microsoft.com/office/drawing/2014/main" id="{CC268A58-D035-4578-8CAD-9FF565B69164}"/>
              </a:ext>
            </a:extLst>
          </p:cNvPr>
          <p:cNvSpPr/>
          <p:nvPr/>
        </p:nvSpPr>
        <p:spPr>
          <a:xfrm>
            <a:off x="967704" y="3324076"/>
            <a:ext cx="2142323" cy="1269258"/>
          </a:xfrm>
          <a:prstGeom prst="rect">
            <a:avLst/>
          </a:prstGeom>
        </p:spPr>
        <p:txBody>
          <a:bodyPr wrap="square">
            <a:spAutoFit/>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zh-CN" altLang="en-US" sz="1200" dirty="0"/>
          </a:p>
        </p:txBody>
      </p:sp>
      <p:sp>
        <p:nvSpPr>
          <p:cNvPr id="10" name="Rectangle: Rounded Corners 3">
            <a:extLst>
              <a:ext uri="{FF2B5EF4-FFF2-40B4-BE49-F238E27FC236}">
                <a16:creationId xmlns:a16="http://schemas.microsoft.com/office/drawing/2014/main" id="{61E12754-C7E3-473B-BFAE-01E50F8E41F7}"/>
              </a:ext>
            </a:extLst>
          </p:cNvPr>
          <p:cNvSpPr/>
          <p:nvPr/>
        </p:nvSpPr>
        <p:spPr>
          <a:xfrm>
            <a:off x="3584440" y="1713231"/>
            <a:ext cx="2318363" cy="3800600"/>
          </a:xfrm>
          <a:prstGeom prst="roundRect">
            <a:avLst>
              <a:gd name="adj" fmla="val 3485"/>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216000" bIns="216000" anchor="t" anchorCtr="1">
            <a:normAutofit/>
          </a:bodyPr>
          <a:lstStyle/>
          <a:p>
            <a:pPr algn="ctr"/>
            <a:r>
              <a:rPr lang="zh-CN" altLang="en-US" b="1" dirty="0"/>
              <a:t>小标题</a:t>
            </a:r>
          </a:p>
        </p:txBody>
      </p:sp>
      <p:sp>
        <p:nvSpPr>
          <p:cNvPr id="11" name="Freeform: Shape 10">
            <a:extLst>
              <a:ext uri="{FF2B5EF4-FFF2-40B4-BE49-F238E27FC236}">
                <a16:creationId xmlns:a16="http://schemas.microsoft.com/office/drawing/2014/main" id="{8DC49184-8DAE-43DE-98A4-ACD7B8D18747}"/>
              </a:ext>
            </a:extLst>
          </p:cNvPr>
          <p:cNvSpPr/>
          <p:nvPr/>
        </p:nvSpPr>
        <p:spPr>
          <a:xfrm>
            <a:off x="3584440" y="2663382"/>
            <a:ext cx="2318363" cy="2850450"/>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chemeClr val="bg1">
              <a:lumMod val="95000"/>
            </a:schemeClr>
          </a:solidFill>
          <a:ln>
            <a:noFill/>
          </a:ln>
          <a:effectLst>
            <a:outerShdw blurRad="63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12" name="TextBox 11">
            <a:extLst>
              <a:ext uri="{FF2B5EF4-FFF2-40B4-BE49-F238E27FC236}">
                <a16:creationId xmlns:a16="http://schemas.microsoft.com/office/drawing/2014/main" id="{26CBBDD8-0460-49FE-AFA2-0668DF450B99}"/>
              </a:ext>
            </a:extLst>
          </p:cNvPr>
          <p:cNvSpPr txBox="1"/>
          <p:nvPr/>
        </p:nvSpPr>
        <p:spPr>
          <a:xfrm>
            <a:off x="4355558" y="2449123"/>
            <a:ext cx="776130" cy="727374"/>
          </a:xfrm>
          <a:prstGeom prst="rect">
            <a:avLst/>
          </a:prstGeom>
          <a:noFill/>
        </p:spPr>
        <p:txBody>
          <a:bodyPr wrap="none">
            <a:normAutofit/>
          </a:bodyPr>
          <a:lstStyle/>
          <a:p>
            <a:pPr algn="ctr"/>
            <a:r>
              <a:rPr lang="en-US" sz="3200" b="1" dirty="0">
                <a:solidFill>
                  <a:schemeClr val="bg2"/>
                </a:solidFill>
              </a:rPr>
              <a:t>02</a:t>
            </a:r>
          </a:p>
        </p:txBody>
      </p:sp>
      <p:sp>
        <p:nvSpPr>
          <p:cNvPr id="13" name="Rectangle 12">
            <a:extLst>
              <a:ext uri="{FF2B5EF4-FFF2-40B4-BE49-F238E27FC236}">
                <a16:creationId xmlns:a16="http://schemas.microsoft.com/office/drawing/2014/main" id="{1C404DDB-137B-46DB-8D72-28DFBF7433E1}"/>
              </a:ext>
            </a:extLst>
          </p:cNvPr>
          <p:cNvSpPr/>
          <p:nvPr/>
        </p:nvSpPr>
        <p:spPr>
          <a:xfrm>
            <a:off x="3672461" y="3324076"/>
            <a:ext cx="2142323" cy="1269258"/>
          </a:xfrm>
          <a:prstGeom prst="rect">
            <a:avLst/>
          </a:prstGeom>
        </p:spPr>
        <p:txBody>
          <a:bodyPr wrap="square">
            <a:spAutoFit/>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zh-CN" altLang="en-US" sz="1200" dirty="0"/>
          </a:p>
        </p:txBody>
      </p:sp>
      <p:sp>
        <p:nvSpPr>
          <p:cNvPr id="16" name="Rectangle: Rounded Corners 5">
            <a:extLst>
              <a:ext uri="{FF2B5EF4-FFF2-40B4-BE49-F238E27FC236}">
                <a16:creationId xmlns:a16="http://schemas.microsoft.com/office/drawing/2014/main" id="{F9E3DAC0-7E1E-4DE0-B902-7FB83A950AB3}"/>
              </a:ext>
            </a:extLst>
          </p:cNvPr>
          <p:cNvSpPr/>
          <p:nvPr/>
        </p:nvSpPr>
        <p:spPr>
          <a:xfrm>
            <a:off x="6289197" y="1713231"/>
            <a:ext cx="2318363" cy="3800600"/>
          </a:xfrm>
          <a:prstGeom prst="roundRect">
            <a:avLst>
              <a:gd name="adj" fmla="val 3485"/>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216000" bIns="216000" anchor="t" anchorCtr="1">
            <a:normAutofit/>
          </a:bodyPr>
          <a:lstStyle/>
          <a:p>
            <a:pPr algn="ctr"/>
            <a:r>
              <a:rPr lang="zh-CN" altLang="en-US" b="1" dirty="0"/>
              <a:t>小标题</a:t>
            </a:r>
          </a:p>
        </p:txBody>
      </p:sp>
      <p:sp>
        <p:nvSpPr>
          <p:cNvPr id="17" name="Freeform: Shape 16">
            <a:extLst>
              <a:ext uri="{FF2B5EF4-FFF2-40B4-BE49-F238E27FC236}">
                <a16:creationId xmlns:a16="http://schemas.microsoft.com/office/drawing/2014/main" id="{9A107321-7117-4274-8194-550DF2413744}"/>
              </a:ext>
            </a:extLst>
          </p:cNvPr>
          <p:cNvSpPr/>
          <p:nvPr/>
        </p:nvSpPr>
        <p:spPr>
          <a:xfrm>
            <a:off x="6289197" y="2663382"/>
            <a:ext cx="2318363" cy="2850450"/>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chemeClr val="bg1">
              <a:lumMod val="95000"/>
            </a:schemeClr>
          </a:solidFill>
          <a:ln>
            <a:noFill/>
          </a:ln>
          <a:effectLst>
            <a:outerShdw blurRad="63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dirty="0"/>
          </a:p>
        </p:txBody>
      </p:sp>
      <p:sp>
        <p:nvSpPr>
          <p:cNvPr id="18" name="TextBox 17">
            <a:extLst>
              <a:ext uri="{FF2B5EF4-FFF2-40B4-BE49-F238E27FC236}">
                <a16:creationId xmlns:a16="http://schemas.microsoft.com/office/drawing/2014/main" id="{E31256A6-A709-4485-9C87-A07CFEB6F5CC}"/>
              </a:ext>
            </a:extLst>
          </p:cNvPr>
          <p:cNvSpPr txBox="1"/>
          <p:nvPr/>
        </p:nvSpPr>
        <p:spPr>
          <a:xfrm>
            <a:off x="7060314" y="2449123"/>
            <a:ext cx="776128" cy="727374"/>
          </a:xfrm>
          <a:prstGeom prst="rect">
            <a:avLst/>
          </a:prstGeom>
          <a:noFill/>
        </p:spPr>
        <p:txBody>
          <a:bodyPr wrap="none">
            <a:normAutofit/>
          </a:bodyPr>
          <a:lstStyle/>
          <a:p>
            <a:pPr algn="ctr"/>
            <a:r>
              <a:rPr lang="en-US" sz="3200" b="1" dirty="0">
                <a:solidFill>
                  <a:schemeClr val="bg2"/>
                </a:solidFill>
              </a:rPr>
              <a:t>03</a:t>
            </a:r>
          </a:p>
        </p:txBody>
      </p:sp>
      <p:sp>
        <p:nvSpPr>
          <p:cNvPr id="19" name="Rectangle 18">
            <a:extLst>
              <a:ext uri="{FF2B5EF4-FFF2-40B4-BE49-F238E27FC236}">
                <a16:creationId xmlns:a16="http://schemas.microsoft.com/office/drawing/2014/main" id="{C1DEDA5B-FACC-41D5-8ACD-0F3637A6A6E8}"/>
              </a:ext>
            </a:extLst>
          </p:cNvPr>
          <p:cNvSpPr/>
          <p:nvPr/>
        </p:nvSpPr>
        <p:spPr>
          <a:xfrm>
            <a:off x="6377217" y="3324076"/>
            <a:ext cx="2142323" cy="1269258"/>
          </a:xfrm>
          <a:prstGeom prst="rect">
            <a:avLst/>
          </a:prstGeom>
        </p:spPr>
        <p:txBody>
          <a:bodyPr wrap="square">
            <a:spAutoFit/>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zh-CN" altLang="en-US" sz="1200" dirty="0"/>
          </a:p>
        </p:txBody>
      </p:sp>
      <p:sp>
        <p:nvSpPr>
          <p:cNvPr id="22" name="Rectangle: Rounded Corners 4">
            <a:extLst>
              <a:ext uri="{FF2B5EF4-FFF2-40B4-BE49-F238E27FC236}">
                <a16:creationId xmlns:a16="http://schemas.microsoft.com/office/drawing/2014/main" id="{D6CA6FA1-670E-45EF-A010-A16731726BFC}"/>
              </a:ext>
            </a:extLst>
          </p:cNvPr>
          <p:cNvSpPr/>
          <p:nvPr/>
        </p:nvSpPr>
        <p:spPr>
          <a:xfrm>
            <a:off x="8993954" y="1713231"/>
            <a:ext cx="2318363" cy="3800600"/>
          </a:xfrm>
          <a:prstGeom prst="roundRect">
            <a:avLst>
              <a:gd name="adj" fmla="val 3485"/>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tIns="216000" bIns="216000" anchor="t" anchorCtr="1">
            <a:normAutofit/>
          </a:bodyPr>
          <a:lstStyle/>
          <a:p>
            <a:pPr algn="ctr"/>
            <a:r>
              <a:rPr lang="zh-CN" altLang="en-US" b="1" dirty="0"/>
              <a:t>小标题</a:t>
            </a:r>
          </a:p>
        </p:txBody>
      </p:sp>
      <p:sp>
        <p:nvSpPr>
          <p:cNvPr id="23" name="Freeform: Shape 13">
            <a:extLst>
              <a:ext uri="{FF2B5EF4-FFF2-40B4-BE49-F238E27FC236}">
                <a16:creationId xmlns:a16="http://schemas.microsoft.com/office/drawing/2014/main" id="{AB20DE53-38B9-4CB3-AC7A-7CB746252D3B}"/>
              </a:ext>
            </a:extLst>
          </p:cNvPr>
          <p:cNvSpPr/>
          <p:nvPr/>
        </p:nvSpPr>
        <p:spPr>
          <a:xfrm>
            <a:off x="8993954" y="2663382"/>
            <a:ext cx="2318363" cy="2850450"/>
          </a:xfrm>
          <a:custGeom>
            <a:avLst/>
            <a:gdLst>
              <a:gd name="connsiteX0" fmla="*/ 0 w 3657600"/>
              <a:gd name="connsiteY0" fmla="*/ 0 h 5486400"/>
              <a:gd name="connsiteX1" fmla="*/ 127467 w 3657600"/>
              <a:gd name="connsiteY1" fmla="*/ 0 h 5486400"/>
              <a:gd name="connsiteX2" fmla="*/ 1072342 w 3657600"/>
              <a:gd name="connsiteY2" fmla="*/ 0 h 5486400"/>
              <a:gd name="connsiteX3" fmla="*/ 1828800 w 3657600"/>
              <a:gd name="connsiteY3" fmla="*/ 756458 h 5486400"/>
              <a:gd name="connsiteX4" fmla="*/ 2585258 w 3657600"/>
              <a:gd name="connsiteY4" fmla="*/ 0 h 5486400"/>
              <a:gd name="connsiteX5" fmla="*/ 3530133 w 3657600"/>
              <a:gd name="connsiteY5" fmla="*/ 0 h 5486400"/>
              <a:gd name="connsiteX6" fmla="*/ 3657600 w 3657600"/>
              <a:gd name="connsiteY6" fmla="*/ 0 h 5486400"/>
              <a:gd name="connsiteX7" fmla="*/ 3657600 w 3657600"/>
              <a:gd name="connsiteY7" fmla="*/ 127467 h 5486400"/>
              <a:gd name="connsiteX8" fmla="*/ 3657600 w 3657600"/>
              <a:gd name="connsiteY8" fmla="*/ 914400 h 5486400"/>
              <a:gd name="connsiteX9" fmla="*/ 3657600 w 3657600"/>
              <a:gd name="connsiteY9" fmla="*/ 5358933 h 5486400"/>
              <a:gd name="connsiteX10" fmla="*/ 3530133 w 3657600"/>
              <a:gd name="connsiteY10" fmla="*/ 5486400 h 5486400"/>
              <a:gd name="connsiteX11" fmla="*/ 127467 w 3657600"/>
              <a:gd name="connsiteY11" fmla="*/ 5486400 h 5486400"/>
              <a:gd name="connsiteX12" fmla="*/ 0 w 3657600"/>
              <a:gd name="connsiteY12" fmla="*/ 5358933 h 5486400"/>
              <a:gd name="connsiteX13" fmla="*/ 0 w 3657600"/>
              <a:gd name="connsiteY13" fmla="*/ 914400 h 5486400"/>
              <a:gd name="connsiteX14" fmla="*/ 0 w 3657600"/>
              <a:gd name="connsiteY14" fmla="*/ 127467 h 5486400"/>
              <a:gd name="connsiteX15" fmla="*/ 0 w 3657600"/>
              <a:gd name="connsiteY15" fmla="*/ 0 h 548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657600" h="5486400">
                <a:moveTo>
                  <a:pt x="0" y="0"/>
                </a:moveTo>
                <a:lnTo>
                  <a:pt x="127467" y="0"/>
                </a:lnTo>
                <a:lnTo>
                  <a:pt x="1072342" y="0"/>
                </a:lnTo>
                <a:cubicBezTo>
                  <a:pt x="1072342" y="417780"/>
                  <a:pt x="1411020" y="756458"/>
                  <a:pt x="1828800" y="756458"/>
                </a:cubicBezTo>
                <a:cubicBezTo>
                  <a:pt x="2246580" y="756458"/>
                  <a:pt x="2585258" y="417780"/>
                  <a:pt x="2585258" y="0"/>
                </a:cubicBezTo>
                <a:lnTo>
                  <a:pt x="3530133" y="0"/>
                </a:lnTo>
                <a:lnTo>
                  <a:pt x="3657600" y="0"/>
                </a:lnTo>
                <a:lnTo>
                  <a:pt x="3657600" y="127467"/>
                </a:lnTo>
                <a:lnTo>
                  <a:pt x="3657600" y="914400"/>
                </a:lnTo>
                <a:lnTo>
                  <a:pt x="3657600" y="5358933"/>
                </a:lnTo>
                <a:cubicBezTo>
                  <a:pt x="3657600" y="5429331"/>
                  <a:pt x="3600531" y="5486400"/>
                  <a:pt x="3530133" y="5486400"/>
                </a:cubicBezTo>
                <a:lnTo>
                  <a:pt x="127467" y="5486400"/>
                </a:lnTo>
                <a:cubicBezTo>
                  <a:pt x="57069" y="5486400"/>
                  <a:pt x="0" y="5429331"/>
                  <a:pt x="0" y="5358933"/>
                </a:cubicBezTo>
                <a:lnTo>
                  <a:pt x="0" y="914400"/>
                </a:lnTo>
                <a:lnTo>
                  <a:pt x="0" y="127467"/>
                </a:lnTo>
                <a:lnTo>
                  <a:pt x="0" y="0"/>
                </a:lnTo>
                <a:close/>
              </a:path>
            </a:pathLst>
          </a:custGeom>
          <a:solidFill>
            <a:schemeClr val="bg1">
              <a:lumMod val="95000"/>
            </a:schemeClr>
          </a:solidFill>
          <a:ln>
            <a:noFill/>
          </a:ln>
          <a:effectLst>
            <a:outerShdw blurRad="635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p>
        </p:txBody>
      </p:sp>
      <p:sp>
        <p:nvSpPr>
          <p:cNvPr id="24" name="TextBox 14">
            <a:extLst>
              <a:ext uri="{FF2B5EF4-FFF2-40B4-BE49-F238E27FC236}">
                <a16:creationId xmlns:a16="http://schemas.microsoft.com/office/drawing/2014/main" id="{F2B80C3C-88EA-4D7B-BB24-C9CA8EE5BBA5}"/>
              </a:ext>
            </a:extLst>
          </p:cNvPr>
          <p:cNvSpPr txBox="1"/>
          <p:nvPr/>
        </p:nvSpPr>
        <p:spPr>
          <a:xfrm>
            <a:off x="9765071" y="2449123"/>
            <a:ext cx="776128" cy="727374"/>
          </a:xfrm>
          <a:prstGeom prst="rect">
            <a:avLst/>
          </a:prstGeom>
          <a:noFill/>
        </p:spPr>
        <p:txBody>
          <a:bodyPr wrap="none">
            <a:normAutofit/>
          </a:bodyPr>
          <a:lstStyle/>
          <a:p>
            <a:pPr algn="ctr"/>
            <a:r>
              <a:rPr lang="en-US" sz="3200" b="1" dirty="0">
                <a:solidFill>
                  <a:schemeClr val="bg2"/>
                </a:solidFill>
              </a:rPr>
              <a:t>04</a:t>
            </a:r>
          </a:p>
        </p:txBody>
      </p:sp>
      <p:sp>
        <p:nvSpPr>
          <p:cNvPr id="25" name="Rectangle 15">
            <a:extLst>
              <a:ext uri="{FF2B5EF4-FFF2-40B4-BE49-F238E27FC236}">
                <a16:creationId xmlns:a16="http://schemas.microsoft.com/office/drawing/2014/main" id="{F24FEC34-E82B-4D94-830C-4E6920F4CD5B}"/>
              </a:ext>
            </a:extLst>
          </p:cNvPr>
          <p:cNvSpPr/>
          <p:nvPr/>
        </p:nvSpPr>
        <p:spPr>
          <a:xfrm>
            <a:off x="9081974" y="3324076"/>
            <a:ext cx="2142323" cy="1269258"/>
          </a:xfrm>
          <a:prstGeom prst="rect">
            <a:avLst/>
          </a:prstGeom>
        </p:spPr>
        <p:txBody>
          <a:bodyPr wrap="square">
            <a:spAutoFit/>
          </a:bodyPr>
          <a:lstStyle/>
          <a:p>
            <a:pPr algn="just">
              <a:lnSpc>
                <a:spcPct val="130000"/>
              </a:lnSpc>
            </a:pPr>
            <a:r>
              <a:rPr lang="zh-CN" altLang="en-US" sz="1200" dirty="0">
                <a:solidFill>
                  <a:schemeClr val="tx1">
                    <a:lumMod val="75000"/>
                    <a:lumOff val="25000"/>
                  </a:schemeClr>
                </a:solidFill>
                <a:latin typeface="微软雅黑" panose="020B0503020204020204" pitchFamily="34" charset="-122"/>
                <a:ea typeface="微软雅黑" panose="020B0503020204020204" pitchFamily="34" charset="-122"/>
              </a:rPr>
              <a:t>请在此处添加详细描述文本，在这里输入文本，更改文字文本。请在此处添加详细描述文本，在这里输入文本，更改文字文本。</a:t>
            </a:r>
            <a:endParaRPr lang="zh-CN" altLang="en-US" sz="1200" dirty="0"/>
          </a:p>
        </p:txBody>
      </p:sp>
      <p:grpSp>
        <p:nvGrpSpPr>
          <p:cNvPr id="30" name="组合 29">
            <a:extLst>
              <a:ext uri="{FF2B5EF4-FFF2-40B4-BE49-F238E27FC236}">
                <a16:creationId xmlns:a16="http://schemas.microsoft.com/office/drawing/2014/main" id="{EBFA8FB2-1D54-4551-BEB6-91072C646DBC}"/>
              </a:ext>
            </a:extLst>
          </p:cNvPr>
          <p:cNvGrpSpPr/>
          <p:nvPr/>
        </p:nvGrpSpPr>
        <p:grpSpPr>
          <a:xfrm>
            <a:off x="4594979" y="4764202"/>
            <a:ext cx="297283" cy="556938"/>
            <a:chOff x="4203440" y="1153733"/>
            <a:chExt cx="428743" cy="803219"/>
          </a:xfrm>
          <a:solidFill>
            <a:schemeClr val="accent2"/>
          </a:solidFill>
        </p:grpSpPr>
        <p:sp>
          <p:nvSpPr>
            <p:cNvPr id="31" name="Freeform 1451">
              <a:extLst>
                <a:ext uri="{FF2B5EF4-FFF2-40B4-BE49-F238E27FC236}">
                  <a16:creationId xmlns:a16="http://schemas.microsoft.com/office/drawing/2014/main" id="{52D1D026-4655-4C90-B9BD-AC781022BA0E}"/>
                </a:ext>
              </a:extLst>
            </p:cNvPr>
            <p:cNvSpPr>
              <a:spLocks/>
            </p:cNvSpPr>
            <p:nvPr/>
          </p:nvSpPr>
          <p:spPr bwMode="auto">
            <a:xfrm>
              <a:off x="4328267" y="1707302"/>
              <a:ext cx="217086" cy="65128"/>
            </a:xfrm>
            <a:custGeom>
              <a:avLst/>
              <a:gdLst>
                <a:gd name="T0" fmla="*/ 33 w 37"/>
                <a:gd name="T1" fmla="*/ 0 h 11"/>
                <a:gd name="T2" fmla="*/ 3 w 37"/>
                <a:gd name="T3" fmla="*/ 5 h 11"/>
                <a:gd name="T4" fmla="*/ 1 w 37"/>
                <a:gd name="T5" fmla="*/ 8 h 11"/>
                <a:gd name="T6" fmla="*/ 1 w 37"/>
                <a:gd name="T7" fmla="*/ 9 h 11"/>
                <a:gd name="T8" fmla="*/ 4 w 37"/>
                <a:gd name="T9" fmla="*/ 11 h 11"/>
                <a:gd name="T10" fmla="*/ 34 w 37"/>
                <a:gd name="T11" fmla="*/ 6 h 11"/>
                <a:gd name="T12" fmla="*/ 36 w 37"/>
                <a:gd name="T13" fmla="*/ 3 h 11"/>
                <a:gd name="T14" fmla="*/ 36 w 37"/>
                <a:gd name="T15" fmla="*/ 2 h 11"/>
                <a:gd name="T16" fmla="*/ 33 w 37"/>
                <a:gd name="T17"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1">
                  <a:moveTo>
                    <a:pt x="33" y="0"/>
                  </a:moveTo>
                  <a:cubicBezTo>
                    <a:pt x="3" y="5"/>
                    <a:pt x="3" y="5"/>
                    <a:pt x="3" y="5"/>
                  </a:cubicBezTo>
                  <a:cubicBezTo>
                    <a:pt x="3" y="5"/>
                    <a:pt x="0" y="7"/>
                    <a:pt x="1" y="8"/>
                  </a:cubicBezTo>
                  <a:cubicBezTo>
                    <a:pt x="1" y="9"/>
                    <a:pt x="1" y="9"/>
                    <a:pt x="1" y="9"/>
                  </a:cubicBezTo>
                  <a:cubicBezTo>
                    <a:pt x="1" y="10"/>
                    <a:pt x="2" y="11"/>
                    <a:pt x="4" y="11"/>
                  </a:cubicBezTo>
                  <a:cubicBezTo>
                    <a:pt x="34" y="6"/>
                    <a:pt x="34" y="6"/>
                    <a:pt x="34" y="6"/>
                  </a:cubicBezTo>
                  <a:cubicBezTo>
                    <a:pt x="36" y="5"/>
                    <a:pt x="37" y="4"/>
                    <a:pt x="36" y="3"/>
                  </a:cubicBezTo>
                  <a:cubicBezTo>
                    <a:pt x="36" y="2"/>
                    <a:pt x="36" y="2"/>
                    <a:pt x="36" y="2"/>
                  </a:cubicBezTo>
                  <a:cubicBezTo>
                    <a:pt x="36" y="1"/>
                    <a:pt x="35" y="0"/>
                    <a:pt x="3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2" name="Freeform 1452">
              <a:extLst>
                <a:ext uri="{FF2B5EF4-FFF2-40B4-BE49-F238E27FC236}">
                  <a16:creationId xmlns:a16="http://schemas.microsoft.com/office/drawing/2014/main" id="{37E0117F-A74F-4665-AE03-03807794202E}"/>
                </a:ext>
              </a:extLst>
            </p:cNvPr>
            <p:cNvSpPr>
              <a:spLocks/>
            </p:cNvSpPr>
            <p:nvPr/>
          </p:nvSpPr>
          <p:spPr bwMode="auto">
            <a:xfrm>
              <a:off x="4328267" y="1761573"/>
              <a:ext cx="217086" cy="70552"/>
            </a:xfrm>
            <a:custGeom>
              <a:avLst/>
              <a:gdLst>
                <a:gd name="T0" fmla="*/ 33 w 37"/>
                <a:gd name="T1" fmla="*/ 1 h 12"/>
                <a:gd name="T2" fmla="*/ 3 w 37"/>
                <a:gd name="T3" fmla="*/ 6 h 12"/>
                <a:gd name="T4" fmla="*/ 1 w 37"/>
                <a:gd name="T5" fmla="*/ 9 h 12"/>
                <a:gd name="T6" fmla="*/ 1 w 37"/>
                <a:gd name="T7" fmla="*/ 10 h 12"/>
                <a:gd name="T8" fmla="*/ 4 w 37"/>
                <a:gd name="T9" fmla="*/ 12 h 12"/>
                <a:gd name="T10" fmla="*/ 34 w 37"/>
                <a:gd name="T11" fmla="*/ 7 h 12"/>
                <a:gd name="T12" fmla="*/ 36 w 37"/>
                <a:gd name="T13" fmla="*/ 3 h 12"/>
                <a:gd name="T14" fmla="*/ 36 w 37"/>
                <a:gd name="T15" fmla="*/ 3 h 12"/>
                <a:gd name="T16" fmla="*/ 33 w 37"/>
                <a:gd name="T17" fmla="*/ 1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2">
                  <a:moveTo>
                    <a:pt x="33" y="1"/>
                  </a:moveTo>
                  <a:cubicBezTo>
                    <a:pt x="3" y="6"/>
                    <a:pt x="3" y="6"/>
                    <a:pt x="3" y="6"/>
                  </a:cubicBezTo>
                  <a:cubicBezTo>
                    <a:pt x="1" y="6"/>
                    <a:pt x="0" y="8"/>
                    <a:pt x="1" y="9"/>
                  </a:cubicBezTo>
                  <a:cubicBezTo>
                    <a:pt x="1" y="10"/>
                    <a:pt x="1" y="10"/>
                    <a:pt x="1" y="10"/>
                  </a:cubicBezTo>
                  <a:cubicBezTo>
                    <a:pt x="1" y="11"/>
                    <a:pt x="2" y="12"/>
                    <a:pt x="4" y="12"/>
                  </a:cubicBezTo>
                  <a:cubicBezTo>
                    <a:pt x="34" y="7"/>
                    <a:pt x="34" y="7"/>
                    <a:pt x="34" y="7"/>
                  </a:cubicBezTo>
                  <a:cubicBezTo>
                    <a:pt x="36" y="6"/>
                    <a:pt x="37" y="5"/>
                    <a:pt x="36" y="3"/>
                  </a:cubicBezTo>
                  <a:cubicBezTo>
                    <a:pt x="36" y="3"/>
                    <a:pt x="36" y="3"/>
                    <a:pt x="36" y="3"/>
                  </a:cubicBezTo>
                  <a:cubicBezTo>
                    <a:pt x="36" y="1"/>
                    <a:pt x="35" y="0"/>
                    <a:pt x="3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3" name="Freeform 1453">
              <a:extLst>
                <a:ext uri="{FF2B5EF4-FFF2-40B4-BE49-F238E27FC236}">
                  <a16:creationId xmlns:a16="http://schemas.microsoft.com/office/drawing/2014/main" id="{6B59A105-38E4-41E4-A66D-F8EE6B78587F}"/>
                </a:ext>
              </a:extLst>
            </p:cNvPr>
            <p:cNvSpPr>
              <a:spLocks/>
            </p:cNvSpPr>
            <p:nvPr/>
          </p:nvSpPr>
          <p:spPr bwMode="auto">
            <a:xfrm>
              <a:off x="4328267" y="1821272"/>
              <a:ext cx="217086" cy="70552"/>
            </a:xfrm>
            <a:custGeom>
              <a:avLst/>
              <a:gdLst>
                <a:gd name="T0" fmla="*/ 33 w 37"/>
                <a:gd name="T1" fmla="*/ 1 h 12"/>
                <a:gd name="T2" fmla="*/ 3 w 37"/>
                <a:gd name="T3" fmla="*/ 6 h 12"/>
                <a:gd name="T4" fmla="*/ 1 w 37"/>
                <a:gd name="T5" fmla="*/ 9 h 12"/>
                <a:gd name="T6" fmla="*/ 1 w 37"/>
                <a:gd name="T7" fmla="*/ 10 h 12"/>
                <a:gd name="T8" fmla="*/ 4 w 37"/>
                <a:gd name="T9" fmla="*/ 12 h 12"/>
                <a:gd name="T10" fmla="*/ 34 w 37"/>
                <a:gd name="T11" fmla="*/ 7 h 12"/>
                <a:gd name="T12" fmla="*/ 36 w 37"/>
                <a:gd name="T13" fmla="*/ 3 h 12"/>
                <a:gd name="T14" fmla="*/ 36 w 37"/>
                <a:gd name="T15" fmla="*/ 3 h 12"/>
                <a:gd name="T16" fmla="*/ 33 w 37"/>
                <a:gd name="T17" fmla="*/ 1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2">
                  <a:moveTo>
                    <a:pt x="33" y="1"/>
                  </a:moveTo>
                  <a:cubicBezTo>
                    <a:pt x="3" y="6"/>
                    <a:pt x="3" y="6"/>
                    <a:pt x="3" y="6"/>
                  </a:cubicBezTo>
                  <a:cubicBezTo>
                    <a:pt x="1" y="6"/>
                    <a:pt x="0" y="8"/>
                    <a:pt x="1" y="9"/>
                  </a:cubicBezTo>
                  <a:cubicBezTo>
                    <a:pt x="1" y="10"/>
                    <a:pt x="1" y="10"/>
                    <a:pt x="1" y="10"/>
                  </a:cubicBezTo>
                  <a:cubicBezTo>
                    <a:pt x="1" y="11"/>
                    <a:pt x="2" y="12"/>
                    <a:pt x="4" y="12"/>
                  </a:cubicBezTo>
                  <a:cubicBezTo>
                    <a:pt x="34" y="7"/>
                    <a:pt x="34" y="7"/>
                    <a:pt x="34" y="7"/>
                  </a:cubicBezTo>
                  <a:cubicBezTo>
                    <a:pt x="36" y="6"/>
                    <a:pt x="37" y="5"/>
                    <a:pt x="36" y="3"/>
                  </a:cubicBezTo>
                  <a:cubicBezTo>
                    <a:pt x="36" y="3"/>
                    <a:pt x="36" y="3"/>
                    <a:pt x="36" y="3"/>
                  </a:cubicBezTo>
                  <a:cubicBezTo>
                    <a:pt x="36" y="1"/>
                    <a:pt x="35" y="0"/>
                    <a:pt x="33" y="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4" name="Freeform 1454">
              <a:extLst>
                <a:ext uri="{FF2B5EF4-FFF2-40B4-BE49-F238E27FC236}">
                  <a16:creationId xmlns:a16="http://schemas.microsoft.com/office/drawing/2014/main" id="{58E7A742-54A1-4D33-9046-7B44B01AE082}"/>
                </a:ext>
              </a:extLst>
            </p:cNvPr>
            <p:cNvSpPr>
              <a:spLocks/>
            </p:cNvSpPr>
            <p:nvPr/>
          </p:nvSpPr>
          <p:spPr bwMode="auto">
            <a:xfrm>
              <a:off x="4382538" y="1880971"/>
              <a:ext cx="119398" cy="75981"/>
            </a:xfrm>
            <a:custGeom>
              <a:avLst/>
              <a:gdLst>
                <a:gd name="T0" fmla="*/ 0 w 20"/>
                <a:gd name="T1" fmla="*/ 4 h 13"/>
                <a:gd name="T2" fmla="*/ 11 w 20"/>
                <a:gd name="T3" fmla="*/ 12 h 13"/>
                <a:gd name="T4" fmla="*/ 19 w 20"/>
                <a:gd name="T5" fmla="*/ 0 h 13"/>
                <a:gd name="T6" fmla="*/ 0 w 20"/>
                <a:gd name="T7" fmla="*/ 4 h 13"/>
              </a:gdLst>
              <a:ahLst/>
              <a:cxnLst>
                <a:cxn ang="0">
                  <a:pos x="T0" y="T1"/>
                </a:cxn>
                <a:cxn ang="0">
                  <a:pos x="T2" y="T3"/>
                </a:cxn>
                <a:cxn ang="0">
                  <a:pos x="T4" y="T5"/>
                </a:cxn>
                <a:cxn ang="0">
                  <a:pos x="T6" y="T7"/>
                </a:cxn>
              </a:cxnLst>
              <a:rect l="0" t="0" r="r" b="b"/>
              <a:pathLst>
                <a:path w="20" h="13">
                  <a:moveTo>
                    <a:pt x="0" y="4"/>
                  </a:moveTo>
                  <a:cubicBezTo>
                    <a:pt x="1" y="9"/>
                    <a:pt x="6" y="13"/>
                    <a:pt x="11" y="12"/>
                  </a:cubicBezTo>
                  <a:cubicBezTo>
                    <a:pt x="17" y="11"/>
                    <a:pt x="20" y="6"/>
                    <a:pt x="19" y="0"/>
                  </a:cubicBezTo>
                  <a:lnTo>
                    <a:pt x="0" y="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5" name="Freeform 1455">
              <a:extLst>
                <a:ext uri="{FF2B5EF4-FFF2-40B4-BE49-F238E27FC236}">
                  <a16:creationId xmlns:a16="http://schemas.microsoft.com/office/drawing/2014/main" id="{E5F16F78-4965-454C-8445-AD6D47D0D8DC}"/>
                </a:ext>
              </a:extLst>
            </p:cNvPr>
            <p:cNvSpPr>
              <a:spLocks noEditPoints="1"/>
            </p:cNvSpPr>
            <p:nvPr/>
          </p:nvSpPr>
          <p:spPr bwMode="auto">
            <a:xfrm>
              <a:off x="4203440" y="1153733"/>
              <a:ext cx="428743" cy="569852"/>
            </a:xfrm>
            <a:custGeom>
              <a:avLst/>
              <a:gdLst>
                <a:gd name="T0" fmla="*/ 37 w 73"/>
                <a:gd name="T1" fmla="*/ 0 h 96"/>
                <a:gd name="T2" fmla="*/ 0 w 73"/>
                <a:gd name="T3" fmla="*/ 37 h 96"/>
                <a:gd name="T4" fmla="*/ 11 w 73"/>
                <a:gd name="T5" fmla="*/ 63 h 96"/>
                <a:gd name="T6" fmla="*/ 23 w 73"/>
                <a:gd name="T7" fmla="*/ 92 h 96"/>
                <a:gd name="T8" fmla="*/ 23 w 73"/>
                <a:gd name="T9" fmla="*/ 96 h 96"/>
                <a:gd name="T10" fmla="*/ 55 w 73"/>
                <a:gd name="T11" fmla="*/ 91 h 96"/>
                <a:gd name="T12" fmla="*/ 55 w 73"/>
                <a:gd name="T13" fmla="*/ 88 h 96"/>
                <a:gd name="T14" fmla="*/ 65 w 73"/>
                <a:gd name="T15" fmla="*/ 59 h 96"/>
                <a:gd name="T16" fmla="*/ 73 w 73"/>
                <a:gd name="T17" fmla="*/ 37 h 96"/>
                <a:gd name="T18" fmla="*/ 37 w 73"/>
                <a:gd name="T19" fmla="*/ 0 h 96"/>
                <a:gd name="T20" fmla="*/ 59 w 73"/>
                <a:gd name="T21" fmla="*/ 56 h 96"/>
                <a:gd name="T22" fmla="*/ 48 w 73"/>
                <a:gd name="T23" fmla="*/ 85 h 96"/>
                <a:gd name="T24" fmla="*/ 29 w 73"/>
                <a:gd name="T25" fmla="*/ 88 h 96"/>
                <a:gd name="T26" fmla="*/ 16 w 73"/>
                <a:gd name="T27" fmla="*/ 59 h 96"/>
                <a:gd name="T28" fmla="*/ 6 w 73"/>
                <a:gd name="T29" fmla="*/ 37 h 96"/>
                <a:gd name="T30" fmla="*/ 37 w 73"/>
                <a:gd name="T31" fmla="*/ 7 h 96"/>
                <a:gd name="T32" fmla="*/ 67 w 73"/>
                <a:gd name="T33" fmla="*/ 37 h 96"/>
                <a:gd name="T34" fmla="*/ 59 w 73"/>
                <a:gd name="T35" fmla="*/ 56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3" h="96">
                  <a:moveTo>
                    <a:pt x="37" y="0"/>
                  </a:moveTo>
                  <a:cubicBezTo>
                    <a:pt x="16" y="0"/>
                    <a:pt x="0" y="17"/>
                    <a:pt x="0" y="37"/>
                  </a:cubicBezTo>
                  <a:cubicBezTo>
                    <a:pt x="0" y="49"/>
                    <a:pt x="5" y="56"/>
                    <a:pt x="11" y="63"/>
                  </a:cubicBezTo>
                  <a:cubicBezTo>
                    <a:pt x="16" y="71"/>
                    <a:pt x="22" y="78"/>
                    <a:pt x="23" y="92"/>
                  </a:cubicBezTo>
                  <a:cubicBezTo>
                    <a:pt x="23" y="96"/>
                    <a:pt x="23" y="96"/>
                    <a:pt x="23" y="96"/>
                  </a:cubicBezTo>
                  <a:cubicBezTo>
                    <a:pt x="55" y="91"/>
                    <a:pt x="55" y="91"/>
                    <a:pt x="55" y="91"/>
                  </a:cubicBezTo>
                  <a:cubicBezTo>
                    <a:pt x="55" y="88"/>
                    <a:pt x="55" y="88"/>
                    <a:pt x="55" y="88"/>
                  </a:cubicBezTo>
                  <a:cubicBezTo>
                    <a:pt x="54" y="76"/>
                    <a:pt x="60" y="67"/>
                    <a:pt x="65" y="59"/>
                  </a:cubicBezTo>
                  <a:cubicBezTo>
                    <a:pt x="69" y="52"/>
                    <a:pt x="73" y="45"/>
                    <a:pt x="73" y="37"/>
                  </a:cubicBezTo>
                  <a:cubicBezTo>
                    <a:pt x="73" y="17"/>
                    <a:pt x="57" y="0"/>
                    <a:pt x="37" y="0"/>
                  </a:cubicBezTo>
                  <a:close/>
                  <a:moveTo>
                    <a:pt x="59" y="56"/>
                  </a:moveTo>
                  <a:cubicBezTo>
                    <a:pt x="54" y="64"/>
                    <a:pt x="49" y="73"/>
                    <a:pt x="48" y="85"/>
                  </a:cubicBezTo>
                  <a:cubicBezTo>
                    <a:pt x="29" y="88"/>
                    <a:pt x="29" y="88"/>
                    <a:pt x="29" y="88"/>
                  </a:cubicBezTo>
                  <a:cubicBezTo>
                    <a:pt x="27" y="75"/>
                    <a:pt x="21" y="66"/>
                    <a:pt x="16" y="59"/>
                  </a:cubicBezTo>
                  <a:cubicBezTo>
                    <a:pt x="11" y="52"/>
                    <a:pt x="6" y="46"/>
                    <a:pt x="6" y="37"/>
                  </a:cubicBezTo>
                  <a:cubicBezTo>
                    <a:pt x="6" y="20"/>
                    <a:pt x="20" y="7"/>
                    <a:pt x="37" y="7"/>
                  </a:cubicBezTo>
                  <a:cubicBezTo>
                    <a:pt x="53" y="7"/>
                    <a:pt x="67" y="20"/>
                    <a:pt x="67" y="37"/>
                  </a:cubicBezTo>
                  <a:cubicBezTo>
                    <a:pt x="67" y="43"/>
                    <a:pt x="63" y="49"/>
                    <a:pt x="59" y="5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48" name="Group 53">
            <a:extLst>
              <a:ext uri="{FF2B5EF4-FFF2-40B4-BE49-F238E27FC236}">
                <a16:creationId xmlns:a16="http://schemas.microsoft.com/office/drawing/2014/main" id="{C5430281-8C54-4E88-9F04-63F64FC08BEE}"/>
              </a:ext>
            </a:extLst>
          </p:cNvPr>
          <p:cNvGrpSpPr/>
          <p:nvPr/>
        </p:nvGrpSpPr>
        <p:grpSpPr>
          <a:xfrm>
            <a:off x="9945354" y="4834891"/>
            <a:ext cx="415561" cy="415561"/>
            <a:chOff x="1637252" y="4342379"/>
            <a:chExt cx="400024" cy="400024"/>
          </a:xfrm>
          <a:solidFill>
            <a:schemeClr val="accent4"/>
          </a:solidFill>
        </p:grpSpPr>
        <p:sp>
          <p:nvSpPr>
            <p:cNvPr id="49" name="Freeform 57">
              <a:extLst>
                <a:ext uri="{FF2B5EF4-FFF2-40B4-BE49-F238E27FC236}">
                  <a16:creationId xmlns:a16="http://schemas.microsoft.com/office/drawing/2014/main" id="{98DE72BA-08E4-4279-8D6C-DD05966A4551}"/>
                </a:ext>
              </a:extLst>
            </p:cNvPr>
            <p:cNvSpPr>
              <a:spLocks noEditPoints="1"/>
            </p:cNvSpPr>
            <p:nvPr/>
          </p:nvSpPr>
          <p:spPr bwMode="auto">
            <a:xfrm>
              <a:off x="1637252" y="4342379"/>
              <a:ext cx="125420" cy="400024"/>
            </a:xfrm>
            <a:custGeom>
              <a:avLst/>
              <a:gdLst>
                <a:gd name="T0" fmla="*/ 32 w 40"/>
                <a:gd name="T1" fmla="*/ 24 h 128"/>
                <a:gd name="T2" fmla="*/ 32 w 40"/>
                <a:gd name="T3" fmla="*/ 12 h 128"/>
                <a:gd name="T4" fmla="*/ 20 w 40"/>
                <a:gd name="T5" fmla="*/ 0 h 128"/>
                <a:gd name="T6" fmla="*/ 8 w 40"/>
                <a:gd name="T7" fmla="*/ 12 h 128"/>
                <a:gd name="T8" fmla="*/ 8 w 40"/>
                <a:gd name="T9" fmla="*/ 24 h 128"/>
                <a:gd name="T10" fmla="*/ 0 w 40"/>
                <a:gd name="T11" fmla="*/ 40 h 128"/>
                <a:gd name="T12" fmla="*/ 8 w 40"/>
                <a:gd name="T13" fmla="*/ 56 h 128"/>
                <a:gd name="T14" fmla="*/ 8 w 40"/>
                <a:gd name="T15" fmla="*/ 116 h 128"/>
                <a:gd name="T16" fmla="*/ 20 w 40"/>
                <a:gd name="T17" fmla="*/ 128 h 128"/>
                <a:gd name="T18" fmla="*/ 32 w 40"/>
                <a:gd name="T19" fmla="*/ 116 h 128"/>
                <a:gd name="T20" fmla="*/ 32 w 40"/>
                <a:gd name="T21" fmla="*/ 56 h 128"/>
                <a:gd name="T22" fmla="*/ 40 w 40"/>
                <a:gd name="T23" fmla="*/ 40 h 128"/>
                <a:gd name="T24" fmla="*/ 32 w 40"/>
                <a:gd name="T25" fmla="*/ 24 h 128"/>
                <a:gd name="T26" fmla="*/ 16 w 40"/>
                <a:gd name="T27" fmla="*/ 12 h 128"/>
                <a:gd name="T28" fmla="*/ 20 w 40"/>
                <a:gd name="T29" fmla="*/ 8 h 128"/>
                <a:gd name="T30" fmla="*/ 24 w 40"/>
                <a:gd name="T31" fmla="*/ 12 h 128"/>
                <a:gd name="T32" fmla="*/ 24 w 40"/>
                <a:gd name="T33" fmla="*/ 20 h 128"/>
                <a:gd name="T34" fmla="*/ 20 w 40"/>
                <a:gd name="T35" fmla="*/ 20 h 128"/>
                <a:gd name="T36" fmla="*/ 16 w 40"/>
                <a:gd name="T37" fmla="*/ 20 h 128"/>
                <a:gd name="T38" fmla="*/ 16 w 40"/>
                <a:gd name="T39" fmla="*/ 12 h 128"/>
                <a:gd name="T40" fmla="*/ 24 w 40"/>
                <a:gd name="T41" fmla="*/ 116 h 128"/>
                <a:gd name="T42" fmla="*/ 20 w 40"/>
                <a:gd name="T43" fmla="*/ 120 h 128"/>
                <a:gd name="T44" fmla="*/ 16 w 40"/>
                <a:gd name="T45" fmla="*/ 116 h 128"/>
                <a:gd name="T46" fmla="*/ 16 w 40"/>
                <a:gd name="T47" fmla="*/ 60 h 128"/>
                <a:gd name="T48" fmla="*/ 20 w 40"/>
                <a:gd name="T49" fmla="*/ 60 h 128"/>
                <a:gd name="T50" fmla="*/ 24 w 40"/>
                <a:gd name="T51" fmla="*/ 60 h 128"/>
                <a:gd name="T52" fmla="*/ 24 w 40"/>
                <a:gd name="T53" fmla="*/ 116 h 128"/>
                <a:gd name="T54" fmla="*/ 31 w 40"/>
                <a:gd name="T55" fmla="*/ 43 h 128"/>
                <a:gd name="T56" fmla="*/ 31 w 40"/>
                <a:gd name="T57" fmla="*/ 44 h 128"/>
                <a:gd name="T58" fmla="*/ 30 w 40"/>
                <a:gd name="T59" fmla="*/ 47 h 128"/>
                <a:gd name="T60" fmla="*/ 30 w 40"/>
                <a:gd name="T61" fmla="*/ 47 h 128"/>
                <a:gd name="T62" fmla="*/ 27 w 40"/>
                <a:gd name="T63" fmla="*/ 50 h 128"/>
                <a:gd name="T64" fmla="*/ 27 w 40"/>
                <a:gd name="T65" fmla="*/ 50 h 128"/>
                <a:gd name="T66" fmla="*/ 24 w 40"/>
                <a:gd name="T67" fmla="*/ 51 h 128"/>
                <a:gd name="T68" fmla="*/ 20 w 40"/>
                <a:gd name="T69" fmla="*/ 52 h 128"/>
                <a:gd name="T70" fmla="*/ 16 w 40"/>
                <a:gd name="T71" fmla="*/ 51 h 128"/>
                <a:gd name="T72" fmla="*/ 13 w 40"/>
                <a:gd name="T73" fmla="*/ 50 h 128"/>
                <a:gd name="T74" fmla="*/ 13 w 40"/>
                <a:gd name="T75" fmla="*/ 50 h 128"/>
                <a:gd name="T76" fmla="*/ 10 w 40"/>
                <a:gd name="T77" fmla="*/ 47 h 128"/>
                <a:gd name="T78" fmla="*/ 10 w 40"/>
                <a:gd name="T79" fmla="*/ 47 h 128"/>
                <a:gd name="T80" fmla="*/ 9 w 40"/>
                <a:gd name="T81" fmla="*/ 44 h 128"/>
                <a:gd name="T82" fmla="*/ 9 w 40"/>
                <a:gd name="T83" fmla="*/ 43 h 128"/>
                <a:gd name="T84" fmla="*/ 8 w 40"/>
                <a:gd name="T85" fmla="*/ 40 h 128"/>
                <a:gd name="T86" fmla="*/ 9 w 40"/>
                <a:gd name="T87" fmla="*/ 37 h 128"/>
                <a:gd name="T88" fmla="*/ 9 w 40"/>
                <a:gd name="T89" fmla="*/ 36 h 128"/>
                <a:gd name="T90" fmla="*/ 10 w 40"/>
                <a:gd name="T91" fmla="*/ 33 h 128"/>
                <a:gd name="T92" fmla="*/ 10 w 40"/>
                <a:gd name="T93" fmla="*/ 33 h 128"/>
                <a:gd name="T94" fmla="*/ 13 w 40"/>
                <a:gd name="T95" fmla="*/ 30 h 128"/>
                <a:gd name="T96" fmla="*/ 13 w 40"/>
                <a:gd name="T97" fmla="*/ 30 h 128"/>
                <a:gd name="T98" fmla="*/ 16 w 40"/>
                <a:gd name="T99" fmla="*/ 29 h 128"/>
                <a:gd name="T100" fmla="*/ 20 w 40"/>
                <a:gd name="T101" fmla="*/ 28 h 128"/>
                <a:gd name="T102" fmla="*/ 24 w 40"/>
                <a:gd name="T103" fmla="*/ 29 h 128"/>
                <a:gd name="T104" fmla="*/ 27 w 40"/>
                <a:gd name="T105" fmla="*/ 30 h 128"/>
                <a:gd name="T106" fmla="*/ 27 w 40"/>
                <a:gd name="T107" fmla="*/ 30 h 128"/>
                <a:gd name="T108" fmla="*/ 30 w 40"/>
                <a:gd name="T109" fmla="*/ 33 h 128"/>
                <a:gd name="T110" fmla="*/ 30 w 40"/>
                <a:gd name="T111" fmla="*/ 33 h 128"/>
                <a:gd name="T112" fmla="*/ 31 w 40"/>
                <a:gd name="T113" fmla="*/ 36 h 128"/>
                <a:gd name="T114" fmla="*/ 31 w 40"/>
                <a:gd name="T115" fmla="*/ 37 h 128"/>
                <a:gd name="T116" fmla="*/ 32 w 40"/>
                <a:gd name="T117" fmla="*/ 40 h 128"/>
                <a:gd name="T118" fmla="*/ 31 w 40"/>
                <a:gd name="T119" fmla="*/ 4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24"/>
                  </a:moveTo>
                  <a:cubicBezTo>
                    <a:pt x="32" y="12"/>
                    <a:pt x="32" y="12"/>
                    <a:pt x="32" y="12"/>
                  </a:cubicBezTo>
                  <a:cubicBezTo>
                    <a:pt x="32" y="5"/>
                    <a:pt x="27" y="0"/>
                    <a:pt x="20" y="0"/>
                  </a:cubicBezTo>
                  <a:cubicBezTo>
                    <a:pt x="13" y="0"/>
                    <a:pt x="8" y="5"/>
                    <a:pt x="8" y="12"/>
                  </a:cubicBezTo>
                  <a:cubicBezTo>
                    <a:pt x="8" y="24"/>
                    <a:pt x="8" y="24"/>
                    <a:pt x="8" y="24"/>
                  </a:cubicBezTo>
                  <a:cubicBezTo>
                    <a:pt x="3" y="28"/>
                    <a:pt x="0" y="33"/>
                    <a:pt x="0" y="40"/>
                  </a:cubicBezTo>
                  <a:cubicBezTo>
                    <a:pt x="0" y="47"/>
                    <a:pt x="3" y="52"/>
                    <a:pt x="8" y="56"/>
                  </a:cubicBezTo>
                  <a:cubicBezTo>
                    <a:pt x="8" y="116"/>
                    <a:pt x="8" y="116"/>
                    <a:pt x="8" y="116"/>
                  </a:cubicBezTo>
                  <a:cubicBezTo>
                    <a:pt x="8" y="123"/>
                    <a:pt x="13" y="128"/>
                    <a:pt x="20" y="128"/>
                  </a:cubicBezTo>
                  <a:cubicBezTo>
                    <a:pt x="27" y="128"/>
                    <a:pt x="32" y="123"/>
                    <a:pt x="32" y="116"/>
                  </a:cubicBezTo>
                  <a:cubicBezTo>
                    <a:pt x="32" y="56"/>
                    <a:pt x="32" y="56"/>
                    <a:pt x="32" y="56"/>
                  </a:cubicBezTo>
                  <a:cubicBezTo>
                    <a:pt x="37" y="52"/>
                    <a:pt x="40" y="47"/>
                    <a:pt x="40" y="40"/>
                  </a:cubicBezTo>
                  <a:cubicBezTo>
                    <a:pt x="40" y="33"/>
                    <a:pt x="37" y="28"/>
                    <a:pt x="32" y="24"/>
                  </a:cubicBezTo>
                  <a:close/>
                  <a:moveTo>
                    <a:pt x="16" y="12"/>
                  </a:moveTo>
                  <a:cubicBezTo>
                    <a:pt x="16" y="10"/>
                    <a:pt x="18" y="8"/>
                    <a:pt x="20" y="8"/>
                  </a:cubicBezTo>
                  <a:cubicBezTo>
                    <a:pt x="22" y="8"/>
                    <a:pt x="24" y="10"/>
                    <a:pt x="24" y="12"/>
                  </a:cubicBezTo>
                  <a:cubicBezTo>
                    <a:pt x="24" y="20"/>
                    <a:pt x="24" y="20"/>
                    <a:pt x="24" y="20"/>
                  </a:cubicBezTo>
                  <a:cubicBezTo>
                    <a:pt x="23" y="20"/>
                    <a:pt x="21" y="20"/>
                    <a:pt x="20" y="20"/>
                  </a:cubicBezTo>
                  <a:cubicBezTo>
                    <a:pt x="19" y="20"/>
                    <a:pt x="17" y="20"/>
                    <a:pt x="16" y="20"/>
                  </a:cubicBezTo>
                  <a:lnTo>
                    <a:pt x="16" y="12"/>
                  </a:lnTo>
                  <a:close/>
                  <a:moveTo>
                    <a:pt x="24" y="116"/>
                  </a:moveTo>
                  <a:cubicBezTo>
                    <a:pt x="24" y="118"/>
                    <a:pt x="22" y="120"/>
                    <a:pt x="20" y="120"/>
                  </a:cubicBezTo>
                  <a:cubicBezTo>
                    <a:pt x="18" y="120"/>
                    <a:pt x="16" y="118"/>
                    <a:pt x="16" y="116"/>
                  </a:cubicBezTo>
                  <a:cubicBezTo>
                    <a:pt x="16" y="60"/>
                    <a:pt x="16" y="60"/>
                    <a:pt x="16" y="60"/>
                  </a:cubicBezTo>
                  <a:cubicBezTo>
                    <a:pt x="17" y="60"/>
                    <a:pt x="19" y="60"/>
                    <a:pt x="20" y="60"/>
                  </a:cubicBezTo>
                  <a:cubicBezTo>
                    <a:pt x="21" y="60"/>
                    <a:pt x="23" y="60"/>
                    <a:pt x="24" y="60"/>
                  </a:cubicBezTo>
                  <a:lnTo>
                    <a:pt x="24" y="116"/>
                  </a:lnTo>
                  <a:close/>
                  <a:moveTo>
                    <a:pt x="31" y="43"/>
                  </a:moveTo>
                  <a:cubicBezTo>
                    <a:pt x="31" y="44"/>
                    <a:pt x="31" y="44"/>
                    <a:pt x="31" y="44"/>
                  </a:cubicBezTo>
                  <a:cubicBezTo>
                    <a:pt x="31" y="45"/>
                    <a:pt x="30" y="46"/>
                    <a:pt x="30" y="47"/>
                  </a:cubicBezTo>
                  <a:cubicBezTo>
                    <a:pt x="30" y="47"/>
                    <a:pt x="30" y="47"/>
                    <a:pt x="30" y="47"/>
                  </a:cubicBezTo>
                  <a:cubicBezTo>
                    <a:pt x="29" y="48"/>
                    <a:pt x="28" y="49"/>
                    <a:pt x="27" y="50"/>
                  </a:cubicBezTo>
                  <a:cubicBezTo>
                    <a:pt x="27" y="50"/>
                    <a:pt x="27" y="50"/>
                    <a:pt x="27" y="50"/>
                  </a:cubicBezTo>
                  <a:cubicBezTo>
                    <a:pt x="26" y="50"/>
                    <a:pt x="25" y="51"/>
                    <a:pt x="24" y="51"/>
                  </a:cubicBezTo>
                  <a:cubicBezTo>
                    <a:pt x="23" y="52"/>
                    <a:pt x="21" y="52"/>
                    <a:pt x="20" y="52"/>
                  </a:cubicBezTo>
                  <a:cubicBezTo>
                    <a:pt x="19" y="52"/>
                    <a:pt x="17" y="52"/>
                    <a:pt x="16" y="51"/>
                  </a:cubicBezTo>
                  <a:cubicBezTo>
                    <a:pt x="15" y="51"/>
                    <a:pt x="14" y="50"/>
                    <a:pt x="13" y="50"/>
                  </a:cubicBezTo>
                  <a:cubicBezTo>
                    <a:pt x="13" y="50"/>
                    <a:pt x="13" y="50"/>
                    <a:pt x="13" y="50"/>
                  </a:cubicBezTo>
                  <a:cubicBezTo>
                    <a:pt x="12" y="49"/>
                    <a:pt x="11" y="48"/>
                    <a:pt x="10" y="47"/>
                  </a:cubicBezTo>
                  <a:cubicBezTo>
                    <a:pt x="10" y="47"/>
                    <a:pt x="10" y="47"/>
                    <a:pt x="10" y="47"/>
                  </a:cubicBezTo>
                  <a:cubicBezTo>
                    <a:pt x="10" y="46"/>
                    <a:pt x="9" y="45"/>
                    <a:pt x="9" y="44"/>
                  </a:cubicBezTo>
                  <a:cubicBezTo>
                    <a:pt x="9" y="44"/>
                    <a:pt x="9" y="44"/>
                    <a:pt x="9" y="43"/>
                  </a:cubicBezTo>
                  <a:cubicBezTo>
                    <a:pt x="8" y="42"/>
                    <a:pt x="8" y="41"/>
                    <a:pt x="8" y="40"/>
                  </a:cubicBezTo>
                  <a:cubicBezTo>
                    <a:pt x="8" y="39"/>
                    <a:pt x="8" y="38"/>
                    <a:pt x="9" y="37"/>
                  </a:cubicBezTo>
                  <a:cubicBezTo>
                    <a:pt x="9" y="36"/>
                    <a:pt x="9" y="36"/>
                    <a:pt x="9" y="36"/>
                  </a:cubicBezTo>
                  <a:cubicBezTo>
                    <a:pt x="9" y="35"/>
                    <a:pt x="10" y="34"/>
                    <a:pt x="10" y="33"/>
                  </a:cubicBezTo>
                  <a:cubicBezTo>
                    <a:pt x="10" y="33"/>
                    <a:pt x="10" y="33"/>
                    <a:pt x="10" y="33"/>
                  </a:cubicBezTo>
                  <a:cubicBezTo>
                    <a:pt x="11" y="32"/>
                    <a:pt x="12" y="31"/>
                    <a:pt x="13" y="30"/>
                  </a:cubicBezTo>
                  <a:cubicBezTo>
                    <a:pt x="13" y="30"/>
                    <a:pt x="13" y="30"/>
                    <a:pt x="13" y="30"/>
                  </a:cubicBezTo>
                  <a:cubicBezTo>
                    <a:pt x="14" y="30"/>
                    <a:pt x="15" y="29"/>
                    <a:pt x="16" y="29"/>
                  </a:cubicBezTo>
                  <a:cubicBezTo>
                    <a:pt x="17" y="28"/>
                    <a:pt x="19" y="28"/>
                    <a:pt x="20" y="28"/>
                  </a:cubicBezTo>
                  <a:cubicBezTo>
                    <a:pt x="21" y="28"/>
                    <a:pt x="23" y="28"/>
                    <a:pt x="24" y="29"/>
                  </a:cubicBezTo>
                  <a:cubicBezTo>
                    <a:pt x="25" y="29"/>
                    <a:pt x="26" y="30"/>
                    <a:pt x="27" y="30"/>
                  </a:cubicBezTo>
                  <a:cubicBezTo>
                    <a:pt x="27" y="30"/>
                    <a:pt x="27" y="30"/>
                    <a:pt x="27" y="30"/>
                  </a:cubicBezTo>
                  <a:cubicBezTo>
                    <a:pt x="28" y="31"/>
                    <a:pt x="29" y="32"/>
                    <a:pt x="30" y="33"/>
                  </a:cubicBezTo>
                  <a:cubicBezTo>
                    <a:pt x="30" y="33"/>
                    <a:pt x="30" y="33"/>
                    <a:pt x="30" y="33"/>
                  </a:cubicBezTo>
                  <a:cubicBezTo>
                    <a:pt x="30" y="34"/>
                    <a:pt x="31" y="35"/>
                    <a:pt x="31" y="36"/>
                  </a:cubicBezTo>
                  <a:cubicBezTo>
                    <a:pt x="31" y="36"/>
                    <a:pt x="31" y="36"/>
                    <a:pt x="31" y="37"/>
                  </a:cubicBezTo>
                  <a:cubicBezTo>
                    <a:pt x="32" y="38"/>
                    <a:pt x="32" y="39"/>
                    <a:pt x="32" y="40"/>
                  </a:cubicBezTo>
                  <a:cubicBezTo>
                    <a:pt x="32" y="41"/>
                    <a:pt x="32" y="42"/>
                    <a:pt x="3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0" name="Freeform 58">
              <a:extLst>
                <a:ext uri="{FF2B5EF4-FFF2-40B4-BE49-F238E27FC236}">
                  <a16:creationId xmlns:a16="http://schemas.microsoft.com/office/drawing/2014/main" id="{A0AAFD86-8041-4ECA-8186-0D695EFCC5B2}"/>
                </a:ext>
              </a:extLst>
            </p:cNvPr>
            <p:cNvSpPr>
              <a:spLocks noEditPoints="1"/>
            </p:cNvSpPr>
            <p:nvPr/>
          </p:nvSpPr>
          <p:spPr bwMode="auto">
            <a:xfrm>
              <a:off x="1911856" y="4342379"/>
              <a:ext cx="125420" cy="400024"/>
            </a:xfrm>
            <a:custGeom>
              <a:avLst/>
              <a:gdLst>
                <a:gd name="T0" fmla="*/ 32 w 40"/>
                <a:gd name="T1" fmla="*/ 24 h 128"/>
                <a:gd name="T2" fmla="*/ 32 w 40"/>
                <a:gd name="T3" fmla="*/ 12 h 128"/>
                <a:gd name="T4" fmla="*/ 20 w 40"/>
                <a:gd name="T5" fmla="*/ 0 h 128"/>
                <a:gd name="T6" fmla="*/ 8 w 40"/>
                <a:gd name="T7" fmla="*/ 12 h 128"/>
                <a:gd name="T8" fmla="*/ 8 w 40"/>
                <a:gd name="T9" fmla="*/ 24 h 128"/>
                <a:gd name="T10" fmla="*/ 0 w 40"/>
                <a:gd name="T11" fmla="*/ 40 h 128"/>
                <a:gd name="T12" fmla="*/ 8 w 40"/>
                <a:gd name="T13" fmla="*/ 56 h 128"/>
                <a:gd name="T14" fmla="*/ 8 w 40"/>
                <a:gd name="T15" fmla="*/ 116 h 128"/>
                <a:gd name="T16" fmla="*/ 20 w 40"/>
                <a:gd name="T17" fmla="*/ 128 h 128"/>
                <a:gd name="T18" fmla="*/ 32 w 40"/>
                <a:gd name="T19" fmla="*/ 116 h 128"/>
                <a:gd name="T20" fmla="*/ 32 w 40"/>
                <a:gd name="T21" fmla="*/ 56 h 128"/>
                <a:gd name="T22" fmla="*/ 40 w 40"/>
                <a:gd name="T23" fmla="*/ 40 h 128"/>
                <a:gd name="T24" fmla="*/ 32 w 40"/>
                <a:gd name="T25" fmla="*/ 24 h 128"/>
                <a:gd name="T26" fmla="*/ 16 w 40"/>
                <a:gd name="T27" fmla="*/ 12 h 128"/>
                <a:gd name="T28" fmla="*/ 20 w 40"/>
                <a:gd name="T29" fmla="*/ 8 h 128"/>
                <a:gd name="T30" fmla="*/ 24 w 40"/>
                <a:gd name="T31" fmla="*/ 12 h 128"/>
                <a:gd name="T32" fmla="*/ 24 w 40"/>
                <a:gd name="T33" fmla="*/ 20 h 128"/>
                <a:gd name="T34" fmla="*/ 20 w 40"/>
                <a:gd name="T35" fmla="*/ 20 h 128"/>
                <a:gd name="T36" fmla="*/ 16 w 40"/>
                <a:gd name="T37" fmla="*/ 20 h 128"/>
                <a:gd name="T38" fmla="*/ 16 w 40"/>
                <a:gd name="T39" fmla="*/ 12 h 128"/>
                <a:gd name="T40" fmla="*/ 24 w 40"/>
                <a:gd name="T41" fmla="*/ 116 h 128"/>
                <a:gd name="T42" fmla="*/ 20 w 40"/>
                <a:gd name="T43" fmla="*/ 120 h 128"/>
                <a:gd name="T44" fmla="*/ 16 w 40"/>
                <a:gd name="T45" fmla="*/ 116 h 128"/>
                <a:gd name="T46" fmla="*/ 16 w 40"/>
                <a:gd name="T47" fmla="*/ 60 h 128"/>
                <a:gd name="T48" fmla="*/ 20 w 40"/>
                <a:gd name="T49" fmla="*/ 60 h 128"/>
                <a:gd name="T50" fmla="*/ 24 w 40"/>
                <a:gd name="T51" fmla="*/ 60 h 128"/>
                <a:gd name="T52" fmla="*/ 24 w 40"/>
                <a:gd name="T53" fmla="*/ 116 h 128"/>
                <a:gd name="T54" fmla="*/ 31 w 40"/>
                <a:gd name="T55" fmla="*/ 43 h 128"/>
                <a:gd name="T56" fmla="*/ 31 w 40"/>
                <a:gd name="T57" fmla="*/ 44 h 128"/>
                <a:gd name="T58" fmla="*/ 30 w 40"/>
                <a:gd name="T59" fmla="*/ 47 h 128"/>
                <a:gd name="T60" fmla="*/ 30 w 40"/>
                <a:gd name="T61" fmla="*/ 47 h 128"/>
                <a:gd name="T62" fmla="*/ 27 w 40"/>
                <a:gd name="T63" fmla="*/ 50 h 128"/>
                <a:gd name="T64" fmla="*/ 27 w 40"/>
                <a:gd name="T65" fmla="*/ 50 h 128"/>
                <a:gd name="T66" fmla="*/ 24 w 40"/>
                <a:gd name="T67" fmla="*/ 51 h 128"/>
                <a:gd name="T68" fmla="*/ 20 w 40"/>
                <a:gd name="T69" fmla="*/ 52 h 128"/>
                <a:gd name="T70" fmla="*/ 16 w 40"/>
                <a:gd name="T71" fmla="*/ 51 h 128"/>
                <a:gd name="T72" fmla="*/ 13 w 40"/>
                <a:gd name="T73" fmla="*/ 50 h 128"/>
                <a:gd name="T74" fmla="*/ 13 w 40"/>
                <a:gd name="T75" fmla="*/ 50 h 128"/>
                <a:gd name="T76" fmla="*/ 10 w 40"/>
                <a:gd name="T77" fmla="*/ 47 h 128"/>
                <a:gd name="T78" fmla="*/ 10 w 40"/>
                <a:gd name="T79" fmla="*/ 47 h 128"/>
                <a:gd name="T80" fmla="*/ 9 w 40"/>
                <a:gd name="T81" fmla="*/ 44 h 128"/>
                <a:gd name="T82" fmla="*/ 9 w 40"/>
                <a:gd name="T83" fmla="*/ 43 h 128"/>
                <a:gd name="T84" fmla="*/ 8 w 40"/>
                <a:gd name="T85" fmla="*/ 40 h 128"/>
                <a:gd name="T86" fmla="*/ 9 w 40"/>
                <a:gd name="T87" fmla="*/ 37 h 128"/>
                <a:gd name="T88" fmla="*/ 9 w 40"/>
                <a:gd name="T89" fmla="*/ 36 h 128"/>
                <a:gd name="T90" fmla="*/ 10 w 40"/>
                <a:gd name="T91" fmla="*/ 33 h 128"/>
                <a:gd name="T92" fmla="*/ 10 w 40"/>
                <a:gd name="T93" fmla="*/ 33 h 128"/>
                <a:gd name="T94" fmla="*/ 13 w 40"/>
                <a:gd name="T95" fmla="*/ 30 h 128"/>
                <a:gd name="T96" fmla="*/ 13 w 40"/>
                <a:gd name="T97" fmla="*/ 30 h 128"/>
                <a:gd name="T98" fmla="*/ 16 w 40"/>
                <a:gd name="T99" fmla="*/ 29 h 128"/>
                <a:gd name="T100" fmla="*/ 20 w 40"/>
                <a:gd name="T101" fmla="*/ 28 h 128"/>
                <a:gd name="T102" fmla="*/ 24 w 40"/>
                <a:gd name="T103" fmla="*/ 29 h 128"/>
                <a:gd name="T104" fmla="*/ 27 w 40"/>
                <a:gd name="T105" fmla="*/ 30 h 128"/>
                <a:gd name="T106" fmla="*/ 27 w 40"/>
                <a:gd name="T107" fmla="*/ 30 h 128"/>
                <a:gd name="T108" fmla="*/ 30 w 40"/>
                <a:gd name="T109" fmla="*/ 33 h 128"/>
                <a:gd name="T110" fmla="*/ 30 w 40"/>
                <a:gd name="T111" fmla="*/ 33 h 128"/>
                <a:gd name="T112" fmla="*/ 31 w 40"/>
                <a:gd name="T113" fmla="*/ 36 h 128"/>
                <a:gd name="T114" fmla="*/ 31 w 40"/>
                <a:gd name="T115" fmla="*/ 37 h 128"/>
                <a:gd name="T116" fmla="*/ 32 w 40"/>
                <a:gd name="T117" fmla="*/ 40 h 128"/>
                <a:gd name="T118" fmla="*/ 31 w 40"/>
                <a:gd name="T119" fmla="*/ 4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24"/>
                  </a:moveTo>
                  <a:cubicBezTo>
                    <a:pt x="32" y="12"/>
                    <a:pt x="32" y="12"/>
                    <a:pt x="32" y="12"/>
                  </a:cubicBezTo>
                  <a:cubicBezTo>
                    <a:pt x="32" y="5"/>
                    <a:pt x="27" y="0"/>
                    <a:pt x="20" y="0"/>
                  </a:cubicBezTo>
                  <a:cubicBezTo>
                    <a:pt x="13" y="0"/>
                    <a:pt x="8" y="5"/>
                    <a:pt x="8" y="12"/>
                  </a:cubicBezTo>
                  <a:cubicBezTo>
                    <a:pt x="8" y="24"/>
                    <a:pt x="8" y="24"/>
                    <a:pt x="8" y="24"/>
                  </a:cubicBezTo>
                  <a:cubicBezTo>
                    <a:pt x="3" y="28"/>
                    <a:pt x="0" y="33"/>
                    <a:pt x="0" y="40"/>
                  </a:cubicBezTo>
                  <a:cubicBezTo>
                    <a:pt x="0" y="47"/>
                    <a:pt x="3" y="52"/>
                    <a:pt x="8" y="56"/>
                  </a:cubicBezTo>
                  <a:cubicBezTo>
                    <a:pt x="8" y="116"/>
                    <a:pt x="8" y="116"/>
                    <a:pt x="8" y="116"/>
                  </a:cubicBezTo>
                  <a:cubicBezTo>
                    <a:pt x="8" y="123"/>
                    <a:pt x="13" y="128"/>
                    <a:pt x="20" y="128"/>
                  </a:cubicBezTo>
                  <a:cubicBezTo>
                    <a:pt x="27" y="128"/>
                    <a:pt x="32" y="123"/>
                    <a:pt x="32" y="116"/>
                  </a:cubicBezTo>
                  <a:cubicBezTo>
                    <a:pt x="32" y="56"/>
                    <a:pt x="32" y="56"/>
                    <a:pt x="32" y="56"/>
                  </a:cubicBezTo>
                  <a:cubicBezTo>
                    <a:pt x="37" y="52"/>
                    <a:pt x="40" y="47"/>
                    <a:pt x="40" y="40"/>
                  </a:cubicBezTo>
                  <a:cubicBezTo>
                    <a:pt x="40" y="33"/>
                    <a:pt x="37" y="28"/>
                    <a:pt x="32" y="24"/>
                  </a:cubicBezTo>
                  <a:close/>
                  <a:moveTo>
                    <a:pt x="16" y="12"/>
                  </a:moveTo>
                  <a:cubicBezTo>
                    <a:pt x="16" y="10"/>
                    <a:pt x="18" y="8"/>
                    <a:pt x="20" y="8"/>
                  </a:cubicBezTo>
                  <a:cubicBezTo>
                    <a:pt x="22" y="8"/>
                    <a:pt x="24" y="10"/>
                    <a:pt x="24" y="12"/>
                  </a:cubicBezTo>
                  <a:cubicBezTo>
                    <a:pt x="24" y="20"/>
                    <a:pt x="24" y="20"/>
                    <a:pt x="24" y="20"/>
                  </a:cubicBezTo>
                  <a:cubicBezTo>
                    <a:pt x="23" y="20"/>
                    <a:pt x="21" y="20"/>
                    <a:pt x="20" y="20"/>
                  </a:cubicBezTo>
                  <a:cubicBezTo>
                    <a:pt x="19" y="20"/>
                    <a:pt x="17" y="20"/>
                    <a:pt x="16" y="20"/>
                  </a:cubicBezTo>
                  <a:lnTo>
                    <a:pt x="16" y="12"/>
                  </a:lnTo>
                  <a:close/>
                  <a:moveTo>
                    <a:pt x="24" y="116"/>
                  </a:moveTo>
                  <a:cubicBezTo>
                    <a:pt x="24" y="118"/>
                    <a:pt x="22" y="120"/>
                    <a:pt x="20" y="120"/>
                  </a:cubicBezTo>
                  <a:cubicBezTo>
                    <a:pt x="18" y="120"/>
                    <a:pt x="16" y="118"/>
                    <a:pt x="16" y="116"/>
                  </a:cubicBezTo>
                  <a:cubicBezTo>
                    <a:pt x="16" y="60"/>
                    <a:pt x="16" y="60"/>
                    <a:pt x="16" y="60"/>
                  </a:cubicBezTo>
                  <a:cubicBezTo>
                    <a:pt x="17" y="60"/>
                    <a:pt x="19" y="60"/>
                    <a:pt x="20" y="60"/>
                  </a:cubicBezTo>
                  <a:cubicBezTo>
                    <a:pt x="21" y="60"/>
                    <a:pt x="23" y="60"/>
                    <a:pt x="24" y="60"/>
                  </a:cubicBezTo>
                  <a:lnTo>
                    <a:pt x="24" y="116"/>
                  </a:lnTo>
                  <a:close/>
                  <a:moveTo>
                    <a:pt x="31" y="43"/>
                  </a:moveTo>
                  <a:cubicBezTo>
                    <a:pt x="31" y="44"/>
                    <a:pt x="31" y="44"/>
                    <a:pt x="31" y="44"/>
                  </a:cubicBezTo>
                  <a:cubicBezTo>
                    <a:pt x="31" y="45"/>
                    <a:pt x="30" y="46"/>
                    <a:pt x="30" y="47"/>
                  </a:cubicBezTo>
                  <a:cubicBezTo>
                    <a:pt x="30" y="47"/>
                    <a:pt x="30" y="47"/>
                    <a:pt x="30" y="47"/>
                  </a:cubicBezTo>
                  <a:cubicBezTo>
                    <a:pt x="29" y="48"/>
                    <a:pt x="28" y="49"/>
                    <a:pt x="27" y="50"/>
                  </a:cubicBezTo>
                  <a:cubicBezTo>
                    <a:pt x="27" y="50"/>
                    <a:pt x="27" y="50"/>
                    <a:pt x="27" y="50"/>
                  </a:cubicBezTo>
                  <a:cubicBezTo>
                    <a:pt x="26" y="50"/>
                    <a:pt x="25" y="51"/>
                    <a:pt x="24" y="51"/>
                  </a:cubicBezTo>
                  <a:cubicBezTo>
                    <a:pt x="23" y="52"/>
                    <a:pt x="21" y="52"/>
                    <a:pt x="20" y="52"/>
                  </a:cubicBezTo>
                  <a:cubicBezTo>
                    <a:pt x="19" y="52"/>
                    <a:pt x="17" y="52"/>
                    <a:pt x="16" y="51"/>
                  </a:cubicBezTo>
                  <a:cubicBezTo>
                    <a:pt x="15" y="51"/>
                    <a:pt x="14" y="50"/>
                    <a:pt x="13" y="50"/>
                  </a:cubicBezTo>
                  <a:cubicBezTo>
                    <a:pt x="13" y="50"/>
                    <a:pt x="13" y="50"/>
                    <a:pt x="13" y="50"/>
                  </a:cubicBezTo>
                  <a:cubicBezTo>
                    <a:pt x="12" y="49"/>
                    <a:pt x="11" y="48"/>
                    <a:pt x="10" y="47"/>
                  </a:cubicBezTo>
                  <a:cubicBezTo>
                    <a:pt x="10" y="47"/>
                    <a:pt x="10" y="47"/>
                    <a:pt x="10" y="47"/>
                  </a:cubicBezTo>
                  <a:cubicBezTo>
                    <a:pt x="10" y="46"/>
                    <a:pt x="9" y="45"/>
                    <a:pt x="9" y="44"/>
                  </a:cubicBezTo>
                  <a:cubicBezTo>
                    <a:pt x="9" y="44"/>
                    <a:pt x="9" y="44"/>
                    <a:pt x="9" y="43"/>
                  </a:cubicBezTo>
                  <a:cubicBezTo>
                    <a:pt x="8" y="42"/>
                    <a:pt x="8" y="41"/>
                    <a:pt x="8" y="40"/>
                  </a:cubicBezTo>
                  <a:cubicBezTo>
                    <a:pt x="8" y="39"/>
                    <a:pt x="8" y="38"/>
                    <a:pt x="9" y="37"/>
                  </a:cubicBezTo>
                  <a:cubicBezTo>
                    <a:pt x="9" y="36"/>
                    <a:pt x="9" y="36"/>
                    <a:pt x="9" y="36"/>
                  </a:cubicBezTo>
                  <a:cubicBezTo>
                    <a:pt x="9" y="35"/>
                    <a:pt x="10" y="34"/>
                    <a:pt x="10" y="33"/>
                  </a:cubicBezTo>
                  <a:cubicBezTo>
                    <a:pt x="10" y="33"/>
                    <a:pt x="10" y="33"/>
                    <a:pt x="10" y="33"/>
                  </a:cubicBezTo>
                  <a:cubicBezTo>
                    <a:pt x="11" y="32"/>
                    <a:pt x="12" y="31"/>
                    <a:pt x="13" y="30"/>
                  </a:cubicBezTo>
                  <a:cubicBezTo>
                    <a:pt x="13" y="30"/>
                    <a:pt x="13" y="30"/>
                    <a:pt x="13" y="30"/>
                  </a:cubicBezTo>
                  <a:cubicBezTo>
                    <a:pt x="14" y="30"/>
                    <a:pt x="15" y="29"/>
                    <a:pt x="16" y="29"/>
                  </a:cubicBezTo>
                  <a:cubicBezTo>
                    <a:pt x="17" y="28"/>
                    <a:pt x="19" y="28"/>
                    <a:pt x="20" y="28"/>
                  </a:cubicBezTo>
                  <a:cubicBezTo>
                    <a:pt x="21" y="28"/>
                    <a:pt x="23" y="28"/>
                    <a:pt x="24" y="29"/>
                  </a:cubicBezTo>
                  <a:cubicBezTo>
                    <a:pt x="25" y="29"/>
                    <a:pt x="26" y="30"/>
                    <a:pt x="27" y="30"/>
                  </a:cubicBezTo>
                  <a:cubicBezTo>
                    <a:pt x="27" y="30"/>
                    <a:pt x="27" y="30"/>
                    <a:pt x="27" y="30"/>
                  </a:cubicBezTo>
                  <a:cubicBezTo>
                    <a:pt x="28" y="31"/>
                    <a:pt x="29" y="32"/>
                    <a:pt x="30" y="33"/>
                  </a:cubicBezTo>
                  <a:cubicBezTo>
                    <a:pt x="30" y="33"/>
                    <a:pt x="30" y="33"/>
                    <a:pt x="30" y="33"/>
                  </a:cubicBezTo>
                  <a:cubicBezTo>
                    <a:pt x="30" y="34"/>
                    <a:pt x="31" y="35"/>
                    <a:pt x="31" y="36"/>
                  </a:cubicBezTo>
                  <a:cubicBezTo>
                    <a:pt x="31" y="36"/>
                    <a:pt x="31" y="36"/>
                    <a:pt x="31" y="37"/>
                  </a:cubicBezTo>
                  <a:cubicBezTo>
                    <a:pt x="32" y="38"/>
                    <a:pt x="32" y="39"/>
                    <a:pt x="32" y="40"/>
                  </a:cubicBezTo>
                  <a:cubicBezTo>
                    <a:pt x="32" y="41"/>
                    <a:pt x="32" y="42"/>
                    <a:pt x="3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1" name="Freeform 59">
              <a:extLst>
                <a:ext uri="{FF2B5EF4-FFF2-40B4-BE49-F238E27FC236}">
                  <a16:creationId xmlns:a16="http://schemas.microsoft.com/office/drawing/2014/main" id="{5ACFAEF7-191D-4605-BDFD-C03D9053D310}"/>
                </a:ext>
              </a:extLst>
            </p:cNvPr>
            <p:cNvSpPr>
              <a:spLocks noEditPoints="1"/>
            </p:cNvSpPr>
            <p:nvPr/>
          </p:nvSpPr>
          <p:spPr bwMode="auto">
            <a:xfrm>
              <a:off x="1774554" y="4342379"/>
              <a:ext cx="125420" cy="400024"/>
            </a:xfrm>
            <a:custGeom>
              <a:avLst/>
              <a:gdLst>
                <a:gd name="T0" fmla="*/ 32 w 40"/>
                <a:gd name="T1" fmla="*/ 72 h 128"/>
                <a:gd name="T2" fmla="*/ 32 w 40"/>
                <a:gd name="T3" fmla="*/ 12 h 128"/>
                <a:gd name="T4" fmla="*/ 20 w 40"/>
                <a:gd name="T5" fmla="*/ 0 h 128"/>
                <a:gd name="T6" fmla="*/ 8 w 40"/>
                <a:gd name="T7" fmla="*/ 12 h 128"/>
                <a:gd name="T8" fmla="*/ 8 w 40"/>
                <a:gd name="T9" fmla="*/ 72 h 128"/>
                <a:gd name="T10" fmla="*/ 0 w 40"/>
                <a:gd name="T11" fmla="*/ 88 h 128"/>
                <a:gd name="T12" fmla="*/ 8 w 40"/>
                <a:gd name="T13" fmla="*/ 104 h 128"/>
                <a:gd name="T14" fmla="*/ 8 w 40"/>
                <a:gd name="T15" fmla="*/ 116 h 128"/>
                <a:gd name="T16" fmla="*/ 20 w 40"/>
                <a:gd name="T17" fmla="*/ 128 h 128"/>
                <a:gd name="T18" fmla="*/ 32 w 40"/>
                <a:gd name="T19" fmla="*/ 116 h 128"/>
                <a:gd name="T20" fmla="*/ 32 w 40"/>
                <a:gd name="T21" fmla="*/ 104 h 128"/>
                <a:gd name="T22" fmla="*/ 40 w 40"/>
                <a:gd name="T23" fmla="*/ 88 h 128"/>
                <a:gd name="T24" fmla="*/ 32 w 40"/>
                <a:gd name="T25" fmla="*/ 72 h 128"/>
                <a:gd name="T26" fmla="*/ 16 w 40"/>
                <a:gd name="T27" fmla="*/ 12 h 128"/>
                <a:gd name="T28" fmla="*/ 20 w 40"/>
                <a:gd name="T29" fmla="*/ 8 h 128"/>
                <a:gd name="T30" fmla="*/ 24 w 40"/>
                <a:gd name="T31" fmla="*/ 12 h 128"/>
                <a:gd name="T32" fmla="*/ 24 w 40"/>
                <a:gd name="T33" fmla="*/ 68 h 128"/>
                <a:gd name="T34" fmla="*/ 20 w 40"/>
                <a:gd name="T35" fmla="*/ 68 h 128"/>
                <a:gd name="T36" fmla="*/ 16 w 40"/>
                <a:gd name="T37" fmla="*/ 68 h 128"/>
                <a:gd name="T38" fmla="*/ 16 w 40"/>
                <a:gd name="T39" fmla="*/ 12 h 128"/>
                <a:gd name="T40" fmla="*/ 24 w 40"/>
                <a:gd name="T41" fmla="*/ 116 h 128"/>
                <a:gd name="T42" fmla="*/ 20 w 40"/>
                <a:gd name="T43" fmla="*/ 120 h 128"/>
                <a:gd name="T44" fmla="*/ 16 w 40"/>
                <a:gd name="T45" fmla="*/ 116 h 128"/>
                <a:gd name="T46" fmla="*/ 16 w 40"/>
                <a:gd name="T47" fmla="*/ 108 h 128"/>
                <a:gd name="T48" fmla="*/ 20 w 40"/>
                <a:gd name="T49" fmla="*/ 108 h 128"/>
                <a:gd name="T50" fmla="*/ 24 w 40"/>
                <a:gd name="T51" fmla="*/ 108 h 128"/>
                <a:gd name="T52" fmla="*/ 24 w 40"/>
                <a:gd name="T53" fmla="*/ 116 h 128"/>
                <a:gd name="T54" fmla="*/ 31 w 40"/>
                <a:gd name="T55" fmla="*/ 91 h 128"/>
                <a:gd name="T56" fmla="*/ 31 w 40"/>
                <a:gd name="T57" fmla="*/ 92 h 128"/>
                <a:gd name="T58" fmla="*/ 30 w 40"/>
                <a:gd name="T59" fmla="*/ 95 h 128"/>
                <a:gd name="T60" fmla="*/ 30 w 40"/>
                <a:gd name="T61" fmla="*/ 95 h 128"/>
                <a:gd name="T62" fmla="*/ 27 w 40"/>
                <a:gd name="T63" fmla="*/ 98 h 128"/>
                <a:gd name="T64" fmla="*/ 27 w 40"/>
                <a:gd name="T65" fmla="*/ 98 h 128"/>
                <a:gd name="T66" fmla="*/ 24 w 40"/>
                <a:gd name="T67" fmla="*/ 99 h 128"/>
                <a:gd name="T68" fmla="*/ 20 w 40"/>
                <a:gd name="T69" fmla="*/ 100 h 128"/>
                <a:gd name="T70" fmla="*/ 16 w 40"/>
                <a:gd name="T71" fmla="*/ 99 h 128"/>
                <a:gd name="T72" fmla="*/ 13 w 40"/>
                <a:gd name="T73" fmla="*/ 98 h 128"/>
                <a:gd name="T74" fmla="*/ 13 w 40"/>
                <a:gd name="T75" fmla="*/ 98 h 128"/>
                <a:gd name="T76" fmla="*/ 10 w 40"/>
                <a:gd name="T77" fmla="*/ 95 h 128"/>
                <a:gd name="T78" fmla="*/ 10 w 40"/>
                <a:gd name="T79" fmla="*/ 95 h 128"/>
                <a:gd name="T80" fmla="*/ 9 w 40"/>
                <a:gd name="T81" fmla="*/ 92 h 128"/>
                <a:gd name="T82" fmla="*/ 9 w 40"/>
                <a:gd name="T83" fmla="*/ 91 h 128"/>
                <a:gd name="T84" fmla="*/ 8 w 40"/>
                <a:gd name="T85" fmla="*/ 88 h 128"/>
                <a:gd name="T86" fmla="*/ 9 w 40"/>
                <a:gd name="T87" fmla="*/ 85 h 128"/>
                <a:gd name="T88" fmla="*/ 9 w 40"/>
                <a:gd name="T89" fmla="*/ 84 h 128"/>
                <a:gd name="T90" fmla="*/ 10 w 40"/>
                <a:gd name="T91" fmla="*/ 81 h 128"/>
                <a:gd name="T92" fmla="*/ 10 w 40"/>
                <a:gd name="T93" fmla="*/ 81 h 128"/>
                <a:gd name="T94" fmla="*/ 13 w 40"/>
                <a:gd name="T95" fmla="*/ 78 h 128"/>
                <a:gd name="T96" fmla="*/ 13 w 40"/>
                <a:gd name="T97" fmla="*/ 78 h 128"/>
                <a:gd name="T98" fmla="*/ 16 w 40"/>
                <a:gd name="T99" fmla="*/ 77 h 128"/>
                <a:gd name="T100" fmla="*/ 20 w 40"/>
                <a:gd name="T101" fmla="*/ 76 h 128"/>
                <a:gd name="T102" fmla="*/ 24 w 40"/>
                <a:gd name="T103" fmla="*/ 77 h 128"/>
                <a:gd name="T104" fmla="*/ 27 w 40"/>
                <a:gd name="T105" fmla="*/ 78 h 128"/>
                <a:gd name="T106" fmla="*/ 27 w 40"/>
                <a:gd name="T107" fmla="*/ 78 h 128"/>
                <a:gd name="T108" fmla="*/ 30 w 40"/>
                <a:gd name="T109" fmla="*/ 81 h 128"/>
                <a:gd name="T110" fmla="*/ 30 w 40"/>
                <a:gd name="T111" fmla="*/ 81 h 128"/>
                <a:gd name="T112" fmla="*/ 31 w 40"/>
                <a:gd name="T113" fmla="*/ 84 h 128"/>
                <a:gd name="T114" fmla="*/ 31 w 40"/>
                <a:gd name="T115" fmla="*/ 85 h 128"/>
                <a:gd name="T116" fmla="*/ 32 w 40"/>
                <a:gd name="T117" fmla="*/ 88 h 128"/>
                <a:gd name="T118" fmla="*/ 31 w 40"/>
                <a:gd name="T119" fmla="*/ 9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72"/>
                  </a:moveTo>
                  <a:cubicBezTo>
                    <a:pt x="32" y="12"/>
                    <a:pt x="32" y="12"/>
                    <a:pt x="32" y="12"/>
                  </a:cubicBezTo>
                  <a:cubicBezTo>
                    <a:pt x="32" y="5"/>
                    <a:pt x="27" y="0"/>
                    <a:pt x="20" y="0"/>
                  </a:cubicBezTo>
                  <a:cubicBezTo>
                    <a:pt x="13" y="0"/>
                    <a:pt x="8" y="5"/>
                    <a:pt x="8" y="12"/>
                  </a:cubicBezTo>
                  <a:cubicBezTo>
                    <a:pt x="8" y="72"/>
                    <a:pt x="8" y="72"/>
                    <a:pt x="8" y="72"/>
                  </a:cubicBezTo>
                  <a:cubicBezTo>
                    <a:pt x="3" y="76"/>
                    <a:pt x="0" y="81"/>
                    <a:pt x="0" y="88"/>
                  </a:cubicBezTo>
                  <a:cubicBezTo>
                    <a:pt x="0" y="95"/>
                    <a:pt x="3" y="100"/>
                    <a:pt x="8" y="104"/>
                  </a:cubicBezTo>
                  <a:cubicBezTo>
                    <a:pt x="8" y="116"/>
                    <a:pt x="8" y="116"/>
                    <a:pt x="8" y="116"/>
                  </a:cubicBezTo>
                  <a:cubicBezTo>
                    <a:pt x="8" y="123"/>
                    <a:pt x="13" y="128"/>
                    <a:pt x="20" y="128"/>
                  </a:cubicBezTo>
                  <a:cubicBezTo>
                    <a:pt x="27" y="128"/>
                    <a:pt x="32" y="123"/>
                    <a:pt x="32" y="116"/>
                  </a:cubicBezTo>
                  <a:cubicBezTo>
                    <a:pt x="32" y="104"/>
                    <a:pt x="32" y="104"/>
                    <a:pt x="32" y="104"/>
                  </a:cubicBezTo>
                  <a:cubicBezTo>
                    <a:pt x="37" y="100"/>
                    <a:pt x="40" y="95"/>
                    <a:pt x="40" y="88"/>
                  </a:cubicBezTo>
                  <a:cubicBezTo>
                    <a:pt x="40" y="81"/>
                    <a:pt x="37" y="76"/>
                    <a:pt x="32" y="72"/>
                  </a:cubicBezTo>
                  <a:close/>
                  <a:moveTo>
                    <a:pt x="16" y="12"/>
                  </a:moveTo>
                  <a:cubicBezTo>
                    <a:pt x="16" y="10"/>
                    <a:pt x="18" y="8"/>
                    <a:pt x="20" y="8"/>
                  </a:cubicBezTo>
                  <a:cubicBezTo>
                    <a:pt x="22" y="8"/>
                    <a:pt x="24" y="10"/>
                    <a:pt x="24" y="12"/>
                  </a:cubicBezTo>
                  <a:cubicBezTo>
                    <a:pt x="24" y="68"/>
                    <a:pt x="24" y="68"/>
                    <a:pt x="24" y="68"/>
                  </a:cubicBezTo>
                  <a:cubicBezTo>
                    <a:pt x="23" y="68"/>
                    <a:pt x="21" y="68"/>
                    <a:pt x="20" y="68"/>
                  </a:cubicBezTo>
                  <a:cubicBezTo>
                    <a:pt x="19" y="68"/>
                    <a:pt x="17" y="68"/>
                    <a:pt x="16" y="68"/>
                  </a:cubicBezTo>
                  <a:lnTo>
                    <a:pt x="16" y="12"/>
                  </a:lnTo>
                  <a:close/>
                  <a:moveTo>
                    <a:pt x="24" y="116"/>
                  </a:moveTo>
                  <a:cubicBezTo>
                    <a:pt x="24" y="118"/>
                    <a:pt x="22" y="120"/>
                    <a:pt x="20" y="120"/>
                  </a:cubicBezTo>
                  <a:cubicBezTo>
                    <a:pt x="18" y="120"/>
                    <a:pt x="16" y="118"/>
                    <a:pt x="16" y="116"/>
                  </a:cubicBezTo>
                  <a:cubicBezTo>
                    <a:pt x="16" y="108"/>
                    <a:pt x="16" y="108"/>
                    <a:pt x="16" y="108"/>
                  </a:cubicBezTo>
                  <a:cubicBezTo>
                    <a:pt x="17" y="108"/>
                    <a:pt x="19" y="108"/>
                    <a:pt x="20" y="108"/>
                  </a:cubicBezTo>
                  <a:cubicBezTo>
                    <a:pt x="21" y="108"/>
                    <a:pt x="23" y="108"/>
                    <a:pt x="24" y="108"/>
                  </a:cubicBezTo>
                  <a:lnTo>
                    <a:pt x="24" y="116"/>
                  </a:lnTo>
                  <a:close/>
                  <a:moveTo>
                    <a:pt x="31" y="91"/>
                  </a:moveTo>
                  <a:cubicBezTo>
                    <a:pt x="31" y="92"/>
                    <a:pt x="31" y="92"/>
                    <a:pt x="31" y="92"/>
                  </a:cubicBezTo>
                  <a:cubicBezTo>
                    <a:pt x="31" y="93"/>
                    <a:pt x="30" y="94"/>
                    <a:pt x="30" y="95"/>
                  </a:cubicBezTo>
                  <a:cubicBezTo>
                    <a:pt x="30" y="95"/>
                    <a:pt x="30" y="95"/>
                    <a:pt x="30" y="95"/>
                  </a:cubicBezTo>
                  <a:cubicBezTo>
                    <a:pt x="29" y="96"/>
                    <a:pt x="28" y="97"/>
                    <a:pt x="27" y="98"/>
                  </a:cubicBezTo>
                  <a:cubicBezTo>
                    <a:pt x="27" y="98"/>
                    <a:pt x="27" y="98"/>
                    <a:pt x="27" y="98"/>
                  </a:cubicBezTo>
                  <a:cubicBezTo>
                    <a:pt x="26" y="98"/>
                    <a:pt x="25" y="99"/>
                    <a:pt x="24" y="99"/>
                  </a:cubicBezTo>
                  <a:cubicBezTo>
                    <a:pt x="23" y="100"/>
                    <a:pt x="21" y="100"/>
                    <a:pt x="20" y="100"/>
                  </a:cubicBezTo>
                  <a:cubicBezTo>
                    <a:pt x="19" y="100"/>
                    <a:pt x="17" y="100"/>
                    <a:pt x="16" y="99"/>
                  </a:cubicBezTo>
                  <a:cubicBezTo>
                    <a:pt x="15" y="99"/>
                    <a:pt x="14" y="98"/>
                    <a:pt x="13" y="98"/>
                  </a:cubicBezTo>
                  <a:cubicBezTo>
                    <a:pt x="13" y="98"/>
                    <a:pt x="13" y="98"/>
                    <a:pt x="13" y="98"/>
                  </a:cubicBezTo>
                  <a:cubicBezTo>
                    <a:pt x="12" y="97"/>
                    <a:pt x="11" y="96"/>
                    <a:pt x="10" y="95"/>
                  </a:cubicBezTo>
                  <a:cubicBezTo>
                    <a:pt x="10" y="95"/>
                    <a:pt x="10" y="95"/>
                    <a:pt x="10" y="95"/>
                  </a:cubicBezTo>
                  <a:cubicBezTo>
                    <a:pt x="10" y="94"/>
                    <a:pt x="9" y="93"/>
                    <a:pt x="9" y="92"/>
                  </a:cubicBezTo>
                  <a:cubicBezTo>
                    <a:pt x="9" y="92"/>
                    <a:pt x="9" y="92"/>
                    <a:pt x="9" y="91"/>
                  </a:cubicBezTo>
                  <a:cubicBezTo>
                    <a:pt x="8" y="90"/>
                    <a:pt x="8" y="89"/>
                    <a:pt x="8" y="88"/>
                  </a:cubicBezTo>
                  <a:cubicBezTo>
                    <a:pt x="8" y="87"/>
                    <a:pt x="8" y="86"/>
                    <a:pt x="9" y="85"/>
                  </a:cubicBezTo>
                  <a:cubicBezTo>
                    <a:pt x="9" y="84"/>
                    <a:pt x="9" y="84"/>
                    <a:pt x="9" y="84"/>
                  </a:cubicBezTo>
                  <a:cubicBezTo>
                    <a:pt x="9" y="83"/>
                    <a:pt x="10" y="82"/>
                    <a:pt x="10" y="81"/>
                  </a:cubicBezTo>
                  <a:cubicBezTo>
                    <a:pt x="10" y="81"/>
                    <a:pt x="10" y="81"/>
                    <a:pt x="10" y="81"/>
                  </a:cubicBezTo>
                  <a:cubicBezTo>
                    <a:pt x="11" y="80"/>
                    <a:pt x="12" y="79"/>
                    <a:pt x="13" y="78"/>
                  </a:cubicBezTo>
                  <a:cubicBezTo>
                    <a:pt x="13" y="78"/>
                    <a:pt x="13" y="78"/>
                    <a:pt x="13" y="78"/>
                  </a:cubicBezTo>
                  <a:cubicBezTo>
                    <a:pt x="14" y="78"/>
                    <a:pt x="15" y="77"/>
                    <a:pt x="16" y="77"/>
                  </a:cubicBezTo>
                  <a:cubicBezTo>
                    <a:pt x="17" y="76"/>
                    <a:pt x="19" y="76"/>
                    <a:pt x="20" y="76"/>
                  </a:cubicBezTo>
                  <a:cubicBezTo>
                    <a:pt x="21" y="76"/>
                    <a:pt x="23" y="76"/>
                    <a:pt x="24" y="77"/>
                  </a:cubicBezTo>
                  <a:cubicBezTo>
                    <a:pt x="25" y="77"/>
                    <a:pt x="26" y="78"/>
                    <a:pt x="27" y="78"/>
                  </a:cubicBezTo>
                  <a:cubicBezTo>
                    <a:pt x="27" y="78"/>
                    <a:pt x="27" y="78"/>
                    <a:pt x="27" y="78"/>
                  </a:cubicBezTo>
                  <a:cubicBezTo>
                    <a:pt x="28" y="79"/>
                    <a:pt x="29" y="80"/>
                    <a:pt x="30" y="81"/>
                  </a:cubicBezTo>
                  <a:cubicBezTo>
                    <a:pt x="30" y="81"/>
                    <a:pt x="30" y="81"/>
                    <a:pt x="30" y="81"/>
                  </a:cubicBezTo>
                  <a:cubicBezTo>
                    <a:pt x="30" y="82"/>
                    <a:pt x="31" y="83"/>
                    <a:pt x="31" y="84"/>
                  </a:cubicBezTo>
                  <a:cubicBezTo>
                    <a:pt x="31" y="84"/>
                    <a:pt x="31" y="84"/>
                    <a:pt x="31" y="85"/>
                  </a:cubicBezTo>
                  <a:cubicBezTo>
                    <a:pt x="32" y="86"/>
                    <a:pt x="32" y="87"/>
                    <a:pt x="32" y="88"/>
                  </a:cubicBezTo>
                  <a:cubicBezTo>
                    <a:pt x="32" y="89"/>
                    <a:pt x="32" y="90"/>
                    <a:pt x="31" y="9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55" name="组合 54">
            <a:extLst>
              <a:ext uri="{FF2B5EF4-FFF2-40B4-BE49-F238E27FC236}">
                <a16:creationId xmlns:a16="http://schemas.microsoft.com/office/drawing/2014/main" id="{516F9755-51CB-4A05-9C8B-CD9BC7E6A51B}"/>
              </a:ext>
            </a:extLst>
          </p:cNvPr>
          <p:cNvGrpSpPr/>
          <p:nvPr/>
        </p:nvGrpSpPr>
        <p:grpSpPr>
          <a:xfrm>
            <a:off x="7263835" y="4839959"/>
            <a:ext cx="515390" cy="465628"/>
            <a:chOff x="7430648" y="4147755"/>
            <a:chExt cx="783002" cy="707401"/>
          </a:xfrm>
          <a:solidFill>
            <a:schemeClr val="accent3"/>
          </a:solidFill>
        </p:grpSpPr>
        <p:sp>
          <p:nvSpPr>
            <p:cNvPr id="56" name="Freeform 2480">
              <a:extLst>
                <a:ext uri="{FF2B5EF4-FFF2-40B4-BE49-F238E27FC236}">
                  <a16:creationId xmlns:a16="http://schemas.microsoft.com/office/drawing/2014/main" id="{32492F7E-F51E-4C36-ABE3-7C1732658DBC}"/>
                </a:ext>
              </a:extLst>
            </p:cNvPr>
            <p:cNvSpPr>
              <a:spLocks noEditPoints="1"/>
            </p:cNvSpPr>
            <p:nvPr/>
          </p:nvSpPr>
          <p:spPr bwMode="auto">
            <a:xfrm>
              <a:off x="7430648" y="4147755"/>
              <a:ext cx="783002" cy="707401"/>
            </a:xfrm>
            <a:custGeom>
              <a:avLst/>
              <a:gdLst>
                <a:gd name="T0" fmla="*/ 115 w 133"/>
                <a:gd name="T1" fmla="*/ 36 h 120"/>
                <a:gd name="T2" fmla="*/ 67 w 133"/>
                <a:gd name="T3" fmla="*/ 1 h 120"/>
                <a:gd name="T4" fmla="*/ 47 w 133"/>
                <a:gd name="T5" fmla="*/ 2 h 120"/>
                <a:gd name="T6" fmla="*/ 4 w 133"/>
                <a:gd name="T7" fmla="*/ 39 h 120"/>
                <a:gd name="T8" fmla="*/ 24 w 133"/>
                <a:gd name="T9" fmla="*/ 108 h 120"/>
                <a:gd name="T10" fmla="*/ 60 w 133"/>
                <a:gd name="T11" fmla="*/ 120 h 120"/>
                <a:gd name="T12" fmla="*/ 93 w 133"/>
                <a:gd name="T13" fmla="*/ 110 h 120"/>
                <a:gd name="T14" fmla="*/ 42 w 133"/>
                <a:gd name="T15" fmla="*/ 9 h 120"/>
                <a:gd name="T16" fmla="*/ 38 w 133"/>
                <a:gd name="T17" fmla="*/ 14 h 120"/>
                <a:gd name="T18" fmla="*/ 33 w 133"/>
                <a:gd name="T19" fmla="*/ 16 h 120"/>
                <a:gd name="T20" fmla="*/ 33 w 133"/>
                <a:gd name="T21" fmla="*/ 24 h 120"/>
                <a:gd name="T22" fmla="*/ 9 w 133"/>
                <a:gd name="T23" fmla="*/ 36 h 120"/>
                <a:gd name="T24" fmla="*/ 25 w 133"/>
                <a:gd name="T25" fmla="*/ 48 h 120"/>
                <a:gd name="T26" fmla="*/ 4 w 133"/>
                <a:gd name="T27" fmla="*/ 63 h 120"/>
                <a:gd name="T28" fmla="*/ 25 w 133"/>
                <a:gd name="T29" fmla="*/ 76 h 120"/>
                <a:gd name="T30" fmla="*/ 28 w 133"/>
                <a:gd name="T31" fmla="*/ 106 h 120"/>
                <a:gd name="T32" fmla="*/ 32 w 133"/>
                <a:gd name="T33" fmla="*/ 96 h 120"/>
                <a:gd name="T34" fmla="*/ 35 w 133"/>
                <a:gd name="T35" fmla="*/ 104 h 120"/>
                <a:gd name="T36" fmla="*/ 38 w 133"/>
                <a:gd name="T37" fmla="*/ 107 h 120"/>
                <a:gd name="T38" fmla="*/ 42 w 133"/>
                <a:gd name="T39" fmla="*/ 112 h 120"/>
                <a:gd name="T40" fmla="*/ 48 w 133"/>
                <a:gd name="T41" fmla="*/ 114 h 120"/>
                <a:gd name="T42" fmla="*/ 42 w 133"/>
                <a:gd name="T43" fmla="*/ 107 h 120"/>
                <a:gd name="T44" fmla="*/ 51 w 133"/>
                <a:gd name="T45" fmla="*/ 100 h 120"/>
                <a:gd name="T46" fmla="*/ 38 w 133"/>
                <a:gd name="T47" fmla="*/ 101 h 120"/>
                <a:gd name="T48" fmla="*/ 32 w 133"/>
                <a:gd name="T49" fmla="*/ 87 h 120"/>
                <a:gd name="T50" fmla="*/ 29 w 133"/>
                <a:gd name="T51" fmla="*/ 76 h 120"/>
                <a:gd name="T52" fmla="*/ 58 w 133"/>
                <a:gd name="T53" fmla="*/ 63 h 120"/>
                <a:gd name="T54" fmla="*/ 28 w 133"/>
                <a:gd name="T55" fmla="*/ 49 h 120"/>
                <a:gd name="T56" fmla="*/ 58 w 133"/>
                <a:gd name="T57" fmla="*/ 36 h 120"/>
                <a:gd name="T58" fmla="*/ 36 w 133"/>
                <a:gd name="T59" fmla="*/ 25 h 120"/>
                <a:gd name="T60" fmla="*/ 47 w 133"/>
                <a:gd name="T61" fmla="*/ 21 h 120"/>
                <a:gd name="T62" fmla="*/ 58 w 133"/>
                <a:gd name="T63" fmla="*/ 19 h 120"/>
                <a:gd name="T64" fmla="*/ 44 w 133"/>
                <a:gd name="T65" fmla="*/ 17 h 120"/>
                <a:gd name="T66" fmla="*/ 44 w 133"/>
                <a:gd name="T67" fmla="*/ 11 h 120"/>
                <a:gd name="T68" fmla="*/ 48 w 133"/>
                <a:gd name="T69" fmla="*/ 7 h 120"/>
                <a:gd name="T70" fmla="*/ 92 w 133"/>
                <a:gd name="T71" fmla="*/ 36 h 120"/>
                <a:gd name="T72" fmla="*/ 86 w 133"/>
                <a:gd name="T73" fmla="*/ 23 h 120"/>
                <a:gd name="T74" fmla="*/ 87 w 133"/>
                <a:gd name="T75" fmla="*/ 16 h 120"/>
                <a:gd name="T76" fmla="*/ 80 w 133"/>
                <a:gd name="T77" fmla="*/ 12 h 120"/>
                <a:gd name="T78" fmla="*/ 76 w 133"/>
                <a:gd name="T79" fmla="*/ 6 h 120"/>
                <a:gd name="T80" fmla="*/ 76 w 133"/>
                <a:gd name="T81" fmla="*/ 13 h 120"/>
                <a:gd name="T82" fmla="*/ 73 w 133"/>
                <a:gd name="T83" fmla="*/ 17 h 120"/>
                <a:gd name="T84" fmla="*/ 62 w 133"/>
                <a:gd name="T85" fmla="*/ 4 h 120"/>
                <a:gd name="T86" fmla="*/ 73 w 133"/>
                <a:gd name="T87" fmla="*/ 21 h 120"/>
                <a:gd name="T88" fmla="*/ 84 w 133"/>
                <a:gd name="T89" fmla="*/ 25 h 120"/>
                <a:gd name="T90" fmla="*/ 62 w 133"/>
                <a:gd name="T91" fmla="*/ 36 h 120"/>
                <a:gd name="T92" fmla="*/ 62 w 133"/>
                <a:gd name="T93" fmla="*/ 39 h 120"/>
                <a:gd name="T94" fmla="*/ 84 w 133"/>
                <a:gd name="T95" fmla="*/ 94 h 120"/>
                <a:gd name="T96" fmla="*/ 75 w 133"/>
                <a:gd name="T97" fmla="*/ 101 h 120"/>
                <a:gd name="T98" fmla="*/ 62 w 133"/>
                <a:gd name="T99" fmla="*/ 100 h 120"/>
                <a:gd name="T100" fmla="*/ 71 w 133"/>
                <a:gd name="T101" fmla="*/ 113 h 120"/>
                <a:gd name="T102" fmla="*/ 70 w 133"/>
                <a:gd name="T103" fmla="*/ 104 h 120"/>
                <a:gd name="T104" fmla="*/ 76 w 133"/>
                <a:gd name="T105" fmla="*/ 108 h 120"/>
                <a:gd name="T106" fmla="*/ 80 w 133"/>
                <a:gd name="T107" fmla="*/ 108 h 120"/>
                <a:gd name="T108" fmla="*/ 90 w 133"/>
                <a:gd name="T109" fmla="*/ 106 h 120"/>
                <a:gd name="T110" fmla="*/ 85 w 133"/>
                <a:gd name="T111" fmla="*/ 100 h 120"/>
                <a:gd name="T112" fmla="*/ 109 w 133"/>
                <a:gd name="T113" fmla="*/ 83 h 120"/>
                <a:gd name="T114" fmla="*/ 77 w 133"/>
                <a:gd name="T115" fmla="*/ 83 h 120"/>
                <a:gd name="T116" fmla="*/ 113 w 133"/>
                <a:gd name="T117" fmla="*/ 62 h 120"/>
                <a:gd name="T118" fmla="*/ 93 w 133"/>
                <a:gd name="T119" fmla="*/ 3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3" h="120">
                  <a:moveTo>
                    <a:pt x="117" y="83"/>
                  </a:moveTo>
                  <a:cubicBezTo>
                    <a:pt x="116" y="82"/>
                    <a:pt x="116" y="82"/>
                    <a:pt x="116" y="82"/>
                  </a:cubicBezTo>
                  <a:cubicBezTo>
                    <a:pt x="118" y="76"/>
                    <a:pt x="120" y="70"/>
                    <a:pt x="120" y="63"/>
                  </a:cubicBezTo>
                  <a:cubicBezTo>
                    <a:pt x="120" y="63"/>
                    <a:pt x="120" y="63"/>
                    <a:pt x="120" y="63"/>
                  </a:cubicBezTo>
                  <a:cubicBezTo>
                    <a:pt x="120" y="61"/>
                    <a:pt x="120" y="61"/>
                    <a:pt x="120" y="61"/>
                  </a:cubicBezTo>
                  <a:cubicBezTo>
                    <a:pt x="120" y="61"/>
                    <a:pt x="120" y="60"/>
                    <a:pt x="120" y="60"/>
                  </a:cubicBezTo>
                  <a:cubicBezTo>
                    <a:pt x="120" y="53"/>
                    <a:pt x="119" y="46"/>
                    <a:pt x="116" y="39"/>
                  </a:cubicBezTo>
                  <a:cubicBezTo>
                    <a:pt x="116" y="39"/>
                    <a:pt x="116" y="39"/>
                    <a:pt x="116" y="39"/>
                  </a:cubicBezTo>
                  <a:cubicBezTo>
                    <a:pt x="115" y="37"/>
                    <a:pt x="115" y="37"/>
                    <a:pt x="115" y="37"/>
                  </a:cubicBezTo>
                  <a:cubicBezTo>
                    <a:pt x="115" y="36"/>
                    <a:pt x="115" y="36"/>
                    <a:pt x="115" y="36"/>
                  </a:cubicBezTo>
                  <a:cubicBezTo>
                    <a:pt x="115" y="36"/>
                    <a:pt x="115" y="36"/>
                    <a:pt x="115" y="36"/>
                  </a:cubicBezTo>
                  <a:cubicBezTo>
                    <a:pt x="111" y="26"/>
                    <a:pt x="104" y="18"/>
                    <a:pt x="96" y="12"/>
                  </a:cubicBezTo>
                  <a:cubicBezTo>
                    <a:pt x="96" y="12"/>
                    <a:pt x="96" y="12"/>
                    <a:pt x="96" y="12"/>
                  </a:cubicBezTo>
                  <a:cubicBezTo>
                    <a:pt x="93" y="10"/>
                    <a:pt x="93" y="10"/>
                    <a:pt x="93" y="10"/>
                  </a:cubicBezTo>
                  <a:cubicBezTo>
                    <a:pt x="93" y="10"/>
                    <a:pt x="93" y="10"/>
                    <a:pt x="93" y="10"/>
                  </a:cubicBezTo>
                  <a:cubicBezTo>
                    <a:pt x="92" y="10"/>
                    <a:pt x="92" y="10"/>
                    <a:pt x="92" y="10"/>
                  </a:cubicBezTo>
                  <a:cubicBezTo>
                    <a:pt x="86" y="6"/>
                    <a:pt x="79" y="3"/>
                    <a:pt x="72" y="1"/>
                  </a:cubicBezTo>
                  <a:cubicBezTo>
                    <a:pt x="72" y="1"/>
                    <a:pt x="72" y="1"/>
                    <a:pt x="72" y="1"/>
                  </a:cubicBezTo>
                  <a:cubicBezTo>
                    <a:pt x="71" y="1"/>
                    <a:pt x="71" y="1"/>
                    <a:pt x="71" y="1"/>
                  </a:cubicBezTo>
                  <a:cubicBezTo>
                    <a:pt x="71" y="1"/>
                    <a:pt x="71" y="1"/>
                    <a:pt x="71" y="1"/>
                  </a:cubicBezTo>
                  <a:cubicBezTo>
                    <a:pt x="67" y="0"/>
                    <a:pt x="67" y="0"/>
                    <a:pt x="67" y="0"/>
                  </a:cubicBezTo>
                  <a:cubicBezTo>
                    <a:pt x="67" y="1"/>
                    <a:pt x="67" y="1"/>
                    <a:pt x="67" y="1"/>
                  </a:cubicBezTo>
                  <a:cubicBezTo>
                    <a:pt x="65" y="0"/>
                    <a:pt x="64" y="0"/>
                    <a:pt x="62" y="0"/>
                  </a:cubicBezTo>
                  <a:cubicBezTo>
                    <a:pt x="62" y="0"/>
                    <a:pt x="62" y="0"/>
                    <a:pt x="62" y="0"/>
                  </a:cubicBezTo>
                  <a:cubicBezTo>
                    <a:pt x="60" y="0"/>
                    <a:pt x="60" y="0"/>
                    <a:pt x="60" y="0"/>
                  </a:cubicBezTo>
                  <a:cubicBezTo>
                    <a:pt x="58" y="0"/>
                    <a:pt x="58" y="0"/>
                    <a:pt x="58" y="0"/>
                  </a:cubicBezTo>
                  <a:cubicBezTo>
                    <a:pt x="58" y="0"/>
                    <a:pt x="58" y="0"/>
                    <a:pt x="58" y="0"/>
                  </a:cubicBezTo>
                  <a:cubicBezTo>
                    <a:pt x="57" y="0"/>
                    <a:pt x="55" y="0"/>
                    <a:pt x="53" y="1"/>
                  </a:cubicBezTo>
                  <a:cubicBezTo>
                    <a:pt x="53" y="0"/>
                    <a:pt x="53" y="0"/>
                    <a:pt x="53" y="0"/>
                  </a:cubicBezTo>
                  <a:cubicBezTo>
                    <a:pt x="48" y="1"/>
                    <a:pt x="48" y="1"/>
                    <a:pt x="48" y="1"/>
                  </a:cubicBezTo>
                  <a:cubicBezTo>
                    <a:pt x="48" y="1"/>
                    <a:pt x="48" y="1"/>
                    <a:pt x="48" y="1"/>
                  </a:cubicBezTo>
                  <a:cubicBezTo>
                    <a:pt x="47" y="2"/>
                    <a:pt x="47" y="2"/>
                    <a:pt x="47" y="2"/>
                  </a:cubicBezTo>
                  <a:cubicBezTo>
                    <a:pt x="47" y="2"/>
                    <a:pt x="47" y="2"/>
                    <a:pt x="47" y="2"/>
                  </a:cubicBezTo>
                  <a:cubicBezTo>
                    <a:pt x="40" y="3"/>
                    <a:pt x="34" y="6"/>
                    <a:pt x="28" y="10"/>
                  </a:cubicBezTo>
                  <a:cubicBezTo>
                    <a:pt x="28" y="10"/>
                    <a:pt x="28" y="10"/>
                    <a:pt x="28" y="10"/>
                  </a:cubicBezTo>
                  <a:cubicBezTo>
                    <a:pt x="27" y="10"/>
                    <a:pt x="27" y="10"/>
                    <a:pt x="27" y="10"/>
                  </a:cubicBezTo>
                  <a:cubicBezTo>
                    <a:pt x="27" y="10"/>
                    <a:pt x="27" y="10"/>
                    <a:pt x="27" y="10"/>
                  </a:cubicBezTo>
                  <a:cubicBezTo>
                    <a:pt x="24" y="12"/>
                    <a:pt x="24" y="12"/>
                    <a:pt x="24" y="12"/>
                  </a:cubicBezTo>
                  <a:cubicBezTo>
                    <a:pt x="24" y="12"/>
                    <a:pt x="24" y="12"/>
                    <a:pt x="24" y="12"/>
                  </a:cubicBezTo>
                  <a:cubicBezTo>
                    <a:pt x="16" y="18"/>
                    <a:pt x="10" y="26"/>
                    <a:pt x="5" y="36"/>
                  </a:cubicBezTo>
                  <a:cubicBezTo>
                    <a:pt x="5" y="36"/>
                    <a:pt x="5" y="36"/>
                    <a:pt x="5" y="36"/>
                  </a:cubicBezTo>
                  <a:cubicBezTo>
                    <a:pt x="5" y="37"/>
                    <a:pt x="5" y="37"/>
                    <a:pt x="5" y="37"/>
                  </a:cubicBezTo>
                  <a:cubicBezTo>
                    <a:pt x="4" y="39"/>
                    <a:pt x="4" y="39"/>
                    <a:pt x="4" y="39"/>
                  </a:cubicBezTo>
                  <a:cubicBezTo>
                    <a:pt x="4" y="39"/>
                    <a:pt x="4" y="39"/>
                    <a:pt x="4" y="39"/>
                  </a:cubicBezTo>
                  <a:cubicBezTo>
                    <a:pt x="2" y="46"/>
                    <a:pt x="0" y="53"/>
                    <a:pt x="0" y="60"/>
                  </a:cubicBezTo>
                  <a:cubicBezTo>
                    <a:pt x="0" y="60"/>
                    <a:pt x="0" y="61"/>
                    <a:pt x="0" y="61"/>
                  </a:cubicBezTo>
                  <a:cubicBezTo>
                    <a:pt x="0" y="63"/>
                    <a:pt x="0" y="63"/>
                    <a:pt x="0" y="63"/>
                  </a:cubicBezTo>
                  <a:cubicBezTo>
                    <a:pt x="0" y="63"/>
                    <a:pt x="0" y="63"/>
                    <a:pt x="0" y="63"/>
                  </a:cubicBezTo>
                  <a:cubicBezTo>
                    <a:pt x="1" y="70"/>
                    <a:pt x="2" y="77"/>
                    <a:pt x="5" y="83"/>
                  </a:cubicBezTo>
                  <a:cubicBezTo>
                    <a:pt x="5" y="83"/>
                    <a:pt x="5" y="83"/>
                    <a:pt x="5" y="83"/>
                  </a:cubicBezTo>
                  <a:cubicBezTo>
                    <a:pt x="6" y="85"/>
                    <a:pt x="6" y="85"/>
                    <a:pt x="6" y="85"/>
                  </a:cubicBezTo>
                  <a:cubicBezTo>
                    <a:pt x="6" y="86"/>
                    <a:pt x="6" y="86"/>
                    <a:pt x="6" y="86"/>
                  </a:cubicBezTo>
                  <a:cubicBezTo>
                    <a:pt x="6" y="86"/>
                    <a:pt x="6" y="86"/>
                    <a:pt x="6" y="86"/>
                  </a:cubicBezTo>
                  <a:cubicBezTo>
                    <a:pt x="11" y="95"/>
                    <a:pt x="17" y="102"/>
                    <a:pt x="24" y="108"/>
                  </a:cubicBezTo>
                  <a:cubicBezTo>
                    <a:pt x="24" y="108"/>
                    <a:pt x="24" y="108"/>
                    <a:pt x="24" y="108"/>
                  </a:cubicBezTo>
                  <a:cubicBezTo>
                    <a:pt x="27" y="110"/>
                    <a:pt x="27" y="110"/>
                    <a:pt x="27" y="110"/>
                  </a:cubicBezTo>
                  <a:cubicBezTo>
                    <a:pt x="27" y="110"/>
                    <a:pt x="27" y="110"/>
                    <a:pt x="27" y="110"/>
                  </a:cubicBezTo>
                  <a:cubicBezTo>
                    <a:pt x="27" y="110"/>
                    <a:pt x="27" y="110"/>
                    <a:pt x="27" y="110"/>
                  </a:cubicBezTo>
                  <a:cubicBezTo>
                    <a:pt x="33" y="114"/>
                    <a:pt x="40" y="117"/>
                    <a:pt x="47" y="119"/>
                  </a:cubicBezTo>
                  <a:cubicBezTo>
                    <a:pt x="47" y="119"/>
                    <a:pt x="47" y="119"/>
                    <a:pt x="47" y="119"/>
                  </a:cubicBezTo>
                  <a:cubicBezTo>
                    <a:pt x="48" y="119"/>
                    <a:pt x="48" y="119"/>
                    <a:pt x="48" y="119"/>
                  </a:cubicBezTo>
                  <a:cubicBezTo>
                    <a:pt x="53" y="120"/>
                    <a:pt x="53" y="120"/>
                    <a:pt x="53" y="120"/>
                  </a:cubicBezTo>
                  <a:cubicBezTo>
                    <a:pt x="53" y="120"/>
                    <a:pt x="53" y="120"/>
                    <a:pt x="53" y="120"/>
                  </a:cubicBezTo>
                  <a:cubicBezTo>
                    <a:pt x="55" y="120"/>
                    <a:pt x="57" y="120"/>
                    <a:pt x="58" y="120"/>
                  </a:cubicBezTo>
                  <a:cubicBezTo>
                    <a:pt x="58" y="120"/>
                    <a:pt x="58" y="120"/>
                    <a:pt x="58" y="120"/>
                  </a:cubicBezTo>
                  <a:cubicBezTo>
                    <a:pt x="60" y="120"/>
                    <a:pt x="60" y="120"/>
                    <a:pt x="60" y="120"/>
                  </a:cubicBezTo>
                  <a:cubicBezTo>
                    <a:pt x="62" y="120"/>
                    <a:pt x="62" y="120"/>
                    <a:pt x="62" y="120"/>
                  </a:cubicBezTo>
                  <a:cubicBezTo>
                    <a:pt x="62" y="120"/>
                    <a:pt x="62" y="120"/>
                    <a:pt x="62" y="120"/>
                  </a:cubicBezTo>
                  <a:cubicBezTo>
                    <a:pt x="63" y="120"/>
                    <a:pt x="65" y="120"/>
                    <a:pt x="66" y="120"/>
                  </a:cubicBezTo>
                  <a:cubicBezTo>
                    <a:pt x="66" y="120"/>
                    <a:pt x="66" y="120"/>
                    <a:pt x="66" y="120"/>
                  </a:cubicBezTo>
                  <a:cubicBezTo>
                    <a:pt x="71" y="119"/>
                    <a:pt x="71" y="119"/>
                    <a:pt x="71" y="119"/>
                  </a:cubicBezTo>
                  <a:cubicBezTo>
                    <a:pt x="71" y="119"/>
                    <a:pt x="71" y="119"/>
                    <a:pt x="71" y="119"/>
                  </a:cubicBezTo>
                  <a:cubicBezTo>
                    <a:pt x="71" y="119"/>
                    <a:pt x="71" y="119"/>
                    <a:pt x="71" y="119"/>
                  </a:cubicBezTo>
                  <a:cubicBezTo>
                    <a:pt x="79" y="117"/>
                    <a:pt x="86" y="115"/>
                    <a:pt x="92" y="110"/>
                  </a:cubicBezTo>
                  <a:cubicBezTo>
                    <a:pt x="92" y="111"/>
                    <a:pt x="92" y="111"/>
                    <a:pt x="92" y="111"/>
                  </a:cubicBezTo>
                  <a:cubicBezTo>
                    <a:pt x="93" y="110"/>
                    <a:pt x="93" y="110"/>
                    <a:pt x="93" y="110"/>
                  </a:cubicBezTo>
                  <a:cubicBezTo>
                    <a:pt x="93" y="110"/>
                    <a:pt x="93" y="110"/>
                    <a:pt x="93" y="110"/>
                  </a:cubicBezTo>
                  <a:cubicBezTo>
                    <a:pt x="96" y="108"/>
                    <a:pt x="96" y="108"/>
                    <a:pt x="96" y="108"/>
                  </a:cubicBezTo>
                  <a:cubicBezTo>
                    <a:pt x="96" y="108"/>
                    <a:pt x="96" y="108"/>
                    <a:pt x="96" y="108"/>
                  </a:cubicBezTo>
                  <a:cubicBezTo>
                    <a:pt x="101" y="104"/>
                    <a:pt x="106" y="99"/>
                    <a:pt x="110" y="94"/>
                  </a:cubicBezTo>
                  <a:cubicBezTo>
                    <a:pt x="122" y="107"/>
                    <a:pt x="122" y="107"/>
                    <a:pt x="122" y="107"/>
                  </a:cubicBezTo>
                  <a:cubicBezTo>
                    <a:pt x="124" y="109"/>
                    <a:pt x="128" y="109"/>
                    <a:pt x="131" y="106"/>
                  </a:cubicBezTo>
                  <a:cubicBezTo>
                    <a:pt x="133" y="104"/>
                    <a:pt x="133" y="100"/>
                    <a:pt x="131" y="98"/>
                  </a:cubicBezTo>
                  <a:lnTo>
                    <a:pt x="117" y="83"/>
                  </a:lnTo>
                  <a:close/>
                  <a:moveTo>
                    <a:pt x="44" y="6"/>
                  </a:moveTo>
                  <a:cubicBezTo>
                    <a:pt x="43" y="7"/>
                    <a:pt x="43" y="7"/>
                    <a:pt x="42" y="8"/>
                  </a:cubicBezTo>
                  <a:cubicBezTo>
                    <a:pt x="42" y="8"/>
                    <a:pt x="42" y="8"/>
                    <a:pt x="42" y="8"/>
                  </a:cubicBezTo>
                  <a:cubicBezTo>
                    <a:pt x="42" y="9"/>
                    <a:pt x="42" y="9"/>
                    <a:pt x="42" y="9"/>
                  </a:cubicBezTo>
                  <a:cubicBezTo>
                    <a:pt x="41" y="9"/>
                    <a:pt x="41" y="9"/>
                    <a:pt x="41" y="9"/>
                  </a:cubicBezTo>
                  <a:cubicBezTo>
                    <a:pt x="41" y="10"/>
                    <a:pt x="41" y="10"/>
                    <a:pt x="41" y="10"/>
                  </a:cubicBezTo>
                  <a:cubicBezTo>
                    <a:pt x="41" y="10"/>
                    <a:pt x="41" y="10"/>
                    <a:pt x="41" y="10"/>
                  </a:cubicBezTo>
                  <a:cubicBezTo>
                    <a:pt x="40" y="11"/>
                    <a:pt x="40" y="11"/>
                    <a:pt x="40" y="11"/>
                  </a:cubicBezTo>
                  <a:cubicBezTo>
                    <a:pt x="40" y="11"/>
                    <a:pt x="40" y="11"/>
                    <a:pt x="40" y="11"/>
                  </a:cubicBezTo>
                  <a:cubicBezTo>
                    <a:pt x="39" y="12"/>
                    <a:pt x="39" y="12"/>
                    <a:pt x="39" y="12"/>
                  </a:cubicBezTo>
                  <a:cubicBezTo>
                    <a:pt x="39" y="13"/>
                    <a:pt x="39" y="13"/>
                    <a:pt x="39" y="13"/>
                  </a:cubicBezTo>
                  <a:cubicBezTo>
                    <a:pt x="39" y="13"/>
                    <a:pt x="39" y="13"/>
                    <a:pt x="39" y="13"/>
                  </a:cubicBezTo>
                  <a:cubicBezTo>
                    <a:pt x="38" y="13"/>
                    <a:pt x="38" y="14"/>
                    <a:pt x="38" y="14"/>
                  </a:cubicBezTo>
                  <a:cubicBezTo>
                    <a:pt x="38" y="14"/>
                    <a:pt x="38" y="14"/>
                    <a:pt x="38" y="14"/>
                  </a:cubicBezTo>
                  <a:cubicBezTo>
                    <a:pt x="38" y="14"/>
                    <a:pt x="38" y="14"/>
                    <a:pt x="38" y="14"/>
                  </a:cubicBezTo>
                  <a:cubicBezTo>
                    <a:pt x="37" y="14"/>
                    <a:pt x="37" y="14"/>
                    <a:pt x="37" y="14"/>
                  </a:cubicBezTo>
                  <a:cubicBezTo>
                    <a:pt x="36" y="14"/>
                    <a:pt x="36" y="14"/>
                    <a:pt x="36" y="14"/>
                  </a:cubicBezTo>
                  <a:cubicBezTo>
                    <a:pt x="36" y="14"/>
                    <a:pt x="35" y="13"/>
                    <a:pt x="34" y="13"/>
                  </a:cubicBezTo>
                  <a:cubicBezTo>
                    <a:pt x="34" y="13"/>
                    <a:pt x="34" y="13"/>
                    <a:pt x="34" y="13"/>
                  </a:cubicBezTo>
                  <a:cubicBezTo>
                    <a:pt x="33" y="12"/>
                    <a:pt x="32" y="12"/>
                    <a:pt x="31" y="12"/>
                  </a:cubicBezTo>
                  <a:cubicBezTo>
                    <a:pt x="35" y="9"/>
                    <a:pt x="39" y="7"/>
                    <a:pt x="44" y="6"/>
                  </a:cubicBezTo>
                  <a:close/>
                  <a:moveTo>
                    <a:pt x="28" y="14"/>
                  </a:moveTo>
                  <a:cubicBezTo>
                    <a:pt x="28" y="14"/>
                    <a:pt x="29" y="14"/>
                    <a:pt x="29" y="15"/>
                  </a:cubicBezTo>
                  <a:cubicBezTo>
                    <a:pt x="30" y="15"/>
                    <a:pt x="30" y="15"/>
                    <a:pt x="30" y="15"/>
                  </a:cubicBezTo>
                  <a:cubicBezTo>
                    <a:pt x="31" y="15"/>
                    <a:pt x="31" y="16"/>
                    <a:pt x="32" y="16"/>
                  </a:cubicBezTo>
                  <a:cubicBezTo>
                    <a:pt x="33" y="16"/>
                    <a:pt x="33" y="16"/>
                    <a:pt x="33" y="16"/>
                  </a:cubicBezTo>
                  <a:cubicBezTo>
                    <a:pt x="34" y="16"/>
                    <a:pt x="34" y="17"/>
                    <a:pt x="35" y="17"/>
                  </a:cubicBezTo>
                  <a:cubicBezTo>
                    <a:pt x="36" y="17"/>
                    <a:pt x="36" y="17"/>
                    <a:pt x="36" y="17"/>
                  </a:cubicBezTo>
                  <a:cubicBezTo>
                    <a:pt x="36" y="17"/>
                    <a:pt x="36" y="17"/>
                    <a:pt x="36" y="17"/>
                  </a:cubicBezTo>
                  <a:cubicBezTo>
                    <a:pt x="36" y="17"/>
                    <a:pt x="36" y="17"/>
                    <a:pt x="36" y="17"/>
                  </a:cubicBezTo>
                  <a:cubicBezTo>
                    <a:pt x="36" y="17"/>
                    <a:pt x="36" y="17"/>
                    <a:pt x="36" y="17"/>
                  </a:cubicBezTo>
                  <a:cubicBezTo>
                    <a:pt x="36" y="18"/>
                    <a:pt x="36" y="18"/>
                    <a:pt x="36" y="18"/>
                  </a:cubicBezTo>
                  <a:cubicBezTo>
                    <a:pt x="35" y="19"/>
                    <a:pt x="35" y="19"/>
                    <a:pt x="35" y="19"/>
                  </a:cubicBezTo>
                  <a:cubicBezTo>
                    <a:pt x="35" y="19"/>
                    <a:pt x="35" y="20"/>
                    <a:pt x="34" y="20"/>
                  </a:cubicBezTo>
                  <a:cubicBezTo>
                    <a:pt x="34" y="21"/>
                    <a:pt x="34" y="21"/>
                    <a:pt x="34" y="21"/>
                  </a:cubicBezTo>
                  <a:cubicBezTo>
                    <a:pt x="34" y="22"/>
                    <a:pt x="33" y="22"/>
                    <a:pt x="33" y="23"/>
                  </a:cubicBezTo>
                  <a:cubicBezTo>
                    <a:pt x="33" y="24"/>
                    <a:pt x="33" y="24"/>
                    <a:pt x="33" y="24"/>
                  </a:cubicBezTo>
                  <a:cubicBezTo>
                    <a:pt x="32" y="24"/>
                    <a:pt x="32" y="25"/>
                    <a:pt x="32" y="26"/>
                  </a:cubicBezTo>
                  <a:cubicBezTo>
                    <a:pt x="31" y="26"/>
                    <a:pt x="31" y="26"/>
                    <a:pt x="31" y="26"/>
                  </a:cubicBezTo>
                  <a:cubicBezTo>
                    <a:pt x="31" y="27"/>
                    <a:pt x="31" y="28"/>
                    <a:pt x="30" y="29"/>
                  </a:cubicBezTo>
                  <a:cubicBezTo>
                    <a:pt x="30" y="29"/>
                    <a:pt x="30" y="29"/>
                    <a:pt x="30" y="29"/>
                  </a:cubicBezTo>
                  <a:cubicBezTo>
                    <a:pt x="30" y="30"/>
                    <a:pt x="30" y="30"/>
                    <a:pt x="29" y="31"/>
                  </a:cubicBezTo>
                  <a:cubicBezTo>
                    <a:pt x="29" y="32"/>
                    <a:pt x="29" y="32"/>
                    <a:pt x="29" y="32"/>
                  </a:cubicBezTo>
                  <a:cubicBezTo>
                    <a:pt x="29" y="33"/>
                    <a:pt x="29" y="33"/>
                    <a:pt x="28" y="34"/>
                  </a:cubicBezTo>
                  <a:cubicBezTo>
                    <a:pt x="28" y="35"/>
                    <a:pt x="28" y="35"/>
                    <a:pt x="28" y="35"/>
                  </a:cubicBezTo>
                  <a:cubicBezTo>
                    <a:pt x="28" y="36"/>
                    <a:pt x="28" y="36"/>
                    <a:pt x="28" y="36"/>
                  </a:cubicBezTo>
                  <a:cubicBezTo>
                    <a:pt x="28" y="36"/>
                    <a:pt x="28" y="36"/>
                    <a:pt x="28" y="36"/>
                  </a:cubicBezTo>
                  <a:cubicBezTo>
                    <a:pt x="9" y="36"/>
                    <a:pt x="9" y="36"/>
                    <a:pt x="9" y="36"/>
                  </a:cubicBezTo>
                  <a:cubicBezTo>
                    <a:pt x="13" y="27"/>
                    <a:pt x="20" y="19"/>
                    <a:pt x="28" y="14"/>
                  </a:cubicBezTo>
                  <a:close/>
                  <a:moveTo>
                    <a:pt x="8" y="39"/>
                  </a:moveTo>
                  <a:cubicBezTo>
                    <a:pt x="27" y="39"/>
                    <a:pt x="27" y="39"/>
                    <a:pt x="27" y="39"/>
                  </a:cubicBezTo>
                  <a:cubicBezTo>
                    <a:pt x="27" y="39"/>
                    <a:pt x="27" y="39"/>
                    <a:pt x="27" y="39"/>
                  </a:cubicBezTo>
                  <a:cubicBezTo>
                    <a:pt x="27" y="39"/>
                    <a:pt x="27" y="39"/>
                    <a:pt x="27" y="39"/>
                  </a:cubicBezTo>
                  <a:cubicBezTo>
                    <a:pt x="26" y="41"/>
                    <a:pt x="26" y="41"/>
                    <a:pt x="26" y="41"/>
                  </a:cubicBezTo>
                  <a:cubicBezTo>
                    <a:pt x="26" y="41"/>
                    <a:pt x="26" y="42"/>
                    <a:pt x="26" y="42"/>
                  </a:cubicBezTo>
                  <a:cubicBezTo>
                    <a:pt x="26" y="43"/>
                    <a:pt x="26" y="43"/>
                    <a:pt x="26" y="43"/>
                  </a:cubicBezTo>
                  <a:cubicBezTo>
                    <a:pt x="25" y="44"/>
                    <a:pt x="25" y="45"/>
                    <a:pt x="25" y="45"/>
                  </a:cubicBezTo>
                  <a:cubicBezTo>
                    <a:pt x="25" y="46"/>
                    <a:pt x="25" y="46"/>
                    <a:pt x="25" y="46"/>
                  </a:cubicBezTo>
                  <a:cubicBezTo>
                    <a:pt x="25" y="47"/>
                    <a:pt x="25" y="48"/>
                    <a:pt x="25" y="48"/>
                  </a:cubicBezTo>
                  <a:cubicBezTo>
                    <a:pt x="25" y="48"/>
                    <a:pt x="25" y="49"/>
                    <a:pt x="24" y="49"/>
                  </a:cubicBezTo>
                  <a:cubicBezTo>
                    <a:pt x="24" y="50"/>
                    <a:pt x="24" y="50"/>
                    <a:pt x="24" y="51"/>
                  </a:cubicBezTo>
                  <a:cubicBezTo>
                    <a:pt x="24" y="52"/>
                    <a:pt x="24" y="52"/>
                    <a:pt x="24" y="52"/>
                  </a:cubicBezTo>
                  <a:cubicBezTo>
                    <a:pt x="24" y="53"/>
                    <a:pt x="24" y="54"/>
                    <a:pt x="24" y="55"/>
                  </a:cubicBezTo>
                  <a:cubicBezTo>
                    <a:pt x="24" y="56"/>
                    <a:pt x="24" y="56"/>
                    <a:pt x="24" y="56"/>
                  </a:cubicBezTo>
                  <a:cubicBezTo>
                    <a:pt x="24" y="56"/>
                    <a:pt x="24" y="57"/>
                    <a:pt x="24" y="58"/>
                  </a:cubicBezTo>
                  <a:cubicBezTo>
                    <a:pt x="24" y="58"/>
                    <a:pt x="24" y="58"/>
                    <a:pt x="24" y="59"/>
                  </a:cubicBezTo>
                  <a:cubicBezTo>
                    <a:pt x="24" y="59"/>
                    <a:pt x="24" y="60"/>
                    <a:pt x="24" y="60"/>
                  </a:cubicBezTo>
                  <a:cubicBezTo>
                    <a:pt x="4" y="60"/>
                    <a:pt x="4" y="60"/>
                    <a:pt x="4" y="60"/>
                  </a:cubicBezTo>
                  <a:cubicBezTo>
                    <a:pt x="4" y="53"/>
                    <a:pt x="5" y="46"/>
                    <a:pt x="8" y="39"/>
                  </a:cubicBezTo>
                  <a:close/>
                  <a:moveTo>
                    <a:pt x="4" y="63"/>
                  </a:moveTo>
                  <a:cubicBezTo>
                    <a:pt x="24" y="63"/>
                    <a:pt x="24" y="63"/>
                    <a:pt x="24" y="63"/>
                  </a:cubicBezTo>
                  <a:cubicBezTo>
                    <a:pt x="24" y="63"/>
                    <a:pt x="24" y="63"/>
                    <a:pt x="24" y="63"/>
                  </a:cubicBezTo>
                  <a:cubicBezTo>
                    <a:pt x="24" y="64"/>
                    <a:pt x="24" y="64"/>
                    <a:pt x="24" y="64"/>
                  </a:cubicBezTo>
                  <a:cubicBezTo>
                    <a:pt x="24" y="65"/>
                    <a:pt x="24" y="65"/>
                    <a:pt x="24" y="65"/>
                  </a:cubicBezTo>
                  <a:cubicBezTo>
                    <a:pt x="24" y="66"/>
                    <a:pt x="24" y="66"/>
                    <a:pt x="24" y="67"/>
                  </a:cubicBezTo>
                  <a:cubicBezTo>
                    <a:pt x="24" y="68"/>
                    <a:pt x="24" y="68"/>
                    <a:pt x="24" y="68"/>
                  </a:cubicBezTo>
                  <a:cubicBezTo>
                    <a:pt x="24" y="69"/>
                    <a:pt x="24" y="69"/>
                    <a:pt x="24" y="70"/>
                  </a:cubicBezTo>
                  <a:cubicBezTo>
                    <a:pt x="24" y="71"/>
                    <a:pt x="24" y="71"/>
                    <a:pt x="24" y="71"/>
                  </a:cubicBezTo>
                  <a:cubicBezTo>
                    <a:pt x="24" y="72"/>
                    <a:pt x="24" y="73"/>
                    <a:pt x="25" y="73"/>
                  </a:cubicBezTo>
                  <a:cubicBezTo>
                    <a:pt x="25" y="74"/>
                    <a:pt x="25" y="74"/>
                    <a:pt x="25" y="74"/>
                  </a:cubicBezTo>
                  <a:cubicBezTo>
                    <a:pt x="25" y="75"/>
                    <a:pt x="25" y="75"/>
                    <a:pt x="25" y="76"/>
                  </a:cubicBezTo>
                  <a:cubicBezTo>
                    <a:pt x="25" y="77"/>
                    <a:pt x="25" y="77"/>
                    <a:pt x="25" y="77"/>
                  </a:cubicBezTo>
                  <a:cubicBezTo>
                    <a:pt x="25" y="78"/>
                    <a:pt x="26" y="78"/>
                    <a:pt x="26" y="79"/>
                  </a:cubicBezTo>
                  <a:cubicBezTo>
                    <a:pt x="26" y="80"/>
                    <a:pt x="26" y="80"/>
                    <a:pt x="26" y="80"/>
                  </a:cubicBezTo>
                  <a:cubicBezTo>
                    <a:pt x="26" y="80"/>
                    <a:pt x="26" y="81"/>
                    <a:pt x="26" y="81"/>
                  </a:cubicBezTo>
                  <a:cubicBezTo>
                    <a:pt x="27" y="83"/>
                    <a:pt x="27" y="83"/>
                    <a:pt x="27" y="83"/>
                  </a:cubicBezTo>
                  <a:cubicBezTo>
                    <a:pt x="27" y="83"/>
                    <a:pt x="27" y="83"/>
                    <a:pt x="27" y="83"/>
                  </a:cubicBezTo>
                  <a:cubicBezTo>
                    <a:pt x="27" y="83"/>
                    <a:pt x="27" y="83"/>
                    <a:pt x="27" y="83"/>
                  </a:cubicBezTo>
                  <a:cubicBezTo>
                    <a:pt x="9" y="83"/>
                    <a:pt x="9" y="83"/>
                    <a:pt x="9" y="83"/>
                  </a:cubicBezTo>
                  <a:cubicBezTo>
                    <a:pt x="6" y="77"/>
                    <a:pt x="4" y="70"/>
                    <a:pt x="4" y="63"/>
                  </a:cubicBezTo>
                  <a:close/>
                  <a:moveTo>
                    <a:pt x="29" y="106"/>
                  </a:moveTo>
                  <a:cubicBezTo>
                    <a:pt x="29" y="106"/>
                    <a:pt x="28" y="106"/>
                    <a:pt x="28" y="106"/>
                  </a:cubicBezTo>
                  <a:cubicBezTo>
                    <a:pt x="20" y="101"/>
                    <a:pt x="14" y="94"/>
                    <a:pt x="10" y="86"/>
                  </a:cubicBezTo>
                  <a:cubicBezTo>
                    <a:pt x="28" y="86"/>
                    <a:pt x="28" y="86"/>
                    <a:pt x="28" y="86"/>
                  </a:cubicBezTo>
                  <a:cubicBezTo>
                    <a:pt x="28" y="86"/>
                    <a:pt x="28" y="86"/>
                    <a:pt x="28" y="86"/>
                  </a:cubicBezTo>
                  <a:cubicBezTo>
                    <a:pt x="28" y="87"/>
                    <a:pt x="28" y="87"/>
                    <a:pt x="28" y="87"/>
                  </a:cubicBezTo>
                  <a:cubicBezTo>
                    <a:pt x="28" y="88"/>
                    <a:pt x="28" y="88"/>
                    <a:pt x="28" y="88"/>
                  </a:cubicBezTo>
                  <a:cubicBezTo>
                    <a:pt x="29" y="89"/>
                    <a:pt x="29" y="89"/>
                    <a:pt x="29" y="90"/>
                  </a:cubicBezTo>
                  <a:cubicBezTo>
                    <a:pt x="29" y="90"/>
                    <a:pt x="29" y="90"/>
                    <a:pt x="29" y="90"/>
                  </a:cubicBezTo>
                  <a:cubicBezTo>
                    <a:pt x="30" y="91"/>
                    <a:pt x="30" y="92"/>
                    <a:pt x="30" y="93"/>
                  </a:cubicBezTo>
                  <a:cubicBezTo>
                    <a:pt x="30" y="93"/>
                    <a:pt x="30" y="93"/>
                    <a:pt x="30" y="93"/>
                  </a:cubicBezTo>
                  <a:cubicBezTo>
                    <a:pt x="31" y="94"/>
                    <a:pt x="31" y="94"/>
                    <a:pt x="31" y="95"/>
                  </a:cubicBezTo>
                  <a:cubicBezTo>
                    <a:pt x="32" y="96"/>
                    <a:pt x="32" y="96"/>
                    <a:pt x="32" y="96"/>
                  </a:cubicBezTo>
                  <a:cubicBezTo>
                    <a:pt x="32" y="96"/>
                    <a:pt x="32" y="97"/>
                    <a:pt x="33" y="98"/>
                  </a:cubicBezTo>
                  <a:cubicBezTo>
                    <a:pt x="33" y="98"/>
                    <a:pt x="33" y="98"/>
                    <a:pt x="33" y="98"/>
                  </a:cubicBezTo>
                  <a:cubicBezTo>
                    <a:pt x="33" y="99"/>
                    <a:pt x="34" y="99"/>
                    <a:pt x="34" y="100"/>
                  </a:cubicBezTo>
                  <a:cubicBezTo>
                    <a:pt x="34" y="101"/>
                    <a:pt x="34" y="101"/>
                    <a:pt x="34" y="101"/>
                  </a:cubicBezTo>
                  <a:cubicBezTo>
                    <a:pt x="35" y="101"/>
                    <a:pt x="35" y="102"/>
                    <a:pt x="35" y="102"/>
                  </a:cubicBezTo>
                  <a:cubicBezTo>
                    <a:pt x="36" y="103"/>
                    <a:pt x="36" y="103"/>
                    <a:pt x="36" y="103"/>
                  </a:cubicBezTo>
                  <a:cubicBezTo>
                    <a:pt x="36" y="103"/>
                    <a:pt x="36" y="103"/>
                    <a:pt x="36" y="103"/>
                  </a:cubicBezTo>
                  <a:cubicBezTo>
                    <a:pt x="36" y="103"/>
                    <a:pt x="36" y="103"/>
                    <a:pt x="36" y="103"/>
                  </a:cubicBezTo>
                  <a:cubicBezTo>
                    <a:pt x="36" y="103"/>
                    <a:pt x="36" y="103"/>
                    <a:pt x="36" y="103"/>
                  </a:cubicBezTo>
                  <a:cubicBezTo>
                    <a:pt x="35" y="103"/>
                    <a:pt x="35" y="103"/>
                    <a:pt x="35" y="103"/>
                  </a:cubicBezTo>
                  <a:cubicBezTo>
                    <a:pt x="35" y="104"/>
                    <a:pt x="35" y="104"/>
                    <a:pt x="35" y="104"/>
                  </a:cubicBezTo>
                  <a:cubicBezTo>
                    <a:pt x="34" y="104"/>
                    <a:pt x="33" y="104"/>
                    <a:pt x="33" y="104"/>
                  </a:cubicBezTo>
                  <a:cubicBezTo>
                    <a:pt x="32" y="105"/>
                    <a:pt x="32" y="105"/>
                    <a:pt x="32" y="105"/>
                  </a:cubicBezTo>
                  <a:cubicBezTo>
                    <a:pt x="31" y="105"/>
                    <a:pt x="30" y="105"/>
                    <a:pt x="30" y="106"/>
                  </a:cubicBezTo>
                  <a:lnTo>
                    <a:pt x="29" y="106"/>
                  </a:lnTo>
                  <a:close/>
                  <a:moveTo>
                    <a:pt x="31" y="109"/>
                  </a:moveTo>
                  <a:cubicBezTo>
                    <a:pt x="32" y="108"/>
                    <a:pt x="32" y="108"/>
                    <a:pt x="32" y="108"/>
                  </a:cubicBezTo>
                  <a:cubicBezTo>
                    <a:pt x="33" y="108"/>
                    <a:pt x="33" y="108"/>
                    <a:pt x="34" y="108"/>
                  </a:cubicBezTo>
                  <a:cubicBezTo>
                    <a:pt x="34" y="107"/>
                    <a:pt x="35" y="107"/>
                    <a:pt x="35" y="107"/>
                  </a:cubicBezTo>
                  <a:cubicBezTo>
                    <a:pt x="36" y="107"/>
                    <a:pt x="36" y="107"/>
                    <a:pt x="37" y="107"/>
                  </a:cubicBezTo>
                  <a:cubicBezTo>
                    <a:pt x="38" y="106"/>
                    <a:pt x="38" y="106"/>
                    <a:pt x="38" y="106"/>
                  </a:cubicBezTo>
                  <a:cubicBezTo>
                    <a:pt x="38" y="107"/>
                    <a:pt x="38" y="107"/>
                    <a:pt x="38" y="107"/>
                  </a:cubicBezTo>
                  <a:cubicBezTo>
                    <a:pt x="38" y="107"/>
                    <a:pt x="38" y="107"/>
                    <a:pt x="38" y="107"/>
                  </a:cubicBezTo>
                  <a:cubicBezTo>
                    <a:pt x="39" y="108"/>
                    <a:pt x="39" y="108"/>
                    <a:pt x="39" y="108"/>
                  </a:cubicBezTo>
                  <a:cubicBezTo>
                    <a:pt x="39" y="109"/>
                    <a:pt x="39" y="109"/>
                    <a:pt x="39" y="109"/>
                  </a:cubicBezTo>
                  <a:cubicBezTo>
                    <a:pt x="40" y="109"/>
                    <a:pt x="40" y="109"/>
                    <a:pt x="40" y="109"/>
                  </a:cubicBezTo>
                  <a:cubicBezTo>
                    <a:pt x="40" y="110"/>
                    <a:pt x="40" y="110"/>
                    <a:pt x="40" y="110"/>
                  </a:cubicBezTo>
                  <a:cubicBezTo>
                    <a:pt x="40" y="110"/>
                    <a:pt x="40" y="110"/>
                    <a:pt x="40" y="110"/>
                  </a:cubicBezTo>
                  <a:cubicBezTo>
                    <a:pt x="41" y="111"/>
                    <a:pt x="41" y="111"/>
                    <a:pt x="41" y="111"/>
                  </a:cubicBezTo>
                  <a:cubicBezTo>
                    <a:pt x="41" y="111"/>
                    <a:pt x="41" y="111"/>
                    <a:pt x="41" y="111"/>
                  </a:cubicBezTo>
                  <a:cubicBezTo>
                    <a:pt x="41" y="112"/>
                    <a:pt x="41" y="112"/>
                    <a:pt x="41" y="112"/>
                  </a:cubicBezTo>
                  <a:cubicBezTo>
                    <a:pt x="42" y="112"/>
                    <a:pt x="42" y="112"/>
                    <a:pt x="42" y="112"/>
                  </a:cubicBezTo>
                  <a:cubicBezTo>
                    <a:pt x="42" y="112"/>
                    <a:pt x="42" y="112"/>
                    <a:pt x="42" y="112"/>
                  </a:cubicBezTo>
                  <a:cubicBezTo>
                    <a:pt x="42" y="113"/>
                    <a:pt x="42" y="113"/>
                    <a:pt x="42" y="113"/>
                  </a:cubicBezTo>
                  <a:cubicBezTo>
                    <a:pt x="43" y="113"/>
                    <a:pt x="43" y="113"/>
                    <a:pt x="43" y="113"/>
                  </a:cubicBezTo>
                  <a:cubicBezTo>
                    <a:pt x="43" y="114"/>
                    <a:pt x="43" y="114"/>
                    <a:pt x="43" y="114"/>
                  </a:cubicBezTo>
                  <a:cubicBezTo>
                    <a:pt x="43" y="114"/>
                    <a:pt x="43" y="114"/>
                    <a:pt x="43" y="114"/>
                  </a:cubicBezTo>
                  <a:cubicBezTo>
                    <a:pt x="39" y="113"/>
                    <a:pt x="35" y="111"/>
                    <a:pt x="31" y="109"/>
                  </a:cubicBezTo>
                  <a:close/>
                  <a:moveTo>
                    <a:pt x="58" y="116"/>
                  </a:moveTo>
                  <a:cubicBezTo>
                    <a:pt x="55" y="116"/>
                    <a:pt x="52" y="116"/>
                    <a:pt x="49" y="115"/>
                  </a:cubicBezTo>
                  <a:cubicBezTo>
                    <a:pt x="49" y="115"/>
                    <a:pt x="49" y="115"/>
                    <a:pt x="49" y="115"/>
                  </a:cubicBezTo>
                  <a:cubicBezTo>
                    <a:pt x="48" y="115"/>
                    <a:pt x="48" y="115"/>
                    <a:pt x="48" y="115"/>
                  </a:cubicBezTo>
                  <a:cubicBezTo>
                    <a:pt x="48" y="115"/>
                    <a:pt x="48" y="115"/>
                    <a:pt x="48" y="115"/>
                  </a:cubicBezTo>
                  <a:cubicBezTo>
                    <a:pt x="48" y="114"/>
                    <a:pt x="48" y="114"/>
                    <a:pt x="48" y="114"/>
                  </a:cubicBezTo>
                  <a:cubicBezTo>
                    <a:pt x="47" y="114"/>
                    <a:pt x="47" y="114"/>
                    <a:pt x="47" y="114"/>
                  </a:cubicBezTo>
                  <a:cubicBezTo>
                    <a:pt x="47" y="113"/>
                    <a:pt x="47" y="113"/>
                    <a:pt x="47" y="113"/>
                  </a:cubicBezTo>
                  <a:cubicBezTo>
                    <a:pt x="47" y="113"/>
                    <a:pt x="47" y="113"/>
                    <a:pt x="47" y="113"/>
                  </a:cubicBezTo>
                  <a:cubicBezTo>
                    <a:pt x="46" y="112"/>
                    <a:pt x="46" y="112"/>
                    <a:pt x="46" y="112"/>
                  </a:cubicBezTo>
                  <a:cubicBezTo>
                    <a:pt x="46" y="111"/>
                    <a:pt x="46" y="111"/>
                    <a:pt x="46" y="111"/>
                  </a:cubicBezTo>
                  <a:cubicBezTo>
                    <a:pt x="45" y="111"/>
                    <a:pt x="45" y="111"/>
                    <a:pt x="45" y="110"/>
                  </a:cubicBezTo>
                  <a:cubicBezTo>
                    <a:pt x="44" y="110"/>
                    <a:pt x="44" y="110"/>
                    <a:pt x="44" y="110"/>
                  </a:cubicBezTo>
                  <a:cubicBezTo>
                    <a:pt x="44" y="110"/>
                    <a:pt x="44" y="109"/>
                    <a:pt x="44" y="109"/>
                  </a:cubicBezTo>
                  <a:cubicBezTo>
                    <a:pt x="43" y="109"/>
                    <a:pt x="43" y="109"/>
                    <a:pt x="43" y="109"/>
                  </a:cubicBezTo>
                  <a:cubicBezTo>
                    <a:pt x="43" y="108"/>
                    <a:pt x="43" y="108"/>
                    <a:pt x="43" y="107"/>
                  </a:cubicBezTo>
                  <a:cubicBezTo>
                    <a:pt x="42" y="107"/>
                    <a:pt x="42" y="107"/>
                    <a:pt x="42" y="107"/>
                  </a:cubicBezTo>
                  <a:cubicBezTo>
                    <a:pt x="42" y="106"/>
                    <a:pt x="42" y="106"/>
                    <a:pt x="41" y="106"/>
                  </a:cubicBezTo>
                  <a:cubicBezTo>
                    <a:pt x="41" y="105"/>
                    <a:pt x="41" y="105"/>
                    <a:pt x="41" y="105"/>
                  </a:cubicBezTo>
                  <a:cubicBezTo>
                    <a:pt x="47" y="104"/>
                    <a:pt x="53" y="103"/>
                    <a:pt x="58" y="103"/>
                  </a:cubicBezTo>
                  <a:lnTo>
                    <a:pt x="58" y="116"/>
                  </a:lnTo>
                  <a:close/>
                  <a:moveTo>
                    <a:pt x="58" y="100"/>
                  </a:moveTo>
                  <a:cubicBezTo>
                    <a:pt x="57" y="100"/>
                    <a:pt x="57" y="100"/>
                    <a:pt x="57" y="100"/>
                  </a:cubicBezTo>
                  <a:cubicBezTo>
                    <a:pt x="56" y="100"/>
                    <a:pt x="56" y="100"/>
                    <a:pt x="56" y="100"/>
                  </a:cubicBezTo>
                  <a:cubicBezTo>
                    <a:pt x="56" y="100"/>
                    <a:pt x="55" y="100"/>
                    <a:pt x="55" y="100"/>
                  </a:cubicBezTo>
                  <a:cubicBezTo>
                    <a:pt x="54" y="100"/>
                    <a:pt x="54" y="100"/>
                    <a:pt x="54" y="100"/>
                  </a:cubicBezTo>
                  <a:cubicBezTo>
                    <a:pt x="53" y="100"/>
                    <a:pt x="53" y="100"/>
                    <a:pt x="52" y="100"/>
                  </a:cubicBezTo>
                  <a:cubicBezTo>
                    <a:pt x="51" y="100"/>
                    <a:pt x="51" y="100"/>
                    <a:pt x="51" y="100"/>
                  </a:cubicBezTo>
                  <a:cubicBezTo>
                    <a:pt x="50" y="100"/>
                    <a:pt x="50" y="100"/>
                    <a:pt x="49" y="100"/>
                  </a:cubicBezTo>
                  <a:cubicBezTo>
                    <a:pt x="48" y="100"/>
                    <a:pt x="48" y="100"/>
                    <a:pt x="48" y="100"/>
                  </a:cubicBezTo>
                  <a:cubicBezTo>
                    <a:pt x="48" y="101"/>
                    <a:pt x="47" y="101"/>
                    <a:pt x="46" y="101"/>
                  </a:cubicBezTo>
                  <a:cubicBezTo>
                    <a:pt x="45" y="101"/>
                    <a:pt x="45" y="101"/>
                    <a:pt x="45" y="101"/>
                  </a:cubicBezTo>
                  <a:cubicBezTo>
                    <a:pt x="45" y="101"/>
                    <a:pt x="44" y="101"/>
                    <a:pt x="44" y="101"/>
                  </a:cubicBezTo>
                  <a:cubicBezTo>
                    <a:pt x="43" y="101"/>
                    <a:pt x="43" y="101"/>
                    <a:pt x="43" y="102"/>
                  </a:cubicBezTo>
                  <a:cubicBezTo>
                    <a:pt x="42" y="102"/>
                    <a:pt x="42" y="102"/>
                    <a:pt x="41" y="102"/>
                  </a:cubicBezTo>
                  <a:cubicBezTo>
                    <a:pt x="41" y="102"/>
                    <a:pt x="40" y="102"/>
                    <a:pt x="40" y="102"/>
                  </a:cubicBezTo>
                  <a:cubicBezTo>
                    <a:pt x="39" y="102"/>
                    <a:pt x="39" y="102"/>
                    <a:pt x="39" y="102"/>
                  </a:cubicBezTo>
                  <a:cubicBezTo>
                    <a:pt x="39" y="101"/>
                    <a:pt x="39" y="101"/>
                    <a:pt x="39" y="101"/>
                  </a:cubicBezTo>
                  <a:cubicBezTo>
                    <a:pt x="38" y="101"/>
                    <a:pt x="38" y="101"/>
                    <a:pt x="38" y="101"/>
                  </a:cubicBezTo>
                  <a:cubicBezTo>
                    <a:pt x="38" y="100"/>
                    <a:pt x="38" y="100"/>
                    <a:pt x="37" y="99"/>
                  </a:cubicBezTo>
                  <a:cubicBezTo>
                    <a:pt x="37" y="99"/>
                    <a:pt x="37" y="99"/>
                    <a:pt x="37" y="99"/>
                  </a:cubicBezTo>
                  <a:cubicBezTo>
                    <a:pt x="37" y="98"/>
                    <a:pt x="36" y="97"/>
                    <a:pt x="36" y="96"/>
                  </a:cubicBezTo>
                  <a:cubicBezTo>
                    <a:pt x="36" y="96"/>
                    <a:pt x="36" y="96"/>
                    <a:pt x="36" y="96"/>
                  </a:cubicBezTo>
                  <a:cubicBezTo>
                    <a:pt x="35" y="95"/>
                    <a:pt x="35" y="95"/>
                    <a:pt x="35" y="94"/>
                  </a:cubicBezTo>
                  <a:cubicBezTo>
                    <a:pt x="34" y="93"/>
                    <a:pt x="34" y="93"/>
                    <a:pt x="34" y="93"/>
                  </a:cubicBezTo>
                  <a:cubicBezTo>
                    <a:pt x="34" y="93"/>
                    <a:pt x="34" y="92"/>
                    <a:pt x="34" y="92"/>
                  </a:cubicBezTo>
                  <a:cubicBezTo>
                    <a:pt x="33" y="91"/>
                    <a:pt x="33" y="91"/>
                    <a:pt x="33" y="91"/>
                  </a:cubicBezTo>
                  <a:cubicBezTo>
                    <a:pt x="33" y="91"/>
                    <a:pt x="33" y="90"/>
                    <a:pt x="33" y="90"/>
                  </a:cubicBezTo>
                  <a:cubicBezTo>
                    <a:pt x="32" y="89"/>
                    <a:pt x="32" y="89"/>
                    <a:pt x="32" y="89"/>
                  </a:cubicBezTo>
                  <a:cubicBezTo>
                    <a:pt x="32" y="88"/>
                    <a:pt x="32" y="88"/>
                    <a:pt x="32" y="87"/>
                  </a:cubicBezTo>
                  <a:cubicBezTo>
                    <a:pt x="32" y="86"/>
                    <a:pt x="32" y="86"/>
                    <a:pt x="32" y="86"/>
                  </a:cubicBezTo>
                  <a:cubicBezTo>
                    <a:pt x="32" y="86"/>
                    <a:pt x="32" y="86"/>
                    <a:pt x="32" y="86"/>
                  </a:cubicBezTo>
                  <a:cubicBezTo>
                    <a:pt x="58" y="86"/>
                    <a:pt x="58" y="86"/>
                    <a:pt x="58" y="86"/>
                  </a:cubicBezTo>
                  <a:lnTo>
                    <a:pt x="58" y="100"/>
                  </a:lnTo>
                  <a:close/>
                  <a:moveTo>
                    <a:pt x="58" y="83"/>
                  </a:moveTo>
                  <a:cubicBezTo>
                    <a:pt x="30" y="83"/>
                    <a:pt x="30" y="83"/>
                    <a:pt x="30" y="83"/>
                  </a:cubicBezTo>
                  <a:cubicBezTo>
                    <a:pt x="30" y="82"/>
                    <a:pt x="30" y="82"/>
                    <a:pt x="30" y="82"/>
                  </a:cubicBezTo>
                  <a:cubicBezTo>
                    <a:pt x="30" y="81"/>
                    <a:pt x="30" y="81"/>
                    <a:pt x="30" y="81"/>
                  </a:cubicBezTo>
                  <a:cubicBezTo>
                    <a:pt x="30" y="80"/>
                    <a:pt x="29" y="80"/>
                    <a:pt x="29" y="79"/>
                  </a:cubicBezTo>
                  <a:cubicBezTo>
                    <a:pt x="29" y="78"/>
                    <a:pt x="29" y="78"/>
                    <a:pt x="29" y="78"/>
                  </a:cubicBezTo>
                  <a:cubicBezTo>
                    <a:pt x="29" y="78"/>
                    <a:pt x="29" y="77"/>
                    <a:pt x="29" y="76"/>
                  </a:cubicBezTo>
                  <a:cubicBezTo>
                    <a:pt x="29" y="76"/>
                    <a:pt x="29" y="76"/>
                    <a:pt x="29" y="76"/>
                  </a:cubicBezTo>
                  <a:cubicBezTo>
                    <a:pt x="28" y="75"/>
                    <a:pt x="28" y="74"/>
                    <a:pt x="28" y="73"/>
                  </a:cubicBezTo>
                  <a:cubicBezTo>
                    <a:pt x="28" y="72"/>
                    <a:pt x="28" y="72"/>
                    <a:pt x="28" y="72"/>
                  </a:cubicBezTo>
                  <a:cubicBezTo>
                    <a:pt x="28" y="72"/>
                    <a:pt x="28" y="71"/>
                    <a:pt x="28" y="70"/>
                  </a:cubicBezTo>
                  <a:cubicBezTo>
                    <a:pt x="28" y="69"/>
                    <a:pt x="28" y="69"/>
                    <a:pt x="28" y="69"/>
                  </a:cubicBezTo>
                  <a:cubicBezTo>
                    <a:pt x="28" y="69"/>
                    <a:pt x="27" y="68"/>
                    <a:pt x="27" y="68"/>
                  </a:cubicBezTo>
                  <a:cubicBezTo>
                    <a:pt x="27" y="67"/>
                    <a:pt x="27" y="67"/>
                    <a:pt x="27" y="67"/>
                  </a:cubicBezTo>
                  <a:cubicBezTo>
                    <a:pt x="27" y="66"/>
                    <a:pt x="27" y="66"/>
                    <a:pt x="27" y="65"/>
                  </a:cubicBezTo>
                  <a:cubicBezTo>
                    <a:pt x="27" y="64"/>
                    <a:pt x="27" y="64"/>
                    <a:pt x="27" y="64"/>
                  </a:cubicBezTo>
                  <a:cubicBezTo>
                    <a:pt x="27" y="63"/>
                    <a:pt x="27" y="63"/>
                    <a:pt x="27" y="63"/>
                  </a:cubicBezTo>
                  <a:cubicBezTo>
                    <a:pt x="58" y="63"/>
                    <a:pt x="58" y="63"/>
                    <a:pt x="58" y="63"/>
                  </a:cubicBezTo>
                  <a:lnTo>
                    <a:pt x="58" y="83"/>
                  </a:lnTo>
                  <a:close/>
                  <a:moveTo>
                    <a:pt x="58" y="60"/>
                  </a:moveTo>
                  <a:cubicBezTo>
                    <a:pt x="27" y="60"/>
                    <a:pt x="27" y="60"/>
                    <a:pt x="27" y="60"/>
                  </a:cubicBezTo>
                  <a:cubicBezTo>
                    <a:pt x="27" y="60"/>
                    <a:pt x="27" y="59"/>
                    <a:pt x="27" y="59"/>
                  </a:cubicBezTo>
                  <a:cubicBezTo>
                    <a:pt x="27" y="59"/>
                    <a:pt x="27" y="58"/>
                    <a:pt x="27" y="58"/>
                  </a:cubicBezTo>
                  <a:cubicBezTo>
                    <a:pt x="27" y="57"/>
                    <a:pt x="27" y="57"/>
                    <a:pt x="27" y="56"/>
                  </a:cubicBezTo>
                  <a:cubicBezTo>
                    <a:pt x="27" y="56"/>
                    <a:pt x="27" y="55"/>
                    <a:pt x="27" y="55"/>
                  </a:cubicBezTo>
                  <a:cubicBezTo>
                    <a:pt x="27" y="54"/>
                    <a:pt x="27" y="54"/>
                    <a:pt x="27" y="53"/>
                  </a:cubicBezTo>
                  <a:cubicBezTo>
                    <a:pt x="28" y="52"/>
                    <a:pt x="28" y="52"/>
                    <a:pt x="28" y="52"/>
                  </a:cubicBezTo>
                  <a:cubicBezTo>
                    <a:pt x="28" y="51"/>
                    <a:pt x="28" y="50"/>
                    <a:pt x="28" y="49"/>
                  </a:cubicBezTo>
                  <a:cubicBezTo>
                    <a:pt x="28" y="49"/>
                    <a:pt x="28" y="49"/>
                    <a:pt x="28" y="49"/>
                  </a:cubicBezTo>
                  <a:cubicBezTo>
                    <a:pt x="28" y="48"/>
                    <a:pt x="28" y="47"/>
                    <a:pt x="28" y="47"/>
                  </a:cubicBezTo>
                  <a:cubicBezTo>
                    <a:pt x="29" y="46"/>
                    <a:pt x="29" y="46"/>
                    <a:pt x="29" y="46"/>
                  </a:cubicBezTo>
                  <a:cubicBezTo>
                    <a:pt x="29" y="45"/>
                    <a:pt x="29" y="45"/>
                    <a:pt x="29" y="44"/>
                  </a:cubicBezTo>
                  <a:cubicBezTo>
                    <a:pt x="29" y="44"/>
                    <a:pt x="29" y="43"/>
                    <a:pt x="29" y="43"/>
                  </a:cubicBezTo>
                  <a:cubicBezTo>
                    <a:pt x="29" y="42"/>
                    <a:pt x="30" y="42"/>
                    <a:pt x="30" y="41"/>
                  </a:cubicBezTo>
                  <a:cubicBezTo>
                    <a:pt x="30" y="41"/>
                    <a:pt x="30" y="40"/>
                    <a:pt x="30" y="40"/>
                  </a:cubicBezTo>
                  <a:cubicBezTo>
                    <a:pt x="30" y="39"/>
                    <a:pt x="30" y="39"/>
                    <a:pt x="30" y="39"/>
                  </a:cubicBezTo>
                  <a:cubicBezTo>
                    <a:pt x="58" y="39"/>
                    <a:pt x="58" y="39"/>
                    <a:pt x="58" y="39"/>
                  </a:cubicBezTo>
                  <a:lnTo>
                    <a:pt x="58" y="60"/>
                  </a:lnTo>
                  <a:close/>
                  <a:moveTo>
                    <a:pt x="58" y="22"/>
                  </a:moveTo>
                  <a:cubicBezTo>
                    <a:pt x="58" y="36"/>
                    <a:pt x="58" y="36"/>
                    <a:pt x="58" y="36"/>
                  </a:cubicBezTo>
                  <a:cubicBezTo>
                    <a:pt x="31" y="36"/>
                    <a:pt x="31" y="36"/>
                    <a:pt x="31" y="36"/>
                  </a:cubicBezTo>
                  <a:cubicBezTo>
                    <a:pt x="31" y="35"/>
                    <a:pt x="31" y="35"/>
                    <a:pt x="31" y="35"/>
                  </a:cubicBezTo>
                  <a:cubicBezTo>
                    <a:pt x="32" y="35"/>
                    <a:pt x="32" y="35"/>
                    <a:pt x="32" y="35"/>
                  </a:cubicBezTo>
                  <a:cubicBezTo>
                    <a:pt x="32" y="34"/>
                    <a:pt x="32" y="34"/>
                    <a:pt x="32" y="33"/>
                  </a:cubicBezTo>
                  <a:cubicBezTo>
                    <a:pt x="33" y="32"/>
                    <a:pt x="33" y="32"/>
                    <a:pt x="33" y="32"/>
                  </a:cubicBezTo>
                  <a:cubicBezTo>
                    <a:pt x="33" y="32"/>
                    <a:pt x="33" y="31"/>
                    <a:pt x="33" y="31"/>
                  </a:cubicBezTo>
                  <a:cubicBezTo>
                    <a:pt x="34" y="30"/>
                    <a:pt x="34" y="30"/>
                    <a:pt x="34" y="30"/>
                  </a:cubicBezTo>
                  <a:cubicBezTo>
                    <a:pt x="34" y="29"/>
                    <a:pt x="34" y="29"/>
                    <a:pt x="34" y="28"/>
                  </a:cubicBezTo>
                  <a:cubicBezTo>
                    <a:pt x="35" y="27"/>
                    <a:pt x="35" y="27"/>
                    <a:pt x="35" y="27"/>
                  </a:cubicBezTo>
                  <a:cubicBezTo>
                    <a:pt x="35" y="27"/>
                    <a:pt x="35" y="26"/>
                    <a:pt x="36" y="25"/>
                  </a:cubicBezTo>
                  <a:cubicBezTo>
                    <a:pt x="36" y="25"/>
                    <a:pt x="36" y="25"/>
                    <a:pt x="36" y="25"/>
                  </a:cubicBezTo>
                  <a:cubicBezTo>
                    <a:pt x="36" y="24"/>
                    <a:pt x="37" y="23"/>
                    <a:pt x="37" y="23"/>
                  </a:cubicBezTo>
                  <a:cubicBezTo>
                    <a:pt x="37" y="22"/>
                    <a:pt x="37" y="22"/>
                    <a:pt x="37" y="22"/>
                  </a:cubicBezTo>
                  <a:cubicBezTo>
                    <a:pt x="38" y="21"/>
                    <a:pt x="38" y="21"/>
                    <a:pt x="38" y="20"/>
                  </a:cubicBezTo>
                  <a:cubicBezTo>
                    <a:pt x="39" y="20"/>
                    <a:pt x="39" y="20"/>
                    <a:pt x="39" y="20"/>
                  </a:cubicBezTo>
                  <a:cubicBezTo>
                    <a:pt x="39" y="19"/>
                    <a:pt x="39" y="19"/>
                    <a:pt x="39" y="19"/>
                  </a:cubicBezTo>
                  <a:cubicBezTo>
                    <a:pt x="40" y="19"/>
                    <a:pt x="40" y="19"/>
                    <a:pt x="40" y="19"/>
                  </a:cubicBezTo>
                  <a:cubicBezTo>
                    <a:pt x="40" y="19"/>
                    <a:pt x="41" y="19"/>
                    <a:pt x="41" y="19"/>
                  </a:cubicBezTo>
                  <a:cubicBezTo>
                    <a:pt x="42" y="19"/>
                    <a:pt x="42" y="20"/>
                    <a:pt x="43" y="20"/>
                  </a:cubicBezTo>
                  <a:cubicBezTo>
                    <a:pt x="44" y="20"/>
                    <a:pt x="44" y="20"/>
                    <a:pt x="44" y="20"/>
                  </a:cubicBezTo>
                  <a:cubicBezTo>
                    <a:pt x="45" y="20"/>
                    <a:pt x="45" y="20"/>
                    <a:pt x="46" y="21"/>
                  </a:cubicBezTo>
                  <a:cubicBezTo>
                    <a:pt x="47" y="21"/>
                    <a:pt x="47" y="21"/>
                    <a:pt x="47" y="21"/>
                  </a:cubicBezTo>
                  <a:cubicBezTo>
                    <a:pt x="47" y="21"/>
                    <a:pt x="48" y="21"/>
                    <a:pt x="49" y="21"/>
                  </a:cubicBezTo>
                  <a:cubicBezTo>
                    <a:pt x="49" y="21"/>
                    <a:pt x="49" y="21"/>
                    <a:pt x="49" y="21"/>
                  </a:cubicBezTo>
                  <a:cubicBezTo>
                    <a:pt x="50" y="21"/>
                    <a:pt x="51" y="22"/>
                    <a:pt x="52" y="22"/>
                  </a:cubicBezTo>
                  <a:cubicBezTo>
                    <a:pt x="52" y="22"/>
                    <a:pt x="52" y="22"/>
                    <a:pt x="52" y="22"/>
                  </a:cubicBezTo>
                  <a:cubicBezTo>
                    <a:pt x="53" y="22"/>
                    <a:pt x="54" y="22"/>
                    <a:pt x="54" y="22"/>
                  </a:cubicBezTo>
                  <a:cubicBezTo>
                    <a:pt x="55" y="22"/>
                    <a:pt x="55" y="22"/>
                    <a:pt x="55" y="22"/>
                  </a:cubicBezTo>
                  <a:cubicBezTo>
                    <a:pt x="56" y="22"/>
                    <a:pt x="56" y="22"/>
                    <a:pt x="57" y="22"/>
                  </a:cubicBezTo>
                  <a:cubicBezTo>
                    <a:pt x="58" y="22"/>
                    <a:pt x="58" y="22"/>
                    <a:pt x="58" y="22"/>
                  </a:cubicBezTo>
                  <a:cubicBezTo>
                    <a:pt x="58" y="22"/>
                    <a:pt x="58" y="22"/>
                    <a:pt x="58" y="22"/>
                  </a:cubicBezTo>
                  <a:close/>
                  <a:moveTo>
                    <a:pt x="58" y="19"/>
                  </a:moveTo>
                  <a:cubicBezTo>
                    <a:pt x="58" y="19"/>
                    <a:pt x="58" y="19"/>
                    <a:pt x="58" y="19"/>
                  </a:cubicBezTo>
                  <a:cubicBezTo>
                    <a:pt x="57" y="19"/>
                    <a:pt x="57" y="19"/>
                    <a:pt x="57" y="19"/>
                  </a:cubicBezTo>
                  <a:cubicBezTo>
                    <a:pt x="56" y="19"/>
                    <a:pt x="56" y="19"/>
                    <a:pt x="55" y="19"/>
                  </a:cubicBezTo>
                  <a:cubicBezTo>
                    <a:pt x="55" y="19"/>
                    <a:pt x="55" y="19"/>
                    <a:pt x="55" y="19"/>
                  </a:cubicBezTo>
                  <a:cubicBezTo>
                    <a:pt x="54" y="19"/>
                    <a:pt x="53" y="18"/>
                    <a:pt x="53" y="18"/>
                  </a:cubicBezTo>
                  <a:cubicBezTo>
                    <a:pt x="52" y="18"/>
                    <a:pt x="52" y="18"/>
                    <a:pt x="52" y="18"/>
                  </a:cubicBezTo>
                  <a:cubicBezTo>
                    <a:pt x="52" y="18"/>
                    <a:pt x="51" y="18"/>
                    <a:pt x="50" y="18"/>
                  </a:cubicBezTo>
                  <a:cubicBezTo>
                    <a:pt x="49" y="18"/>
                    <a:pt x="49" y="18"/>
                    <a:pt x="49" y="18"/>
                  </a:cubicBezTo>
                  <a:cubicBezTo>
                    <a:pt x="49" y="18"/>
                    <a:pt x="48" y="18"/>
                    <a:pt x="47" y="17"/>
                  </a:cubicBezTo>
                  <a:cubicBezTo>
                    <a:pt x="47" y="17"/>
                    <a:pt x="47" y="17"/>
                    <a:pt x="47" y="17"/>
                  </a:cubicBezTo>
                  <a:cubicBezTo>
                    <a:pt x="46" y="17"/>
                    <a:pt x="46" y="17"/>
                    <a:pt x="45" y="17"/>
                  </a:cubicBezTo>
                  <a:cubicBezTo>
                    <a:pt x="44" y="17"/>
                    <a:pt x="44" y="17"/>
                    <a:pt x="44" y="17"/>
                  </a:cubicBezTo>
                  <a:cubicBezTo>
                    <a:pt x="44" y="16"/>
                    <a:pt x="43" y="16"/>
                    <a:pt x="42" y="16"/>
                  </a:cubicBezTo>
                  <a:cubicBezTo>
                    <a:pt x="42" y="16"/>
                    <a:pt x="42" y="16"/>
                    <a:pt x="42" y="16"/>
                  </a:cubicBezTo>
                  <a:cubicBezTo>
                    <a:pt x="41" y="16"/>
                    <a:pt x="41" y="16"/>
                    <a:pt x="41" y="16"/>
                  </a:cubicBezTo>
                  <a:cubicBezTo>
                    <a:pt x="41" y="15"/>
                    <a:pt x="41" y="15"/>
                    <a:pt x="41" y="15"/>
                  </a:cubicBezTo>
                  <a:cubicBezTo>
                    <a:pt x="42" y="15"/>
                    <a:pt x="42" y="15"/>
                    <a:pt x="42" y="15"/>
                  </a:cubicBezTo>
                  <a:cubicBezTo>
                    <a:pt x="42" y="14"/>
                    <a:pt x="42" y="14"/>
                    <a:pt x="42" y="14"/>
                  </a:cubicBezTo>
                  <a:cubicBezTo>
                    <a:pt x="42" y="14"/>
                    <a:pt x="42" y="14"/>
                    <a:pt x="42" y="14"/>
                  </a:cubicBezTo>
                  <a:cubicBezTo>
                    <a:pt x="43" y="13"/>
                    <a:pt x="43" y="13"/>
                    <a:pt x="43" y="13"/>
                  </a:cubicBezTo>
                  <a:cubicBezTo>
                    <a:pt x="43" y="13"/>
                    <a:pt x="43" y="13"/>
                    <a:pt x="43" y="13"/>
                  </a:cubicBezTo>
                  <a:cubicBezTo>
                    <a:pt x="44" y="12"/>
                    <a:pt x="44" y="12"/>
                    <a:pt x="44" y="12"/>
                  </a:cubicBezTo>
                  <a:cubicBezTo>
                    <a:pt x="44" y="11"/>
                    <a:pt x="44" y="11"/>
                    <a:pt x="44" y="11"/>
                  </a:cubicBezTo>
                  <a:cubicBezTo>
                    <a:pt x="44" y="11"/>
                    <a:pt x="44" y="11"/>
                    <a:pt x="44" y="11"/>
                  </a:cubicBezTo>
                  <a:cubicBezTo>
                    <a:pt x="45" y="10"/>
                    <a:pt x="45" y="10"/>
                    <a:pt x="45" y="10"/>
                  </a:cubicBezTo>
                  <a:cubicBezTo>
                    <a:pt x="45" y="10"/>
                    <a:pt x="45" y="10"/>
                    <a:pt x="45" y="10"/>
                  </a:cubicBezTo>
                  <a:cubicBezTo>
                    <a:pt x="45" y="10"/>
                    <a:pt x="45" y="10"/>
                    <a:pt x="45" y="10"/>
                  </a:cubicBezTo>
                  <a:cubicBezTo>
                    <a:pt x="46" y="9"/>
                    <a:pt x="46" y="9"/>
                    <a:pt x="46" y="9"/>
                  </a:cubicBezTo>
                  <a:cubicBezTo>
                    <a:pt x="46" y="9"/>
                    <a:pt x="46" y="9"/>
                    <a:pt x="46" y="9"/>
                  </a:cubicBezTo>
                  <a:cubicBezTo>
                    <a:pt x="46" y="8"/>
                    <a:pt x="46" y="8"/>
                    <a:pt x="46" y="8"/>
                  </a:cubicBezTo>
                  <a:cubicBezTo>
                    <a:pt x="47" y="8"/>
                    <a:pt x="47" y="8"/>
                    <a:pt x="47" y="8"/>
                  </a:cubicBezTo>
                  <a:cubicBezTo>
                    <a:pt x="47" y="7"/>
                    <a:pt x="47" y="7"/>
                    <a:pt x="47" y="7"/>
                  </a:cubicBezTo>
                  <a:cubicBezTo>
                    <a:pt x="47" y="7"/>
                    <a:pt x="47" y="7"/>
                    <a:pt x="47" y="7"/>
                  </a:cubicBezTo>
                  <a:cubicBezTo>
                    <a:pt x="48" y="7"/>
                    <a:pt x="48" y="7"/>
                    <a:pt x="48" y="7"/>
                  </a:cubicBezTo>
                  <a:cubicBezTo>
                    <a:pt x="48" y="7"/>
                    <a:pt x="48" y="7"/>
                    <a:pt x="48" y="7"/>
                  </a:cubicBezTo>
                  <a:cubicBezTo>
                    <a:pt x="48" y="6"/>
                    <a:pt x="48" y="6"/>
                    <a:pt x="48" y="6"/>
                  </a:cubicBezTo>
                  <a:cubicBezTo>
                    <a:pt x="48" y="6"/>
                    <a:pt x="48" y="6"/>
                    <a:pt x="48" y="6"/>
                  </a:cubicBezTo>
                  <a:cubicBezTo>
                    <a:pt x="49" y="5"/>
                    <a:pt x="49" y="5"/>
                    <a:pt x="49" y="5"/>
                  </a:cubicBezTo>
                  <a:cubicBezTo>
                    <a:pt x="52" y="4"/>
                    <a:pt x="55" y="4"/>
                    <a:pt x="58" y="4"/>
                  </a:cubicBezTo>
                  <a:lnTo>
                    <a:pt x="58" y="19"/>
                  </a:lnTo>
                  <a:close/>
                  <a:moveTo>
                    <a:pt x="90" y="15"/>
                  </a:moveTo>
                  <a:cubicBezTo>
                    <a:pt x="91" y="14"/>
                    <a:pt x="91" y="14"/>
                    <a:pt x="92" y="14"/>
                  </a:cubicBezTo>
                  <a:cubicBezTo>
                    <a:pt x="92" y="14"/>
                    <a:pt x="92" y="14"/>
                    <a:pt x="92" y="14"/>
                  </a:cubicBezTo>
                  <a:cubicBezTo>
                    <a:pt x="100" y="19"/>
                    <a:pt x="107" y="27"/>
                    <a:pt x="111" y="36"/>
                  </a:cubicBezTo>
                  <a:cubicBezTo>
                    <a:pt x="92" y="36"/>
                    <a:pt x="92" y="36"/>
                    <a:pt x="92" y="36"/>
                  </a:cubicBezTo>
                  <a:cubicBezTo>
                    <a:pt x="92" y="36"/>
                    <a:pt x="92" y="36"/>
                    <a:pt x="92" y="36"/>
                  </a:cubicBezTo>
                  <a:cubicBezTo>
                    <a:pt x="92" y="35"/>
                    <a:pt x="92" y="35"/>
                    <a:pt x="92" y="35"/>
                  </a:cubicBezTo>
                  <a:cubicBezTo>
                    <a:pt x="91" y="34"/>
                    <a:pt x="91" y="34"/>
                    <a:pt x="91" y="34"/>
                  </a:cubicBezTo>
                  <a:cubicBezTo>
                    <a:pt x="91" y="33"/>
                    <a:pt x="91" y="33"/>
                    <a:pt x="91" y="32"/>
                  </a:cubicBezTo>
                  <a:cubicBezTo>
                    <a:pt x="90" y="31"/>
                    <a:pt x="90" y="31"/>
                    <a:pt x="90" y="31"/>
                  </a:cubicBezTo>
                  <a:cubicBezTo>
                    <a:pt x="90" y="31"/>
                    <a:pt x="90" y="30"/>
                    <a:pt x="90" y="30"/>
                  </a:cubicBezTo>
                  <a:cubicBezTo>
                    <a:pt x="89" y="29"/>
                    <a:pt x="89" y="29"/>
                    <a:pt x="89" y="28"/>
                  </a:cubicBezTo>
                  <a:cubicBezTo>
                    <a:pt x="89" y="28"/>
                    <a:pt x="88" y="27"/>
                    <a:pt x="88" y="27"/>
                  </a:cubicBezTo>
                  <a:cubicBezTo>
                    <a:pt x="88" y="25"/>
                    <a:pt x="88" y="25"/>
                    <a:pt x="88" y="25"/>
                  </a:cubicBezTo>
                  <a:cubicBezTo>
                    <a:pt x="87" y="25"/>
                    <a:pt x="87" y="25"/>
                    <a:pt x="87" y="24"/>
                  </a:cubicBezTo>
                  <a:cubicBezTo>
                    <a:pt x="87" y="24"/>
                    <a:pt x="86" y="23"/>
                    <a:pt x="86" y="23"/>
                  </a:cubicBezTo>
                  <a:cubicBezTo>
                    <a:pt x="86" y="22"/>
                    <a:pt x="86" y="22"/>
                    <a:pt x="86" y="22"/>
                  </a:cubicBezTo>
                  <a:cubicBezTo>
                    <a:pt x="85" y="20"/>
                    <a:pt x="85" y="20"/>
                    <a:pt x="85" y="20"/>
                  </a:cubicBezTo>
                  <a:cubicBezTo>
                    <a:pt x="85" y="20"/>
                    <a:pt x="84" y="20"/>
                    <a:pt x="84" y="19"/>
                  </a:cubicBezTo>
                  <a:cubicBezTo>
                    <a:pt x="83" y="18"/>
                    <a:pt x="83" y="18"/>
                    <a:pt x="83" y="18"/>
                  </a:cubicBezTo>
                  <a:cubicBezTo>
                    <a:pt x="83" y="18"/>
                    <a:pt x="83" y="18"/>
                    <a:pt x="83" y="18"/>
                  </a:cubicBezTo>
                  <a:cubicBezTo>
                    <a:pt x="83" y="18"/>
                    <a:pt x="83" y="18"/>
                    <a:pt x="83" y="18"/>
                  </a:cubicBezTo>
                  <a:cubicBezTo>
                    <a:pt x="83" y="18"/>
                    <a:pt x="83" y="18"/>
                    <a:pt x="83" y="18"/>
                  </a:cubicBezTo>
                  <a:cubicBezTo>
                    <a:pt x="84" y="17"/>
                    <a:pt x="84" y="17"/>
                    <a:pt x="84" y="17"/>
                  </a:cubicBezTo>
                  <a:cubicBezTo>
                    <a:pt x="85" y="17"/>
                    <a:pt x="85" y="17"/>
                    <a:pt x="85" y="17"/>
                  </a:cubicBezTo>
                  <a:cubicBezTo>
                    <a:pt x="85" y="17"/>
                    <a:pt x="86" y="17"/>
                    <a:pt x="87" y="16"/>
                  </a:cubicBezTo>
                  <a:cubicBezTo>
                    <a:pt x="87" y="16"/>
                    <a:pt x="87" y="16"/>
                    <a:pt x="87" y="16"/>
                  </a:cubicBezTo>
                  <a:cubicBezTo>
                    <a:pt x="88" y="16"/>
                    <a:pt x="89" y="15"/>
                    <a:pt x="90" y="15"/>
                  </a:cubicBezTo>
                  <a:close/>
                  <a:moveTo>
                    <a:pt x="89" y="11"/>
                  </a:moveTo>
                  <a:cubicBezTo>
                    <a:pt x="89" y="12"/>
                    <a:pt x="89" y="12"/>
                    <a:pt x="89" y="12"/>
                  </a:cubicBezTo>
                  <a:cubicBezTo>
                    <a:pt x="88" y="12"/>
                    <a:pt x="88" y="12"/>
                    <a:pt x="88" y="12"/>
                  </a:cubicBezTo>
                  <a:cubicBezTo>
                    <a:pt x="88" y="12"/>
                    <a:pt x="87" y="12"/>
                    <a:pt x="86" y="13"/>
                  </a:cubicBezTo>
                  <a:cubicBezTo>
                    <a:pt x="85" y="13"/>
                    <a:pt x="85" y="13"/>
                    <a:pt x="85" y="13"/>
                  </a:cubicBezTo>
                  <a:cubicBezTo>
                    <a:pt x="85" y="13"/>
                    <a:pt x="84" y="14"/>
                    <a:pt x="83" y="14"/>
                  </a:cubicBezTo>
                  <a:cubicBezTo>
                    <a:pt x="83" y="14"/>
                    <a:pt x="83" y="14"/>
                    <a:pt x="83" y="14"/>
                  </a:cubicBezTo>
                  <a:cubicBezTo>
                    <a:pt x="82" y="14"/>
                    <a:pt x="82" y="14"/>
                    <a:pt x="81" y="15"/>
                  </a:cubicBezTo>
                  <a:cubicBezTo>
                    <a:pt x="81" y="14"/>
                    <a:pt x="80" y="13"/>
                    <a:pt x="80" y="12"/>
                  </a:cubicBezTo>
                  <a:cubicBezTo>
                    <a:pt x="80" y="12"/>
                    <a:pt x="80" y="12"/>
                    <a:pt x="80" y="12"/>
                  </a:cubicBezTo>
                  <a:cubicBezTo>
                    <a:pt x="79" y="11"/>
                    <a:pt x="79" y="11"/>
                    <a:pt x="79" y="11"/>
                  </a:cubicBezTo>
                  <a:cubicBezTo>
                    <a:pt x="79" y="10"/>
                    <a:pt x="79" y="10"/>
                    <a:pt x="79" y="10"/>
                  </a:cubicBezTo>
                  <a:cubicBezTo>
                    <a:pt x="78" y="10"/>
                    <a:pt x="78" y="10"/>
                    <a:pt x="78" y="10"/>
                  </a:cubicBezTo>
                  <a:cubicBezTo>
                    <a:pt x="78" y="9"/>
                    <a:pt x="78" y="9"/>
                    <a:pt x="78" y="9"/>
                  </a:cubicBezTo>
                  <a:cubicBezTo>
                    <a:pt x="78" y="9"/>
                    <a:pt x="78" y="9"/>
                    <a:pt x="78" y="9"/>
                  </a:cubicBezTo>
                  <a:cubicBezTo>
                    <a:pt x="77" y="8"/>
                    <a:pt x="77" y="8"/>
                    <a:pt x="77" y="8"/>
                  </a:cubicBezTo>
                  <a:cubicBezTo>
                    <a:pt x="77" y="8"/>
                    <a:pt x="77" y="8"/>
                    <a:pt x="77" y="8"/>
                  </a:cubicBezTo>
                  <a:cubicBezTo>
                    <a:pt x="76" y="7"/>
                    <a:pt x="76" y="7"/>
                    <a:pt x="76" y="7"/>
                  </a:cubicBezTo>
                  <a:cubicBezTo>
                    <a:pt x="76" y="7"/>
                    <a:pt x="76" y="7"/>
                    <a:pt x="76" y="7"/>
                  </a:cubicBezTo>
                  <a:cubicBezTo>
                    <a:pt x="76" y="6"/>
                    <a:pt x="76" y="6"/>
                    <a:pt x="76" y="6"/>
                  </a:cubicBezTo>
                  <a:cubicBezTo>
                    <a:pt x="76" y="6"/>
                    <a:pt x="76" y="6"/>
                    <a:pt x="76" y="6"/>
                  </a:cubicBezTo>
                  <a:cubicBezTo>
                    <a:pt x="75" y="6"/>
                    <a:pt x="75" y="6"/>
                    <a:pt x="75" y="6"/>
                  </a:cubicBezTo>
                  <a:cubicBezTo>
                    <a:pt x="80" y="7"/>
                    <a:pt x="85" y="9"/>
                    <a:pt x="89" y="11"/>
                  </a:cubicBezTo>
                  <a:close/>
                  <a:moveTo>
                    <a:pt x="62" y="4"/>
                  </a:moveTo>
                  <a:cubicBezTo>
                    <a:pt x="65" y="4"/>
                    <a:pt x="67" y="4"/>
                    <a:pt x="70" y="5"/>
                  </a:cubicBezTo>
                  <a:cubicBezTo>
                    <a:pt x="71" y="6"/>
                    <a:pt x="72" y="7"/>
                    <a:pt x="74" y="10"/>
                  </a:cubicBezTo>
                  <a:cubicBezTo>
                    <a:pt x="74" y="10"/>
                    <a:pt x="74" y="10"/>
                    <a:pt x="74" y="10"/>
                  </a:cubicBezTo>
                  <a:cubicBezTo>
                    <a:pt x="75" y="11"/>
                    <a:pt x="75" y="11"/>
                    <a:pt x="75" y="11"/>
                  </a:cubicBezTo>
                  <a:cubicBezTo>
                    <a:pt x="75" y="11"/>
                    <a:pt x="75" y="11"/>
                    <a:pt x="75" y="11"/>
                  </a:cubicBezTo>
                  <a:cubicBezTo>
                    <a:pt x="75" y="12"/>
                    <a:pt x="75" y="12"/>
                    <a:pt x="75" y="12"/>
                  </a:cubicBezTo>
                  <a:cubicBezTo>
                    <a:pt x="75" y="12"/>
                    <a:pt x="75" y="12"/>
                    <a:pt x="75" y="12"/>
                  </a:cubicBezTo>
                  <a:cubicBezTo>
                    <a:pt x="76" y="13"/>
                    <a:pt x="76" y="13"/>
                    <a:pt x="76" y="13"/>
                  </a:cubicBezTo>
                  <a:cubicBezTo>
                    <a:pt x="76" y="13"/>
                    <a:pt x="76" y="13"/>
                    <a:pt x="76" y="13"/>
                  </a:cubicBezTo>
                  <a:cubicBezTo>
                    <a:pt x="77" y="14"/>
                    <a:pt x="77" y="14"/>
                    <a:pt x="77" y="14"/>
                  </a:cubicBezTo>
                  <a:cubicBezTo>
                    <a:pt x="77" y="14"/>
                    <a:pt x="77" y="14"/>
                    <a:pt x="77" y="14"/>
                  </a:cubicBezTo>
                  <a:cubicBezTo>
                    <a:pt x="77" y="15"/>
                    <a:pt x="77" y="15"/>
                    <a:pt x="77" y="15"/>
                  </a:cubicBezTo>
                  <a:cubicBezTo>
                    <a:pt x="78" y="15"/>
                    <a:pt x="78" y="15"/>
                    <a:pt x="78" y="15"/>
                  </a:cubicBezTo>
                  <a:cubicBezTo>
                    <a:pt x="78" y="16"/>
                    <a:pt x="78" y="16"/>
                    <a:pt x="78" y="16"/>
                  </a:cubicBezTo>
                  <a:cubicBezTo>
                    <a:pt x="78" y="16"/>
                    <a:pt x="78" y="16"/>
                    <a:pt x="78" y="16"/>
                  </a:cubicBezTo>
                  <a:cubicBezTo>
                    <a:pt x="77" y="16"/>
                    <a:pt x="77" y="16"/>
                    <a:pt x="77" y="16"/>
                  </a:cubicBezTo>
                  <a:cubicBezTo>
                    <a:pt x="76" y="16"/>
                    <a:pt x="76" y="16"/>
                    <a:pt x="75" y="17"/>
                  </a:cubicBezTo>
                  <a:cubicBezTo>
                    <a:pt x="74" y="17"/>
                    <a:pt x="74" y="17"/>
                    <a:pt x="74" y="17"/>
                  </a:cubicBezTo>
                  <a:cubicBezTo>
                    <a:pt x="74" y="17"/>
                    <a:pt x="73" y="17"/>
                    <a:pt x="73" y="17"/>
                  </a:cubicBezTo>
                  <a:cubicBezTo>
                    <a:pt x="72" y="17"/>
                    <a:pt x="72" y="17"/>
                    <a:pt x="72" y="17"/>
                  </a:cubicBezTo>
                  <a:cubicBezTo>
                    <a:pt x="71" y="18"/>
                    <a:pt x="71" y="18"/>
                    <a:pt x="70" y="18"/>
                  </a:cubicBezTo>
                  <a:cubicBezTo>
                    <a:pt x="70" y="18"/>
                    <a:pt x="70" y="18"/>
                    <a:pt x="70" y="18"/>
                  </a:cubicBezTo>
                  <a:cubicBezTo>
                    <a:pt x="69" y="18"/>
                    <a:pt x="68" y="18"/>
                    <a:pt x="67" y="18"/>
                  </a:cubicBezTo>
                  <a:cubicBezTo>
                    <a:pt x="67" y="18"/>
                    <a:pt x="67" y="18"/>
                    <a:pt x="67" y="18"/>
                  </a:cubicBezTo>
                  <a:cubicBezTo>
                    <a:pt x="66" y="18"/>
                    <a:pt x="66" y="18"/>
                    <a:pt x="65" y="19"/>
                  </a:cubicBezTo>
                  <a:cubicBezTo>
                    <a:pt x="64" y="19"/>
                    <a:pt x="64" y="19"/>
                    <a:pt x="64" y="19"/>
                  </a:cubicBezTo>
                  <a:cubicBezTo>
                    <a:pt x="64" y="19"/>
                    <a:pt x="63" y="19"/>
                    <a:pt x="63" y="19"/>
                  </a:cubicBezTo>
                  <a:cubicBezTo>
                    <a:pt x="62" y="19"/>
                    <a:pt x="62" y="19"/>
                    <a:pt x="62" y="19"/>
                  </a:cubicBezTo>
                  <a:cubicBezTo>
                    <a:pt x="62" y="19"/>
                    <a:pt x="62" y="19"/>
                    <a:pt x="62" y="19"/>
                  </a:cubicBezTo>
                  <a:lnTo>
                    <a:pt x="62" y="4"/>
                  </a:lnTo>
                  <a:close/>
                  <a:moveTo>
                    <a:pt x="62" y="22"/>
                  </a:moveTo>
                  <a:cubicBezTo>
                    <a:pt x="62" y="22"/>
                    <a:pt x="62" y="22"/>
                    <a:pt x="62" y="22"/>
                  </a:cubicBezTo>
                  <a:cubicBezTo>
                    <a:pt x="62" y="22"/>
                    <a:pt x="62" y="22"/>
                    <a:pt x="62" y="22"/>
                  </a:cubicBezTo>
                  <a:cubicBezTo>
                    <a:pt x="63" y="22"/>
                    <a:pt x="63" y="22"/>
                    <a:pt x="63" y="22"/>
                  </a:cubicBezTo>
                  <a:cubicBezTo>
                    <a:pt x="64" y="22"/>
                    <a:pt x="64" y="22"/>
                    <a:pt x="65" y="22"/>
                  </a:cubicBezTo>
                  <a:cubicBezTo>
                    <a:pt x="66" y="22"/>
                    <a:pt x="66" y="22"/>
                    <a:pt x="66" y="22"/>
                  </a:cubicBezTo>
                  <a:cubicBezTo>
                    <a:pt x="66" y="22"/>
                    <a:pt x="67" y="22"/>
                    <a:pt x="67" y="22"/>
                  </a:cubicBezTo>
                  <a:cubicBezTo>
                    <a:pt x="68" y="22"/>
                    <a:pt x="68" y="22"/>
                    <a:pt x="68" y="22"/>
                  </a:cubicBezTo>
                  <a:cubicBezTo>
                    <a:pt x="69" y="22"/>
                    <a:pt x="69" y="21"/>
                    <a:pt x="70" y="21"/>
                  </a:cubicBezTo>
                  <a:cubicBezTo>
                    <a:pt x="71" y="21"/>
                    <a:pt x="71" y="21"/>
                    <a:pt x="71" y="21"/>
                  </a:cubicBezTo>
                  <a:cubicBezTo>
                    <a:pt x="71" y="21"/>
                    <a:pt x="72" y="21"/>
                    <a:pt x="73" y="21"/>
                  </a:cubicBezTo>
                  <a:cubicBezTo>
                    <a:pt x="73" y="21"/>
                    <a:pt x="73" y="21"/>
                    <a:pt x="73" y="21"/>
                  </a:cubicBezTo>
                  <a:cubicBezTo>
                    <a:pt x="74" y="20"/>
                    <a:pt x="75" y="20"/>
                    <a:pt x="75" y="20"/>
                  </a:cubicBezTo>
                  <a:cubicBezTo>
                    <a:pt x="76" y="20"/>
                    <a:pt x="76" y="20"/>
                    <a:pt x="76" y="20"/>
                  </a:cubicBezTo>
                  <a:cubicBezTo>
                    <a:pt x="77" y="20"/>
                    <a:pt x="78" y="20"/>
                    <a:pt x="78" y="19"/>
                  </a:cubicBezTo>
                  <a:cubicBezTo>
                    <a:pt x="79" y="19"/>
                    <a:pt x="79" y="19"/>
                    <a:pt x="79" y="19"/>
                  </a:cubicBezTo>
                  <a:cubicBezTo>
                    <a:pt x="80" y="19"/>
                    <a:pt x="80" y="19"/>
                    <a:pt x="80" y="19"/>
                  </a:cubicBezTo>
                  <a:cubicBezTo>
                    <a:pt x="80" y="19"/>
                    <a:pt x="80" y="19"/>
                    <a:pt x="80" y="19"/>
                  </a:cubicBezTo>
                  <a:cubicBezTo>
                    <a:pt x="81" y="21"/>
                    <a:pt x="81" y="21"/>
                    <a:pt x="81" y="21"/>
                  </a:cubicBezTo>
                  <a:cubicBezTo>
                    <a:pt x="81" y="21"/>
                    <a:pt x="82" y="21"/>
                    <a:pt x="82" y="22"/>
                  </a:cubicBezTo>
                  <a:cubicBezTo>
                    <a:pt x="82" y="23"/>
                    <a:pt x="82" y="23"/>
                    <a:pt x="82" y="23"/>
                  </a:cubicBezTo>
                  <a:cubicBezTo>
                    <a:pt x="83" y="24"/>
                    <a:pt x="83" y="24"/>
                    <a:pt x="84" y="25"/>
                  </a:cubicBezTo>
                  <a:cubicBezTo>
                    <a:pt x="84" y="26"/>
                    <a:pt x="84" y="26"/>
                    <a:pt x="84" y="26"/>
                  </a:cubicBezTo>
                  <a:cubicBezTo>
                    <a:pt x="84" y="26"/>
                    <a:pt x="84" y="27"/>
                    <a:pt x="85" y="28"/>
                  </a:cubicBezTo>
                  <a:cubicBezTo>
                    <a:pt x="85" y="29"/>
                    <a:pt x="85" y="29"/>
                    <a:pt x="85" y="29"/>
                  </a:cubicBezTo>
                  <a:cubicBezTo>
                    <a:pt x="85" y="29"/>
                    <a:pt x="86" y="29"/>
                    <a:pt x="86" y="30"/>
                  </a:cubicBezTo>
                  <a:cubicBezTo>
                    <a:pt x="86" y="31"/>
                    <a:pt x="86" y="31"/>
                    <a:pt x="86" y="31"/>
                  </a:cubicBezTo>
                  <a:cubicBezTo>
                    <a:pt x="87" y="31"/>
                    <a:pt x="87" y="32"/>
                    <a:pt x="87" y="32"/>
                  </a:cubicBezTo>
                  <a:cubicBezTo>
                    <a:pt x="87" y="33"/>
                    <a:pt x="87" y="33"/>
                    <a:pt x="87" y="33"/>
                  </a:cubicBezTo>
                  <a:cubicBezTo>
                    <a:pt x="88" y="34"/>
                    <a:pt x="88" y="34"/>
                    <a:pt x="88" y="35"/>
                  </a:cubicBezTo>
                  <a:cubicBezTo>
                    <a:pt x="88" y="36"/>
                    <a:pt x="88" y="36"/>
                    <a:pt x="88" y="36"/>
                  </a:cubicBezTo>
                  <a:cubicBezTo>
                    <a:pt x="88" y="36"/>
                    <a:pt x="88" y="36"/>
                    <a:pt x="88" y="36"/>
                  </a:cubicBezTo>
                  <a:cubicBezTo>
                    <a:pt x="62" y="36"/>
                    <a:pt x="62" y="36"/>
                    <a:pt x="62" y="36"/>
                  </a:cubicBezTo>
                  <a:lnTo>
                    <a:pt x="62" y="22"/>
                  </a:lnTo>
                  <a:close/>
                  <a:moveTo>
                    <a:pt x="62" y="39"/>
                  </a:moveTo>
                  <a:cubicBezTo>
                    <a:pt x="90" y="39"/>
                    <a:pt x="90" y="39"/>
                    <a:pt x="90" y="39"/>
                  </a:cubicBezTo>
                  <a:cubicBezTo>
                    <a:pt x="90" y="40"/>
                    <a:pt x="90" y="40"/>
                    <a:pt x="90" y="40"/>
                  </a:cubicBezTo>
                  <a:cubicBezTo>
                    <a:pt x="90" y="41"/>
                    <a:pt x="90" y="41"/>
                    <a:pt x="91" y="41"/>
                  </a:cubicBezTo>
                  <a:cubicBezTo>
                    <a:pt x="91" y="42"/>
                    <a:pt x="91" y="42"/>
                    <a:pt x="91" y="43"/>
                  </a:cubicBezTo>
                  <a:cubicBezTo>
                    <a:pt x="91" y="43"/>
                    <a:pt x="91" y="44"/>
                    <a:pt x="91" y="44"/>
                  </a:cubicBezTo>
                  <a:cubicBezTo>
                    <a:pt x="91" y="45"/>
                    <a:pt x="92" y="45"/>
                    <a:pt x="92" y="45"/>
                  </a:cubicBezTo>
                  <a:cubicBezTo>
                    <a:pt x="82" y="46"/>
                    <a:pt x="74" y="52"/>
                    <a:pt x="71" y="60"/>
                  </a:cubicBezTo>
                  <a:cubicBezTo>
                    <a:pt x="62" y="60"/>
                    <a:pt x="62" y="60"/>
                    <a:pt x="62" y="60"/>
                  </a:cubicBezTo>
                  <a:lnTo>
                    <a:pt x="62" y="39"/>
                  </a:lnTo>
                  <a:close/>
                  <a:moveTo>
                    <a:pt x="62" y="63"/>
                  </a:moveTo>
                  <a:cubicBezTo>
                    <a:pt x="70" y="63"/>
                    <a:pt x="70" y="63"/>
                    <a:pt x="70" y="63"/>
                  </a:cubicBezTo>
                  <a:cubicBezTo>
                    <a:pt x="69" y="65"/>
                    <a:pt x="69" y="68"/>
                    <a:pt x="69" y="70"/>
                  </a:cubicBezTo>
                  <a:cubicBezTo>
                    <a:pt x="69" y="75"/>
                    <a:pt x="70" y="79"/>
                    <a:pt x="73" y="83"/>
                  </a:cubicBezTo>
                  <a:cubicBezTo>
                    <a:pt x="62" y="83"/>
                    <a:pt x="62" y="83"/>
                    <a:pt x="62" y="83"/>
                  </a:cubicBezTo>
                  <a:lnTo>
                    <a:pt x="62" y="63"/>
                  </a:lnTo>
                  <a:close/>
                  <a:moveTo>
                    <a:pt x="62" y="86"/>
                  </a:moveTo>
                  <a:cubicBezTo>
                    <a:pt x="75" y="86"/>
                    <a:pt x="75" y="86"/>
                    <a:pt x="75" y="86"/>
                  </a:cubicBezTo>
                  <a:cubicBezTo>
                    <a:pt x="78" y="89"/>
                    <a:pt x="81" y="91"/>
                    <a:pt x="85" y="93"/>
                  </a:cubicBezTo>
                  <a:cubicBezTo>
                    <a:pt x="84" y="93"/>
                    <a:pt x="84" y="93"/>
                    <a:pt x="84" y="93"/>
                  </a:cubicBezTo>
                  <a:cubicBezTo>
                    <a:pt x="84" y="94"/>
                    <a:pt x="84" y="94"/>
                    <a:pt x="84" y="94"/>
                  </a:cubicBezTo>
                  <a:cubicBezTo>
                    <a:pt x="84" y="94"/>
                    <a:pt x="83" y="95"/>
                    <a:pt x="83" y="96"/>
                  </a:cubicBezTo>
                  <a:cubicBezTo>
                    <a:pt x="83" y="96"/>
                    <a:pt x="83" y="96"/>
                    <a:pt x="83" y="96"/>
                  </a:cubicBezTo>
                  <a:cubicBezTo>
                    <a:pt x="82" y="97"/>
                    <a:pt x="82" y="98"/>
                    <a:pt x="82" y="98"/>
                  </a:cubicBezTo>
                  <a:cubicBezTo>
                    <a:pt x="81" y="99"/>
                    <a:pt x="81" y="99"/>
                    <a:pt x="81" y="99"/>
                  </a:cubicBezTo>
                  <a:cubicBezTo>
                    <a:pt x="81" y="99"/>
                    <a:pt x="81" y="100"/>
                    <a:pt x="80" y="101"/>
                  </a:cubicBezTo>
                  <a:cubicBezTo>
                    <a:pt x="80" y="101"/>
                    <a:pt x="80" y="101"/>
                    <a:pt x="80" y="101"/>
                  </a:cubicBezTo>
                  <a:cubicBezTo>
                    <a:pt x="79" y="102"/>
                    <a:pt x="79" y="102"/>
                    <a:pt x="79" y="102"/>
                  </a:cubicBezTo>
                  <a:cubicBezTo>
                    <a:pt x="79" y="102"/>
                    <a:pt x="79" y="102"/>
                    <a:pt x="79" y="102"/>
                  </a:cubicBezTo>
                  <a:cubicBezTo>
                    <a:pt x="78" y="102"/>
                    <a:pt x="78" y="102"/>
                    <a:pt x="77" y="102"/>
                  </a:cubicBezTo>
                  <a:cubicBezTo>
                    <a:pt x="77" y="102"/>
                    <a:pt x="77" y="102"/>
                    <a:pt x="76" y="101"/>
                  </a:cubicBezTo>
                  <a:cubicBezTo>
                    <a:pt x="75" y="101"/>
                    <a:pt x="75" y="101"/>
                    <a:pt x="75" y="101"/>
                  </a:cubicBezTo>
                  <a:cubicBezTo>
                    <a:pt x="75" y="101"/>
                    <a:pt x="74" y="101"/>
                    <a:pt x="73" y="101"/>
                  </a:cubicBezTo>
                  <a:cubicBezTo>
                    <a:pt x="73" y="101"/>
                    <a:pt x="73" y="101"/>
                    <a:pt x="73" y="101"/>
                  </a:cubicBezTo>
                  <a:cubicBezTo>
                    <a:pt x="72" y="101"/>
                    <a:pt x="71" y="101"/>
                    <a:pt x="70" y="100"/>
                  </a:cubicBezTo>
                  <a:cubicBezTo>
                    <a:pt x="70" y="100"/>
                    <a:pt x="70" y="100"/>
                    <a:pt x="70" y="100"/>
                  </a:cubicBezTo>
                  <a:cubicBezTo>
                    <a:pt x="69" y="100"/>
                    <a:pt x="69" y="100"/>
                    <a:pt x="68" y="100"/>
                  </a:cubicBezTo>
                  <a:cubicBezTo>
                    <a:pt x="67" y="100"/>
                    <a:pt x="67" y="100"/>
                    <a:pt x="67" y="100"/>
                  </a:cubicBezTo>
                  <a:cubicBezTo>
                    <a:pt x="67" y="100"/>
                    <a:pt x="66" y="100"/>
                    <a:pt x="66" y="100"/>
                  </a:cubicBezTo>
                  <a:cubicBezTo>
                    <a:pt x="65" y="100"/>
                    <a:pt x="65" y="100"/>
                    <a:pt x="65" y="100"/>
                  </a:cubicBezTo>
                  <a:cubicBezTo>
                    <a:pt x="64" y="100"/>
                    <a:pt x="64" y="100"/>
                    <a:pt x="63" y="100"/>
                  </a:cubicBezTo>
                  <a:cubicBezTo>
                    <a:pt x="62" y="100"/>
                    <a:pt x="62" y="100"/>
                    <a:pt x="62" y="100"/>
                  </a:cubicBezTo>
                  <a:cubicBezTo>
                    <a:pt x="62" y="100"/>
                    <a:pt x="62" y="100"/>
                    <a:pt x="62" y="100"/>
                  </a:cubicBezTo>
                  <a:lnTo>
                    <a:pt x="62" y="86"/>
                  </a:lnTo>
                  <a:close/>
                  <a:moveTo>
                    <a:pt x="74" y="109"/>
                  </a:moveTo>
                  <a:cubicBezTo>
                    <a:pt x="74" y="110"/>
                    <a:pt x="74" y="110"/>
                    <a:pt x="74" y="110"/>
                  </a:cubicBezTo>
                  <a:cubicBezTo>
                    <a:pt x="74" y="110"/>
                    <a:pt x="74" y="110"/>
                    <a:pt x="74" y="110"/>
                  </a:cubicBezTo>
                  <a:cubicBezTo>
                    <a:pt x="73" y="111"/>
                    <a:pt x="73" y="111"/>
                    <a:pt x="73" y="111"/>
                  </a:cubicBezTo>
                  <a:cubicBezTo>
                    <a:pt x="73" y="111"/>
                    <a:pt x="73" y="111"/>
                    <a:pt x="73" y="111"/>
                  </a:cubicBezTo>
                  <a:cubicBezTo>
                    <a:pt x="73" y="112"/>
                    <a:pt x="73" y="112"/>
                    <a:pt x="73" y="112"/>
                  </a:cubicBezTo>
                  <a:cubicBezTo>
                    <a:pt x="72" y="112"/>
                    <a:pt x="72" y="112"/>
                    <a:pt x="72" y="112"/>
                  </a:cubicBezTo>
                  <a:cubicBezTo>
                    <a:pt x="72" y="113"/>
                    <a:pt x="72" y="113"/>
                    <a:pt x="72" y="113"/>
                  </a:cubicBezTo>
                  <a:cubicBezTo>
                    <a:pt x="72" y="113"/>
                    <a:pt x="72" y="113"/>
                    <a:pt x="72" y="113"/>
                  </a:cubicBezTo>
                  <a:cubicBezTo>
                    <a:pt x="71" y="113"/>
                    <a:pt x="71" y="113"/>
                    <a:pt x="71" y="113"/>
                  </a:cubicBezTo>
                  <a:cubicBezTo>
                    <a:pt x="71" y="114"/>
                    <a:pt x="70" y="115"/>
                    <a:pt x="69" y="116"/>
                  </a:cubicBezTo>
                  <a:cubicBezTo>
                    <a:pt x="67" y="116"/>
                    <a:pt x="64" y="116"/>
                    <a:pt x="62" y="116"/>
                  </a:cubicBezTo>
                  <a:cubicBezTo>
                    <a:pt x="62" y="103"/>
                    <a:pt x="62" y="103"/>
                    <a:pt x="62" y="103"/>
                  </a:cubicBezTo>
                  <a:cubicBezTo>
                    <a:pt x="62" y="103"/>
                    <a:pt x="62" y="103"/>
                    <a:pt x="62" y="103"/>
                  </a:cubicBezTo>
                  <a:cubicBezTo>
                    <a:pt x="63" y="103"/>
                    <a:pt x="63" y="103"/>
                    <a:pt x="63" y="103"/>
                  </a:cubicBezTo>
                  <a:cubicBezTo>
                    <a:pt x="63" y="103"/>
                    <a:pt x="64" y="103"/>
                    <a:pt x="65" y="103"/>
                  </a:cubicBezTo>
                  <a:cubicBezTo>
                    <a:pt x="65" y="103"/>
                    <a:pt x="65" y="103"/>
                    <a:pt x="65" y="103"/>
                  </a:cubicBezTo>
                  <a:cubicBezTo>
                    <a:pt x="66" y="103"/>
                    <a:pt x="66" y="103"/>
                    <a:pt x="67" y="104"/>
                  </a:cubicBezTo>
                  <a:cubicBezTo>
                    <a:pt x="67" y="104"/>
                    <a:pt x="67" y="104"/>
                    <a:pt x="67" y="104"/>
                  </a:cubicBezTo>
                  <a:cubicBezTo>
                    <a:pt x="68" y="104"/>
                    <a:pt x="69" y="104"/>
                    <a:pt x="70" y="104"/>
                  </a:cubicBezTo>
                  <a:cubicBezTo>
                    <a:pt x="70" y="104"/>
                    <a:pt x="70" y="104"/>
                    <a:pt x="70" y="104"/>
                  </a:cubicBezTo>
                  <a:cubicBezTo>
                    <a:pt x="71" y="104"/>
                    <a:pt x="71" y="104"/>
                    <a:pt x="72" y="104"/>
                  </a:cubicBezTo>
                  <a:cubicBezTo>
                    <a:pt x="73" y="104"/>
                    <a:pt x="73" y="104"/>
                    <a:pt x="73" y="104"/>
                  </a:cubicBezTo>
                  <a:cubicBezTo>
                    <a:pt x="73" y="104"/>
                    <a:pt x="74" y="104"/>
                    <a:pt x="74" y="105"/>
                  </a:cubicBezTo>
                  <a:cubicBezTo>
                    <a:pt x="75" y="105"/>
                    <a:pt x="75" y="105"/>
                    <a:pt x="75" y="105"/>
                  </a:cubicBezTo>
                  <a:cubicBezTo>
                    <a:pt x="76" y="105"/>
                    <a:pt x="76" y="105"/>
                    <a:pt x="77" y="105"/>
                  </a:cubicBezTo>
                  <a:cubicBezTo>
                    <a:pt x="77" y="105"/>
                    <a:pt x="77" y="105"/>
                    <a:pt x="77" y="105"/>
                  </a:cubicBezTo>
                  <a:cubicBezTo>
                    <a:pt x="77" y="105"/>
                    <a:pt x="77" y="105"/>
                    <a:pt x="77" y="105"/>
                  </a:cubicBezTo>
                  <a:cubicBezTo>
                    <a:pt x="77" y="106"/>
                    <a:pt x="77" y="106"/>
                    <a:pt x="77" y="106"/>
                  </a:cubicBezTo>
                  <a:cubicBezTo>
                    <a:pt x="77" y="106"/>
                    <a:pt x="77" y="106"/>
                    <a:pt x="77" y="106"/>
                  </a:cubicBezTo>
                  <a:cubicBezTo>
                    <a:pt x="76" y="107"/>
                    <a:pt x="76" y="107"/>
                    <a:pt x="76" y="107"/>
                  </a:cubicBezTo>
                  <a:cubicBezTo>
                    <a:pt x="76" y="108"/>
                    <a:pt x="76" y="108"/>
                    <a:pt x="76" y="108"/>
                  </a:cubicBezTo>
                  <a:cubicBezTo>
                    <a:pt x="75" y="108"/>
                    <a:pt x="75" y="108"/>
                    <a:pt x="75" y="108"/>
                  </a:cubicBezTo>
                  <a:cubicBezTo>
                    <a:pt x="75" y="109"/>
                    <a:pt x="75" y="109"/>
                    <a:pt x="75" y="109"/>
                  </a:cubicBezTo>
                  <a:lnTo>
                    <a:pt x="74" y="109"/>
                  </a:lnTo>
                  <a:close/>
                  <a:moveTo>
                    <a:pt x="75" y="115"/>
                  </a:moveTo>
                  <a:cubicBezTo>
                    <a:pt x="75" y="114"/>
                    <a:pt x="76" y="113"/>
                    <a:pt x="77" y="112"/>
                  </a:cubicBezTo>
                  <a:cubicBezTo>
                    <a:pt x="77" y="111"/>
                    <a:pt x="77" y="111"/>
                    <a:pt x="77" y="111"/>
                  </a:cubicBezTo>
                  <a:cubicBezTo>
                    <a:pt x="78" y="110"/>
                    <a:pt x="78" y="110"/>
                    <a:pt x="78" y="110"/>
                  </a:cubicBezTo>
                  <a:cubicBezTo>
                    <a:pt x="78" y="110"/>
                    <a:pt x="78" y="110"/>
                    <a:pt x="78" y="110"/>
                  </a:cubicBezTo>
                  <a:cubicBezTo>
                    <a:pt x="78" y="110"/>
                    <a:pt x="78" y="110"/>
                    <a:pt x="79" y="109"/>
                  </a:cubicBezTo>
                  <a:cubicBezTo>
                    <a:pt x="79" y="109"/>
                    <a:pt x="79" y="109"/>
                    <a:pt x="79" y="109"/>
                  </a:cubicBezTo>
                  <a:cubicBezTo>
                    <a:pt x="79" y="109"/>
                    <a:pt x="79" y="108"/>
                    <a:pt x="80" y="108"/>
                  </a:cubicBezTo>
                  <a:cubicBezTo>
                    <a:pt x="80" y="108"/>
                    <a:pt x="80" y="108"/>
                    <a:pt x="80" y="108"/>
                  </a:cubicBezTo>
                  <a:cubicBezTo>
                    <a:pt x="80" y="107"/>
                    <a:pt x="80" y="107"/>
                    <a:pt x="81" y="106"/>
                  </a:cubicBezTo>
                  <a:cubicBezTo>
                    <a:pt x="81" y="106"/>
                    <a:pt x="82" y="107"/>
                    <a:pt x="82" y="107"/>
                  </a:cubicBezTo>
                  <a:cubicBezTo>
                    <a:pt x="83" y="107"/>
                    <a:pt x="83" y="107"/>
                    <a:pt x="83" y="107"/>
                  </a:cubicBezTo>
                  <a:cubicBezTo>
                    <a:pt x="84" y="107"/>
                    <a:pt x="84" y="107"/>
                    <a:pt x="85" y="108"/>
                  </a:cubicBezTo>
                  <a:cubicBezTo>
                    <a:pt x="86" y="108"/>
                    <a:pt x="86" y="108"/>
                    <a:pt x="86" y="108"/>
                  </a:cubicBezTo>
                  <a:cubicBezTo>
                    <a:pt x="87" y="108"/>
                    <a:pt x="88" y="109"/>
                    <a:pt x="89" y="109"/>
                  </a:cubicBezTo>
                  <a:cubicBezTo>
                    <a:pt x="84" y="111"/>
                    <a:pt x="80" y="113"/>
                    <a:pt x="75" y="115"/>
                  </a:cubicBezTo>
                  <a:close/>
                  <a:moveTo>
                    <a:pt x="92" y="107"/>
                  </a:moveTo>
                  <a:cubicBezTo>
                    <a:pt x="91" y="106"/>
                    <a:pt x="91" y="106"/>
                    <a:pt x="90" y="106"/>
                  </a:cubicBezTo>
                  <a:cubicBezTo>
                    <a:pt x="90" y="106"/>
                    <a:pt x="90" y="106"/>
                    <a:pt x="90" y="106"/>
                  </a:cubicBezTo>
                  <a:cubicBezTo>
                    <a:pt x="89" y="105"/>
                    <a:pt x="88" y="105"/>
                    <a:pt x="87" y="105"/>
                  </a:cubicBezTo>
                  <a:cubicBezTo>
                    <a:pt x="86" y="104"/>
                    <a:pt x="86" y="104"/>
                    <a:pt x="86" y="104"/>
                  </a:cubicBezTo>
                  <a:cubicBezTo>
                    <a:pt x="86" y="104"/>
                    <a:pt x="85" y="104"/>
                    <a:pt x="84" y="104"/>
                  </a:cubicBezTo>
                  <a:cubicBezTo>
                    <a:pt x="83" y="103"/>
                    <a:pt x="83" y="103"/>
                    <a:pt x="83" y="103"/>
                  </a:cubicBezTo>
                  <a:cubicBezTo>
                    <a:pt x="83" y="103"/>
                    <a:pt x="83" y="103"/>
                    <a:pt x="83" y="103"/>
                  </a:cubicBezTo>
                  <a:cubicBezTo>
                    <a:pt x="83" y="103"/>
                    <a:pt x="83" y="103"/>
                    <a:pt x="83" y="103"/>
                  </a:cubicBezTo>
                  <a:cubicBezTo>
                    <a:pt x="83" y="103"/>
                    <a:pt x="83" y="103"/>
                    <a:pt x="83" y="103"/>
                  </a:cubicBezTo>
                  <a:cubicBezTo>
                    <a:pt x="83" y="103"/>
                    <a:pt x="83" y="103"/>
                    <a:pt x="83" y="103"/>
                  </a:cubicBezTo>
                  <a:cubicBezTo>
                    <a:pt x="83" y="102"/>
                    <a:pt x="83" y="102"/>
                    <a:pt x="83" y="102"/>
                  </a:cubicBezTo>
                  <a:cubicBezTo>
                    <a:pt x="84" y="102"/>
                    <a:pt x="84" y="101"/>
                    <a:pt x="84" y="100"/>
                  </a:cubicBezTo>
                  <a:cubicBezTo>
                    <a:pt x="85" y="100"/>
                    <a:pt x="85" y="100"/>
                    <a:pt x="85" y="100"/>
                  </a:cubicBezTo>
                  <a:cubicBezTo>
                    <a:pt x="85" y="99"/>
                    <a:pt x="85" y="99"/>
                    <a:pt x="86" y="98"/>
                  </a:cubicBezTo>
                  <a:cubicBezTo>
                    <a:pt x="86" y="97"/>
                    <a:pt x="86" y="97"/>
                    <a:pt x="86" y="97"/>
                  </a:cubicBezTo>
                  <a:cubicBezTo>
                    <a:pt x="86" y="97"/>
                    <a:pt x="87" y="96"/>
                    <a:pt x="87" y="96"/>
                  </a:cubicBezTo>
                  <a:cubicBezTo>
                    <a:pt x="87" y="95"/>
                    <a:pt x="87" y="95"/>
                    <a:pt x="87" y="95"/>
                  </a:cubicBezTo>
                  <a:cubicBezTo>
                    <a:pt x="88" y="94"/>
                    <a:pt x="88" y="94"/>
                    <a:pt x="88" y="94"/>
                  </a:cubicBezTo>
                  <a:cubicBezTo>
                    <a:pt x="90" y="94"/>
                    <a:pt x="91" y="94"/>
                    <a:pt x="93" y="94"/>
                  </a:cubicBezTo>
                  <a:cubicBezTo>
                    <a:pt x="98" y="94"/>
                    <a:pt x="103" y="93"/>
                    <a:pt x="106" y="90"/>
                  </a:cubicBezTo>
                  <a:cubicBezTo>
                    <a:pt x="107" y="91"/>
                    <a:pt x="107" y="91"/>
                    <a:pt x="107" y="91"/>
                  </a:cubicBezTo>
                  <a:cubicBezTo>
                    <a:pt x="103" y="97"/>
                    <a:pt x="98" y="103"/>
                    <a:pt x="92" y="107"/>
                  </a:cubicBezTo>
                  <a:close/>
                  <a:moveTo>
                    <a:pt x="110" y="82"/>
                  </a:moveTo>
                  <a:cubicBezTo>
                    <a:pt x="109" y="83"/>
                    <a:pt x="109" y="83"/>
                    <a:pt x="109" y="83"/>
                  </a:cubicBezTo>
                  <a:cubicBezTo>
                    <a:pt x="108" y="84"/>
                    <a:pt x="108" y="84"/>
                    <a:pt x="108" y="84"/>
                  </a:cubicBezTo>
                  <a:cubicBezTo>
                    <a:pt x="107" y="85"/>
                    <a:pt x="107" y="85"/>
                    <a:pt x="107" y="85"/>
                  </a:cubicBezTo>
                  <a:cubicBezTo>
                    <a:pt x="107" y="85"/>
                    <a:pt x="107" y="85"/>
                    <a:pt x="107" y="86"/>
                  </a:cubicBezTo>
                  <a:cubicBezTo>
                    <a:pt x="106" y="86"/>
                    <a:pt x="106" y="86"/>
                    <a:pt x="106" y="86"/>
                  </a:cubicBezTo>
                  <a:cubicBezTo>
                    <a:pt x="102" y="89"/>
                    <a:pt x="98" y="91"/>
                    <a:pt x="93" y="91"/>
                  </a:cubicBezTo>
                  <a:cubicBezTo>
                    <a:pt x="92" y="91"/>
                    <a:pt x="91" y="91"/>
                    <a:pt x="90" y="90"/>
                  </a:cubicBezTo>
                  <a:cubicBezTo>
                    <a:pt x="89" y="90"/>
                    <a:pt x="88" y="90"/>
                    <a:pt x="88" y="90"/>
                  </a:cubicBezTo>
                  <a:cubicBezTo>
                    <a:pt x="87" y="90"/>
                    <a:pt x="87" y="90"/>
                    <a:pt x="86" y="89"/>
                  </a:cubicBezTo>
                  <a:cubicBezTo>
                    <a:pt x="84" y="89"/>
                    <a:pt x="82" y="88"/>
                    <a:pt x="80" y="86"/>
                  </a:cubicBezTo>
                  <a:cubicBezTo>
                    <a:pt x="80" y="86"/>
                    <a:pt x="79" y="85"/>
                    <a:pt x="79" y="85"/>
                  </a:cubicBezTo>
                  <a:cubicBezTo>
                    <a:pt x="78" y="84"/>
                    <a:pt x="77" y="83"/>
                    <a:pt x="77" y="83"/>
                  </a:cubicBezTo>
                  <a:cubicBezTo>
                    <a:pt x="74" y="79"/>
                    <a:pt x="72" y="75"/>
                    <a:pt x="72" y="70"/>
                  </a:cubicBezTo>
                  <a:cubicBezTo>
                    <a:pt x="72" y="68"/>
                    <a:pt x="73" y="65"/>
                    <a:pt x="73" y="63"/>
                  </a:cubicBezTo>
                  <a:cubicBezTo>
                    <a:pt x="73" y="63"/>
                    <a:pt x="74" y="62"/>
                    <a:pt x="74" y="62"/>
                  </a:cubicBezTo>
                  <a:cubicBezTo>
                    <a:pt x="74" y="61"/>
                    <a:pt x="74" y="61"/>
                    <a:pt x="75" y="60"/>
                  </a:cubicBezTo>
                  <a:cubicBezTo>
                    <a:pt x="78" y="54"/>
                    <a:pt x="85" y="49"/>
                    <a:pt x="93" y="49"/>
                  </a:cubicBezTo>
                  <a:cubicBezTo>
                    <a:pt x="93" y="49"/>
                    <a:pt x="93" y="49"/>
                    <a:pt x="93" y="49"/>
                  </a:cubicBezTo>
                  <a:cubicBezTo>
                    <a:pt x="94" y="49"/>
                    <a:pt x="94" y="49"/>
                    <a:pt x="94" y="49"/>
                  </a:cubicBezTo>
                  <a:cubicBezTo>
                    <a:pt x="95" y="49"/>
                    <a:pt x="96" y="49"/>
                    <a:pt x="96" y="49"/>
                  </a:cubicBezTo>
                  <a:cubicBezTo>
                    <a:pt x="96" y="49"/>
                    <a:pt x="96" y="49"/>
                    <a:pt x="96" y="49"/>
                  </a:cubicBezTo>
                  <a:cubicBezTo>
                    <a:pt x="103" y="50"/>
                    <a:pt x="109" y="54"/>
                    <a:pt x="112" y="60"/>
                  </a:cubicBezTo>
                  <a:cubicBezTo>
                    <a:pt x="112" y="61"/>
                    <a:pt x="112" y="61"/>
                    <a:pt x="113" y="62"/>
                  </a:cubicBezTo>
                  <a:cubicBezTo>
                    <a:pt x="113" y="62"/>
                    <a:pt x="113" y="63"/>
                    <a:pt x="113" y="63"/>
                  </a:cubicBezTo>
                  <a:cubicBezTo>
                    <a:pt x="114" y="65"/>
                    <a:pt x="114" y="68"/>
                    <a:pt x="114" y="70"/>
                  </a:cubicBezTo>
                  <a:cubicBezTo>
                    <a:pt x="114" y="74"/>
                    <a:pt x="113" y="79"/>
                    <a:pt x="110" y="82"/>
                  </a:cubicBezTo>
                  <a:close/>
                  <a:moveTo>
                    <a:pt x="95" y="45"/>
                  </a:moveTo>
                  <a:cubicBezTo>
                    <a:pt x="95" y="45"/>
                    <a:pt x="95" y="45"/>
                    <a:pt x="95" y="45"/>
                  </a:cubicBezTo>
                  <a:cubicBezTo>
                    <a:pt x="95" y="45"/>
                    <a:pt x="95" y="44"/>
                    <a:pt x="95" y="44"/>
                  </a:cubicBezTo>
                  <a:cubicBezTo>
                    <a:pt x="95" y="43"/>
                    <a:pt x="95" y="43"/>
                    <a:pt x="94" y="42"/>
                  </a:cubicBezTo>
                  <a:cubicBezTo>
                    <a:pt x="94" y="42"/>
                    <a:pt x="94" y="41"/>
                    <a:pt x="94" y="41"/>
                  </a:cubicBezTo>
                  <a:cubicBezTo>
                    <a:pt x="94" y="40"/>
                    <a:pt x="94" y="40"/>
                    <a:pt x="94" y="39"/>
                  </a:cubicBezTo>
                  <a:cubicBezTo>
                    <a:pt x="93" y="39"/>
                    <a:pt x="93" y="39"/>
                    <a:pt x="93" y="39"/>
                  </a:cubicBezTo>
                  <a:cubicBezTo>
                    <a:pt x="93" y="39"/>
                    <a:pt x="93" y="39"/>
                    <a:pt x="93" y="39"/>
                  </a:cubicBezTo>
                  <a:cubicBezTo>
                    <a:pt x="113" y="39"/>
                    <a:pt x="113" y="39"/>
                    <a:pt x="113" y="39"/>
                  </a:cubicBezTo>
                  <a:cubicBezTo>
                    <a:pt x="115" y="46"/>
                    <a:pt x="117" y="53"/>
                    <a:pt x="117" y="60"/>
                  </a:cubicBezTo>
                  <a:cubicBezTo>
                    <a:pt x="116" y="60"/>
                    <a:pt x="116" y="60"/>
                    <a:pt x="116" y="60"/>
                  </a:cubicBezTo>
                  <a:cubicBezTo>
                    <a:pt x="112" y="52"/>
                    <a:pt x="104" y="46"/>
                    <a:pt x="95" y="45"/>
                  </a:cubicBezTo>
                  <a:close/>
                </a:path>
              </a:pathLst>
            </a:custGeom>
            <a:grpFill/>
            <a:ln w="9525">
              <a:solidFill>
                <a:schemeClr val="accent3"/>
              </a:solidFill>
              <a:round/>
              <a:headEnd/>
              <a:tailEnd/>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57" name="Freeform 2481">
              <a:extLst>
                <a:ext uri="{FF2B5EF4-FFF2-40B4-BE49-F238E27FC236}">
                  <a16:creationId xmlns:a16="http://schemas.microsoft.com/office/drawing/2014/main" id="{43FEA99E-9A15-45CB-BFCA-C49774E7B005}"/>
                </a:ext>
              </a:extLst>
            </p:cNvPr>
            <p:cNvSpPr>
              <a:spLocks/>
            </p:cNvSpPr>
            <p:nvPr/>
          </p:nvSpPr>
          <p:spPr bwMode="auto">
            <a:xfrm>
              <a:off x="7889647" y="4471757"/>
              <a:ext cx="178202" cy="178202"/>
            </a:xfrm>
            <a:custGeom>
              <a:avLst/>
              <a:gdLst>
                <a:gd name="T0" fmla="*/ 27 w 30"/>
                <a:gd name="T1" fmla="*/ 7 h 30"/>
                <a:gd name="T2" fmla="*/ 26 w 30"/>
                <a:gd name="T3" fmla="*/ 5 h 30"/>
                <a:gd name="T4" fmla="*/ 19 w 30"/>
                <a:gd name="T5" fmla="*/ 1 h 30"/>
                <a:gd name="T6" fmla="*/ 19 w 30"/>
                <a:gd name="T7" fmla="*/ 1 h 30"/>
                <a:gd name="T8" fmla="*/ 17 w 30"/>
                <a:gd name="T9" fmla="*/ 0 h 30"/>
                <a:gd name="T10" fmla="*/ 16 w 30"/>
                <a:gd name="T11" fmla="*/ 0 h 30"/>
                <a:gd name="T12" fmla="*/ 16 w 30"/>
                <a:gd name="T13" fmla="*/ 0 h 30"/>
                <a:gd name="T14" fmla="*/ 16 w 30"/>
                <a:gd name="T15" fmla="*/ 0 h 30"/>
                <a:gd name="T16" fmla="*/ 15 w 30"/>
                <a:gd name="T17" fmla="*/ 0 h 30"/>
                <a:gd name="T18" fmla="*/ 4 w 30"/>
                <a:gd name="T19" fmla="*/ 5 h 30"/>
                <a:gd name="T20" fmla="*/ 3 w 30"/>
                <a:gd name="T21" fmla="*/ 7 h 30"/>
                <a:gd name="T22" fmla="*/ 2 w 30"/>
                <a:gd name="T23" fmla="*/ 8 h 30"/>
                <a:gd name="T24" fmla="*/ 0 w 30"/>
                <a:gd name="T25" fmla="*/ 15 h 30"/>
                <a:gd name="T26" fmla="*/ 8 w 30"/>
                <a:gd name="T27" fmla="*/ 28 h 30"/>
                <a:gd name="T28" fmla="*/ 11 w 30"/>
                <a:gd name="T29" fmla="*/ 29 h 30"/>
                <a:gd name="T30" fmla="*/ 12 w 30"/>
                <a:gd name="T31" fmla="*/ 30 h 30"/>
                <a:gd name="T32" fmla="*/ 14 w 30"/>
                <a:gd name="T33" fmla="*/ 30 h 30"/>
                <a:gd name="T34" fmla="*/ 14 w 30"/>
                <a:gd name="T35" fmla="*/ 30 h 30"/>
                <a:gd name="T36" fmla="*/ 15 w 30"/>
                <a:gd name="T37" fmla="*/ 30 h 30"/>
                <a:gd name="T38" fmla="*/ 15 w 30"/>
                <a:gd name="T39" fmla="*/ 30 h 30"/>
                <a:gd name="T40" fmla="*/ 15 w 30"/>
                <a:gd name="T41" fmla="*/ 30 h 30"/>
                <a:gd name="T42" fmla="*/ 22 w 30"/>
                <a:gd name="T43" fmla="*/ 28 h 30"/>
                <a:gd name="T44" fmla="*/ 30 w 30"/>
                <a:gd name="T45" fmla="*/ 15 h 30"/>
                <a:gd name="T46" fmla="*/ 28 w 30"/>
                <a:gd name="T47" fmla="*/ 8 h 30"/>
                <a:gd name="T48" fmla="*/ 27 w 30"/>
                <a:gd name="T49" fmla="*/ 7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0" h="30">
                  <a:moveTo>
                    <a:pt x="27" y="7"/>
                  </a:moveTo>
                  <a:cubicBezTo>
                    <a:pt x="27" y="6"/>
                    <a:pt x="26" y="6"/>
                    <a:pt x="26" y="5"/>
                  </a:cubicBezTo>
                  <a:cubicBezTo>
                    <a:pt x="24" y="3"/>
                    <a:pt x="22" y="2"/>
                    <a:pt x="19" y="1"/>
                  </a:cubicBezTo>
                  <a:cubicBezTo>
                    <a:pt x="19" y="1"/>
                    <a:pt x="19" y="1"/>
                    <a:pt x="19" y="1"/>
                  </a:cubicBezTo>
                  <a:cubicBezTo>
                    <a:pt x="19" y="1"/>
                    <a:pt x="18" y="1"/>
                    <a:pt x="17" y="0"/>
                  </a:cubicBezTo>
                  <a:cubicBezTo>
                    <a:pt x="17" y="0"/>
                    <a:pt x="16" y="0"/>
                    <a:pt x="16" y="0"/>
                  </a:cubicBezTo>
                  <a:cubicBezTo>
                    <a:pt x="16" y="0"/>
                    <a:pt x="16" y="0"/>
                    <a:pt x="16" y="0"/>
                  </a:cubicBezTo>
                  <a:cubicBezTo>
                    <a:pt x="16" y="0"/>
                    <a:pt x="16" y="0"/>
                    <a:pt x="16" y="0"/>
                  </a:cubicBezTo>
                  <a:cubicBezTo>
                    <a:pt x="15" y="0"/>
                    <a:pt x="15" y="0"/>
                    <a:pt x="15" y="0"/>
                  </a:cubicBezTo>
                  <a:cubicBezTo>
                    <a:pt x="11" y="0"/>
                    <a:pt x="7" y="2"/>
                    <a:pt x="4" y="5"/>
                  </a:cubicBezTo>
                  <a:cubicBezTo>
                    <a:pt x="4" y="6"/>
                    <a:pt x="3" y="6"/>
                    <a:pt x="3" y="7"/>
                  </a:cubicBezTo>
                  <a:cubicBezTo>
                    <a:pt x="2" y="7"/>
                    <a:pt x="2" y="8"/>
                    <a:pt x="2" y="8"/>
                  </a:cubicBezTo>
                  <a:cubicBezTo>
                    <a:pt x="1" y="10"/>
                    <a:pt x="0" y="13"/>
                    <a:pt x="0" y="15"/>
                  </a:cubicBezTo>
                  <a:cubicBezTo>
                    <a:pt x="0" y="20"/>
                    <a:pt x="3" y="25"/>
                    <a:pt x="8" y="28"/>
                  </a:cubicBezTo>
                  <a:cubicBezTo>
                    <a:pt x="9" y="28"/>
                    <a:pt x="10" y="29"/>
                    <a:pt x="11" y="29"/>
                  </a:cubicBezTo>
                  <a:cubicBezTo>
                    <a:pt x="12" y="30"/>
                    <a:pt x="12" y="30"/>
                    <a:pt x="12" y="30"/>
                  </a:cubicBezTo>
                  <a:cubicBezTo>
                    <a:pt x="14" y="30"/>
                    <a:pt x="14" y="30"/>
                    <a:pt x="14" y="30"/>
                  </a:cubicBezTo>
                  <a:cubicBezTo>
                    <a:pt x="14" y="30"/>
                    <a:pt x="14" y="30"/>
                    <a:pt x="14" y="30"/>
                  </a:cubicBezTo>
                  <a:cubicBezTo>
                    <a:pt x="15" y="30"/>
                    <a:pt x="15" y="30"/>
                    <a:pt x="15" y="30"/>
                  </a:cubicBezTo>
                  <a:cubicBezTo>
                    <a:pt x="15" y="30"/>
                    <a:pt x="15" y="30"/>
                    <a:pt x="15" y="30"/>
                  </a:cubicBezTo>
                  <a:cubicBezTo>
                    <a:pt x="15" y="30"/>
                    <a:pt x="15" y="30"/>
                    <a:pt x="15" y="30"/>
                  </a:cubicBezTo>
                  <a:cubicBezTo>
                    <a:pt x="18" y="30"/>
                    <a:pt x="20" y="29"/>
                    <a:pt x="22" y="28"/>
                  </a:cubicBezTo>
                  <a:cubicBezTo>
                    <a:pt x="27" y="25"/>
                    <a:pt x="30" y="20"/>
                    <a:pt x="30" y="15"/>
                  </a:cubicBezTo>
                  <a:cubicBezTo>
                    <a:pt x="30" y="13"/>
                    <a:pt x="29" y="10"/>
                    <a:pt x="28" y="8"/>
                  </a:cubicBezTo>
                  <a:cubicBezTo>
                    <a:pt x="28" y="8"/>
                    <a:pt x="28" y="7"/>
                    <a:pt x="27" y="7"/>
                  </a:cubicBezTo>
                  <a:close/>
                </a:path>
              </a:pathLst>
            </a:custGeom>
            <a:grpFill/>
            <a:ln w="9525">
              <a:solidFill>
                <a:schemeClr val="accent3"/>
              </a:solidFill>
              <a:round/>
              <a:headEnd/>
              <a:tailEnd/>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60" name="组合 59">
            <a:extLst>
              <a:ext uri="{FF2B5EF4-FFF2-40B4-BE49-F238E27FC236}">
                <a16:creationId xmlns:a16="http://schemas.microsoft.com/office/drawing/2014/main" id="{82EE6248-F143-4C98-AF1B-5C327E97D785}"/>
              </a:ext>
            </a:extLst>
          </p:cNvPr>
          <p:cNvGrpSpPr/>
          <p:nvPr/>
        </p:nvGrpSpPr>
        <p:grpSpPr>
          <a:xfrm>
            <a:off x="1767558" y="4781916"/>
            <a:ext cx="542616" cy="542617"/>
            <a:chOff x="4446032" y="4426318"/>
            <a:chExt cx="819291" cy="819292"/>
          </a:xfrm>
          <a:solidFill>
            <a:schemeClr val="accent1"/>
          </a:solidFill>
        </p:grpSpPr>
        <p:sp>
          <p:nvSpPr>
            <p:cNvPr id="61" name="Freeform 5">
              <a:extLst>
                <a:ext uri="{FF2B5EF4-FFF2-40B4-BE49-F238E27FC236}">
                  <a16:creationId xmlns:a16="http://schemas.microsoft.com/office/drawing/2014/main" id="{7931E080-B1A9-4F04-B076-3E1F28D5E24B}"/>
                </a:ext>
              </a:extLst>
            </p:cNvPr>
            <p:cNvSpPr>
              <a:spLocks/>
            </p:cNvSpPr>
            <p:nvPr/>
          </p:nvSpPr>
          <p:spPr bwMode="auto">
            <a:xfrm>
              <a:off x="4446032" y="4999648"/>
              <a:ext cx="219214" cy="99432"/>
            </a:xfrm>
            <a:custGeom>
              <a:avLst/>
              <a:gdLst>
                <a:gd name="T0" fmla="*/ 708 w 713"/>
                <a:gd name="T1" fmla="*/ 45 h 323"/>
                <a:gd name="T2" fmla="*/ 711 w 713"/>
                <a:gd name="T3" fmla="*/ 12 h 323"/>
                <a:gd name="T4" fmla="*/ 697 w 713"/>
                <a:gd name="T5" fmla="*/ 1 h 323"/>
                <a:gd name="T6" fmla="*/ 11 w 713"/>
                <a:gd name="T7" fmla="*/ 270 h 323"/>
                <a:gd name="T8" fmla="*/ 11 w 713"/>
                <a:gd name="T9" fmla="*/ 312 h 323"/>
                <a:gd name="T10" fmla="*/ 53 w 713"/>
                <a:gd name="T11" fmla="*/ 312 h 323"/>
                <a:gd name="T12" fmla="*/ 693 w 713"/>
                <a:gd name="T13" fmla="*/ 61 h 323"/>
                <a:gd name="T14" fmla="*/ 708 w 713"/>
                <a:gd name="T15" fmla="*/ 45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3" h="323">
                  <a:moveTo>
                    <a:pt x="708" y="45"/>
                  </a:moveTo>
                  <a:cubicBezTo>
                    <a:pt x="709" y="34"/>
                    <a:pt x="710" y="23"/>
                    <a:pt x="711" y="12"/>
                  </a:cubicBezTo>
                  <a:cubicBezTo>
                    <a:pt x="713" y="0"/>
                    <a:pt x="703" y="0"/>
                    <a:pt x="697" y="1"/>
                  </a:cubicBezTo>
                  <a:cubicBezTo>
                    <a:pt x="448" y="29"/>
                    <a:pt x="202" y="80"/>
                    <a:pt x="11" y="270"/>
                  </a:cubicBezTo>
                  <a:cubicBezTo>
                    <a:pt x="0" y="281"/>
                    <a:pt x="0" y="300"/>
                    <a:pt x="11" y="312"/>
                  </a:cubicBezTo>
                  <a:cubicBezTo>
                    <a:pt x="23" y="323"/>
                    <a:pt x="42" y="323"/>
                    <a:pt x="53" y="312"/>
                  </a:cubicBezTo>
                  <a:cubicBezTo>
                    <a:pt x="216" y="148"/>
                    <a:pt x="438" y="92"/>
                    <a:pt x="693" y="61"/>
                  </a:cubicBezTo>
                  <a:cubicBezTo>
                    <a:pt x="704" y="60"/>
                    <a:pt x="707" y="53"/>
                    <a:pt x="708" y="45"/>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2" name="Freeform 6">
              <a:extLst>
                <a:ext uri="{FF2B5EF4-FFF2-40B4-BE49-F238E27FC236}">
                  <a16:creationId xmlns:a16="http://schemas.microsoft.com/office/drawing/2014/main" id="{0C36A7AE-C297-4223-BCD0-254F54E5AC61}"/>
                </a:ext>
              </a:extLst>
            </p:cNvPr>
            <p:cNvSpPr>
              <a:spLocks/>
            </p:cNvSpPr>
            <p:nvPr/>
          </p:nvSpPr>
          <p:spPr bwMode="auto">
            <a:xfrm>
              <a:off x="4716997" y="4426318"/>
              <a:ext cx="401796" cy="586122"/>
            </a:xfrm>
            <a:custGeom>
              <a:avLst/>
              <a:gdLst>
                <a:gd name="T0" fmla="*/ 1294 w 1306"/>
                <a:gd name="T1" fmla="*/ 11 h 1904"/>
                <a:gd name="T2" fmla="*/ 1252 w 1306"/>
                <a:gd name="T3" fmla="*/ 11 h 1904"/>
                <a:gd name="T4" fmla="*/ 968 w 1306"/>
                <a:gd name="T5" fmla="*/ 841 h 1904"/>
                <a:gd name="T6" fmla="*/ 728 w 1306"/>
                <a:gd name="T7" fmla="*/ 1607 h 1904"/>
                <a:gd name="T8" fmla="*/ 6 w 1306"/>
                <a:gd name="T9" fmla="*/ 1843 h 1904"/>
                <a:gd name="T10" fmla="*/ 0 w 1306"/>
                <a:gd name="T11" fmla="*/ 1904 h 1904"/>
                <a:gd name="T12" fmla="*/ 10 w 1306"/>
                <a:gd name="T13" fmla="*/ 1903 h 1904"/>
                <a:gd name="T14" fmla="*/ 770 w 1306"/>
                <a:gd name="T15" fmla="*/ 1650 h 1904"/>
                <a:gd name="T16" fmla="*/ 1023 w 1306"/>
                <a:gd name="T17" fmla="*/ 890 h 1904"/>
                <a:gd name="T18" fmla="*/ 1027 w 1306"/>
                <a:gd name="T19" fmla="*/ 847 h 1904"/>
                <a:gd name="T20" fmla="*/ 1294 w 1306"/>
                <a:gd name="T21" fmla="*/ 53 h 1904"/>
                <a:gd name="T22" fmla="*/ 1294 w 1306"/>
                <a:gd name="T23" fmla="*/ 11 h 1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06" h="1904">
                  <a:moveTo>
                    <a:pt x="1294" y="11"/>
                  </a:moveTo>
                  <a:cubicBezTo>
                    <a:pt x="1282" y="0"/>
                    <a:pt x="1264" y="0"/>
                    <a:pt x="1252" y="11"/>
                  </a:cubicBezTo>
                  <a:cubicBezTo>
                    <a:pt x="1027" y="238"/>
                    <a:pt x="997" y="543"/>
                    <a:pt x="968" y="841"/>
                  </a:cubicBezTo>
                  <a:cubicBezTo>
                    <a:pt x="942" y="1127"/>
                    <a:pt x="914" y="1424"/>
                    <a:pt x="728" y="1607"/>
                  </a:cubicBezTo>
                  <a:cubicBezTo>
                    <a:pt x="554" y="1784"/>
                    <a:pt x="279" y="1818"/>
                    <a:pt x="6" y="1843"/>
                  </a:cubicBezTo>
                  <a:cubicBezTo>
                    <a:pt x="4" y="1863"/>
                    <a:pt x="2" y="1883"/>
                    <a:pt x="0" y="1904"/>
                  </a:cubicBezTo>
                  <a:cubicBezTo>
                    <a:pt x="10" y="1903"/>
                    <a:pt x="10" y="1903"/>
                    <a:pt x="10" y="1903"/>
                  </a:cubicBezTo>
                  <a:cubicBezTo>
                    <a:pt x="285" y="1876"/>
                    <a:pt x="569" y="1848"/>
                    <a:pt x="770" y="1650"/>
                  </a:cubicBezTo>
                  <a:cubicBezTo>
                    <a:pt x="968" y="1449"/>
                    <a:pt x="996" y="1165"/>
                    <a:pt x="1023" y="890"/>
                  </a:cubicBezTo>
                  <a:cubicBezTo>
                    <a:pt x="1027" y="847"/>
                    <a:pt x="1027" y="847"/>
                    <a:pt x="1027" y="847"/>
                  </a:cubicBezTo>
                  <a:cubicBezTo>
                    <a:pt x="1057" y="528"/>
                    <a:pt x="1097" y="248"/>
                    <a:pt x="1294" y="53"/>
                  </a:cubicBezTo>
                  <a:cubicBezTo>
                    <a:pt x="1306" y="42"/>
                    <a:pt x="1306" y="23"/>
                    <a:pt x="1294" y="11"/>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3" name="Freeform 7">
              <a:extLst>
                <a:ext uri="{FF2B5EF4-FFF2-40B4-BE49-F238E27FC236}">
                  <a16:creationId xmlns:a16="http://schemas.microsoft.com/office/drawing/2014/main" id="{D1802C63-7D40-41E6-B2AE-7AC4DE2D1152}"/>
                </a:ext>
              </a:extLst>
            </p:cNvPr>
            <p:cNvSpPr>
              <a:spLocks/>
            </p:cNvSpPr>
            <p:nvPr/>
          </p:nvSpPr>
          <p:spPr bwMode="auto">
            <a:xfrm>
              <a:off x="4592562" y="4658325"/>
              <a:ext cx="412844" cy="587285"/>
            </a:xfrm>
            <a:custGeom>
              <a:avLst/>
              <a:gdLst>
                <a:gd name="T0" fmla="*/ 257 w 1342"/>
                <a:gd name="T1" fmla="*/ 1260 h 1909"/>
                <a:gd name="T2" fmla="*/ 12 w 1342"/>
                <a:gd name="T3" fmla="*/ 1855 h 1909"/>
                <a:gd name="T4" fmla="*/ 12 w 1342"/>
                <a:gd name="T5" fmla="*/ 1897 h 1909"/>
                <a:gd name="T6" fmla="*/ 54 w 1342"/>
                <a:gd name="T7" fmla="*/ 1897 h 1909"/>
                <a:gd name="T8" fmla="*/ 318 w 1342"/>
                <a:gd name="T9" fmla="*/ 1253 h 1909"/>
                <a:gd name="T10" fmla="*/ 339 w 1342"/>
                <a:gd name="T11" fmla="*/ 1059 h 1909"/>
                <a:gd name="T12" fmla="*/ 578 w 1342"/>
                <a:gd name="T13" fmla="*/ 301 h 1909"/>
                <a:gd name="T14" fmla="*/ 1327 w 1342"/>
                <a:gd name="T15" fmla="*/ 62 h 1909"/>
                <a:gd name="T16" fmla="*/ 1338 w 1342"/>
                <a:gd name="T17" fmla="*/ 50 h 1909"/>
                <a:gd name="T18" fmla="*/ 1342 w 1342"/>
                <a:gd name="T19" fmla="*/ 12 h 1909"/>
                <a:gd name="T20" fmla="*/ 1333 w 1342"/>
                <a:gd name="T21" fmla="*/ 2 h 1909"/>
                <a:gd name="T22" fmla="*/ 1295 w 1342"/>
                <a:gd name="T23" fmla="*/ 6 h 1909"/>
                <a:gd name="T24" fmla="*/ 536 w 1342"/>
                <a:gd name="T25" fmla="*/ 259 h 1909"/>
                <a:gd name="T26" fmla="*/ 283 w 1342"/>
                <a:gd name="T27" fmla="*/ 1018 h 1909"/>
                <a:gd name="T28" fmla="*/ 257 w 1342"/>
                <a:gd name="T29" fmla="*/ 1260 h 19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2" h="1909">
                  <a:moveTo>
                    <a:pt x="257" y="1260"/>
                  </a:moveTo>
                  <a:cubicBezTo>
                    <a:pt x="224" y="1496"/>
                    <a:pt x="166" y="1702"/>
                    <a:pt x="12" y="1855"/>
                  </a:cubicBezTo>
                  <a:cubicBezTo>
                    <a:pt x="0" y="1867"/>
                    <a:pt x="0" y="1886"/>
                    <a:pt x="12" y="1897"/>
                  </a:cubicBezTo>
                  <a:cubicBezTo>
                    <a:pt x="24" y="1909"/>
                    <a:pt x="42" y="1909"/>
                    <a:pt x="54" y="1897"/>
                  </a:cubicBezTo>
                  <a:cubicBezTo>
                    <a:pt x="232" y="1718"/>
                    <a:pt x="288" y="1489"/>
                    <a:pt x="318" y="1253"/>
                  </a:cubicBezTo>
                  <a:cubicBezTo>
                    <a:pt x="339" y="1059"/>
                    <a:pt x="339" y="1059"/>
                    <a:pt x="339" y="1059"/>
                  </a:cubicBezTo>
                  <a:cubicBezTo>
                    <a:pt x="365" y="775"/>
                    <a:pt x="394" y="483"/>
                    <a:pt x="578" y="301"/>
                  </a:cubicBezTo>
                  <a:cubicBezTo>
                    <a:pt x="758" y="119"/>
                    <a:pt x="1045" y="88"/>
                    <a:pt x="1327" y="62"/>
                  </a:cubicBezTo>
                  <a:cubicBezTo>
                    <a:pt x="1330" y="62"/>
                    <a:pt x="1337" y="54"/>
                    <a:pt x="1338" y="50"/>
                  </a:cubicBezTo>
                  <a:cubicBezTo>
                    <a:pt x="1339" y="38"/>
                    <a:pt x="1340" y="25"/>
                    <a:pt x="1342" y="12"/>
                  </a:cubicBezTo>
                  <a:cubicBezTo>
                    <a:pt x="1342" y="4"/>
                    <a:pt x="1338" y="0"/>
                    <a:pt x="1333" y="2"/>
                  </a:cubicBezTo>
                  <a:cubicBezTo>
                    <a:pt x="1295" y="6"/>
                    <a:pt x="1295" y="6"/>
                    <a:pt x="1295" y="6"/>
                  </a:cubicBezTo>
                  <a:cubicBezTo>
                    <a:pt x="1021" y="33"/>
                    <a:pt x="737" y="60"/>
                    <a:pt x="536" y="259"/>
                  </a:cubicBezTo>
                  <a:cubicBezTo>
                    <a:pt x="338" y="460"/>
                    <a:pt x="310" y="743"/>
                    <a:pt x="283" y="1018"/>
                  </a:cubicBezTo>
                  <a:lnTo>
                    <a:pt x="257" y="1260"/>
                  </a:ln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4" name="Freeform 8">
              <a:extLst>
                <a:ext uri="{FF2B5EF4-FFF2-40B4-BE49-F238E27FC236}">
                  <a16:creationId xmlns:a16="http://schemas.microsoft.com/office/drawing/2014/main" id="{7F4AE052-DE82-4B94-8477-B606F59D9A0C}"/>
                </a:ext>
              </a:extLst>
            </p:cNvPr>
            <p:cNvSpPr>
              <a:spLocks/>
            </p:cNvSpPr>
            <p:nvPr/>
          </p:nvSpPr>
          <p:spPr bwMode="auto">
            <a:xfrm>
              <a:off x="4861783" y="4717635"/>
              <a:ext cx="115712" cy="113968"/>
            </a:xfrm>
            <a:custGeom>
              <a:avLst/>
              <a:gdLst>
                <a:gd name="T0" fmla="*/ 365 w 376"/>
                <a:gd name="T1" fmla="*/ 356 h 371"/>
                <a:gd name="T2" fmla="*/ 372 w 376"/>
                <a:gd name="T3" fmla="*/ 331 h 371"/>
                <a:gd name="T4" fmla="*/ 360 w 376"/>
                <a:gd name="T5" fmla="*/ 294 h 371"/>
                <a:gd name="T6" fmla="*/ 80 w 376"/>
                <a:gd name="T7" fmla="*/ 14 h 371"/>
                <a:gd name="T8" fmla="*/ 44 w 376"/>
                <a:gd name="T9" fmla="*/ 3 h 371"/>
                <a:gd name="T10" fmla="*/ 18 w 376"/>
                <a:gd name="T11" fmla="*/ 11 h 371"/>
                <a:gd name="T12" fmla="*/ 14 w 376"/>
                <a:gd name="T13" fmla="*/ 36 h 371"/>
                <a:gd name="T14" fmla="*/ 336 w 376"/>
                <a:gd name="T15" fmla="*/ 358 h 371"/>
                <a:gd name="T16" fmla="*/ 365 w 376"/>
                <a:gd name="T17" fmla="*/ 356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6" h="371">
                  <a:moveTo>
                    <a:pt x="365" y="356"/>
                  </a:moveTo>
                  <a:cubicBezTo>
                    <a:pt x="367" y="348"/>
                    <a:pt x="370" y="339"/>
                    <a:pt x="372" y="331"/>
                  </a:cubicBezTo>
                  <a:cubicBezTo>
                    <a:pt x="376" y="318"/>
                    <a:pt x="375" y="309"/>
                    <a:pt x="360" y="294"/>
                  </a:cubicBezTo>
                  <a:cubicBezTo>
                    <a:pt x="298" y="232"/>
                    <a:pt x="93" y="27"/>
                    <a:pt x="80" y="14"/>
                  </a:cubicBezTo>
                  <a:cubicBezTo>
                    <a:pt x="65" y="0"/>
                    <a:pt x="51" y="1"/>
                    <a:pt x="44" y="3"/>
                  </a:cubicBezTo>
                  <a:cubicBezTo>
                    <a:pt x="35" y="6"/>
                    <a:pt x="26" y="8"/>
                    <a:pt x="18" y="11"/>
                  </a:cubicBezTo>
                  <a:cubicBezTo>
                    <a:pt x="11" y="14"/>
                    <a:pt x="0" y="23"/>
                    <a:pt x="14" y="36"/>
                  </a:cubicBezTo>
                  <a:cubicBezTo>
                    <a:pt x="26" y="48"/>
                    <a:pt x="263" y="285"/>
                    <a:pt x="336" y="358"/>
                  </a:cubicBezTo>
                  <a:cubicBezTo>
                    <a:pt x="349" y="371"/>
                    <a:pt x="362" y="364"/>
                    <a:pt x="365" y="356"/>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5" name="Freeform 10">
              <a:extLst>
                <a:ext uri="{FF2B5EF4-FFF2-40B4-BE49-F238E27FC236}">
                  <a16:creationId xmlns:a16="http://schemas.microsoft.com/office/drawing/2014/main" id="{337B7C64-8A51-41BB-94B6-E8B12A28C40C}"/>
                </a:ext>
              </a:extLst>
            </p:cNvPr>
            <p:cNvSpPr>
              <a:spLocks/>
            </p:cNvSpPr>
            <p:nvPr/>
          </p:nvSpPr>
          <p:spPr bwMode="auto">
            <a:xfrm>
              <a:off x="4786192" y="4758338"/>
              <a:ext cx="154089" cy="151764"/>
            </a:xfrm>
            <a:custGeom>
              <a:avLst/>
              <a:gdLst>
                <a:gd name="T0" fmla="*/ 475 w 499"/>
                <a:gd name="T1" fmla="*/ 479 h 493"/>
                <a:gd name="T2" fmla="*/ 484 w 499"/>
                <a:gd name="T3" fmla="*/ 469 h 493"/>
                <a:gd name="T4" fmla="*/ 480 w 499"/>
                <a:gd name="T5" fmla="*/ 435 h 493"/>
                <a:gd name="T6" fmla="*/ 58 w 499"/>
                <a:gd name="T7" fmla="*/ 12 h 493"/>
                <a:gd name="T8" fmla="*/ 33 w 499"/>
                <a:gd name="T9" fmla="*/ 5 h 493"/>
                <a:gd name="T10" fmla="*/ 9 w 499"/>
                <a:gd name="T11" fmla="*/ 28 h 493"/>
                <a:gd name="T12" fmla="*/ 13 w 499"/>
                <a:gd name="T13" fmla="*/ 55 h 493"/>
                <a:gd name="T14" fmla="*/ 438 w 499"/>
                <a:gd name="T15" fmla="*/ 480 h 493"/>
                <a:gd name="T16" fmla="*/ 475 w 499"/>
                <a:gd name="T17" fmla="*/ 479 h 4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9" h="493">
                  <a:moveTo>
                    <a:pt x="475" y="479"/>
                  </a:moveTo>
                  <a:cubicBezTo>
                    <a:pt x="478" y="476"/>
                    <a:pt x="481" y="472"/>
                    <a:pt x="484" y="469"/>
                  </a:cubicBezTo>
                  <a:cubicBezTo>
                    <a:pt x="499" y="452"/>
                    <a:pt x="490" y="445"/>
                    <a:pt x="480" y="435"/>
                  </a:cubicBezTo>
                  <a:cubicBezTo>
                    <a:pt x="480" y="435"/>
                    <a:pt x="71" y="24"/>
                    <a:pt x="58" y="12"/>
                  </a:cubicBezTo>
                  <a:cubicBezTo>
                    <a:pt x="45" y="0"/>
                    <a:pt x="36" y="2"/>
                    <a:pt x="33" y="5"/>
                  </a:cubicBezTo>
                  <a:cubicBezTo>
                    <a:pt x="25" y="13"/>
                    <a:pt x="17" y="20"/>
                    <a:pt x="9" y="28"/>
                  </a:cubicBezTo>
                  <a:cubicBezTo>
                    <a:pt x="5" y="32"/>
                    <a:pt x="0" y="41"/>
                    <a:pt x="13" y="55"/>
                  </a:cubicBezTo>
                  <a:cubicBezTo>
                    <a:pt x="26" y="69"/>
                    <a:pt x="438" y="480"/>
                    <a:pt x="438" y="480"/>
                  </a:cubicBezTo>
                  <a:cubicBezTo>
                    <a:pt x="446" y="488"/>
                    <a:pt x="462" y="493"/>
                    <a:pt x="475" y="479"/>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66" name="Freeform 12">
              <a:extLst>
                <a:ext uri="{FF2B5EF4-FFF2-40B4-BE49-F238E27FC236}">
                  <a16:creationId xmlns:a16="http://schemas.microsoft.com/office/drawing/2014/main" id="{BAEA295C-74D6-4124-8B8A-573FF775B64F}"/>
                </a:ext>
              </a:extLst>
            </p:cNvPr>
            <p:cNvSpPr>
              <a:spLocks/>
            </p:cNvSpPr>
            <p:nvPr/>
          </p:nvSpPr>
          <p:spPr bwMode="auto">
            <a:xfrm>
              <a:off x="4743163" y="4831021"/>
              <a:ext cx="123272" cy="121528"/>
            </a:xfrm>
            <a:custGeom>
              <a:avLst/>
              <a:gdLst>
                <a:gd name="T0" fmla="*/ 355 w 401"/>
                <a:gd name="T1" fmla="*/ 393 h 395"/>
                <a:gd name="T2" fmla="*/ 383 w 401"/>
                <a:gd name="T3" fmla="*/ 383 h 395"/>
                <a:gd name="T4" fmla="*/ 384 w 401"/>
                <a:gd name="T5" fmla="*/ 356 h 395"/>
                <a:gd name="T6" fmla="*/ 40 w 401"/>
                <a:gd name="T7" fmla="*/ 12 h 395"/>
                <a:gd name="T8" fmla="*/ 13 w 401"/>
                <a:gd name="T9" fmla="*/ 12 h 395"/>
                <a:gd name="T10" fmla="*/ 2 w 401"/>
                <a:gd name="T11" fmla="*/ 40 h 395"/>
                <a:gd name="T12" fmla="*/ 11 w 401"/>
                <a:gd name="T13" fmla="*/ 71 h 395"/>
                <a:gd name="T14" fmla="*/ 318 w 401"/>
                <a:gd name="T15" fmla="*/ 378 h 395"/>
                <a:gd name="T16" fmla="*/ 355 w 401"/>
                <a:gd name="T17" fmla="*/ 393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1" h="395">
                  <a:moveTo>
                    <a:pt x="355" y="393"/>
                  </a:moveTo>
                  <a:cubicBezTo>
                    <a:pt x="365" y="390"/>
                    <a:pt x="374" y="387"/>
                    <a:pt x="383" y="383"/>
                  </a:cubicBezTo>
                  <a:cubicBezTo>
                    <a:pt x="390" y="381"/>
                    <a:pt x="401" y="373"/>
                    <a:pt x="384" y="356"/>
                  </a:cubicBezTo>
                  <a:cubicBezTo>
                    <a:pt x="367" y="339"/>
                    <a:pt x="40" y="12"/>
                    <a:pt x="40" y="12"/>
                  </a:cubicBezTo>
                  <a:cubicBezTo>
                    <a:pt x="31" y="3"/>
                    <a:pt x="17" y="0"/>
                    <a:pt x="13" y="12"/>
                  </a:cubicBezTo>
                  <a:cubicBezTo>
                    <a:pt x="9" y="21"/>
                    <a:pt x="6" y="31"/>
                    <a:pt x="2" y="40"/>
                  </a:cubicBezTo>
                  <a:cubicBezTo>
                    <a:pt x="1" y="46"/>
                    <a:pt x="0" y="59"/>
                    <a:pt x="11" y="71"/>
                  </a:cubicBezTo>
                  <a:cubicBezTo>
                    <a:pt x="20" y="82"/>
                    <a:pt x="248" y="309"/>
                    <a:pt x="318" y="378"/>
                  </a:cubicBezTo>
                  <a:cubicBezTo>
                    <a:pt x="331" y="391"/>
                    <a:pt x="349" y="395"/>
                    <a:pt x="355" y="393"/>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7" name="Freeform 13">
              <a:extLst>
                <a:ext uri="{FF2B5EF4-FFF2-40B4-BE49-F238E27FC236}">
                  <a16:creationId xmlns:a16="http://schemas.microsoft.com/office/drawing/2014/main" id="{B83725FD-A8BA-49F5-938A-FE035FD15559}"/>
                </a:ext>
              </a:extLst>
            </p:cNvPr>
            <p:cNvSpPr>
              <a:spLocks/>
            </p:cNvSpPr>
            <p:nvPr/>
          </p:nvSpPr>
          <p:spPr bwMode="auto">
            <a:xfrm>
              <a:off x="5110071" y="4475743"/>
              <a:ext cx="109898" cy="109316"/>
            </a:xfrm>
            <a:custGeom>
              <a:avLst/>
              <a:gdLst>
                <a:gd name="T0" fmla="*/ 356 w 356"/>
                <a:gd name="T1" fmla="*/ 318 h 356"/>
                <a:gd name="T2" fmla="*/ 38 w 356"/>
                <a:gd name="T3" fmla="*/ 0 h 356"/>
                <a:gd name="T4" fmla="*/ 0 w 356"/>
                <a:gd name="T5" fmla="*/ 50 h 356"/>
                <a:gd name="T6" fmla="*/ 306 w 356"/>
                <a:gd name="T7" fmla="*/ 356 h 356"/>
                <a:gd name="T8" fmla="*/ 356 w 356"/>
                <a:gd name="T9" fmla="*/ 318 h 356"/>
              </a:gdLst>
              <a:ahLst/>
              <a:cxnLst>
                <a:cxn ang="0">
                  <a:pos x="T0" y="T1"/>
                </a:cxn>
                <a:cxn ang="0">
                  <a:pos x="T2" y="T3"/>
                </a:cxn>
                <a:cxn ang="0">
                  <a:pos x="T4" y="T5"/>
                </a:cxn>
                <a:cxn ang="0">
                  <a:pos x="T6" y="T7"/>
                </a:cxn>
                <a:cxn ang="0">
                  <a:pos x="T8" y="T9"/>
                </a:cxn>
              </a:cxnLst>
              <a:rect l="0" t="0" r="r" b="b"/>
              <a:pathLst>
                <a:path w="356" h="356">
                  <a:moveTo>
                    <a:pt x="356" y="318"/>
                  </a:moveTo>
                  <a:cubicBezTo>
                    <a:pt x="38" y="0"/>
                    <a:pt x="38" y="0"/>
                    <a:pt x="38" y="0"/>
                  </a:cubicBezTo>
                  <a:cubicBezTo>
                    <a:pt x="24" y="16"/>
                    <a:pt x="12" y="33"/>
                    <a:pt x="0" y="50"/>
                  </a:cubicBezTo>
                  <a:cubicBezTo>
                    <a:pt x="306" y="356"/>
                    <a:pt x="306" y="356"/>
                    <a:pt x="306" y="356"/>
                  </a:cubicBezTo>
                  <a:cubicBezTo>
                    <a:pt x="323" y="345"/>
                    <a:pt x="340" y="332"/>
                    <a:pt x="356" y="318"/>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8" name="Freeform 14">
              <a:extLst>
                <a:ext uri="{FF2B5EF4-FFF2-40B4-BE49-F238E27FC236}">
                  <a16:creationId xmlns:a16="http://schemas.microsoft.com/office/drawing/2014/main" id="{91FF9227-A281-4950-9EDB-A4113728B752}"/>
                </a:ext>
              </a:extLst>
            </p:cNvPr>
            <p:cNvSpPr>
              <a:spLocks/>
            </p:cNvSpPr>
            <p:nvPr/>
          </p:nvSpPr>
          <p:spPr bwMode="auto">
            <a:xfrm>
              <a:off x="5072857" y="4554823"/>
              <a:ext cx="68032" cy="68032"/>
            </a:xfrm>
            <a:custGeom>
              <a:avLst/>
              <a:gdLst>
                <a:gd name="T0" fmla="*/ 221 w 221"/>
                <a:gd name="T1" fmla="*/ 201 h 221"/>
                <a:gd name="T2" fmla="*/ 20 w 221"/>
                <a:gd name="T3" fmla="*/ 0 h 221"/>
                <a:gd name="T4" fmla="*/ 0 w 221"/>
                <a:gd name="T5" fmla="*/ 68 h 221"/>
                <a:gd name="T6" fmla="*/ 152 w 221"/>
                <a:gd name="T7" fmla="*/ 221 h 221"/>
                <a:gd name="T8" fmla="*/ 221 w 221"/>
                <a:gd name="T9" fmla="*/ 201 h 221"/>
              </a:gdLst>
              <a:ahLst/>
              <a:cxnLst>
                <a:cxn ang="0">
                  <a:pos x="T0" y="T1"/>
                </a:cxn>
                <a:cxn ang="0">
                  <a:pos x="T2" y="T3"/>
                </a:cxn>
                <a:cxn ang="0">
                  <a:pos x="T4" y="T5"/>
                </a:cxn>
                <a:cxn ang="0">
                  <a:pos x="T6" y="T7"/>
                </a:cxn>
                <a:cxn ang="0">
                  <a:pos x="T8" y="T9"/>
                </a:cxn>
              </a:cxnLst>
              <a:rect l="0" t="0" r="r" b="b"/>
              <a:pathLst>
                <a:path w="221" h="221">
                  <a:moveTo>
                    <a:pt x="221" y="201"/>
                  </a:moveTo>
                  <a:cubicBezTo>
                    <a:pt x="20" y="0"/>
                    <a:pt x="20" y="0"/>
                    <a:pt x="20" y="0"/>
                  </a:cubicBezTo>
                  <a:cubicBezTo>
                    <a:pt x="13" y="22"/>
                    <a:pt x="6" y="45"/>
                    <a:pt x="0" y="68"/>
                  </a:cubicBezTo>
                  <a:cubicBezTo>
                    <a:pt x="152" y="221"/>
                    <a:pt x="152" y="221"/>
                    <a:pt x="152" y="221"/>
                  </a:cubicBezTo>
                  <a:cubicBezTo>
                    <a:pt x="176" y="214"/>
                    <a:pt x="199" y="208"/>
                    <a:pt x="221" y="201"/>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69" name="Freeform 15">
              <a:extLst>
                <a:ext uri="{FF2B5EF4-FFF2-40B4-BE49-F238E27FC236}">
                  <a16:creationId xmlns:a16="http://schemas.microsoft.com/office/drawing/2014/main" id="{2CE39AC9-2C30-4BDD-ACE2-E8E16A10BCAE}"/>
                </a:ext>
              </a:extLst>
            </p:cNvPr>
            <p:cNvSpPr>
              <a:spLocks/>
            </p:cNvSpPr>
            <p:nvPr/>
          </p:nvSpPr>
          <p:spPr bwMode="auto">
            <a:xfrm>
              <a:off x="4587910" y="5051399"/>
              <a:ext cx="59891" cy="59892"/>
            </a:xfrm>
            <a:custGeom>
              <a:avLst/>
              <a:gdLst>
                <a:gd name="T0" fmla="*/ 181 w 195"/>
                <a:gd name="T1" fmla="*/ 175 h 195"/>
                <a:gd name="T2" fmla="*/ 189 w 195"/>
                <a:gd name="T3" fmla="*/ 145 h 195"/>
                <a:gd name="T4" fmla="*/ 180 w 195"/>
                <a:gd name="T5" fmla="*/ 113 h 195"/>
                <a:gd name="T6" fmla="*/ 82 w 195"/>
                <a:gd name="T7" fmla="*/ 15 h 195"/>
                <a:gd name="T8" fmla="*/ 50 w 195"/>
                <a:gd name="T9" fmla="*/ 2 h 195"/>
                <a:gd name="T10" fmla="*/ 12 w 195"/>
                <a:gd name="T11" fmla="*/ 12 h 195"/>
                <a:gd name="T12" fmla="*/ 10 w 195"/>
                <a:gd name="T13" fmla="*/ 31 h 195"/>
                <a:gd name="T14" fmla="*/ 159 w 195"/>
                <a:gd name="T15" fmla="*/ 180 h 195"/>
                <a:gd name="T16" fmla="*/ 181 w 195"/>
                <a:gd name="T17" fmla="*/ 175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5" h="195">
                  <a:moveTo>
                    <a:pt x="181" y="175"/>
                  </a:moveTo>
                  <a:cubicBezTo>
                    <a:pt x="184" y="165"/>
                    <a:pt x="187" y="155"/>
                    <a:pt x="189" y="145"/>
                  </a:cubicBezTo>
                  <a:cubicBezTo>
                    <a:pt x="191" y="139"/>
                    <a:pt x="195" y="129"/>
                    <a:pt x="180" y="113"/>
                  </a:cubicBezTo>
                  <a:cubicBezTo>
                    <a:pt x="170" y="102"/>
                    <a:pt x="111" y="44"/>
                    <a:pt x="82" y="15"/>
                  </a:cubicBezTo>
                  <a:cubicBezTo>
                    <a:pt x="70" y="3"/>
                    <a:pt x="61" y="0"/>
                    <a:pt x="50" y="2"/>
                  </a:cubicBezTo>
                  <a:cubicBezTo>
                    <a:pt x="37" y="5"/>
                    <a:pt x="24" y="9"/>
                    <a:pt x="12" y="12"/>
                  </a:cubicBezTo>
                  <a:cubicBezTo>
                    <a:pt x="0" y="16"/>
                    <a:pt x="2" y="23"/>
                    <a:pt x="10" y="31"/>
                  </a:cubicBezTo>
                  <a:cubicBezTo>
                    <a:pt x="48" y="68"/>
                    <a:pt x="148" y="167"/>
                    <a:pt x="159" y="180"/>
                  </a:cubicBezTo>
                  <a:cubicBezTo>
                    <a:pt x="172" y="195"/>
                    <a:pt x="179" y="182"/>
                    <a:pt x="181" y="175"/>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0" name="Freeform 16">
              <a:extLst>
                <a:ext uri="{FF2B5EF4-FFF2-40B4-BE49-F238E27FC236}">
                  <a16:creationId xmlns:a16="http://schemas.microsoft.com/office/drawing/2014/main" id="{F992070F-8B52-4F23-BDFF-6194AA27C86E}"/>
                </a:ext>
              </a:extLst>
            </p:cNvPr>
            <p:cNvSpPr>
              <a:spLocks/>
            </p:cNvSpPr>
            <p:nvPr/>
          </p:nvSpPr>
          <p:spPr bwMode="auto">
            <a:xfrm>
              <a:off x="4505923" y="5086868"/>
              <a:ext cx="105828" cy="105828"/>
            </a:xfrm>
            <a:custGeom>
              <a:avLst/>
              <a:gdLst>
                <a:gd name="T0" fmla="*/ 324 w 344"/>
                <a:gd name="T1" fmla="*/ 335 h 344"/>
                <a:gd name="T2" fmla="*/ 339 w 344"/>
                <a:gd name="T3" fmla="*/ 313 h 344"/>
                <a:gd name="T4" fmla="*/ 335 w 344"/>
                <a:gd name="T5" fmla="*/ 282 h 344"/>
                <a:gd name="T6" fmla="*/ 65 w 344"/>
                <a:gd name="T7" fmla="*/ 12 h 344"/>
                <a:gd name="T8" fmla="*/ 36 w 344"/>
                <a:gd name="T9" fmla="*/ 4 h 344"/>
                <a:gd name="T10" fmla="*/ 12 w 344"/>
                <a:gd name="T11" fmla="*/ 21 h 344"/>
                <a:gd name="T12" fmla="*/ 11 w 344"/>
                <a:gd name="T13" fmla="*/ 46 h 344"/>
                <a:gd name="T14" fmla="*/ 300 w 344"/>
                <a:gd name="T15" fmla="*/ 335 h 344"/>
                <a:gd name="T16" fmla="*/ 324 w 344"/>
                <a:gd name="T17" fmla="*/ 335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4" h="344">
                  <a:moveTo>
                    <a:pt x="324" y="335"/>
                  </a:moveTo>
                  <a:cubicBezTo>
                    <a:pt x="329" y="327"/>
                    <a:pt x="334" y="320"/>
                    <a:pt x="339" y="313"/>
                  </a:cubicBezTo>
                  <a:cubicBezTo>
                    <a:pt x="342" y="307"/>
                    <a:pt x="344" y="291"/>
                    <a:pt x="335" y="282"/>
                  </a:cubicBezTo>
                  <a:cubicBezTo>
                    <a:pt x="279" y="226"/>
                    <a:pt x="77" y="23"/>
                    <a:pt x="65" y="12"/>
                  </a:cubicBezTo>
                  <a:cubicBezTo>
                    <a:pt x="52" y="0"/>
                    <a:pt x="40" y="1"/>
                    <a:pt x="36" y="4"/>
                  </a:cubicBezTo>
                  <a:cubicBezTo>
                    <a:pt x="28" y="10"/>
                    <a:pt x="20" y="15"/>
                    <a:pt x="12" y="21"/>
                  </a:cubicBezTo>
                  <a:cubicBezTo>
                    <a:pt x="7" y="25"/>
                    <a:pt x="0" y="34"/>
                    <a:pt x="11" y="46"/>
                  </a:cubicBezTo>
                  <a:cubicBezTo>
                    <a:pt x="21" y="57"/>
                    <a:pt x="242" y="277"/>
                    <a:pt x="300" y="335"/>
                  </a:cubicBezTo>
                  <a:cubicBezTo>
                    <a:pt x="309" y="344"/>
                    <a:pt x="321" y="339"/>
                    <a:pt x="324" y="335"/>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71" name="Freeform 17">
              <a:extLst>
                <a:ext uri="{FF2B5EF4-FFF2-40B4-BE49-F238E27FC236}">
                  <a16:creationId xmlns:a16="http://schemas.microsoft.com/office/drawing/2014/main" id="{7497C284-827E-4791-AF5D-DD372D9AA0E7}"/>
                </a:ext>
              </a:extLst>
            </p:cNvPr>
            <p:cNvSpPr>
              <a:spLocks/>
            </p:cNvSpPr>
            <p:nvPr/>
          </p:nvSpPr>
          <p:spPr bwMode="auto">
            <a:xfrm>
              <a:off x="5063553" y="4572849"/>
              <a:ext cx="201770" cy="97687"/>
            </a:xfrm>
            <a:custGeom>
              <a:avLst/>
              <a:gdLst>
                <a:gd name="T0" fmla="*/ 644 w 655"/>
                <a:gd name="T1" fmla="*/ 12 h 317"/>
                <a:gd name="T2" fmla="*/ 602 w 655"/>
                <a:gd name="T3" fmla="*/ 12 h 317"/>
                <a:gd name="T4" fmla="*/ 34 w 655"/>
                <a:gd name="T5" fmla="*/ 253 h 317"/>
                <a:gd name="T6" fmla="*/ 4 w 655"/>
                <a:gd name="T7" fmla="*/ 276 h 317"/>
                <a:gd name="T8" fmla="*/ 2 w 655"/>
                <a:gd name="T9" fmla="*/ 293 h 317"/>
                <a:gd name="T10" fmla="*/ 27 w 655"/>
                <a:gd name="T11" fmla="*/ 314 h 317"/>
                <a:gd name="T12" fmla="*/ 644 w 655"/>
                <a:gd name="T13" fmla="*/ 54 h 317"/>
                <a:gd name="T14" fmla="*/ 644 w 655"/>
                <a:gd name="T15" fmla="*/ 12 h 3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5" h="317">
                  <a:moveTo>
                    <a:pt x="644" y="12"/>
                  </a:moveTo>
                  <a:cubicBezTo>
                    <a:pt x="632" y="0"/>
                    <a:pt x="613" y="0"/>
                    <a:pt x="602" y="12"/>
                  </a:cubicBezTo>
                  <a:cubicBezTo>
                    <a:pt x="454" y="160"/>
                    <a:pt x="258" y="220"/>
                    <a:pt x="34" y="253"/>
                  </a:cubicBezTo>
                  <a:cubicBezTo>
                    <a:pt x="11" y="256"/>
                    <a:pt x="6" y="260"/>
                    <a:pt x="4" y="276"/>
                  </a:cubicBezTo>
                  <a:cubicBezTo>
                    <a:pt x="4" y="282"/>
                    <a:pt x="3" y="288"/>
                    <a:pt x="2" y="293"/>
                  </a:cubicBezTo>
                  <a:cubicBezTo>
                    <a:pt x="0" y="310"/>
                    <a:pt x="8" y="317"/>
                    <a:pt x="27" y="314"/>
                  </a:cubicBezTo>
                  <a:cubicBezTo>
                    <a:pt x="252" y="283"/>
                    <a:pt x="471" y="225"/>
                    <a:pt x="644" y="54"/>
                  </a:cubicBezTo>
                  <a:cubicBezTo>
                    <a:pt x="655" y="42"/>
                    <a:pt x="655" y="23"/>
                    <a:pt x="644" y="12"/>
                  </a:cubicBezTo>
                  <a:close/>
                </a:path>
              </a:pathLst>
            </a:custGeom>
            <a:grpFill/>
            <a:ln w="19050">
              <a:solidFill>
                <a:schemeClr val="accent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grpSp>
      <p:sp>
        <p:nvSpPr>
          <p:cNvPr id="72" name="矩形 71">
            <a:extLst>
              <a:ext uri="{FF2B5EF4-FFF2-40B4-BE49-F238E27FC236}">
                <a16:creationId xmlns:a16="http://schemas.microsoft.com/office/drawing/2014/main" id="{871243A5-E0DF-4D87-95BE-0CF8A977F93B}"/>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45" name="组合 44">
            <a:extLst>
              <a:ext uri="{FF2B5EF4-FFF2-40B4-BE49-F238E27FC236}">
                <a16:creationId xmlns:a16="http://schemas.microsoft.com/office/drawing/2014/main" id="{933E0B44-0302-4B98-8657-4B1E787D2324}"/>
              </a:ext>
            </a:extLst>
          </p:cNvPr>
          <p:cNvGrpSpPr/>
          <p:nvPr/>
        </p:nvGrpSpPr>
        <p:grpSpPr>
          <a:xfrm>
            <a:off x="-491832" y="1587"/>
            <a:ext cx="273269" cy="2129816"/>
            <a:chOff x="11681691" y="1513398"/>
            <a:chExt cx="273269" cy="2129816"/>
          </a:xfrm>
        </p:grpSpPr>
        <p:sp>
          <p:nvSpPr>
            <p:cNvPr id="46" name="矩形 45">
              <a:extLst>
                <a:ext uri="{FF2B5EF4-FFF2-40B4-BE49-F238E27FC236}">
                  <a16:creationId xmlns:a16="http://schemas.microsoft.com/office/drawing/2014/main" id="{B0F1354C-5544-4C44-B1A3-A5C5247CDA8A}"/>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a:extLst>
                <a:ext uri="{FF2B5EF4-FFF2-40B4-BE49-F238E27FC236}">
                  <a16:creationId xmlns:a16="http://schemas.microsoft.com/office/drawing/2014/main" id="{1EA6EB1E-FB0F-47A4-ACB9-6FA09598DBAB}"/>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a:extLst>
                <a:ext uri="{FF2B5EF4-FFF2-40B4-BE49-F238E27FC236}">
                  <a16:creationId xmlns:a16="http://schemas.microsoft.com/office/drawing/2014/main" id="{02952858-B608-4FB7-BC5C-04C6E55838B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3" name="矩形 52">
              <a:extLst>
                <a:ext uri="{FF2B5EF4-FFF2-40B4-BE49-F238E27FC236}">
                  <a16:creationId xmlns:a16="http://schemas.microsoft.com/office/drawing/2014/main" id="{152B4FEC-3C20-47BA-B4AD-302549CF2A65}"/>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a:extLst>
                <a:ext uri="{FF2B5EF4-FFF2-40B4-BE49-F238E27FC236}">
                  <a16:creationId xmlns:a16="http://schemas.microsoft.com/office/drawing/2014/main" id="{CBF9C8DA-2024-4B8D-A34C-263A4EB96782}"/>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矩形 57">
              <a:extLst>
                <a:ext uri="{FF2B5EF4-FFF2-40B4-BE49-F238E27FC236}">
                  <a16:creationId xmlns:a16="http://schemas.microsoft.com/office/drawing/2014/main" id="{8987AD60-9B9E-4F42-8667-69F8E66C6555}"/>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矩形 58">
              <a:extLst>
                <a:ext uri="{FF2B5EF4-FFF2-40B4-BE49-F238E27FC236}">
                  <a16:creationId xmlns:a16="http://schemas.microsoft.com/office/drawing/2014/main" id="{9008FE71-045D-42D3-B0F0-517A052A2852}"/>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6028956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BB4950B-F75D-47E0-9FF1-FE21853BD6B3}"/>
              </a:ext>
            </a:extLst>
          </p:cNvPr>
          <p:cNvSpPr>
            <a:spLocks noGrp="1"/>
          </p:cNvSpPr>
          <p:nvPr>
            <p:ph type="title"/>
          </p:nvPr>
        </p:nvSpPr>
        <p:spPr/>
        <p:txBody>
          <a:bodyPr/>
          <a:lstStyle/>
          <a:p>
            <a:r>
              <a:rPr lang="zh-CN" altLang="en-US" sz="3200" b="1" spc="200" dirty="0">
                <a:solidFill>
                  <a:schemeClr val="tx1">
                    <a:lumMod val="75000"/>
                    <a:lumOff val="25000"/>
                  </a:schemeClr>
                </a:solidFill>
                <a:latin typeface="微软雅黑" panose="020B0503020204020204" pitchFamily="34" charset="-122"/>
                <a:ea typeface="微软雅黑" panose="020B0503020204020204" pitchFamily="34" charset="-122"/>
              </a:rPr>
              <a:t>图文</a:t>
            </a:r>
            <a:endParaRPr lang="zh-CN" altLang="en-US" dirty="0"/>
          </a:p>
        </p:txBody>
      </p:sp>
      <p:grpSp>
        <p:nvGrpSpPr>
          <p:cNvPr id="4" name="组合 3">
            <a:extLst>
              <a:ext uri="{FF2B5EF4-FFF2-40B4-BE49-F238E27FC236}">
                <a16:creationId xmlns:a16="http://schemas.microsoft.com/office/drawing/2014/main" id="{0B402F0F-3308-4670-8FDD-12F4F7E760A9}"/>
              </a:ext>
            </a:extLst>
          </p:cNvPr>
          <p:cNvGrpSpPr/>
          <p:nvPr/>
        </p:nvGrpSpPr>
        <p:grpSpPr>
          <a:xfrm>
            <a:off x="-491832" y="1587"/>
            <a:ext cx="273269" cy="2129816"/>
            <a:chOff x="11681691" y="1513398"/>
            <a:chExt cx="273269" cy="2129816"/>
          </a:xfrm>
        </p:grpSpPr>
        <p:sp>
          <p:nvSpPr>
            <p:cNvPr id="5" name="矩形 4">
              <a:extLst>
                <a:ext uri="{FF2B5EF4-FFF2-40B4-BE49-F238E27FC236}">
                  <a16:creationId xmlns:a16="http://schemas.microsoft.com/office/drawing/2014/main" id="{E541A7A2-D30C-4654-A44D-48FF927F8BD9}"/>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27CC0C26-DC6A-4624-A424-DD4C60831D87}"/>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3BC7F884-2026-46CA-8FEB-1CFD78E0603D}"/>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1E0DDE23-C8D4-4F62-8B2B-B3E2C004FB7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B6D487EA-3B09-4379-8413-37F2D9F801BF}"/>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D01B7688-024A-4B51-BE6A-CA01D5854572}"/>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BECB7ACD-55BE-47AF-9D02-6D77B4707E56}"/>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1999363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5DA233A9-F6E7-4092-9104-37DAD440909A}"/>
              </a:ext>
            </a:extLst>
          </p:cNvPr>
          <p:cNvSpPr/>
          <p:nvPr/>
        </p:nvSpPr>
        <p:spPr>
          <a:xfrm>
            <a:off x="7278754" y="1114180"/>
            <a:ext cx="4289359" cy="5159620"/>
          </a:xfrm>
          <a:prstGeom prst="rect">
            <a:avLst/>
          </a:prstGeom>
          <a:solidFill>
            <a:schemeClr val="accent1"/>
          </a:solidFill>
          <a:ln>
            <a:solidFill>
              <a:schemeClr val="accent1"/>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9" name="TextBox 4">
            <a:extLst>
              <a:ext uri="{FF2B5EF4-FFF2-40B4-BE49-F238E27FC236}">
                <a16:creationId xmlns:a16="http://schemas.microsoft.com/office/drawing/2014/main" id="{EE2A3965-9C5E-4970-9D6F-8D000C5AA4DA}"/>
              </a:ext>
            </a:extLst>
          </p:cNvPr>
          <p:cNvSpPr txBox="1"/>
          <p:nvPr/>
        </p:nvSpPr>
        <p:spPr>
          <a:xfrm>
            <a:off x="7739413" y="1726591"/>
            <a:ext cx="3368040" cy="2025555"/>
          </a:xfrm>
          <a:prstGeom prst="rect">
            <a:avLst/>
          </a:prstGeom>
          <a:noFill/>
        </p:spPr>
        <p:txBody>
          <a:bodyPr wrap="square" rtlCol="0">
            <a:spAutoFit/>
          </a:bodyPr>
          <a:lstStyle/>
          <a:p>
            <a:pPr algn="just">
              <a:lnSpc>
                <a:spcPct val="130000"/>
              </a:lnSpc>
            </a:pPr>
            <a:r>
              <a:rPr lang="zh-CN" altLang="en-US" sz="1400" b="1" dirty="0">
                <a:solidFill>
                  <a:schemeClr val="bg1"/>
                </a:solidFill>
                <a:cs typeface="+mn-ea"/>
                <a:sym typeface="+mn-lt"/>
              </a:rPr>
              <a:t>请在此处添加详细描述文本，在这里输入文本，更改文字文本。请在此处添加详细描述文本，在这里输入文本，更改文字文本。请在此处添加详细描述文本，在这里输入文本，更改文字文本。请在此处添加详细描述文本，在这里输入文本，更改文字文本。</a:t>
            </a:r>
          </a:p>
        </p:txBody>
      </p:sp>
      <p:sp>
        <p:nvSpPr>
          <p:cNvPr id="10" name="TextBox 4">
            <a:extLst>
              <a:ext uri="{FF2B5EF4-FFF2-40B4-BE49-F238E27FC236}">
                <a16:creationId xmlns:a16="http://schemas.microsoft.com/office/drawing/2014/main" id="{339AF058-7AB8-458C-B1EE-E3AE9F862719}"/>
              </a:ext>
            </a:extLst>
          </p:cNvPr>
          <p:cNvSpPr txBox="1"/>
          <p:nvPr/>
        </p:nvSpPr>
        <p:spPr>
          <a:xfrm>
            <a:off x="7739413" y="4149725"/>
            <a:ext cx="3368040" cy="1465401"/>
          </a:xfrm>
          <a:prstGeom prst="rect">
            <a:avLst/>
          </a:prstGeom>
          <a:noFill/>
        </p:spPr>
        <p:txBody>
          <a:bodyPr wrap="square" rtlCol="0">
            <a:spAutoFit/>
          </a:bodyPr>
          <a:lstStyle/>
          <a:p>
            <a:pPr algn="just">
              <a:lnSpc>
                <a:spcPct val="130000"/>
              </a:lnSpc>
            </a:pPr>
            <a:r>
              <a:rPr lang="zh-CN" altLang="en-US" sz="1400" b="1" dirty="0">
                <a:solidFill>
                  <a:schemeClr val="bg1"/>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11" name="TextBox 3">
            <a:extLst>
              <a:ext uri="{FF2B5EF4-FFF2-40B4-BE49-F238E27FC236}">
                <a16:creationId xmlns:a16="http://schemas.microsoft.com/office/drawing/2014/main" id="{E3CA2F89-2E00-40F9-865D-BB000DC4F864}"/>
              </a:ext>
            </a:extLst>
          </p:cNvPr>
          <p:cNvSpPr txBox="1"/>
          <p:nvPr/>
        </p:nvSpPr>
        <p:spPr>
          <a:xfrm>
            <a:off x="623887" y="1072026"/>
            <a:ext cx="4989835" cy="400110"/>
          </a:xfrm>
          <a:prstGeom prst="rect">
            <a:avLst/>
          </a:prstGeom>
          <a:noFill/>
          <a:effectLst/>
        </p:spPr>
        <p:txBody>
          <a:bodyPr wrap="square" rtlCol="0">
            <a:spAutoFit/>
          </a:bodyPr>
          <a:lstStyle/>
          <a:p>
            <a:r>
              <a:rPr lang="zh-CN" altLang="en-US" sz="2000" b="1" dirty="0">
                <a:solidFill>
                  <a:schemeClr val="tx1">
                    <a:lumMod val="75000"/>
                    <a:lumOff val="25000"/>
                  </a:schemeClr>
                </a:solidFill>
                <a:latin typeface="+mn-ea"/>
                <a:cs typeface="+mn-ea"/>
                <a:sym typeface="+mn-lt"/>
              </a:rPr>
              <a:t>次级标题：图片主题、图片标题</a:t>
            </a:r>
            <a:endParaRPr lang="id-ID" sz="2000" b="1" dirty="0">
              <a:solidFill>
                <a:schemeClr val="tx1">
                  <a:lumMod val="75000"/>
                  <a:lumOff val="25000"/>
                </a:schemeClr>
              </a:solidFill>
              <a:latin typeface="+mn-ea"/>
              <a:cs typeface="+mn-ea"/>
              <a:sym typeface="+mn-lt"/>
            </a:endParaRPr>
          </a:p>
        </p:txBody>
      </p:sp>
      <p:pic>
        <p:nvPicPr>
          <p:cNvPr id="13" name="内容占位符 5">
            <a:extLst>
              <a:ext uri="{FF2B5EF4-FFF2-40B4-BE49-F238E27FC236}">
                <a16:creationId xmlns:a16="http://schemas.microsoft.com/office/drawing/2014/main" id="{46AF56CC-2FF2-4681-8F95-2AB9AB0AC6FF}"/>
              </a:ext>
            </a:extLst>
          </p:cNvPr>
          <p:cNvPicPr>
            <a:picLocks noChangeAspect="1"/>
          </p:cNvPicPr>
          <p:nvPr/>
        </p:nvPicPr>
        <p:blipFill>
          <a:blip r:embed="rId3"/>
          <a:stretch>
            <a:fillRect/>
          </a:stretch>
        </p:blipFill>
        <p:spPr>
          <a:xfrm>
            <a:off x="623887" y="1686866"/>
            <a:ext cx="6366834" cy="4586934"/>
          </a:xfrm>
          <a:prstGeom prst="rect">
            <a:avLst/>
          </a:prstGeom>
          <a:effectLst>
            <a:outerShdw blurRad="50800" dist="38100" dir="2700000" algn="tl" rotWithShape="0">
              <a:prstClr val="black">
                <a:alpha val="40000"/>
              </a:prstClr>
            </a:outerShdw>
          </a:effectLst>
        </p:spPr>
      </p:pic>
      <p:sp>
        <p:nvSpPr>
          <p:cNvPr id="3" name="标题 2">
            <a:extLst>
              <a:ext uri="{FF2B5EF4-FFF2-40B4-BE49-F238E27FC236}">
                <a16:creationId xmlns:a16="http://schemas.microsoft.com/office/drawing/2014/main" id="{3AC709C9-0DE4-4D99-8900-5D1B68AFE3BC}"/>
              </a:ext>
            </a:extLst>
          </p:cNvPr>
          <p:cNvSpPr>
            <a:spLocks noGrp="1"/>
          </p:cNvSpPr>
          <p:nvPr>
            <p:ph type="title"/>
          </p:nvPr>
        </p:nvSpPr>
        <p:spPr/>
        <p:txBody>
          <a:bodyPr/>
          <a:lstStyle/>
          <a:p>
            <a:endParaRPr lang="zh-CN" altLang="en-US"/>
          </a:p>
        </p:txBody>
      </p:sp>
      <p:sp>
        <p:nvSpPr>
          <p:cNvPr id="14" name="矩形 13">
            <a:extLst>
              <a:ext uri="{FF2B5EF4-FFF2-40B4-BE49-F238E27FC236}">
                <a16:creationId xmlns:a16="http://schemas.microsoft.com/office/drawing/2014/main" id="{686E7016-1553-4B47-A2D7-00AE93A765EB}"/>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2" name="组合 11">
            <a:extLst>
              <a:ext uri="{FF2B5EF4-FFF2-40B4-BE49-F238E27FC236}">
                <a16:creationId xmlns:a16="http://schemas.microsoft.com/office/drawing/2014/main" id="{040C2789-419C-491F-843F-DA408A40E1CE}"/>
              </a:ext>
            </a:extLst>
          </p:cNvPr>
          <p:cNvGrpSpPr/>
          <p:nvPr/>
        </p:nvGrpSpPr>
        <p:grpSpPr>
          <a:xfrm>
            <a:off x="-491832" y="1587"/>
            <a:ext cx="273269" cy="2129816"/>
            <a:chOff x="11681691" y="1513398"/>
            <a:chExt cx="273269" cy="2129816"/>
          </a:xfrm>
        </p:grpSpPr>
        <p:sp>
          <p:nvSpPr>
            <p:cNvPr id="15" name="矩形 14">
              <a:extLst>
                <a:ext uri="{FF2B5EF4-FFF2-40B4-BE49-F238E27FC236}">
                  <a16:creationId xmlns:a16="http://schemas.microsoft.com/office/drawing/2014/main" id="{2EED1C0E-91C7-4F85-81A2-DA809F121F5B}"/>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7B5348F3-37CF-487C-BEC7-7A398F25F193}"/>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EB19CE4D-1C17-4860-BB00-5B0E977DDB95}"/>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218D3E56-E375-4123-BB5E-1838E7637A6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8F8C88B6-0881-4998-813A-42E3F5D08706}"/>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333D444A-8E46-4849-BB98-8601AC6BEDB5}"/>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FA17CAEB-E5CA-4396-A058-905674A5C01D}"/>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2474323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3">
            <a:extLst>
              <a:ext uri="{FF2B5EF4-FFF2-40B4-BE49-F238E27FC236}">
                <a16:creationId xmlns:a16="http://schemas.microsoft.com/office/drawing/2014/main" id="{E3CA2F89-2E00-40F9-865D-BB000DC4F864}"/>
              </a:ext>
            </a:extLst>
          </p:cNvPr>
          <p:cNvSpPr txBox="1"/>
          <p:nvPr/>
        </p:nvSpPr>
        <p:spPr>
          <a:xfrm>
            <a:off x="623887" y="1072026"/>
            <a:ext cx="4989835" cy="400110"/>
          </a:xfrm>
          <a:prstGeom prst="rect">
            <a:avLst/>
          </a:prstGeom>
          <a:noFill/>
          <a:effectLst/>
        </p:spPr>
        <p:txBody>
          <a:bodyPr wrap="square" rtlCol="0">
            <a:spAutoFit/>
          </a:bodyPr>
          <a:lstStyle/>
          <a:p>
            <a:r>
              <a:rPr lang="zh-CN" altLang="en-US" sz="2000" b="1" dirty="0">
                <a:solidFill>
                  <a:schemeClr val="tx1">
                    <a:lumMod val="75000"/>
                    <a:lumOff val="25000"/>
                  </a:schemeClr>
                </a:solidFill>
                <a:latin typeface="+mn-ea"/>
                <a:cs typeface="+mn-ea"/>
                <a:sym typeface="+mn-lt"/>
              </a:rPr>
              <a:t>次级标题：图片主题、图片标题</a:t>
            </a:r>
            <a:endParaRPr lang="id-ID" sz="2000" b="1" dirty="0">
              <a:solidFill>
                <a:schemeClr val="tx1">
                  <a:lumMod val="75000"/>
                  <a:lumOff val="25000"/>
                </a:schemeClr>
              </a:solidFill>
              <a:latin typeface="+mn-ea"/>
              <a:cs typeface="+mn-ea"/>
              <a:sym typeface="+mn-lt"/>
            </a:endParaRPr>
          </a:p>
        </p:txBody>
      </p:sp>
      <p:sp>
        <p:nvSpPr>
          <p:cNvPr id="18" name="文本框 17">
            <a:extLst>
              <a:ext uri="{FF2B5EF4-FFF2-40B4-BE49-F238E27FC236}">
                <a16:creationId xmlns:a16="http://schemas.microsoft.com/office/drawing/2014/main" id="{C8332EAA-85E8-4438-A338-F498E45880B6}"/>
              </a:ext>
            </a:extLst>
          </p:cNvPr>
          <p:cNvSpPr txBox="1"/>
          <p:nvPr/>
        </p:nvSpPr>
        <p:spPr>
          <a:xfrm>
            <a:off x="7402113" y="1686866"/>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3"/>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p>
        </p:txBody>
      </p:sp>
      <p:sp>
        <p:nvSpPr>
          <p:cNvPr id="19" name="文本框 18">
            <a:extLst>
              <a:ext uri="{FF2B5EF4-FFF2-40B4-BE49-F238E27FC236}">
                <a16:creationId xmlns:a16="http://schemas.microsoft.com/office/drawing/2014/main" id="{79D09A5D-D8FF-42A9-BF61-409B57517BBB}"/>
              </a:ext>
            </a:extLst>
          </p:cNvPr>
          <p:cNvSpPr txBox="1"/>
          <p:nvPr/>
        </p:nvSpPr>
        <p:spPr>
          <a:xfrm>
            <a:off x="7402113" y="2489215"/>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4"/>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endPar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endParaRPr>
          </a:p>
        </p:txBody>
      </p:sp>
      <p:sp>
        <p:nvSpPr>
          <p:cNvPr id="20" name="文本框 19">
            <a:extLst>
              <a:ext uri="{FF2B5EF4-FFF2-40B4-BE49-F238E27FC236}">
                <a16:creationId xmlns:a16="http://schemas.microsoft.com/office/drawing/2014/main" id="{3D937064-1BEB-4BB2-BB21-FB365A6EFC18}"/>
              </a:ext>
            </a:extLst>
          </p:cNvPr>
          <p:cNvSpPr txBox="1"/>
          <p:nvPr/>
        </p:nvSpPr>
        <p:spPr>
          <a:xfrm>
            <a:off x="7402113" y="3291564"/>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5"/>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p>
        </p:txBody>
      </p:sp>
      <p:pic>
        <p:nvPicPr>
          <p:cNvPr id="22" name="内容占位符 5">
            <a:extLst>
              <a:ext uri="{FF2B5EF4-FFF2-40B4-BE49-F238E27FC236}">
                <a16:creationId xmlns:a16="http://schemas.microsoft.com/office/drawing/2014/main" id="{0D3648B9-9C16-4607-8D08-60081C34926B}"/>
              </a:ext>
            </a:extLst>
          </p:cNvPr>
          <p:cNvPicPr>
            <a:picLocks noChangeAspect="1"/>
          </p:cNvPicPr>
          <p:nvPr/>
        </p:nvPicPr>
        <p:blipFill>
          <a:blip r:embed="rId6"/>
          <a:stretch>
            <a:fillRect/>
          </a:stretch>
        </p:blipFill>
        <p:spPr>
          <a:xfrm>
            <a:off x="623887" y="1686866"/>
            <a:ext cx="6366834" cy="4586934"/>
          </a:xfrm>
          <a:prstGeom prst="rect">
            <a:avLst/>
          </a:prstGeom>
          <a:effectLst>
            <a:outerShdw blurRad="50800" dist="38100" dir="2700000" algn="tl" rotWithShape="0">
              <a:prstClr val="black">
                <a:alpha val="40000"/>
              </a:prstClr>
            </a:outerShdw>
          </a:effectLst>
        </p:spPr>
      </p:pic>
      <p:sp>
        <p:nvSpPr>
          <p:cNvPr id="3" name="标题 2">
            <a:extLst>
              <a:ext uri="{FF2B5EF4-FFF2-40B4-BE49-F238E27FC236}">
                <a16:creationId xmlns:a16="http://schemas.microsoft.com/office/drawing/2014/main" id="{E823338E-38D8-462B-8156-1612A0C5B998}"/>
              </a:ext>
            </a:extLst>
          </p:cNvPr>
          <p:cNvSpPr>
            <a:spLocks noGrp="1"/>
          </p:cNvSpPr>
          <p:nvPr>
            <p:ph type="title"/>
          </p:nvPr>
        </p:nvSpPr>
        <p:spPr/>
        <p:txBody>
          <a:bodyPr/>
          <a:lstStyle/>
          <a:p>
            <a:endParaRPr lang="zh-CN" altLang="en-US"/>
          </a:p>
        </p:txBody>
      </p:sp>
      <p:sp>
        <p:nvSpPr>
          <p:cNvPr id="29" name="文本框 28">
            <a:extLst>
              <a:ext uri="{FF2B5EF4-FFF2-40B4-BE49-F238E27FC236}">
                <a16:creationId xmlns:a16="http://schemas.microsoft.com/office/drawing/2014/main" id="{D3AF06C9-D7FB-47D2-9CB5-1C5AA8CC5068}"/>
              </a:ext>
            </a:extLst>
          </p:cNvPr>
          <p:cNvSpPr txBox="1"/>
          <p:nvPr/>
        </p:nvSpPr>
        <p:spPr>
          <a:xfrm>
            <a:off x="7402113" y="4093913"/>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7"/>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p>
        </p:txBody>
      </p:sp>
      <p:sp>
        <p:nvSpPr>
          <p:cNvPr id="30" name="文本框 29">
            <a:extLst>
              <a:ext uri="{FF2B5EF4-FFF2-40B4-BE49-F238E27FC236}">
                <a16:creationId xmlns:a16="http://schemas.microsoft.com/office/drawing/2014/main" id="{77F42734-6472-48DF-88CE-4D83D82501AB}"/>
              </a:ext>
            </a:extLst>
          </p:cNvPr>
          <p:cNvSpPr txBox="1"/>
          <p:nvPr/>
        </p:nvSpPr>
        <p:spPr>
          <a:xfrm>
            <a:off x="7402113" y="4896262"/>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8"/>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p>
        </p:txBody>
      </p:sp>
      <p:sp>
        <p:nvSpPr>
          <p:cNvPr id="31" name="文本框 30">
            <a:extLst>
              <a:ext uri="{FF2B5EF4-FFF2-40B4-BE49-F238E27FC236}">
                <a16:creationId xmlns:a16="http://schemas.microsoft.com/office/drawing/2014/main" id="{572F55B8-E601-4F49-93C2-F9F80556FEF5}"/>
              </a:ext>
            </a:extLst>
          </p:cNvPr>
          <p:cNvSpPr txBox="1"/>
          <p:nvPr/>
        </p:nvSpPr>
        <p:spPr>
          <a:xfrm>
            <a:off x="7402113" y="5698609"/>
            <a:ext cx="3908350" cy="625171"/>
          </a:xfrm>
          <a:prstGeom prst="rect">
            <a:avLst/>
          </a:prstGeom>
          <a:noFill/>
        </p:spPr>
        <p:txBody>
          <a:bodyPr wrap="square" anchor="t" anchorCtr="0">
            <a:spAutoFit/>
          </a:bodyPr>
          <a:lstStyle/>
          <a:p>
            <a:pPr marL="285750" marR="0" lvl="0" indent="-285750" algn="just" defTabSz="1219170" rtl="0" eaLnBrk="1" fontAlgn="auto" latinLnBrk="0" hangingPunct="1">
              <a:lnSpc>
                <a:spcPct val="130000"/>
              </a:lnSpc>
              <a:buClrTx/>
              <a:buSzTx/>
              <a:buBlip>
                <a:blip r:embed="rId9"/>
              </a:buBlip>
              <a:tabLst/>
              <a:defRPr/>
            </a:pPr>
            <a:r>
              <a:rPr kumimoji="0" lang="zh-CN" altLang="en-US"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cs"/>
              </a:rPr>
              <a:t>请在此处添加详细描述文本，在这里输入文本，更改文字文本。</a:t>
            </a:r>
          </a:p>
        </p:txBody>
      </p:sp>
      <p:sp>
        <p:nvSpPr>
          <p:cNvPr id="33" name="矩形 32">
            <a:extLst>
              <a:ext uri="{FF2B5EF4-FFF2-40B4-BE49-F238E27FC236}">
                <a16:creationId xmlns:a16="http://schemas.microsoft.com/office/drawing/2014/main" id="{91EEBD62-60C5-4208-A2D0-B2AEEE582970}"/>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2" name="组合 11">
            <a:extLst>
              <a:ext uri="{FF2B5EF4-FFF2-40B4-BE49-F238E27FC236}">
                <a16:creationId xmlns:a16="http://schemas.microsoft.com/office/drawing/2014/main" id="{855A6DF0-5EE8-48C5-AF25-68E609A74997}"/>
              </a:ext>
            </a:extLst>
          </p:cNvPr>
          <p:cNvGrpSpPr/>
          <p:nvPr/>
        </p:nvGrpSpPr>
        <p:grpSpPr>
          <a:xfrm>
            <a:off x="-491832" y="1587"/>
            <a:ext cx="273269" cy="2129816"/>
            <a:chOff x="11681691" y="1513398"/>
            <a:chExt cx="273269" cy="2129816"/>
          </a:xfrm>
        </p:grpSpPr>
        <p:sp>
          <p:nvSpPr>
            <p:cNvPr id="13" name="矩形 12">
              <a:extLst>
                <a:ext uri="{FF2B5EF4-FFF2-40B4-BE49-F238E27FC236}">
                  <a16:creationId xmlns:a16="http://schemas.microsoft.com/office/drawing/2014/main" id="{DC4F8A53-A4F3-417D-897C-A391B35FEA0B}"/>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2B747E5E-41B8-400D-892E-3512872E364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909F81FF-FACC-4E7A-8D54-46480BF0E6AD}"/>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F9694C29-EB4C-4A91-9895-941BDF2612D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89BD24B0-785C-4D25-AD2D-227D18A85F6B}"/>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BA89DA2F-D1F8-4E02-BF3B-12B1B7A3B97C}"/>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411DC60A-FBD4-480A-9034-B14BAE6D9606}"/>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2150272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E193653-E3EC-4F2D-AC6F-33BE6F26E952}"/>
              </a:ext>
            </a:extLst>
          </p:cNvPr>
          <p:cNvSpPr>
            <a:spLocks noGrp="1"/>
          </p:cNvSpPr>
          <p:nvPr>
            <p:ph type="title"/>
          </p:nvPr>
        </p:nvSpPr>
        <p:spPr/>
        <p:txBody>
          <a:bodyPr/>
          <a:lstStyle/>
          <a:p>
            <a:endParaRPr lang="zh-CN" altLang="en-US"/>
          </a:p>
        </p:txBody>
      </p:sp>
      <p:sp>
        <p:nvSpPr>
          <p:cNvPr id="17" name="Inhaltsplatzhalter 4">
            <a:extLst>
              <a:ext uri="{FF2B5EF4-FFF2-40B4-BE49-F238E27FC236}">
                <a16:creationId xmlns:a16="http://schemas.microsoft.com/office/drawing/2014/main" id="{F9481F37-5D4A-4472-98F6-F52D36AC491F}"/>
              </a:ext>
            </a:extLst>
          </p:cNvPr>
          <p:cNvSpPr txBox="1"/>
          <p:nvPr/>
        </p:nvSpPr>
        <p:spPr>
          <a:xfrm>
            <a:off x="2646527" y="4393334"/>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1"/>
                </a:solidFill>
                <a:latin typeface="+mj-lt"/>
              </a:rPr>
              <a:t>小标题</a:t>
            </a:r>
            <a:endParaRPr lang="en-US" sz="1200" dirty="0">
              <a:solidFill>
                <a:schemeClr val="bg1">
                  <a:lumMod val="50000"/>
                </a:schemeClr>
              </a:solidFill>
              <a:latin typeface="+mn-lt"/>
            </a:endParaRPr>
          </a:p>
        </p:txBody>
      </p:sp>
      <p:sp>
        <p:nvSpPr>
          <p:cNvPr id="18" name="Inhaltsplatzhalter 4">
            <a:extLst>
              <a:ext uri="{FF2B5EF4-FFF2-40B4-BE49-F238E27FC236}">
                <a16:creationId xmlns:a16="http://schemas.microsoft.com/office/drawing/2014/main" id="{A41502BA-3C24-49F8-ACFE-AF6F8EE205D2}"/>
              </a:ext>
            </a:extLst>
          </p:cNvPr>
          <p:cNvSpPr txBox="1"/>
          <p:nvPr/>
        </p:nvSpPr>
        <p:spPr>
          <a:xfrm>
            <a:off x="1520339" y="4795776"/>
            <a:ext cx="3937749" cy="754822"/>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pic>
        <p:nvPicPr>
          <p:cNvPr id="20" name="图片 19">
            <a:extLst>
              <a:ext uri="{FF2B5EF4-FFF2-40B4-BE49-F238E27FC236}">
                <a16:creationId xmlns:a16="http://schemas.microsoft.com/office/drawing/2014/main" id="{4D0F8EEF-8366-49D4-A984-E79DF5784A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59974" y="1455808"/>
            <a:ext cx="4058480" cy="2705653"/>
          </a:xfrm>
          <a:prstGeom prst="rect">
            <a:avLst/>
          </a:prstGeom>
          <a:effectLst>
            <a:outerShdw blurRad="50800" dist="38100" dir="2700000" algn="tl" rotWithShape="0">
              <a:prstClr val="black">
                <a:alpha val="40000"/>
              </a:prstClr>
            </a:outerShdw>
          </a:effectLst>
        </p:spPr>
      </p:pic>
      <p:pic>
        <p:nvPicPr>
          <p:cNvPr id="21" name="图片 20">
            <a:extLst>
              <a:ext uri="{FF2B5EF4-FFF2-40B4-BE49-F238E27FC236}">
                <a16:creationId xmlns:a16="http://schemas.microsoft.com/office/drawing/2014/main" id="{F4E7CA40-6AD9-4628-81F1-0D17D936EA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3548" y="1455807"/>
            <a:ext cx="4058480" cy="2705653"/>
          </a:xfrm>
          <a:prstGeom prst="rect">
            <a:avLst/>
          </a:prstGeom>
          <a:effectLst>
            <a:outerShdw blurRad="50800" dist="38100" dir="2700000" algn="tl" rotWithShape="0">
              <a:prstClr val="black">
                <a:alpha val="40000"/>
              </a:prstClr>
            </a:outerShdw>
          </a:effectLst>
        </p:spPr>
      </p:pic>
      <p:sp>
        <p:nvSpPr>
          <p:cNvPr id="26" name="Inhaltsplatzhalter 4">
            <a:extLst>
              <a:ext uri="{FF2B5EF4-FFF2-40B4-BE49-F238E27FC236}">
                <a16:creationId xmlns:a16="http://schemas.microsoft.com/office/drawing/2014/main" id="{A75B9B1A-0DF5-49F7-9B3B-B777EB072F83}"/>
              </a:ext>
            </a:extLst>
          </p:cNvPr>
          <p:cNvSpPr txBox="1"/>
          <p:nvPr/>
        </p:nvSpPr>
        <p:spPr>
          <a:xfrm>
            <a:off x="7860102" y="4393334"/>
            <a:ext cx="1685374" cy="276999"/>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100000"/>
              </a:lnSpc>
              <a:spcAft>
                <a:spcPts val="1200"/>
              </a:spcAft>
              <a:buNone/>
            </a:pPr>
            <a:r>
              <a:rPr lang="zh-CN" altLang="en-US" sz="1800" b="1" dirty="0">
                <a:solidFill>
                  <a:schemeClr val="accent2"/>
                </a:solidFill>
                <a:latin typeface="+mj-lt"/>
              </a:rPr>
              <a:t>小标题</a:t>
            </a:r>
            <a:endParaRPr lang="en-US" sz="1200" dirty="0">
              <a:solidFill>
                <a:schemeClr val="accent2"/>
              </a:solidFill>
              <a:latin typeface="+mn-lt"/>
            </a:endParaRPr>
          </a:p>
        </p:txBody>
      </p:sp>
      <p:sp>
        <p:nvSpPr>
          <p:cNvPr id="27" name="Inhaltsplatzhalter 4">
            <a:extLst>
              <a:ext uri="{FF2B5EF4-FFF2-40B4-BE49-F238E27FC236}">
                <a16:creationId xmlns:a16="http://schemas.microsoft.com/office/drawing/2014/main" id="{E60E0DB9-C9A1-4BF7-BA47-DA66AC31D964}"/>
              </a:ext>
            </a:extLst>
          </p:cNvPr>
          <p:cNvSpPr txBox="1"/>
          <p:nvPr/>
        </p:nvSpPr>
        <p:spPr>
          <a:xfrm>
            <a:off x="6733914" y="4795776"/>
            <a:ext cx="3937749" cy="754822"/>
          </a:xfrm>
          <a:prstGeom prst="rect">
            <a:avLst/>
          </a:prstGeom>
        </p:spPr>
        <p:txBody>
          <a:bodyPr wrap="square" lIns="0" tIns="0" rIns="0" bIns="0" anchor="t">
            <a:spAutoFit/>
          </a:bodyPr>
          <a:lstStyle>
            <a:lvl1pPr marL="273050" indent="-273050" algn="l" defTabSz="913765" rtl="0" eaLnBrk="1" latinLnBrk="0" hangingPunct="1">
              <a:lnSpc>
                <a:spcPct val="90000"/>
              </a:lnSpc>
              <a:spcBef>
                <a:spcPts val="0"/>
              </a:spcBef>
              <a:spcAft>
                <a:spcPts val="1000"/>
              </a:spcAft>
              <a:buFont typeface="Wingdings" panose="05000000000000000000" pitchFamily="2" charset="2"/>
              <a:buChar char="§"/>
              <a:defRPr sz="2300" kern="1200">
                <a:solidFill>
                  <a:schemeClr val="bg1"/>
                </a:solidFill>
                <a:latin typeface="Calibri Light" panose="020F0302020204030204" pitchFamily="34" charset="0"/>
                <a:ea typeface="+mn-ea"/>
                <a:cs typeface="+mn-cs"/>
              </a:defRPr>
            </a:lvl1pPr>
            <a:lvl2pPr marL="807720" indent="-273050" algn="l" defTabSz="913765" rtl="0" eaLnBrk="1" latinLnBrk="0" hangingPunct="1">
              <a:lnSpc>
                <a:spcPct val="90000"/>
              </a:lnSpc>
              <a:spcBef>
                <a:spcPts val="0"/>
              </a:spcBef>
              <a:spcAft>
                <a:spcPts val="1000"/>
              </a:spcAft>
              <a:buFont typeface="Symbol" panose="05050102010706020507" pitchFamily="18" charset="2"/>
              <a:buChar char="-"/>
              <a:defRPr sz="2000" kern="1200">
                <a:solidFill>
                  <a:schemeClr val="bg1"/>
                </a:solidFill>
                <a:latin typeface="Calibri Light" panose="020F0302020204030204" pitchFamily="34" charset="0"/>
                <a:ea typeface="+mn-ea"/>
                <a:cs typeface="+mn-cs"/>
              </a:defRPr>
            </a:lvl2pPr>
            <a:lvl3pPr marL="1080770" indent="-177800" algn="l" defTabSz="913765" rtl="0" eaLnBrk="1" latinLnBrk="0" hangingPunct="1">
              <a:lnSpc>
                <a:spcPct val="90000"/>
              </a:lnSpc>
              <a:spcBef>
                <a:spcPts val="0"/>
              </a:spcBef>
              <a:spcAft>
                <a:spcPts val="1000"/>
              </a:spcAft>
              <a:buFont typeface="Symbol" panose="05050102010706020507" pitchFamily="18" charset="2"/>
              <a:buChar char="-"/>
              <a:defRPr sz="1900" kern="1200">
                <a:solidFill>
                  <a:schemeClr val="bg1"/>
                </a:solidFill>
                <a:latin typeface="Calibri Light" panose="020F0302020204030204" pitchFamily="34" charset="0"/>
                <a:ea typeface="+mn-ea"/>
                <a:cs typeface="+mn-cs"/>
              </a:defRPr>
            </a:lvl3pPr>
            <a:lvl4pPr marL="1436370" indent="-17780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4pPr>
            <a:lvl5pPr marL="1793240" indent="-179070" algn="l" defTabSz="913765" rtl="0" eaLnBrk="1" latinLnBrk="0" hangingPunct="1">
              <a:lnSpc>
                <a:spcPct val="90000"/>
              </a:lnSpc>
              <a:spcBef>
                <a:spcPts val="0"/>
              </a:spcBef>
              <a:spcAft>
                <a:spcPts val="1000"/>
              </a:spcAft>
              <a:buFont typeface="Symbol" panose="05050102010706020507" pitchFamily="18" charset="2"/>
              <a:buChar char="-"/>
              <a:defRPr sz="1600" kern="1200">
                <a:solidFill>
                  <a:schemeClr val="bg1"/>
                </a:solidFill>
                <a:latin typeface="Calibri Light" panose="020F0302020204030204" pitchFamily="34" charset="0"/>
                <a:ea typeface="+mn-ea"/>
                <a:cs typeface="+mn-cs"/>
              </a:defRPr>
            </a:lvl5pPr>
            <a:lvl6pPr marL="25139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165"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77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4930" indent="-228600" algn="l" defTabSz="913765"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just">
              <a:lnSpc>
                <a:spcPct val="130000"/>
              </a:lnSpc>
              <a:spcAft>
                <a:spcPts val="0"/>
              </a:spcAft>
              <a:buNone/>
            </a:pPr>
            <a:r>
              <a:rPr lang="zh-CN" altLang="en-US" sz="1300" dirty="0">
                <a:solidFill>
                  <a:schemeClr val="tx1">
                    <a:lumMod val="75000"/>
                    <a:lumOff val="25000"/>
                  </a:schemeClr>
                </a:solidFill>
                <a:latin typeface="+mn-ea"/>
              </a:rPr>
              <a:t>请在此处添加详细描述文本，在这里输入文本，更改文字文本。请在此处添加详细描述文本，在这里输入文本，更改文字文本。</a:t>
            </a:r>
            <a:endParaRPr lang="en-US" sz="1300" dirty="0">
              <a:solidFill>
                <a:schemeClr val="tx1">
                  <a:lumMod val="75000"/>
                  <a:lumOff val="25000"/>
                </a:schemeClr>
              </a:solidFill>
              <a:latin typeface="+mn-ea"/>
            </a:endParaRPr>
          </a:p>
        </p:txBody>
      </p:sp>
      <p:sp>
        <p:nvSpPr>
          <p:cNvPr id="28" name="矩形 27">
            <a:extLst>
              <a:ext uri="{FF2B5EF4-FFF2-40B4-BE49-F238E27FC236}">
                <a16:creationId xmlns:a16="http://schemas.microsoft.com/office/drawing/2014/main" id="{B646875B-297F-4295-A0B7-10A0A4F26D9B}"/>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cxnSp>
        <p:nvCxnSpPr>
          <p:cNvPr id="11" name="直接连接符 10">
            <a:extLst>
              <a:ext uri="{FF2B5EF4-FFF2-40B4-BE49-F238E27FC236}">
                <a16:creationId xmlns:a16="http://schemas.microsoft.com/office/drawing/2014/main" id="{B72BC425-A46D-40E7-9578-FE7112996D78}"/>
              </a:ext>
            </a:extLst>
          </p:cNvPr>
          <p:cNvCxnSpPr>
            <a:cxnSpLocks/>
          </p:cNvCxnSpPr>
          <p:nvPr/>
        </p:nvCxnSpPr>
        <p:spPr>
          <a:xfrm>
            <a:off x="6068663" y="1531472"/>
            <a:ext cx="0" cy="4019128"/>
          </a:xfrm>
          <a:prstGeom prst="line">
            <a:avLst/>
          </a:prstGeom>
          <a:ln w="12700">
            <a:solidFill>
              <a:schemeClr val="accent1"/>
            </a:solidFill>
            <a:prstDash val="dash"/>
          </a:ln>
        </p:spPr>
        <p:style>
          <a:lnRef idx="1">
            <a:schemeClr val="accent1"/>
          </a:lnRef>
          <a:fillRef idx="0">
            <a:schemeClr val="accent1"/>
          </a:fillRef>
          <a:effectRef idx="0">
            <a:schemeClr val="accent1"/>
          </a:effectRef>
          <a:fontRef idx="minor">
            <a:schemeClr val="tx1"/>
          </a:fontRef>
        </p:style>
      </p:cxnSp>
      <p:grpSp>
        <p:nvGrpSpPr>
          <p:cNvPr id="12" name="组合 11">
            <a:extLst>
              <a:ext uri="{FF2B5EF4-FFF2-40B4-BE49-F238E27FC236}">
                <a16:creationId xmlns:a16="http://schemas.microsoft.com/office/drawing/2014/main" id="{E087CEB2-8003-4C88-9055-E0C665FA9AEA}"/>
              </a:ext>
            </a:extLst>
          </p:cNvPr>
          <p:cNvGrpSpPr/>
          <p:nvPr/>
        </p:nvGrpSpPr>
        <p:grpSpPr>
          <a:xfrm>
            <a:off x="-491832" y="1587"/>
            <a:ext cx="273269" cy="2129816"/>
            <a:chOff x="11681691" y="1513398"/>
            <a:chExt cx="273269" cy="2129816"/>
          </a:xfrm>
        </p:grpSpPr>
        <p:sp>
          <p:nvSpPr>
            <p:cNvPr id="13" name="矩形 12">
              <a:extLst>
                <a:ext uri="{FF2B5EF4-FFF2-40B4-BE49-F238E27FC236}">
                  <a16:creationId xmlns:a16="http://schemas.microsoft.com/office/drawing/2014/main" id="{95929B33-B7D6-46D8-9B29-65B873369C8E}"/>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0FED0B9E-8903-4388-BEA2-6634C5F06EC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65237A9F-5AD0-4B77-A216-144D6ED4A90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9BC28074-84F9-4F38-B31B-E19E81D45C0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9FEA4F05-7D75-4314-89B4-487F477A20CE}"/>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F355912F-541E-4AAF-B4A7-106A1FF4E003}"/>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6FE7EC51-CE10-41D3-8CA3-5D858AF62FA4}"/>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0007279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标题 21">
            <a:extLst>
              <a:ext uri="{FF2B5EF4-FFF2-40B4-BE49-F238E27FC236}">
                <a16:creationId xmlns:a16="http://schemas.microsoft.com/office/drawing/2014/main" id="{C0EDBEFC-2749-435C-AC90-921D37CC9DE4}"/>
              </a:ext>
            </a:extLst>
          </p:cNvPr>
          <p:cNvSpPr>
            <a:spLocks noGrp="1"/>
          </p:cNvSpPr>
          <p:nvPr>
            <p:ph type="title"/>
          </p:nvPr>
        </p:nvSpPr>
        <p:spPr/>
        <p:txBody>
          <a:bodyPr/>
          <a:lstStyle/>
          <a:p>
            <a:endParaRPr lang="zh-CN" altLang="en-US"/>
          </a:p>
        </p:txBody>
      </p:sp>
      <p:grpSp>
        <p:nvGrpSpPr>
          <p:cNvPr id="29" name="组合 28">
            <a:extLst>
              <a:ext uri="{FF2B5EF4-FFF2-40B4-BE49-F238E27FC236}">
                <a16:creationId xmlns:a16="http://schemas.microsoft.com/office/drawing/2014/main" id="{C3CB0D36-B886-4A7F-AE54-1057AED0C67F}"/>
              </a:ext>
            </a:extLst>
          </p:cNvPr>
          <p:cNvGrpSpPr/>
          <p:nvPr/>
        </p:nvGrpSpPr>
        <p:grpSpPr>
          <a:xfrm>
            <a:off x="919547" y="1334541"/>
            <a:ext cx="5865233" cy="947182"/>
            <a:chOff x="919547" y="1334541"/>
            <a:chExt cx="5865233" cy="947182"/>
          </a:xfrm>
        </p:grpSpPr>
        <p:grpSp>
          <p:nvGrpSpPr>
            <p:cNvPr id="25" name="组合 24">
              <a:extLst>
                <a:ext uri="{FF2B5EF4-FFF2-40B4-BE49-F238E27FC236}">
                  <a16:creationId xmlns:a16="http://schemas.microsoft.com/office/drawing/2014/main" id="{5CA5BC91-61C0-4309-A421-AFE3956ED721}"/>
                </a:ext>
              </a:extLst>
            </p:cNvPr>
            <p:cNvGrpSpPr/>
            <p:nvPr/>
          </p:nvGrpSpPr>
          <p:grpSpPr>
            <a:xfrm>
              <a:off x="919547" y="1460498"/>
              <a:ext cx="751379" cy="703255"/>
              <a:chOff x="919547" y="1460498"/>
              <a:chExt cx="751379" cy="703255"/>
            </a:xfrm>
            <a:effectLst/>
          </p:grpSpPr>
          <p:sp>
            <p:nvSpPr>
              <p:cNvPr id="4" name="原创设计师QQ：598969553              _3">
                <a:extLst>
                  <a:ext uri="{FF2B5EF4-FFF2-40B4-BE49-F238E27FC236}">
                    <a16:creationId xmlns:a16="http://schemas.microsoft.com/office/drawing/2014/main" id="{26368EC9-A7E3-498D-8D1B-B8794C49B651}"/>
                  </a:ext>
                </a:extLst>
              </p:cNvPr>
              <p:cNvSpPr/>
              <p:nvPr/>
            </p:nvSpPr>
            <p:spPr>
              <a:xfrm>
                <a:off x="944971" y="1460498"/>
                <a:ext cx="703254" cy="703255"/>
              </a:xfrm>
              <a:prstGeom prst="round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5" name="原创设计师QQ：598969553              _7">
                <a:extLst>
                  <a:ext uri="{FF2B5EF4-FFF2-40B4-BE49-F238E27FC236}">
                    <a16:creationId xmlns:a16="http://schemas.microsoft.com/office/drawing/2014/main" id="{0C03E6FF-34D6-4E6B-8C23-206D12C7E5FB}"/>
                  </a:ext>
                </a:extLst>
              </p:cNvPr>
              <p:cNvSpPr/>
              <p:nvPr/>
            </p:nvSpPr>
            <p:spPr>
              <a:xfrm>
                <a:off x="919547" y="1495796"/>
                <a:ext cx="751379" cy="646986"/>
              </a:xfrm>
              <a:prstGeom prst="roundRect">
                <a:avLst/>
              </a:prstGeom>
              <a:noFill/>
            </p:spPr>
            <p:txBody>
              <a:bodyPr wrap="none">
                <a:spAutoFit/>
              </a:bodyPr>
              <a:lstStyle/>
              <a:p>
                <a:r>
                  <a:rPr lang="en-US" altLang="zh-CN" sz="3200" b="1" dirty="0">
                    <a:solidFill>
                      <a:schemeClr val="bg1"/>
                    </a:solidFill>
                    <a:latin typeface="+mn-ea"/>
                    <a:cs typeface="Arial" panose="020B0604020202020204" pitchFamily="34" charset="0"/>
                    <a:sym typeface="微软雅黑 Light" panose="020B0502040204020203" pitchFamily="34" charset="-122"/>
                  </a:rPr>
                  <a:t>01</a:t>
                </a:r>
                <a:endParaRPr lang="zh-CN" altLang="en-US" sz="4400" b="1" dirty="0">
                  <a:solidFill>
                    <a:schemeClr val="bg1"/>
                  </a:solidFill>
                  <a:latin typeface="+mn-ea"/>
                  <a:sym typeface="微软雅黑 Light" panose="020B0502040204020203" pitchFamily="34" charset="-122"/>
                </a:endParaRPr>
              </a:p>
            </p:txBody>
          </p:sp>
        </p:grpSp>
        <p:sp>
          <p:nvSpPr>
            <p:cNvPr id="15" name="原创设计师QQ：598969553              _13">
              <a:extLst>
                <a:ext uri="{FF2B5EF4-FFF2-40B4-BE49-F238E27FC236}">
                  <a16:creationId xmlns:a16="http://schemas.microsoft.com/office/drawing/2014/main" id="{D8C1FF56-5C49-44C9-AC1A-2905B04F8AF0}"/>
                </a:ext>
              </a:extLst>
            </p:cNvPr>
            <p:cNvSpPr/>
            <p:nvPr/>
          </p:nvSpPr>
          <p:spPr>
            <a:xfrm>
              <a:off x="1790911" y="1334541"/>
              <a:ext cx="4993869" cy="947182"/>
            </a:xfrm>
            <a:prstGeom prst="rect">
              <a:avLst/>
            </a:prstGeom>
          </p:spPr>
          <p:txBody>
            <a:bodyPr wrap="square">
              <a:spAutoFit/>
            </a:bodyPr>
            <a:lstStyle/>
            <a:p>
              <a:pPr>
                <a:lnSpc>
                  <a:spcPct val="130000"/>
                </a:lnSpc>
              </a:pPr>
              <a:r>
                <a:rPr lang="zh-CN" altLang="en-US" b="1" dirty="0">
                  <a:solidFill>
                    <a:schemeClr val="tx1">
                      <a:lumMod val="75000"/>
                      <a:lumOff val="25000"/>
                    </a:schemeClr>
                  </a:solidFill>
                  <a:latin typeface="+mn-ea"/>
                  <a:cs typeface="Open Sans" panose="020B0606030504020204" pitchFamily="34" charset="0"/>
                  <a:sym typeface="微软雅黑 Light" panose="020B0502040204020203" pitchFamily="34" charset="-122"/>
                </a:rPr>
                <a:t>小标题</a:t>
              </a:r>
              <a:endParaRPr lang="en-US" altLang="zh-CN" b="1" dirty="0">
                <a:solidFill>
                  <a:schemeClr val="tx1">
                    <a:lumMod val="75000"/>
                    <a:lumOff val="25000"/>
                  </a:schemeClr>
                </a:solidFill>
                <a:latin typeface="+mn-ea"/>
                <a:cs typeface="Open Sans" panose="020B0606030504020204" pitchFamily="34" charset="0"/>
                <a:sym typeface="微软雅黑 Light" panose="020B0502040204020203" pitchFamily="34" charset="-122"/>
              </a:endParaRPr>
            </a:p>
            <a:p>
              <a:pPr algn="just">
                <a:lnSpc>
                  <a:spcPct val="130000"/>
                </a:lnSpc>
              </a:pPr>
              <a:r>
                <a:rPr lang="zh-CN" altLang="en-US" sz="1300" dirty="0">
                  <a:solidFill>
                    <a:schemeClr val="tx1">
                      <a:lumMod val="75000"/>
                      <a:lumOff val="25000"/>
                    </a:schemeClr>
                  </a:solidFill>
                  <a:latin typeface="+mn-ea"/>
                  <a:cs typeface="+mn-ea"/>
                  <a:sym typeface="微软雅黑 Light" panose="020B0502040204020203" pitchFamily="34" charset="-122"/>
                </a:rPr>
                <a:t>请在此处添加详细描述文本，在这里输入文本，更改文字文本。请在此处添加详细描述文本，在这里输入文本，更改文字文本。</a:t>
              </a:r>
              <a:endParaRPr lang="en-GB" altLang="zh-CN" sz="1300" dirty="0">
                <a:solidFill>
                  <a:schemeClr val="tx1">
                    <a:lumMod val="75000"/>
                    <a:lumOff val="25000"/>
                  </a:schemeClr>
                </a:solidFill>
                <a:latin typeface="+mn-ea"/>
                <a:cs typeface="+mn-ea"/>
                <a:sym typeface="微软雅黑 Light" panose="020B0502040204020203" pitchFamily="34" charset="-122"/>
              </a:endParaRPr>
            </a:p>
          </p:txBody>
        </p:sp>
      </p:grpSp>
      <p:grpSp>
        <p:nvGrpSpPr>
          <p:cNvPr id="30" name="组合 29">
            <a:extLst>
              <a:ext uri="{FF2B5EF4-FFF2-40B4-BE49-F238E27FC236}">
                <a16:creationId xmlns:a16="http://schemas.microsoft.com/office/drawing/2014/main" id="{536A1446-7D2D-4B28-B48C-D15378AF1D31}"/>
              </a:ext>
            </a:extLst>
          </p:cNvPr>
          <p:cNvGrpSpPr/>
          <p:nvPr/>
        </p:nvGrpSpPr>
        <p:grpSpPr>
          <a:xfrm>
            <a:off x="918913" y="2560471"/>
            <a:ext cx="5865867" cy="909160"/>
            <a:chOff x="918913" y="2560471"/>
            <a:chExt cx="5865867" cy="909160"/>
          </a:xfrm>
        </p:grpSpPr>
        <p:grpSp>
          <p:nvGrpSpPr>
            <p:cNvPr id="24" name="组合 23">
              <a:extLst>
                <a:ext uri="{FF2B5EF4-FFF2-40B4-BE49-F238E27FC236}">
                  <a16:creationId xmlns:a16="http://schemas.microsoft.com/office/drawing/2014/main" id="{60210913-E25E-49A1-AC6A-66B3F32E4703}"/>
                </a:ext>
              </a:extLst>
            </p:cNvPr>
            <p:cNvGrpSpPr/>
            <p:nvPr/>
          </p:nvGrpSpPr>
          <p:grpSpPr>
            <a:xfrm>
              <a:off x="918913" y="2652232"/>
              <a:ext cx="751379" cy="703255"/>
              <a:chOff x="918913" y="2652232"/>
              <a:chExt cx="751379" cy="703255"/>
            </a:xfrm>
            <a:effectLst/>
          </p:grpSpPr>
          <p:sp>
            <p:nvSpPr>
              <p:cNvPr id="7" name="原创设计师QQ：598969553              _4">
                <a:extLst>
                  <a:ext uri="{FF2B5EF4-FFF2-40B4-BE49-F238E27FC236}">
                    <a16:creationId xmlns:a16="http://schemas.microsoft.com/office/drawing/2014/main" id="{A26A3098-7D81-4E95-A80A-01F740531F19}"/>
                  </a:ext>
                </a:extLst>
              </p:cNvPr>
              <p:cNvSpPr/>
              <p:nvPr/>
            </p:nvSpPr>
            <p:spPr>
              <a:xfrm>
                <a:off x="944972" y="2652232"/>
                <a:ext cx="703254" cy="703255"/>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8" name="原创设计师QQ：598969553              _8">
                <a:extLst>
                  <a:ext uri="{FF2B5EF4-FFF2-40B4-BE49-F238E27FC236}">
                    <a16:creationId xmlns:a16="http://schemas.microsoft.com/office/drawing/2014/main" id="{B578A92E-14A5-450D-89ED-F053E6B6FDDC}"/>
                  </a:ext>
                </a:extLst>
              </p:cNvPr>
              <p:cNvSpPr/>
              <p:nvPr/>
            </p:nvSpPr>
            <p:spPr>
              <a:xfrm>
                <a:off x="918913" y="2679275"/>
                <a:ext cx="751379" cy="646986"/>
              </a:xfrm>
              <a:prstGeom prst="roundRect">
                <a:avLst/>
              </a:prstGeom>
              <a:noFill/>
            </p:spPr>
            <p:txBody>
              <a:bodyPr wrap="none">
                <a:spAutoFit/>
              </a:bodyPr>
              <a:lstStyle/>
              <a:p>
                <a:r>
                  <a:rPr lang="en-US" altLang="zh-CN" sz="3200" b="1" dirty="0">
                    <a:solidFill>
                      <a:schemeClr val="bg1"/>
                    </a:solidFill>
                    <a:latin typeface="+mn-ea"/>
                    <a:cs typeface="Arial" panose="020B0604020202020204" pitchFamily="34" charset="0"/>
                    <a:sym typeface="微软雅黑 Light" panose="020B0502040204020203" pitchFamily="34" charset="-122"/>
                  </a:rPr>
                  <a:t>02</a:t>
                </a:r>
                <a:endParaRPr lang="zh-CN" altLang="en-US" sz="4400" b="1" dirty="0">
                  <a:solidFill>
                    <a:schemeClr val="bg1"/>
                  </a:solidFill>
                  <a:latin typeface="+mn-ea"/>
                  <a:sym typeface="微软雅黑 Light" panose="020B0502040204020203" pitchFamily="34" charset="-122"/>
                </a:endParaRPr>
              </a:p>
            </p:txBody>
          </p:sp>
        </p:grpSp>
        <p:sp>
          <p:nvSpPr>
            <p:cNvPr id="16" name="原创设计师QQ：598969553              _14">
              <a:extLst>
                <a:ext uri="{FF2B5EF4-FFF2-40B4-BE49-F238E27FC236}">
                  <a16:creationId xmlns:a16="http://schemas.microsoft.com/office/drawing/2014/main" id="{C73C47E4-0873-4626-B8CE-2BA0D0C909F2}"/>
                </a:ext>
              </a:extLst>
            </p:cNvPr>
            <p:cNvSpPr/>
            <p:nvPr/>
          </p:nvSpPr>
          <p:spPr>
            <a:xfrm>
              <a:off x="1790911" y="2560471"/>
              <a:ext cx="4993869" cy="909160"/>
            </a:xfrm>
            <a:prstGeom prst="rect">
              <a:avLst/>
            </a:prstGeom>
          </p:spPr>
          <p:txBody>
            <a:bodyPr wrap="square">
              <a:spAutoFit/>
            </a:bodyPr>
            <a:lstStyle/>
            <a:p>
              <a:pPr>
                <a:lnSpc>
                  <a:spcPct val="130000"/>
                </a:lnSpc>
              </a:pPr>
              <a:r>
                <a:rPr lang="zh-CN" altLang="en-US" b="1" dirty="0">
                  <a:solidFill>
                    <a:schemeClr val="tx1">
                      <a:lumMod val="75000"/>
                      <a:lumOff val="25000"/>
                    </a:schemeClr>
                  </a:solidFill>
                  <a:latin typeface="+mn-ea"/>
                  <a:cs typeface="Open Sans" panose="020B0606030504020204" pitchFamily="34" charset="0"/>
                  <a:sym typeface="微软雅黑 Light" panose="020B0502040204020203" pitchFamily="34" charset="-122"/>
                </a:rPr>
                <a:t>小标题</a:t>
              </a:r>
              <a:endParaRPr lang="en-US" altLang="zh-CN" b="1" dirty="0">
                <a:solidFill>
                  <a:schemeClr val="tx1">
                    <a:lumMod val="75000"/>
                    <a:lumOff val="25000"/>
                  </a:schemeClr>
                </a:solidFill>
                <a:latin typeface="+mn-ea"/>
                <a:cs typeface="Open Sans" panose="020B0606030504020204" pitchFamily="34" charset="0"/>
                <a:sym typeface="微软雅黑 Light" panose="020B0502040204020203" pitchFamily="34" charset="-122"/>
              </a:endParaRPr>
            </a:p>
            <a:p>
              <a:pPr algn="just">
                <a:lnSpc>
                  <a:spcPct val="130000"/>
                </a:lnSpc>
              </a:pPr>
              <a:r>
                <a:rPr lang="zh-CN" altLang="en-US" sz="1200" dirty="0">
                  <a:solidFill>
                    <a:schemeClr val="tx1">
                      <a:lumMod val="75000"/>
                      <a:lumOff val="25000"/>
                    </a:schemeClr>
                  </a:solidFill>
                  <a:latin typeface="+mn-ea"/>
                  <a:cs typeface="+mn-ea"/>
                  <a:sym typeface="微软雅黑 Light" panose="020B0502040204020203" pitchFamily="34" charset="-122"/>
                </a:rPr>
                <a:t>请在此处添加详细描述文本，在这里输入文本，更改文字文本。请在此处添加详细描述文本，在这里输入文本，更改文字文本。</a:t>
              </a:r>
              <a:endParaRPr lang="en-GB" altLang="zh-CN" sz="1200" dirty="0">
                <a:solidFill>
                  <a:schemeClr val="tx1">
                    <a:lumMod val="75000"/>
                    <a:lumOff val="25000"/>
                  </a:schemeClr>
                </a:solidFill>
                <a:latin typeface="+mn-ea"/>
                <a:cs typeface="+mn-ea"/>
                <a:sym typeface="微软雅黑 Light" panose="020B0502040204020203" pitchFamily="34" charset="-122"/>
              </a:endParaRPr>
            </a:p>
          </p:txBody>
        </p:sp>
      </p:grpSp>
      <p:grpSp>
        <p:nvGrpSpPr>
          <p:cNvPr id="31" name="组合 30">
            <a:extLst>
              <a:ext uri="{FF2B5EF4-FFF2-40B4-BE49-F238E27FC236}">
                <a16:creationId xmlns:a16="http://schemas.microsoft.com/office/drawing/2014/main" id="{A804AF21-8386-4DE9-9927-0FD0CC1EBE17}"/>
              </a:ext>
            </a:extLst>
          </p:cNvPr>
          <p:cNvGrpSpPr/>
          <p:nvPr/>
        </p:nvGrpSpPr>
        <p:grpSpPr>
          <a:xfrm>
            <a:off x="918913" y="3765684"/>
            <a:ext cx="5865867" cy="909160"/>
            <a:chOff x="918913" y="3765684"/>
            <a:chExt cx="5865867" cy="909160"/>
          </a:xfrm>
        </p:grpSpPr>
        <p:grpSp>
          <p:nvGrpSpPr>
            <p:cNvPr id="23" name="组合 22">
              <a:extLst>
                <a:ext uri="{FF2B5EF4-FFF2-40B4-BE49-F238E27FC236}">
                  <a16:creationId xmlns:a16="http://schemas.microsoft.com/office/drawing/2014/main" id="{CB46B237-20D0-45B5-AFF9-AFA2ED56909E}"/>
                </a:ext>
              </a:extLst>
            </p:cNvPr>
            <p:cNvGrpSpPr/>
            <p:nvPr/>
          </p:nvGrpSpPr>
          <p:grpSpPr>
            <a:xfrm>
              <a:off x="918913" y="3843966"/>
              <a:ext cx="761538" cy="703255"/>
              <a:chOff x="918913" y="3843966"/>
              <a:chExt cx="761538" cy="703255"/>
            </a:xfrm>
            <a:effectLst/>
          </p:grpSpPr>
          <p:sp>
            <p:nvSpPr>
              <p:cNvPr id="10" name="原创设计师QQ：598969553              _5">
                <a:extLst>
                  <a:ext uri="{FF2B5EF4-FFF2-40B4-BE49-F238E27FC236}">
                    <a16:creationId xmlns:a16="http://schemas.microsoft.com/office/drawing/2014/main" id="{B700D974-932B-4B2A-B261-48021F92B3DD}"/>
                  </a:ext>
                </a:extLst>
              </p:cNvPr>
              <p:cNvSpPr/>
              <p:nvPr/>
            </p:nvSpPr>
            <p:spPr>
              <a:xfrm>
                <a:off x="944972" y="3843966"/>
                <a:ext cx="703254" cy="703255"/>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1" name="原创设计师QQ：598969553              _9">
                <a:extLst>
                  <a:ext uri="{FF2B5EF4-FFF2-40B4-BE49-F238E27FC236}">
                    <a16:creationId xmlns:a16="http://schemas.microsoft.com/office/drawing/2014/main" id="{D85849F1-7ADF-4F82-B520-903D3B83ECEE}"/>
                  </a:ext>
                </a:extLst>
              </p:cNvPr>
              <p:cNvSpPr/>
              <p:nvPr/>
            </p:nvSpPr>
            <p:spPr>
              <a:xfrm>
                <a:off x="918913" y="3869739"/>
                <a:ext cx="761538" cy="646986"/>
              </a:xfrm>
              <a:prstGeom prst="roundRect">
                <a:avLst/>
              </a:prstGeom>
              <a:noFill/>
            </p:spPr>
            <p:txBody>
              <a:bodyPr wrap="square">
                <a:spAutoFit/>
              </a:bodyPr>
              <a:lstStyle/>
              <a:p>
                <a:r>
                  <a:rPr lang="en-US" altLang="zh-CN" sz="3200" b="1" dirty="0">
                    <a:solidFill>
                      <a:schemeClr val="bg1"/>
                    </a:solidFill>
                    <a:latin typeface="+mn-ea"/>
                    <a:cs typeface="Arial" panose="020B0604020202020204" pitchFamily="34" charset="0"/>
                    <a:sym typeface="微软雅黑 Light" panose="020B0502040204020203" pitchFamily="34" charset="-122"/>
                  </a:rPr>
                  <a:t>03</a:t>
                </a:r>
                <a:endParaRPr lang="zh-CN" altLang="en-US" sz="4400" b="1" dirty="0">
                  <a:solidFill>
                    <a:schemeClr val="bg1"/>
                  </a:solidFill>
                  <a:latin typeface="+mn-ea"/>
                  <a:sym typeface="微软雅黑 Light" panose="020B0502040204020203" pitchFamily="34" charset="-122"/>
                </a:endParaRPr>
              </a:p>
            </p:txBody>
          </p:sp>
        </p:grpSp>
        <p:sp>
          <p:nvSpPr>
            <p:cNvPr id="17" name="原创设计师QQ：598969553              _15">
              <a:extLst>
                <a:ext uri="{FF2B5EF4-FFF2-40B4-BE49-F238E27FC236}">
                  <a16:creationId xmlns:a16="http://schemas.microsoft.com/office/drawing/2014/main" id="{57FF7D94-893B-477A-B99B-14757B6355AE}"/>
                </a:ext>
              </a:extLst>
            </p:cNvPr>
            <p:cNvSpPr/>
            <p:nvPr/>
          </p:nvSpPr>
          <p:spPr>
            <a:xfrm>
              <a:off x="1790911" y="3765684"/>
              <a:ext cx="4993869" cy="909160"/>
            </a:xfrm>
            <a:prstGeom prst="rect">
              <a:avLst/>
            </a:prstGeom>
          </p:spPr>
          <p:txBody>
            <a:bodyPr wrap="square">
              <a:spAutoFit/>
            </a:bodyPr>
            <a:lstStyle/>
            <a:p>
              <a:pPr>
                <a:lnSpc>
                  <a:spcPct val="130000"/>
                </a:lnSpc>
              </a:pPr>
              <a:r>
                <a:rPr lang="zh-CN" altLang="en-US" b="1" dirty="0">
                  <a:solidFill>
                    <a:schemeClr val="tx1">
                      <a:lumMod val="75000"/>
                      <a:lumOff val="25000"/>
                    </a:schemeClr>
                  </a:solidFill>
                  <a:latin typeface="+mn-ea"/>
                  <a:cs typeface="Open Sans" panose="020B0606030504020204" pitchFamily="34" charset="0"/>
                  <a:sym typeface="微软雅黑 Light" panose="020B0502040204020203" pitchFamily="34" charset="-122"/>
                </a:rPr>
                <a:t>小标题</a:t>
              </a:r>
              <a:endParaRPr lang="en-US" altLang="zh-CN" b="1" dirty="0">
                <a:solidFill>
                  <a:schemeClr val="tx1">
                    <a:lumMod val="75000"/>
                    <a:lumOff val="25000"/>
                  </a:schemeClr>
                </a:solidFill>
                <a:latin typeface="+mn-ea"/>
                <a:cs typeface="Open Sans" panose="020B0606030504020204" pitchFamily="34" charset="0"/>
                <a:sym typeface="微软雅黑 Light" panose="020B0502040204020203" pitchFamily="34" charset="-122"/>
              </a:endParaRPr>
            </a:p>
            <a:p>
              <a:pPr algn="just">
                <a:lnSpc>
                  <a:spcPct val="130000"/>
                </a:lnSpc>
              </a:pPr>
              <a:r>
                <a:rPr lang="zh-CN" altLang="en-US" sz="1200" dirty="0">
                  <a:solidFill>
                    <a:schemeClr val="tx1">
                      <a:lumMod val="75000"/>
                      <a:lumOff val="25000"/>
                    </a:schemeClr>
                  </a:solidFill>
                  <a:latin typeface="+mn-ea"/>
                  <a:cs typeface="+mn-ea"/>
                  <a:sym typeface="微软雅黑 Light" panose="020B0502040204020203" pitchFamily="34" charset="-122"/>
                </a:rPr>
                <a:t>请在此处添加详细描述文本，在这里输入文本，更改文字文本。请在此处添加详细描述文本，在这里输入文本，更改文字文本。</a:t>
              </a:r>
              <a:endParaRPr lang="en-GB" altLang="zh-CN" sz="1200" dirty="0">
                <a:solidFill>
                  <a:schemeClr val="tx1">
                    <a:lumMod val="75000"/>
                    <a:lumOff val="25000"/>
                  </a:schemeClr>
                </a:solidFill>
                <a:latin typeface="+mn-ea"/>
                <a:cs typeface="+mn-ea"/>
                <a:sym typeface="微软雅黑 Light" panose="020B0502040204020203" pitchFamily="34" charset="-122"/>
              </a:endParaRPr>
            </a:p>
          </p:txBody>
        </p:sp>
      </p:grpSp>
      <p:grpSp>
        <p:nvGrpSpPr>
          <p:cNvPr id="32" name="组合 31">
            <a:extLst>
              <a:ext uri="{FF2B5EF4-FFF2-40B4-BE49-F238E27FC236}">
                <a16:creationId xmlns:a16="http://schemas.microsoft.com/office/drawing/2014/main" id="{8C70C054-9DD4-4BF4-94F7-55D884D24BB5}"/>
              </a:ext>
            </a:extLst>
          </p:cNvPr>
          <p:cNvGrpSpPr/>
          <p:nvPr/>
        </p:nvGrpSpPr>
        <p:grpSpPr>
          <a:xfrm>
            <a:off x="919547" y="4930259"/>
            <a:ext cx="5865233" cy="909160"/>
            <a:chOff x="919547" y="4930259"/>
            <a:chExt cx="5865233" cy="909160"/>
          </a:xfrm>
        </p:grpSpPr>
        <p:grpSp>
          <p:nvGrpSpPr>
            <p:cNvPr id="2" name="组合 1">
              <a:extLst>
                <a:ext uri="{FF2B5EF4-FFF2-40B4-BE49-F238E27FC236}">
                  <a16:creationId xmlns:a16="http://schemas.microsoft.com/office/drawing/2014/main" id="{FCD512B2-6D47-4FA2-AD49-2435BCEAF5BD}"/>
                </a:ext>
              </a:extLst>
            </p:cNvPr>
            <p:cNvGrpSpPr/>
            <p:nvPr/>
          </p:nvGrpSpPr>
          <p:grpSpPr>
            <a:xfrm>
              <a:off x="919547" y="5035699"/>
              <a:ext cx="751379" cy="703255"/>
              <a:chOff x="919547" y="5035699"/>
              <a:chExt cx="751379" cy="703255"/>
            </a:xfrm>
            <a:effectLst/>
          </p:grpSpPr>
          <p:sp>
            <p:nvSpPr>
              <p:cNvPr id="13" name="原创设计师QQ：598969553              _6">
                <a:extLst>
                  <a:ext uri="{FF2B5EF4-FFF2-40B4-BE49-F238E27FC236}">
                    <a16:creationId xmlns:a16="http://schemas.microsoft.com/office/drawing/2014/main" id="{4A2EA7A8-5EC5-4C20-91F6-53176BF82A52}"/>
                  </a:ext>
                </a:extLst>
              </p:cNvPr>
              <p:cNvSpPr/>
              <p:nvPr/>
            </p:nvSpPr>
            <p:spPr>
              <a:xfrm>
                <a:off x="944971" y="5035699"/>
                <a:ext cx="703254" cy="703255"/>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latin typeface="微软雅黑 Light" panose="020B0502040204020203" pitchFamily="34" charset="-122"/>
                  <a:ea typeface="微软雅黑" panose="020B0503020204020204" pitchFamily="34" charset="-122"/>
                  <a:sym typeface="微软雅黑 Light" panose="020B0502040204020203" pitchFamily="34" charset="-122"/>
                </a:endParaRPr>
              </a:p>
            </p:txBody>
          </p:sp>
          <p:sp>
            <p:nvSpPr>
              <p:cNvPr id="14" name="原创设计师QQ：598969553              _10">
                <a:extLst>
                  <a:ext uri="{FF2B5EF4-FFF2-40B4-BE49-F238E27FC236}">
                    <a16:creationId xmlns:a16="http://schemas.microsoft.com/office/drawing/2014/main" id="{4945467E-7625-450D-BE55-73103BE72F64}"/>
                  </a:ext>
                </a:extLst>
              </p:cNvPr>
              <p:cNvSpPr/>
              <p:nvPr/>
            </p:nvSpPr>
            <p:spPr>
              <a:xfrm>
                <a:off x="919547" y="5079887"/>
                <a:ext cx="751379" cy="646986"/>
              </a:xfrm>
              <a:prstGeom prst="roundRect">
                <a:avLst/>
              </a:prstGeom>
              <a:noFill/>
            </p:spPr>
            <p:txBody>
              <a:bodyPr wrap="none">
                <a:spAutoFit/>
              </a:bodyPr>
              <a:lstStyle/>
              <a:p>
                <a:r>
                  <a:rPr lang="en-US" altLang="zh-CN" sz="3200" b="1" dirty="0">
                    <a:solidFill>
                      <a:schemeClr val="bg1"/>
                    </a:solidFill>
                    <a:latin typeface="+mn-ea"/>
                    <a:cs typeface="Arial" panose="020B0604020202020204" pitchFamily="34" charset="0"/>
                    <a:sym typeface="微软雅黑 Light" panose="020B0502040204020203" pitchFamily="34" charset="-122"/>
                  </a:rPr>
                  <a:t>04</a:t>
                </a:r>
                <a:endParaRPr lang="zh-CN" altLang="en-US" sz="4400" b="1" dirty="0">
                  <a:solidFill>
                    <a:schemeClr val="bg1"/>
                  </a:solidFill>
                  <a:latin typeface="+mn-ea"/>
                  <a:sym typeface="微软雅黑 Light" panose="020B0502040204020203" pitchFamily="34" charset="-122"/>
                </a:endParaRPr>
              </a:p>
            </p:txBody>
          </p:sp>
        </p:grpSp>
        <p:sp>
          <p:nvSpPr>
            <p:cNvPr id="18" name="原创设计师QQ：598969553              _16">
              <a:extLst>
                <a:ext uri="{FF2B5EF4-FFF2-40B4-BE49-F238E27FC236}">
                  <a16:creationId xmlns:a16="http://schemas.microsoft.com/office/drawing/2014/main" id="{4356D022-2D5A-490A-817F-08CF546FD797}"/>
                </a:ext>
              </a:extLst>
            </p:cNvPr>
            <p:cNvSpPr/>
            <p:nvPr/>
          </p:nvSpPr>
          <p:spPr>
            <a:xfrm>
              <a:off x="1790911" y="4930259"/>
              <a:ext cx="4993869" cy="909160"/>
            </a:xfrm>
            <a:prstGeom prst="rect">
              <a:avLst/>
            </a:prstGeom>
          </p:spPr>
          <p:txBody>
            <a:bodyPr wrap="square">
              <a:spAutoFit/>
            </a:bodyPr>
            <a:lstStyle/>
            <a:p>
              <a:pPr>
                <a:lnSpc>
                  <a:spcPct val="130000"/>
                </a:lnSpc>
              </a:pPr>
              <a:r>
                <a:rPr lang="zh-CN" altLang="en-US" b="1" dirty="0">
                  <a:solidFill>
                    <a:schemeClr val="tx1">
                      <a:lumMod val="75000"/>
                      <a:lumOff val="25000"/>
                    </a:schemeClr>
                  </a:solidFill>
                  <a:latin typeface="+mn-ea"/>
                  <a:cs typeface="Open Sans" panose="020B0606030504020204" pitchFamily="34" charset="0"/>
                  <a:sym typeface="微软雅黑 Light" panose="020B0502040204020203" pitchFamily="34" charset="-122"/>
                </a:rPr>
                <a:t>小标题</a:t>
              </a:r>
              <a:endParaRPr lang="en-US" altLang="zh-CN" b="1" dirty="0">
                <a:solidFill>
                  <a:schemeClr val="tx1">
                    <a:lumMod val="75000"/>
                    <a:lumOff val="25000"/>
                  </a:schemeClr>
                </a:solidFill>
                <a:latin typeface="+mn-ea"/>
                <a:cs typeface="Open Sans" panose="020B0606030504020204" pitchFamily="34" charset="0"/>
                <a:sym typeface="微软雅黑 Light" panose="020B0502040204020203" pitchFamily="34" charset="-122"/>
              </a:endParaRPr>
            </a:p>
            <a:p>
              <a:pPr algn="just">
                <a:lnSpc>
                  <a:spcPct val="130000"/>
                </a:lnSpc>
              </a:pPr>
              <a:r>
                <a:rPr lang="zh-CN" altLang="en-US" sz="1200" dirty="0">
                  <a:solidFill>
                    <a:schemeClr val="tx1">
                      <a:lumMod val="75000"/>
                      <a:lumOff val="25000"/>
                    </a:schemeClr>
                  </a:solidFill>
                  <a:latin typeface="+mn-ea"/>
                  <a:cs typeface="+mn-ea"/>
                  <a:sym typeface="微软雅黑 Light" panose="020B0502040204020203" pitchFamily="34" charset="-122"/>
                </a:rPr>
                <a:t>请在此处添加详细描述文本，在这里输入文本，更改文字文本。请在此处添加详细描述文本，在这里输入文本，更改文字文本。</a:t>
              </a:r>
              <a:endParaRPr lang="en-GB" altLang="zh-CN" sz="1200" dirty="0">
                <a:solidFill>
                  <a:schemeClr val="tx1">
                    <a:lumMod val="75000"/>
                    <a:lumOff val="25000"/>
                  </a:schemeClr>
                </a:solidFill>
                <a:latin typeface="+mn-ea"/>
                <a:cs typeface="+mn-ea"/>
                <a:sym typeface="微软雅黑 Light" panose="020B0502040204020203" pitchFamily="34" charset="-122"/>
              </a:endParaRPr>
            </a:p>
          </p:txBody>
        </p:sp>
      </p:grpSp>
      <p:pic>
        <p:nvPicPr>
          <p:cNvPr id="20" name="图片 19">
            <a:extLst>
              <a:ext uri="{FF2B5EF4-FFF2-40B4-BE49-F238E27FC236}">
                <a16:creationId xmlns:a16="http://schemas.microsoft.com/office/drawing/2014/main" id="{0934D136-DA98-4496-81AE-690FEDD830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47184" y="2208002"/>
            <a:ext cx="4058480" cy="2705653"/>
          </a:xfrm>
          <a:prstGeom prst="rect">
            <a:avLst/>
          </a:prstGeom>
          <a:effectLst>
            <a:outerShdw blurRad="50800" dist="38100" dir="2700000" algn="tl" rotWithShape="0">
              <a:prstClr val="black">
                <a:alpha val="40000"/>
              </a:prstClr>
            </a:outerShdw>
          </a:effectLst>
        </p:spPr>
      </p:pic>
      <p:sp>
        <p:nvSpPr>
          <p:cNvPr id="21" name="矩形 20">
            <a:extLst>
              <a:ext uri="{FF2B5EF4-FFF2-40B4-BE49-F238E27FC236}">
                <a16:creationId xmlns:a16="http://schemas.microsoft.com/office/drawing/2014/main" id="{FA795AA2-ECDC-4A07-8E4C-D957B22A30A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spTree>
    <p:extLst>
      <p:ext uri="{BB962C8B-B14F-4D97-AF65-F5344CB8AC3E}">
        <p14:creationId xmlns:p14="http://schemas.microsoft.com/office/powerpoint/2010/main" val="174498954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a:extLst>
              <a:ext uri="{FF2B5EF4-FFF2-40B4-BE49-F238E27FC236}">
                <a16:creationId xmlns:a16="http://schemas.microsoft.com/office/drawing/2014/main" id="{392CAB01-FF29-4D8A-89C4-3BE353A55C8A}"/>
              </a:ext>
            </a:extLst>
          </p:cNvPr>
          <p:cNvSpPr/>
          <p:nvPr/>
        </p:nvSpPr>
        <p:spPr>
          <a:xfrm>
            <a:off x="7536432" y="2718266"/>
            <a:ext cx="2621643" cy="222304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7" name="矩形 16">
            <a:extLst>
              <a:ext uri="{FF2B5EF4-FFF2-40B4-BE49-F238E27FC236}">
                <a16:creationId xmlns:a16="http://schemas.microsoft.com/office/drawing/2014/main" id="{D623ECE1-8877-468E-90E0-7C6ABD213B55}"/>
              </a:ext>
            </a:extLst>
          </p:cNvPr>
          <p:cNvSpPr/>
          <p:nvPr/>
        </p:nvSpPr>
        <p:spPr>
          <a:xfrm>
            <a:off x="924909" y="3927106"/>
            <a:ext cx="7499597" cy="222304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6" name="TextBox 3">
            <a:extLst>
              <a:ext uri="{FF2B5EF4-FFF2-40B4-BE49-F238E27FC236}">
                <a16:creationId xmlns:a16="http://schemas.microsoft.com/office/drawing/2014/main" id="{1CA7B21C-A81F-47FB-B4FA-778667901AA0}"/>
              </a:ext>
            </a:extLst>
          </p:cNvPr>
          <p:cNvSpPr txBox="1"/>
          <p:nvPr/>
        </p:nvSpPr>
        <p:spPr>
          <a:xfrm>
            <a:off x="1082559" y="1235991"/>
            <a:ext cx="3809841" cy="400110"/>
          </a:xfrm>
          <a:prstGeom prst="rect">
            <a:avLst/>
          </a:prstGeom>
          <a:noFill/>
          <a:effectLst/>
        </p:spPr>
        <p:txBody>
          <a:bodyPr wrap="square" rtlCol="0">
            <a:spAutoFit/>
          </a:bodyPr>
          <a:lstStyle/>
          <a:p>
            <a:r>
              <a:rPr lang="zh-CN" altLang="en-US" sz="2000" b="1" dirty="0">
                <a:solidFill>
                  <a:schemeClr val="tx1">
                    <a:lumMod val="75000"/>
                    <a:lumOff val="25000"/>
                  </a:schemeClr>
                </a:solidFill>
                <a:cs typeface="+mn-ea"/>
                <a:sym typeface="+mn-lt"/>
              </a:rPr>
              <a:t>次级标题：图片主题、图片标题</a:t>
            </a:r>
          </a:p>
        </p:txBody>
      </p:sp>
      <p:sp>
        <p:nvSpPr>
          <p:cNvPr id="8" name="TextBox 4">
            <a:extLst>
              <a:ext uri="{FF2B5EF4-FFF2-40B4-BE49-F238E27FC236}">
                <a16:creationId xmlns:a16="http://schemas.microsoft.com/office/drawing/2014/main" id="{3FD5F950-291B-4418-87A4-01D53D6ED0DF}"/>
              </a:ext>
            </a:extLst>
          </p:cNvPr>
          <p:cNvSpPr txBox="1"/>
          <p:nvPr/>
        </p:nvSpPr>
        <p:spPr>
          <a:xfrm>
            <a:off x="1082559" y="2048724"/>
            <a:ext cx="4817626" cy="1107226"/>
          </a:xfrm>
          <a:prstGeom prst="rect">
            <a:avLst/>
          </a:prstGeom>
          <a:noFill/>
        </p:spPr>
        <p:txBody>
          <a:bodyPr wrap="square" rtlCol="0">
            <a:spAutoFit/>
          </a:bodyPr>
          <a:lstStyle/>
          <a:p>
            <a:pPr algn="just">
              <a:lnSpc>
                <a:spcPct val="130000"/>
              </a:lnSpc>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请在此处添加详细描述文本，在这里输入文本，更改文字文本。请在此处添加详细描述文本，在这里输入文本，更改文字文本。</a:t>
            </a:r>
          </a:p>
        </p:txBody>
      </p:sp>
      <p:sp>
        <p:nvSpPr>
          <p:cNvPr id="10" name="矩形 9">
            <a:extLst>
              <a:ext uri="{FF2B5EF4-FFF2-40B4-BE49-F238E27FC236}">
                <a16:creationId xmlns:a16="http://schemas.microsoft.com/office/drawing/2014/main" id="{9412CC5E-BCF9-4BBB-AE52-8A81C248EE8B}"/>
              </a:ext>
            </a:extLst>
          </p:cNvPr>
          <p:cNvSpPr/>
          <p:nvPr/>
        </p:nvSpPr>
        <p:spPr>
          <a:xfrm>
            <a:off x="991119" y="1232543"/>
            <a:ext cx="72000" cy="43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pic>
        <p:nvPicPr>
          <p:cNvPr id="11" name="图片 10">
            <a:extLst>
              <a:ext uri="{FF2B5EF4-FFF2-40B4-BE49-F238E27FC236}">
                <a16:creationId xmlns:a16="http://schemas.microsoft.com/office/drawing/2014/main" id="{8C7FC585-5C7D-4F6C-A7E7-AE387E9FF2B0}"/>
              </a:ext>
            </a:extLst>
          </p:cNvPr>
          <p:cNvPicPr>
            <a:picLocks noChangeAspect="1"/>
          </p:cNvPicPr>
          <p:nvPr/>
        </p:nvPicPr>
        <p:blipFill rotWithShape="1">
          <a:blip r:embed="rId3"/>
          <a:srcRect l="1635" r="3445"/>
          <a:stretch/>
        </p:blipFill>
        <p:spPr>
          <a:xfrm>
            <a:off x="6323369" y="986211"/>
            <a:ext cx="4943653" cy="2352948"/>
          </a:xfrm>
          <a:prstGeom prst="rect">
            <a:avLst/>
          </a:prstGeom>
          <a:effectLst>
            <a:outerShdw blurRad="50800" dist="38100" dir="2700000" algn="tl" rotWithShape="0">
              <a:prstClr val="black">
                <a:alpha val="40000"/>
              </a:prstClr>
            </a:outerShdw>
          </a:effectLst>
        </p:spPr>
      </p:pic>
      <p:pic>
        <p:nvPicPr>
          <p:cNvPr id="12" name="图片 11">
            <a:extLst>
              <a:ext uri="{FF2B5EF4-FFF2-40B4-BE49-F238E27FC236}">
                <a16:creationId xmlns:a16="http://schemas.microsoft.com/office/drawing/2014/main" id="{F4B5C945-7774-4DC9-B2F3-B1C44ACDAD0B}"/>
              </a:ext>
            </a:extLst>
          </p:cNvPr>
          <p:cNvPicPr>
            <a:picLocks noChangeAspect="1"/>
          </p:cNvPicPr>
          <p:nvPr/>
        </p:nvPicPr>
        <p:blipFill>
          <a:blip r:embed="rId4"/>
          <a:stretch>
            <a:fillRect/>
          </a:stretch>
        </p:blipFill>
        <p:spPr>
          <a:xfrm>
            <a:off x="1180300" y="3551699"/>
            <a:ext cx="4835930" cy="2790847"/>
          </a:xfrm>
          <a:prstGeom prst="rect">
            <a:avLst/>
          </a:prstGeom>
          <a:effectLst>
            <a:outerShdw blurRad="50800" dist="38100" dir="2700000" algn="tl" rotWithShape="0">
              <a:prstClr val="black">
                <a:alpha val="40000"/>
              </a:prstClr>
            </a:outerShdw>
          </a:effectLst>
        </p:spPr>
      </p:pic>
      <p:grpSp>
        <p:nvGrpSpPr>
          <p:cNvPr id="13" name="组合 12">
            <a:extLst>
              <a:ext uri="{FF2B5EF4-FFF2-40B4-BE49-F238E27FC236}">
                <a16:creationId xmlns:a16="http://schemas.microsoft.com/office/drawing/2014/main" id="{929C6BA8-2B14-4B0D-83C0-FABF076D18D5}"/>
              </a:ext>
            </a:extLst>
          </p:cNvPr>
          <p:cNvGrpSpPr/>
          <p:nvPr/>
        </p:nvGrpSpPr>
        <p:grpSpPr>
          <a:xfrm>
            <a:off x="6270816" y="3551699"/>
            <a:ext cx="4993128" cy="2779233"/>
            <a:chOff x="897686" y="3718221"/>
            <a:chExt cx="4622335" cy="2547953"/>
          </a:xfrm>
          <a:effectLst>
            <a:outerShdw blurRad="50800" dist="38100" dir="2700000" algn="tl" rotWithShape="0">
              <a:prstClr val="black">
                <a:alpha val="40000"/>
              </a:prstClr>
            </a:outerShdw>
          </a:effectLst>
        </p:grpSpPr>
        <p:pic>
          <p:nvPicPr>
            <p:cNvPr id="14" name="图片 13">
              <a:extLst>
                <a:ext uri="{FF2B5EF4-FFF2-40B4-BE49-F238E27FC236}">
                  <a16:creationId xmlns:a16="http://schemas.microsoft.com/office/drawing/2014/main" id="{6A180990-2937-4D15-86D0-11F35BD93165}"/>
                </a:ext>
              </a:extLst>
            </p:cNvPr>
            <p:cNvPicPr>
              <a:picLocks noChangeAspect="1"/>
            </p:cNvPicPr>
            <p:nvPr/>
          </p:nvPicPr>
          <p:blipFill>
            <a:blip r:embed="rId5"/>
            <a:stretch>
              <a:fillRect/>
            </a:stretch>
          </p:blipFill>
          <p:spPr>
            <a:xfrm>
              <a:off x="897686" y="3718221"/>
              <a:ext cx="4622335" cy="2547953"/>
            </a:xfrm>
            <a:prstGeom prst="rect">
              <a:avLst/>
            </a:prstGeom>
          </p:spPr>
        </p:pic>
        <p:sp>
          <p:nvSpPr>
            <p:cNvPr id="15" name="矩形: 圆角 14">
              <a:extLst>
                <a:ext uri="{FF2B5EF4-FFF2-40B4-BE49-F238E27FC236}">
                  <a16:creationId xmlns:a16="http://schemas.microsoft.com/office/drawing/2014/main" id="{354BB67F-51ED-4EA0-91D0-8F7F6CDB47A3}"/>
                </a:ext>
              </a:extLst>
            </p:cNvPr>
            <p:cNvSpPr/>
            <p:nvPr/>
          </p:nvSpPr>
          <p:spPr>
            <a:xfrm>
              <a:off x="1054526" y="4793392"/>
              <a:ext cx="4419695" cy="157155"/>
            </a:xfrm>
            <a:prstGeom prst="round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dirty="0"/>
            </a:p>
          </p:txBody>
        </p:sp>
      </p:grpSp>
      <p:sp>
        <p:nvSpPr>
          <p:cNvPr id="3" name="标题 2">
            <a:extLst>
              <a:ext uri="{FF2B5EF4-FFF2-40B4-BE49-F238E27FC236}">
                <a16:creationId xmlns:a16="http://schemas.microsoft.com/office/drawing/2014/main" id="{6FE2CD7E-7627-420F-8086-347D2212069A}"/>
              </a:ext>
            </a:extLst>
          </p:cNvPr>
          <p:cNvSpPr>
            <a:spLocks noGrp="1"/>
          </p:cNvSpPr>
          <p:nvPr>
            <p:ph type="title"/>
          </p:nvPr>
        </p:nvSpPr>
        <p:spPr/>
        <p:txBody>
          <a:bodyPr/>
          <a:lstStyle/>
          <a:p>
            <a:endParaRPr lang="zh-CN" altLang="en-US"/>
          </a:p>
        </p:txBody>
      </p:sp>
      <p:sp>
        <p:nvSpPr>
          <p:cNvPr id="19" name="矩形 18">
            <a:extLst>
              <a:ext uri="{FF2B5EF4-FFF2-40B4-BE49-F238E27FC236}">
                <a16:creationId xmlns:a16="http://schemas.microsoft.com/office/drawing/2014/main" id="{D3AAF864-87E5-4ACA-910D-ADA1CC70EE3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6" name="组合 15">
            <a:extLst>
              <a:ext uri="{FF2B5EF4-FFF2-40B4-BE49-F238E27FC236}">
                <a16:creationId xmlns:a16="http://schemas.microsoft.com/office/drawing/2014/main" id="{7A2D6952-AD72-4ABA-9C0C-74BCAFD74DB1}"/>
              </a:ext>
            </a:extLst>
          </p:cNvPr>
          <p:cNvGrpSpPr/>
          <p:nvPr/>
        </p:nvGrpSpPr>
        <p:grpSpPr>
          <a:xfrm>
            <a:off x="-491832" y="1587"/>
            <a:ext cx="273269" cy="2129816"/>
            <a:chOff x="11681691" y="1513398"/>
            <a:chExt cx="273269" cy="2129816"/>
          </a:xfrm>
        </p:grpSpPr>
        <p:sp>
          <p:nvSpPr>
            <p:cNvPr id="20" name="矩形 19">
              <a:extLst>
                <a:ext uri="{FF2B5EF4-FFF2-40B4-BE49-F238E27FC236}">
                  <a16:creationId xmlns:a16="http://schemas.microsoft.com/office/drawing/2014/main" id="{652E6016-7C05-4AF0-A338-80E83572E9AB}"/>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3A819181-E9DE-4B17-A2B2-C65D174FF1D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2A1AF7DC-5CB9-4A8A-AA3E-3C3362B7270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0E5533C2-EE9E-4535-AE5B-FA20DFA401B8}"/>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72D89271-3A5F-44FB-BE36-6DDF40D1F94F}"/>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2A9FE01C-E3C3-48A9-A617-9E681EB859D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6FB85740-6EBD-4A7C-A6E0-410934F60811}"/>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0691237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15">
            <a:extLst>
              <a:ext uri="{FF2B5EF4-FFF2-40B4-BE49-F238E27FC236}">
                <a16:creationId xmlns:a16="http://schemas.microsoft.com/office/drawing/2014/main" id="{963FE448-B358-49F7-976E-5B0304E06F56}"/>
              </a:ext>
            </a:extLst>
          </p:cNvPr>
          <p:cNvPicPr>
            <a:picLocks noChangeAspect="1"/>
          </p:cNvPicPr>
          <p:nvPr/>
        </p:nvPicPr>
        <p:blipFill>
          <a:blip r:embed="rId3"/>
          <a:stretch>
            <a:fillRect/>
          </a:stretch>
        </p:blipFill>
        <p:spPr>
          <a:xfrm>
            <a:off x="466122" y="1206290"/>
            <a:ext cx="11316678" cy="3115604"/>
          </a:xfrm>
          <a:prstGeom prst="rect">
            <a:avLst/>
          </a:prstGeom>
          <a:effectLst>
            <a:outerShdw blurRad="50800" dist="38100" dir="2700000" algn="tl" rotWithShape="0">
              <a:prstClr val="black">
                <a:alpha val="40000"/>
              </a:prstClr>
            </a:outerShdw>
          </a:effectLst>
        </p:spPr>
      </p:pic>
      <p:sp>
        <p:nvSpPr>
          <p:cNvPr id="10" name="TextBox 4">
            <a:extLst>
              <a:ext uri="{FF2B5EF4-FFF2-40B4-BE49-F238E27FC236}">
                <a16:creationId xmlns:a16="http://schemas.microsoft.com/office/drawing/2014/main" id="{507D86DE-4F17-4C4C-A7EC-E4405B9C36E2}"/>
              </a:ext>
            </a:extLst>
          </p:cNvPr>
          <p:cNvSpPr txBox="1"/>
          <p:nvPr/>
        </p:nvSpPr>
        <p:spPr>
          <a:xfrm>
            <a:off x="1087072" y="5105597"/>
            <a:ext cx="2791248" cy="839974"/>
          </a:xfrm>
          <a:prstGeom prst="rect">
            <a:avLst/>
          </a:prstGeom>
          <a:noFill/>
        </p:spPr>
        <p:txBody>
          <a:bodyPr wrap="square" rtlCol="0">
            <a:spAutoFit/>
          </a:bodyPr>
          <a:lstStyle/>
          <a:p>
            <a:pPr algn="just">
              <a:lnSpc>
                <a:spcPct val="130000"/>
              </a:lnSpc>
              <a:spcAft>
                <a:spcPts val="600"/>
              </a:spcAft>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a:t>
            </a:r>
          </a:p>
        </p:txBody>
      </p:sp>
      <p:sp>
        <p:nvSpPr>
          <p:cNvPr id="11" name="TextBox 4">
            <a:extLst>
              <a:ext uri="{FF2B5EF4-FFF2-40B4-BE49-F238E27FC236}">
                <a16:creationId xmlns:a16="http://schemas.microsoft.com/office/drawing/2014/main" id="{58193DFA-F794-4D3A-A681-69199913CD3A}"/>
              </a:ext>
            </a:extLst>
          </p:cNvPr>
          <p:cNvSpPr txBox="1"/>
          <p:nvPr/>
        </p:nvSpPr>
        <p:spPr>
          <a:xfrm>
            <a:off x="4700376" y="5109849"/>
            <a:ext cx="2791248" cy="839974"/>
          </a:xfrm>
          <a:prstGeom prst="rect">
            <a:avLst/>
          </a:prstGeom>
          <a:noFill/>
        </p:spPr>
        <p:txBody>
          <a:bodyPr wrap="square" rtlCol="0">
            <a:spAutoFit/>
          </a:bodyPr>
          <a:lstStyle/>
          <a:p>
            <a:pPr algn="just">
              <a:lnSpc>
                <a:spcPct val="130000"/>
              </a:lnSpc>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a:t>
            </a:r>
          </a:p>
        </p:txBody>
      </p:sp>
      <p:sp>
        <p:nvSpPr>
          <p:cNvPr id="12" name="TextBox 4">
            <a:extLst>
              <a:ext uri="{FF2B5EF4-FFF2-40B4-BE49-F238E27FC236}">
                <a16:creationId xmlns:a16="http://schemas.microsoft.com/office/drawing/2014/main" id="{58022F4C-78BB-4C8E-A2B4-482C8B0EBC6F}"/>
              </a:ext>
            </a:extLst>
          </p:cNvPr>
          <p:cNvSpPr txBox="1"/>
          <p:nvPr/>
        </p:nvSpPr>
        <p:spPr>
          <a:xfrm>
            <a:off x="8313680" y="5105597"/>
            <a:ext cx="2791248" cy="839974"/>
          </a:xfrm>
          <a:prstGeom prst="rect">
            <a:avLst/>
          </a:prstGeom>
          <a:noFill/>
        </p:spPr>
        <p:txBody>
          <a:bodyPr wrap="square" rtlCol="0">
            <a:spAutoFit/>
          </a:bodyPr>
          <a:lstStyle/>
          <a:p>
            <a:pPr algn="just">
              <a:lnSpc>
                <a:spcPct val="130000"/>
              </a:lnSpc>
              <a:spcAft>
                <a:spcPts val="600"/>
              </a:spcAft>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a:t>
            </a:r>
          </a:p>
        </p:txBody>
      </p:sp>
      <p:sp>
        <p:nvSpPr>
          <p:cNvPr id="2" name="标题 1">
            <a:extLst>
              <a:ext uri="{FF2B5EF4-FFF2-40B4-BE49-F238E27FC236}">
                <a16:creationId xmlns:a16="http://schemas.microsoft.com/office/drawing/2014/main" id="{D65CADD0-B146-46CE-A5B6-1CB1B4D34AC4}"/>
              </a:ext>
            </a:extLst>
          </p:cNvPr>
          <p:cNvSpPr>
            <a:spLocks noGrp="1"/>
          </p:cNvSpPr>
          <p:nvPr>
            <p:ph type="title"/>
          </p:nvPr>
        </p:nvSpPr>
        <p:spPr/>
        <p:txBody>
          <a:bodyPr/>
          <a:lstStyle/>
          <a:p>
            <a:endParaRPr lang="zh-CN" altLang="en-US"/>
          </a:p>
        </p:txBody>
      </p:sp>
      <p:sp>
        <p:nvSpPr>
          <p:cNvPr id="19" name="矩形 18">
            <a:extLst>
              <a:ext uri="{FF2B5EF4-FFF2-40B4-BE49-F238E27FC236}">
                <a16:creationId xmlns:a16="http://schemas.microsoft.com/office/drawing/2014/main" id="{07328D79-9377-4F70-BD71-57C44554A87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sp>
        <p:nvSpPr>
          <p:cNvPr id="17" name="矩形: 圆角 16">
            <a:extLst>
              <a:ext uri="{FF2B5EF4-FFF2-40B4-BE49-F238E27FC236}">
                <a16:creationId xmlns:a16="http://schemas.microsoft.com/office/drawing/2014/main" id="{8782919B-1F8D-4710-864A-C487128B3947}"/>
              </a:ext>
            </a:extLst>
          </p:cNvPr>
          <p:cNvSpPr>
            <a:spLocks/>
          </p:cNvSpPr>
          <p:nvPr/>
        </p:nvSpPr>
        <p:spPr>
          <a:xfrm>
            <a:off x="9343919" y="4212981"/>
            <a:ext cx="802800" cy="802800"/>
          </a:xfrm>
          <a:prstGeom prst="roundRect">
            <a:avLst/>
          </a:prstGeom>
          <a:solidFill>
            <a:schemeClr val="accent3"/>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3600" b="1" dirty="0">
                <a:cs typeface="+mn-ea"/>
                <a:sym typeface="+mn-lt"/>
              </a:rPr>
              <a:t>03</a:t>
            </a:r>
            <a:endParaRPr lang="zh-CN" altLang="en-US" sz="3600" b="1" dirty="0">
              <a:cs typeface="+mn-ea"/>
              <a:sym typeface="+mn-lt"/>
            </a:endParaRPr>
          </a:p>
        </p:txBody>
      </p:sp>
      <p:sp>
        <p:nvSpPr>
          <p:cNvPr id="18" name="矩形: 圆角 17">
            <a:extLst>
              <a:ext uri="{FF2B5EF4-FFF2-40B4-BE49-F238E27FC236}">
                <a16:creationId xmlns:a16="http://schemas.microsoft.com/office/drawing/2014/main" id="{B4A67EB6-67C7-43F0-A49F-12F6187B5553}"/>
              </a:ext>
            </a:extLst>
          </p:cNvPr>
          <p:cNvSpPr>
            <a:spLocks/>
          </p:cNvSpPr>
          <p:nvPr/>
        </p:nvSpPr>
        <p:spPr>
          <a:xfrm>
            <a:off x="2043959" y="4212981"/>
            <a:ext cx="804254" cy="802800"/>
          </a:xfrm>
          <a:prstGeom prst="roundRect">
            <a:avLst/>
          </a:prstGeom>
          <a:solidFill>
            <a:schemeClr val="accent1"/>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r>
              <a:rPr lang="en-US" altLang="zh-CN" sz="3600" b="1" dirty="0">
                <a:cs typeface="+mn-ea"/>
                <a:sym typeface="+mn-lt"/>
              </a:rPr>
              <a:t>01</a:t>
            </a:r>
            <a:endParaRPr lang="zh-CN" altLang="en-US" sz="3600" b="1" dirty="0">
              <a:cs typeface="+mn-ea"/>
              <a:sym typeface="+mn-lt"/>
            </a:endParaRPr>
          </a:p>
        </p:txBody>
      </p:sp>
      <p:sp>
        <p:nvSpPr>
          <p:cNvPr id="20" name="矩形: 圆角 19">
            <a:extLst>
              <a:ext uri="{FF2B5EF4-FFF2-40B4-BE49-F238E27FC236}">
                <a16:creationId xmlns:a16="http://schemas.microsoft.com/office/drawing/2014/main" id="{CA97304B-B1B5-4E98-8F22-D5043AC509E7}"/>
              </a:ext>
            </a:extLst>
          </p:cNvPr>
          <p:cNvSpPr>
            <a:spLocks/>
          </p:cNvSpPr>
          <p:nvPr/>
        </p:nvSpPr>
        <p:spPr>
          <a:xfrm>
            <a:off x="5693939" y="4212981"/>
            <a:ext cx="804254" cy="802800"/>
          </a:xfrm>
          <a:prstGeom prst="roundRect">
            <a:avLst/>
          </a:prstGeom>
          <a:solidFill>
            <a:schemeClr val="accent2"/>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sz="3600" b="1" dirty="0">
                <a:cs typeface="+mn-ea"/>
                <a:sym typeface="+mn-lt"/>
              </a:rPr>
              <a:t>02</a:t>
            </a:r>
            <a:endParaRPr lang="zh-CN" altLang="en-US" sz="3600" b="1" dirty="0">
              <a:cs typeface="+mn-ea"/>
              <a:sym typeface="+mn-lt"/>
            </a:endParaRPr>
          </a:p>
        </p:txBody>
      </p:sp>
      <p:grpSp>
        <p:nvGrpSpPr>
          <p:cNvPr id="13" name="组合 12">
            <a:extLst>
              <a:ext uri="{FF2B5EF4-FFF2-40B4-BE49-F238E27FC236}">
                <a16:creationId xmlns:a16="http://schemas.microsoft.com/office/drawing/2014/main" id="{9C09EA6C-5616-497E-BDB8-EFE1BB84F9C0}"/>
              </a:ext>
            </a:extLst>
          </p:cNvPr>
          <p:cNvGrpSpPr/>
          <p:nvPr/>
        </p:nvGrpSpPr>
        <p:grpSpPr>
          <a:xfrm>
            <a:off x="-491832" y="1587"/>
            <a:ext cx="273269" cy="2129816"/>
            <a:chOff x="11681691" y="1513398"/>
            <a:chExt cx="273269" cy="2129816"/>
          </a:xfrm>
        </p:grpSpPr>
        <p:sp>
          <p:nvSpPr>
            <p:cNvPr id="14" name="矩形 13">
              <a:extLst>
                <a:ext uri="{FF2B5EF4-FFF2-40B4-BE49-F238E27FC236}">
                  <a16:creationId xmlns:a16="http://schemas.microsoft.com/office/drawing/2014/main" id="{839FF774-F0A9-479A-B80D-5D9F72416458}"/>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0A47E5A1-B924-4FC7-90AF-7C139B9053B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5F506113-99BC-46F8-AE2B-A51FC1E29DC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4D932EAE-1379-4544-A7DC-F18BE0171D3D}"/>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1D14284F-A662-4C27-AE0D-BDEBE07E674B}"/>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17DF2C49-D131-4B1F-8ADB-6BA94A617898}"/>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18D35712-9A99-46AC-8B18-4BBF111D2D3B}"/>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9998148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4">
            <a:extLst>
              <a:ext uri="{FF2B5EF4-FFF2-40B4-BE49-F238E27FC236}">
                <a16:creationId xmlns:a16="http://schemas.microsoft.com/office/drawing/2014/main" id="{2B0802E4-AC17-48A9-9214-2F620CE4BFFB}"/>
              </a:ext>
            </a:extLst>
          </p:cNvPr>
          <p:cNvSpPr txBox="1"/>
          <p:nvPr/>
        </p:nvSpPr>
        <p:spPr>
          <a:xfrm>
            <a:off x="731838" y="4764767"/>
            <a:ext cx="10836276" cy="583493"/>
          </a:xfrm>
          <a:prstGeom prst="rect">
            <a:avLst/>
          </a:prstGeom>
          <a:noFill/>
        </p:spPr>
        <p:txBody>
          <a:bodyPr wrap="square" rtlCol="0">
            <a:spAutoFit/>
          </a:bodyPr>
          <a:lstStyle/>
          <a:p>
            <a:pPr algn="just">
              <a:lnSpc>
                <a:spcPct val="130000"/>
              </a:lnSpc>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14" name="TextBox 4">
            <a:extLst>
              <a:ext uri="{FF2B5EF4-FFF2-40B4-BE49-F238E27FC236}">
                <a16:creationId xmlns:a16="http://schemas.microsoft.com/office/drawing/2014/main" id="{EE747024-F785-4B62-9B21-866274D7008A}"/>
              </a:ext>
            </a:extLst>
          </p:cNvPr>
          <p:cNvSpPr txBox="1"/>
          <p:nvPr/>
        </p:nvSpPr>
        <p:spPr>
          <a:xfrm>
            <a:off x="731838" y="5540955"/>
            <a:ext cx="10836276" cy="583493"/>
          </a:xfrm>
          <a:prstGeom prst="rect">
            <a:avLst/>
          </a:prstGeom>
          <a:noFill/>
        </p:spPr>
        <p:txBody>
          <a:bodyPr wrap="square" rtlCol="0">
            <a:spAutoFit/>
          </a:bodyPr>
          <a:lstStyle/>
          <a:p>
            <a:pPr algn="just">
              <a:lnSpc>
                <a:spcPct val="130000"/>
              </a:lnSpc>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pic>
        <p:nvPicPr>
          <p:cNvPr id="15" name="图片 14">
            <a:extLst>
              <a:ext uri="{FF2B5EF4-FFF2-40B4-BE49-F238E27FC236}">
                <a16:creationId xmlns:a16="http://schemas.microsoft.com/office/drawing/2014/main" id="{441E3579-5229-4FF7-875F-F7FDD30DCBF5}"/>
              </a:ext>
            </a:extLst>
          </p:cNvPr>
          <p:cNvPicPr>
            <a:picLocks noChangeAspect="1"/>
          </p:cNvPicPr>
          <p:nvPr/>
        </p:nvPicPr>
        <p:blipFill rotWithShape="1">
          <a:blip r:embed="rId3"/>
          <a:srcRect l="61867" t="17033" r="11238" b="17646"/>
          <a:stretch/>
        </p:blipFill>
        <p:spPr>
          <a:xfrm>
            <a:off x="6680953" y="1264830"/>
            <a:ext cx="4935176" cy="3186000"/>
          </a:xfrm>
          <a:prstGeom prst="rect">
            <a:avLst/>
          </a:prstGeom>
          <a:effectLst>
            <a:outerShdw blurRad="50800" dist="38100" dir="2700000" algn="tl" rotWithShape="0">
              <a:prstClr val="black">
                <a:alpha val="40000"/>
              </a:prstClr>
            </a:outerShdw>
          </a:effectLst>
        </p:spPr>
      </p:pic>
      <p:pic>
        <p:nvPicPr>
          <p:cNvPr id="18" name="图片 17">
            <a:extLst>
              <a:ext uri="{FF2B5EF4-FFF2-40B4-BE49-F238E27FC236}">
                <a16:creationId xmlns:a16="http://schemas.microsoft.com/office/drawing/2014/main" id="{8ACC3AF4-5FFC-4F0C-82FF-FB17AB6D85AD}"/>
              </a:ext>
            </a:extLst>
          </p:cNvPr>
          <p:cNvPicPr>
            <a:picLocks noChangeAspect="1"/>
          </p:cNvPicPr>
          <p:nvPr/>
        </p:nvPicPr>
        <p:blipFill rotWithShape="1">
          <a:blip r:embed="rId4"/>
          <a:srcRect t="-1" b="-2302"/>
          <a:stretch/>
        </p:blipFill>
        <p:spPr>
          <a:xfrm>
            <a:off x="575872" y="1264077"/>
            <a:ext cx="4237334" cy="3187506"/>
          </a:xfrm>
          <a:prstGeom prst="rect">
            <a:avLst/>
          </a:prstGeom>
          <a:effectLst>
            <a:outerShdw blurRad="50800" dist="38100" dir="2700000" algn="tl" rotWithShape="0">
              <a:prstClr val="black">
                <a:alpha val="40000"/>
              </a:prstClr>
            </a:outerShdw>
          </a:effectLst>
        </p:spPr>
      </p:pic>
      <p:grpSp>
        <p:nvGrpSpPr>
          <p:cNvPr id="2" name="组合 1">
            <a:extLst>
              <a:ext uri="{FF2B5EF4-FFF2-40B4-BE49-F238E27FC236}">
                <a16:creationId xmlns:a16="http://schemas.microsoft.com/office/drawing/2014/main" id="{45780CE9-AEBB-4C27-A93D-FF8E11B0B505}"/>
              </a:ext>
            </a:extLst>
          </p:cNvPr>
          <p:cNvGrpSpPr/>
          <p:nvPr/>
        </p:nvGrpSpPr>
        <p:grpSpPr>
          <a:xfrm>
            <a:off x="4813206" y="1152372"/>
            <a:ext cx="1930078" cy="3417375"/>
            <a:chOff x="4617866" y="1033455"/>
            <a:chExt cx="1930078" cy="3589866"/>
          </a:xfrm>
        </p:grpSpPr>
        <p:sp>
          <p:nvSpPr>
            <p:cNvPr id="9" name="矩形 8">
              <a:extLst>
                <a:ext uri="{FF2B5EF4-FFF2-40B4-BE49-F238E27FC236}">
                  <a16:creationId xmlns:a16="http://schemas.microsoft.com/office/drawing/2014/main" id="{5C1F020D-8695-4642-9778-F42E7FBA0D10}"/>
                </a:ext>
              </a:extLst>
            </p:cNvPr>
            <p:cNvSpPr/>
            <p:nvPr/>
          </p:nvSpPr>
          <p:spPr>
            <a:xfrm>
              <a:off x="4617866" y="1033455"/>
              <a:ext cx="1930078" cy="358986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0" name="TextBox 3">
              <a:extLst>
                <a:ext uri="{FF2B5EF4-FFF2-40B4-BE49-F238E27FC236}">
                  <a16:creationId xmlns:a16="http://schemas.microsoft.com/office/drawing/2014/main" id="{333BCF6D-EDD0-4EDD-9FBB-3B4F473468FA}"/>
                </a:ext>
              </a:extLst>
            </p:cNvPr>
            <p:cNvSpPr txBox="1"/>
            <p:nvPr/>
          </p:nvSpPr>
          <p:spPr>
            <a:xfrm>
              <a:off x="4860155" y="2277317"/>
              <a:ext cx="1583412" cy="1066928"/>
            </a:xfrm>
            <a:prstGeom prst="rect">
              <a:avLst/>
            </a:prstGeom>
            <a:noFill/>
            <a:ln>
              <a:noFill/>
            </a:ln>
            <a:effectLst>
              <a:outerShdw blurRad="50800" dist="38100" dir="2700000" algn="tl" rotWithShape="0">
                <a:prstClr val="black">
                  <a:alpha val="40000"/>
                </a:prstClr>
              </a:outerShdw>
            </a:effectLst>
          </p:spPr>
          <p:txBody>
            <a:bodyPr wrap="square" rtlCol="0" anchor="ctr" anchorCtr="0">
              <a:spAutoFit/>
            </a:bodyPr>
            <a:lstStyle/>
            <a:p>
              <a:pPr algn="ctr"/>
              <a:r>
                <a:rPr lang="zh-CN" altLang="en-US" sz="2000" b="1" dirty="0">
                  <a:solidFill>
                    <a:schemeClr val="bg1"/>
                  </a:solidFill>
                  <a:cs typeface="+mn-ea"/>
                  <a:sym typeface="+mn-lt"/>
                </a:rPr>
                <a:t>次级标题：图片主题、图片标题</a:t>
              </a:r>
            </a:p>
          </p:txBody>
        </p:sp>
      </p:grpSp>
      <p:sp>
        <p:nvSpPr>
          <p:cNvPr id="4" name="标题 3">
            <a:extLst>
              <a:ext uri="{FF2B5EF4-FFF2-40B4-BE49-F238E27FC236}">
                <a16:creationId xmlns:a16="http://schemas.microsoft.com/office/drawing/2014/main" id="{D600FD42-0B5B-4F7C-ACD4-BCCAB27EBA63}"/>
              </a:ext>
            </a:extLst>
          </p:cNvPr>
          <p:cNvSpPr>
            <a:spLocks noGrp="1"/>
          </p:cNvSpPr>
          <p:nvPr>
            <p:ph type="title"/>
          </p:nvPr>
        </p:nvSpPr>
        <p:spPr/>
        <p:txBody>
          <a:bodyPr/>
          <a:lstStyle/>
          <a:p>
            <a:endParaRPr lang="zh-CN" altLang="en-US"/>
          </a:p>
        </p:txBody>
      </p:sp>
      <p:sp>
        <p:nvSpPr>
          <p:cNvPr id="13" name="矩形 12">
            <a:extLst>
              <a:ext uri="{FF2B5EF4-FFF2-40B4-BE49-F238E27FC236}">
                <a16:creationId xmlns:a16="http://schemas.microsoft.com/office/drawing/2014/main" id="{9E61107F-3277-4889-B0DF-4A6BC2D898FC}"/>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11" name="组合 10">
            <a:extLst>
              <a:ext uri="{FF2B5EF4-FFF2-40B4-BE49-F238E27FC236}">
                <a16:creationId xmlns:a16="http://schemas.microsoft.com/office/drawing/2014/main" id="{6E145833-CDD6-4374-BEC3-7A89145AE79D}"/>
              </a:ext>
            </a:extLst>
          </p:cNvPr>
          <p:cNvGrpSpPr/>
          <p:nvPr/>
        </p:nvGrpSpPr>
        <p:grpSpPr>
          <a:xfrm>
            <a:off x="-491832" y="1587"/>
            <a:ext cx="273269" cy="2129816"/>
            <a:chOff x="11681691" y="1513398"/>
            <a:chExt cx="273269" cy="2129816"/>
          </a:xfrm>
        </p:grpSpPr>
        <p:sp>
          <p:nvSpPr>
            <p:cNvPr id="16" name="矩形 15">
              <a:extLst>
                <a:ext uri="{FF2B5EF4-FFF2-40B4-BE49-F238E27FC236}">
                  <a16:creationId xmlns:a16="http://schemas.microsoft.com/office/drawing/2014/main" id="{7784BB68-6A73-495B-9277-C7DD53F6B705}"/>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B3EA924E-0D56-43D5-81A7-C1C089646558}"/>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4C7A0B14-F154-4584-92C2-1F04405196A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7DAF2E46-BEFD-4CCC-B365-D0069602F0EE}"/>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4CD3A74B-8CC7-4CB6-A5EB-BAE3C3B19B30}"/>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2FF7D5B2-BBA4-46D7-92E7-02B71165A27A}"/>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E11EA64E-0812-44D4-810F-BDD012E29E69}"/>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736661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09C9596-7C64-4FBD-A25A-05B27711DA34}"/>
              </a:ext>
            </a:extLst>
          </p:cNvPr>
          <p:cNvSpPr>
            <a:spLocks noGrp="1"/>
          </p:cNvSpPr>
          <p:nvPr>
            <p:ph type="title"/>
          </p:nvPr>
        </p:nvSpPr>
        <p:spPr/>
        <p:txBody>
          <a:bodyPr/>
          <a:lstStyle/>
          <a:p>
            <a:r>
              <a:rPr lang="zh-CN" altLang="en-US" dirty="0"/>
              <a:t>表格</a:t>
            </a:r>
          </a:p>
        </p:txBody>
      </p:sp>
      <p:grpSp>
        <p:nvGrpSpPr>
          <p:cNvPr id="3" name="组合 2">
            <a:extLst>
              <a:ext uri="{FF2B5EF4-FFF2-40B4-BE49-F238E27FC236}">
                <a16:creationId xmlns:a16="http://schemas.microsoft.com/office/drawing/2014/main" id="{D479BC72-6024-41A3-A985-092D40D0A97F}"/>
              </a:ext>
            </a:extLst>
          </p:cNvPr>
          <p:cNvGrpSpPr/>
          <p:nvPr/>
        </p:nvGrpSpPr>
        <p:grpSpPr>
          <a:xfrm>
            <a:off x="-491832" y="1587"/>
            <a:ext cx="273269" cy="2129816"/>
            <a:chOff x="11681691" y="1513398"/>
            <a:chExt cx="273269" cy="2129816"/>
          </a:xfrm>
        </p:grpSpPr>
        <p:sp>
          <p:nvSpPr>
            <p:cNvPr id="4" name="矩形 3">
              <a:extLst>
                <a:ext uri="{FF2B5EF4-FFF2-40B4-BE49-F238E27FC236}">
                  <a16:creationId xmlns:a16="http://schemas.microsoft.com/office/drawing/2014/main" id="{553C40B5-E3C5-4D44-9EBB-196BC2039379}"/>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60EC288B-E38C-4C60-A182-CF79ADE7AA86}"/>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2D66CF60-F751-4FC0-A776-F7F13CB44AB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0509F1AF-9806-457B-A1F1-830563DB76C8}"/>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DF264E31-7A00-4710-ADBE-645B4D8706A6}"/>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1BF19814-C38C-4670-985E-CD5DBBF05F0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C84741AA-8626-4386-8895-3A4F613A9484}"/>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6236754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6">
            <a:extLst>
              <a:ext uri="{FF2B5EF4-FFF2-40B4-BE49-F238E27FC236}">
                <a16:creationId xmlns:a16="http://schemas.microsoft.com/office/drawing/2014/main" id="{5A919AB8-17D2-4A3E-B19C-15CB055BDBE1}"/>
              </a:ext>
            </a:extLst>
          </p:cNvPr>
          <p:cNvGraphicFramePr>
            <a:graphicFrameLocks/>
          </p:cNvGraphicFramePr>
          <p:nvPr>
            <p:extLst>
              <p:ext uri="{D42A27DB-BD31-4B8C-83A1-F6EECF244321}">
                <p14:modId xmlns:p14="http://schemas.microsoft.com/office/powerpoint/2010/main" val="329242731"/>
              </p:ext>
            </p:extLst>
          </p:nvPr>
        </p:nvGraphicFramePr>
        <p:xfrm>
          <a:off x="1561645" y="1549037"/>
          <a:ext cx="9068710" cy="3996000"/>
        </p:xfrm>
        <a:graphic>
          <a:graphicData uri="http://schemas.openxmlformats.org/drawingml/2006/table">
            <a:tbl>
              <a:tblPr firstRow="1" bandRow="1">
                <a:tableStyleId>{5C22544A-7EE6-4342-B048-85BDC9FD1C3A}</a:tableStyleId>
              </a:tblPr>
              <a:tblGrid>
                <a:gridCol w="1295530">
                  <a:extLst>
                    <a:ext uri="{9D8B030D-6E8A-4147-A177-3AD203B41FA5}">
                      <a16:colId xmlns:a16="http://schemas.microsoft.com/office/drawing/2014/main" val="20000"/>
                    </a:ext>
                  </a:extLst>
                </a:gridCol>
                <a:gridCol w="1295530">
                  <a:extLst>
                    <a:ext uri="{9D8B030D-6E8A-4147-A177-3AD203B41FA5}">
                      <a16:colId xmlns:a16="http://schemas.microsoft.com/office/drawing/2014/main" val="20001"/>
                    </a:ext>
                  </a:extLst>
                </a:gridCol>
                <a:gridCol w="1295530">
                  <a:extLst>
                    <a:ext uri="{9D8B030D-6E8A-4147-A177-3AD203B41FA5}">
                      <a16:colId xmlns:a16="http://schemas.microsoft.com/office/drawing/2014/main" val="20002"/>
                    </a:ext>
                  </a:extLst>
                </a:gridCol>
                <a:gridCol w="1295530">
                  <a:extLst>
                    <a:ext uri="{9D8B030D-6E8A-4147-A177-3AD203B41FA5}">
                      <a16:colId xmlns:a16="http://schemas.microsoft.com/office/drawing/2014/main" val="20003"/>
                    </a:ext>
                  </a:extLst>
                </a:gridCol>
                <a:gridCol w="1295530">
                  <a:extLst>
                    <a:ext uri="{9D8B030D-6E8A-4147-A177-3AD203B41FA5}">
                      <a16:colId xmlns:a16="http://schemas.microsoft.com/office/drawing/2014/main" val="20004"/>
                    </a:ext>
                  </a:extLst>
                </a:gridCol>
                <a:gridCol w="1295530">
                  <a:extLst>
                    <a:ext uri="{9D8B030D-6E8A-4147-A177-3AD203B41FA5}">
                      <a16:colId xmlns:a16="http://schemas.microsoft.com/office/drawing/2014/main" val="20005"/>
                    </a:ext>
                  </a:extLst>
                </a:gridCol>
                <a:gridCol w="1295530">
                  <a:extLst>
                    <a:ext uri="{9D8B030D-6E8A-4147-A177-3AD203B41FA5}">
                      <a16:colId xmlns:a16="http://schemas.microsoft.com/office/drawing/2014/main" val="20006"/>
                    </a:ext>
                  </a:extLst>
                </a:gridCol>
              </a:tblGrid>
              <a:tr h="39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no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1"/>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2"/>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3"/>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4"/>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5"/>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accent6"/>
                    </a:solidFill>
                  </a:tcPr>
                </a:tc>
                <a:extLst>
                  <a:ext uri="{0D108BD9-81ED-4DB2-BD59-A6C34878D82A}">
                    <a16:rowId xmlns:a16="http://schemas.microsoft.com/office/drawing/2014/main" val="10000"/>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1"/>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2"/>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3"/>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4"/>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5"/>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6"/>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7"/>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8"/>
                  </a:ext>
                </a:extLst>
              </a:tr>
              <a:tr h="360000">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noFill/>
                  </a:tcPr>
                </a:tc>
                <a:extLst>
                  <a:ext uri="{0D108BD9-81ED-4DB2-BD59-A6C34878D82A}">
                    <a16:rowId xmlns:a16="http://schemas.microsoft.com/office/drawing/2014/main" val="10009"/>
                  </a:ext>
                </a:extLst>
              </a:tr>
              <a:tr h="360000">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bg1"/>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ea"/>
                        <a:sym typeface="+mn-lt"/>
                      </a:endParaRP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ea"/>
                          <a:sym typeface="+mn-lt"/>
                        </a:rPr>
                        <a:t>XXX</a:t>
                      </a:r>
                    </a:p>
                  </a:txBody>
                  <a:tcPr marL="106691" marR="106691" marT="53345" marB="53345" anchor="ctr">
                    <a:lnL w="12700" cap="flat" cmpd="sng" algn="ctr">
                      <a:solidFill>
                        <a:schemeClr val="bg2"/>
                      </a:solidFill>
                      <a:prstDash val="solid"/>
                      <a:round/>
                      <a:headEnd type="none" w="med" len="med"/>
                      <a:tailEnd type="none" w="med" len="med"/>
                    </a:lnL>
                    <a:lnR w="12700" cap="flat" cmpd="sng" algn="ctr">
                      <a:solidFill>
                        <a:schemeClr val="bg2"/>
                      </a:solidFill>
                      <a:prstDash val="solid"/>
                      <a:round/>
                      <a:headEnd type="none" w="med" len="med"/>
                      <a:tailEnd type="none" w="med" len="med"/>
                    </a:lnR>
                    <a:lnT w="12700" cap="flat" cmpd="sng" algn="ctr">
                      <a:solidFill>
                        <a:schemeClr val="bg2"/>
                      </a:solidFill>
                      <a:prstDash val="solid"/>
                      <a:round/>
                      <a:headEnd type="none" w="med" len="med"/>
                      <a:tailEnd type="none" w="med" len="med"/>
                    </a:lnT>
                    <a:lnB w="12700" cap="flat" cmpd="sng" algn="ctr">
                      <a:solidFill>
                        <a:schemeClr val="bg2"/>
                      </a:solidFill>
                      <a:prstDash val="solid"/>
                      <a:round/>
                      <a:headEnd type="none" w="med" len="med"/>
                      <a:tailEnd type="none" w="med" len="med"/>
                    </a:lnB>
                    <a:solidFill>
                      <a:schemeClr val="bg1">
                        <a:lumMod val="50000"/>
                        <a:alpha val="81000"/>
                      </a:schemeClr>
                    </a:solidFill>
                  </a:tcPr>
                </a:tc>
                <a:extLst>
                  <a:ext uri="{0D108BD9-81ED-4DB2-BD59-A6C34878D82A}">
                    <a16:rowId xmlns:a16="http://schemas.microsoft.com/office/drawing/2014/main" val="10010"/>
                  </a:ext>
                </a:extLst>
              </a:tr>
            </a:tbl>
          </a:graphicData>
        </a:graphic>
      </p:graphicFrame>
      <p:sp>
        <p:nvSpPr>
          <p:cNvPr id="3" name="标题 2">
            <a:extLst>
              <a:ext uri="{FF2B5EF4-FFF2-40B4-BE49-F238E27FC236}">
                <a16:creationId xmlns:a16="http://schemas.microsoft.com/office/drawing/2014/main" id="{3C720104-6077-4EF4-9C8F-B1E8DC5E14E1}"/>
              </a:ext>
            </a:extLst>
          </p:cNvPr>
          <p:cNvSpPr>
            <a:spLocks noGrp="1"/>
          </p:cNvSpPr>
          <p:nvPr>
            <p:ph type="title"/>
          </p:nvPr>
        </p:nvSpPr>
        <p:spPr/>
        <p:txBody>
          <a:bodyPr/>
          <a:lstStyle/>
          <a:p>
            <a:endParaRPr lang="zh-CN" altLang="en-US"/>
          </a:p>
        </p:txBody>
      </p:sp>
      <p:sp>
        <p:nvSpPr>
          <p:cNvPr id="6" name="矩形 5">
            <a:extLst>
              <a:ext uri="{FF2B5EF4-FFF2-40B4-BE49-F238E27FC236}">
                <a16:creationId xmlns:a16="http://schemas.microsoft.com/office/drawing/2014/main" id="{BC86715D-B3A6-4D07-AE22-6CE8B6FCDBF5}"/>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5" name="组合 4">
            <a:extLst>
              <a:ext uri="{FF2B5EF4-FFF2-40B4-BE49-F238E27FC236}">
                <a16:creationId xmlns:a16="http://schemas.microsoft.com/office/drawing/2014/main" id="{1B7C51D8-BCE4-4CD8-84F1-FE37E23892C4}"/>
              </a:ext>
            </a:extLst>
          </p:cNvPr>
          <p:cNvGrpSpPr/>
          <p:nvPr/>
        </p:nvGrpSpPr>
        <p:grpSpPr>
          <a:xfrm>
            <a:off x="-491832" y="1587"/>
            <a:ext cx="273269" cy="2129816"/>
            <a:chOff x="11681691" y="1513398"/>
            <a:chExt cx="273269" cy="2129816"/>
          </a:xfrm>
        </p:grpSpPr>
        <p:sp>
          <p:nvSpPr>
            <p:cNvPr id="7" name="矩形 6">
              <a:extLst>
                <a:ext uri="{FF2B5EF4-FFF2-40B4-BE49-F238E27FC236}">
                  <a16:creationId xmlns:a16="http://schemas.microsoft.com/office/drawing/2014/main" id="{F0E2B020-587A-4655-93AB-E1E7100F8179}"/>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55E5E790-87E2-4595-AE29-4FDD62E00D54}"/>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A0E45833-5750-4F80-B129-C5FB522754A1}"/>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3033DFB2-D69D-49D1-8E5F-0015CF116C6B}"/>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9476B90F-6730-4DA1-B545-91BA6B223493}"/>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CCAA93C4-90CA-424C-A796-6D60268D0A12}"/>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396D30FF-0218-4F9F-8417-20D659803A0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01420127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8" name="Table 388">
            <a:extLst>
              <a:ext uri="{FF2B5EF4-FFF2-40B4-BE49-F238E27FC236}">
                <a16:creationId xmlns:a16="http://schemas.microsoft.com/office/drawing/2014/main" id="{4DCC21DC-7760-41ED-BB0E-E4497E1FC96F}"/>
              </a:ext>
            </a:extLst>
          </p:cNvPr>
          <p:cNvGraphicFramePr/>
          <p:nvPr>
            <p:extLst>
              <p:ext uri="{D42A27DB-BD31-4B8C-83A1-F6EECF244321}">
                <p14:modId xmlns:p14="http://schemas.microsoft.com/office/powerpoint/2010/main" val="1860674820"/>
              </p:ext>
            </p:extLst>
          </p:nvPr>
        </p:nvGraphicFramePr>
        <p:xfrm>
          <a:off x="1463438" y="2002592"/>
          <a:ext cx="9265125" cy="2955484"/>
        </p:xfrm>
        <a:graphic>
          <a:graphicData uri="http://schemas.openxmlformats.org/drawingml/2006/table">
            <a:tbl>
              <a:tblPr firstRow="1" bandRow="1"/>
              <a:tblGrid>
                <a:gridCol w="1853025">
                  <a:extLst>
                    <a:ext uri="{9D8B030D-6E8A-4147-A177-3AD203B41FA5}">
                      <a16:colId xmlns:a16="http://schemas.microsoft.com/office/drawing/2014/main" val="20000"/>
                    </a:ext>
                  </a:extLst>
                </a:gridCol>
                <a:gridCol w="1853025">
                  <a:extLst>
                    <a:ext uri="{9D8B030D-6E8A-4147-A177-3AD203B41FA5}">
                      <a16:colId xmlns:a16="http://schemas.microsoft.com/office/drawing/2014/main" val="20001"/>
                    </a:ext>
                  </a:extLst>
                </a:gridCol>
                <a:gridCol w="1853025">
                  <a:extLst>
                    <a:ext uri="{9D8B030D-6E8A-4147-A177-3AD203B41FA5}">
                      <a16:colId xmlns:a16="http://schemas.microsoft.com/office/drawing/2014/main" val="20002"/>
                    </a:ext>
                  </a:extLst>
                </a:gridCol>
                <a:gridCol w="1853025">
                  <a:extLst>
                    <a:ext uri="{9D8B030D-6E8A-4147-A177-3AD203B41FA5}">
                      <a16:colId xmlns:a16="http://schemas.microsoft.com/office/drawing/2014/main" val="20003"/>
                    </a:ext>
                  </a:extLst>
                </a:gridCol>
                <a:gridCol w="1853025">
                  <a:extLst>
                    <a:ext uri="{9D8B030D-6E8A-4147-A177-3AD203B41FA5}">
                      <a16:colId xmlns:a16="http://schemas.microsoft.com/office/drawing/2014/main" val="20004"/>
                    </a:ext>
                  </a:extLst>
                </a:gridCol>
              </a:tblGrid>
              <a:tr h="4903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2800" b="0" spc="279"/>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lvl="0" algn="ctr" defTabSz="914400">
                        <a:defRPr sz="1800" b="0">
                          <a:solidFill>
                            <a:srgbClr val="000000"/>
                          </a:solidFill>
                        </a:defRPr>
                      </a:pPr>
                      <a:r>
                        <a:rPr lang="zh-CN" altLang="en-US" sz="1400" b="1" spc="0"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sz="1400" b="1" spc="0" baseline="0" dirty="0">
                        <a:solidFill>
                          <a:schemeClr val="bg2"/>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lvl="0" algn="ctr" defTabSz="914400">
                        <a:defRPr sz="1800" b="0">
                          <a:solidFill>
                            <a:srgbClr val="000000"/>
                          </a:solidFill>
                        </a:defRPr>
                      </a:pPr>
                      <a:r>
                        <a:rPr lang="zh-CN" altLang="en-US" sz="1400" b="1" spc="0"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lvl="0" algn="ctr" defTabSz="914400">
                        <a:defRPr sz="1800" b="0">
                          <a:solidFill>
                            <a:srgbClr val="000000"/>
                          </a:solidFill>
                        </a:defRPr>
                      </a:pPr>
                      <a:r>
                        <a:rPr lang="zh-CN" altLang="en-US" sz="1400" b="1" spc="0"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lvl="0" algn="ctr" defTabSz="914400">
                        <a:defRPr sz="1800" b="0">
                          <a:solidFill>
                            <a:srgbClr val="000000"/>
                          </a:solidFill>
                        </a:defRPr>
                      </a:pPr>
                      <a:r>
                        <a:rPr lang="zh-CN" altLang="en-US" sz="1400" b="1" spc="0"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0000"/>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alpha val="3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5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extLst>
                  <a:ext uri="{0D108BD9-81ED-4DB2-BD59-A6C34878D82A}">
                    <a16:rowId xmlns:a16="http://schemas.microsoft.com/office/drawing/2014/main" val="10002"/>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alpha val="3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5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extLst>
                  <a:ext uri="{0D108BD9-81ED-4DB2-BD59-A6C34878D82A}">
                    <a16:rowId xmlns:a16="http://schemas.microsoft.com/office/drawing/2014/main" val="10004"/>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alpha val="3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410853">
                <a:tc>
                  <a:txBody>
                    <a:bodyPr/>
                    <a:lstStyle/>
                    <a:p>
                      <a:pPr lvl="0" algn="ctr" defTabSz="914400">
                        <a:defRPr sz="1800"/>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5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alpha val="25000"/>
                      </a:schemeClr>
                    </a:solidFill>
                  </a:tcPr>
                </a:tc>
                <a:extLst>
                  <a:ext uri="{0D108BD9-81ED-4DB2-BD59-A6C34878D82A}">
                    <a16:rowId xmlns:a16="http://schemas.microsoft.com/office/drawing/2014/main" val="10006"/>
                  </a:ext>
                </a:extLst>
              </a:tr>
            </a:tbl>
          </a:graphicData>
        </a:graphic>
      </p:graphicFrame>
      <p:sp>
        <p:nvSpPr>
          <p:cNvPr id="3" name="标题 2">
            <a:extLst>
              <a:ext uri="{FF2B5EF4-FFF2-40B4-BE49-F238E27FC236}">
                <a16:creationId xmlns:a16="http://schemas.microsoft.com/office/drawing/2014/main" id="{68AA0ABF-EA55-4E7B-8DA7-FDCD47CF11DC}"/>
              </a:ext>
            </a:extLst>
          </p:cNvPr>
          <p:cNvSpPr>
            <a:spLocks noGrp="1"/>
          </p:cNvSpPr>
          <p:nvPr>
            <p:ph type="title"/>
          </p:nvPr>
        </p:nvSpPr>
        <p:spPr/>
        <p:txBody>
          <a:bodyPr/>
          <a:lstStyle/>
          <a:p>
            <a:endParaRPr lang="zh-CN" altLang="en-US"/>
          </a:p>
        </p:txBody>
      </p:sp>
      <p:sp>
        <p:nvSpPr>
          <p:cNvPr id="6" name="矩形 5">
            <a:extLst>
              <a:ext uri="{FF2B5EF4-FFF2-40B4-BE49-F238E27FC236}">
                <a16:creationId xmlns:a16="http://schemas.microsoft.com/office/drawing/2014/main" id="{7AFE80DA-FABE-4A12-8D28-E80807765341}"/>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5" name="组合 4">
            <a:extLst>
              <a:ext uri="{FF2B5EF4-FFF2-40B4-BE49-F238E27FC236}">
                <a16:creationId xmlns:a16="http://schemas.microsoft.com/office/drawing/2014/main" id="{867BE70E-48FC-4695-B66C-2A0BC9A70EF4}"/>
              </a:ext>
            </a:extLst>
          </p:cNvPr>
          <p:cNvGrpSpPr/>
          <p:nvPr/>
        </p:nvGrpSpPr>
        <p:grpSpPr>
          <a:xfrm>
            <a:off x="-491832" y="1587"/>
            <a:ext cx="273269" cy="2129816"/>
            <a:chOff x="11681691" y="1513398"/>
            <a:chExt cx="273269" cy="2129816"/>
          </a:xfrm>
        </p:grpSpPr>
        <p:sp>
          <p:nvSpPr>
            <p:cNvPr id="7" name="矩形 6">
              <a:extLst>
                <a:ext uri="{FF2B5EF4-FFF2-40B4-BE49-F238E27FC236}">
                  <a16:creationId xmlns:a16="http://schemas.microsoft.com/office/drawing/2014/main" id="{BB016543-94EA-4D3B-A063-8D543C580D9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38ECC602-D7EE-41E4-A41C-B1D64B16E559}"/>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DC25140E-72B0-4887-BADD-407B691B204A}"/>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80BB94ED-2A79-49AD-B070-B6F16022A30F}"/>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AC9A95ED-B141-4017-AADC-68BBBC393CAA}"/>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5B874720-1CE0-45BB-9B08-45AE35E085C4}"/>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0B2F231-54F8-45EC-ABAD-F834A9986BED}"/>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87105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8" name="Table 388">
            <a:extLst>
              <a:ext uri="{FF2B5EF4-FFF2-40B4-BE49-F238E27FC236}">
                <a16:creationId xmlns:a16="http://schemas.microsoft.com/office/drawing/2014/main" id="{4DCC21DC-7760-41ED-BB0E-E4497E1FC96F}"/>
              </a:ext>
            </a:extLst>
          </p:cNvPr>
          <p:cNvGraphicFramePr/>
          <p:nvPr>
            <p:extLst>
              <p:ext uri="{D42A27DB-BD31-4B8C-83A1-F6EECF244321}">
                <p14:modId xmlns:p14="http://schemas.microsoft.com/office/powerpoint/2010/main" val="495816081"/>
              </p:ext>
            </p:extLst>
          </p:nvPr>
        </p:nvGraphicFramePr>
        <p:xfrm>
          <a:off x="1463438" y="2002592"/>
          <a:ext cx="9265125" cy="2955484"/>
        </p:xfrm>
        <a:graphic>
          <a:graphicData uri="http://schemas.openxmlformats.org/drawingml/2006/table">
            <a:tbl>
              <a:tblPr firstRow="1" bandRow="1"/>
              <a:tblGrid>
                <a:gridCol w="1853025">
                  <a:extLst>
                    <a:ext uri="{9D8B030D-6E8A-4147-A177-3AD203B41FA5}">
                      <a16:colId xmlns:a16="http://schemas.microsoft.com/office/drawing/2014/main" val="20000"/>
                    </a:ext>
                  </a:extLst>
                </a:gridCol>
                <a:gridCol w="1853025">
                  <a:extLst>
                    <a:ext uri="{9D8B030D-6E8A-4147-A177-3AD203B41FA5}">
                      <a16:colId xmlns:a16="http://schemas.microsoft.com/office/drawing/2014/main" val="20001"/>
                    </a:ext>
                  </a:extLst>
                </a:gridCol>
                <a:gridCol w="1853025">
                  <a:extLst>
                    <a:ext uri="{9D8B030D-6E8A-4147-A177-3AD203B41FA5}">
                      <a16:colId xmlns:a16="http://schemas.microsoft.com/office/drawing/2014/main" val="20002"/>
                    </a:ext>
                  </a:extLst>
                </a:gridCol>
                <a:gridCol w="1853025">
                  <a:extLst>
                    <a:ext uri="{9D8B030D-6E8A-4147-A177-3AD203B41FA5}">
                      <a16:colId xmlns:a16="http://schemas.microsoft.com/office/drawing/2014/main" val="20003"/>
                    </a:ext>
                  </a:extLst>
                </a:gridCol>
                <a:gridCol w="1853025">
                  <a:extLst>
                    <a:ext uri="{9D8B030D-6E8A-4147-A177-3AD203B41FA5}">
                      <a16:colId xmlns:a16="http://schemas.microsoft.com/office/drawing/2014/main" val="20004"/>
                    </a:ext>
                  </a:extLst>
                </a:gridCol>
              </a:tblGrid>
              <a:tr h="4903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2800" b="0" spc="279"/>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lvl="0" algn="ctr" defTabSz="914400">
                        <a:defRPr sz="1800" b="0">
                          <a:solidFill>
                            <a:srgbClr val="000000"/>
                          </a:solidFill>
                        </a:defRPr>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E8E8"/>
                    </a:solidFill>
                  </a:tcPr>
                </a:tc>
                <a:tc>
                  <a:txBody>
                    <a:bodyPr/>
                    <a:lstStyle/>
                    <a:p>
                      <a:pPr lvl="0" algn="ctr" defTabSz="914400">
                        <a:defRPr sz="1800" b="0">
                          <a:solidFill>
                            <a:srgbClr val="000000"/>
                          </a:solidFill>
                        </a:defRPr>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7C8C7"/>
                    </a:solidFill>
                  </a:tcPr>
                </a:tc>
                <a:tc>
                  <a:txBody>
                    <a:bodyPr/>
                    <a:lstStyle/>
                    <a:p>
                      <a:pPr lvl="0" algn="ctr" defTabSz="914400">
                        <a:defRPr sz="1800" b="0">
                          <a:solidFill>
                            <a:srgbClr val="000000"/>
                          </a:solidFill>
                        </a:defRPr>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E8E8E8"/>
                    </a:solidFill>
                  </a:tcPr>
                </a:tc>
                <a:tc>
                  <a:txBody>
                    <a:bodyPr/>
                    <a:lstStyle/>
                    <a:p>
                      <a:pPr lvl="0" algn="ctr" defTabSz="914400">
                        <a:defRPr sz="1800" b="0">
                          <a:solidFill>
                            <a:srgbClr val="000000"/>
                          </a:solidFill>
                        </a:defRPr>
                      </a:pPr>
                      <a:r>
                        <a:rPr lang="zh-CN" altLang="en-US" sz="1400" b="1" spc="0"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7C8C7"/>
                    </a:solidFill>
                  </a:tcPr>
                </a:tc>
                <a:extLst>
                  <a:ext uri="{0D108BD9-81ED-4DB2-BD59-A6C34878D82A}">
                    <a16:rowId xmlns:a16="http://schemas.microsoft.com/office/drawing/2014/main" val="10000"/>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1"/>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2"/>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3"/>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4"/>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5"/>
                  </a:ext>
                </a:extLst>
              </a:tr>
              <a:tr h="410853">
                <a:tc>
                  <a:txBody>
                    <a:bodyPr/>
                    <a:lstStyle/>
                    <a:p>
                      <a:pPr lvl="0" algn="ctr" defTabSz="914400">
                        <a:defRPr sz="1800"/>
                      </a:pPr>
                      <a:r>
                        <a:rPr lang="zh-CN" altLang="en-US" sz="1400" b="1" baseline="0" dirty="0">
                          <a:solidFill>
                            <a:schemeClr val="bg1"/>
                          </a:solidFill>
                          <a:latin typeface="微软雅黑" panose="020B0503020204020204" pitchFamily="34" charset="-122"/>
                          <a:ea typeface="微软雅黑" panose="020B0503020204020204" pitchFamily="34" charset="-122"/>
                          <a:cs typeface="+mn-ea"/>
                          <a:sym typeface="+mn-lt"/>
                        </a:rPr>
                        <a:t>点击输入标题</a:t>
                      </a:r>
                      <a:endParaRPr sz="1400" b="1" baseline="0" dirty="0">
                        <a:solidFill>
                          <a:schemeClr val="bg1"/>
                        </a:solidFill>
                        <a:latin typeface="微软雅黑" panose="020B0503020204020204" pitchFamily="34" charset="-122"/>
                        <a:ea typeface="微软雅黑" panose="020B0503020204020204" pitchFamily="34" charset="-122"/>
                        <a:cs typeface="+mn-ea"/>
                        <a:sym typeface="+mn-lt"/>
                      </a:endParaRPr>
                    </a:p>
                  </a:txBody>
                  <a:tcPr marL="25196" marR="25196" marT="25196" marB="25196" anchor="ctr" horzOverflow="overflow">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sz="1800"/>
                      </a:pPr>
                      <a:r>
                        <a:rPr kumimoji="0" lang="en-US" altLang="zh-CN" sz="1400" b="0" i="0" u="none" strike="noStrike" kern="1200" cap="none" spc="0" normalizeH="0" baseline="0" noProof="0" dirty="0">
                          <a:ln>
                            <a:noFill/>
                          </a:ln>
                          <a:solidFill>
                            <a:prstClr val="black">
                              <a:lumMod val="75000"/>
                              <a:lumOff val="25000"/>
                            </a:prstClr>
                          </a:solidFill>
                          <a:effectLst/>
                          <a:uLnTx/>
                          <a:uFillTx/>
                          <a:latin typeface="微软雅黑" panose="020B0503020204020204" pitchFamily="34" charset="-122"/>
                          <a:ea typeface="微软雅黑" panose="020B0503020204020204" pitchFamily="34" charset="-122"/>
                          <a:cs typeface="+mn-ea"/>
                          <a:sym typeface="+mn-lt"/>
                        </a:rPr>
                        <a:t>XXX</a:t>
                      </a:r>
                    </a:p>
                  </a:txBody>
                  <a:tcPr marL="25196" marR="25196" marT="25196" marB="25196" anchor="ctr" horzOverflow="overflow">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EDEDE"/>
                    </a:solidFill>
                  </a:tcPr>
                </a:tc>
                <a:extLst>
                  <a:ext uri="{0D108BD9-81ED-4DB2-BD59-A6C34878D82A}">
                    <a16:rowId xmlns:a16="http://schemas.microsoft.com/office/drawing/2014/main" val="10006"/>
                  </a:ext>
                </a:extLst>
              </a:tr>
            </a:tbl>
          </a:graphicData>
        </a:graphic>
      </p:graphicFrame>
      <p:sp>
        <p:nvSpPr>
          <p:cNvPr id="3" name="标题 2">
            <a:extLst>
              <a:ext uri="{FF2B5EF4-FFF2-40B4-BE49-F238E27FC236}">
                <a16:creationId xmlns:a16="http://schemas.microsoft.com/office/drawing/2014/main" id="{42D9CA94-C610-46CA-BCB1-B49EE5CBBA0D}"/>
              </a:ext>
            </a:extLst>
          </p:cNvPr>
          <p:cNvSpPr>
            <a:spLocks noGrp="1"/>
          </p:cNvSpPr>
          <p:nvPr>
            <p:ph type="title"/>
          </p:nvPr>
        </p:nvSpPr>
        <p:spPr/>
        <p:txBody>
          <a:bodyPr/>
          <a:lstStyle/>
          <a:p>
            <a:endParaRPr lang="zh-CN" altLang="en-US"/>
          </a:p>
        </p:txBody>
      </p:sp>
      <p:sp>
        <p:nvSpPr>
          <p:cNvPr id="6" name="矩形 5">
            <a:extLst>
              <a:ext uri="{FF2B5EF4-FFF2-40B4-BE49-F238E27FC236}">
                <a16:creationId xmlns:a16="http://schemas.microsoft.com/office/drawing/2014/main" id="{797B0082-7F69-46E5-A6D4-7CCBA1BBE9E4}"/>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5" name="组合 4">
            <a:extLst>
              <a:ext uri="{FF2B5EF4-FFF2-40B4-BE49-F238E27FC236}">
                <a16:creationId xmlns:a16="http://schemas.microsoft.com/office/drawing/2014/main" id="{86D5BC3C-401F-43C8-8E49-8C8300225FB5}"/>
              </a:ext>
            </a:extLst>
          </p:cNvPr>
          <p:cNvGrpSpPr/>
          <p:nvPr/>
        </p:nvGrpSpPr>
        <p:grpSpPr>
          <a:xfrm>
            <a:off x="-491832" y="1587"/>
            <a:ext cx="273269" cy="2129816"/>
            <a:chOff x="11681691" y="1513398"/>
            <a:chExt cx="273269" cy="2129816"/>
          </a:xfrm>
        </p:grpSpPr>
        <p:sp>
          <p:nvSpPr>
            <p:cNvPr id="7" name="矩形 6">
              <a:extLst>
                <a:ext uri="{FF2B5EF4-FFF2-40B4-BE49-F238E27FC236}">
                  <a16:creationId xmlns:a16="http://schemas.microsoft.com/office/drawing/2014/main" id="{A8EE4BDF-1945-4773-A277-319E950CE9A2}"/>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0BCE8FD6-E6B7-4B63-A83B-E04BFAEC4DBA}"/>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948EF7E2-A428-4533-8DB3-0C75F25531C5}"/>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0D4ADAAA-51A9-4692-A8BA-C11294A9431C}"/>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8CA0A949-C51D-402A-B6FF-BBF93387D382}"/>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1CE4D5A7-29EB-4072-A945-5F2D49C24038}"/>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99DC5072-C774-46B1-96DF-0A9B2F6D330C}"/>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9578006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3">
            <a:extLst>
              <a:ext uri="{FF2B5EF4-FFF2-40B4-BE49-F238E27FC236}">
                <a16:creationId xmlns:a16="http://schemas.microsoft.com/office/drawing/2014/main" id="{FEF69E6B-6671-4E0F-87B3-A1AD8194DB79}"/>
              </a:ext>
            </a:extLst>
          </p:cNvPr>
          <p:cNvGraphicFramePr>
            <a:graphicFrameLocks noGrp="1"/>
          </p:cNvGraphicFramePr>
          <p:nvPr>
            <p:extLst>
              <p:ext uri="{D42A27DB-BD31-4B8C-83A1-F6EECF244321}">
                <p14:modId xmlns:p14="http://schemas.microsoft.com/office/powerpoint/2010/main" val="4216674292"/>
              </p:ext>
            </p:extLst>
          </p:nvPr>
        </p:nvGraphicFramePr>
        <p:xfrm>
          <a:off x="2324656" y="1878847"/>
          <a:ext cx="6912770" cy="2954050"/>
        </p:xfrm>
        <a:graphic>
          <a:graphicData uri="http://schemas.openxmlformats.org/drawingml/2006/table">
            <a:tbl>
              <a:tblPr>
                <a:tableStyleId>{5C22544A-7EE6-4342-B048-85BDC9FD1C3A}</a:tableStyleId>
              </a:tblPr>
              <a:tblGrid>
                <a:gridCol w="1382554">
                  <a:extLst>
                    <a:ext uri="{9D8B030D-6E8A-4147-A177-3AD203B41FA5}">
                      <a16:colId xmlns:a16="http://schemas.microsoft.com/office/drawing/2014/main" val="20000"/>
                    </a:ext>
                  </a:extLst>
                </a:gridCol>
                <a:gridCol w="1382554">
                  <a:extLst>
                    <a:ext uri="{9D8B030D-6E8A-4147-A177-3AD203B41FA5}">
                      <a16:colId xmlns:a16="http://schemas.microsoft.com/office/drawing/2014/main" val="20001"/>
                    </a:ext>
                  </a:extLst>
                </a:gridCol>
                <a:gridCol w="1382554">
                  <a:extLst>
                    <a:ext uri="{9D8B030D-6E8A-4147-A177-3AD203B41FA5}">
                      <a16:colId xmlns:a16="http://schemas.microsoft.com/office/drawing/2014/main" val="20002"/>
                    </a:ext>
                  </a:extLst>
                </a:gridCol>
                <a:gridCol w="1382554">
                  <a:extLst>
                    <a:ext uri="{9D8B030D-6E8A-4147-A177-3AD203B41FA5}">
                      <a16:colId xmlns:a16="http://schemas.microsoft.com/office/drawing/2014/main" val="20003"/>
                    </a:ext>
                  </a:extLst>
                </a:gridCol>
                <a:gridCol w="1382554">
                  <a:extLst>
                    <a:ext uri="{9D8B030D-6E8A-4147-A177-3AD203B41FA5}">
                      <a16:colId xmlns:a16="http://schemas.microsoft.com/office/drawing/2014/main" val="3918965166"/>
                    </a:ext>
                  </a:extLst>
                </a:gridCol>
              </a:tblGrid>
              <a:tr h="5486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no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no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no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solidFill>
                  </a:tcPr>
                </a:tc>
                <a:tc>
                  <a:txBody>
                    <a:bodyPr/>
                    <a:lstStyle/>
                    <a:p>
                      <a:pPr algn="ct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400" b="1" baseline="0" dirty="0">
                          <a:solidFill>
                            <a:schemeClr val="bg2"/>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bg2"/>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solidFill>
                  </a:tcPr>
                </a:tc>
                <a:extLst>
                  <a:ext uri="{0D108BD9-81ED-4DB2-BD59-A6C34878D82A}">
                    <a16:rowId xmlns:a16="http://schemas.microsoft.com/office/drawing/2014/main" val="10000"/>
                  </a:ext>
                </a:extLst>
              </a:tr>
              <a:tr h="481082">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85000"/>
                        <a:alpha val="3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alpha val="20000"/>
                      </a:schemeClr>
                    </a:solidFill>
                  </a:tcPr>
                </a:tc>
                <a:extLst>
                  <a:ext uri="{0D108BD9-81ED-4DB2-BD59-A6C34878D82A}">
                    <a16:rowId xmlns:a16="http://schemas.microsoft.com/office/drawing/2014/main" val="10001"/>
                  </a:ext>
                </a:extLst>
              </a:tr>
              <a:tr h="481082">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85000"/>
                        <a:alpha val="3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alpha val="20000"/>
                      </a:schemeClr>
                    </a:solidFill>
                  </a:tcPr>
                </a:tc>
                <a:extLst>
                  <a:ext uri="{0D108BD9-81ED-4DB2-BD59-A6C34878D82A}">
                    <a16:rowId xmlns:a16="http://schemas.microsoft.com/office/drawing/2014/main" val="10002"/>
                  </a:ext>
                </a:extLst>
              </a:tr>
              <a:tr h="481082">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85000"/>
                        <a:alpha val="3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alpha val="20000"/>
                      </a:schemeClr>
                    </a:solidFill>
                  </a:tcPr>
                </a:tc>
                <a:extLst>
                  <a:ext uri="{0D108BD9-81ED-4DB2-BD59-A6C34878D82A}">
                    <a16:rowId xmlns:a16="http://schemas.microsoft.com/office/drawing/2014/main" val="10003"/>
                  </a:ext>
                </a:extLst>
              </a:tr>
              <a:tr h="481082">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85000"/>
                        <a:alpha val="3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alpha val="20000"/>
                      </a:schemeClr>
                    </a:solidFill>
                  </a:tcPr>
                </a:tc>
                <a:extLst>
                  <a:ext uri="{0D108BD9-81ED-4DB2-BD59-A6C34878D82A}">
                    <a16:rowId xmlns:a16="http://schemas.microsoft.com/office/drawing/2014/main" val="10004"/>
                  </a:ext>
                </a:extLst>
              </a:tr>
              <a:tr h="481082">
                <a:tc>
                  <a:txBody>
                    <a:bodyPr/>
                    <a:lstStyle/>
                    <a:p>
                      <a:pPr algn="ctr"/>
                      <a:r>
                        <a:rPr lang="zh-CN" altLang="en-US"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rPr>
                        <a:t>点击输入标题</a:t>
                      </a:r>
                      <a:endParaRPr lang="en-US" altLang="zh-CN" sz="1400" b="1" baseline="0" dirty="0">
                        <a:solidFill>
                          <a:schemeClr val="tx1">
                            <a:lumMod val="75000"/>
                            <a:lumOff val="25000"/>
                          </a:schemeClr>
                        </a:solidFill>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bg1">
                        <a:lumMod val="85000"/>
                        <a:alpha val="3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1">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endPar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endParaRP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2">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3">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lumMod val="75000"/>
                              <a:lumOff val="25000"/>
                            </a:schemeClr>
                          </a:solidFill>
                          <a:effectLst/>
                          <a:uLnTx/>
                          <a:uFillTx/>
                          <a:latin typeface="微软雅黑" panose="020B0503020204020204" pitchFamily="34" charset="-122"/>
                          <a:ea typeface="微软雅黑" panose="020B0503020204020204" pitchFamily="34" charset="-122"/>
                          <a:cs typeface="+mn-ea"/>
                          <a:sym typeface="+mn-lt"/>
                        </a:rPr>
                        <a:t>XXX</a:t>
                      </a:r>
                    </a:p>
                  </a:txBody>
                  <a:tcPr anchor="ctr">
                    <a:lnL w="3175" cap="flat" cmpd="sng" algn="ctr">
                      <a:solidFill>
                        <a:schemeClr val="bg1">
                          <a:lumMod val="65000"/>
                        </a:schemeClr>
                      </a:solidFill>
                      <a:prstDash val="solid"/>
                      <a:round/>
                      <a:headEnd type="none" w="med" len="med"/>
                      <a:tailEnd type="none" w="med" len="med"/>
                    </a:lnL>
                    <a:lnR w="3175" cap="flat" cmpd="sng" algn="ctr">
                      <a:solidFill>
                        <a:schemeClr val="bg1">
                          <a:lumMod val="65000"/>
                        </a:schemeClr>
                      </a:solid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solidFill>
                      <a:schemeClr val="accent4">
                        <a:alpha val="20000"/>
                      </a:schemeClr>
                    </a:solidFill>
                  </a:tcPr>
                </a:tc>
                <a:extLst>
                  <a:ext uri="{0D108BD9-81ED-4DB2-BD59-A6C34878D82A}">
                    <a16:rowId xmlns:a16="http://schemas.microsoft.com/office/drawing/2014/main" val="10005"/>
                  </a:ext>
                </a:extLst>
              </a:tr>
            </a:tbl>
          </a:graphicData>
        </a:graphic>
      </p:graphicFrame>
      <p:sp>
        <p:nvSpPr>
          <p:cNvPr id="3" name="标题 2">
            <a:extLst>
              <a:ext uri="{FF2B5EF4-FFF2-40B4-BE49-F238E27FC236}">
                <a16:creationId xmlns:a16="http://schemas.microsoft.com/office/drawing/2014/main" id="{4BC545C4-8385-4CAC-949B-0C63506BD4F2}"/>
              </a:ext>
            </a:extLst>
          </p:cNvPr>
          <p:cNvSpPr>
            <a:spLocks noGrp="1"/>
          </p:cNvSpPr>
          <p:nvPr>
            <p:ph type="title"/>
          </p:nvPr>
        </p:nvSpPr>
        <p:spPr/>
        <p:txBody>
          <a:bodyPr/>
          <a:lstStyle/>
          <a:p>
            <a:endParaRPr lang="zh-CN" altLang="en-US"/>
          </a:p>
        </p:txBody>
      </p:sp>
      <p:sp>
        <p:nvSpPr>
          <p:cNvPr id="6" name="矩形 5">
            <a:extLst>
              <a:ext uri="{FF2B5EF4-FFF2-40B4-BE49-F238E27FC236}">
                <a16:creationId xmlns:a16="http://schemas.microsoft.com/office/drawing/2014/main" id="{493EF7A8-46E1-4FEE-918A-9FED166760DC}"/>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5" name="组合 4">
            <a:extLst>
              <a:ext uri="{FF2B5EF4-FFF2-40B4-BE49-F238E27FC236}">
                <a16:creationId xmlns:a16="http://schemas.microsoft.com/office/drawing/2014/main" id="{D08C1DDA-86D4-4F6C-9829-7E64502EBFFB}"/>
              </a:ext>
            </a:extLst>
          </p:cNvPr>
          <p:cNvGrpSpPr/>
          <p:nvPr/>
        </p:nvGrpSpPr>
        <p:grpSpPr>
          <a:xfrm>
            <a:off x="-491832" y="1587"/>
            <a:ext cx="273269" cy="2129816"/>
            <a:chOff x="11681691" y="1513398"/>
            <a:chExt cx="273269" cy="2129816"/>
          </a:xfrm>
        </p:grpSpPr>
        <p:sp>
          <p:nvSpPr>
            <p:cNvPr id="8" name="矩形 7">
              <a:extLst>
                <a:ext uri="{FF2B5EF4-FFF2-40B4-BE49-F238E27FC236}">
                  <a16:creationId xmlns:a16="http://schemas.microsoft.com/office/drawing/2014/main" id="{CE51933E-E94D-4EED-8FFA-F452BA89B884}"/>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01BD1814-3FAC-4ECD-8BB4-70383413CA7C}"/>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6059672B-2920-46B8-9435-A1916F0898C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523B8ABC-0B57-43C4-8807-997222CB0588}"/>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BF263007-3AF9-48B6-B5A9-2185618701AE}"/>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47578697-5ACC-4457-A0A3-3256C508EBEE}"/>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4CCAA1DF-1CA6-4549-AE57-2360E1B3D5F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8219916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Straight Connector 4">
            <a:extLst>
              <a:ext uri="{FF2B5EF4-FFF2-40B4-BE49-F238E27FC236}">
                <a16:creationId xmlns:a16="http://schemas.microsoft.com/office/drawing/2014/main" id="{01863106-6F2B-4059-B2F2-1101CD279955}"/>
              </a:ext>
            </a:extLst>
          </p:cNvPr>
          <p:cNvCxnSpPr/>
          <p:nvPr/>
        </p:nvCxnSpPr>
        <p:spPr>
          <a:xfrm>
            <a:off x="6092457" y="1531472"/>
            <a:ext cx="0" cy="3901112"/>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grpSp>
        <p:nvGrpSpPr>
          <p:cNvPr id="18" name="Group 166">
            <a:extLst>
              <a:ext uri="{FF2B5EF4-FFF2-40B4-BE49-F238E27FC236}">
                <a16:creationId xmlns:a16="http://schemas.microsoft.com/office/drawing/2014/main" id="{9FE60E70-9C67-42D8-B873-31A7B39F56E1}"/>
              </a:ext>
            </a:extLst>
          </p:cNvPr>
          <p:cNvGrpSpPr/>
          <p:nvPr/>
        </p:nvGrpSpPr>
        <p:grpSpPr>
          <a:xfrm>
            <a:off x="1248506" y="1703441"/>
            <a:ext cx="4266406" cy="483590"/>
            <a:chOff x="851430" y="2106613"/>
            <a:chExt cx="4595043" cy="520840"/>
          </a:xfrm>
        </p:grpSpPr>
        <p:grpSp>
          <p:nvGrpSpPr>
            <p:cNvPr id="88" name="Group 5">
              <a:extLst>
                <a:ext uri="{FF2B5EF4-FFF2-40B4-BE49-F238E27FC236}">
                  <a16:creationId xmlns:a16="http://schemas.microsoft.com/office/drawing/2014/main" id="{47088081-4759-49BC-9D45-64C2EFE0119D}"/>
                </a:ext>
              </a:extLst>
            </p:cNvPr>
            <p:cNvGrpSpPr/>
            <p:nvPr/>
          </p:nvGrpSpPr>
          <p:grpSpPr>
            <a:xfrm>
              <a:off x="851430" y="2106613"/>
              <a:ext cx="517415" cy="520840"/>
              <a:chOff x="5016501" y="2106613"/>
              <a:chExt cx="239713" cy="241300"/>
            </a:xfrm>
            <a:solidFill>
              <a:schemeClr val="accent1"/>
            </a:solidFill>
          </p:grpSpPr>
          <p:sp>
            <p:nvSpPr>
              <p:cNvPr id="117" name="Freeform 123">
                <a:extLst>
                  <a:ext uri="{FF2B5EF4-FFF2-40B4-BE49-F238E27FC236}">
                    <a16:creationId xmlns:a16="http://schemas.microsoft.com/office/drawing/2014/main" id="{85DFF3B9-D005-4109-BC36-8E563DDE0A35}"/>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8" name="Oval 124">
                <a:extLst>
                  <a:ext uri="{FF2B5EF4-FFF2-40B4-BE49-F238E27FC236}">
                    <a16:creationId xmlns:a16="http://schemas.microsoft.com/office/drawing/2014/main" id="{13BB4520-FB64-4E2E-A5E9-BA8DE3AD6A83}"/>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9" name="Oval 125">
                <a:extLst>
                  <a:ext uri="{FF2B5EF4-FFF2-40B4-BE49-F238E27FC236}">
                    <a16:creationId xmlns:a16="http://schemas.microsoft.com/office/drawing/2014/main" id="{81445510-F04D-48D5-AC73-C29E176522D3}"/>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89" name="Group 15">
              <a:extLst>
                <a:ext uri="{FF2B5EF4-FFF2-40B4-BE49-F238E27FC236}">
                  <a16:creationId xmlns:a16="http://schemas.microsoft.com/office/drawing/2014/main" id="{AE95D070-8B9E-4E3B-9BDC-D2095A7A4E9A}"/>
                </a:ext>
              </a:extLst>
            </p:cNvPr>
            <p:cNvGrpSpPr/>
            <p:nvPr/>
          </p:nvGrpSpPr>
          <p:grpSpPr>
            <a:xfrm>
              <a:off x="1433948" y="2106613"/>
              <a:ext cx="517415" cy="520840"/>
              <a:chOff x="5016501" y="2106613"/>
              <a:chExt cx="239713" cy="241300"/>
            </a:xfrm>
            <a:solidFill>
              <a:schemeClr val="accent1"/>
            </a:solidFill>
          </p:grpSpPr>
          <p:sp>
            <p:nvSpPr>
              <p:cNvPr id="114" name="Freeform 123">
                <a:extLst>
                  <a:ext uri="{FF2B5EF4-FFF2-40B4-BE49-F238E27FC236}">
                    <a16:creationId xmlns:a16="http://schemas.microsoft.com/office/drawing/2014/main" id="{26C9C126-075C-4ABD-8F20-7152155DFDEC}"/>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5" name="Oval 124">
                <a:extLst>
                  <a:ext uri="{FF2B5EF4-FFF2-40B4-BE49-F238E27FC236}">
                    <a16:creationId xmlns:a16="http://schemas.microsoft.com/office/drawing/2014/main" id="{2A97B641-F62D-4E4C-82F1-4A1930F439F5}"/>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6" name="Oval 125">
                <a:extLst>
                  <a:ext uri="{FF2B5EF4-FFF2-40B4-BE49-F238E27FC236}">
                    <a16:creationId xmlns:a16="http://schemas.microsoft.com/office/drawing/2014/main" id="{F4B71200-7BCC-4D79-A980-0EAF5DCB160E}"/>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0" name="Group 25">
              <a:extLst>
                <a:ext uri="{FF2B5EF4-FFF2-40B4-BE49-F238E27FC236}">
                  <a16:creationId xmlns:a16="http://schemas.microsoft.com/office/drawing/2014/main" id="{669DB33A-4752-49B8-9327-4F286F921FA3}"/>
                </a:ext>
              </a:extLst>
            </p:cNvPr>
            <p:cNvGrpSpPr/>
            <p:nvPr/>
          </p:nvGrpSpPr>
          <p:grpSpPr>
            <a:xfrm>
              <a:off x="2016467" y="2106613"/>
              <a:ext cx="517415" cy="520840"/>
              <a:chOff x="5016501" y="2106613"/>
              <a:chExt cx="239713" cy="241300"/>
            </a:xfrm>
            <a:solidFill>
              <a:schemeClr val="accent1"/>
            </a:solidFill>
          </p:grpSpPr>
          <p:sp>
            <p:nvSpPr>
              <p:cNvPr id="111" name="Freeform 123">
                <a:extLst>
                  <a:ext uri="{FF2B5EF4-FFF2-40B4-BE49-F238E27FC236}">
                    <a16:creationId xmlns:a16="http://schemas.microsoft.com/office/drawing/2014/main" id="{1DF736B1-95DB-4F50-8876-54CB0EE9DD3A}"/>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2" name="Oval 124">
                <a:extLst>
                  <a:ext uri="{FF2B5EF4-FFF2-40B4-BE49-F238E27FC236}">
                    <a16:creationId xmlns:a16="http://schemas.microsoft.com/office/drawing/2014/main" id="{F4FC5CDC-13CD-4C0F-AD2D-4C612CD70572}"/>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3" name="Oval 125">
                <a:extLst>
                  <a:ext uri="{FF2B5EF4-FFF2-40B4-BE49-F238E27FC236}">
                    <a16:creationId xmlns:a16="http://schemas.microsoft.com/office/drawing/2014/main" id="{EC1AFAB1-CD2A-46BD-863D-19D1DE81B8EC}"/>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1" name="Group 35">
              <a:extLst>
                <a:ext uri="{FF2B5EF4-FFF2-40B4-BE49-F238E27FC236}">
                  <a16:creationId xmlns:a16="http://schemas.microsoft.com/office/drawing/2014/main" id="{4F0B6D2C-6468-4BFD-B46B-7BEC726EDAD6}"/>
                </a:ext>
              </a:extLst>
            </p:cNvPr>
            <p:cNvGrpSpPr/>
            <p:nvPr/>
          </p:nvGrpSpPr>
          <p:grpSpPr>
            <a:xfrm>
              <a:off x="2598985" y="2106613"/>
              <a:ext cx="517415" cy="520840"/>
              <a:chOff x="5016501" y="2106613"/>
              <a:chExt cx="239713" cy="241300"/>
            </a:xfrm>
            <a:solidFill>
              <a:schemeClr val="accent1"/>
            </a:solidFill>
          </p:grpSpPr>
          <p:sp>
            <p:nvSpPr>
              <p:cNvPr id="108" name="Freeform 123">
                <a:extLst>
                  <a:ext uri="{FF2B5EF4-FFF2-40B4-BE49-F238E27FC236}">
                    <a16:creationId xmlns:a16="http://schemas.microsoft.com/office/drawing/2014/main" id="{05BDD318-6B54-488F-A37D-4F90C13EFBD3}"/>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9" name="Oval 124">
                <a:extLst>
                  <a:ext uri="{FF2B5EF4-FFF2-40B4-BE49-F238E27FC236}">
                    <a16:creationId xmlns:a16="http://schemas.microsoft.com/office/drawing/2014/main" id="{14F67B0C-F5EF-437A-8E90-B8850258D0D7}"/>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10" name="Oval 125">
                <a:extLst>
                  <a:ext uri="{FF2B5EF4-FFF2-40B4-BE49-F238E27FC236}">
                    <a16:creationId xmlns:a16="http://schemas.microsoft.com/office/drawing/2014/main" id="{AA7717A4-D6BC-4E0B-8B16-7B8EACDECAB3}"/>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2" name="Group 45">
              <a:extLst>
                <a:ext uri="{FF2B5EF4-FFF2-40B4-BE49-F238E27FC236}">
                  <a16:creationId xmlns:a16="http://schemas.microsoft.com/office/drawing/2014/main" id="{1BBAA070-F24D-45DB-95EB-5C617A10B3E1}"/>
                </a:ext>
              </a:extLst>
            </p:cNvPr>
            <p:cNvGrpSpPr/>
            <p:nvPr/>
          </p:nvGrpSpPr>
          <p:grpSpPr>
            <a:xfrm>
              <a:off x="3181503" y="2106613"/>
              <a:ext cx="517415" cy="520840"/>
              <a:chOff x="5016501" y="2106613"/>
              <a:chExt cx="239713" cy="241300"/>
            </a:xfrm>
            <a:solidFill>
              <a:schemeClr val="accent1"/>
            </a:solidFill>
          </p:grpSpPr>
          <p:sp>
            <p:nvSpPr>
              <p:cNvPr id="105" name="Freeform 123">
                <a:extLst>
                  <a:ext uri="{FF2B5EF4-FFF2-40B4-BE49-F238E27FC236}">
                    <a16:creationId xmlns:a16="http://schemas.microsoft.com/office/drawing/2014/main" id="{AD37C391-3850-453F-A33D-74B51244E21F}"/>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6" name="Oval 124">
                <a:extLst>
                  <a:ext uri="{FF2B5EF4-FFF2-40B4-BE49-F238E27FC236}">
                    <a16:creationId xmlns:a16="http://schemas.microsoft.com/office/drawing/2014/main" id="{F15C0817-15F6-403A-A5F1-82320D3BB32D}"/>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7" name="Oval 125">
                <a:extLst>
                  <a:ext uri="{FF2B5EF4-FFF2-40B4-BE49-F238E27FC236}">
                    <a16:creationId xmlns:a16="http://schemas.microsoft.com/office/drawing/2014/main" id="{66C04802-60E5-43DB-821E-85486803C53D}"/>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3" name="Group 55">
              <a:extLst>
                <a:ext uri="{FF2B5EF4-FFF2-40B4-BE49-F238E27FC236}">
                  <a16:creationId xmlns:a16="http://schemas.microsoft.com/office/drawing/2014/main" id="{D4DCDAC4-D2C2-46BB-AEF5-D9824EE1DA9C}"/>
                </a:ext>
              </a:extLst>
            </p:cNvPr>
            <p:cNvGrpSpPr/>
            <p:nvPr/>
          </p:nvGrpSpPr>
          <p:grpSpPr>
            <a:xfrm>
              <a:off x="3764022" y="2106613"/>
              <a:ext cx="517415" cy="520840"/>
              <a:chOff x="5016501" y="2106613"/>
              <a:chExt cx="239713" cy="241300"/>
            </a:xfrm>
            <a:solidFill>
              <a:schemeClr val="accent1"/>
            </a:solidFill>
          </p:grpSpPr>
          <p:sp>
            <p:nvSpPr>
              <p:cNvPr id="102" name="Freeform 123">
                <a:extLst>
                  <a:ext uri="{FF2B5EF4-FFF2-40B4-BE49-F238E27FC236}">
                    <a16:creationId xmlns:a16="http://schemas.microsoft.com/office/drawing/2014/main" id="{EFD546E0-7282-4E28-BE4E-161162810059}"/>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3" name="Oval 124">
                <a:extLst>
                  <a:ext uri="{FF2B5EF4-FFF2-40B4-BE49-F238E27FC236}">
                    <a16:creationId xmlns:a16="http://schemas.microsoft.com/office/drawing/2014/main" id="{660E62DF-1431-4DFB-9562-BE80A1B83B1E}"/>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4" name="Oval 125">
                <a:extLst>
                  <a:ext uri="{FF2B5EF4-FFF2-40B4-BE49-F238E27FC236}">
                    <a16:creationId xmlns:a16="http://schemas.microsoft.com/office/drawing/2014/main" id="{AB8FE844-F10E-46DB-8552-622721BF044A}"/>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4" name="Group 65">
              <a:extLst>
                <a:ext uri="{FF2B5EF4-FFF2-40B4-BE49-F238E27FC236}">
                  <a16:creationId xmlns:a16="http://schemas.microsoft.com/office/drawing/2014/main" id="{C8FEB8D6-C0EC-4AEF-8C9F-645E9085971F}"/>
                </a:ext>
              </a:extLst>
            </p:cNvPr>
            <p:cNvGrpSpPr/>
            <p:nvPr/>
          </p:nvGrpSpPr>
          <p:grpSpPr>
            <a:xfrm>
              <a:off x="4346540" y="2106613"/>
              <a:ext cx="517415" cy="520840"/>
              <a:chOff x="5016501" y="2106613"/>
              <a:chExt cx="239713" cy="241300"/>
            </a:xfrm>
            <a:solidFill>
              <a:schemeClr val="accent1"/>
            </a:solidFill>
          </p:grpSpPr>
          <p:sp>
            <p:nvSpPr>
              <p:cNvPr id="99" name="Freeform 123">
                <a:extLst>
                  <a:ext uri="{FF2B5EF4-FFF2-40B4-BE49-F238E27FC236}">
                    <a16:creationId xmlns:a16="http://schemas.microsoft.com/office/drawing/2014/main" id="{2C9EF0E7-FB5A-46DC-9E34-920A5BDCCC67}"/>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0" name="Oval 124">
                <a:extLst>
                  <a:ext uri="{FF2B5EF4-FFF2-40B4-BE49-F238E27FC236}">
                    <a16:creationId xmlns:a16="http://schemas.microsoft.com/office/drawing/2014/main" id="{D4C10C4F-B4CF-401A-8FA7-0946E746718E}"/>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01" name="Oval 125">
                <a:extLst>
                  <a:ext uri="{FF2B5EF4-FFF2-40B4-BE49-F238E27FC236}">
                    <a16:creationId xmlns:a16="http://schemas.microsoft.com/office/drawing/2014/main" id="{E8AB25A6-D268-4128-871A-4B399D794AB5}"/>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95" name="Group 75">
              <a:extLst>
                <a:ext uri="{FF2B5EF4-FFF2-40B4-BE49-F238E27FC236}">
                  <a16:creationId xmlns:a16="http://schemas.microsoft.com/office/drawing/2014/main" id="{664083FB-4CD4-44C5-A1D9-ED3253A39234}"/>
                </a:ext>
              </a:extLst>
            </p:cNvPr>
            <p:cNvGrpSpPr/>
            <p:nvPr/>
          </p:nvGrpSpPr>
          <p:grpSpPr>
            <a:xfrm>
              <a:off x="4929058" y="2106613"/>
              <a:ext cx="517415" cy="520840"/>
              <a:chOff x="5016501" y="2106613"/>
              <a:chExt cx="239713" cy="241300"/>
            </a:xfrm>
            <a:solidFill>
              <a:schemeClr val="accent1"/>
            </a:solidFill>
          </p:grpSpPr>
          <p:sp>
            <p:nvSpPr>
              <p:cNvPr id="96" name="Freeform 123">
                <a:extLst>
                  <a:ext uri="{FF2B5EF4-FFF2-40B4-BE49-F238E27FC236}">
                    <a16:creationId xmlns:a16="http://schemas.microsoft.com/office/drawing/2014/main" id="{D0EE9EC5-8C12-4301-B1A7-F22B889A0B13}"/>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97" name="Oval 124">
                <a:extLst>
                  <a:ext uri="{FF2B5EF4-FFF2-40B4-BE49-F238E27FC236}">
                    <a16:creationId xmlns:a16="http://schemas.microsoft.com/office/drawing/2014/main" id="{61AA0120-5FF6-484F-A007-FE9C0B776B1B}"/>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98" name="Oval 125">
                <a:extLst>
                  <a:ext uri="{FF2B5EF4-FFF2-40B4-BE49-F238E27FC236}">
                    <a16:creationId xmlns:a16="http://schemas.microsoft.com/office/drawing/2014/main" id="{FD434D8A-E360-411F-AF6B-018A46B51308}"/>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19" name="Group 169">
            <a:extLst>
              <a:ext uri="{FF2B5EF4-FFF2-40B4-BE49-F238E27FC236}">
                <a16:creationId xmlns:a16="http://schemas.microsoft.com/office/drawing/2014/main" id="{03E88F3B-C2BB-4253-9A3E-36F8E618B19A}"/>
              </a:ext>
            </a:extLst>
          </p:cNvPr>
          <p:cNvGrpSpPr/>
          <p:nvPr/>
        </p:nvGrpSpPr>
        <p:grpSpPr>
          <a:xfrm>
            <a:off x="1248506" y="2304745"/>
            <a:ext cx="4266406" cy="483590"/>
            <a:chOff x="838200" y="2754235"/>
            <a:chExt cx="4595043" cy="520840"/>
          </a:xfrm>
        </p:grpSpPr>
        <p:grpSp>
          <p:nvGrpSpPr>
            <p:cNvPr id="56" name="Group 86">
              <a:extLst>
                <a:ext uri="{FF2B5EF4-FFF2-40B4-BE49-F238E27FC236}">
                  <a16:creationId xmlns:a16="http://schemas.microsoft.com/office/drawing/2014/main" id="{EC37651B-A74E-4434-B371-A1B9AC5AEB53}"/>
                </a:ext>
              </a:extLst>
            </p:cNvPr>
            <p:cNvGrpSpPr/>
            <p:nvPr/>
          </p:nvGrpSpPr>
          <p:grpSpPr>
            <a:xfrm>
              <a:off x="838200" y="2754235"/>
              <a:ext cx="517415" cy="520840"/>
              <a:chOff x="5016501" y="2106613"/>
              <a:chExt cx="239713" cy="241300"/>
            </a:xfrm>
            <a:solidFill>
              <a:schemeClr val="accent1"/>
            </a:solidFill>
          </p:grpSpPr>
          <p:sp>
            <p:nvSpPr>
              <p:cNvPr id="85" name="Freeform 123">
                <a:extLst>
                  <a:ext uri="{FF2B5EF4-FFF2-40B4-BE49-F238E27FC236}">
                    <a16:creationId xmlns:a16="http://schemas.microsoft.com/office/drawing/2014/main" id="{6D3D81C2-9689-49EB-AED3-63F6C613FEA4}"/>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6" name="Oval 124">
                <a:extLst>
                  <a:ext uri="{FF2B5EF4-FFF2-40B4-BE49-F238E27FC236}">
                    <a16:creationId xmlns:a16="http://schemas.microsoft.com/office/drawing/2014/main" id="{0E07BFB3-8E1D-4A48-A62D-BA7036EEAFF9}"/>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7" name="Oval 125">
                <a:extLst>
                  <a:ext uri="{FF2B5EF4-FFF2-40B4-BE49-F238E27FC236}">
                    <a16:creationId xmlns:a16="http://schemas.microsoft.com/office/drawing/2014/main" id="{2F05DC53-1AE8-489F-9A84-2CC49285A9A1}"/>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57" name="Group 96">
              <a:extLst>
                <a:ext uri="{FF2B5EF4-FFF2-40B4-BE49-F238E27FC236}">
                  <a16:creationId xmlns:a16="http://schemas.microsoft.com/office/drawing/2014/main" id="{381AEBA0-BF84-4358-9851-E86241E52830}"/>
                </a:ext>
              </a:extLst>
            </p:cNvPr>
            <p:cNvGrpSpPr/>
            <p:nvPr/>
          </p:nvGrpSpPr>
          <p:grpSpPr>
            <a:xfrm>
              <a:off x="1420718" y="2754235"/>
              <a:ext cx="517415" cy="520840"/>
              <a:chOff x="5016501" y="2106613"/>
              <a:chExt cx="239713" cy="241300"/>
            </a:xfrm>
            <a:solidFill>
              <a:schemeClr val="accent1"/>
            </a:solidFill>
          </p:grpSpPr>
          <p:sp>
            <p:nvSpPr>
              <p:cNvPr id="82" name="Freeform 123">
                <a:extLst>
                  <a:ext uri="{FF2B5EF4-FFF2-40B4-BE49-F238E27FC236}">
                    <a16:creationId xmlns:a16="http://schemas.microsoft.com/office/drawing/2014/main" id="{F389F8A0-532F-4E11-A3D2-04B3674E72FF}"/>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3" name="Oval 124">
                <a:extLst>
                  <a:ext uri="{FF2B5EF4-FFF2-40B4-BE49-F238E27FC236}">
                    <a16:creationId xmlns:a16="http://schemas.microsoft.com/office/drawing/2014/main" id="{BB4FBAE4-CAF6-4CB1-A247-300CBBB656FC}"/>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4" name="Oval 125">
                <a:extLst>
                  <a:ext uri="{FF2B5EF4-FFF2-40B4-BE49-F238E27FC236}">
                    <a16:creationId xmlns:a16="http://schemas.microsoft.com/office/drawing/2014/main" id="{8C4CD50F-1F0E-44AD-8667-50ECE5B7A45E}"/>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58" name="Group 106">
              <a:extLst>
                <a:ext uri="{FF2B5EF4-FFF2-40B4-BE49-F238E27FC236}">
                  <a16:creationId xmlns:a16="http://schemas.microsoft.com/office/drawing/2014/main" id="{64663383-0051-4A42-AE8F-1EACAA4B0729}"/>
                </a:ext>
              </a:extLst>
            </p:cNvPr>
            <p:cNvGrpSpPr/>
            <p:nvPr/>
          </p:nvGrpSpPr>
          <p:grpSpPr>
            <a:xfrm>
              <a:off x="2003237" y="2754235"/>
              <a:ext cx="517415" cy="520840"/>
              <a:chOff x="5016501" y="2106613"/>
              <a:chExt cx="239713" cy="241300"/>
            </a:xfrm>
            <a:solidFill>
              <a:schemeClr val="accent1"/>
            </a:solidFill>
          </p:grpSpPr>
          <p:sp>
            <p:nvSpPr>
              <p:cNvPr id="79" name="Freeform 123">
                <a:extLst>
                  <a:ext uri="{FF2B5EF4-FFF2-40B4-BE49-F238E27FC236}">
                    <a16:creationId xmlns:a16="http://schemas.microsoft.com/office/drawing/2014/main" id="{F27AC95E-E850-404D-87B7-3C15BD68A055}"/>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0" name="Oval 124">
                <a:extLst>
                  <a:ext uri="{FF2B5EF4-FFF2-40B4-BE49-F238E27FC236}">
                    <a16:creationId xmlns:a16="http://schemas.microsoft.com/office/drawing/2014/main" id="{5B7CB4B4-49B6-4AF2-BEB8-DC6B6DAEDA8F}"/>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81" name="Oval 125">
                <a:extLst>
                  <a:ext uri="{FF2B5EF4-FFF2-40B4-BE49-F238E27FC236}">
                    <a16:creationId xmlns:a16="http://schemas.microsoft.com/office/drawing/2014/main" id="{BBBC7165-1C06-40D8-99B8-64481C4C9909}"/>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59" name="Group 116">
              <a:extLst>
                <a:ext uri="{FF2B5EF4-FFF2-40B4-BE49-F238E27FC236}">
                  <a16:creationId xmlns:a16="http://schemas.microsoft.com/office/drawing/2014/main" id="{603860C2-D419-4EE4-995D-AE8D460AB74B}"/>
                </a:ext>
              </a:extLst>
            </p:cNvPr>
            <p:cNvGrpSpPr/>
            <p:nvPr/>
          </p:nvGrpSpPr>
          <p:grpSpPr>
            <a:xfrm>
              <a:off x="2585755" y="2754235"/>
              <a:ext cx="517415" cy="520840"/>
              <a:chOff x="5016501" y="2106613"/>
              <a:chExt cx="239713" cy="241300"/>
            </a:xfrm>
            <a:solidFill>
              <a:schemeClr val="accent1"/>
            </a:solidFill>
          </p:grpSpPr>
          <p:sp>
            <p:nvSpPr>
              <p:cNvPr id="76" name="Freeform 123">
                <a:extLst>
                  <a:ext uri="{FF2B5EF4-FFF2-40B4-BE49-F238E27FC236}">
                    <a16:creationId xmlns:a16="http://schemas.microsoft.com/office/drawing/2014/main" id="{9D2ED4CF-B4E3-42AA-8772-FB7CB451A400}"/>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7" name="Oval 124">
                <a:extLst>
                  <a:ext uri="{FF2B5EF4-FFF2-40B4-BE49-F238E27FC236}">
                    <a16:creationId xmlns:a16="http://schemas.microsoft.com/office/drawing/2014/main" id="{9265A587-ECDB-4878-BCCA-B86A7D0FA9FF}"/>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8" name="Oval 125">
                <a:extLst>
                  <a:ext uri="{FF2B5EF4-FFF2-40B4-BE49-F238E27FC236}">
                    <a16:creationId xmlns:a16="http://schemas.microsoft.com/office/drawing/2014/main" id="{2FB1D8A1-34D8-443D-A1B2-4B34AF4A4857}"/>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60" name="Group 126">
              <a:extLst>
                <a:ext uri="{FF2B5EF4-FFF2-40B4-BE49-F238E27FC236}">
                  <a16:creationId xmlns:a16="http://schemas.microsoft.com/office/drawing/2014/main" id="{358E18F1-7BF8-4552-8946-8A82F45DBE54}"/>
                </a:ext>
              </a:extLst>
            </p:cNvPr>
            <p:cNvGrpSpPr/>
            <p:nvPr/>
          </p:nvGrpSpPr>
          <p:grpSpPr>
            <a:xfrm>
              <a:off x="3168273" y="2754235"/>
              <a:ext cx="517415" cy="520840"/>
              <a:chOff x="5016501" y="2106613"/>
              <a:chExt cx="239713" cy="241300"/>
            </a:xfrm>
            <a:solidFill>
              <a:schemeClr val="accent1"/>
            </a:solidFill>
          </p:grpSpPr>
          <p:sp>
            <p:nvSpPr>
              <p:cNvPr id="73" name="Freeform 123">
                <a:extLst>
                  <a:ext uri="{FF2B5EF4-FFF2-40B4-BE49-F238E27FC236}">
                    <a16:creationId xmlns:a16="http://schemas.microsoft.com/office/drawing/2014/main" id="{33551339-7032-42A7-A18E-862C315E922C}"/>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4" name="Oval 124">
                <a:extLst>
                  <a:ext uri="{FF2B5EF4-FFF2-40B4-BE49-F238E27FC236}">
                    <a16:creationId xmlns:a16="http://schemas.microsoft.com/office/drawing/2014/main" id="{7827485B-426C-454B-98CD-504A789B7547}"/>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5" name="Oval 125">
                <a:extLst>
                  <a:ext uri="{FF2B5EF4-FFF2-40B4-BE49-F238E27FC236}">
                    <a16:creationId xmlns:a16="http://schemas.microsoft.com/office/drawing/2014/main" id="{1ADF32F3-A43E-460A-B929-E66C87030D07}"/>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61" name="Group 136">
              <a:extLst>
                <a:ext uri="{FF2B5EF4-FFF2-40B4-BE49-F238E27FC236}">
                  <a16:creationId xmlns:a16="http://schemas.microsoft.com/office/drawing/2014/main" id="{D0F742FB-DCD1-4C28-B10F-DD7E5F022C60}"/>
                </a:ext>
              </a:extLst>
            </p:cNvPr>
            <p:cNvGrpSpPr/>
            <p:nvPr/>
          </p:nvGrpSpPr>
          <p:grpSpPr>
            <a:xfrm>
              <a:off x="3750792" y="2754235"/>
              <a:ext cx="517415" cy="520840"/>
              <a:chOff x="5016501" y="2106613"/>
              <a:chExt cx="239713" cy="241300"/>
            </a:xfrm>
            <a:solidFill>
              <a:schemeClr val="accent1"/>
            </a:solidFill>
          </p:grpSpPr>
          <p:sp>
            <p:nvSpPr>
              <p:cNvPr id="70" name="Freeform 123">
                <a:extLst>
                  <a:ext uri="{FF2B5EF4-FFF2-40B4-BE49-F238E27FC236}">
                    <a16:creationId xmlns:a16="http://schemas.microsoft.com/office/drawing/2014/main" id="{1CB02255-4DB1-4FD2-BBD7-A2F975A7CF45}"/>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1" name="Oval 124">
                <a:extLst>
                  <a:ext uri="{FF2B5EF4-FFF2-40B4-BE49-F238E27FC236}">
                    <a16:creationId xmlns:a16="http://schemas.microsoft.com/office/drawing/2014/main" id="{3448CB4B-095D-4B1C-8D16-291B33DE41E8}"/>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72" name="Oval 125">
                <a:extLst>
                  <a:ext uri="{FF2B5EF4-FFF2-40B4-BE49-F238E27FC236}">
                    <a16:creationId xmlns:a16="http://schemas.microsoft.com/office/drawing/2014/main" id="{3228EE04-E4AE-4421-8737-C2F22ADE017D}"/>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62" name="Group 146">
              <a:extLst>
                <a:ext uri="{FF2B5EF4-FFF2-40B4-BE49-F238E27FC236}">
                  <a16:creationId xmlns:a16="http://schemas.microsoft.com/office/drawing/2014/main" id="{C9BAA633-F9B9-40DF-8967-720D256CE902}"/>
                </a:ext>
              </a:extLst>
            </p:cNvPr>
            <p:cNvGrpSpPr/>
            <p:nvPr/>
          </p:nvGrpSpPr>
          <p:grpSpPr>
            <a:xfrm>
              <a:off x="4333310" y="2754235"/>
              <a:ext cx="517415" cy="520840"/>
              <a:chOff x="5016501" y="2106613"/>
              <a:chExt cx="239713" cy="241300"/>
            </a:xfrm>
            <a:solidFill>
              <a:schemeClr val="accent1"/>
            </a:solidFill>
          </p:grpSpPr>
          <p:sp>
            <p:nvSpPr>
              <p:cNvPr id="67" name="Freeform 123">
                <a:extLst>
                  <a:ext uri="{FF2B5EF4-FFF2-40B4-BE49-F238E27FC236}">
                    <a16:creationId xmlns:a16="http://schemas.microsoft.com/office/drawing/2014/main" id="{92A234DF-64A3-4625-BFFB-2E465AB1C1BE}"/>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8" name="Oval 124">
                <a:extLst>
                  <a:ext uri="{FF2B5EF4-FFF2-40B4-BE49-F238E27FC236}">
                    <a16:creationId xmlns:a16="http://schemas.microsoft.com/office/drawing/2014/main" id="{DE4FDB3E-07FA-4B31-A186-72970614C96E}"/>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9" name="Oval 125">
                <a:extLst>
                  <a:ext uri="{FF2B5EF4-FFF2-40B4-BE49-F238E27FC236}">
                    <a16:creationId xmlns:a16="http://schemas.microsoft.com/office/drawing/2014/main" id="{6AD0EC2B-98C0-467F-8EAE-0EF72D901287}"/>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63" name="Group 156">
              <a:extLst>
                <a:ext uri="{FF2B5EF4-FFF2-40B4-BE49-F238E27FC236}">
                  <a16:creationId xmlns:a16="http://schemas.microsoft.com/office/drawing/2014/main" id="{88DC68A3-6761-4014-96C6-5F667A07C7B4}"/>
                </a:ext>
              </a:extLst>
            </p:cNvPr>
            <p:cNvGrpSpPr/>
            <p:nvPr/>
          </p:nvGrpSpPr>
          <p:grpSpPr>
            <a:xfrm>
              <a:off x="4915828" y="2754235"/>
              <a:ext cx="517415" cy="520840"/>
              <a:chOff x="5016501" y="2106613"/>
              <a:chExt cx="239713" cy="241300"/>
            </a:xfrm>
            <a:solidFill>
              <a:schemeClr val="accent1"/>
            </a:solidFill>
          </p:grpSpPr>
          <p:sp>
            <p:nvSpPr>
              <p:cNvPr id="64" name="Freeform 123">
                <a:extLst>
                  <a:ext uri="{FF2B5EF4-FFF2-40B4-BE49-F238E27FC236}">
                    <a16:creationId xmlns:a16="http://schemas.microsoft.com/office/drawing/2014/main" id="{B441A6B7-81D9-4619-A36F-26000D22C453}"/>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5" name="Oval 124">
                <a:extLst>
                  <a:ext uri="{FF2B5EF4-FFF2-40B4-BE49-F238E27FC236}">
                    <a16:creationId xmlns:a16="http://schemas.microsoft.com/office/drawing/2014/main" id="{8CA14AC7-10B4-4219-83B0-CA5C3F650A6A}"/>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66" name="Oval 125">
                <a:extLst>
                  <a:ext uri="{FF2B5EF4-FFF2-40B4-BE49-F238E27FC236}">
                    <a16:creationId xmlns:a16="http://schemas.microsoft.com/office/drawing/2014/main" id="{60F03FBD-5AD3-4564-9238-6BCD817CD337}"/>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20" name="Group 171">
            <a:extLst>
              <a:ext uri="{FF2B5EF4-FFF2-40B4-BE49-F238E27FC236}">
                <a16:creationId xmlns:a16="http://schemas.microsoft.com/office/drawing/2014/main" id="{E5E4A735-CA01-463C-AF2C-ABC95822428E}"/>
              </a:ext>
            </a:extLst>
          </p:cNvPr>
          <p:cNvGrpSpPr/>
          <p:nvPr/>
        </p:nvGrpSpPr>
        <p:grpSpPr>
          <a:xfrm>
            <a:off x="1248506" y="2906049"/>
            <a:ext cx="480410" cy="483590"/>
            <a:chOff x="5016501" y="2106613"/>
            <a:chExt cx="239713" cy="241300"/>
          </a:xfrm>
          <a:solidFill>
            <a:schemeClr val="accent1"/>
          </a:solidFill>
        </p:grpSpPr>
        <p:sp>
          <p:nvSpPr>
            <p:cNvPr id="53" name="Freeform 123">
              <a:extLst>
                <a:ext uri="{FF2B5EF4-FFF2-40B4-BE49-F238E27FC236}">
                  <a16:creationId xmlns:a16="http://schemas.microsoft.com/office/drawing/2014/main" id="{F9CD2234-0590-4322-AA03-199802CE0FD6}"/>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4" name="Oval 124">
              <a:extLst>
                <a:ext uri="{FF2B5EF4-FFF2-40B4-BE49-F238E27FC236}">
                  <a16:creationId xmlns:a16="http://schemas.microsoft.com/office/drawing/2014/main" id="{54AA85CA-5625-4A33-8D09-A6302575D89A}"/>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5" name="Oval 125">
              <a:extLst>
                <a:ext uri="{FF2B5EF4-FFF2-40B4-BE49-F238E27FC236}">
                  <a16:creationId xmlns:a16="http://schemas.microsoft.com/office/drawing/2014/main" id="{9D556031-6FDC-4A62-B0E3-C9077662C622}"/>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1" name="Group 172">
            <a:extLst>
              <a:ext uri="{FF2B5EF4-FFF2-40B4-BE49-F238E27FC236}">
                <a16:creationId xmlns:a16="http://schemas.microsoft.com/office/drawing/2014/main" id="{D9BA7793-C410-4E56-810F-405508B792E0}"/>
              </a:ext>
            </a:extLst>
          </p:cNvPr>
          <p:cNvGrpSpPr/>
          <p:nvPr/>
        </p:nvGrpSpPr>
        <p:grpSpPr>
          <a:xfrm>
            <a:off x="1789362" y="2906049"/>
            <a:ext cx="480410" cy="483590"/>
            <a:chOff x="5016501" y="2106613"/>
            <a:chExt cx="239713" cy="241300"/>
          </a:xfrm>
          <a:solidFill>
            <a:schemeClr val="accent1"/>
          </a:solidFill>
        </p:grpSpPr>
        <p:sp>
          <p:nvSpPr>
            <p:cNvPr id="50" name="Freeform 123">
              <a:extLst>
                <a:ext uri="{FF2B5EF4-FFF2-40B4-BE49-F238E27FC236}">
                  <a16:creationId xmlns:a16="http://schemas.microsoft.com/office/drawing/2014/main" id="{871EEBFE-5D01-44F9-8194-591308A08DC4}"/>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1" name="Oval 124">
              <a:extLst>
                <a:ext uri="{FF2B5EF4-FFF2-40B4-BE49-F238E27FC236}">
                  <a16:creationId xmlns:a16="http://schemas.microsoft.com/office/drawing/2014/main" id="{04F86A5D-1E63-49A5-943A-9DC0C7134F41}"/>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52" name="Oval 125">
              <a:extLst>
                <a:ext uri="{FF2B5EF4-FFF2-40B4-BE49-F238E27FC236}">
                  <a16:creationId xmlns:a16="http://schemas.microsoft.com/office/drawing/2014/main" id="{CA918E34-38DE-4A01-A9DE-4986E001AF0B}"/>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 name="Group 173">
            <a:extLst>
              <a:ext uri="{FF2B5EF4-FFF2-40B4-BE49-F238E27FC236}">
                <a16:creationId xmlns:a16="http://schemas.microsoft.com/office/drawing/2014/main" id="{B57179FB-DDC9-47F0-9C65-4DF77F4E38A7}"/>
              </a:ext>
            </a:extLst>
          </p:cNvPr>
          <p:cNvGrpSpPr/>
          <p:nvPr/>
        </p:nvGrpSpPr>
        <p:grpSpPr>
          <a:xfrm>
            <a:off x="2330220" y="2906049"/>
            <a:ext cx="480410" cy="483590"/>
            <a:chOff x="5016501" y="2106613"/>
            <a:chExt cx="239713" cy="241300"/>
          </a:xfrm>
          <a:solidFill>
            <a:schemeClr val="tx1">
              <a:lumMod val="20000"/>
              <a:lumOff val="80000"/>
            </a:schemeClr>
          </a:solidFill>
        </p:grpSpPr>
        <p:sp>
          <p:nvSpPr>
            <p:cNvPr id="47" name="Freeform 123">
              <a:extLst>
                <a:ext uri="{FF2B5EF4-FFF2-40B4-BE49-F238E27FC236}">
                  <a16:creationId xmlns:a16="http://schemas.microsoft.com/office/drawing/2014/main" id="{A5EC7DBB-F117-41CC-92D0-298AE4158C08}"/>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8" name="Oval 124">
              <a:extLst>
                <a:ext uri="{FF2B5EF4-FFF2-40B4-BE49-F238E27FC236}">
                  <a16:creationId xmlns:a16="http://schemas.microsoft.com/office/drawing/2014/main" id="{9E878AF6-EA25-4E23-BB70-BB89DB79B2B8}"/>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9" name="Oval 125">
              <a:extLst>
                <a:ext uri="{FF2B5EF4-FFF2-40B4-BE49-F238E27FC236}">
                  <a16:creationId xmlns:a16="http://schemas.microsoft.com/office/drawing/2014/main" id="{19768997-DCD1-4863-8414-023CB2C31EE8}"/>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3" name="Group 174">
            <a:extLst>
              <a:ext uri="{FF2B5EF4-FFF2-40B4-BE49-F238E27FC236}">
                <a16:creationId xmlns:a16="http://schemas.microsoft.com/office/drawing/2014/main" id="{E156F44F-5DFB-47A7-BFC7-3A7D1383CA31}"/>
              </a:ext>
            </a:extLst>
          </p:cNvPr>
          <p:cNvGrpSpPr/>
          <p:nvPr/>
        </p:nvGrpSpPr>
        <p:grpSpPr>
          <a:xfrm>
            <a:off x="2871076" y="2906049"/>
            <a:ext cx="480410" cy="483590"/>
            <a:chOff x="5016501" y="2106613"/>
            <a:chExt cx="239713" cy="241300"/>
          </a:xfrm>
          <a:solidFill>
            <a:schemeClr val="tx1">
              <a:lumMod val="20000"/>
              <a:lumOff val="80000"/>
            </a:schemeClr>
          </a:solidFill>
        </p:grpSpPr>
        <p:sp>
          <p:nvSpPr>
            <p:cNvPr id="44" name="Freeform 123">
              <a:extLst>
                <a:ext uri="{FF2B5EF4-FFF2-40B4-BE49-F238E27FC236}">
                  <a16:creationId xmlns:a16="http://schemas.microsoft.com/office/drawing/2014/main" id="{14B103E6-5DD7-4C9D-A9B9-C9A286CAF8F7}"/>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5" name="Oval 124">
              <a:extLst>
                <a:ext uri="{FF2B5EF4-FFF2-40B4-BE49-F238E27FC236}">
                  <a16:creationId xmlns:a16="http://schemas.microsoft.com/office/drawing/2014/main" id="{59F3FF62-5457-4AC1-AA45-133997D79E5F}"/>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6" name="Oval 125">
              <a:extLst>
                <a:ext uri="{FF2B5EF4-FFF2-40B4-BE49-F238E27FC236}">
                  <a16:creationId xmlns:a16="http://schemas.microsoft.com/office/drawing/2014/main" id="{FC2270EA-0B76-431A-895A-C08A7C23852E}"/>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4" name="Group 175">
            <a:extLst>
              <a:ext uri="{FF2B5EF4-FFF2-40B4-BE49-F238E27FC236}">
                <a16:creationId xmlns:a16="http://schemas.microsoft.com/office/drawing/2014/main" id="{009B20FC-D237-4FD5-8292-8FB53D57CCA0}"/>
              </a:ext>
            </a:extLst>
          </p:cNvPr>
          <p:cNvGrpSpPr/>
          <p:nvPr/>
        </p:nvGrpSpPr>
        <p:grpSpPr>
          <a:xfrm>
            <a:off x="3411932" y="2906049"/>
            <a:ext cx="480410" cy="483590"/>
            <a:chOff x="5016501" y="2106613"/>
            <a:chExt cx="239713" cy="241300"/>
          </a:xfrm>
          <a:solidFill>
            <a:schemeClr val="tx1">
              <a:lumMod val="20000"/>
              <a:lumOff val="80000"/>
            </a:schemeClr>
          </a:solidFill>
        </p:grpSpPr>
        <p:sp>
          <p:nvSpPr>
            <p:cNvPr id="41" name="Freeform 123">
              <a:extLst>
                <a:ext uri="{FF2B5EF4-FFF2-40B4-BE49-F238E27FC236}">
                  <a16:creationId xmlns:a16="http://schemas.microsoft.com/office/drawing/2014/main" id="{C1E4E024-07E7-4F1D-BFDA-340732972FD4}"/>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2" name="Oval 124">
              <a:extLst>
                <a:ext uri="{FF2B5EF4-FFF2-40B4-BE49-F238E27FC236}">
                  <a16:creationId xmlns:a16="http://schemas.microsoft.com/office/drawing/2014/main" id="{5FBB7969-29DC-4219-9C52-A5761A8C17ED}"/>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3" name="Oval 125">
              <a:extLst>
                <a:ext uri="{FF2B5EF4-FFF2-40B4-BE49-F238E27FC236}">
                  <a16:creationId xmlns:a16="http://schemas.microsoft.com/office/drawing/2014/main" id="{8A168D13-D45C-477B-9EA1-4CC2E66CD12D}"/>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9" name="Group 176">
            <a:extLst>
              <a:ext uri="{FF2B5EF4-FFF2-40B4-BE49-F238E27FC236}">
                <a16:creationId xmlns:a16="http://schemas.microsoft.com/office/drawing/2014/main" id="{EEDE12F9-1CF3-4711-B114-C78AD7650E68}"/>
              </a:ext>
            </a:extLst>
          </p:cNvPr>
          <p:cNvGrpSpPr/>
          <p:nvPr/>
        </p:nvGrpSpPr>
        <p:grpSpPr>
          <a:xfrm>
            <a:off x="3952790" y="2906049"/>
            <a:ext cx="480410" cy="483590"/>
            <a:chOff x="5016501" y="2106613"/>
            <a:chExt cx="239713" cy="241300"/>
          </a:xfrm>
          <a:solidFill>
            <a:schemeClr val="tx1">
              <a:lumMod val="20000"/>
              <a:lumOff val="80000"/>
            </a:schemeClr>
          </a:solidFill>
        </p:grpSpPr>
        <p:sp>
          <p:nvSpPr>
            <p:cNvPr id="38" name="Freeform 123">
              <a:extLst>
                <a:ext uri="{FF2B5EF4-FFF2-40B4-BE49-F238E27FC236}">
                  <a16:creationId xmlns:a16="http://schemas.microsoft.com/office/drawing/2014/main" id="{BE595E99-4079-4EA7-ADD9-1CE5C9756281}"/>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9" name="Oval 124">
              <a:extLst>
                <a:ext uri="{FF2B5EF4-FFF2-40B4-BE49-F238E27FC236}">
                  <a16:creationId xmlns:a16="http://schemas.microsoft.com/office/drawing/2014/main" id="{A3DB507C-1EE8-493B-8BFB-0AAD9E44BF03}"/>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40" name="Oval 125">
              <a:extLst>
                <a:ext uri="{FF2B5EF4-FFF2-40B4-BE49-F238E27FC236}">
                  <a16:creationId xmlns:a16="http://schemas.microsoft.com/office/drawing/2014/main" id="{01DDC744-460D-4B97-B370-97F97EAAD607}"/>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dirty="0">
                <a:cs typeface="+mn-ea"/>
                <a:sym typeface="+mn-lt"/>
              </a:endParaRPr>
            </a:p>
          </p:txBody>
        </p:sp>
      </p:grpSp>
      <p:grpSp>
        <p:nvGrpSpPr>
          <p:cNvPr id="30" name="Group 177">
            <a:extLst>
              <a:ext uri="{FF2B5EF4-FFF2-40B4-BE49-F238E27FC236}">
                <a16:creationId xmlns:a16="http://schemas.microsoft.com/office/drawing/2014/main" id="{B896A19A-F56F-4C37-B194-00F858E52A32}"/>
              </a:ext>
            </a:extLst>
          </p:cNvPr>
          <p:cNvGrpSpPr/>
          <p:nvPr/>
        </p:nvGrpSpPr>
        <p:grpSpPr>
          <a:xfrm>
            <a:off x="4493646" y="2906049"/>
            <a:ext cx="480410" cy="483590"/>
            <a:chOff x="5016501" y="2106613"/>
            <a:chExt cx="239713" cy="241300"/>
          </a:xfrm>
          <a:solidFill>
            <a:schemeClr val="tx1">
              <a:lumMod val="20000"/>
              <a:lumOff val="80000"/>
            </a:schemeClr>
          </a:solidFill>
        </p:grpSpPr>
        <p:sp>
          <p:nvSpPr>
            <p:cNvPr id="35" name="Freeform 123">
              <a:extLst>
                <a:ext uri="{FF2B5EF4-FFF2-40B4-BE49-F238E27FC236}">
                  <a16:creationId xmlns:a16="http://schemas.microsoft.com/office/drawing/2014/main" id="{78461E15-05EA-4357-930E-0420634D7054}"/>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6" name="Oval 124">
              <a:extLst>
                <a:ext uri="{FF2B5EF4-FFF2-40B4-BE49-F238E27FC236}">
                  <a16:creationId xmlns:a16="http://schemas.microsoft.com/office/drawing/2014/main" id="{B8B8F49C-E9E4-4489-AF6F-DEF03E1CC935}"/>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7" name="Oval 125">
              <a:extLst>
                <a:ext uri="{FF2B5EF4-FFF2-40B4-BE49-F238E27FC236}">
                  <a16:creationId xmlns:a16="http://schemas.microsoft.com/office/drawing/2014/main" id="{A6B5B354-AF05-4FCE-A00A-E2668F0CA339}"/>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31" name="Group 178">
            <a:extLst>
              <a:ext uri="{FF2B5EF4-FFF2-40B4-BE49-F238E27FC236}">
                <a16:creationId xmlns:a16="http://schemas.microsoft.com/office/drawing/2014/main" id="{3A46BEC8-B911-4D87-BB4C-0F202CF8B440}"/>
              </a:ext>
            </a:extLst>
          </p:cNvPr>
          <p:cNvGrpSpPr/>
          <p:nvPr/>
        </p:nvGrpSpPr>
        <p:grpSpPr>
          <a:xfrm>
            <a:off x="5034502" y="2906049"/>
            <a:ext cx="480410" cy="483590"/>
            <a:chOff x="5016501" y="2106613"/>
            <a:chExt cx="239713" cy="241300"/>
          </a:xfrm>
          <a:solidFill>
            <a:schemeClr val="tx1">
              <a:lumMod val="20000"/>
              <a:lumOff val="80000"/>
            </a:schemeClr>
          </a:solidFill>
        </p:grpSpPr>
        <p:sp>
          <p:nvSpPr>
            <p:cNvPr id="32" name="Freeform 123">
              <a:extLst>
                <a:ext uri="{FF2B5EF4-FFF2-40B4-BE49-F238E27FC236}">
                  <a16:creationId xmlns:a16="http://schemas.microsoft.com/office/drawing/2014/main" id="{53CD6BC4-C2EC-4B4B-989D-FC719BB90264}"/>
                </a:ext>
              </a:extLst>
            </p:cNvPr>
            <p:cNvSpPr>
              <a:spLocks noEditPoints="1"/>
            </p:cNvSpPr>
            <p:nvPr/>
          </p:nvSpPr>
          <p:spPr bwMode="auto">
            <a:xfrm>
              <a:off x="5016501" y="2106613"/>
              <a:ext cx="239713" cy="241300"/>
            </a:xfrm>
            <a:custGeom>
              <a:avLst/>
              <a:gdLst>
                <a:gd name="T0" fmla="*/ 51 w 64"/>
                <a:gd name="T1" fmla="*/ 38 h 64"/>
                <a:gd name="T2" fmla="*/ 56 w 64"/>
                <a:gd name="T3" fmla="*/ 24 h 64"/>
                <a:gd name="T4" fmla="*/ 32 w 64"/>
                <a:gd name="T5" fmla="*/ 0 h 64"/>
                <a:gd name="T6" fmla="*/ 15 w 64"/>
                <a:gd name="T7" fmla="*/ 7 h 64"/>
                <a:gd name="T8" fmla="*/ 14 w 64"/>
                <a:gd name="T9" fmla="*/ 8 h 64"/>
                <a:gd name="T10" fmla="*/ 13 w 64"/>
                <a:gd name="T11" fmla="*/ 9 h 64"/>
                <a:gd name="T12" fmla="*/ 8 w 64"/>
                <a:gd name="T13" fmla="*/ 20 h 64"/>
                <a:gd name="T14" fmla="*/ 8 w 64"/>
                <a:gd name="T15" fmla="*/ 24 h 64"/>
                <a:gd name="T16" fmla="*/ 13 w 64"/>
                <a:gd name="T17" fmla="*/ 38 h 64"/>
                <a:gd name="T18" fmla="*/ 0 w 64"/>
                <a:gd name="T19" fmla="*/ 64 h 64"/>
                <a:gd name="T20" fmla="*/ 24 w 64"/>
                <a:gd name="T21" fmla="*/ 64 h 64"/>
                <a:gd name="T22" fmla="*/ 28 w 64"/>
                <a:gd name="T23" fmla="*/ 52 h 64"/>
                <a:gd name="T24" fmla="*/ 28 w 64"/>
                <a:gd name="T25" fmla="*/ 48 h 64"/>
                <a:gd name="T26" fmla="*/ 36 w 64"/>
                <a:gd name="T27" fmla="*/ 48 h 64"/>
                <a:gd name="T28" fmla="*/ 36 w 64"/>
                <a:gd name="T29" fmla="*/ 52 h 64"/>
                <a:gd name="T30" fmla="*/ 40 w 64"/>
                <a:gd name="T31" fmla="*/ 64 h 64"/>
                <a:gd name="T32" fmla="*/ 64 w 64"/>
                <a:gd name="T33" fmla="*/ 64 h 64"/>
                <a:gd name="T34" fmla="*/ 51 w 64"/>
                <a:gd name="T35" fmla="*/ 38 h 64"/>
                <a:gd name="T36" fmla="*/ 32 w 64"/>
                <a:gd name="T37" fmla="*/ 44 h 64"/>
                <a:gd name="T38" fmla="*/ 12 w 64"/>
                <a:gd name="T39" fmla="*/ 24 h 64"/>
                <a:gd name="T40" fmla="*/ 13 w 64"/>
                <a:gd name="T41" fmla="*/ 19 h 64"/>
                <a:gd name="T42" fmla="*/ 25 w 64"/>
                <a:gd name="T43" fmla="*/ 7 h 64"/>
                <a:gd name="T44" fmla="*/ 44 w 64"/>
                <a:gd name="T45" fmla="*/ 16 h 64"/>
                <a:gd name="T46" fmla="*/ 50 w 64"/>
                <a:gd name="T47" fmla="*/ 16 h 64"/>
                <a:gd name="T48" fmla="*/ 52 w 64"/>
                <a:gd name="T49" fmla="*/ 24 h 64"/>
                <a:gd name="T50" fmla="*/ 32 w 64"/>
                <a:gd name="T51" fmla="*/ 44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4" h="64">
                  <a:moveTo>
                    <a:pt x="51" y="38"/>
                  </a:moveTo>
                  <a:cubicBezTo>
                    <a:pt x="54" y="34"/>
                    <a:pt x="56" y="29"/>
                    <a:pt x="56" y="24"/>
                  </a:cubicBezTo>
                  <a:cubicBezTo>
                    <a:pt x="56" y="11"/>
                    <a:pt x="45" y="0"/>
                    <a:pt x="32" y="0"/>
                  </a:cubicBezTo>
                  <a:cubicBezTo>
                    <a:pt x="25" y="0"/>
                    <a:pt x="19" y="3"/>
                    <a:pt x="15" y="7"/>
                  </a:cubicBezTo>
                  <a:cubicBezTo>
                    <a:pt x="15" y="8"/>
                    <a:pt x="14" y="8"/>
                    <a:pt x="14" y="8"/>
                  </a:cubicBezTo>
                  <a:cubicBezTo>
                    <a:pt x="14" y="8"/>
                    <a:pt x="14" y="8"/>
                    <a:pt x="13" y="9"/>
                  </a:cubicBezTo>
                  <a:cubicBezTo>
                    <a:pt x="11" y="12"/>
                    <a:pt x="8" y="20"/>
                    <a:pt x="8" y="20"/>
                  </a:cubicBezTo>
                  <a:cubicBezTo>
                    <a:pt x="8" y="21"/>
                    <a:pt x="8" y="23"/>
                    <a:pt x="8" y="24"/>
                  </a:cubicBezTo>
                  <a:cubicBezTo>
                    <a:pt x="8" y="29"/>
                    <a:pt x="10" y="34"/>
                    <a:pt x="13" y="38"/>
                  </a:cubicBezTo>
                  <a:cubicBezTo>
                    <a:pt x="5" y="44"/>
                    <a:pt x="0" y="54"/>
                    <a:pt x="0" y="64"/>
                  </a:cubicBezTo>
                  <a:cubicBezTo>
                    <a:pt x="24" y="64"/>
                    <a:pt x="24" y="64"/>
                    <a:pt x="24" y="64"/>
                  </a:cubicBezTo>
                  <a:cubicBezTo>
                    <a:pt x="28" y="52"/>
                    <a:pt x="28" y="52"/>
                    <a:pt x="28" y="52"/>
                  </a:cubicBezTo>
                  <a:cubicBezTo>
                    <a:pt x="28" y="48"/>
                    <a:pt x="28" y="48"/>
                    <a:pt x="28" y="48"/>
                  </a:cubicBezTo>
                  <a:cubicBezTo>
                    <a:pt x="36" y="48"/>
                    <a:pt x="36" y="48"/>
                    <a:pt x="36" y="48"/>
                  </a:cubicBezTo>
                  <a:cubicBezTo>
                    <a:pt x="36" y="52"/>
                    <a:pt x="36" y="52"/>
                    <a:pt x="36" y="52"/>
                  </a:cubicBezTo>
                  <a:cubicBezTo>
                    <a:pt x="40" y="64"/>
                    <a:pt x="40" y="64"/>
                    <a:pt x="40" y="64"/>
                  </a:cubicBezTo>
                  <a:cubicBezTo>
                    <a:pt x="64" y="64"/>
                    <a:pt x="64" y="64"/>
                    <a:pt x="64" y="64"/>
                  </a:cubicBezTo>
                  <a:cubicBezTo>
                    <a:pt x="64" y="54"/>
                    <a:pt x="59" y="44"/>
                    <a:pt x="51" y="38"/>
                  </a:cubicBezTo>
                  <a:close/>
                  <a:moveTo>
                    <a:pt x="32" y="44"/>
                  </a:moveTo>
                  <a:cubicBezTo>
                    <a:pt x="21" y="44"/>
                    <a:pt x="12" y="35"/>
                    <a:pt x="12" y="24"/>
                  </a:cubicBezTo>
                  <a:cubicBezTo>
                    <a:pt x="12" y="22"/>
                    <a:pt x="12" y="20"/>
                    <a:pt x="13" y="19"/>
                  </a:cubicBezTo>
                  <a:cubicBezTo>
                    <a:pt x="18" y="16"/>
                    <a:pt x="22" y="12"/>
                    <a:pt x="25" y="7"/>
                  </a:cubicBezTo>
                  <a:cubicBezTo>
                    <a:pt x="29" y="13"/>
                    <a:pt x="36" y="16"/>
                    <a:pt x="44" y="16"/>
                  </a:cubicBezTo>
                  <a:cubicBezTo>
                    <a:pt x="46" y="16"/>
                    <a:pt x="48" y="16"/>
                    <a:pt x="50" y="16"/>
                  </a:cubicBezTo>
                  <a:cubicBezTo>
                    <a:pt x="51" y="18"/>
                    <a:pt x="52" y="21"/>
                    <a:pt x="52" y="24"/>
                  </a:cubicBezTo>
                  <a:cubicBezTo>
                    <a:pt x="52" y="35"/>
                    <a:pt x="43" y="44"/>
                    <a:pt x="32"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 name="Oval 124">
              <a:extLst>
                <a:ext uri="{FF2B5EF4-FFF2-40B4-BE49-F238E27FC236}">
                  <a16:creationId xmlns:a16="http://schemas.microsoft.com/office/drawing/2014/main" id="{7F279E66-EC21-4A4D-A745-1951955B5BFA}"/>
                </a:ext>
              </a:extLst>
            </p:cNvPr>
            <p:cNvSpPr>
              <a:spLocks noChangeArrowheads="1"/>
            </p:cNvSpPr>
            <p:nvPr/>
          </p:nvSpPr>
          <p:spPr bwMode="auto">
            <a:xfrm>
              <a:off x="509428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4" name="Oval 125">
              <a:extLst>
                <a:ext uri="{FF2B5EF4-FFF2-40B4-BE49-F238E27FC236}">
                  <a16:creationId xmlns:a16="http://schemas.microsoft.com/office/drawing/2014/main" id="{79E65F6D-0B1E-4A92-96F0-F9B586DD0A4D}"/>
                </a:ext>
              </a:extLst>
            </p:cNvPr>
            <p:cNvSpPr>
              <a:spLocks noChangeArrowheads="1"/>
            </p:cNvSpPr>
            <p:nvPr/>
          </p:nvSpPr>
          <p:spPr bwMode="auto">
            <a:xfrm>
              <a:off x="51514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1" name="Group 167">
            <a:extLst>
              <a:ext uri="{FF2B5EF4-FFF2-40B4-BE49-F238E27FC236}">
                <a16:creationId xmlns:a16="http://schemas.microsoft.com/office/drawing/2014/main" id="{AC5BB48E-0CB5-4434-B022-236CF622720C}"/>
              </a:ext>
            </a:extLst>
          </p:cNvPr>
          <p:cNvGrpSpPr/>
          <p:nvPr/>
        </p:nvGrpSpPr>
        <p:grpSpPr>
          <a:xfrm>
            <a:off x="6640792" y="1703443"/>
            <a:ext cx="4282313" cy="483597"/>
            <a:chOff x="6659078" y="2106613"/>
            <a:chExt cx="4612175" cy="520847"/>
          </a:xfrm>
          <a:solidFill>
            <a:schemeClr val="accent5"/>
          </a:solidFill>
        </p:grpSpPr>
        <p:grpSp>
          <p:nvGrpSpPr>
            <p:cNvPr id="219" name="Group 9">
              <a:extLst>
                <a:ext uri="{FF2B5EF4-FFF2-40B4-BE49-F238E27FC236}">
                  <a16:creationId xmlns:a16="http://schemas.microsoft.com/office/drawing/2014/main" id="{CA9A0791-052C-473B-ACA3-60592BAF8461}"/>
                </a:ext>
              </a:extLst>
            </p:cNvPr>
            <p:cNvGrpSpPr/>
            <p:nvPr/>
          </p:nvGrpSpPr>
          <p:grpSpPr>
            <a:xfrm>
              <a:off x="6659078" y="2106615"/>
              <a:ext cx="534547" cy="520845"/>
              <a:chOff x="5508626" y="2106611"/>
              <a:chExt cx="247650" cy="241302"/>
            </a:xfrm>
            <a:grpFill/>
          </p:grpSpPr>
          <p:sp>
            <p:nvSpPr>
              <p:cNvPr id="262" name="Freeform 126">
                <a:extLst>
                  <a:ext uri="{FF2B5EF4-FFF2-40B4-BE49-F238E27FC236}">
                    <a16:creationId xmlns:a16="http://schemas.microsoft.com/office/drawing/2014/main" id="{02EB4305-6F50-4673-8ABD-1CEBB49BA798}"/>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3" name="Freeform 127">
                <a:extLst>
                  <a:ext uri="{FF2B5EF4-FFF2-40B4-BE49-F238E27FC236}">
                    <a16:creationId xmlns:a16="http://schemas.microsoft.com/office/drawing/2014/main" id="{821D407A-1F64-4DE2-ABC9-20C1E8C3DADC}"/>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4" name="Freeform 128">
                <a:extLst>
                  <a:ext uri="{FF2B5EF4-FFF2-40B4-BE49-F238E27FC236}">
                    <a16:creationId xmlns:a16="http://schemas.microsoft.com/office/drawing/2014/main" id="{8BB1996D-D1FC-4A14-A420-CAF50ED7CB0D}"/>
                  </a:ext>
                </a:extLst>
              </p:cNvPr>
              <p:cNvSpPr>
                <a:spLocks noEditPoints="1"/>
              </p:cNvSpPr>
              <p:nvPr/>
            </p:nvSpPr>
            <p:spPr bwMode="auto">
              <a:xfrm>
                <a:off x="5508626" y="2106611"/>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5" name="Oval 129">
                <a:extLst>
                  <a:ext uri="{FF2B5EF4-FFF2-40B4-BE49-F238E27FC236}">
                    <a16:creationId xmlns:a16="http://schemas.microsoft.com/office/drawing/2014/main" id="{5418E5C9-5FF5-4595-9AB1-AC0555F4A035}"/>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6" name="Oval 130">
                <a:extLst>
                  <a:ext uri="{FF2B5EF4-FFF2-40B4-BE49-F238E27FC236}">
                    <a16:creationId xmlns:a16="http://schemas.microsoft.com/office/drawing/2014/main" id="{6BA23EC7-C793-45F8-BDDC-23C6EB2CC8AD}"/>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0" name="Group 19">
              <a:extLst>
                <a:ext uri="{FF2B5EF4-FFF2-40B4-BE49-F238E27FC236}">
                  <a16:creationId xmlns:a16="http://schemas.microsoft.com/office/drawing/2014/main" id="{1C993499-D639-48C2-9608-C092251ECE56}"/>
                </a:ext>
              </a:extLst>
            </p:cNvPr>
            <p:cNvGrpSpPr/>
            <p:nvPr/>
          </p:nvGrpSpPr>
          <p:grpSpPr>
            <a:xfrm>
              <a:off x="7241596" y="2106613"/>
              <a:ext cx="534547" cy="520840"/>
              <a:chOff x="5508626" y="2106613"/>
              <a:chExt cx="247650" cy="241300"/>
            </a:xfrm>
            <a:grpFill/>
          </p:grpSpPr>
          <p:sp>
            <p:nvSpPr>
              <p:cNvPr id="257" name="Freeform 126">
                <a:extLst>
                  <a:ext uri="{FF2B5EF4-FFF2-40B4-BE49-F238E27FC236}">
                    <a16:creationId xmlns:a16="http://schemas.microsoft.com/office/drawing/2014/main" id="{75FC133E-AD92-494C-A2E3-5A9D01DA3CF0}"/>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8" name="Freeform 127">
                <a:extLst>
                  <a:ext uri="{FF2B5EF4-FFF2-40B4-BE49-F238E27FC236}">
                    <a16:creationId xmlns:a16="http://schemas.microsoft.com/office/drawing/2014/main" id="{8C0CE52C-3700-43BA-8433-552CE3F3BE49}"/>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9" name="Freeform 128">
                <a:extLst>
                  <a:ext uri="{FF2B5EF4-FFF2-40B4-BE49-F238E27FC236}">
                    <a16:creationId xmlns:a16="http://schemas.microsoft.com/office/drawing/2014/main" id="{77977968-72FF-401E-A2D5-DC986242A7DA}"/>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0" name="Oval 129">
                <a:extLst>
                  <a:ext uri="{FF2B5EF4-FFF2-40B4-BE49-F238E27FC236}">
                    <a16:creationId xmlns:a16="http://schemas.microsoft.com/office/drawing/2014/main" id="{CB719D1A-28EF-429B-B495-7BCB83C8948C}"/>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61" name="Oval 130">
                <a:extLst>
                  <a:ext uri="{FF2B5EF4-FFF2-40B4-BE49-F238E27FC236}">
                    <a16:creationId xmlns:a16="http://schemas.microsoft.com/office/drawing/2014/main" id="{FF138FE9-938A-444E-B516-00B9578761FE}"/>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1" name="Group 29">
              <a:extLst>
                <a:ext uri="{FF2B5EF4-FFF2-40B4-BE49-F238E27FC236}">
                  <a16:creationId xmlns:a16="http://schemas.microsoft.com/office/drawing/2014/main" id="{32E917C5-2AEA-433F-A9FB-B3DE6689A1A4}"/>
                </a:ext>
              </a:extLst>
            </p:cNvPr>
            <p:cNvGrpSpPr/>
            <p:nvPr/>
          </p:nvGrpSpPr>
          <p:grpSpPr>
            <a:xfrm>
              <a:off x="7824115" y="2106613"/>
              <a:ext cx="534547" cy="520840"/>
              <a:chOff x="5508626" y="2106613"/>
              <a:chExt cx="247650" cy="241300"/>
            </a:xfrm>
            <a:grpFill/>
          </p:grpSpPr>
          <p:sp>
            <p:nvSpPr>
              <p:cNvPr id="252" name="Freeform 126">
                <a:extLst>
                  <a:ext uri="{FF2B5EF4-FFF2-40B4-BE49-F238E27FC236}">
                    <a16:creationId xmlns:a16="http://schemas.microsoft.com/office/drawing/2014/main" id="{1D7C226F-CC04-45E2-A9A5-81E035E5A56E}"/>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3" name="Freeform 127">
                <a:extLst>
                  <a:ext uri="{FF2B5EF4-FFF2-40B4-BE49-F238E27FC236}">
                    <a16:creationId xmlns:a16="http://schemas.microsoft.com/office/drawing/2014/main" id="{9E15F20A-DC7F-4AC5-8752-8852AEC512FD}"/>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4" name="Freeform 128">
                <a:extLst>
                  <a:ext uri="{FF2B5EF4-FFF2-40B4-BE49-F238E27FC236}">
                    <a16:creationId xmlns:a16="http://schemas.microsoft.com/office/drawing/2014/main" id="{84828F84-0B85-4604-BF02-52D06ACC1B69}"/>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5" name="Oval 129">
                <a:extLst>
                  <a:ext uri="{FF2B5EF4-FFF2-40B4-BE49-F238E27FC236}">
                    <a16:creationId xmlns:a16="http://schemas.microsoft.com/office/drawing/2014/main" id="{30EC227A-F671-4F73-9ACF-DAD45C62518F}"/>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6" name="Oval 130">
                <a:extLst>
                  <a:ext uri="{FF2B5EF4-FFF2-40B4-BE49-F238E27FC236}">
                    <a16:creationId xmlns:a16="http://schemas.microsoft.com/office/drawing/2014/main" id="{9B226535-F66C-431A-99D3-F67EAE212FFD}"/>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2" name="Group 39">
              <a:extLst>
                <a:ext uri="{FF2B5EF4-FFF2-40B4-BE49-F238E27FC236}">
                  <a16:creationId xmlns:a16="http://schemas.microsoft.com/office/drawing/2014/main" id="{80FBC8E8-B17B-487C-9EBA-99EAF643B42D}"/>
                </a:ext>
              </a:extLst>
            </p:cNvPr>
            <p:cNvGrpSpPr/>
            <p:nvPr/>
          </p:nvGrpSpPr>
          <p:grpSpPr>
            <a:xfrm>
              <a:off x="8406633" y="2106613"/>
              <a:ext cx="534547" cy="520840"/>
              <a:chOff x="5508626" y="2106613"/>
              <a:chExt cx="247650" cy="241300"/>
            </a:xfrm>
            <a:grpFill/>
          </p:grpSpPr>
          <p:sp>
            <p:nvSpPr>
              <p:cNvPr id="247" name="Freeform 126">
                <a:extLst>
                  <a:ext uri="{FF2B5EF4-FFF2-40B4-BE49-F238E27FC236}">
                    <a16:creationId xmlns:a16="http://schemas.microsoft.com/office/drawing/2014/main" id="{6130A720-E6A8-48FC-80BA-72476D7CE98C}"/>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8" name="Freeform 127">
                <a:extLst>
                  <a:ext uri="{FF2B5EF4-FFF2-40B4-BE49-F238E27FC236}">
                    <a16:creationId xmlns:a16="http://schemas.microsoft.com/office/drawing/2014/main" id="{A19559FE-1F6E-4374-8BDE-824125A046C8}"/>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9" name="Freeform 128">
                <a:extLst>
                  <a:ext uri="{FF2B5EF4-FFF2-40B4-BE49-F238E27FC236}">
                    <a16:creationId xmlns:a16="http://schemas.microsoft.com/office/drawing/2014/main" id="{F2B8FC45-3AF1-4AF0-8C9E-C50001A60453}"/>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0" name="Oval 129">
                <a:extLst>
                  <a:ext uri="{FF2B5EF4-FFF2-40B4-BE49-F238E27FC236}">
                    <a16:creationId xmlns:a16="http://schemas.microsoft.com/office/drawing/2014/main" id="{8C8D07C4-0033-4E39-A499-EC4A7C973AB3}"/>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51" name="Oval 130">
                <a:extLst>
                  <a:ext uri="{FF2B5EF4-FFF2-40B4-BE49-F238E27FC236}">
                    <a16:creationId xmlns:a16="http://schemas.microsoft.com/office/drawing/2014/main" id="{E82FF8EB-BF8C-4E9D-B6C1-178CD28E8281}"/>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3" name="Group 49">
              <a:extLst>
                <a:ext uri="{FF2B5EF4-FFF2-40B4-BE49-F238E27FC236}">
                  <a16:creationId xmlns:a16="http://schemas.microsoft.com/office/drawing/2014/main" id="{5409E78A-8B5F-49F4-968F-52F8A77E15A7}"/>
                </a:ext>
              </a:extLst>
            </p:cNvPr>
            <p:cNvGrpSpPr/>
            <p:nvPr/>
          </p:nvGrpSpPr>
          <p:grpSpPr>
            <a:xfrm>
              <a:off x="8989151" y="2106613"/>
              <a:ext cx="534547" cy="520840"/>
              <a:chOff x="5508626" y="2106613"/>
              <a:chExt cx="247650" cy="241300"/>
            </a:xfrm>
            <a:grpFill/>
          </p:grpSpPr>
          <p:sp>
            <p:nvSpPr>
              <p:cNvPr id="242" name="Freeform 126">
                <a:extLst>
                  <a:ext uri="{FF2B5EF4-FFF2-40B4-BE49-F238E27FC236}">
                    <a16:creationId xmlns:a16="http://schemas.microsoft.com/office/drawing/2014/main" id="{C5C3EDC3-09D0-46C1-BE0F-93C4A94CE547}"/>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3" name="Freeform 127">
                <a:extLst>
                  <a:ext uri="{FF2B5EF4-FFF2-40B4-BE49-F238E27FC236}">
                    <a16:creationId xmlns:a16="http://schemas.microsoft.com/office/drawing/2014/main" id="{63CD3C65-4265-441E-8968-801F2A244868}"/>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4" name="Freeform 128">
                <a:extLst>
                  <a:ext uri="{FF2B5EF4-FFF2-40B4-BE49-F238E27FC236}">
                    <a16:creationId xmlns:a16="http://schemas.microsoft.com/office/drawing/2014/main" id="{ED32DCEE-D257-486B-8B0D-C3D4F335205B}"/>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5" name="Oval 129">
                <a:extLst>
                  <a:ext uri="{FF2B5EF4-FFF2-40B4-BE49-F238E27FC236}">
                    <a16:creationId xmlns:a16="http://schemas.microsoft.com/office/drawing/2014/main" id="{76F2D190-5A75-4188-A50A-54CB5C9FCC85}"/>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6" name="Oval 130">
                <a:extLst>
                  <a:ext uri="{FF2B5EF4-FFF2-40B4-BE49-F238E27FC236}">
                    <a16:creationId xmlns:a16="http://schemas.microsoft.com/office/drawing/2014/main" id="{1B73165E-CC11-469B-97BC-8F4868754A80}"/>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4" name="Group 59">
              <a:extLst>
                <a:ext uri="{FF2B5EF4-FFF2-40B4-BE49-F238E27FC236}">
                  <a16:creationId xmlns:a16="http://schemas.microsoft.com/office/drawing/2014/main" id="{044E0B50-E79D-414E-8D23-B54E67945E32}"/>
                </a:ext>
              </a:extLst>
            </p:cNvPr>
            <p:cNvGrpSpPr/>
            <p:nvPr/>
          </p:nvGrpSpPr>
          <p:grpSpPr>
            <a:xfrm>
              <a:off x="9571670" y="2106613"/>
              <a:ext cx="534547" cy="520840"/>
              <a:chOff x="5508626" y="2106613"/>
              <a:chExt cx="247650" cy="241300"/>
            </a:xfrm>
            <a:grpFill/>
          </p:grpSpPr>
          <p:sp>
            <p:nvSpPr>
              <p:cNvPr id="237" name="Freeform 126">
                <a:extLst>
                  <a:ext uri="{FF2B5EF4-FFF2-40B4-BE49-F238E27FC236}">
                    <a16:creationId xmlns:a16="http://schemas.microsoft.com/office/drawing/2014/main" id="{96B29E29-AE05-47F5-BFB3-529C137748A3}"/>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8" name="Freeform 127">
                <a:extLst>
                  <a:ext uri="{FF2B5EF4-FFF2-40B4-BE49-F238E27FC236}">
                    <a16:creationId xmlns:a16="http://schemas.microsoft.com/office/drawing/2014/main" id="{9EC1CCA7-3A64-4330-9B9A-D648ED2614D4}"/>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9" name="Freeform 128">
                <a:extLst>
                  <a:ext uri="{FF2B5EF4-FFF2-40B4-BE49-F238E27FC236}">
                    <a16:creationId xmlns:a16="http://schemas.microsoft.com/office/drawing/2014/main" id="{BC57CF65-41E7-44D2-83FE-119AC87A415F}"/>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0" name="Oval 129">
                <a:extLst>
                  <a:ext uri="{FF2B5EF4-FFF2-40B4-BE49-F238E27FC236}">
                    <a16:creationId xmlns:a16="http://schemas.microsoft.com/office/drawing/2014/main" id="{7AE698B0-A306-41B3-9ECD-A6C671CB18F4}"/>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41" name="Oval 130">
                <a:extLst>
                  <a:ext uri="{FF2B5EF4-FFF2-40B4-BE49-F238E27FC236}">
                    <a16:creationId xmlns:a16="http://schemas.microsoft.com/office/drawing/2014/main" id="{B7910041-0D45-4FBD-853E-A68AE9BCF8A5}"/>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5" name="Group 69">
              <a:extLst>
                <a:ext uri="{FF2B5EF4-FFF2-40B4-BE49-F238E27FC236}">
                  <a16:creationId xmlns:a16="http://schemas.microsoft.com/office/drawing/2014/main" id="{72F9021A-251E-480F-8043-6C987182C887}"/>
                </a:ext>
              </a:extLst>
            </p:cNvPr>
            <p:cNvGrpSpPr/>
            <p:nvPr/>
          </p:nvGrpSpPr>
          <p:grpSpPr>
            <a:xfrm>
              <a:off x="10154188" y="2106613"/>
              <a:ext cx="534547" cy="520840"/>
              <a:chOff x="5508626" y="2106613"/>
              <a:chExt cx="247650" cy="241300"/>
            </a:xfrm>
            <a:grpFill/>
          </p:grpSpPr>
          <p:sp>
            <p:nvSpPr>
              <p:cNvPr id="232" name="Freeform 126">
                <a:extLst>
                  <a:ext uri="{FF2B5EF4-FFF2-40B4-BE49-F238E27FC236}">
                    <a16:creationId xmlns:a16="http://schemas.microsoft.com/office/drawing/2014/main" id="{F163C3E2-3A4F-4B91-B51B-13DABB58063F}"/>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3" name="Freeform 127">
                <a:extLst>
                  <a:ext uri="{FF2B5EF4-FFF2-40B4-BE49-F238E27FC236}">
                    <a16:creationId xmlns:a16="http://schemas.microsoft.com/office/drawing/2014/main" id="{3D3DFC5D-3A37-4AC3-82D4-B7F8930E9615}"/>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4" name="Freeform 128">
                <a:extLst>
                  <a:ext uri="{FF2B5EF4-FFF2-40B4-BE49-F238E27FC236}">
                    <a16:creationId xmlns:a16="http://schemas.microsoft.com/office/drawing/2014/main" id="{772AEA4A-79FD-450D-9625-1E8FEEC1896F}"/>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5" name="Oval 129">
                <a:extLst>
                  <a:ext uri="{FF2B5EF4-FFF2-40B4-BE49-F238E27FC236}">
                    <a16:creationId xmlns:a16="http://schemas.microsoft.com/office/drawing/2014/main" id="{069CF680-AC8C-4F4D-8645-78A6D54FE971}"/>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6" name="Oval 130">
                <a:extLst>
                  <a:ext uri="{FF2B5EF4-FFF2-40B4-BE49-F238E27FC236}">
                    <a16:creationId xmlns:a16="http://schemas.microsoft.com/office/drawing/2014/main" id="{DD8714A9-9892-4941-A59B-A51CCB69C04E}"/>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226" name="Group 79">
              <a:extLst>
                <a:ext uri="{FF2B5EF4-FFF2-40B4-BE49-F238E27FC236}">
                  <a16:creationId xmlns:a16="http://schemas.microsoft.com/office/drawing/2014/main" id="{C4CB8501-B98C-4F56-8369-28960395B402}"/>
                </a:ext>
              </a:extLst>
            </p:cNvPr>
            <p:cNvGrpSpPr/>
            <p:nvPr/>
          </p:nvGrpSpPr>
          <p:grpSpPr>
            <a:xfrm>
              <a:off x="10736706" y="2106613"/>
              <a:ext cx="534547" cy="520840"/>
              <a:chOff x="5508626" y="2106613"/>
              <a:chExt cx="247650" cy="241300"/>
            </a:xfrm>
            <a:grpFill/>
          </p:grpSpPr>
          <p:sp>
            <p:nvSpPr>
              <p:cNvPr id="227" name="Freeform 126">
                <a:extLst>
                  <a:ext uri="{FF2B5EF4-FFF2-40B4-BE49-F238E27FC236}">
                    <a16:creationId xmlns:a16="http://schemas.microsoft.com/office/drawing/2014/main" id="{4AE198C7-8D29-4ADF-8FFD-A9DDED49DEBB}"/>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28" name="Freeform 127">
                <a:extLst>
                  <a:ext uri="{FF2B5EF4-FFF2-40B4-BE49-F238E27FC236}">
                    <a16:creationId xmlns:a16="http://schemas.microsoft.com/office/drawing/2014/main" id="{1C48760A-2999-49F7-9E60-C80F64014D8B}"/>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29" name="Freeform 128">
                <a:extLst>
                  <a:ext uri="{FF2B5EF4-FFF2-40B4-BE49-F238E27FC236}">
                    <a16:creationId xmlns:a16="http://schemas.microsoft.com/office/drawing/2014/main" id="{19765FE3-1C12-41A1-9ADD-82694FFF69B8}"/>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0" name="Oval 129">
                <a:extLst>
                  <a:ext uri="{FF2B5EF4-FFF2-40B4-BE49-F238E27FC236}">
                    <a16:creationId xmlns:a16="http://schemas.microsoft.com/office/drawing/2014/main" id="{8D602A6C-D47E-4C9C-ACF9-0C0692905F30}"/>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31" name="Oval 130">
                <a:extLst>
                  <a:ext uri="{FF2B5EF4-FFF2-40B4-BE49-F238E27FC236}">
                    <a16:creationId xmlns:a16="http://schemas.microsoft.com/office/drawing/2014/main" id="{06CFADDB-E867-487A-8D54-814E4ADEA002}"/>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122" name="Group 168">
            <a:extLst>
              <a:ext uri="{FF2B5EF4-FFF2-40B4-BE49-F238E27FC236}">
                <a16:creationId xmlns:a16="http://schemas.microsoft.com/office/drawing/2014/main" id="{31087498-C1D4-4F93-9CBC-EC9539AC3971}"/>
              </a:ext>
            </a:extLst>
          </p:cNvPr>
          <p:cNvGrpSpPr/>
          <p:nvPr/>
        </p:nvGrpSpPr>
        <p:grpSpPr>
          <a:xfrm>
            <a:off x="6640792" y="2304746"/>
            <a:ext cx="4282313" cy="483590"/>
            <a:chOff x="6645848" y="2754235"/>
            <a:chExt cx="4612175" cy="520840"/>
          </a:xfrm>
        </p:grpSpPr>
        <p:grpSp>
          <p:nvGrpSpPr>
            <p:cNvPr id="171" name="Group 90">
              <a:extLst>
                <a:ext uri="{FF2B5EF4-FFF2-40B4-BE49-F238E27FC236}">
                  <a16:creationId xmlns:a16="http://schemas.microsoft.com/office/drawing/2014/main" id="{865C664C-36FF-4702-97DF-218F32474F7D}"/>
                </a:ext>
              </a:extLst>
            </p:cNvPr>
            <p:cNvGrpSpPr/>
            <p:nvPr/>
          </p:nvGrpSpPr>
          <p:grpSpPr>
            <a:xfrm>
              <a:off x="6645848" y="2754235"/>
              <a:ext cx="534547" cy="520840"/>
              <a:chOff x="5508626" y="2106613"/>
              <a:chExt cx="247650" cy="241300"/>
            </a:xfrm>
            <a:solidFill>
              <a:schemeClr val="accent5"/>
            </a:solidFill>
          </p:grpSpPr>
          <p:sp>
            <p:nvSpPr>
              <p:cNvPr id="214" name="Freeform 126">
                <a:extLst>
                  <a:ext uri="{FF2B5EF4-FFF2-40B4-BE49-F238E27FC236}">
                    <a16:creationId xmlns:a16="http://schemas.microsoft.com/office/drawing/2014/main" id="{65B8EEC6-3139-45BD-8F1B-321A35C8AABC}"/>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5" name="Freeform 127">
                <a:extLst>
                  <a:ext uri="{FF2B5EF4-FFF2-40B4-BE49-F238E27FC236}">
                    <a16:creationId xmlns:a16="http://schemas.microsoft.com/office/drawing/2014/main" id="{64C0B97F-F24D-470A-AC80-040BC303C423}"/>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6" name="Freeform 128">
                <a:extLst>
                  <a:ext uri="{FF2B5EF4-FFF2-40B4-BE49-F238E27FC236}">
                    <a16:creationId xmlns:a16="http://schemas.microsoft.com/office/drawing/2014/main" id="{714620B2-2E45-4E30-AC8C-7D3A3B4190EA}"/>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7" name="Oval 129">
                <a:extLst>
                  <a:ext uri="{FF2B5EF4-FFF2-40B4-BE49-F238E27FC236}">
                    <a16:creationId xmlns:a16="http://schemas.microsoft.com/office/drawing/2014/main" id="{AFC7B514-5E86-4585-AE60-CF646AB89ACE}"/>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8" name="Oval 130">
                <a:extLst>
                  <a:ext uri="{FF2B5EF4-FFF2-40B4-BE49-F238E27FC236}">
                    <a16:creationId xmlns:a16="http://schemas.microsoft.com/office/drawing/2014/main" id="{771C7543-2528-4705-9568-7BFE60925B93}"/>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2" name="Group 100">
              <a:extLst>
                <a:ext uri="{FF2B5EF4-FFF2-40B4-BE49-F238E27FC236}">
                  <a16:creationId xmlns:a16="http://schemas.microsoft.com/office/drawing/2014/main" id="{80ED437F-6CE1-4C71-BE71-550594906A80}"/>
                </a:ext>
              </a:extLst>
            </p:cNvPr>
            <p:cNvGrpSpPr/>
            <p:nvPr/>
          </p:nvGrpSpPr>
          <p:grpSpPr>
            <a:xfrm>
              <a:off x="7228366" y="2754235"/>
              <a:ext cx="534547" cy="520840"/>
              <a:chOff x="5508626" y="2106613"/>
              <a:chExt cx="247650" cy="241300"/>
            </a:xfrm>
            <a:solidFill>
              <a:schemeClr val="accent5"/>
            </a:solidFill>
          </p:grpSpPr>
          <p:sp>
            <p:nvSpPr>
              <p:cNvPr id="209" name="Freeform 126">
                <a:extLst>
                  <a:ext uri="{FF2B5EF4-FFF2-40B4-BE49-F238E27FC236}">
                    <a16:creationId xmlns:a16="http://schemas.microsoft.com/office/drawing/2014/main" id="{0CFF7586-272C-4102-AB1A-C87A6F628889}"/>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0" name="Freeform 127">
                <a:extLst>
                  <a:ext uri="{FF2B5EF4-FFF2-40B4-BE49-F238E27FC236}">
                    <a16:creationId xmlns:a16="http://schemas.microsoft.com/office/drawing/2014/main" id="{5763CB38-60E0-4B9D-BC07-6D8984101967}"/>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1" name="Freeform 128">
                <a:extLst>
                  <a:ext uri="{FF2B5EF4-FFF2-40B4-BE49-F238E27FC236}">
                    <a16:creationId xmlns:a16="http://schemas.microsoft.com/office/drawing/2014/main" id="{B56E0FCA-17A8-4E92-9E86-C986E8F9DE92}"/>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2" name="Oval 129">
                <a:extLst>
                  <a:ext uri="{FF2B5EF4-FFF2-40B4-BE49-F238E27FC236}">
                    <a16:creationId xmlns:a16="http://schemas.microsoft.com/office/drawing/2014/main" id="{7438D598-8269-41CF-ADFC-E5C1EE40643C}"/>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13" name="Oval 130">
                <a:extLst>
                  <a:ext uri="{FF2B5EF4-FFF2-40B4-BE49-F238E27FC236}">
                    <a16:creationId xmlns:a16="http://schemas.microsoft.com/office/drawing/2014/main" id="{013A9083-E8A6-49CB-8C7F-0A48E9C9F14B}"/>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3" name="Group 110">
              <a:extLst>
                <a:ext uri="{FF2B5EF4-FFF2-40B4-BE49-F238E27FC236}">
                  <a16:creationId xmlns:a16="http://schemas.microsoft.com/office/drawing/2014/main" id="{8489D015-8E4C-4BB9-A1CF-8F6422A94253}"/>
                </a:ext>
              </a:extLst>
            </p:cNvPr>
            <p:cNvGrpSpPr/>
            <p:nvPr/>
          </p:nvGrpSpPr>
          <p:grpSpPr>
            <a:xfrm>
              <a:off x="7810885" y="2754235"/>
              <a:ext cx="534547" cy="520840"/>
              <a:chOff x="5508626" y="2106613"/>
              <a:chExt cx="247650" cy="241300"/>
            </a:xfrm>
            <a:solidFill>
              <a:schemeClr val="accent5"/>
            </a:solidFill>
          </p:grpSpPr>
          <p:sp>
            <p:nvSpPr>
              <p:cNvPr id="204" name="Freeform 126">
                <a:extLst>
                  <a:ext uri="{FF2B5EF4-FFF2-40B4-BE49-F238E27FC236}">
                    <a16:creationId xmlns:a16="http://schemas.microsoft.com/office/drawing/2014/main" id="{184DBC0C-8740-4B30-B074-7A9B507B19A2}"/>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5" name="Freeform 127">
                <a:extLst>
                  <a:ext uri="{FF2B5EF4-FFF2-40B4-BE49-F238E27FC236}">
                    <a16:creationId xmlns:a16="http://schemas.microsoft.com/office/drawing/2014/main" id="{692C3F2E-219D-45B8-A41B-27D629188998}"/>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6" name="Freeform 128">
                <a:extLst>
                  <a:ext uri="{FF2B5EF4-FFF2-40B4-BE49-F238E27FC236}">
                    <a16:creationId xmlns:a16="http://schemas.microsoft.com/office/drawing/2014/main" id="{2DDA6EFA-22BB-4F7E-88E7-B82DDF1ADC08}"/>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7" name="Oval 129">
                <a:extLst>
                  <a:ext uri="{FF2B5EF4-FFF2-40B4-BE49-F238E27FC236}">
                    <a16:creationId xmlns:a16="http://schemas.microsoft.com/office/drawing/2014/main" id="{02063F8C-CFFF-459A-8BCA-2F052DC924AD}"/>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8" name="Oval 130">
                <a:extLst>
                  <a:ext uri="{FF2B5EF4-FFF2-40B4-BE49-F238E27FC236}">
                    <a16:creationId xmlns:a16="http://schemas.microsoft.com/office/drawing/2014/main" id="{7074D821-8E35-4E8E-B94E-DC439419A8F5}"/>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4" name="Group 120">
              <a:extLst>
                <a:ext uri="{FF2B5EF4-FFF2-40B4-BE49-F238E27FC236}">
                  <a16:creationId xmlns:a16="http://schemas.microsoft.com/office/drawing/2014/main" id="{A2BFBD68-5A5B-4407-8085-1ED56DB0CEA5}"/>
                </a:ext>
              </a:extLst>
            </p:cNvPr>
            <p:cNvGrpSpPr/>
            <p:nvPr/>
          </p:nvGrpSpPr>
          <p:grpSpPr>
            <a:xfrm>
              <a:off x="8393403" y="2754235"/>
              <a:ext cx="534547" cy="520840"/>
              <a:chOff x="5508626" y="2106613"/>
              <a:chExt cx="247650" cy="241300"/>
            </a:xfrm>
            <a:solidFill>
              <a:schemeClr val="accent5"/>
            </a:solidFill>
          </p:grpSpPr>
          <p:sp>
            <p:nvSpPr>
              <p:cNvPr id="199" name="Freeform 126">
                <a:extLst>
                  <a:ext uri="{FF2B5EF4-FFF2-40B4-BE49-F238E27FC236}">
                    <a16:creationId xmlns:a16="http://schemas.microsoft.com/office/drawing/2014/main" id="{B5BDAB37-AF45-4252-A81E-2D11D78AAF2A}"/>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0" name="Freeform 127">
                <a:extLst>
                  <a:ext uri="{FF2B5EF4-FFF2-40B4-BE49-F238E27FC236}">
                    <a16:creationId xmlns:a16="http://schemas.microsoft.com/office/drawing/2014/main" id="{D5ABC1A3-C9EF-4254-8D0B-EDD48939C5BB}"/>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1" name="Freeform 128">
                <a:extLst>
                  <a:ext uri="{FF2B5EF4-FFF2-40B4-BE49-F238E27FC236}">
                    <a16:creationId xmlns:a16="http://schemas.microsoft.com/office/drawing/2014/main" id="{3D63850A-4285-4CDC-8AF4-4793169CE280}"/>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2" name="Oval 129">
                <a:extLst>
                  <a:ext uri="{FF2B5EF4-FFF2-40B4-BE49-F238E27FC236}">
                    <a16:creationId xmlns:a16="http://schemas.microsoft.com/office/drawing/2014/main" id="{05AE3AEF-B453-4084-8696-8B6C50BFB0CC}"/>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203" name="Oval 130">
                <a:extLst>
                  <a:ext uri="{FF2B5EF4-FFF2-40B4-BE49-F238E27FC236}">
                    <a16:creationId xmlns:a16="http://schemas.microsoft.com/office/drawing/2014/main" id="{1D08321E-1727-48F2-8249-4AA6E2A789DA}"/>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5" name="Group 130">
              <a:extLst>
                <a:ext uri="{FF2B5EF4-FFF2-40B4-BE49-F238E27FC236}">
                  <a16:creationId xmlns:a16="http://schemas.microsoft.com/office/drawing/2014/main" id="{E79A21E2-E027-492A-B59F-8096C15B2034}"/>
                </a:ext>
              </a:extLst>
            </p:cNvPr>
            <p:cNvGrpSpPr/>
            <p:nvPr/>
          </p:nvGrpSpPr>
          <p:grpSpPr>
            <a:xfrm>
              <a:off x="8975921" y="2754235"/>
              <a:ext cx="534547" cy="520840"/>
              <a:chOff x="5508626" y="2106613"/>
              <a:chExt cx="247650" cy="241300"/>
            </a:xfrm>
            <a:solidFill>
              <a:schemeClr val="accent5"/>
            </a:solidFill>
          </p:grpSpPr>
          <p:sp>
            <p:nvSpPr>
              <p:cNvPr id="194" name="Freeform 126">
                <a:extLst>
                  <a:ext uri="{FF2B5EF4-FFF2-40B4-BE49-F238E27FC236}">
                    <a16:creationId xmlns:a16="http://schemas.microsoft.com/office/drawing/2014/main" id="{3B039CE0-C441-46D1-BF4E-389B2DC7C182}"/>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5" name="Freeform 127">
                <a:extLst>
                  <a:ext uri="{FF2B5EF4-FFF2-40B4-BE49-F238E27FC236}">
                    <a16:creationId xmlns:a16="http://schemas.microsoft.com/office/drawing/2014/main" id="{76FDF0DD-A9CD-4A7D-941A-ADDB1D954251}"/>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6" name="Freeform 128">
                <a:extLst>
                  <a:ext uri="{FF2B5EF4-FFF2-40B4-BE49-F238E27FC236}">
                    <a16:creationId xmlns:a16="http://schemas.microsoft.com/office/drawing/2014/main" id="{463E165B-357A-4183-B386-C3168E3D6CA4}"/>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7" name="Oval 129">
                <a:extLst>
                  <a:ext uri="{FF2B5EF4-FFF2-40B4-BE49-F238E27FC236}">
                    <a16:creationId xmlns:a16="http://schemas.microsoft.com/office/drawing/2014/main" id="{CA48F914-2228-4037-9C19-5469105E9FB0}"/>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8" name="Oval 130">
                <a:extLst>
                  <a:ext uri="{FF2B5EF4-FFF2-40B4-BE49-F238E27FC236}">
                    <a16:creationId xmlns:a16="http://schemas.microsoft.com/office/drawing/2014/main" id="{0D3B9C49-860F-4C79-8470-9D3C91B96769}"/>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6" name="Group 140">
              <a:extLst>
                <a:ext uri="{FF2B5EF4-FFF2-40B4-BE49-F238E27FC236}">
                  <a16:creationId xmlns:a16="http://schemas.microsoft.com/office/drawing/2014/main" id="{A6CDF58F-42A4-42C5-A887-35086995639E}"/>
                </a:ext>
              </a:extLst>
            </p:cNvPr>
            <p:cNvGrpSpPr/>
            <p:nvPr/>
          </p:nvGrpSpPr>
          <p:grpSpPr>
            <a:xfrm>
              <a:off x="9558440" y="2754235"/>
              <a:ext cx="534547" cy="520840"/>
              <a:chOff x="5508626" y="2106613"/>
              <a:chExt cx="247650" cy="241300"/>
            </a:xfrm>
            <a:solidFill>
              <a:schemeClr val="accent5"/>
            </a:solidFill>
          </p:grpSpPr>
          <p:sp>
            <p:nvSpPr>
              <p:cNvPr id="189" name="Freeform 126">
                <a:extLst>
                  <a:ext uri="{FF2B5EF4-FFF2-40B4-BE49-F238E27FC236}">
                    <a16:creationId xmlns:a16="http://schemas.microsoft.com/office/drawing/2014/main" id="{B08E3ED8-271D-4073-8F98-775C15EB9CCB}"/>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0" name="Freeform 127">
                <a:extLst>
                  <a:ext uri="{FF2B5EF4-FFF2-40B4-BE49-F238E27FC236}">
                    <a16:creationId xmlns:a16="http://schemas.microsoft.com/office/drawing/2014/main" id="{F28D7AC5-1F6D-4556-B176-9EDF193D8C96}"/>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1" name="Freeform 128">
                <a:extLst>
                  <a:ext uri="{FF2B5EF4-FFF2-40B4-BE49-F238E27FC236}">
                    <a16:creationId xmlns:a16="http://schemas.microsoft.com/office/drawing/2014/main" id="{7FBB95B2-AADA-499B-80B9-F80F1BC5609B}"/>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2" name="Oval 129">
                <a:extLst>
                  <a:ext uri="{FF2B5EF4-FFF2-40B4-BE49-F238E27FC236}">
                    <a16:creationId xmlns:a16="http://schemas.microsoft.com/office/drawing/2014/main" id="{C06BA6CC-5319-4A65-AFFC-CB8F85FF7B83}"/>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93" name="Oval 130">
                <a:extLst>
                  <a:ext uri="{FF2B5EF4-FFF2-40B4-BE49-F238E27FC236}">
                    <a16:creationId xmlns:a16="http://schemas.microsoft.com/office/drawing/2014/main" id="{44608EC9-82BE-4D54-AAD8-137F31E66904}"/>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7" name="Group 150">
              <a:extLst>
                <a:ext uri="{FF2B5EF4-FFF2-40B4-BE49-F238E27FC236}">
                  <a16:creationId xmlns:a16="http://schemas.microsoft.com/office/drawing/2014/main" id="{80EB175F-D9E9-4026-8A11-CE02E584B7FD}"/>
                </a:ext>
              </a:extLst>
            </p:cNvPr>
            <p:cNvGrpSpPr/>
            <p:nvPr/>
          </p:nvGrpSpPr>
          <p:grpSpPr>
            <a:xfrm>
              <a:off x="10140958" y="2754235"/>
              <a:ext cx="534547" cy="520840"/>
              <a:chOff x="5508626" y="2106613"/>
              <a:chExt cx="247650" cy="241300"/>
            </a:xfrm>
            <a:solidFill>
              <a:schemeClr val="accent5"/>
            </a:solidFill>
          </p:grpSpPr>
          <p:sp>
            <p:nvSpPr>
              <p:cNvPr id="184" name="Freeform 126">
                <a:extLst>
                  <a:ext uri="{FF2B5EF4-FFF2-40B4-BE49-F238E27FC236}">
                    <a16:creationId xmlns:a16="http://schemas.microsoft.com/office/drawing/2014/main" id="{1782AD87-9668-40DC-B651-4F5901D183E5}"/>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5" name="Freeform 127">
                <a:extLst>
                  <a:ext uri="{FF2B5EF4-FFF2-40B4-BE49-F238E27FC236}">
                    <a16:creationId xmlns:a16="http://schemas.microsoft.com/office/drawing/2014/main" id="{E12FDF99-841E-4E55-B2B6-C21C34E9F21E}"/>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6" name="Freeform 128">
                <a:extLst>
                  <a:ext uri="{FF2B5EF4-FFF2-40B4-BE49-F238E27FC236}">
                    <a16:creationId xmlns:a16="http://schemas.microsoft.com/office/drawing/2014/main" id="{9D593DFC-3E8B-4347-A73B-42DAFFCC52D4}"/>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7" name="Oval 129">
                <a:extLst>
                  <a:ext uri="{FF2B5EF4-FFF2-40B4-BE49-F238E27FC236}">
                    <a16:creationId xmlns:a16="http://schemas.microsoft.com/office/drawing/2014/main" id="{C2E4E42E-EF5B-418D-9C60-0D18E7856F30}"/>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8" name="Oval 130">
                <a:extLst>
                  <a:ext uri="{FF2B5EF4-FFF2-40B4-BE49-F238E27FC236}">
                    <a16:creationId xmlns:a16="http://schemas.microsoft.com/office/drawing/2014/main" id="{19FF23FC-3616-476A-BA6A-C5AF32B1150A}"/>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78" name="Group 160">
              <a:extLst>
                <a:ext uri="{FF2B5EF4-FFF2-40B4-BE49-F238E27FC236}">
                  <a16:creationId xmlns:a16="http://schemas.microsoft.com/office/drawing/2014/main" id="{DC7B29E9-15CF-48B3-9DF3-AADD19918A95}"/>
                </a:ext>
              </a:extLst>
            </p:cNvPr>
            <p:cNvGrpSpPr/>
            <p:nvPr/>
          </p:nvGrpSpPr>
          <p:grpSpPr>
            <a:xfrm>
              <a:off x="10723476" y="2754235"/>
              <a:ext cx="534547" cy="520840"/>
              <a:chOff x="5508626" y="2106613"/>
              <a:chExt cx="247650" cy="241300"/>
            </a:xfrm>
            <a:solidFill>
              <a:schemeClr val="accent5"/>
            </a:solidFill>
          </p:grpSpPr>
          <p:sp>
            <p:nvSpPr>
              <p:cNvPr id="179" name="Freeform 126">
                <a:extLst>
                  <a:ext uri="{FF2B5EF4-FFF2-40B4-BE49-F238E27FC236}">
                    <a16:creationId xmlns:a16="http://schemas.microsoft.com/office/drawing/2014/main" id="{009BDCD5-D4A9-41DC-9E7F-263D851AF0B9}"/>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0" name="Freeform 127">
                <a:extLst>
                  <a:ext uri="{FF2B5EF4-FFF2-40B4-BE49-F238E27FC236}">
                    <a16:creationId xmlns:a16="http://schemas.microsoft.com/office/drawing/2014/main" id="{D1CC093D-B199-4651-B4A9-617E99037438}"/>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1" name="Freeform 128">
                <a:extLst>
                  <a:ext uri="{FF2B5EF4-FFF2-40B4-BE49-F238E27FC236}">
                    <a16:creationId xmlns:a16="http://schemas.microsoft.com/office/drawing/2014/main" id="{026618E5-6F51-4C14-8A6F-223FD4D78815}"/>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2" name="Oval 129">
                <a:extLst>
                  <a:ext uri="{FF2B5EF4-FFF2-40B4-BE49-F238E27FC236}">
                    <a16:creationId xmlns:a16="http://schemas.microsoft.com/office/drawing/2014/main" id="{0C5A72F1-99DB-4288-BBE5-146D5B9C5B82}"/>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83" name="Oval 130">
                <a:extLst>
                  <a:ext uri="{FF2B5EF4-FFF2-40B4-BE49-F238E27FC236}">
                    <a16:creationId xmlns:a16="http://schemas.microsoft.com/office/drawing/2014/main" id="{33F4CAA6-64A4-438D-B817-BBCC29BF57A5}"/>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123" name="Group 204">
            <a:extLst>
              <a:ext uri="{FF2B5EF4-FFF2-40B4-BE49-F238E27FC236}">
                <a16:creationId xmlns:a16="http://schemas.microsoft.com/office/drawing/2014/main" id="{37AE6642-AA71-472B-9803-CD346DFF355B}"/>
              </a:ext>
            </a:extLst>
          </p:cNvPr>
          <p:cNvGrpSpPr/>
          <p:nvPr/>
        </p:nvGrpSpPr>
        <p:grpSpPr>
          <a:xfrm>
            <a:off x="6640792" y="2906050"/>
            <a:ext cx="496316" cy="483590"/>
            <a:chOff x="5508626" y="2106613"/>
            <a:chExt cx="247650" cy="241300"/>
          </a:xfrm>
          <a:solidFill>
            <a:schemeClr val="accent5"/>
          </a:solidFill>
        </p:grpSpPr>
        <p:sp>
          <p:nvSpPr>
            <p:cNvPr id="166" name="Freeform 126">
              <a:extLst>
                <a:ext uri="{FF2B5EF4-FFF2-40B4-BE49-F238E27FC236}">
                  <a16:creationId xmlns:a16="http://schemas.microsoft.com/office/drawing/2014/main" id="{CE9A9A63-05CC-41E6-AED4-40A381D3C399}"/>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7" name="Freeform 127">
              <a:extLst>
                <a:ext uri="{FF2B5EF4-FFF2-40B4-BE49-F238E27FC236}">
                  <a16:creationId xmlns:a16="http://schemas.microsoft.com/office/drawing/2014/main" id="{2C695623-D60F-48DE-BFE7-44469FD5175B}"/>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8" name="Freeform 128">
              <a:extLst>
                <a:ext uri="{FF2B5EF4-FFF2-40B4-BE49-F238E27FC236}">
                  <a16:creationId xmlns:a16="http://schemas.microsoft.com/office/drawing/2014/main" id="{D7EA0C49-5C2B-4A81-A7C7-5C366769B870}"/>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9" name="Oval 129">
              <a:extLst>
                <a:ext uri="{FF2B5EF4-FFF2-40B4-BE49-F238E27FC236}">
                  <a16:creationId xmlns:a16="http://schemas.microsoft.com/office/drawing/2014/main" id="{CCDAB6DB-C17F-497A-899C-3E3CF6758A75}"/>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70" name="Oval 130">
              <a:extLst>
                <a:ext uri="{FF2B5EF4-FFF2-40B4-BE49-F238E27FC236}">
                  <a16:creationId xmlns:a16="http://schemas.microsoft.com/office/drawing/2014/main" id="{0B1CEECF-058D-4662-BC14-2E91AEFFF52F}"/>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4" name="Group 205">
            <a:extLst>
              <a:ext uri="{FF2B5EF4-FFF2-40B4-BE49-F238E27FC236}">
                <a16:creationId xmlns:a16="http://schemas.microsoft.com/office/drawing/2014/main" id="{15FD856F-B9EA-4E3A-A46C-B53AE6781A07}"/>
              </a:ext>
            </a:extLst>
          </p:cNvPr>
          <p:cNvGrpSpPr/>
          <p:nvPr/>
        </p:nvGrpSpPr>
        <p:grpSpPr>
          <a:xfrm>
            <a:off x="7181648" y="2906050"/>
            <a:ext cx="496316" cy="483590"/>
            <a:chOff x="5508626" y="2106613"/>
            <a:chExt cx="247650" cy="241300"/>
          </a:xfrm>
          <a:solidFill>
            <a:schemeClr val="accent5"/>
          </a:solidFill>
        </p:grpSpPr>
        <p:sp>
          <p:nvSpPr>
            <p:cNvPr id="161" name="Freeform 126">
              <a:extLst>
                <a:ext uri="{FF2B5EF4-FFF2-40B4-BE49-F238E27FC236}">
                  <a16:creationId xmlns:a16="http://schemas.microsoft.com/office/drawing/2014/main" id="{7C044FB8-9A15-49B2-AE22-A505078B9435}"/>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2" name="Freeform 127">
              <a:extLst>
                <a:ext uri="{FF2B5EF4-FFF2-40B4-BE49-F238E27FC236}">
                  <a16:creationId xmlns:a16="http://schemas.microsoft.com/office/drawing/2014/main" id="{240C3323-6C52-40CF-AF4B-D416A7FCF284}"/>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3" name="Freeform 128">
              <a:extLst>
                <a:ext uri="{FF2B5EF4-FFF2-40B4-BE49-F238E27FC236}">
                  <a16:creationId xmlns:a16="http://schemas.microsoft.com/office/drawing/2014/main" id="{82D2336D-8619-4480-8AD3-7786E9AD0A1C}"/>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4" name="Oval 129">
              <a:extLst>
                <a:ext uri="{FF2B5EF4-FFF2-40B4-BE49-F238E27FC236}">
                  <a16:creationId xmlns:a16="http://schemas.microsoft.com/office/drawing/2014/main" id="{8C573721-29A1-4578-B04E-9AE46D587F35}"/>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5" name="Oval 130">
              <a:extLst>
                <a:ext uri="{FF2B5EF4-FFF2-40B4-BE49-F238E27FC236}">
                  <a16:creationId xmlns:a16="http://schemas.microsoft.com/office/drawing/2014/main" id="{CC398C70-C374-4AFE-840D-E1E77AA38740}"/>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5" name="Group 206">
            <a:extLst>
              <a:ext uri="{FF2B5EF4-FFF2-40B4-BE49-F238E27FC236}">
                <a16:creationId xmlns:a16="http://schemas.microsoft.com/office/drawing/2014/main" id="{FA59155B-01AC-44BE-AF10-2D83A11F8388}"/>
              </a:ext>
            </a:extLst>
          </p:cNvPr>
          <p:cNvGrpSpPr/>
          <p:nvPr/>
        </p:nvGrpSpPr>
        <p:grpSpPr>
          <a:xfrm>
            <a:off x="7722506" y="2906050"/>
            <a:ext cx="496316" cy="483590"/>
            <a:chOff x="5508626" y="2106613"/>
            <a:chExt cx="247650" cy="241300"/>
          </a:xfrm>
          <a:solidFill>
            <a:schemeClr val="accent5"/>
          </a:solidFill>
        </p:grpSpPr>
        <p:sp>
          <p:nvSpPr>
            <p:cNvPr id="156" name="Freeform 126">
              <a:extLst>
                <a:ext uri="{FF2B5EF4-FFF2-40B4-BE49-F238E27FC236}">
                  <a16:creationId xmlns:a16="http://schemas.microsoft.com/office/drawing/2014/main" id="{D1B2D16F-2A82-43B1-ADE9-2EA1F52361E1}"/>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7" name="Freeform 127">
              <a:extLst>
                <a:ext uri="{FF2B5EF4-FFF2-40B4-BE49-F238E27FC236}">
                  <a16:creationId xmlns:a16="http://schemas.microsoft.com/office/drawing/2014/main" id="{56F00F10-65EC-4778-AD6A-6CFA9AF53F25}"/>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8" name="Freeform 128">
              <a:extLst>
                <a:ext uri="{FF2B5EF4-FFF2-40B4-BE49-F238E27FC236}">
                  <a16:creationId xmlns:a16="http://schemas.microsoft.com/office/drawing/2014/main" id="{A25FF226-B6A8-4BEF-BF5A-427705CC4C06}"/>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9" name="Oval 129">
              <a:extLst>
                <a:ext uri="{FF2B5EF4-FFF2-40B4-BE49-F238E27FC236}">
                  <a16:creationId xmlns:a16="http://schemas.microsoft.com/office/drawing/2014/main" id="{E290AA66-C5F1-4631-8100-97CB17F6E866}"/>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60" name="Oval 130">
              <a:extLst>
                <a:ext uri="{FF2B5EF4-FFF2-40B4-BE49-F238E27FC236}">
                  <a16:creationId xmlns:a16="http://schemas.microsoft.com/office/drawing/2014/main" id="{A5568E62-1FB2-4446-956C-033A0C155395}"/>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6" name="Group 207">
            <a:extLst>
              <a:ext uri="{FF2B5EF4-FFF2-40B4-BE49-F238E27FC236}">
                <a16:creationId xmlns:a16="http://schemas.microsoft.com/office/drawing/2014/main" id="{70ADF0F2-0090-4FA3-B5D6-5A0DD765B7CF}"/>
              </a:ext>
            </a:extLst>
          </p:cNvPr>
          <p:cNvGrpSpPr/>
          <p:nvPr/>
        </p:nvGrpSpPr>
        <p:grpSpPr>
          <a:xfrm>
            <a:off x="8263362" y="2906050"/>
            <a:ext cx="496316" cy="483590"/>
            <a:chOff x="5508626" y="2106613"/>
            <a:chExt cx="247650" cy="241300"/>
          </a:xfrm>
          <a:solidFill>
            <a:schemeClr val="accent5"/>
          </a:solidFill>
        </p:grpSpPr>
        <p:sp>
          <p:nvSpPr>
            <p:cNvPr id="151" name="Freeform 126">
              <a:extLst>
                <a:ext uri="{FF2B5EF4-FFF2-40B4-BE49-F238E27FC236}">
                  <a16:creationId xmlns:a16="http://schemas.microsoft.com/office/drawing/2014/main" id="{C5D87022-D478-49DB-AB67-734F1D521851}"/>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2" name="Freeform 127">
              <a:extLst>
                <a:ext uri="{FF2B5EF4-FFF2-40B4-BE49-F238E27FC236}">
                  <a16:creationId xmlns:a16="http://schemas.microsoft.com/office/drawing/2014/main" id="{1300EE4F-502A-4F19-B6D1-AFD99704C921}"/>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3" name="Freeform 128">
              <a:extLst>
                <a:ext uri="{FF2B5EF4-FFF2-40B4-BE49-F238E27FC236}">
                  <a16:creationId xmlns:a16="http://schemas.microsoft.com/office/drawing/2014/main" id="{7A152C7C-977C-4415-A18D-D6C9C8584025}"/>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4" name="Oval 129">
              <a:extLst>
                <a:ext uri="{FF2B5EF4-FFF2-40B4-BE49-F238E27FC236}">
                  <a16:creationId xmlns:a16="http://schemas.microsoft.com/office/drawing/2014/main" id="{599F2DA2-16FC-478F-91AF-B393C3DBAF8B}"/>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5" name="Oval 130">
              <a:extLst>
                <a:ext uri="{FF2B5EF4-FFF2-40B4-BE49-F238E27FC236}">
                  <a16:creationId xmlns:a16="http://schemas.microsoft.com/office/drawing/2014/main" id="{95F170A8-5EAB-44F0-8B82-F8538BA2C5B8}"/>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7" name="Group 208">
            <a:extLst>
              <a:ext uri="{FF2B5EF4-FFF2-40B4-BE49-F238E27FC236}">
                <a16:creationId xmlns:a16="http://schemas.microsoft.com/office/drawing/2014/main" id="{B1C10B48-DD3C-4B07-BB0A-BEE1E78A228B}"/>
              </a:ext>
            </a:extLst>
          </p:cNvPr>
          <p:cNvGrpSpPr/>
          <p:nvPr/>
        </p:nvGrpSpPr>
        <p:grpSpPr>
          <a:xfrm>
            <a:off x="8804219" y="2906050"/>
            <a:ext cx="496316" cy="483590"/>
            <a:chOff x="5508626" y="2106613"/>
            <a:chExt cx="247650" cy="241300"/>
          </a:xfrm>
          <a:solidFill>
            <a:schemeClr val="tx1">
              <a:lumMod val="20000"/>
              <a:lumOff val="80000"/>
            </a:schemeClr>
          </a:solidFill>
        </p:grpSpPr>
        <p:sp>
          <p:nvSpPr>
            <p:cNvPr id="146" name="Freeform 126">
              <a:extLst>
                <a:ext uri="{FF2B5EF4-FFF2-40B4-BE49-F238E27FC236}">
                  <a16:creationId xmlns:a16="http://schemas.microsoft.com/office/drawing/2014/main" id="{93842C06-3CE4-4EC2-AFA6-34D01C7F5DD4}"/>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7" name="Freeform 127">
              <a:extLst>
                <a:ext uri="{FF2B5EF4-FFF2-40B4-BE49-F238E27FC236}">
                  <a16:creationId xmlns:a16="http://schemas.microsoft.com/office/drawing/2014/main" id="{5E7854BB-DC1D-4A9F-8C19-79F8F4F823EF}"/>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8" name="Freeform 128">
              <a:extLst>
                <a:ext uri="{FF2B5EF4-FFF2-40B4-BE49-F238E27FC236}">
                  <a16:creationId xmlns:a16="http://schemas.microsoft.com/office/drawing/2014/main" id="{BBEC1902-E327-4DE5-9030-B35D0F71C789}"/>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9" name="Oval 129">
              <a:extLst>
                <a:ext uri="{FF2B5EF4-FFF2-40B4-BE49-F238E27FC236}">
                  <a16:creationId xmlns:a16="http://schemas.microsoft.com/office/drawing/2014/main" id="{1111C33F-4430-4787-A8A1-13B17296B79F}"/>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50" name="Oval 130">
              <a:extLst>
                <a:ext uri="{FF2B5EF4-FFF2-40B4-BE49-F238E27FC236}">
                  <a16:creationId xmlns:a16="http://schemas.microsoft.com/office/drawing/2014/main" id="{8BC11BB3-C3AF-4FA0-84FB-98654986A086}"/>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8" name="Group 209">
            <a:extLst>
              <a:ext uri="{FF2B5EF4-FFF2-40B4-BE49-F238E27FC236}">
                <a16:creationId xmlns:a16="http://schemas.microsoft.com/office/drawing/2014/main" id="{C495AA2C-A3F5-4B55-8E33-42418C4C64DB}"/>
              </a:ext>
            </a:extLst>
          </p:cNvPr>
          <p:cNvGrpSpPr/>
          <p:nvPr/>
        </p:nvGrpSpPr>
        <p:grpSpPr>
          <a:xfrm>
            <a:off x="9345076" y="2906050"/>
            <a:ext cx="496316" cy="483590"/>
            <a:chOff x="5508626" y="2106613"/>
            <a:chExt cx="247650" cy="241300"/>
          </a:xfrm>
          <a:solidFill>
            <a:schemeClr val="tx1">
              <a:lumMod val="20000"/>
              <a:lumOff val="80000"/>
            </a:schemeClr>
          </a:solidFill>
        </p:grpSpPr>
        <p:sp>
          <p:nvSpPr>
            <p:cNvPr id="141" name="Freeform 126">
              <a:extLst>
                <a:ext uri="{FF2B5EF4-FFF2-40B4-BE49-F238E27FC236}">
                  <a16:creationId xmlns:a16="http://schemas.microsoft.com/office/drawing/2014/main" id="{5A55687C-8C46-48C5-9EDB-FF0B2F488DEE}"/>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2" name="Freeform 127">
              <a:extLst>
                <a:ext uri="{FF2B5EF4-FFF2-40B4-BE49-F238E27FC236}">
                  <a16:creationId xmlns:a16="http://schemas.microsoft.com/office/drawing/2014/main" id="{F36BFB2C-482D-4BD4-B773-4F42A85BB4F0}"/>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3" name="Freeform 128">
              <a:extLst>
                <a:ext uri="{FF2B5EF4-FFF2-40B4-BE49-F238E27FC236}">
                  <a16:creationId xmlns:a16="http://schemas.microsoft.com/office/drawing/2014/main" id="{4FF82EA2-1039-469C-91F3-0BEEA9A11974}"/>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4" name="Oval 129">
              <a:extLst>
                <a:ext uri="{FF2B5EF4-FFF2-40B4-BE49-F238E27FC236}">
                  <a16:creationId xmlns:a16="http://schemas.microsoft.com/office/drawing/2014/main" id="{B2C11BED-4437-4D90-BA89-122DA15249DE}"/>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5" name="Oval 130">
              <a:extLst>
                <a:ext uri="{FF2B5EF4-FFF2-40B4-BE49-F238E27FC236}">
                  <a16:creationId xmlns:a16="http://schemas.microsoft.com/office/drawing/2014/main" id="{FD0723DD-56BE-481D-89CA-0559D091076D}"/>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29" name="Group 210">
            <a:extLst>
              <a:ext uri="{FF2B5EF4-FFF2-40B4-BE49-F238E27FC236}">
                <a16:creationId xmlns:a16="http://schemas.microsoft.com/office/drawing/2014/main" id="{613E9FB7-33FB-45A6-8A66-A0E05F44FDB0}"/>
              </a:ext>
            </a:extLst>
          </p:cNvPr>
          <p:cNvGrpSpPr/>
          <p:nvPr/>
        </p:nvGrpSpPr>
        <p:grpSpPr>
          <a:xfrm>
            <a:off x="9885932" y="2906050"/>
            <a:ext cx="496316" cy="483590"/>
            <a:chOff x="5508626" y="2106613"/>
            <a:chExt cx="247650" cy="241300"/>
          </a:xfrm>
          <a:solidFill>
            <a:schemeClr val="tx1">
              <a:lumMod val="20000"/>
              <a:lumOff val="80000"/>
            </a:schemeClr>
          </a:solidFill>
        </p:grpSpPr>
        <p:sp>
          <p:nvSpPr>
            <p:cNvPr id="136" name="Freeform 126">
              <a:extLst>
                <a:ext uri="{FF2B5EF4-FFF2-40B4-BE49-F238E27FC236}">
                  <a16:creationId xmlns:a16="http://schemas.microsoft.com/office/drawing/2014/main" id="{54439BB3-8C72-4391-939B-8C9CFDD131A2}"/>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7" name="Freeform 127">
              <a:extLst>
                <a:ext uri="{FF2B5EF4-FFF2-40B4-BE49-F238E27FC236}">
                  <a16:creationId xmlns:a16="http://schemas.microsoft.com/office/drawing/2014/main" id="{2A173947-3DC3-4D66-8545-1824319BA5FB}"/>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8" name="Freeform 128">
              <a:extLst>
                <a:ext uri="{FF2B5EF4-FFF2-40B4-BE49-F238E27FC236}">
                  <a16:creationId xmlns:a16="http://schemas.microsoft.com/office/drawing/2014/main" id="{83DDF047-F7B3-4AAC-8DA5-10DB82F964FC}"/>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9" name="Oval 129">
              <a:extLst>
                <a:ext uri="{FF2B5EF4-FFF2-40B4-BE49-F238E27FC236}">
                  <a16:creationId xmlns:a16="http://schemas.microsoft.com/office/drawing/2014/main" id="{038F1F5A-F4B1-4738-8AEF-0B7E63AF5791}"/>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40" name="Oval 130">
              <a:extLst>
                <a:ext uri="{FF2B5EF4-FFF2-40B4-BE49-F238E27FC236}">
                  <a16:creationId xmlns:a16="http://schemas.microsoft.com/office/drawing/2014/main" id="{57DC709A-339E-4220-AC30-0BC349033897}"/>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130" name="Group 211">
            <a:extLst>
              <a:ext uri="{FF2B5EF4-FFF2-40B4-BE49-F238E27FC236}">
                <a16:creationId xmlns:a16="http://schemas.microsoft.com/office/drawing/2014/main" id="{21325EB2-4901-4064-BECC-FFF17581E2E5}"/>
              </a:ext>
            </a:extLst>
          </p:cNvPr>
          <p:cNvGrpSpPr/>
          <p:nvPr/>
        </p:nvGrpSpPr>
        <p:grpSpPr>
          <a:xfrm>
            <a:off x="10426789" y="2906050"/>
            <a:ext cx="496316" cy="483590"/>
            <a:chOff x="5508626" y="2106613"/>
            <a:chExt cx="247650" cy="241300"/>
          </a:xfrm>
          <a:solidFill>
            <a:schemeClr val="tx1">
              <a:lumMod val="20000"/>
              <a:lumOff val="80000"/>
            </a:schemeClr>
          </a:solidFill>
        </p:grpSpPr>
        <p:sp>
          <p:nvSpPr>
            <p:cNvPr id="131" name="Freeform 126">
              <a:extLst>
                <a:ext uri="{FF2B5EF4-FFF2-40B4-BE49-F238E27FC236}">
                  <a16:creationId xmlns:a16="http://schemas.microsoft.com/office/drawing/2014/main" id="{EB7BFB57-BFC7-4738-BAB2-3E2B37E4FADA}"/>
                </a:ext>
              </a:extLst>
            </p:cNvPr>
            <p:cNvSpPr>
              <a:spLocks/>
            </p:cNvSpPr>
            <p:nvPr/>
          </p:nvSpPr>
          <p:spPr bwMode="auto">
            <a:xfrm>
              <a:off x="5643563" y="2271713"/>
              <a:ext cx="109538" cy="76200"/>
            </a:xfrm>
            <a:custGeom>
              <a:avLst/>
              <a:gdLst>
                <a:gd name="T0" fmla="*/ 22 w 29"/>
                <a:gd name="T1" fmla="*/ 0 h 20"/>
                <a:gd name="T2" fmla="*/ 0 w 29"/>
                <a:gd name="T3" fmla="*/ 20 h 20"/>
                <a:gd name="T4" fmla="*/ 29 w 29"/>
                <a:gd name="T5" fmla="*/ 20 h 20"/>
                <a:gd name="T6" fmla="*/ 22 w 29"/>
                <a:gd name="T7" fmla="*/ 0 h 20"/>
              </a:gdLst>
              <a:ahLst/>
              <a:cxnLst>
                <a:cxn ang="0">
                  <a:pos x="T0" y="T1"/>
                </a:cxn>
                <a:cxn ang="0">
                  <a:pos x="T2" y="T3"/>
                </a:cxn>
                <a:cxn ang="0">
                  <a:pos x="T4" y="T5"/>
                </a:cxn>
                <a:cxn ang="0">
                  <a:pos x="T6" y="T7"/>
                </a:cxn>
              </a:cxnLst>
              <a:rect l="0" t="0" r="r" b="b"/>
              <a:pathLst>
                <a:path w="29" h="20">
                  <a:moveTo>
                    <a:pt x="22" y="0"/>
                  </a:moveTo>
                  <a:cubicBezTo>
                    <a:pt x="12" y="3"/>
                    <a:pt x="4" y="11"/>
                    <a:pt x="0" y="20"/>
                  </a:cubicBezTo>
                  <a:cubicBezTo>
                    <a:pt x="29" y="20"/>
                    <a:pt x="29" y="20"/>
                    <a:pt x="29" y="20"/>
                  </a:cubicBezTo>
                  <a:cubicBezTo>
                    <a:pt x="29" y="12"/>
                    <a:pt x="26" y="5"/>
                    <a:pt x="2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2" name="Freeform 127">
              <a:extLst>
                <a:ext uri="{FF2B5EF4-FFF2-40B4-BE49-F238E27FC236}">
                  <a16:creationId xmlns:a16="http://schemas.microsoft.com/office/drawing/2014/main" id="{160CCD44-1673-41D9-81AF-021CFBB419D5}"/>
                </a:ext>
              </a:extLst>
            </p:cNvPr>
            <p:cNvSpPr>
              <a:spLocks/>
            </p:cNvSpPr>
            <p:nvPr/>
          </p:nvSpPr>
          <p:spPr bwMode="auto">
            <a:xfrm>
              <a:off x="5511801" y="2271713"/>
              <a:ext cx="109538" cy="76200"/>
            </a:xfrm>
            <a:custGeom>
              <a:avLst/>
              <a:gdLst>
                <a:gd name="T0" fmla="*/ 7 w 29"/>
                <a:gd name="T1" fmla="*/ 0 h 20"/>
                <a:gd name="T2" fmla="*/ 0 w 29"/>
                <a:gd name="T3" fmla="*/ 20 h 20"/>
                <a:gd name="T4" fmla="*/ 29 w 29"/>
                <a:gd name="T5" fmla="*/ 20 h 20"/>
                <a:gd name="T6" fmla="*/ 7 w 29"/>
                <a:gd name="T7" fmla="*/ 0 h 20"/>
              </a:gdLst>
              <a:ahLst/>
              <a:cxnLst>
                <a:cxn ang="0">
                  <a:pos x="T0" y="T1"/>
                </a:cxn>
                <a:cxn ang="0">
                  <a:pos x="T2" y="T3"/>
                </a:cxn>
                <a:cxn ang="0">
                  <a:pos x="T4" y="T5"/>
                </a:cxn>
                <a:cxn ang="0">
                  <a:pos x="T6" y="T7"/>
                </a:cxn>
              </a:cxnLst>
              <a:rect l="0" t="0" r="r" b="b"/>
              <a:pathLst>
                <a:path w="29" h="20">
                  <a:moveTo>
                    <a:pt x="7" y="0"/>
                  </a:moveTo>
                  <a:cubicBezTo>
                    <a:pt x="3" y="5"/>
                    <a:pt x="0" y="12"/>
                    <a:pt x="0" y="20"/>
                  </a:cubicBezTo>
                  <a:cubicBezTo>
                    <a:pt x="29" y="20"/>
                    <a:pt x="29" y="20"/>
                    <a:pt x="29" y="20"/>
                  </a:cubicBezTo>
                  <a:cubicBezTo>
                    <a:pt x="25" y="11"/>
                    <a:pt x="17" y="3"/>
                    <a:pt x="7"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3" name="Freeform 128">
              <a:extLst>
                <a:ext uri="{FF2B5EF4-FFF2-40B4-BE49-F238E27FC236}">
                  <a16:creationId xmlns:a16="http://schemas.microsoft.com/office/drawing/2014/main" id="{1447C062-D43F-4D68-9AA1-AF46801AB169}"/>
                </a:ext>
              </a:extLst>
            </p:cNvPr>
            <p:cNvSpPr>
              <a:spLocks noEditPoints="1"/>
            </p:cNvSpPr>
            <p:nvPr/>
          </p:nvSpPr>
          <p:spPr bwMode="auto">
            <a:xfrm>
              <a:off x="5508626" y="2106613"/>
              <a:ext cx="247650" cy="180975"/>
            </a:xfrm>
            <a:custGeom>
              <a:avLst/>
              <a:gdLst>
                <a:gd name="T0" fmla="*/ 56 w 66"/>
                <a:gd name="T1" fmla="*/ 30 h 48"/>
                <a:gd name="T2" fmla="*/ 61 w 66"/>
                <a:gd name="T3" fmla="*/ 35 h 48"/>
                <a:gd name="T4" fmla="*/ 64 w 66"/>
                <a:gd name="T5" fmla="*/ 36 h 48"/>
                <a:gd name="T6" fmla="*/ 57 w 66"/>
                <a:gd name="T7" fmla="*/ 18 h 48"/>
                <a:gd name="T8" fmla="*/ 55 w 66"/>
                <a:gd name="T9" fmla="*/ 15 h 48"/>
                <a:gd name="T10" fmla="*/ 55 w 66"/>
                <a:gd name="T11" fmla="*/ 15 h 48"/>
                <a:gd name="T12" fmla="*/ 54 w 66"/>
                <a:gd name="T13" fmla="*/ 12 h 48"/>
                <a:gd name="T14" fmla="*/ 53 w 66"/>
                <a:gd name="T15" fmla="*/ 11 h 48"/>
                <a:gd name="T16" fmla="*/ 51 w 66"/>
                <a:gd name="T17" fmla="*/ 8 h 48"/>
                <a:gd name="T18" fmla="*/ 51 w 66"/>
                <a:gd name="T19" fmla="*/ 8 h 48"/>
                <a:gd name="T20" fmla="*/ 45 w 66"/>
                <a:gd name="T21" fmla="*/ 3 h 48"/>
                <a:gd name="T22" fmla="*/ 45 w 66"/>
                <a:gd name="T23" fmla="*/ 3 h 48"/>
                <a:gd name="T24" fmla="*/ 42 w 66"/>
                <a:gd name="T25" fmla="*/ 2 h 48"/>
                <a:gd name="T26" fmla="*/ 41 w 66"/>
                <a:gd name="T27" fmla="*/ 1 h 48"/>
                <a:gd name="T28" fmla="*/ 37 w 66"/>
                <a:gd name="T29" fmla="*/ 0 h 48"/>
                <a:gd name="T30" fmla="*/ 37 w 66"/>
                <a:gd name="T31" fmla="*/ 0 h 48"/>
                <a:gd name="T32" fmla="*/ 33 w 66"/>
                <a:gd name="T33" fmla="*/ 0 h 48"/>
                <a:gd name="T34" fmla="*/ 33 w 66"/>
                <a:gd name="T35" fmla="*/ 0 h 48"/>
                <a:gd name="T36" fmla="*/ 33 w 66"/>
                <a:gd name="T37" fmla="*/ 0 h 48"/>
                <a:gd name="T38" fmla="*/ 33 w 66"/>
                <a:gd name="T39" fmla="*/ 0 h 48"/>
                <a:gd name="T40" fmla="*/ 33 w 66"/>
                <a:gd name="T41" fmla="*/ 0 h 48"/>
                <a:gd name="T42" fmla="*/ 29 w 66"/>
                <a:gd name="T43" fmla="*/ 0 h 48"/>
                <a:gd name="T44" fmla="*/ 29 w 66"/>
                <a:gd name="T45" fmla="*/ 0 h 48"/>
                <a:gd name="T46" fmla="*/ 25 w 66"/>
                <a:gd name="T47" fmla="*/ 1 h 48"/>
                <a:gd name="T48" fmla="*/ 24 w 66"/>
                <a:gd name="T49" fmla="*/ 2 h 48"/>
                <a:gd name="T50" fmla="*/ 21 w 66"/>
                <a:gd name="T51" fmla="*/ 3 h 48"/>
                <a:gd name="T52" fmla="*/ 21 w 66"/>
                <a:gd name="T53" fmla="*/ 3 h 48"/>
                <a:gd name="T54" fmla="*/ 15 w 66"/>
                <a:gd name="T55" fmla="*/ 8 h 48"/>
                <a:gd name="T56" fmla="*/ 15 w 66"/>
                <a:gd name="T57" fmla="*/ 8 h 48"/>
                <a:gd name="T58" fmla="*/ 13 w 66"/>
                <a:gd name="T59" fmla="*/ 11 h 48"/>
                <a:gd name="T60" fmla="*/ 12 w 66"/>
                <a:gd name="T61" fmla="*/ 12 h 48"/>
                <a:gd name="T62" fmla="*/ 11 w 66"/>
                <a:gd name="T63" fmla="*/ 15 h 48"/>
                <a:gd name="T64" fmla="*/ 11 w 66"/>
                <a:gd name="T65" fmla="*/ 15 h 48"/>
                <a:gd name="T66" fmla="*/ 9 w 66"/>
                <a:gd name="T67" fmla="*/ 18 h 48"/>
                <a:gd name="T68" fmla="*/ 2 w 66"/>
                <a:gd name="T69" fmla="*/ 36 h 48"/>
                <a:gd name="T70" fmla="*/ 5 w 66"/>
                <a:gd name="T71" fmla="*/ 35 h 48"/>
                <a:gd name="T72" fmla="*/ 10 w 66"/>
                <a:gd name="T73" fmla="*/ 30 h 48"/>
                <a:gd name="T74" fmla="*/ 33 w 66"/>
                <a:gd name="T75" fmla="*/ 48 h 48"/>
                <a:gd name="T76" fmla="*/ 56 w 66"/>
                <a:gd name="T77" fmla="*/ 30 h 48"/>
                <a:gd name="T78" fmla="*/ 33 w 66"/>
                <a:gd name="T79" fmla="*/ 44 h 48"/>
                <a:gd name="T80" fmla="*/ 13 w 66"/>
                <a:gd name="T81" fmla="*/ 24 h 48"/>
                <a:gd name="T82" fmla="*/ 13 w 66"/>
                <a:gd name="T83" fmla="*/ 20 h 48"/>
                <a:gd name="T84" fmla="*/ 15 w 66"/>
                <a:gd name="T85" fmla="*/ 20 h 48"/>
                <a:gd name="T86" fmla="*/ 33 w 66"/>
                <a:gd name="T87" fmla="*/ 4 h 48"/>
                <a:gd name="T88" fmla="*/ 33 w 66"/>
                <a:gd name="T89" fmla="*/ 4 h 48"/>
                <a:gd name="T90" fmla="*/ 33 w 66"/>
                <a:gd name="T91" fmla="*/ 4 h 48"/>
                <a:gd name="T92" fmla="*/ 51 w 66"/>
                <a:gd name="T93" fmla="*/ 20 h 48"/>
                <a:gd name="T94" fmla="*/ 53 w 66"/>
                <a:gd name="T95" fmla="*/ 20 h 48"/>
                <a:gd name="T96" fmla="*/ 53 w 66"/>
                <a:gd name="T97" fmla="*/ 24 h 48"/>
                <a:gd name="T98" fmla="*/ 33 w 66"/>
                <a:gd name="T99" fmla="*/ 44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6" h="48">
                  <a:moveTo>
                    <a:pt x="56" y="30"/>
                  </a:moveTo>
                  <a:cubicBezTo>
                    <a:pt x="57" y="32"/>
                    <a:pt x="59" y="34"/>
                    <a:pt x="61" y="35"/>
                  </a:cubicBezTo>
                  <a:cubicBezTo>
                    <a:pt x="62" y="35"/>
                    <a:pt x="63" y="36"/>
                    <a:pt x="64" y="36"/>
                  </a:cubicBezTo>
                  <a:cubicBezTo>
                    <a:pt x="66" y="29"/>
                    <a:pt x="63" y="21"/>
                    <a:pt x="57" y="18"/>
                  </a:cubicBezTo>
                  <a:cubicBezTo>
                    <a:pt x="56" y="18"/>
                    <a:pt x="56" y="16"/>
                    <a:pt x="55" y="15"/>
                  </a:cubicBezTo>
                  <a:cubicBezTo>
                    <a:pt x="55" y="15"/>
                    <a:pt x="55" y="15"/>
                    <a:pt x="55" y="15"/>
                  </a:cubicBezTo>
                  <a:cubicBezTo>
                    <a:pt x="55" y="14"/>
                    <a:pt x="54" y="13"/>
                    <a:pt x="54" y="12"/>
                  </a:cubicBezTo>
                  <a:cubicBezTo>
                    <a:pt x="54" y="12"/>
                    <a:pt x="53" y="11"/>
                    <a:pt x="53" y="11"/>
                  </a:cubicBezTo>
                  <a:cubicBezTo>
                    <a:pt x="53" y="10"/>
                    <a:pt x="52" y="9"/>
                    <a:pt x="51" y="8"/>
                  </a:cubicBezTo>
                  <a:cubicBezTo>
                    <a:pt x="51" y="8"/>
                    <a:pt x="51" y="8"/>
                    <a:pt x="51" y="8"/>
                  </a:cubicBezTo>
                  <a:cubicBezTo>
                    <a:pt x="49" y="6"/>
                    <a:pt x="47" y="5"/>
                    <a:pt x="45" y="3"/>
                  </a:cubicBezTo>
                  <a:cubicBezTo>
                    <a:pt x="45" y="3"/>
                    <a:pt x="45" y="3"/>
                    <a:pt x="45" y="3"/>
                  </a:cubicBezTo>
                  <a:cubicBezTo>
                    <a:pt x="44" y="3"/>
                    <a:pt x="43" y="2"/>
                    <a:pt x="42" y="2"/>
                  </a:cubicBezTo>
                  <a:cubicBezTo>
                    <a:pt x="41" y="2"/>
                    <a:pt x="41" y="1"/>
                    <a:pt x="41" y="1"/>
                  </a:cubicBezTo>
                  <a:cubicBezTo>
                    <a:pt x="40" y="1"/>
                    <a:pt x="39" y="1"/>
                    <a:pt x="37" y="0"/>
                  </a:cubicBezTo>
                  <a:cubicBezTo>
                    <a:pt x="37" y="0"/>
                    <a:pt x="37" y="0"/>
                    <a:pt x="37" y="0"/>
                  </a:cubicBezTo>
                  <a:cubicBezTo>
                    <a:pt x="36" y="0"/>
                    <a:pt x="35" y="0"/>
                    <a:pt x="33" y="0"/>
                  </a:cubicBezTo>
                  <a:cubicBezTo>
                    <a:pt x="33" y="0"/>
                    <a:pt x="33" y="0"/>
                    <a:pt x="33" y="0"/>
                  </a:cubicBezTo>
                  <a:cubicBezTo>
                    <a:pt x="33" y="0"/>
                    <a:pt x="33" y="0"/>
                    <a:pt x="33" y="0"/>
                  </a:cubicBezTo>
                  <a:cubicBezTo>
                    <a:pt x="33" y="0"/>
                    <a:pt x="33" y="0"/>
                    <a:pt x="33" y="0"/>
                  </a:cubicBezTo>
                  <a:cubicBezTo>
                    <a:pt x="33" y="0"/>
                    <a:pt x="33" y="0"/>
                    <a:pt x="33" y="0"/>
                  </a:cubicBezTo>
                  <a:cubicBezTo>
                    <a:pt x="31" y="0"/>
                    <a:pt x="30" y="0"/>
                    <a:pt x="29" y="0"/>
                  </a:cubicBezTo>
                  <a:cubicBezTo>
                    <a:pt x="29" y="0"/>
                    <a:pt x="29" y="0"/>
                    <a:pt x="29" y="0"/>
                  </a:cubicBezTo>
                  <a:cubicBezTo>
                    <a:pt x="27" y="1"/>
                    <a:pt x="26" y="1"/>
                    <a:pt x="25" y="1"/>
                  </a:cubicBezTo>
                  <a:cubicBezTo>
                    <a:pt x="25" y="1"/>
                    <a:pt x="25" y="2"/>
                    <a:pt x="24" y="2"/>
                  </a:cubicBezTo>
                  <a:cubicBezTo>
                    <a:pt x="23" y="2"/>
                    <a:pt x="22" y="3"/>
                    <a:pt x="21" y="3"/>
                  </a:cubicBezTo>
                  <a:cubicBezTo>
                    <a:pt x="21" y="3"/>
                    <a:pt x="21" y="3"/>
                    <a:pt x="21" y="3"/>
                  </a:cubicBezTo>
                  <a:cubicBezTo>
                    <a:pt x="19" y="5"/>
                    <a:pt x="17" y="6"/>
                    <a:pt x="15" y="8"/>
                  </a:cubicBezTo>
                  <a:cubicBezTo>
                    <a:pt x="15" y="8"/>
                    <a:pt x="15" y="8"/>
                    <a:pt x="15" y="8"/>
                  </a:cubicBezTo>
                  <a:cubicBezTo>
                    <a:pt x="14" y="9"/>
                    <a:pt x="13" y="10"/>
                    <a:pt x="13" y="11"/>
                  </a:cubicBezTo>
                  <a:cubicBezTo>
                    <a:pt x="13" y="11"/>
                    <a:pt x="12" y="12"/>
                    <a:pt x="12" y="12"/>
                  </a:cubicBezTo>
                  <a:cubicBezTo>
                    <a:pt x="12" y="13"/>
                    <a:pt x="11" y="14"/>
                    <a:pt x="11" y="15"/>
                  </a:cubicBezTo>
                  <a:cubicBezTo>
                    <a:pt x="11" y="15"/>
                    <a:pt x="11" y="15"/>
                    <a:pt x="11" y="15"/>
                  </a:cubicBezTo>
                  <a:cubicBezTo>
                    <a:pt x="10" y="16"/>
                    <a:pt x="10" y="18"/>
                    <a:pt x="9" y="18"/>
                  </a:cubicBezTo>
                  <a:cubicBezTo>
                    <a:pt x="3" y="21"/>
                    <a:pt x="0" y="29"/>
                    <a:pt x="2" y="36"/>
                  </a:cubicBezTo>
                  <a:cubicBezTo>
                    <a:pt x="3" y="36"/>
                    <a:pt x="4" y="35"/>
                    <a:pt x="5" y="35"/>
                  </a:cubicBezTo>
                  <a:cubicBezTo>
                    <a:pt x="7" y="34"/>
                    <a:pt x="9" y="32"/>
                    <a:pt x="10" y="30"/>
                  </a:cubicBezTo>
                  <a:cubicBezTo>
                    <a:pt x="13" y="41"/>
                    <a:pt x="22" y="48"/>
                    <a:pt x="33" y="48"/>
                  </a:cubicBezTo>
                  <a:cubicBezTo>
                    <a:pt x="44" y="48"/>
                    <a:pt x="53" y="41"/>
                    <a:pt x="56" y="30"/>
                  </a:cubicBezTo>
                  <a:close/>
                  <a:moveTo>
                    <a:pt x="33" y="44"/>
                  </a:moveTo>
                  <a:cubicBezTo>
                    <a:pt x="22" y="44"/>
                    <a:pt x="13" y="35"/>
                    <a:pt x="13" y="24"/>
                  </a:cubicBezTo>
                  <a:cubicBezTo>
                    <a:pt x="13" y="23"/>
                    <a:pt x="13" y="21"/>
                    <a:pt x="13" y="20"/>
                  </a:cubicBezTo>
                  <a:cubicBezTo>
                    <a:pt x="14" y="20"/>
                    <a:pt x="14" y="20"/>
                    <a:pt x="15" y="20"/>
                  </a:cubicBezTo>
                  <a:cubicBezTo>
                    <a:pt x="24" y="20"/>
                    <a:pt x="32" y="13"/>
                    <a:pt x="33" y="4"/>
                  </a:cubicBezTo>
                  <a:cubicBezTo>
                    <a:pt x="33" y="4"/>
                    <a:pt x="33" y="4"/>
                    <a:pt x="33" y="4"/>
                  </a:cubicBezTo>
                  <a:cubicBezTo>
                    <a:pt x="33" y="4"/>
                    <a:pt x="33" y="4"/>
                    <a:pt x="33" y="4"/>
                  </a:cubicBezTo>
                  <a:cubicBezTo>
                    <a:pt x="34" y="13"/>
                    <a:pt x="42" y="20"/>
                    <a:pt x="51" y="20"/>
                  </a:cubicBezTo>
                  <a:cubicBezTo>
                    <a:pt x="52" y="20"/>
                    <a:pt x="52" y="20"/>
                    <a:pt x="53" y="20"/>
                  </a:cubicBezTo>
                  <a:cubicBezTo>
                    <a:pt x="53" y="21"/>
                    <a:pt x="53" y="23"/>
                    <a:pt x="53" y="24"/>
                  </a:cubicBezTo>
                  <a:cubicBezTo>
                    <a:pt x="53" y="35"/>
                    <a:pt x="44" y="44"/>
                    <a:pt x="33" y="4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4" name="Oval 129">
              <a:extLst>
                <a:ext uri="{FF2B5EF4-FFF2-40B4-BE49-F238E27FC236}">
                  <a16:creationId xmlns:a16="http://schemas.microsoft.com/office/drawing/2014/main" id="{D557E554-E62C-46BB-A88F-94BEDEE8CD45}"/>
                </a:ext>
              </a:extLst>
            </p:cNvPr>
            <p:cNvSpPr>
              <a:spLocks noChangeArrowheads="1"/>
            </p:cNvSpPr>
            <p:nvPr/>
          </p:nvSpPr>
          <p:spPr bwMode="auto">
            <a:xfrm>
              <a:off x="5591176" y="2185988"/>
              <a:ext cx="25400"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135" name="Oval 130">
              <a:extLst>
                <a:ext uri="{FF2B5EF4-FFF2-40B4-BE49-F238E27FC236}">
                  <a16:creationId xmlns:a16="http://schemas.microsoft.com/office/drawing/2014/main" id="{4033C080-2040-40B2-9F0D-7D06B1D96E50}"/>
                </a:ext>
              </a:extLst>
            </p:cNvPr>
            <p:cNvSpPr>
              <a:spLocks noChangeArrowheads="1"/>
            </p:cNvSpPr>
            <p:nvPr/>
          </p:nvSpPr>
          <p:spPr bwMode="auto">
            <a:xfrm>
              <a:off x="5646738" y="2185988"/>
              <a:ext cx="26988" cy="2698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sp>
        <p:nvSpPr>
          <p:cNvPr id="267" name="TextBox 252">
            <a:extLst>
              <a:ext uri="{FF2B5EF4-FFF2-40B4-BE49-F238E27FC236}">
                <a16:creationId xmlns:a16="http://schemas.microsoft.com/office/drawing/2014/main" id="{7155C76F-592B-4286-844B-79F18E196F15}"/>
              </a:ext>
            </a:extLst>
          </p:cNvPr>
          <p:cNvSpPr txBox="1"/>
          <p:nvPr/>
        </p:nvSpPr>
        <p:spPr>
          <a:xfrm>
            <a:off x="1123927" y="4551247"/>
            <a:ext cx="4495112" cy="766044"/>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268" name="TextBox 253">
            <a:extLst>
              <a:ext uri="{FF2B5EF4-FFF2-40B4-BE49-F238E27FC236}">
                <a16:creationId xmlns:a16="http://schemas.microsoft.com/office/drawing/2014/main" id="{BCAE3FAC-08D9-4722-9913-C357B34C2298}"/>
              </a:ext>
            </a:extLst>
          </p:cNvPr>
          <p:cNvSpPr txBox="1"/>
          <p:nvPr/>
        </p:nvSpPr>
        <p:spPr>
          <a:xfrm>
            <a:off x="1119493" y="3507353"/>
            <a:ext cx="2833295" cy="310021"/>
          </a:xfrm>
          <a:prstGeom prst="rect">
            <a:avLst/>
          </a:prstGeom>
          <a:noFill/>
        </p:spPr>
        <p:txBody>
          <a:bodyPr wrap="square" lIns="68580" tIns="34290" rIns="68580" bIns="34290" rtlCol="0">
            <a:spAutoFit/>
          </a:bodyPr>
          <a:lstStyle/>
          <a:p>
            <a:pPr>
              <a:lnSpc>
                <a:spcPts val="2000"/>
              </a:lnSpc>
            </a:pPr>
            <a:r>
              <a:rPr lang="zh-CN" altLang="en-US" sz="1600" b="1" dirty="0">
                <a:solidFill>
                  <a:schemeClr val="tx1">
                    <a:lumMod val="75000"/>
                    <a:lumOff val="25000"/>
                  </a:schemeClr>
                </a:solidFill>
                <a:cs typeface="+mn-ea"/>
                <a:sym typeface="+mn-lt"/>
              </a:rPr>
              <a:t>请输入标题</a:t>
            </a:r>
            <a:endParaRPr lang="id-ID" sz="1600" b="1" dirty="0">
              <a:solidFill>
                <a:schemeClr val="tx1">
                  <a:lumMod val="75000"/>
                  <a:lumOff val="25000"/>
                </a:schemeClr>
              </a:solidFill>
              <a:cs typeface="+mn-ea"/>
              <a:sym typeface="+mn-lt"/>
            </a:endParaRPr>
          </a:p>
        </p:txBody>
      </p:sp>
      <p:sp>
        <p:nvSpPr>
          <p:cNvPr id="269" name="TextBox 254">
            <a:extLst>
              <a:ext uri="{FF2B5EF4-FFF2-40B4-BE49-F238E27FC236}">
                <a16:creationId xmlns:a16="http://schemas.microsoft.com/office/drawing/2014/main" id="{2A07000F-4C1D-4229-8B93-5527096E96E3}"/>
              </a:ext>
            </a:extLst>
          </p:cNvPr>
          <p:cNvSpPr txBox="1"/>
          <p:nvPr/>
        </p:nvSpPr>
        <p:spPr>
          <a:xfrm>
            <a:off x="2530650" y="3863895"/>
            <a:ext cx="3119385" cy="487954"/>
          </a:xfrm>
          <a:prstGeom prst="rect">
            <a:avLst/>
          </a:prstGeom>
          <a:noFill/>
        </p:spPr>
        <p:txBody>
          <a:bodyPr wrap="square" lIns="68580" tIns="34290" rIns="68580" bIns="34290" rtlCol="0">
            <a:spAutoFit/>
          </a:bodyPr>
          <a:lstStyle/>
          <a:p>
            <a:pPr algn="just">
              <a:lnSpc>
                <a:spcPct val="130000"/>
              </a:lnSpc>
            </a:pPr>
            <a:r>
              <a:rPr lang="zh-CN" altLang="en-US" sz="1100" dirty="0">
                <a:solidFill>
                  <a:schemeClr val="tx1">
                    <a:lumMod val="75000"/>
                    <a:lumOff val="25000"/>
                  </a:schemeClr>
                </a:solidFill>
                <a:cs typeface="+mn-ea"/>
                <a:sym typeface="+mn-lt"/>
              </a:rPr>
              <a:t>请在此处添加详细描述文本，在这里输入文本，更改文字文本。</a:t>
            </a:r>
            <a:endParaRPr lang="id-ID" sz="1100" dirty="0">
              <a:solidFill>
                <a:schemeClr val="tx1">
                  <a:lumMod val="75000"/>
                  <a:lumOff val="25000"/>
                </a:schemeClr>
              </a:solidFill>
              <a:cs typeface="+mn-ea"/>
              <a:sym typeface="+mn-lt"/>
            </a:endParaRPr>
          </a:p>
        </p:txBody>
      </p:sp>
      <p:sp>
        <p:nvSpPr>
          <p:cNvPr id="270" name="TextBox 255">
            <a:extLst>
              <a:ext uri="{FF2B5EF4-FFF2-40B4-BE49-F238E27FC236}">
                <a16:creationId xmlns:a16="http://schemas.microsoft.com/office/drawing/2014/main" id="{BBFC6A85-CAC9-4AF4-A097-09AA01BD8D3C}"/>
              </a:ext>
            </a:extLst>
          </p:cNvPr>
          <p:cNvSpPr txBox="1"/>
          <p:nvPr/>
        </p:nvSpPr>
        <p:spPr>
          <a:xfrm>
            <a:off x="1119493" y="3786566"/>
            <a:ext cx="1190069" cy="700192"/>
          </a:xfrm>
          <a:prstGeom prst="rect">
            <a:avLst/>
          </a:prstGeom>
          <a:noFill/>
        </p:spPr>
        <p:txBody>
          <a:bodyPr wrap="none" lIns="68580" tIns="34290" rIns="68580" bIns="34290" rtlCol="0">
            <a:spAutoFit/>
          </a:bodyPr>
          <a:lstStyle/>
          <a:p>
            <a:r>
              <a:rPr lang="en-US" sz="4100" b="1" dirty="0">
                <a:solidFill>
                  <a:schemeClr val="accent1"/>
                </a:solidFill>
                <a:cs typeface="+mn-ea"/>
                <a:sym typeface="+mn-lt"/>
              </a:rPr>
              <a:t>00</a:t>
            </a:r>
            <a:r>
              <a:rPr lang="id-ID" sz="4100" b="1" dirty="0">
                <a:solidFill>
                  <a:schemeClr val="accent1"/>
                </a:solidFill>
                <a:cs typeface="+mn-ea"/>
                <a:sym typeface="+mn-lt"/>
              </a:rPr>
              <a:t>%</a:t>
            </a:r>
          </a:p>
        </p:txBody>
      </p:sp>
      <p:sp>
        <p:nvSpPr>
          <p:cNvPr id="271" name="TextBox 260">
            <a:extLst>
              <a:ext uri="{FF2B5EF4-FFF2-40B4-BE49-F238E27FC236}">
                <a16:creationId xmlns:a16="http://schemas.microsoft.com/office/drawing/2014/main" id="{DD72F465-E30C-40DD-AEB5-0FD396E46799}"/>
              </a:ext>
            </a:extLst>
          </p:cNvPr>
          <p:cNvSpPr txBox="1"/>
          <p:nvPr/>
        </p:nvSpPr>
        <p:spPr>
          <a:xfrm>
            <a:off x="6505759" y="4551247"/>
            <a:ext cx="4495112" cy="766044"/>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272" name="TextBox 261">
            <a:extLst>
              <a:ext uri="{FF2B5EF4-FFF2-40B4-BE49-F238E27FC236}">
                <a16:creationId xmlns:a16="http://schemas.microsoft.com/office/drawing/2014/main" id="{E3450C8A-329B-4AAD-94AF-630E7B4C6EA7}"/>
              </a:ext>
            </a:extLst>
          </p:cNvPr>
          <p:cNvSpPr txBox="1"/>
          <p:nvPr/>
        </p:nvSpPr>
        <p:spPr>
          <a:xfrm>
            <a:off x="6501324" y="3507353"/>
            <a:ext cx="2799211" cy="310021"/>
          </a:xfrm>
          <a:prstGeom prst="rect">
            <a:avLst/>
          </a:prstGeom>
          <a:noFill/>
        </p:spPr>
        <p:txBody>
          <a:bodyPr wrap="square" lIns="68580" tIns="34290" rIns="68580" bIns="34290" rtlCol="0">
            <a:spAutoFit/>
          </a:bodyPr>
          <a:lstStyle/>
          <a:p>
            <a:pPr>
              <a:lnSpc>
                <a:spcPts val="2000"/>
              </a:lnSpc>
            </a:pPr>
            <a:r>
              <a:rPr lang="zh-CN" altLang="en-US" sz="1600" b="1" dirty="0">
                <a:solidFill>
                  <a:schemeClr val="tx1">
                    <a:lumMod val="75000"/>
                    <a:lumOff val="25000"/>
                  </a:schemeClr>
                </a:solidFill>
                <a:cs typeface="+mn-ea"/>
                <a:sym typeface="+mn-lt"/>
              </a:rPr>
              <a:t>请输入标题</a:t>
            </a:r>
            <a:endParaRPr lang="id-ID" sz="1600" b="1" dirty="0">
              <a:solidFill>
                <a:schemeClr val="tx1">
                  <a:lumMod val="75000"/>
                  <a:lumOff val="25000"/>
                </a:schemeClr>
              </a:solidFill>
              <a:cs typeface="+mn-ea"/>
              <a:sym typeface="+mn-lt"/>
            </a:endParaRPr>
          </a:p>
        </p:txBody>
      </p:sp>
      <p:sp>
        <p:nvSpPr>
          <p:cNvPr id="273" name="TextBox 262">
            <a:extLst>
              <a:ext uri="{FF2B5EF4-FFF2-40B4-BE49-F238E27FC236}">
                <a16:creationId xmlns:a16="http://schemas.microsoft.com/office/drawing/2014/main" id="{6E097334-BB07-4D66-8B6B-5DAFDC804775}"/>
              </a:ext>
            </a:extLst>
          </p:cNvPr>
          <p:cNvSpPr txBox="1"/>
          <p:nvPr/>
        </p:nvSpPr>
        <p:spPr>
          <a:xfrm>
            <a:off x="7912482" y="3863895"/>
            <a:ext cx="3119385" cy="487954"/>
          </a:xfrm>
          <a:prstGeom prst="rect">
            <a:avLst/>
          </a:prstGeom>
          <a:noFill/>
        </p:spPr>
        <p:txBody>
          <a:bodyPr wrap="square" lIns="68580" tIns="34290" rIns="68580" bIns="34290" rtlCol="0">
            <a:spAutoFit/>
          </a:bodyPr>
          <a:lstStyle/>
          <a:p>
            <a:pPr algn="just">
              <a:lnSpc>
                <a:spcPct val="130000"/>
              </a:lnSpc>
            </a:pPr>
            <a:r>
              <a:rPr lang="zh-CN" altLang="en-US" sz="1100" dirty="0">
                <a:solidFill>
                  <a:schemeClr val="tx1">
                    <a:lumMod val="75000"/>
                    <a:lumOff val="25000"/>
                  </a:schemeClr>
                </a:solidFill>
                <a:cs typeface="+mn-ea"/>
                <a:sym typeface="+mn-lt"/>
              </a:rPr>
              <a:t>请在此处添加详细描述文本，在这里输入文本，更改文字文本。</a:t>
            </a:r>
            <a:endParaRPr lang="id-ID" sz="1100" dirty="0">
              <a:solidFill>
                <a:schemeClr val="tx1">
                  <a:lumMod val="75000"/>
                  <a:lumOff val="25000"/>
                </a:schemeClr>
              </a:solidFill>
              <a:cs typeface="+mn-ea"/>
              <a:sym typeface="+mn-lt"/>
            </a:endParaRPr>
          </a:p>
        </p:txBody>
      </p:sp>
      <p:sp>
        <p:nvSpPr>
          <p:cNvPr id="274" name="TextBox 263">
            <a:extLst>
              <a:ext uri="{FF2B5EF4-FFF2-40B4-BE49-F238E27FC236}">
                <a16:creationId xmlns:a16="http://schemas.microsoft.com/office/drawing/2014/main" id="{8AB8FD45-7904-42E0-B645-FAA51FE77455}"/>
              </a:ext>
            </a:extLst>
          </p:cNvPr>
          <p:cNvSpPr txBox="1"/>
          <p:nvPr/>
        </p:nvSpPr>
        <p:spPr>
          <a:xfrm>
            <a:off x="6501324" y="3786566"/>
            <a:ext cx="1190069" cy="700192"/>
          </a:xfrm>
          <a:prstGeom prst="rect">
            <a:avLst/>
          </a:prstGeom>
          <a:noFill/>
        </p:spPr>
        <p:txBody>
          <a:bodyPr wrap="none" lIns="68580" tIns="34290" rIns="68580" bIns="34290" rtlCol="0">
            <a:spAutoFit/>
          </a:bodyPr>
          <a:lstStyle/>
          <a:p>
            <a:r>
              <a:rPr lang="en-US" sz="4100" b="1" dirty="0">
                <a:solidFill>
                  <a:schemeClr val="accent5"/>
                </a:solidFill>
                <a:cs typeface="+mn-ea"/>
                <a:sym typeface="+mn-lt"/>
              </a:rPr>
              <a:t>00</a:t>
            </a:r>
            <a:r>
              <a:rPr lang="id-ID" sz="4100" b="1" dirty="0">
                <a:solidFill>
                  <a:schemeClr val="accent5"/>
                </a:solidFill>
                <a:cs typeface="+mn-ea"/>
                <a:sym typeface="+mn-lt"/>
              </a:rPr>
              <a:t>%</a:t>
            </a:r>
          </a:p>
        </p:txBody>
      </p:sp>
      <p:sp>
        <p:nvSpPr>
          <p:cNvPr id="3" name="标题 2">
            <a:extLst>
              <a:ext uri="{FF2B5EF4-FFF2-40B4-BE49-F238E27FC236}">
                <a16:creationId xmlns:a16="http://schemas.microsoft.com/office/drawing/2014/main" id="{551FF7E5-E173-4F01-AB89-2E400E680CFD}"/>
              </a:ext>
            </a:extLst>
          </p:cNvPr>
          <p:cNvSpPr>
            <a:spLocks noGrp="1"/>
          </p:cNvSpPr>
          <p:nvPr>
            <p:ph type="title"/>
          </p:nvPr>
        </p:nvSpPr>
        <p:spPr/>
        <p:txBody>
          <a:bodyPr/>
          <a:lstStyle/>
          <a:p>
            <a:endParaRPr lang="zh-CN" altLang="en-US"/>
          </a:p>
        </p:txBody>
      </p:sp>
      <p:sp>
        <p:nvSpPr>
          <p:cNvPr id="277" name="矩形 276">
            <a:extLst>
              <a:ext uri="{FF2B5EF4-FFF2-40B4-BE49-F238E27FC236}">
                <a16:creationId xmlns:a16="http://schemas.microsoft.com/office/drawing/2014/main" id="{11875A42-FAFE-4502-9EF4-AE7136350F62}"/>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75" name="组合 274">
            <a:extLst>
              <a:ext uri="{FF2B5EF4-FFF2-40B4-BE49-F238E27FC236}">
                <a16:creationId xmlns:a16="http://schemas.microsoft.com/office/drawing/2014/main" id="{8C11ECAC-021F-410E-88DB-A4B8A7F047F1}"/>
              </a:ext>
            </a:extLst>
          </p:cNvPr>
          <p:cNvGrpSpPr/>
          <p:nvPr/>
        </p:nvGrpSpPr>
        <p:grpSpPr>
          <a:xfrm>
            <a:off x="-491832" y="1587"/>
            <a:ext cx="273269" cy="2129816"/>
            <a:chOff x="11681691" y="1513398"/>
            <a:chExt cx="273269" cy="2129816"/>
          </a:xfrm>
        </p:grpSpPr>
        <p:sp>
          <p:nvSpPr>
            <p:cNvPr id="276" name="矩形 275">
              <a:extLst>
                <a:ext uri="{FF2B5EF4-FFF2-40B4-BE49-F238E27FC236}">
                  <a16:creationId xmlns:a16="http://schemas.microsoft.com/office/drawing/2014/main" id="{7C0B3D65-8BB7-4F3C-A3EE-2C164F1E07C1}"/>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8" name="矩形 277">
              <a:extLst>
                <a:ext uri="{FF2B5EF4-FFF2-40B4-BE49-F238E27FC236}">
                  <a16:creationId xmlns:a16="http://schemas.microsoft.com/office/drawing/2014/main" id="{49BB0E1D-144D-4562-9C34-03F65D63269E}"/>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9" name="矩形 278">
              <a:extLst>
                <a:ext uri="{FF2B5EF4-FFF2-40B4-BE49-F238E27FC236}">
                  <a16:creationId xmlns:a16="http://schemas.microsoft.com/office/drawing/2014/main" id="{487A53D7-46F6-4764-9EFF-D3772A33C96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0" name="矩形 279">
              <a:extLst>
                <a:ext uri="{FF2B5EF4-FFF2-40B4-BE49-F238E27FC236}">
                  <a16:creationId xmlns:a16="http://schemas.microsoft.com/office/drawing/2014/main" id="{3F173369-B1E2-4C97-AC90-453A35D3343C}"/>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1" name="矩形 280">
              <a:extLst>
                <a:ext uri="{FF2B5EF4-FFF2-40B4-BE49-F238E27FC236}">
                  <a16:creationId xmlns:a16="http://schemas.microsoft.com/office/drawing/2014/main" id="{F46F2525-ED59-4097-8EC5-39FAE176ABBB}"/>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2" name="矩形 281">
              <a:extLst>
                <a:ext uri="{FF2B5EF4-FFF2-40B4-BE49-F238E27FC236}">
                  <a16:creationId xmlns:a16="http://schemas.microsoft.com/office/drawing/2014/main" id="{066844E9-C54E-495E-B7BF-497B2750347D}"/>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3" name="矩形 282">
              <a:extLst>
                <a:ext uri="{FF2B5EF4-FFF2-40B4-BE49-F238E27FC236}">
                  <a16:creationId xmlns:a16="http://schemas.microsoft.com/office/drawing/2014/main" id="{BCE88D16-2547-4E09-8478-86C5BB8ACE0F}"/>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627595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组合 70">
            <a:extLst>
              <a:ext uri="{FF2B5EF4-FFF2-40B4-BE49-F238E27FC236}">
                <a16:creationId xmlns:a16="http://schemas.microsoft.com/office/drawing/2014/main" id="{1DD546B1-8761-41E8-9870-591A29A52766}"/>
              </a:ext>
            </a:extLst>
          </p:cNvPr>
          <p:cNvGrpSpPr/>
          <p:nvPr/>
        </p:nvGrpSpPr>
        <p:grpSpPr>
          <a:xfrm>
            <a:off x="2837450" y="1949755"/>
            <a:ext cx="3336575" cy="1133149"/>
            <a:chOff x="1745926" y="1942832"/>
            <a:chExt cx="2861866" cy="971931"/>
          </a:xfrm>
        </p:grpSpPr>
        <p:grpSp>
          <p:nvGrpSpPr>
            <p:cNvPr id="2" name="组合 1">
              <a:extLst>
                <a:ext uri="{FF2B5EF4-FFF2-40B4-BE49-F238E27FC236}">
                  <a16:creationId xmlns:a16="http://schemas.microsoft.com/office/drawing/2014/main" id="{8E71C86C-A040-412D-9BCE-34E70CC518E9}"/>
                </a:ext>
              </a:extLst>
            </p:cNvPr>
            <p:cNvGrpSpPr/>
            <p:nvPr/>
          </p:nvGrpSpPr>
          <p:grpSpPr>
            <a:xfrm>
              <a:off x="1745926" y="1942832"/>
              <a:ext cx="2861866" cy="439981"/>
              <a:chOff x="3251641" y="2273352"/>
              <a:chExt cx="4642204" cy="713688"/>
            </a:xfrm>
            <a:solidFill>
              <a:schemeClr val="accent1"/>
            </a:solidFill>
          </p:grpSpPr>
          <p:sp>
            <p:nvSpPr>
              <p:cNvPr id="6" name="Freeform 85">
                <a:extLst>
                  <a:ext uri="{FF2B5EF4-FFF2-40B4-BE49-F238E27FC236}">
                    <a16:creationId xmlns:a16="http://schemas.microsoft.com/office/drawing/2014/main" id="{BE101FCA-4613-40D4-A89B-41EAA867C399}"/>
                  </a:ext>
                </a:extLst>
              </p:cNvPr>
              <p:cNvSpPr>
                <a:spLocks noEditPoints="1"/>
              </p:cNvSpPr>
              <p:nvPr/>
            </p:nvSpPr>
            <p:spPr bwMode="auto">
              <a:xfrm>
                <a:off x="325164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7" name="Freeform 85">
                <a:extLst>
                  <a:ext uri="{FF2B5EF4-FFF2-40B4-BE49-F238E27FC236}">
                    <a16:creationId xmlns:a16="http://schemas.microsoft.com/office/drawing/2014/main" id="{18CC5B26-9386-4244-BE46-15A6B1C06AB9}"/>
                  </a:ext>
                </a:extLst>
              </p:cNvPr>
              <p:cNvSpPr>
                <a:spLocks noEditPoints="1"/>
              </p:cNvSpPr>
              <p:nvPr/>
            </p:nvSpPr>
            <p:spPr bwMode="auto">
              <a:xfrm>
                <a:off x="385108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8" name="Freeform 85">
                <a:extLst>
                  <a:ext uri="{FF2B5EF4-FFF2-40B4-BE49-F238E27FC236}">
                    <a16:creationId xmlns:a16="http://schemas.microsoft.com/office/drawing/2014/main" id="{F1DFB441-08E0-4D18-8FDC-706544540A4B}"/>
                  </a:ext>
                </a:extLst>
              </p:cNvPr>
              <p:cNvSpPr>
                <a:spLocks noEditPoints="1"/>
              </p:cNvSpPr>
              <p:nvPr/>
            </p:nvSpPr>
            <p:spPr bwMode="auto">
              <a:xfrm>
                <a:off x="445052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9" name="Freeform 85">
                <a:extLst>
                  <a:ext uri="{FF2B5EF4-FFF2-40B4-BE49-F238E27FC236}">
                    <a16:creationId xmlns:a16="http://schemas.microsoft.com/office/drawing/2014/main" id="{1402FBCB-14F9-4EBB-8E0B-EF748F226780}"/>
                  </a:ext>
                </a:extLst>
              </p:cNvPr>
              <p:cNvSpPr>
                <a:spLocks noEditPoints="1"/>
              </p:cNvSpPr>
              <p:nvPr/>
            </p:nvSpPr>
            <p:spPr bwMode="auto">
              <a:xfrm>
                <a:off x="504996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0" name="Freeform 85">
                <a:extLst>
                  <a:ext uri="{FF2B5EF4-FFF2-40B4-BE49-F238E27FC236}">
                    <a16:creationId xmlns:a16="http://schemas.microsoft.com/office/drawing/2014/main" id="{A9E612BB-409E-4A69-BD4D-00F6E5A15972}"/>
                  </a:ext>
                </a:extLst>
              </p:cNvPr>
              <p:cNvSpPr>
                <a:spLocks noEditPoints="1"/>
              </p:cNvSpPr>
              <p:nvPr/>
            </p:nvSpPr>
            <p:spPr bwMode="auto">
              <a:xfrm>
                <a:off x="564940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 name="Freeform 85">
                <a:extLst>
                  <a:ext uri="{FF2B5EF4-FFF2-40B4-BE49-F238E27FC236}">
                    <a16:creationId xmlns:a16="http://schemas.microsoft.com/office/drawing/2014/main" id="{3AB49B9A-9784-4C30-BC87-8E4F073371E2}"/>
                  </a:ext>
                </a:extLst>
              </p:cNvPr>
              <p:cNvSpPr>
                <a:spLocks noEditPoints="1"/>
              </p:cNvSpPr>
              <p:nvPr/>
            </p:nvSpPr>
            <p:spPr bwMode="auto">
              <a:xfrm>
                <a:off x="620639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 name="Freeform 85">
                <a:extLst>
                  <a:ext uri="{FF2B5EF4-FFF2-40B4-BE49-F238E27FC236}">
                    <a16:creationId xmlns:a16="http://schemas.microsoft.com/office/drawing/2014/main" id="{EBEE06A7-AAAF-47F0-A727-E9EC950730BA}"/>
                  </a:ext>
                </a:extLst>
              </p:cNvPr>
              <p:cNvSpPr>
                <a:spLocks noEditPoints="1"/>
              </p:cNvSpPr>
              <p:nvPr/>
            </p:nvSpPr>
            <p:spPr bwMode="auto">
              <a:xfrm>
                <a:off x="680583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 name="Freeform 85">
                <a:extLst>
                  <a:ext uri="{FF2B5EF4-FFF2-40B4-BE49-F238E27FC236}">
                    <a16:creationId xmlns:a16="http://schemas.microsoft.com/office/drawing/2014/main" id="{2023A83A-8203-4090-A0A3-E2172F3EF7AC}"/>
                  </a:ext>
                </a:extLst>
              </p:cNvPr>
              <p:cNvSpPr>
                <a:spLocks noEditPoints="1"/>
              </p:cNvSpPr>
              <p:nvPr/>
            </p:nvSpPr>
            <p:spPr bwMode="auto">
              <a:xfrm>
                <a:off x="740527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0" name="组合 29">
              <a:extLst>
                <a:ext uri="{FF2B5EF4-FFF2-40B4-BE49-F238E27FC236}">
                  <a16:creationId xmlns:a16="http://schemas.microsoft.com/office/drawing/2014/main" id="{41A854BE-55D0-43D8-8DD2-F96CF9130F6D}"/>
                </a:ext>
              </a:extLst>
            </p:cNvPr>
            <p:cNvGrpSpPr/>
            <p:nvPr/>
          </p:nvGrpSpPr>
          <p:grpSpPr>
            <a:xfrm>
              <a:off x="1745926" y="2474782"/>
              <a:ext cx="2861866" cy="439981"/>
              <a:chOff x="3251641" y="2273352"/>
              <a:chExt cx="4642204" cy="713688"/>
            </a:xfrm>
            <a:solidFill>
              <a:schemeClr val="accent1"/>
            </a:solidFill>
          </p:grpSpPr>
          <p:sp>
            <p:nvSpPr>
              <p:cNvPr id="31" name="Freeform 85">
                <a:extLst>
                  <a:ext uri="{FF2B5EF4-FFF2-40B4-BE49-F238E27FC236}">
                    <a16:creationId xmlns:a16="http://schemas.microsoft.com/office/drawing/2014/main" id="{0661FBD1-DAC7-4DA4-8658-87F2C042B331}"/>
                  </a:ext>
                </a:extLst>
              </p:cNvPr>
              <p:cNvSpPr>
                <a:spLocks noEditPoints="1"/>
              </p:cNvSpPr>
              <p:nvPr/>
            </p:nvSpPr>
            <p:spPr bwMode="auto">
              <a:xfrm>
                <a:off x="325164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2" name="Freeform 85">
                <a:extLst>
                  <a:ext uri="{FF2B5EF4-FFF2-40B4-BE49-F238E27FC236}">
                    <a16:creationId xmlns:a16="http://schemas.microsoft.com/office/drawing/2014/main" id="{DCA4F6F0-DBD5-491A-9FD9-D0716B37BE69}"/>
                  </a:ext>
                </a:extLst>
              </p:cNvPr>
              <p:cNvSpPr>
                <a:spLocks noEditPoints="1"/>
              </p:cNvSpPr>
              <p:nvPr/>
            </p:nvSpPr>
            <p:spPr bwMode="auto">
              <a:xfrm>
                <a:off x="385108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3" name="Freeform 85">
                <a:extLst>
                  <a:ext uri="{FF2B5EF4-FFF2-40B4-BE49-F238E27FC236}">
                    <a16:creationId xmlns:a16="http://schemas.microsoft.com/office/drawing/2014/main" id="{D576F2BD-91D4-4830-9A52-D803DF25A120}"/>
                  </a:ext>
                </a:extLst>
              </p:cNvPr>
              <p:cNvSpPr>
                <a:spLocks noEditPoints="1"/>
              </p:cNvSpPr>
              <p:nvPr/>
            </p:nvSpPr>
            <p:spPr bwMode="auto">
              <a:xfrm>
                <a:off x="445052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4" name="Freeform 85">
                <a:extLst>
                  <a:ext uri="{FF2B5EF4-FFF2-40B4-BE49-F238E27FC236}">
                    <a16:creationId xmlns:a16="http://schemas.microsoft.com/office/drawing/2014/main" id="{51D60CEB-4EBE-4C02-8BFD-569550DCD16F}"/>
                  </a:ext>
                </a:extLst>
              </p:cNvPr>
              <p:cNvSpPr>
                <a:spLocks noEditPoints="1"/>
              </p:cNvSpPr>
              <p:nvPr/>
            </p:nvSpPr>
            <p:spPr bwMode="auto">
              <a:xfrm>
                <a:off x="504996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5" name="Freeform 85">
                <a:extLst>
                  <a:ext uri="{FF2B5EF4-FFF2-40B4-BE49-F238E27FC236}">
                    <a16:creationId xmlns:a16="http://schemas.microsoft.com/office/drawing/2014/main" id="{CD36BCD5-FAF7-4682-92E1-8420671E07E8}"/>
                  </a:ext>
                </a:extLst>
              </p:cNvPr>
              <p:cNvSpPr>
                <a:spLocks noEditPoints="1"/>
              </p:cNvSpPr>
              <p:nvPr/>
            </p:nvSpPr>
            <p:spPr bwMode="auto">
              <a:xfrm>
                <a:off x="564940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solidFill>
                <a:srgbClr val="CCCC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6" name="Freeform 85">
                <a:extLst>
                  <a:ext uri="{FF2B5EF4-FFF2-40B4-BE49-F238E27FC236}">
                    <a16:creationId xmlns:a16="http://schemas.microsoft.com/office/drawing/2014/main" id="{E8FEB23B-171B-474E-B5B2-4785694A907F}"/>
                  </a:ext>
                </a:extLst>
              </p:cNvPr>
              <p:cNvSpPr>
                <a:spLocks noEditPoints="1"/>
              </p:cNvSpPr>
              <p:nvPr/>
            </p:nvSpPr>
            <p:spPr bwMode="auto">
              <a:xfrm>
                <a:off x="620639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solidFill>
                <a:srgbClr val="CCCC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7" name="Freeform 85">
                <a:extLst>
                  <a:ext uri="{FF2B5EF4-FFF2-40B4-BE49-F238E27FC236}">
                    <a16:creationId xmlns:a16="http://schemas.microsoft.com/office/drawing/2014/main" id="{5A317373-6861-4B8E-AA46-C8D9A8E6A13C}"/>
                  </a:ext>
                </a:extLst>
              </p:cNvPr>
              <p:cNvSpPr>
                <a:spLocks noEditPoints="1"/>
              </p:cNvSpPr>
              <p:nvPr/>
            </p:nvSpPr>
            <p:spPr bwMode="auto">
              <a:xfrm>
                <a:off x="680583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solidFill>
                <a:srgbClr val="CCCC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8" name="Freeform 85">
                <a:extLst>
                  <a:ext uri="{FF2B5EF4-FFF2-40B4-BE49-F238E27FC236}">
                    <a16:creationId xmlns:a16="http://schemas.microsoft.com/office/drawing/2014/main" id="{FC0B924F-65A9-4544-9279-1099B77CC751}"/>
                  </a:ext>
                </a:extLst>
              </p:cNvPr>
              <p:cNvSpPr>
                <a:spLocks noEditPoints="1"/>
              </p:cNvSpPr>
              <p:nvPr/>
            </p:nvSpPr>
            <p:spPr bwMode="auto">
              <a:xfrm>
                <a:off x="7405271" y="2273352"/>
                <a:ext cx="488574" cy="713688"/>
              </a:xfrm>
              <a:custGeom>
                <a:avLst/>
                <a:gdLst>
                  <a:gd name="T0" fmla="*/ 62 w 124"/>
                  <a:gd name="T1" fmla="*/ 82 h 181"/>
                  <a:gd name="T2" fmla="*/ 103 w 124"/>
                  <a:gd name="T3" fmla="*/ 41 h 181"/>
                  <a:gd name="T4" fmla="*/ 62 w 124"/>
                  <a:gd name="T5" fmla="*/ 0 h 181"/>
                  <a:gd name="T6" fmla="*/ 21 w 124"/>
                  <a:gd name="T7" fmla="*/ 41 h 181"/>
                  <a:gd name="T8" fmla="*/ 62 w 124"/>
                  <a:gd name="T9" fmla="*/ 82 h 181"/>
                  <a:gd name="T10" fmla="*/ 123 w 124"/>
                  <a:gd name="T11" fmla="*/ 171 h 181"/>
                  <a:gd name="T12" fmla="*/ 122 w 124"/>
                  <a:gd name="T13" fmla="*/ 168 h 181"/>
                  <a:gd name="T14" fmla="*/ 103 w 124"/>
                  <a:gd name="T15" fmla="*/ 112 h 181"/>
                  <a:gd name="T16" fmla="*/ 69 w 124"/>
                  <a:gd name="T17" fmla="*/ 97 h 181"/>
                  <a:gd name="T18" fmla="*/ 49 w 124"/>
                  <a:gd name="T19" fmla="*/ 97 h 181"/>
                  <a:gd name="T20" fmla="*/ 20 w 124"/>
                  <a:gd name="T21" fmla="*/ 112 h 181"/>
                  <a:gd name="T22" fmla="*/ 2 w 124"/>
                  <a:gd name="T23" fmla="*/ 167 h 181"/>
                  <a:gd name="T24" fmla="*/ 1 w 124"/>
                  <a:gd name="T25" fmla="*/ 171 h 181"/>
                  <a:gd name="T26" fmla="*/ 9 w 124"/>
                  <a:gd name="T27" fmla="*/ 181 h 181"/>
                  <a:gd name="T28" fmla="*/ 115 w 124"/>
                  <a:gd name="T29" fmla="*/ 181 h 181"/>
                  <a:gd name="T30" fmla="*/ 123 w 124"/>
                  <a:gd name="T31" fmla="*/ 171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4" h="181">
                    <a:moveTo>
                      <a:pt x="62" y="82"/>
                    </a:moveTo>
                    <a:cubicBezTo>
                      <a:pt x="84" y="82"/>
                      <a:pt x="103" y="64"/>
                      <a:pt x="103" y="41"/>
                    </a:cubicBezTo>
                    <a:cubicBezTo>
                      <a:pt x="103" y="19"/>
                      <a:pt x="84" y="0"/>
                      <a:pt x="62" y="0"/>
                    </a:cubicBezTo>
                    <a:cubicBezTo>
                      <a:pt x="39" y="0"/>
                      <a:pt x="21" y="19"/>
                      <a:pt x="21" y="41"/>
                    </a:cubicBezTo>
                    <a:cubicBezTo>
                      <a:pt x="21" y="64"/>
                      <a:pt x="39" y="82"/>
                      <a:pt x="62" y="82"/>
                    </a:cubicBezTo>
                    <a:close/>
                    <a:moveTo>
                      <a:pt x="123" y="171"/>
                    </a:moveTo>
                    <a:cubicBezTo>
                      <a:pt x="122" y="168"/>
                      <a:pt x="122" y="168"/>
                      <a:pt x="122" y="168"/>
                    </a:cubicBezTo>
                    <a:cubicBezTo>
                      <a:pt x="119" y="154"/>
                      <a:pt x="109" y="121"/>
                      <a:pt x="103" y="112"/>
                    </a:cubicBezTo>
                    <a:cubicBezTo>
                      <a:pt x="94" y="96"/>
                      <a:pt x="69" y="97"/>
                      <a:pt x="69" y="97"/>
                    </a:cubicBezTo>
                    <a:cubicBezTo>
                      <a:pt x="49" y="97"/>
                      <a:pt x="49" y="97"/>
                      <a:pt x="49" y="97"/>
                    </a:cubicBezTo>
                    <a:cubicBezTo>
                      <a:pt x="49" y="97"/>
                      <a:pt x="31" y="96"/>
                      <a:pt x="20" y="112"/>
                    </a:cubicBezTo>
                    <a:cubicBezTo>
                      <a:pt x="15" y="120"/>
                      <a:pt x="6" y="151"/>
                      <a:pt x="2" y="167"/>
                    </a:cubicBezTo>
                    <a:cubicBezTo>
                      <a:pt x="1" y="169"/>
                      <a:pt x="1" y="171"/>
                      <a:pt x="1" y="171"/>
                    </a:cubicBezTo>
                    <a:cubicBezTo>
                      <a:pt x="0" y="176"/>
                      <a:pt x="3" y="181"/>
                      <a:pt x="9" y="181"/>
                    </a:cubicBezTo>
                    <a:cubicBezTo>
                      <a:pt x="115" y="181"/>
                      <a:pt x="115" y="181"/>
                      <a:pt x="115" y="181"/>
                    </a:cubicBezTo>
                    <a:cubicBezTo>
                      <a:pt x="121" y="181"/>
                      <a:pt x="124" y="176"/>
                      <a:pt x="123" y="171"/>
                    </a:cubicBezTo>
                    <a:close/>
                  </a:path>
                </a:pathLst>
              </a:custGeom>
              <a:solidFill>
                <a:srgbClr val="CCCC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sp>
        <p:nvSpPr>
          <p:cNvPr id="64" name="TextBox 252">
            <a:extLst>
              <a:ext uri="{FF2B5EF4-FFF2-40B4-BE49-F238E27FC236}">
                <a16:creationId xmlns:a16="http://schemas.microsoft.com/office/drawing/2014/main" id="{87B78726-A180-4547-BD91-02258385AFBA}"/>
              </a:ext>
            </a:extLst>
          </p:cNvPr>
          <p:cNvSpPr txBox="1"/>
          <p:nvPr/>
        </p:nvSpPr>
        <p:spPr>
          <a:xfrm>
            <a:off x="6488762" y="2305333"/>
            <a:ext cx="4495112" cy="766044"/>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65" name="TextBox 253">
            <a:extLst>
              <a:ext uri="{FF2B5EF4-FFF2-40B4-BE49-F238E27FC236}">
                <a16:creationId xmlns:a16="http://schemas.microsoft.com/office/drawing/2014/main" id="{3B7BAEEB-E9C1-4EDE-B68A-425EF8223D10}"/>
              </a:ext>
            </a:extLst>
          </p:cNvPr>
          <p:cNvSpPr txBox="1"/>
          <p:nvPr/>
        </p:nvSpPr>
        <p:spPr>
          <a:xfrm>
            <a:off x="6488762" y="1919475"/>
            <a:ext cx="2833295" cy="325730"/>
          </a:xfrm>
          <a:prstGeom prst="rect">
            <a:avLst/>
          </a:prstGeom>
          <a:noFill/>
        </p:spPr>
        <p:txBody>
          <a:bodyPr wrap="square" lIns="68580" tIns="34290" rIns="68580" bIns="34290" rtlCol="0">
            <a:spAutoFit/>
          </a:bodyPr>
          <a:lstStyle/>
          <a:p>
            <a:pPr>
              <a:lnSpc>
                <a:spcPts val="2000"/>
              </a:lnSpc>
            </a:pPr>
            <a:r>
              <a:rPr lang="zh-CN" altLang="en-US" b="1" dirty="0">
                <a:solidFill>
                  <a:schemeClr val="tx1">
                    <a:lumMod val="75000"/>
                    <a:lumOff val="25000"/>
                  </a:schemeClr>
                </a:solidFill>
                <a:cs typeface="+mn-ea"/>
                <a:sym typeface="+mn-lt"/>
              </a:rPr>
              <a:t>请输入标题</a:t>
            </a:r>
            <a:endParaRPr lang="id-ID" b="1" dirty="0">
              <a:solidFill>
                <a:schemeClr val="tx1">
                  <a:lumMod val="75000"/>
                  <a:lumOff val="25000"/>
                </a:schemeClr>
              </a:solidFill>
              <a:cs typeface="+mn-ea"/>
              <a:sym typeface="+mn-lt"/>
            </a:endParaRPr>
          </a:p>
        </p:txBody>
      </p:sp>
      <p:sp>
        <p:nvSpPr>
          <p:cNvPr id="68" name="矩形 67">
            <a:extLst>
              <a:ext uri="{FF2B5EF4-FFF2-40B4-BE49-F238E27FC236}">
                <a16:creationId xmlns:a16="http://schemas.microsoft.com/office/drawing/2014/main" id="{BFE7B50C-C1D0-4901-B41C-1658289FB5D8}"/>
              </a:ext>
            </a:extLst>
          </p:cNvPr>
          <p:cNvSpPr/>
          <p:nvPr/>
        </p:nvSpPr>
        <p:spPr>
          <a:xfrm>
            <a:off x="2548940" y="1796329"/>
            <a:ext cx="36000" cy="144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1"/>
              </a:solidFill>
            </a:endParaRPr>
          </a:p>
        </p:txBody>
      </p:sp>
      <p:sp>
        <p:nvSpPr>
          <p:cNvPr id="72" name="TextBox 255">
            <a:extLst>
              <a:ext uri="{FF2B5EF4-FFF2-40B4-BE49-F238E27FC236}">
                <a16:creationId xmlns:a16="http://schemas.microsoft.com/office/drawing/2014/main" id="{E88B2415-26B3-4FDF-8A76-BFB4DE23EF3E}"/>
              </a:ext>
            </a:extLst>
          </p:cNvPr>
          <p:cNvSpPr txBox="1"/>
          <p:nvPr/>
        </p:nvSpPr>
        <p:spPr>
          <a:xfrm>
            <a:off x="1208127" y="2166233"/>
            <a:ext cx="1061829" cy="623248"/>
          </a:xfrm>
          <a:prstGeom prst="rect">
            <a:avLst/>
          </a:prstGeom>
          <a:noFill/>
        </p:spPr>
        <p:txBody>
          <a:bodyPr wrap="none" lIns="68580" tIns="34290" rIns="68580" bIns="34290" rtlCol="0">
            <a:spAutoFit/>
          </a:bodyPr>
          <a:lstStyle/>
          <a:p>
            <a:r>
              <a:rPr lang="en-US" sz="3600" b="1" dirty="0">
                <a:solidFill>
                  <a:schemeClr val="accent1"/>
                </a:solidFill>
                <a:cs typeface="+mn-ea"/>
                <a:sym typeface="+mn-lt"/>
              </a:rPr>
              <a:t>00</a:t>
            </a:r>
            <a:r>
              <a:rPr lang="id-ID" sz="3600" b="1" dirty="0">
                <a:solidFill>
                  <a:schemeClr val="accent1"/>
                </a:solidFill>
                <a:cs typeface="+mn-ea"/>
                <a:sym typeface="+mn-lt"/>
              </a:rPr>
              <a:t>%</a:t>
            </a:r>
          </a:p>
        </p:txBody>
      </p:sp>
      <p:grpSp>
        <p:nvGrpSpPr>
          <p:cNvPr id="77" name="组合 76">
            <a:extLst>
              <a:ext uri="{FF2B5EF4-FFF2-40B4-BE49-F238E27FC236}">
                <a16:creationId xmlns:a16="http://schemas.microsoft.com/office/drawing/2014/main" id="{4A7FD780-BA56-4E84-B663-F4B83DF528CE}"/>
              </a:ext>
            </a:extLst>
          </p:cNvPr>
          <p:cNvGrpSpPr/>
          <p:nvPr/>
        </p:nvGrpSpPr>
        <p:grpSpPr>
          <a:xfrm>
            <a:off x="6055422" y="4158369"/>
            <a:ext cx="3209331" cy="1431646"/>
            <a:chOff x="6324207" y="4229526"/>
            <a:chExt cx="3209331" cy="1431646"/>
          </a:xfrm>
        </p:grpSpPr>
        <p:grpSp>
          <p:nvGrpSpPr>
            <p:cNvPr id="76" name="组合 75">
              <a:extLst>
                <a:ext uri="{FF2B5EF4-FFF2-40B4-BE49-F238E27FC236}">
                  <a16:creationId xmlns:a16="http://schemas.microsoft.com/office/drawing/2014/main" id="{939C3F1B-C043-422E-9472-3024F6DD542D}"/>
                </a:ext>
              </a:extLst>
            </p:cNvPr>
            <p:cNvGrpSpPr/>
            <p:nvPr/>
          </p:nvGrpSpPr>
          <p:grpSpPr>
            <a:xfrm>
              <a:off x="6336907" y="4229526"/>
              <a:ext cx="3180133" cy="658429"/>
              <a:chOff x="6336907" y="4191426"/>
              <a:chExt cx="3180133" cy="658429"/>
            </a:xfrm>
          </p:grpSpPr>
          <p:sp>
            <p:nvSpPr>
              <p:cNvPr id="40" name="Freeform 119">
                <a:extLst>
                  <a:ext uri="{FF2B5EF4-FFF2-40B4-BE49-F238E27FC236}">
                    <a16:creationId xmlns:a16="http://schemas.microsoft.com/office/drawing/2014/main" id="{7B8C88AC-B70B-4085-BDD8-48B964E3D6A3}"/>
                  </a:ext>
                </a:extLst>
              </p:cNvPr>
              <p:cNvSpPr>
                <a:spLocks noChangeArrowheads="1"/>
              </p:cNvSpPr>
              <p:nvPr/>
            </p:nvSpPr>
            <p:spPr bwMode="auto">
              <a:xfrm flipH="1">
                <a:off x="9237946"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bg2">
                  <a:lumMod val="85000"/>
                </a:schemeClr>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1" name="Freeform 120">
                <a:extLst>
                  <a:ext uri="{FF2B5EF4-FFF2-40B4-BE49-F238E27FC236}">
                    <a16:creationId xmlns:a16="http://schemas.microsoft.com/office/drawing/2014/main" id="{DF3D6B94-F178-4FC9-BD09-7B422F800229}"/>
                  </a:ext>
                </a:extLst>
              </p:cNvPr>
              <p:cNvSpPr>
                <a:spLocks noChangeArrowheads="1"/>
              </p:cNvSpPr>
              <p:nvPr/>
            </p:nvSpPr>
            <p:spPr bwMode="auto">
              <a:xfrm flipH="1">
                <a:off x="8915913"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bg2">
                  <a:lumMod val="85000"/>
                </a:schemeClr>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2" name="Freeform 121">
                <a:extLst>
                  <a:ext uri="{FF2B5EF4-FFF2-40B4-BE49-F238E27FC236}">
                    <a16:creationId xmlns:a16="http://schemas.microsoft.com/office/drawing/2014/main" id="{8F5FA289-F6C3-4F88-A25E-E48210692AE4}"/>
                  </a:ext>
                </a:extLst>
              </p:cNvPr>
              <p:cNvSpPr>
                <a:spLocks noChangeArrowheads="1"/>
              </p:cNvSpPr>
              <p:nvPr/>
            </p:nvSpPr>
            <p:spPr bwMode="auto">
              <a:xfrm flipH="1">
                <a:off x="8589912"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3" name="Freeform 122">
                <a:extLst>
                  <a:ext uri="{FF2B5EF4-FFF2-40B4-BE49-F238E27FC236}">
                    <a16:creationId xmlns:a16="http://schemas.microsoft.com/office/drawing/2014/main" id="{C18C6D60-6FDC-46D4-8972-B7CFD2EC7F39}"/>
                  </a:ext>
                </a:extLst>
              </p:cNvPr>
              <p:cNvSpPr>
                <a:spLocks noChangeArrowheads="1"/>
              </p:cNvSpPr>
              <p:nvPr/>
            </p:nvSpPr>
            <p:spPr bwMode="auto">
              <a:xfrm flipH="1">
                <a:off x="8267878"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4" name="Freeform 123">
                <a:extLst>
                  <a:ext uri="{FF2B5EF4-FFF2-40B4-BE49-F238E27FC236}">
                    <a16:creationId xmlns:a16="http://schemas.microsoft.com/office/drawing/2014/main" id="{165B7078-AA64-40B0-8B1D-64FC3F419930}"/>
                  </a:ext>
                </a:extLst>
              </p:cNvPr>
              <p:cNvSpPr>
                <a:spLocks noChangeArrowheads="1"/>
              </p:cNvSpPr>
              <p:nvPr/>
            </p:nvSpPr>
            <p:spPr bwMode="auto">
              <a:xfrm flipH="1">
                <a:off x="7943628"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5" name="Freeform 124">
                <a:extLst>
                  <a:ext uri="{FF2B5EF4-FFF2-40B4-BE49-F238E27FC236}">
                    <a16:creationId xmlns:a16="http://schemas.microsoft.com/office/drawing/2014/main" id="{8667AD38-2A18-41CE-BE88-5BF79C6B85C1}"/>
                  </a:ext>
                </a:extLst>
              </p:cNvPr>
              <p:cNvSpPr>
                <a:spLocks noChangeArrowheads="1"/>
              </p:cNvSpPr>
              <p:nvPr/>
            </p:nvSpPr>
            <p:spPr bwMode="auto">
              <a:xfrm flipH="1">
                <a:off x="7621593" y="4191426"/>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6" name="Freeform 125">
                <a:extLst>
                  <a:ext uri="{FF2B5EF4-FFF2-40B4-BE49-F238E27FC236}">
                    <a16:creationId xmlns:a16="http://schemas.microsoft.com/office/drawing/2014/main" id="{154732EC-170B-4D1C-A0F9-C0FDEB55EE7E}"/>
                  </a:ext>
                </a:extLst>
              </p:cNvPr>
              <p:cNvSpPr>
                <a:spLocks noChangeArrowheads="1"/>
              </p:cNvSpPr>
              <p:nvPr/>
            </p:nvSpPr>
            <p:spPr bwMode="auto">
              <a:xfrm flipH="1">
                <a:off x="7295595"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7" name="Freeform 126">
                <a:extLst>
                  <a:ext uri="{FF2B5EF4-FFF2-40B4-BE49-F238E27FC236}">
                    <a16:creationId xmlns:a16="http://schemas.microsoft.com/office/drawing/2014/main" id="{6E9A26F6-9277-4B7D-AE77-5D87815E5816}"/>
                  </a:ext>
                </a:extLst>
              </p:cNvPr>
              <p:cNvSpPr>
                <a:spLocks noChangeArrowheads="1"/>
              </p:cNvSpPr>
              <p:nvPr/>
            </p:nvSpPr>
            <p:spPr bwMode="auto">
              <a:xfrm flipH="1">
                <a:off x="6973560" y="4191426"/>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8" name="Freeform 127">
                <a:extLst>
                  <a:ext uri="{FF2B5EF4-FFF2-40B4-BE49-F238E27FC236}">
                    <a16:creationId xmlns:a16="http://schemas.microsoft.com/office/drawing/2014/main" id="{1D6C427C-7118-4CDF-9A93-3904BAE77F7E}"/>
                  </a:ext>
                </a:extLst>
              </p:cNvPr>
              <p:cNvSpPr>
                <a:spLocks noChangeArrowheads="1"/>
              </p:cNvSpPr>
              <p:nvPr/>
            </p:nvSpPr>
            <p:spPr bwMode="auto">
              <a:xfrm flipH="1">
                <a:off x="6658943" y="4191428"/>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49" name="Freeform 128">
                <a:extLst>
                  <a:ext uri="{FF2B5EF4-FFF2-40B4-BE49-F238E27FC236}">
                    <a16:creationId xmlns:a16="http://schemas.microsoft.com/office/drawing/2014/main" id="{C36691C0-2A5E-4F01-B8D3-11A4D73C9889}"/>
                  </a:ext>
                </a:extLst>
              </p:cNvPr>
              <p:cNvSpPr>
                <a:spLocks noChangeArrowheads="1"/>
              </p:cNvSpPr>
              <p:nvPr/>
            </p:nvSpPr>
            <p:spPr bwMode="auto">
              <a:xfrm flipH="1">
                <a:off x="6336907" y="4191426"/>
                <a:ext cx="279094" cy="658427"/>
              </a:xfrm>
              <a:custGeom>
                <a:avLst/>
                <a:gdLst>
                  <a:gd name="connsiteX0" fmla="*/ 370873 w 1290638"/>
                  <a:gd name="connsiteY0" fmla="*/ 598487 h 3044825"/>
                  <a:gd name="connsiteX1" fmla="*/ 519222 w 1290638"/>
                  <a:gd name="connsiteY1" fmla="*/ 598487 h 3044825"/>
                  <a:gd name="connsiteX2" fmla="*/ 548892 w 1290638"/>
                  <a:gd name="connsiteY2" fmla="*/ 598487 h 3044825"/>
                  <a:gd name="connsiteX3" fmla="*/ 919765 w 1290638"/>
                  <a:gd name="connsiteY3" fmla="*/ 598487 h 3044825"/>
                  <a:gd name="connsiteX4" fmla="*/ 1290638 w 1290638"/>
                  <a:gd name="connsiteY4" fmla="*/ 962526 h 3044825"/>
                  <a:gd name="connsiteX5" fmla="*/ 1290638 w 1290638"/>
                  <a:gd name="connsiteY5" fmla="*/ 1661479 h 3044825"/>
                  <a:gd name="connsiteX6" fmla="*/ 1171959 w 1290638"/>
                  <a:gd name="connsiteY6" fmla="*/ 1777972 h 3044825"/>
                  <a:gd name="connsiteX7" fmla="*/ 1053279 w 1290638"/>
                  <a:gd name="connsiteY7" fmla="*/ 1661479 h 3044825"/>
                  <a:gd name="connsiteX8" fmla="*/ 1053279 w 1290638"/>
                  <a:gd name="connsiteY8" fmla="*/ 1253756 h 3044825"/>
                  <a:gd name="connsiteX9" fmla="*/ 1053279 w 1290638"/>
                  <a:gd name="connsiteY9" fmla="*/ 1006210 h 3044825"/>
                  <a:gd name="connsiteX10" fmla="*/ 993940 w 1290638"/>
                  <a:gd name="connsiteY10" fmla="*/ 1006210 h 3044825"/>
                  <a:gd name="connsiteX11" fmla="*/ 993940 w 1290638"/>
                  <a:gd name="connsiteY11" fmla="*/ 1268318 h 3044825"/>
                  <a:gd name="connsiteX12" fmla="*/ 993940 w 1290638"/>
                  <a:gd name="connsiteY12" fmla="*/ 1719725 h 3044825"/>
                  <a:gd name="connsiteX13" fmla="*/ 993940 w 1290638"/>
                  <a:gd name="connsiteY13" fmla="*/ 1777972 h 3044825"/>
                  <a:gd name="connsiteX14" fmla="*/ 993940 w 1290638"/>
                  <a:gd name="connsiteY14" fmla="*/ 2884648 h 3044825"/>
                  <a:gd name="connsiteX15" fmla="*/ 830756 w 1290638"/>
                  <a:gd name="connsiteY15" fmla="*/ 3044825 h 3044825"/>
                  <a:gd name="connsiteX16" fmla="*/ 667572 w 1290638"/>
                  <a:gd name="connsiteY16" fmla="*/ 2884648 h 3044825"/>
                  <a:gd name="connsiteX17" fmla="*/ 667572 w 1290638"/>
                  <a:gd name="connsiteY17" fmla="*/ 1777972 h 3044825"/>
                  <a:gd name="connsiteX18" fmla="*/ 608232 w 1290638"/>
                  <a:gd name="connsiteY18" fmla="*/ 1777972 h 3044825"/>
                  <a:gd name="connsiteX19" fmla="*/ 608232 w 1290638"/>
                  <a:gd name="connsiteY19" fmla="*/ 2884648 h 3044825"/>
                  <a:gd name="connsiteX20" fmla="*/ 459883 w 1290638"/>
                  <a:gd name="connsiteY20" fmla="*/ 3044825 h 3044825"/>
                  <a:gd name="connsiteX21" fmla="*/ 296698 w 1290638"/>
                  <a:gd name="connsiteY21" fmla="*/ 2884648 h 3044825"/>
                  <a:gd name="connsiteX22" fmla="*/ 296698 w 1290638"/>
                  <a:gd name="connsiteY22" fmla="*/ 1777972 h 3044825"/>
                  <a:gd name="connsiteX23" fmla="*/ 296698 w 1290638"/>
                  <a:gd name="connsiteY23" fmla="*/ 1719725 h 3044825"/>
                  <a:gd name="connsiteX24" fmla="*/ 296698 w 1290638"/>
                  <a:gd name="connsiteY24" fmla="*/ 1268318 h 3044825"/>
                  <a:gd name="connsiteX25" fmla="*/ 296698 w 1290638"/>
                  <a:gd name="connsiteY25" fmla="*/ 1006210 h 3044825"/>
                  <a:gd name="connsiteX26" fmla="*/ 237358 w 1290638"/>
                  <a:gd name="connsiteY26" fmla="*/ 1006210 h 3044825"/>
                  <a:gd name="connsiteX27" fmla="*/ 237358 w 1290638"/>
                  <a:gd name="connsiteY27" fmla="*/ 1253756 h 3044825"/>
                  <a:gd name="connsiteX28" fmla="*/ 237358 w 1290638"/>
                  <a:gd name="connsiteY28" fmla="*/ 1661479 h 3044825"/>
                  <a:gd name="connsiteX29" fmla="*/ 118679 w 1290638"/>
                  <a:gd name="connsiteY29" fmla="*/ 1777972 h 3044825"/>
                  <a:gd name="connsiteX30" fmla="*/ 0 w 1290638"/>
                  <a:gd name="connsiteY30" fmla="*/ 1661479 h 3044825"/>
                  <a:gd name="connsiteX31" fmla="*/ 0 w 1290638"/>
                  <a:gd name="connsiteY31" fmla="*/ 962526 h 3044825"/>
                  <a:gd name="connsiteX32" fmla="*/ 370873 w 1290638"/>
                  <a:gd name="connsiteY32" fmla="*/ 598487 h 3044825"/>
                  <a:gd name="connsiteX33" fmla="*/ 646113 w 1290638"/>
                  <a:gd name="connsiteY33" fmla="*/ 0 h 3044825"/>
                  <a:gd name="connsiteX34" fmla="*/ 920751 w 1290638"/>
                  <a:gd name="connsiteY34" fmla="*/ 269875 h 3044825"/>
                  <a:gd name="connsiteX35" fmla="*/ 646113 w 1290638"/>
                  <a:gd name="connsiteY35" fmla="*/ 539750 h 3044825"/>
                  <a:gd name="connsiteX36" fmla="*/ 371475 w 1290638"/>
                  <a:gd name="connsiteY36" fmla="*/ 269875 h 3044825"/>
                  <a:gd name="connsiteX37" fmla="*/ 646113 w 1290638"/>
                  <a:gd name="connsiteY37" fmla="*/ 0 h 3044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290638" h="3044825">
                    <a:moveTo>
                      <a:pt x="370873" y="598487"/>
                    </a:moveTo>
                    <a:cubicBezTo>
                      <a:pt x="370873" y="598487"/>
                      <a:pt x="370873" y="598487"/>
                      <a:pt x="519222" y="598487"/>
                    </a:cubicBezTo>
                    <a:cubicBezTo>
                      <a:pt x="519222" y="598487"/>
                      <a:pt x="519222" y="598487"/>
                      <a:pt x="548892" y="598487"/>
                    </a:cubicBezTo>
                    <a:cubicBezTo>
                      <a:pt x="548892" y="598487"/>
                      <a:pt x="548892" y="598487"/>
                      <a:pt x="919765" y="598487"/>
                    </a:cubicBezTo>
                    <a:cubicBezTo>
                      <a:pt x="1112619" y="598487"/>
                      <a:pt x="1275803" y="758664"/>
                      <a:pt x="1290638" y="962526"/>
                    </a:cubicBezTo>
                    <a:cubicBezTo>
                      <a:pt x="1290638" y="962526"/>
                      <a:pt x="1290638" y="962526"/>
                      <a:pt x="1290638" y="1661479"/>
                    </a:cubicBezTo>
                    <a:cubicBezTo>
                      <a:pt x="1290638" y="1734287"/>
                      <a:pt x="1231299" y="1777972"/>
                      <a:pt x="1171959" y="1777972"/>
                    </a:cubicBezTo>
                    <a:cubicBezTo>
                      <a:pt x="1097784" y="1777972"/>
                      <a:pt x="1053279" y="1734287"/>
                      <a:pt x="1053279" y="1661479"/>
                    </a:cubicBezTo>
                    <a:cubicBezTo>
                      <a:pt x="1053279" y="1661479"/>
                      <a:pt x="1053279" y="1661479"/>
                      <a:pt x="1053279" y="1253756"/>
                    </a:cubicBezTo>
                    <a:cubicBezTo>
                      <a:pt x="1053279" y="1253756"/>
                      <a:pt x="1053279" y="1253756"/>
                      <a:pt x="1053279" y="1006210"/>
                    </a:cubicBezTo>
                    <a:cubicBezTo>
                      <a:pt x="1053279" y="1006210"/>
                      <a:pt x="1053279" y="1006210"/>
                      <a:pt x="993940" y="1006210"/>
                    </a:cubicBezTo>
                    <a:cubicBezTo>
                      <a:pt x="993940" y="1006210"/>
                      <a:pt x="993940" y="1006210"/>
                      <a:pt x="993940" y="1268318"/>
                    </a:cubicBezTo>
                    <a:cubicBezTo>
                      <a:pt x="993940" y="1268318"/>
                      <a:pt x="993940" y="1268318"/>
                      <a:pt x="993940" y="1719725"/>
                    </a:cubicBezTo>
                    <a:cubicBezTo>
                      <a:pt x="993940" y="1719725"/>
                      <a:pt x="993940" y="1719725"/>
                      <a:pt x="993940" y="1777972"/>
                    </a:cubicBezTo>
                    <a:cubicBezTo>
                      <a:pt x="993940" y="1777972"/>
                      <a:pt x="993940" y="1777972"/>
                      <a:pt x="993940" y="2884648"/>
                    </a:cubicBezTo>
                    <a:cubicBezTo>
                      <a:pt x="993940" y="2972017"/>
                      <a:pt x="919765" y="3044825"/>
                      <a:pt x="830756" y="3044825"/>
                    </a:cubicBezTo>
                    <a:cubicBezTo>
                      <a:pt x="741746" y="3044825"/>
                      <a:pt x="667572" y="2972017"/>
                      <a:pt x="667572" y="2884648"/>
                    </a:cubicBezTo>
                    <a:cubicBezTo>
                      <a:pt x="667572" y="2884648"/>
                      <a:pt x="667572" y="2884648"/>
                      <a:pt x="667572" y="1777972"/>
                    </a:cubicBezTo>
                    <a:cubicBezTo>
                      <a:pt x="667572" y="1777972"/>
                      <a:pt x="667572" y="1777972"/>
                      <a:pt x="608232" y="1777972"/>
                    </a:cubicBezTo>
                    <a:cubicBezTo>
                      <a:pt x="608232" y="1777972"/>
                      <a:pt x="608232" y="1777972"/>
                      <a:pt x="608232" y="2884648"/>
                    </a:cubicBezTo>
                    <a:cubicBezTo>
                      <a:pt x="608232" y="2972017"/>
                      <a:pt x="548892" y="3044825"/>
                      <a:pt x="459883" y="3044825"/>
                    </a:cubicBezTo>
                    <a:cubicBezTo>
                      <a:pt x="370873" y="3044825"/>
                      <a:pt x="296698" y="2972017"/>
                      <a:pt x="296698" y="2884648"/>
                    </a:cubicBezTo>
                    <a:cubicBezTo>
                      <a:pt x="296698" y="2884648"/>
                      <a:pt x="296698" y="2884648"/>
                      <a:pt x="296698" y="1777972"/>
                    </a:cubicBezTo>
                    <a:cubicBezTo>
                      <a:pt x="296698" y="1777972"/>
                      <a:pt x="296698" y="1777972"/>
                      <a:pt x="296698" y="1719725"/>
                    </a:cubicBezTo>
                    <a:cubicBezTo>
                      <a:pt x="296698" y="1719725"/>
                      <a:pt x="296698" y="1719725"/>
                      <a:pt x="296698" y="1268318"/>
                    </a:cubicBezTo>
                    <a:cubicBezTo>
                      <a:pt x="296698" y="1268318"/>
                      <a:pt x="296698" y="1268318"/>
                      <a:pt x="296698" y="1006210"/>
                    </a:cubicBezTo>
                    <a:cubicBezTo>
                      <a:pt x="296698" y="1006210"/>
                      <a:pt x="296698" y="1006210"/>
                      <a:pt x="237358" y="1006210"/>
                    </a:cubicBezTo>
                    <a:cubicBezTo>
                      <a:pt x="237358" y="1006210"/>
                      <a:pt x="237358" y="1006210"/>
                      <a:pt x="237358" y="1253756"/>
                    </a:cubicBezTo>
                    <a:cubicBezTo>
                      <a:pt x="237358" y="1253756"/>
                      <a:pt x="237358" y="1253756"/>
                      <a:pt x="237358" y="1661479"/>
                    </a:cubicBezTo>
                    <a:cubicBezTo>
                      <a:pt x="237358" y="1734287"/>
                      <a:pt x="192854" y="1777972"/>
                      <a:pt x="118679" y="1777972"/>
                    </a:cubicBezTo>
                    <a:cubicBezTo>
                      <a:pt x="59340" y="1777972"/>
                      <a:pt x="0" y="1734287"/>
                      <a:pt x="0" y="1661479"/>
                    </a:cubicBezTo>
                    <a:cubicBezTo>
                      <a:pt x="0" y="1661479"/>
                      <a:pt x="0" y="1661479"/>
                      <a:pt x="0" y="962526"/>
                    </a:cubicBezTo>
                    <a:cubicBezTo>
                      <a:pt x="0" y="758664"/>
                      <a:pt x="178019" y="598487"/>
                      <a:pt x="370873" y="598487"/>
                    </a:cubicBezTo>
                    <a:close/>
                    <a:moveTo>
                      <a:pt x="646113" y="0"/>
                    </a:moveTo>
                    <a:cubicBezTo>
                      <a:pt x="797791" y="0"/>
                      <a:pt x="920751" y="120827"/>
                      <a:pt x="920751" y="269875"/>
                    </a:cubicBezTo>
                    <a:cubicBezTo>
                      <a:pt x="920751" y="418923"/>
                      <a:pt x="797791" y="539750"/>
                      <a:pt x="646113" y="539750"/>
                    </a:cubicBezTo>
                    <a:cubicBezTo>
                      <a:pt x="494435" y="539750"/>
                      <a:pt x="371475" y="418923"/>
                      <a:pt x="371475" y="269875"/>
                    </a:cubicBezTo>
                    <a:cubicBezTo>
                      <a:pt x="371475" y="120827"/>
                      <a:pt x="494435" y="0"/>
                      <a:pt x="646113" y="0"/>
                    </a:cubicBezTo>
                    <a:close/>
                  </a:path>
                </a:pathLst>
              </a:custGeom>
              <a:solidFill>
                <a:schemeClr val="accent5"/>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grpSp>
        <p:grpSp>
          <p:nvGrpSpPr>
            <p:cNvPr id="75" name="组合 74">
              <a:extLst>
                <a:ext uri="{FF2B5EF4-FFF2-40B4-BE49-F238E27FC236}">
                  <a16:creationId xmlns:a16="http://schemas.microsoft.com/office/drawing/2014/main" id="{EF2A014F-B063-4831-9545-B77DB3F4BA81}"/>
                </a:ext>
              </a:extLst>
            </p:cNvPr>
            <p:cNvGrpSpPr/>
            <p:nvPr/>
          </p:nvGrpSpPr>
          <p:grpSpPr>
            <a:xfrm>
              <a:off x="6324207" y="5022157"/>
              <a:ext cx="3209331" cy="639015"/>
              <a:chOff x="6324207" y="5045017"/>
              <a:chExt cx="3209331" cy="639015"/>
            </a:xfrm>
          </p:grpSpPr>
          <p:sp>
            <p:nvSpPr>
              <p:cNvPr id="51" name="Freeform 130">
                <a:extLst>
                  <a:ext uri="{FF2B5EF4-FFF2-40B4-BE49-F238E27FC236}">
                    <a16:creationId xmlns:a16="http://schemas.microsoft.com/office/drawing/2014/main" id="{94ACD610-2529-4AD0-8DE9-98A70F61EC1D}"/>
                  </a:ext>
                </a:extLst>
              </p:cNvPr>
              <p:cNvSpPr>
                <a:spLocks/>
              </p:cNvSpPr>
              <p:nvPr/>
            </p:nvSpPr>
            <p:spPr bwMode="auto">
              <a:xfrm>
                <a:off x="6971797"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52" name="Freeform 131">
                <a:extLst>
                  <a:ext uri="{FF2B5EF4-FFF2-40B4-BE49-F238E27FC236}">
                    <a16:creationId xmlns:a16="http://schemas.microsoft.com/office/drawing/2014/main" id="{46B8AB9B-8CEB-4EC4-A0F2-5CA8FD964363}"/>
                  </a:ext>
                </a:extLst>
              </p:cNvPr>
              <p:cNvSpPr>
                <a:spLocks/>
              </p:cNvSpPr>
              <p:nvPr/>
            </p:nvSpPr>
            <p:spPr bwMode="auto">
              <a:xfrm>
                <a:off x="7295592"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53" name="Freeform 132">
                <a:extLst>
                  <a:ext uri="{FF2B5EF4-FFF2-40B4-BE49-F238E27FC236}">
                    <a16:creationId xmlns:a16="http://schemas.microsoft.com/office/drawing/2014/main" id="{3FD9FDCD-36F7-4B73-B4F9-407C27B11778}"/>
                  </a:ext>
                </a:extLst>
              </p:cNvPr>
              <p:cNvSpPr>
                <a:spLocks/>
              </p:cNvSpPr>
              <p:nvPr/>
            </p:nvSpPr>
            <p:spPr bwMode="auto">
              <a:xfrm>
                <a:off x="7619387"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54" name="Freeform 133">
                <a:extLst>
                  <a:ext uri="{FF2B5EF4-FFF2-40B4-BE49-F238E27FC236}">
                    <a16:creationId xmlns:a16="http://schemas.microsoft.com/office/drawing/2014/main" id="{8D1E3F67-52A9-4760-A948-3FC509FEA73F}"/>
                  </a:ext>
                </a:extLst>
              </p:cNvPr>
              <p:cNvSpPr>
                <a:spLocks/>
              </p:cNvSpPr>
              <p:nvPr/>
            </p:nvSpPr>
            <p:spPr bwMode="auto">
              <a:xfrm>
                <a:off x="7943182"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55" name="Freeform 134">
                <a:extLst>
                  <a:ext uri="{FF2B5EF4-FFF2-40B4-BE49-F238E27FC236}">
                    <a16:creationId xmlns:a16="http://schemas.microsoft.com/office/drawing/2014/main" id="{27E0B0E0-BB08-4847-BD99-3EBF18AB4243}"/>
                  </a:ext>
                </a:extLst>
              </p:cNvPr>
              <p:cNvSpPr>
                <a:spLocks/>
              </p:cNvSpPr>
              <p:nvPr/>
            </p:nvSpPr>
            <p:spPr bwMode="auto">
              <a:xfrm>
                <a:off x="8266977"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dirty="0">
                  <a:cs typeface="+mn-ea"/>
                  <a:sym typeface="+mn-lt"/>
                </a:endParaRPr>
              </a:p>
            </p:txBody>
          </p:sp>
          <p:sp>
            <p:nvSpPr>
              <p:cNvPr id="56" name="Freeform 135">
                <a:extLst>
                  <a:ext uri="{FF2B5EF4-FFF2-40B4-BE49-F238E27FC236}">
                    <a16:creationId xmlns:a16="http://schemas.microsoft.com/office/drawing/2014/main" id="{5A9763FE-F3F0-4B7E-9D56-B441A605D992}"/>
                  </a:ext>
                </a:extLst>
              </p:cNvPr>
              <p:cNvSpPr>
                <a:spLocks/>
              </p:cNvSpPr>
              <p:nvPr/>
            </p:nvSpPr>
            <p:spPr bwMode="auto">
              <a:xfrm>
                <a:off x="8590772"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bg2">
                  <a:lumMod val="85000"/>
                </a:schemeClr>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sp>
            <p:nvSpPr>
              <p:cNvPr id="57" name="Freeform 136">
                <a:extLst>
                  <a:ext uri="{FF2B5EF4-FFF2-40B4-BE49-F238E27FC236}">
                    <a16:creationId xmlns:a16="http://schemas.microsoft.com/office/drawing/2014/main" id="{71E50077-64E6-45B4-880F-844B25434B7B}"/>
                  </a:ext>
                </a:extLst>
              </p:cNvPr>
              <p:cNvSpPr>
                <a:spLocks/>
              </p:cNvSpPr>
              <p:nvPr/>
            </p:nvSpPr>
            <p:spPr bwMode="auto">
              <a:xfrm>
                <a:off x="8914567"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bg2">
                  <a:lumMod val="85000"/>
                </a:schemeClr>
              </a:solidFill>
              <a:ln>
                <a:noFill/>
              </a:ln>
            </p:spPr>
            <p:txBody>
              <a:bodyPr vert="horz" wrap="square" lIns="121920" tIns="60960" rIns="121920" bIns="60960" numCol="1" anchor="t" anchorCtr="0" compatLnSpc="1">
                <a:prstTxWarp prst="textNoShape">
                  <a:avLst/>
                </a:prstTxWarp>
                <a:noAutofit/>
              </a:bodyPr>
              <a:lstStyle/>
              <a:p>
                <a:endParaRPr lang="id-ID" sz="1800" baseline="-25000">
                  <a:cs typeface="+mn-ea"/>
                  <a:sym typeface="+mn-lt"/>
                </a:endParaRPr>
              </a:p>
            </p:txBody>
          </p:sp>
          <p:sp>
            <p:nvSpPr>
              <p:cNvPr id="58" name="Freeform 137">
                <a:extLst>
                  <a:ext uri="{FF2B5EF4-FFF2-40B4-BE49-F238E27FC236}">
                    <a16:creationId xmlns:a16="http://schemas.microsoft.com/office/drawing/2014/main" id="{6F7AE9AD-BB8D-4663-AA26-224909F5B21B}"/>
                  </a:ext>
                </a:extLst>
              </p:cNvPr>
              <p:cNvSpPr>
                <a:spLocks/>
              </p:cNvSpPr>
              <p:nvPr/>
            </p:nvSpPr>
            <p:spPr bwMode="auto">
              <a:xfrm>
                <a:off x="9238359"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bg2">
                  <a:lumMod val="85000"/>
                </a:schemeClr>
              </a:solidFill>
              <a:ln>
                <a:noFill/>
              </a:ln>
            </p:spPr>
            <p:txBody>
              <a:bodyPr vert="horz" wrap="square" lIns="121920" tIns="60960" rIns="121920" bIns="60960" numCol="1" anchor="t" anchorCtr="0" compatLnSpc="1">
                <a:prstTxWarp prst="textNoShape">
                  <a:avLst/>
                </a:prstTxWarp>
                <a:noAutofit/>
              </a:bodyPr>
              <a:lstStyle/>
              <a:p>
                <a:endParaRPr lang="id-ID" sz="1800" baseline="-25000" dirty="0">
                  <a:cs typeface="+mn-ea"/>
                  <a:sym typeface="+mn-lt"/>
                </a:endParaRPr>
              </a:p>
            </p:txBody>
          </p:sp>
          <p:sp>
            <p:nvSpPr>
              <p:cNvPr id="59" name="Freeform 138">
                <a:extLst>
                  <a:ext uri="{FF2B5EF4-FFF2-40B4-BE49-F238E27FC236}">
                    <a16:creationId xmlns:a16="http://schemas.microsoft.com/office/drawing/2014/main" id="{6FDF8759-0D50-45FA-950E-6DD6011F333B}"/>
                  </a:ext>
                </a:extLst>
              </p:cNvPr>
              <p:cNvSpPr>
                <a:spLocks/>
              </p:cNvSpPr>
              <p:nvPr/>
            </p:nvSpPr>
            <p:spPr bwMode="auto">
              <a:xfrm>
                <a:off x="6324207" y="5045019"/>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dirty="0">
                  <a:cs typeface="+mn-ea"/>
                  <a:sym typeface="+mn-lt"/>
                </a:endParaRPr>
              </a:p>
            </p:txBody>
          </p:sp>
          <p:sp>
            <p:nvSpPr>
              <p:cNvPr id="60" name="Freeform 139">
                <a:extLst>
                  <a:ext uri="{FF2B5EF4-FFF2-40B4-BE49-F238E27FC236}">
                    <a16:creationId xmlns:a16="http://schemas.microsoft.com/office/drawing/2014/main" id="{13956884-860E-4368-A725-2E390819DD4D}"/>
                  </a:ext>
                </a:extLst>
              </p:cNvPr>
              <p:cNvSpPr>
                <a:spLocks/>
              </p:cNvSpPr>
              <p:nvPr/>
            </p:nvSpPr>
            <p:spPr bwMode="auto">
              <a:xfrm>
                <a:off x="6648002" y="5045017"/>
                <a:ext cx="295179" cy="639013"/>
              </a:xfrm>
              <a:custGeom>
                <a:avLst/>
                <a:gdLst>
                  <a:gd name="connsiteX0" fmla="*/ 585642 w 1431418"/>
                  <a:gd name="connsiteY0" fmla="*/ 601663 h 3098801"/>
                  <a:gd name="connsiteX1" fmla="*/ 692790 w 1431418"/>
                  <a:gd name="connsiteY1" fmla="*/ 601663 h 3098801"/>
                  <a:gd name="connsiteX2" fmla="*/ 738710 w 1431418"/>
                  <a:gd name="connsiteY2" fmla="*/ 601663 h 3098801"/>
                  <a:gd name="connsiteX3" fmla="*/ 845858 w 1431418"/>
                  <a:gd name="connsiteY3" fmla="*/ 601663 h 3098801"/>
                  <a:gd name="connsiteX4" fmla="*/ 1197916 w 1431418"/>
                  <a:gd name="connsiteY4" fmla="*/ 872437 h 3098801"/>
                  <a:gd name="connsiteX5" fmla="*/ 1213223 w 1431418"/>
                  <a:gd name="connsiteY5" fmla="*/ 872437 h 3098801"/>
                  <a:gd name="connsiteX6" fmla="*/ 1427518 w 1431418"/>
                  <a:gd name="connsiteY6" fmla="*/ 1549372 h 3098801"/>
                  <a:gd name="connsiteX7" fmla="*/ 1350984 w 1431418"/>
                  <a:gd name="connsiteY7" fmla="*/ 1699802 h 3098801"/>
                  <a:gd name="connsiteX8" fmla="*/ 1213223 w 1431418"/>
                  <a:gd name="connsiteY8" fmla="*/ 1624587 h 3098801"/>
                  <a:gd name="connsiteX9" fmla="*/ 998927 w 1431418"/>
                  <a:gd name="connsiteY9" fmla="*/ 977738 h 3098801"/>
                  <a:gd name="connsiteX10" fmla="*/ 953006 w 1431418"/>
                  <a:gd name="connsiteY10" fmla="*/ 977738 h 3098801"/>
                  <a:gd name="connsiteX11" fmla="*/ 1320370 w 1431418"/>
                  <a:gd name="connsiteY11" fmla="*/ 2090920 h 3098801"/>
                  <a:gd name="connsiteX12" fmla="*/ 1029540 w 1431418"/>
                  <a:gd name="connsiteY12" fmla="*/ 2090920 h 3098801"/>
                  <a:gd name="connsiteX13" fmla="*/ 1029540 w 1431418"/>
                  <a:gd name="connsiteY13" fmla="*/ 2978457 h 3098801"/>
                  <a:gd name="connsiteX14" fmla="*/ 891779 w 1431418"/>
                  <a:gd name="connsiteY14" fmla="*/ 3098801 h 3098801"/>
                  <a:gd name="connsiteX15" fmla="*/ 769324 w 1431418"/>
                  <a:gd name="connsiteY15" fmla="*/ 2978457 h 3098801"/>
                  <a:gd name="connsiteX16" fmla="*/ 769324 w 1431418"/>
                  <a:gd name="connsiteY16" fmla="*/ 2090920 h 3098801"/>
                  <a:gd name="connsiteX17" fmla="*/ 662176 w 1431418"/>
                  <a:gd name="connsiteY17" fmla="*/ 2090920 h 3098801"/>
                  <a:gd name="connsiteX18" fmla="*/ 662176 w 1431418"/>
                  <a:gd name="connsiteY18" fmla="*/ 2978457 h 3098801"/>
                  <a:gd name="connsiteX19" fmla="*/ 539722 w 1431418"/>
                  <a:gd name="connsiteY19" fmla="*/ 3098801 h 3098801"/>
                  <a:gd name="connsiteX20" fmla="*/ 401960 w 1431418"/>
                  <a:gd name="connsiteY20" fmla="*/ 2978457 h 3098801"/>
                  <a:gd name="connsiteX21" fmla="*/ 401960 w 1431418"/>
                  <a:gd name="connsiteY21" fmla="*/ 2090920 h 3098801"/>
                  <a:gd name="connsiteX22" fmla="*/ 111130 w 1431418"/>
                  <a:gd name="connsiteY22" fmla="*/ 2090920 h 3098801"/>
                  <a:gd name="connsiteX23" fmla="*/ 478494 w 1431418"/>
                  <a:gd name="connsiteY23" fmla="*/ 977738 h 3098801"/>
                  <a:gd name="connsiteX24" fmla="*/ 417267 w 1431418"/>
                  <a:gd name="connsiteY24" fmla="*/ 977738 h 3098801"/>
                  <a:gd name="connsiteX25" fmla="*/ 202971 w 1431418"/>
                  <a:gd name="connsiteY25" fmla="*/ 1624587 h 3098801"/>
                  <a:gd name="connsiteX26" fmla="*/ 65209 w 1431418"/>
                  <a:gd name="connsiteY26" fmla="*/ 1699802 h 3098801"/>
                  <a:gd name="connsiteX27" fmla="*/ 3982 w 1431418"/>
                  <a:gd name="connsiteY27" fmla="*/ 1549372 h 3098801"/>
                  <a:gd name="connsiteX28" fmla="*/ 218278 w 1431418"/>
                  <a:gd name="connsiteY28" fmla="*/ 872437 h 3098801"/>
                  <a:gd name="connsiteX29" fmla="*/ 233585 w 1431418"/>
                  <a:gd name="connsiteY29" fmla="*/ 872437 h 3098801"/>
                  <a:gd name="connsiteX30" fmla="*/ 585642 w 1431418"/>
                  <a:gd name="connsiteY30" fmla="*/ 601663 h 3098801"/>
                  <a:gd name="connsiteX31" fmla="*/ 715750 w 1431418"/>
                  <a:gd name="connsiteY31" fmla="*/ 0 h 3098801"/>
                  <a:gd name="connsiteX32" fmla="*/ 998325 w 1431418"/>
                  <a:gd name="connsiteY32" fmla="*/ 270669 h 3098801"/>
                  <a:gd name="connsiteX33" fmla="*/ 715750 w 1431418"/>
                  <a:gd name="connsiteY33" fmla="*/ 541338 h 3098801"/>
                  <a:gd name="connsiteX34" fmla="*/ 433175 w 1431418"/>
                  <a:gd name="connsiteY34" fmla="*/ 270669 h 3098801"/>
                  <a:gd name="connsiteX35" fmla="*/ 715750 w 1431418"/>
                  <a:gd name="connsiteY35" fmla="*/ 0 h 3098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431418" h="3098801">
                    <a:moveTo>
                      <a:pt x="585642" y="601663"/>
                    </a:moveTo>
                    <a:cubicBezTo>
                      <a:pt x="646869" y="601663"/>
                      <a:pt x="631563" y="601663"/>
                      <a:pt x="692790" y="601663"/>
                    </a:cubicBezTo>
                    <a:cubicBezTo>
                      <a:pt x="708097" y="601663"/>
                      <a:pt x="723404" y="601663"/>
                      <a:pt x="738710" y="601663"/>
                    </a:cubicBezTo>
                    <a:cubicBezTo>
                      <a:pt x="799938" y="601663"/>
                      <a:pt x="784631" y="601663"/>
                      <a:pt x="845858" y="601663"/>
                    </a:cubicBezTo>
                    <a:cubicBezTo>
                      <a:pt x="922393" y="601663"/>
                      <a:pt x="1106075" y="646792"/>
                      <a:pt x="1197916" y="872437"/>
                    </a:cubicBezTo>
                    <a:cubicBezTo>
                      <a:pt x="1197916" y="872437"/>
                      <a:pt x="1197916" y="872437"/>
                      <a:pt x="1213223" y="872437"/>
                    </a:cubicBezTo>
                    <a:cubicBezTo>
                      <a:pt x="1213223" y="872437"/>
                      <a:pt x="1213223" y="872437"/>
                      <a:pt x="1427518" y="1549372"/>
                    </a:cubicBezTo>
                    <a:cubicBezTo>
                      <a:pt x="1442825" y="1609544"/>
                      <a:pt x="1412212" y="1669716"/>
                      <a:pt x="1350984" y="1699802"/>
                    </a:cubicBezTo>
                    <a:cubicBezTo>
                      <a:pt x="1305064" y="1714845"/>
                      <a:pt x="1243836" y="1684759"/>
                      <a:pt x="1213223" y="1624587"/>
                    </a:cubicBezTo>
                    <a:cubicBezTo>
                      <a:pt x="1213223" y="1624587"/>
                      <a:pt x="1213223" y="1624587"/>
                      <a:pt x="998927" y="977738"/>
                    </a:cubicBezTo>
                    <a:cubicBezTo>
                      <a:pt x="998927" y="977738"/>
                      <a:pt x="998927" y="977738"/>
                      <a:pt x="953006" y="977738"/>
                    </a:cubicBezTo>
                    <a:cubicBezTo>
                      <a:pt x="953006" y="977738"/>
                      <a:pt x="953006" y="977738"/>
                      <a:pt x="1320370" y="2090920"/>
                    </a:cubicBezTo>
                    <a:cubicBezTo>
                      <a:pt x="1320370" y="2090920"/>
                      <a:pt x="1320370" y="2090920"/>
                      <a:pt x="1029540" y="2090920"/>
                    </a:cubicBezTo>
                    <a:cubicBezTo>
                      <a:pt x="1029540" y="2090920"/>
                      <a:pt x="1029540" y="2090920"/>
                      <a:pt x="1029540" y="2978457"/>
                    </a:cubicBezTo>
                    <a:cubicBezTo>
                      <a:pt x="1029540" y="3053672"/>
                      <a:pt x="968313" y="3098801"/>
                      <a:pt x="891779" y="3098801"/>
                    </a:cubicBezTo>
                    <a:cubicBezTo>
                      <a:pt x="815245" y="3098801"/>
                      <a:pt x="769324" y="3053672"/>
                      <a:pt x="769324" y="2978457"/>
                    </a:cubicBezTo>
                    <a:cubicBezTo>
                      <a:pt x="769324" y="2978457"/>
                      <a:pt x="769324" y="2978457"/>
                      <a:pt x="769324" y="2090920"/>
                    </a:cubicBezTo>
                    <a:cubicBezTo>
                      <a:pt x="769324" y="2090920"/>
                      <a:pt x="769324" y="2090920"/>
                      <a:pt x="662176" y="2090920"/>
                    </a:cubicBezTo>
                    <a:cubicBezTo>
                      <a:pt x="662176" y="2090920"/>
                      <a:pt x="662176" y="2090920"/>
                      <a:pt x="662176" y="2978457"/>
                    </a:cubicBezTo>
                    <a:cubicBezTo>
                      <a:pt x="662176" y="3053672"/>
                      <a:pt x="600949" y="3098801"/>
                      <a:pt x="539722" y="3098801"/>
                    </a:cubicBezTo>
                    <a:cubicBezTo>
                      <a:pt x="463187" y="3098801"/>
                      <a:pt x="401960" y="3053672"/>
                      <a:pt x="401960" y="2978457"/>
                    </a:cubicBezTo>
                    <a:cubicBezTo>
                      <a:pt x="401960" y="2978457"/>
                      <a:pt x="401960" y="2978457"/>
                      <a:pt x="401960" y="2090920"/>
                    </a:cubicBezTo>
                    <a:cubicBezTo>
                      <a:pt x="401960" y="2090920"/>
                      <a:pt x="401960" y="2090920"/>
                      <a:pt x="111130" y="2090920"/>
                    </a:cubicBezTo>
                    <a:cubicBezTo>
                      <a:pt x="111130" y="2090920"/>
                      <a:pt x="111130" y="2090920"/>
                      <a:pt x="478494" y="977738"/>
                    </a:cubicBezTo>
                    <a:cubicBezTo>
                      <a:pt x="478494" y="977738"/>
                      <a:pt x="478494" y="977738"/>
                      <a:pt x="417267" y="977738"/>
                    </a:cubicBezTo>
                    <a:cubicBezTo>
                      <a:pt x="417267" y="977738"/>
                      <a:pt x="417267" y="977738"/>
                      <a:pt x="202971" y="1624587"/>
                    </a:cubicBezTo>
                    <a:cubicBezTo>
                      <a:pt x="187664" y="1684759"/>
                      <a:pt x="126437" y="1714845"/>
                      <a:pt x="65209" y="1699802"/>
                    </a:cubicBezTo>
                    <a:cubicBezTo>
                      <a:pt x="19289" y="1669716"/>
                      <a:pt x="-11325" y="1609544"/>
                      <a:pt x="3982" y="1549372"/>
                    </a:cubicBezTo>
                    <a:cubicBezTo>
                      <a:pt x="3982" y="1549372"/>
                      <a:pt x="3982" y="1549372"/>
                      <a:pt x="218278" y="872437"/>
                    </a:cubicBezTo>
                    <a:cubicBezTo>
                      <a:pt x="218278" y="872437"/>
                      <a:pt x="218278" y="872437"/>
                      <a:pt x="233585" y="872437"/>
                    </a:cubicBezTo>
                    <a:cubicBezTo>
                      <a:pt x="310119" y="646792"/>
                      <a:pt x="509108" y="601663"/>
                      <a:pt x="585642" y="601663"/>
                    </a:cubicBezTo>
                    <a:close/>
                    <a:moveTo>
                      <a:pt x="715750" y="0"/>
                    </a:moveTo>
                    <a:cubicBezTo>
                      <a:pt x="871812" y="0"/>
                      <a:pt x="998325" y="121183"/>
                      <a:pt x="998325" y="270669"/>
                    </a:cubicBezTo>
                    <a:cubicBezTo>
                      <a:pt x="998325" y="420155"/>
                      <a:pt x="871812" y="541338"/>
                      <a:pt x="715750" y="541338"/>
                    </a:cubicBezTo>
                    <a:cubicBezTo>
                      <a:pt x="559688" y="541338"/>
                      <a:pt x="433175" y="420155"/>
                      <a:pt x="433175" y="270669"/>
                    </a:cubicBezTo>
                    <a:cubicBezTo>
                      <a:pt x="433175" y="121183"/>
                      <a:pt x="559688" y="0"/>
                      <a:pt x="715750" y="0"/>
                    </a:cubicBezTo>
                    <a:close/>
                  </a:path>
                </a:pathLst>
              </a:custGeom>
              <a:solidFill>
                <a:schemeClr val="accent3"/>
              </a:solidFill>
              <a:ln>
                <a:noFill/>
              </a:ln>
            </p:spPr>
            <p:txBody>
              <a:bodyPr vert="horz" wrap="square" lIns="121920" tIns="60960" rIns="121920" bIns="60960" numCol="1" anchor="t" anchorCtr="0" compatLnSpc="1">
                <a:prstTxWarp prst="textNoShape">
                  <a:avLst/>
                </a:prstTxWarp>
                <a:noAutofit/>
              </a:bodyPr>
              <a:lstStyle/>
              <a:p>
                <a:endParaRPr lang="id-ID" sz="1800">
                  <a:cs typeface="+mn-ea"/>
                  <a:sym typeface="+mn-lt"/>
                </a:endParaRPr>
              </a:p>
            </p:txBody>
          </p:sp>
        </p:grpSp>
      </p:grpSp>
      <p:grpSp>
        <p:nvGrpSpPr>
          <p:cNvPr id="78" name="组合 77">
            <a:extLst>
              <a:ext uri="{FF2B5EF4-FFF2-40B4-BE49-F238E27FC236}">
                <a16:creationId xmlns:a16="http://schemas.microsoft.com/office/drawing/2014/main" id="{A9F8ABA4-EFAB-42C9-AB70-5B464B3FC517}"/>
              </a:ext>
            </a:extLst>
          </p:cNvPr>
          <p:cNvGrpSpPr/>
          <p:nvPr/>
        </p:nvGrpSpPr>
        <p:grpSpPr>
          <a:xfrm>
            <a:off x="9791311" y="4140626"/>
            <a:ext cx="1036181" cy="1467133"/>
            <a:chOff x="10060096" y="4221906"/>
            <a:chExt cx="1036181" cy="1467133"/>
          </a:xfrm>
        </p:grpSpPr>
        <p:sp>
          <p:nvSpPr>
            <p:cNvPr id="62" name="TextBox 169">
              <a:extLst>
                <a:ext uri="{FF2B5EF4-FFF2-40B4-BE49-F238E27FC236}">
                  <a16:creationId xmlns:a16="http://schemas.microsoft.com/office/drawing/2014/main" id="{B2B83DEA-00D5-4E57-96AA-CE4180F2BBF5}"/>
                </a:ext>
              </a:extLst>
            </p:cNvPr>
            <p:cNvSpPr txBox="1"/>
            <p:nvPr/>
          </p:nvSpPr>
          <p:spPr>
            <a:xfrm>
              <a:off x="10060096" y="4221906"/>
              <a:ext cx="1036181" cy="623248"/>
            </a:xfrm>
            <a:prstGeom prst="rect">
              <a:avLst/>
            </a:prstGeom>
            <a:noFill/>
          </p:spPr>
          <p:txBody>
            <a:bodyPr wrap="none" lIns="68580" tIns="34290" rIns="68580" bIns="34290" rtlCol="0">
              <a:spAutoFit/>
            </a:bodyPr>
            <a:lstStyle/>
            <a:p>
              <a:r>
                <a:rPr lang="en-US" sz="3600" b="1" dirty="0">
                  <a:solidFill>
                    <a:schemeClr val="accent5"/>
                  </a:solidFill>
                  <a:cs typeface="+mn-ea"/>
                  <a:sym typeface="+mn-lt"/>
                </a:rPr>
                <a:t>8/10</a:t>
              </a:r>
              <a:endParaRPr lang="id-ID" sz="3600" b="1" dirty="0">
                <a:solidFill>
                  <a:schemeClr val="accent5"/>
                </a:solidFill>
                <a:cs typeface="+mn-ea"/>
                <a:sym typeface="+mn-lt"/>
              </a:endParaRPr>
            </a:p>
          </p:txBody>
        </p:sp>
        <p:sp>
          <p:nvSpPr>
            <p:cNvPr id="63" name="TextBox 171">
              <a:extLst>
                <a:ext uri="{FF2B5EF4-FFF2-40B4-BE49-F238E27FC236}">
                  <a16:creationId xmlns:a16="http://schemas.microsoft.com/office/drawing/2014/main" id="{A1617FAE-DECF-4EDE-9B5C-7EF47EF59CFD}"/>
                </a:ext>
              </a:extLst>
            </p:cNvPr>
            <p:cNvSpPr txBox="1"/>
            <p:nvPr/>
          </p:nvSpPr>
          <p:spPr>
            <a:xfrm>
              <a:off x="10060096" y="5065791"/>
              <a:ext cx="1036181" cy="623248"/>
            </a:xfrm>
            <a:prstGeom prst="rect">
              <a:avLst/>
            </a:prstGeom>
            <a:noFill/>
          </p:spPr>
          <p:txBody>
            <a:bodyPr wrap="none" lIns="68580" tIns="34290" rIns="68580" bIns="34290" rtlCol="0">
              <a:spAutoFit/>
            </a:bodyPr>
            <a:lstStyle/>
            <a:p>
              <a:r>
                <a:rPr lang="en-US" sz="3600" b="1" dirty="0">
                  <a:solidFill>
                    <a:schemeClr val="accent3"/>
                  </a:solidFill>
                  <a:cs typeface="+mn-ea"/>
                  <a:sym typeface="+mn-lt"/>
                </a:rPr>
                <a:t>7/10</a:t>
              </a:r>
              <a:endParaRPr lang="id-ID" sz="3600" b="1" dirty="0">
                <a:solidFill>
                  <a:schemeClr val="accent3"/>
                </a:solidFill>
                <a:cs typeface="+mn-ea"/>
                <a:sym typeface="+mn-lt"/>
              </a:endParaRPr>
            </a:p>
          </p:txBody>
        </p:sp>
      </p:grpSp>
      <p:sp>
        <p:nvSpPr>
          <p:cNvPr id="66" name="TextBox 252">
            <a:extLst>
              <a:ext uri="{FF2B5EF4-FFF2-40B4-BE49-F238E27FC236}">
                <a16:creationId xmlns:a16="http://schemas.microsoft.com/office/drawing/2014/main" id="{C0DD63D8-BCA0-4638-9140-2D619DBC0843}"/>
              </a:ext>
            </a:extLst>
          </p:cNvPr>
          <p:cNvSpPr txBox="1"/>
          <p:nvPr/>
        </p:nvSpPr>
        <p:spPr>
          <a:xfrm>
            <a:off x="1364508" y="4663196"/>
            <a:ext cx="4495112" cy="766044"/>
          </a:xfrm>
          <a:prstGeom prst="rect">
            <a:avLst/>
          </a:prstGeom>
          <a:noFill/>
        </p:spPr>
        <p:txBody>
          <a:bodyPr wrap="square" lIns="68580" tIns="34290" rIns="68580" bIns="34290" rtlCol="0">
            <a:spAutoFit/>
          </a:bodyPr>
          <a:lstStyle/>
          <a:p>
            <a:pPr algn="just">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sp>
        <p:nvSpPr>
          <p:cNvPr id="67" name="TextBox 253">
            <a:extLst>
              <a:ext uri="{FF2B5EF4-FFF2-40B4-BE49-F238E27FC236}">
                <a16:creationId xmlns:a16="http://schemas.microsoft.com/office/drawing/2014/main" id="{66F870FC-20C9-4D02-87D2-9DC1F149F766}"/>
              </a:ext>
            </a:extLst>
          </p:cNvPr>
          <p:cNvSpPr txBox="1"/>
          <p:nvPr/>
        </p:nvSpPr>
        <p:spPr>
          <a:xfrm>
            <a:off x="1364508" y="4277338"/>
            <a:ext cx="2833295" cy="325730"/>
          </a:xfrm>
          <a:prstGeom prst="rect">
            <a:avLst/>
          </a:prstGeom>
          <a:noFill/>
        </p:spPr>
        <p:txBody>
          <a:bodyPr wrap="square" lIns="68580" tIns="34290" rIns="68580" bIns="34290" rtlCol="0">
            <a:spAutoFit/>
          </a:bodyPr>
          <a:lstStyle/>
          <a:p>
            <a:pPr>
              <a:lnSpc>
                <a:spcPts val="2000"/>
              </a:lnSpc>
            </a:pPr>
            <a:r>
              <a:rPr lang="zh-CN" altLang="en-US" b="1" dirty="0">
                <a:solidFill>
                  <a:schemeClr val="tx1">
                    <a:lumMod val="75000"/>
                    <a:lumOff val="25000"/>
                  </a:schemeClr>
                </a:solidFill>
                <a:cs typeface="+mn-ea"/>
                <a:sym typeface="+mn-lt"/>
              </a:rPr>
              <a:t>请输入标题</a:t>
            </a:r>
            <a:endParaRPr lang="id-ID" b="1" dirty="0">
              <a:solidFill>
                <a:schemeClr val="tx1">
                  <a:lumMod val="75000"/>
                  <a:lumOff val="25000"/>
                </a:schemeClr>
              </a:solidFill>
              <a:cs typeface="+mn-ea"/>
              <a:sym typeface="+mn-lt"/>
            </a:endParaRPr>
          </a:p>
        </p:txBody>
      </p:sp>
      <p:sp>
        <p:nvSpPr>
          <p:cNvPr id="74" name="矩形 73">
            <a:extLst>
              <a:ext uri="{FF2B5EF4-FFF2-40B4-BE49-F238E27FC236}">
                <a16:creationId xmlns:a16="http://schemas.microsoft.com/office/drawing/2014/main" id="{63543578-2CA9-42D2-BD1B-B85A1B94F3F3}"/>
              </a:ext>
            </a:extLst>
          </p:cNvPr>
          <p:cNvSpPr/>
          <p:nvPr/>
        </p:nvSpPr>
        <p:spPr>
          <a:xfrm>
            <a:off x="9516661" y="4154192"/>
            <a:ext cx="36000" cy="1440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accent1"/>
              </a:solidFill>
            </a:endParaRPr>
          </a:p>
        </p:txBody>
      </p:sp>
      <p:sp>
        <p:nvSpPr>
          <p:cNvPr id="4" name="标题 3">
            <a:extLst>
              <a:ext uri="{FF2B5EF4-FFF2-40B4-BE49-F238E27FC236}">
                <a16:creationId xmlns:a16="http://schemas.microsoft.com/office/drawing/2014/main" id="{D91A8038-ED72-4D32-B740-9DF0EC9AB418}"/>
              </a:ext>
            </a:extLst>
          </p:cNvPr>
          <p:cNvSpPr>
            <a:spLocks noGrp="1"/>
          </p:cNvSpPr>
          <p:nvPr>
            <p:ph type="title"/>
          </p:nvPr>
        </p:nvSpPr>
        <p:spPr/>
        <p:txBody>
          <a:bodyPr/>
          <a:lstStyle/>
          <a:p>
            <a:endParaRPr lang="zh-CN" altLang="en-US"/>
          </a:p>
        </p:txBody>
      </p:sp>
      <p:sp>
        <p:nvSpPr>
          <p:cNvPr id="69" name="矩形 68">
            <a:extLst>
              <a:ext uri="{FF2B5EF4-FFF2-40B4-BE49-F238E27FC236}">
                <a16:creationId xmlns:a16="http://schemas.microsoft.com/office/drawing/2014/main" id="{623A4885-047D-4F32-BC21-E4269F5A5386}"/>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61" name="组合 60">
            <a:extLst>
              <a:ext uri="{FF2B5EF4-FFF2-40B4-BE49-F238E27FC236}">
                <a16:creationId xmlns:a16="http://schemas.microsoft.com/office/drawing/2014/main" id="{2619B9B8-2A07-411C-8B4B-1EC9C63F59E1}"/>
              </a:ext>
            </a:extLst>
          </p:cNvPr>
          <p:cNvGrpSpPr/>
          <p:nvPr/>
        </p:nvGrpSpPr>
        <p:grpSpPr>
          <a:xfrm>
            <a:off x="-491832" y="1587"/>
            <a:ext cx="273269" cy="2129816"/>
            <a:chOff x="11681691" y="1513398"/>
            <a:chExt cx="273269" cy="2129816"/>
          </a:xfrm>
        </p:grpSpPr>
        <p:sp>
          <p:nvSpPr>
            <p:cNvPr id="70" name="矩形 69">
              <a:extLst>
                <a:ext uri="{FF2B5EF4-FFF2-40B4-BE49-F238E27FC236}">
                  <a16:creationId xmlns:a16="http://schemas.microsoft.com/office/drawing/2014/main" id="{D40C3916-89C8-4183-AB19-7FF5C98F3A67}"/>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矩形 72">
              <a:extLst>
                <a:ext uri="{FF2B5EF4-FFF2-40B4-BE49-F238E27FC236}">
                  <a16:creationId xmlns:a16="http://schemas.microsoft.com/office/drawing/2014/main" id="{DC058BE5-8DFA-484B-8BE5-0088D3189E78}"/>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矩形 78">
              <a:extLst>
                <a:ext uri="{FF2B5EF4-FFF2-40B4-BE49-F238E27FC236}">
                  <a16:creationId xmlns:a16="http://schemas.microsoft.com/office/drawing/2014/main" id="{185CE20B-B137-4645-B23E-A8AE11BA00F6}"/>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矩形 79">
              <a:extLst>
                <a:ext uri="{FF2B5EF4-FFF2-40B4-BE49-F238E27FC236}">
                  <a16:creationId xmlns:a16="http://schemas.microsoft.com/office/drawing/2014/main" id="{FADB23CF-5203-4F69-A569-8EA083AFC076}"/>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矩形 80">
              <a:extLst>
                <a:ext uri="{FF2B5EF4-FFF2-40B4-BE49-F238E27FC236}">
                  <a16:creationId xmlns:a16="http://schemas.microsoft.com/office/drawing/2014/main" id="{DF4B8079-4C4B-4038-B68F-26FD3030A109}"/>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矩形 81">
              <a:extLst>
                <a:ext uri="{FF2B5EF4-FFF2-40B4-BE49-F238E27FC236}">
                  <a16:creationId xmlns:a16="http://schemas.microsoft.com/office/drawing/2014/main" id="{1708DCCF-76FB-4BA5-B764-20DF905572C3}"/>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矩形 82">
              <a:extLst>
                <a:ext uri="{FF2B5EF4-FFF2-40B4-BE49-F238E27FC236}">
                  <a16:creationId xmlns:a16="http://schemas.microsoft.com/office/drawing/2014/main" id="{2B04C163-FD45-4681-A7D2-05F9FDD99F38}"/>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209318928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BF34DF-F5EE-4316-BD88-BBAB63890C97}"/>
              </a:ext>
            </a:extLst>
          </p:cNvPr>
          <p:cNvSpPr>
            <a:spLocks noGrp="1"/>
          </p:cNvSpPr>
          <p:nvPr>
            <p:ph type="title"/>
          </p:nvPr>
        </p:nvSpPr>
        <p:spPr/>
        <p:txBody>
          <a:bodyPr/>
          <a:lstStyle/>
          <a:p>
            <a:r>
              <a:rPr lang="zh-CN" altLang="en-US" dirty="0"/>
              <a:t>图表（数据可视化）</a:t>
            </a:r>
          </a:p>
        </p:txBody>
      </p:sp>
      <p:grpSp>
        <p:nvGrpSpPr>
          <p:cNvPr id="3" name="组合 2">
            <a:extLst>
              <a:ext uri="{FF2B5EF4-FFF2-40B4-BE49-F238E27FC236}">
                <a16:creationId xmlns:a16="http://schemas.microsoft.com/office/drawing/2014/main" id="{6E711F78-D84A-4915-A256-B96B64824B74}"/>
              </a:ext>
            </a:extLst>
          </p:cNvPr>
          <p:cNvGrpSpPr/>
          <p:nvPr/>
        </p:nvGrpSpPr>
        <p:grpSpPr>
          <a:xfrm>
            <a:off x="-491832" y="1587"/>
            <a:ext cx="273269" cy="2129816"/>
            <a:chOff x="11681691" y="1513398"/>
            <a:chExt cx="273269" cy="2129816"/>
          </a:xfrm>
        </p:grpSpPr>
        <p:sp>
          <p:nvSpPr>
            <p:cNvPr id="4" name="矩形 3">
              <a:extLst>
                <a:ext uri="{FF2B5EF4-FFF2-40B4-BE49-F238E27FC236}">
                  <a16:creationId xmlns:a16="http://schemas.microsoft.com/office/drawing/2014/main" id="{05D107DC-2E27-4EA2-94F6-82FF96B12EF7}"/>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03EDC8AD-FAEE-4488-B925-A802F7AC6E7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52AA7D56-F262-4398-A652-5EDA4E7A729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3E67151A-95FB-43F6-B036-0AD658FDB4ED}"/>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5EC23CCB-3BB9-4D3F-8EC0-40B2B9048A72}"/>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59D76A69-B080-46A8-A61E-6C303152103F}"/>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06DE987C-FD16-415E-8E34-BBC52B95C1F2}"/>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4546613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7D1E8AB-5EA9-4816-82D6-7FEBD28DD7B9}"/>
              </a:ext>
            </a:extLst>
          </p:cNvPr>
          <p:cNvSpPr>
            <a:spLocks noGrp="1"/>
          </p:cNvSpPr>
          <p:nvPr>
            <p:ph type="title"/>
          </p:nvPr>
        </p:nvSpPr>
        <p:spPr/>
        <p:txBody>
          <a:bodyPr/>
          <a:lstStyle/>
          <a:p>
            <a:endParaRPr lang="zh-CN" altLang="en-US"/>
          </a:p>
        </p:txBody>
      </p:sp>
      <p:graphicFrame>
        <p:nvGraphicFramePr>
          <p:cNvPr id="4" name="Chart 2145">
            <a:extLst>
              <a:ext uri="{FF2B5EF4-FFF2-40B4-BE49-F238E27FC236}">
                <a16:creationId xmlns:a16="http://schemas.microsoft.com/office/drawing/2014/main" id="{7ADF83E4-E69F-4059-B9D2-8436AD9C8129}"/>
              </a:ext>
            </a:extLst>
          </p:cNvPr>
          <p:cNvGraphicFramePr/>
          <p:nvPr>
            <p:extLst>
              <p:ext uri="{D42A27DB-BD31-4B8C-83A1-F6EECF244321}">
                <p14:modId xmlns:p14="http://schemas.microsoft.com/office/powerpoint/2010/main" val="1253302262"/>
              </p:ext>
            </p:extLst>
          </p:nvPr>
        </p:nvGraphicFramePr>
        <p:xfrm>
          <a:off x="710255" y="1897546"/>
          <a:ext cx="5251787" cy="3594092"/>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146">
            <a:extLst>
              <a:ext uri="{FF2B5EF4-FFF2-40B4-BE49-F238E27FC236}">
                <a16:creationId xmlns:a16="http://schemas.microsoft.com/office/drawing/2014/main" id="{6E3C3B93-C484-450F-91B1-58B9A50D4DBA}"/>
              </a:ext>
            </a:extLst>
          </p:cNvPr>
          <p:cNvSpPr/>
          <p:nvPr/>
        </p:nvSpPr>
        <p:spPr>
          <a:xfrm>
            <a:off x="6254329" y="2515440"/>
            <a:ext cx="537388" cy="537418"/>
          </a:xfrm>
          <a:custGeom>
            <a:avLst/>
            <a:gdLst/>
            <a:ahLst/>
            <a:cxnLst>
              <a:cxn ang="0">
                <a:pos x="wd2" y="hd2"/>
              </a:cxn>
              <a:cxn ang="5400000">
                <a:pos x="wd2" y="hd2"/>
              </a:cxn>
              <a:cxn ang="10800000">
                <a:pos x="wd2" y="hd2"/>
              </a:cxn>
              <a:cxn ang="16200000">
                <a:pos x="wd2" y="hd2"/>
              </a:cxn>
            </a:cxnLst>
            <a:rect l="0" t="0" r="r" b="b"/>
            <a:pathLst>
              <a:path w="19678" h="19678"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1"/>
          </a:solidFill>
          <a:ln w="12700" cap="flat">
            <a:noFill/>
            <a:miter lim="400000"/>
          </a:ln>
          <a:effectLst/>
        </p:spPr>
        <p:txBody>
          <a:bodyPr wrap="square" lIns="0" tIns="0" rIns="0" bIns="0" numCol="1" anchor="ctr">
            <a:noAutofit/>
          </a:bodyPr>
          <a:lstStyle/>
          <a:p>
            <a:pPr lvl="0">
              <a:lnSpc>
                <a:spcPct val="120000"/>
              </a:lnSpc>
              <a:defRPr sz="3200"/>
            </a:pPr>
            <a:endParaRPr sz="1333" dirty="0">
              <a:solidFill>
                <a:schemeClr val="bg1">
                  <a:lumMod val="65000"/>
                </a:schemeClr>
              </a:solidFill>
              <a:latin typeface="Arial" panose="020B0604020202020204" pitchFamily="34" charset="0"/>
              <a:ea typeface="微软雅黑" panose="020B0503020204020204" pitchFamily="34" charset="-122"/>
              <a:sym typeface="Arial" panose="020B0604020202020204" pitchFamily="34" charset="0"/>
            </a:endParaRPr>
          </a:p>
        </p:txBody>
      </p:sp>
      <p:sp>
        <p:nvSpPr>
          <p:cNvPr id="6" name="Shape 2149">
            <a:extLst>
              <a:ext uri="{FF2B5EF4-FFF2-40B4-BE49-F238E27FC236}">
                <a16:creationId xmlns:a16="http://schemas.microsoft.com/office/drawing/2014/main" id="{C294E431-57B2-47EE-B87E-102E7DEBC29B}"/>
              </a:ext>
            </a:extLst>
          </p:cNvPr>
          <p:cNvSpPr/>
          <p:nvPr/>
        </p:nvSpPr>
        <p:spPr>
          <a:xfrm>
            <a:off x="6396386" y="2648918"/>
            <a:ext cx="253274" cy="270459"/>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none" lIns="0" tIns="0" rIns="0" bIns="0" numCol="1" anchor="ctr">
            <a:spAutoFit/>
          </a:bodyPr>
          <a:lstStyle>
            <a:lvl1pPr>
              <a:defRPr sz="3600">
                <a:solidFill>
                  <a:srgbClr val="FFFFFF"/>
                </a:solidFill>
                <a:latin typeface="Sosa"/>
                <a:ea typeface="Sosa"/>
                <a:cs typeface="Sosa"/>
                <a:sym typeface="Sosa"/>
              </a:defRPr>
            </a:lvl1pPr>
          </a:lstStyle>
          <a:p>
            <a:pPr lvl="0" algn="ctr">
              <a:lnSpc>
                <a:spcPct val="120000"/>
              </a:lnSpc>
              <a:defRPr sz="1800">
                <a:solidFill>
                  <a:srgbClr val="000000"/>
                </a:solidFill>
              </a:defRPr>
            </a:pPr>
            <a:r>
              <a:rPr lang="en-US" sz="1600" b="1" dirty="0">
                <a:solidFill>
                  <a:schemeClr val="bg1"/>
                </a:solidFill>
                <a:latin typeface="+mn-ea"/>
                <a:ea typeface="+mn-ea"/>
                <a:sym typeface="Arial" panose="020B0604020202020204" pitchFamily="34" charset="0"/>
              </a:rPr>
              <a:t>01</a:t>
            </a:r>
            <a:endParaRPr sz="1600" b="1" dirty="0">
              <a:solidFill>
                <a:schemeClr val="bg1"/>
              </a:solidFill>
              <a:latin typeface="+mn-ea"/>
              <a:ea typeface="+mn-ea"/>
              <a:sym typeface="Arial" panose="020B0604020202020204" pitchFamily="34" charset="0"/>
            </a:endParaRPr>
          </a:p>
        </p:txBody>
      </p:sp>
      <p:sp>
        <p:nvSpPr>
          <p:cNvPr id="7" name="Shape 2151">
            <a:extLst>
              <a:ext uri="{FF2B5EF4-FFF2-40B4-BE49-F238E27FC236}">
                <a16:creationId xmlns:a16="http://schemas.microsoft.com/office/drawing/2014/main" id="{74001931-F326-4C91-B498-BB994B9741D2}"/>
              </a:ext>
            </a:extLst>
          </p:cNvPr>
          <p:cNvSpPr/>
          <p:nvPr/>
        </p:nvSpPr>
        <p:spPr>
          <a:xfrm>
            <a:off x="6254332" y="4148159"/>
            <a:ext cx="537388" cy="537418"/>
          </a:xfrm>
          <a:custGeom>
            <a:avLst/>
            <a:gdLst/>
            <a:ahLst/>
            <a:cxnLst>
              <a:cxn ang="0">
                <a:pos x="wd2" y="hd2"/>
              </a:cxn>
              <a:cxn ang="5400000">
                <a:pos x="wd2" y="hd2"/>
              </a:cxn>
              <a:cxn ang="10800000">
                <a:pos x="wd2" y="hd2"/>
              </a:cxn>
              <a:cxn ang="16200000">
                <a:pos x="wd2" y="hd2"/>
              </a:cxn>
            </a:cxnLst>
            <a:rect l="0" t="0" r="r" b="b"/>
            <a:pathLst>
              <a:path w="19678"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3"/>
          </a:solidFill>
          <a:ln w="12700" cap="flat">
            <a:noFill/>
            <a:miter lim="400000"/>
          </a:ln>
          <a:effectLst/>
        </p:spPr>
        <p:txBody>
          <a:bodyPr wrap="square" lIns="0" tIns="0" rIns="0" bIns="0" numCol="1" anchor="ctr">
            <a:noAutofit/>
          </a:bodyPr>
          <a:lstStyle/>
          <a:p>
            <a:pPr lvl="0">
              <a:lnSpc>
                <a:spcPct val="120000"/>
              </a:lnSpc>
              <a:defRPr sz="3200"/>
            </a:pPr>
            <a:endParaRPr sz="1333" dirty="0">
              <a:solidFill>
                <a:schemeClr val="bg1">
                  <a:lumMod val="65000"/>
                </a:schemeClr>
              </a:solidFill>
              <a:latin typeface="Arial" panose="020B0604020202020204" pitchFamily="34" charset="0"/>
              <a:ea typeface="微软雅黑" panose="020B0503020204020204" pitchFamily="34" charset="-122"/>
              <a:sym typeface="Arial" panose="020B0604020202020204" pitchFamily="34" charset="0"/>
            </a:endParaRPr>
          </a:p>
        </p:txBody>
      </p:sp>
      <p:sp>
        <p:nvSpPr>
          <p:cNvPr id="8" name="Shape 2154">
            <a:extLst>
              <a:ext uri="{FF2B5EF4-FFF2-40B4-BE49-F238E27FC236}">
                <a16:creationId xmlns:a16="http://schemas.microsoft.com/office/drawing/2014/main" id="{3F401369-9F60-47AF-AAA6-ECB2183F85CF}"/>
              </a:ext>
            </a:extLst>
          </p:cNvPr>
          <p:cNvSpPr/>
          <p:nvPr/>
        </p:nvSpPr>
        <p:spPr>
          <a:xfrm>
            <a:off x="6396386" y="4273193"/>
            <a:ext cx="253274" cy="270459"/>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none" lIns="0" tIns="0" rIns="0" bIns="0" numCol="1" anchor="ctr">
            <a:spAutoFit/>
          </a:bodyPr>
          <a:lstStyle>
            <a:lvl1pPr>
              <a:defRPr sz="3600">
                <a:solidFill>
                  <a:srgbClr val="FFFFFF"/>
                </a:solidFill>
                <a:latin typeface="Sosa"/>
                <a:ea typeface="Sosa"/>
                <a:cs typeface="Sosa"/>
                <a:sym typeface="Sosa"/>
              </a:defRPr>
            </a:lvl1pPr>
          </a:lstStyle>
          <a:p>
            <a:pPr lvl="0" algn="ctr">
              <a:lnSpc>
                <a:spcPct val="120000"/>
              </a:lnSpc>
              <a:defRPr sz="1800">
                <a:solidFill>
                  <a:srgbClr val="000000"/>
                </a:solidFill>
              </a:defRPr>
            </a:pPr>
            <a:r>
              <a:rPr lang="en-US" sz="1600" b="1" dirty="0">
                <a:solidFill>
                  <a:schemeClr val="bg1"/>
                </a:solidFill>
                <a:latin typeface="+mn-ea"/>
                <a:ea typeface="+mn-ea"/>
                <a:sym typeface="Arial" panose="020B0604020202020204" pitchFamily="34" charset="0"/>
              </a:rPr>
              <a:t>03</a:t>
            </a:r>
            <a:endParaRPr sz="1600" b="1" dirty="0">
              <a:solidFill>
                <a:schemeClr val="bg1"/>
              </a:solidFill>
              <a:latin typeface="+mn-ea"/>
              <a:ea typeface="+mn-ea"/>
              <a:sym typeface="Arial" panose="020B0604020202020204" pitchFamily="34" charset="0"/>
            </a:endParaRPr>
          </a:p>
        </p:txBody>
      </p:sp>
      <p:sp>
        <p:nvSpPr>
          <p:cNvPr id="9" name="Shape 2156">
            <a:extLst>
              <a:ext uri="{FF2B5EF4-FFF2-40B4-BE49-F238E27FC236}">
                <a16:creationId xmlns:a16="http://schemas.microsoft.com/office/drawing/2014/main" id="{8DAE9094-148E-425B-8743-ACD73F1419FB}"/>
              </a:ext>
            </a:extLst>
          </p:cNvPr>
          <p:cNvSpPr/>
          <p:nvPr/>
        </p:nvSpPr>
        <p:spPr>
          <a:xfrm>
            <a:off x="8967049" y="2515440"/>
            <a:ext cx="537388" cy="537418"/>
          </a:xfrm>
          <a:custGeom>
            <a:avLst/>
            <a:gdLst/>
            <a:ahLst/>
            <a:cxnLst>
              <a:cxn ang="0">
                <a:pos x="wd2" y="hd2"/>
              </a:cxn>
              <a:cxn ang="5400000">
                <a:pos x="wd2" y="hd2"/>
              </a:cxn>
              <a:cxn ang="10800000">
                <a:pos x="wd2" y="hd2"/>
              </a:cxn>
              <a:cxn ang="16200000">
                <a:pos x="wd2" y="hd2"/>
              </a:cxn>
            </a:cxnLst>
            <a:rect l="0" t="0" r="r" b="b"/>
            <a:pathLst>
              <a:path w="19678"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2"/>
          </a:solidFill>
          <a:ln w="12700" cap="flat">
            <a:noFill/>
            <a:miter lim="400000"/>
          </a:ln>
          <a:effectLst/>
        </p:spPr>
        <p:txBody>
          <a:bodyPr wrap="square" lIns="0" tIns="0" rIns="0" bIns="0" numCol="1" anchor="ctr">
            <a:noAutofit/>
          </a:bodyPr>
          <a:lstStyle/>
          <a:p>
            <a:pPr lvl="0">
              <a:lnSpc>
                <a:spcPct val="120000"/>
              </a:lnSpc>
              <a:defRPr sz="3200"/>
            </a:pPr>
            <a:endParaRPr sz="1333" dirty="0">
              <a:solidFill>
                <a:schemeClr val="bg1">
                  <a:lumMod val="65000"/>
                </a:schemeClr>
              </a:solidFill>
              <a:latin typeface="Arial" panose="020B0604020202020204" pitchFamily="34" charset="0"/>
              <a:ea typeface="微软雅黑" panose="020B0503020204020204" pitchFamily="34" charset="-122"/>
              <a:sym typeface="Arial" panose="020B0604020202020204" pitchFamily="34" charset="0"/>
            </a:endParaRPr>
          </a:p>
        </p:txBody>
      </p:sp>
      <p:sp>
        <p:nvSpPr>
          <p:cNvPr id="10" name="Shape 2159">
            <a:extLst>
              <a:ext uri="{FF2B5EF4-FFF2-40B4-BE49-F238E27FC236}">
                <a16:creationId xmlns:a16="http://schemas.microsoft.com/office/drawing/2014/main" id="{29BECA27-A9B7-44C1-8A53-B179610E9D2F}"/>
              </a:ext>
            </a:extLst>
          </p:cNvPr>
          <p:cNvSpPr/>
          <p:nvPr/>
        </p:nvSpPr>
        <p:spPr>
          <a:xfrm>
            <a:off x="9051693" y="2648918"/>
            <a:ext cx="368099" cy="270459"/>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0" tIns="0" rIns="0" bIns="0" numCol="1" anchor="ctr">
            <a:spAutoFit/>
          </a:bodyPr>
          <a:lstStyle>
            <a:lvl1pPr>
              <a:defRPr sz="3600">
                <a:solidFill>
                  <a:srgbClr val="FFFFFF"/>
                </a:solidFill>
                <a:latin typeface="Sosa"/>
                <a:ea typeface="Sosa"/>
                <a:cs typeface="Sosa"/>
                <a:sym typeface="Sosa"/>
              </a:defRPr>
            </a:lvl1pPr>
          </a:lstStyle>
          <a:p>
            <a:pPr lvl="0" algn="ctr">
              <a:lnSpc>
                <a:spcPct val="120000"/>
              </a:lnSpc>
              <a:defRPr sz="1800">
                <a:solidFill>
                  <a:srgbClr val="000000"/>
                </a:solidFill>
              </a:defRPr>
            </a:pPr>
            <a:r>
              <a:rPr lang="en-US" sz="1600" b="1" dirty="0">
                <a:solidFill>
                  <a:schemeClr val="bg1"/>
                </a:solidFill>
                <a:latin typeface="+mn-ea"/>
                <a:ea typeface="+mn-ea"/>
                <a:sym typeface="Arial" panose="020B0604020202020204" pitchFamily="34" charset="0"/>
              </a:rPr>
              <a:t>02</a:t>
            </a:r>
            <a:endParaRPr sz="1600" b="1" dirty="0">
              <a:solidFill>
                <a:schemeClr val="bg1"/>
              </a:solidFill>
              <a:latin typeface="+mn-ea"/>
              <a:ea typeface="+mn-ea"/>
              <a:sym typeface="Arial" panose="020B0604020202020204" pitchFamily="34" charset="0"/>
            </a:endParaRPr>
          </a:p>
        </p:txBody>
      </p:sp>
      <p:sp>
        <p:nvSpPr>
          <p:cNvPr id="11" name="Shape 2161">
            <a:extLst>
              <a:ext uri="{FF2B5EF4-FFF2-40B4-BE49-F238E27FC236}">
                <a16:creationId xmlns:a16="http://schemas.microsoft.com/office/drawing/2014/main" id="{4059FEFD-00A1-4075-871A-8FAB66C6A27F}"/>
              </a:ext>
            </a:extLst>
          </p:cNvPr>
          <p:cNvSpPr/>
          <p:nvPr/>
        </p:nvSpPr>
        <p:spPr>
          <a:xfrm>
            <a:off x="8967051" y="4148159"/>
            <a:ext cx="537387" cy="537418"/>
          </a:xfrm>
          <a:custGeom>
            <a:avLst/>
            <a:gdLst/>
            <a:ahLst/>
            <a:cxnLst>
              <a:cxn ang="0">
                <a:pos x="wd2" y="hd2"/>
              </a:cxn>
              <a:cxn ang="5400000">
                <a:pos x="wd2" y="hd2"/>
              </a:cxn>
              <a:cxn ang="10800000">
                <a:pos x="wd2" y="hd2"/>
              </a:cxn>
              <a:cxn ang="16200000">
                <a:pos x="wd2" y="hd2"/>
              </a:cxn>
            </a:cxnLst>
            <a:rect l="0" t="0" r="r" b="b"/>
            <a:pathLst>
              <a:path w="19678"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schemeClr val="accent4"/>
          </a:solidFill>
          <a:ln w="12700" cap="flat">
            <a:noFill/>
            <a:miter lim="400000"/>
          </a:ln>
          <a:effectLst/>
        </p:spPr>
        <p:txBody>
          <a:bodyPr wrap="square" lIns="0" tIns="0" rIns="0" bIns="0" numCol="1" anchor="ctr">
            <a:noAutofit/>
          </a:bodyPr>
          <a:lstStyle/>
          <a:p>
            <a:pPr lvl="0">
              <a:lnSpc>
                <a:spcPct val="120000"/>
              </a:lnSpc>
              <a:defRPr sz="3200"/>
            </a:pPr>
            <a:endParaRPr sz="1333" dirty="0">
              <a:solidFill>
                <a:schemeClr val="bg1">
                  <a:lumMod val="65000"/>
                </a:schemeClr>
              </a:solidFill>
              <a:latin typeface="Arial" panose="020B0604020202020204" pitchFamily="34" charset="0"/>
              <a:ea typeface="微软雅黑" panose="020B0503020204020204" pitchFamily="34" charset="-122"/>
              <a:sym typeface="Arial" panose="020B0604020202020204" pitchFamily="34" charset="0"/>
            </a:endParaRPr>
          </a:p>
        </p:txBody>
      </p:sp>
      <p:sp>
        <p:nvSpPr>
          <p:cNvPr id="12" name="Shape 2164">
            <a:extLst>
              <a:ext uri="{FF2B5EF4-FFF2-40B4-BE49-F238E27FC236}">
                <a16:creationId xmlns:a16="http://schemas.microsoft.com/office/drawing/2014/main" id="{410BE505-114B-47F7-83C0-DD7BF6562B12}"/>
              </a:ext>
            </a:extLst>
          </p:cNvPr>
          <p:cNvSpPr/>
          <p:nvPr/>
        </p:nvSpPr>
        <p:spPr>
          <a:xfrm>
            <a:off x="9025644" y="4281638"/>
            <a:ext cx="417876" cy="270459"/>
          </a:xfrm>
          <a:prstGeom prst="rect">
            <a:avLst/>
          </a:prstGeom>
          <a:noFill/>
          <a:ln w="12700" cap="flat">
            <a:noFill/>
            <a:miter lim="400000"/>
          </a:ln>
          <a:effectLst/>
          <a:extLst>
            <a:ext uri="{C572A759-6A51-4108-AA02-DFA0A04FC94B}">
              <ma14:wrappingTextBoxFlag xmlns:ma14="http://schemas.microsoft.com/office/mac/drawingml/2011/main" xmlns="" val="1"/>
            </a:ext>
          </a:extLst>
        </p:spPr>
        <p:txBody>
          <a:bodyPr wrap="square" lIns="0" tIns="0" rIns="0" bIns="0" numCol="1" anchor="ctr">
            <a:spAutoFit/>
          </a:bodyPr>
          <a:lstStyle>
            <a:lvl1pPr>
              <a:defRPr sz="3600">
                <a:solidFill>
                  <a:srgbClr val="FFFFFF"/>
                </a:solidFill>
                <a:latin typeface="Sosa"/>
                <a:ea typeface="Sosa"/>
                <a:cs typeface="Sosa"/>
                <a:sym typeface="Sosa"/>
              </a:defRPr>
            </a:lvl1pPr>
          </a:lstStyle>
          <a:p>
            <a:pPr lvl="0" algn="ctr">
              <a:lnSpc>
                <a:spcPct val="120000"/>
              </a:lnSpc>
              <a:defRPr sz="1800">
                <a:solidFill>
                  <a:srgbClr val="000000"/>
                </a:solidFill>
              </a:defRPr>
            </a:pPr>
            <a:r>
              <a:rPr lang="en-US" sz="1600" b="1" dirty="0">
                <a:solidFill>
                  <a:schemeClr val="bg1"/>
                </a:solidFill>
                <a:latin typeface="+mn-ea"/>
                <a:ea typeface="+mn-ea"/>
                <a:sym typeface="Arial" panose="020B0604020202020204" pitchFamily="34" charset="0"/>
              </a:rPr>
              <a:t>04</a:t>
            </a:r>
            <a:endParaRPr sz="1600" b="1" dirty="0">
              <a:solidFill>
                <a:schemeClr val="bg1"/>
              </a:solidFill>
              <a:latin typeface="+mn-ea"/>
              <a:ea typeface="+mn-ea"/>
              <a:sym typeface="Arial" panose="020B0604020202020204" pitchFamily="34" charset="0"/>
            </a:endParaRPr>
          </a:p>
        </p:txBody>
      </p:sp>
      <p:sp>
        <p:nvSpPr>
          <p:cNvPr id="23" name="TextBox 18">
            <a:extLst>
              <a:ext uri="{FF2B5EF4-FFF2-40B4-BE49-F238E27FC236}">
                <a16:creationId xmlns:a16="http://schemas.microsoft.com/office/drawing/2014/main" id="{58517404-2A25-44C5-9C1E-4D98D0E06266}"/>
              </a:ext>
            </a:extLst>
          </p:cNvPr>
          <p:cNvSpPr txBox="1"/>
          <p:nvPr/>
        </p:nvSpPr>
        <p:spPr>
          <a:xfrm flipH="1">
            <a:off x="6982645" y="2333178"/>
            <a:ext cx="877163" cy="369332"/>
          </a:xfrm>
          <a:prstGeom prst="rect">
            <a:avLst/>
          </a:prstGeom>
          <a:noFill/>
        </p:spPr>
        <p:txBody>
          <a:bodyPr wrap="none" rtlCol="0">
            <a:spAutoFit/>
          </a:bodyPr>
          <a:lstStyle/>
          <a:p>
            <a:r>
              <a:rPr lang="zh-CN" altLang="en-US" b="1" dirty="0">
                <a:latin typeface="+mn-ea"/>
                <a:cs typeface="Roboto Black" charset="0"/>
              </a:rPr>
              <a:t>小标题</a:t>
            </a:r>
            <a:endParaRPr lang="en-US" b="1" dirty="0">
              <a:latin typeface="+mn-ea"/>
              <a:cs typeface="Roboto Black" charset="0"/>
            </a:endParaRPr>
          </a:p>
        </p:txBody>
      </p:sp>
      <p:sp>
        <p:nvSpPr>
          <p:cNvPr id="24" name="矩形 23">
            <a:extLst>
              <a:ext uri="{FF2B5EF4-FFF2-40B4-BE49-F238E27FC236}">
                <a16:creationId xmlns:a16="http://schemas.microsoft.com/office/drawing/2014/main" id="{B56DDF4F-74EE-494A-912B-586CB73A582E}"/>
              </a:ext>
            </a:extLst>
          </p:cNvPr>
          <p:cNvSpPr/>
          <p:nvPr/>
        </p:nvSpPr>
        <p:spPr>
          <a:xfrm>
            <a:off x="6983976" y="2737302"/>
            <a:ext cx="1933298" cy="789127"/>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sp>
        <p:nvSpPr>
          <p:cNvPr id="21" name="TextBox 18">
            <a:extLst>
              <a:ext uri="{FF2B5EF4-FFF2-40B4-BE49-F238E27FC236}">
                <a16:creationId xmlns:a16="http://schemas.microsoft.com/office/drawing/2014/main" id="{3D5CF1EB-561C-4EF0-9D81-DA638FC1BB98}"/>
              </a:ext>
            </a:extLst>
          </p:cNvPr>
          <p:cNvSpPr txBox="1"/>
          <p:nvPr/>
        </p:nvSpPr>
        <p:spPr>
          <a:xfrm flipH="1">
            <a:off x="9653274" y="2333178"/>
            <a:ext cx="877163" cy="369332"/>
          </a:xfrm>
          <a:prstGeom prst="rect">
            <a:avLst/>
          </a:prstGeom>
          <a:noFill/>
        </p:spPr>
        <p:txBody>
          <a:bodyPr wrap="none" rtlCol="0">
            <a:spAutoFit/>
          </a:bodyPr>
          <a:lstStyle/>
          <a:p>
            <a:r>
              <a:rPr lang="zh-CN" altLang="en-US" b="1" dirty="0">
                <a:latin typeface="+mn-ea"/>
                <a:cs typeface="Roboto Black" charset="0"/>
              </a:rPr>
              <a:t>小标题</a:t>
            </a:r>
            <a:endParaRPr lang="en-US" b="1" dirty="0">
              <a:latin typeface="+mn-ea"/>
              <a:cs typeface="Roboto Black" charset="0"/>
            </a:endParaRPr>
          </a:p>
        </p:txBody>
      </p:sp>
      <p:sp>
        <p:nvSpPr>
          <p:cNvPr id="22" name="矩形 21">
            <a:extLst>
              <a:ext uri="{FF2B5EF4-FFF2-40B4-BE49-F238E27FC236}">
                <a16:creationId xmlns:a16="http://schemas.microsoft.com/office/drawing/2014/main" id="{33C14842-A1B6-4542-B810-5B0029AE5599}"/>
              </a:ext>
            </a:extLst>
          </p:cNvPr>
          <p:cNvSpPr/>
          <p:nvPr/>
        </p:nvSpPr>
        <p:spPr>
          <a:xfrm>
            <a:off x="9654605" y="2737302"/>
            <a:ext cx="1933298" cy="789127"/>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sp>
        <p:nvSpPr>
          <p:cNvPr id="19" name="TextBox 18">
            <a:extLst>
              <a:ext uri="{FF2B5EF4-FFF2-40B4-BE49-F238E27FC236}">
                <a16:creationId xmlns:a16="http://schemas.microsoft.com/office/drawing/2014/main" id="{241869AB-B184-4BFD-A3A1-8FC3F305AA66}"/>
              </a:ext>
            </a:extLst>
          </p:cNvPr>
          <p:cNvSpPr txBox="1"/>
          <p:nvPr/>
        </p:nvSpPr>
        <p:spPr>
          <a:xfrm flipH="1">
            <a:off x="6982645" y="3886206"/>
            <a:ext cx="877163" cy="369332"/>
          </a:xfrm>
          <a:prstGeom prst="rect">
            <a:avLst/>
          </a:prstGeom>
          <a:noFill/>
        </p:spPr>
        <p:txBody>
          <a:bodyPr wrap="none" rtlCol="0">
            <a:spAutoFit/>
          </a:bodyPr>
          <a:lstStyle/>
          <a:p>
            <a:r>
              <a:rPr lang="zh-CN" altLang="en-US" b="1" dirty="0">
                <a:latin typeface="+mn-ea"/>
                <a:cs typeface="Roboto Black" charset="0"/>
              </a:rPr>
              <a:t>小标题</a:t>
            </a:r>
            <a:endParaRPr lang="en-US" b="1" dirty="0">
              <a:latin typeface="+mn-ea"/>
              <a:cs typeface="Roboto Black" charset="0"/>
            </a:endParaRPr>
          </a:p>
        </p:txBody>
      </p:sp>
      <p:sp>
        <p:nvSpPr>
          <p:cNvPr id="20" name="矩形 19">
            <a:extLst>
              <a:ext uri="{FF2B5EF4-FFF2-40B4-BE49-F238E27FC236}">
                <a16:creationId xmlns:a16="http://schemas.microsoft.com/office/drawing/2014/main" id="{A4407193-EFC9-446C-936F-1F8E52AC9675}"/>
              </a:ext>
            </a:extLst>
          </p:cNvPr>
          <p:cNvSpPr/>
          <p:nvPr/>
        </p:nvSpPr>
        <p:spPr>
          <a:xfrm>
            <a:off x="6983976" y="4290330"/>
            <a:ext cx="1933298" cy="789127"/>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sp>
        <p:nvSpPr>
          <p:cNvPr id="17" name="TextBox 18">
            <a:extLst>
              <a:ext uri="{FF2B5EF4-FFF2-40B4-BE49-F238E27FC236}">
                <a16:creationId xmlns:a16="http://schemas.microsoft.com/office/drawing/2014/main" id="{71C81060-D419-4CBD-B830-CCE6E43D4E19}"/>
              </a:ext>
            </a:extLst>
          </p:cNvPr>
          <p:cNvSpPr txBox="1"/>
          <p:nvPr/>
        </p:nvSpPr>
        <p:spPr>
          <a:xfrm flipH="1">
            <a:off x="9653274" y="3886206"/>
            <a:ext cx="877163" cy="369332"/>
          </a:xfrm>
          <a:prstGeom prst="rect">
            <a:avLst/>
          </a:prstGeom>
          <a:noFill/>
        </p:spPr>
        <p:txBody>
          <a:bodyPr wrap="none" rtlCol="0">
            <a:spAutoFit/>
          </a:bodyPr>
          <a:lstStyle/>
          <a:p>
            <a:r>
              <a:rPr lang="zh-CN" altLang="en-US" b="1" dirty="0">
                <a:latin typeface="+mn-ea"/>
                <a:cs typeface="Roboto Black" charset="0"/>
              </a:rPr>
              <a:t>小标题</a:t>
            </a:r>
            <a:endParaRPr lang="en-US" b="1" dirty="0">
              <a:latin typeface="+mn-ea"/>
              <a:cs typeface="Roboto Black" charset="0"/>
            </a:endParaRPr>
          </a:p>
        </p:txBody>
      </p:sp>
      <p:sp>
        <p:nvSpPr>
          <p:cNvPr id="18" name="矩形 17">
            <a:extLst>
              <a:ext uri="{FF2B5EF4-FFF2-40B4-BE49-F238E27FC236}">
                <a16:creationId xmlns:a16="http://schemas.microsoft.com/office/drawing/2014/main" id="{7FCFA21E-6FED-47F0-BC7A-DBB55485275F}"/>
              </a:ext>
            </a:extLst>
          </p:cNvPr>
          <p:cNvSpPr/>
          <p:nvPr/>
        </p:nvSpPr>
        <p:spPr>
          <a:xfrm>
            <a:off x="9654605" y="4290330"/>
            <a:ext cx="1933298" cy="789127"/>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sp>
        <p:nvSpPr>
          <p:cNvPr id="25" name="矩形 24">
            <a:extLst>
              <a:ext uri="{FF2B5EF4-FFF2-40B4-BE49-F238E27FC236}">
                <a16:creationId xmlns:a16="http://schemas.microsoft.com/office/drawing/2014/main" id="{A8A5E81B-6190-4170-9A15-B34D8F9670C2}"/>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26" name="组合 25">
            <a:extLst>
              <a:ext uri="{FF2B5EF4-FFF2-40B4-BE49-F238E27FC236}">
                <a16:creationId xmlns:a16="http://schemas.microsoft.com/office/drawing/2014/main" id="{DDC7A6D4-ADD8-429C-8001-4682DB07501C}"/>
              </a:ext>
            </a:extLst>
          </p:cNvPr>
          <p:cNvGrpSpPr/>
          <p:nvPr/>
        </p:nvGrpSpPr>
        <p:grpSpPr>
          <a:xfrm>
            <a:off x="-491832" y="1587"/>
            <a:ext cx="273269" cy="2129816"/>
            <a:chOff x="11681691" y="1513398"/>
            <a:chExt cx="273269" cy="2129816"/>
          </a:xfrm>
        </p:grpSpPr>
        <p:sp>
          <p:nvSpPr>
            <p:cNvPr id="27" name="矩形 26">
              <a:extLst>
                <a:ext uri="{FF2B5EF4-FFF2-40B4-BE49-F238E27FC236}">
                  <a16:creationId xmlns:a16="http://schemas.microsoft.com/office/drawing/2014/main" id="{8A1C2406-D3BD-4AFF-A300-8A5C7A20E70A}"/>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7A1E9317-518E-4815-BEAE-1887114DB177}"/>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DAB52062-8485-4B89-BB37-834AB4900575}"/>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3EAF512F-3377-4EED-ABFD-8BE611CD0F1C}"/>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7B403B9E-1421-4300-AE4F-22F3EABC34D5}"/>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65A478DD-DFFF-409E-87FC-1E8F9404512D}"/>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a:extLst>
                <a:ext uri="{FF2B5EF4-FFF2-40B4-BE49-F238E27FC236}">
                  <a16:creationId xmlns:a16="http://schemas.microsoft.com/office/drawing/2014/main" id="{ACAA04A3-AB99-43BF-AB62-65E076F4DB32}"/>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3967204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4D91A85-5BEF-46EE-A304-9ED4C69E99C2}"/>
              </a:ext>
            </a:extLst>
          </p:cNvPr>
          <p:cNvSpPr>
            <a:spLocks noGrp="1"/>
          </p:cNvSpPr>
          <p:nvPr>
            <p:ph type="title"/>
          </p:nvPr>
        </p:nvSpPr>
        <p:spPr/>
        <p:txBody>
          <a:bodyPr/>
          <a:lstStyle/>
          <a:p>
            <a:endParaRPr lang="zh-CN" altLang="en-US"/>
          </a:p>
        </p:txBody>
      </p:sp>
      <p:graphicFrame>
        <p:nvGraphicFramePr>
          <p:cNvPr id="4" name="图表 3">
            <a:extLst>
              <a:ext uri="{FF2B5EF4-FFF2-40B4-BE49-F238E27FC236}">
                <a16:creationId xmlns:a16="http://schemas.microsoft.com/office/drawing/2014/main" id="{4E83C9B6-EB9E-4765-A34D-942BAED6E0E2}"/>
              </a:ext>
            </a:extLst>
          </p:cNvPr>
          <p:cNvGraphicFramePr/>
          <p:nvPr>
            <p:extLst>
              <p:ext uri="{D42A27DB-BD31-4B8C-83A1-F6EECF244321}">
                <p14:modId xmlns:p14="http://schemas.microsoft.com/office/powerpoint/2010/main" val="471177052"/>
              </p:ext>
            </p:extLst>
          </p:nvPr>
        </p:nvGraphicFramePr>
        <p:xfrm>
          <a:off x="743079" y="3212336"/>
          <a:ext cx="10705842" cy="2728428"/>
        </p:xfrm>
        <a:graphic>
          <a:graphicData uri="http://schemas.openxmlformats.org/drawingml/2006/chart">
            <c:chart xmlns:c="http://schemas.openxmlformats.org/drawingml/2006/chart" xmlns:r="http://schemas.openxmlformats.org/officeDocument/2006/relationships" r:id="rId2"/>
          </a:graphicData>
        </a:graphic>
      </p:graphicFrame>
      <p:grpSp>
        <p:nvGrpSpPr>
          <p:cNvPr id="5" name="组合 4">
            <a:extLst>
              <a:ext uri="{FF2B5EF4-FFF2-40B4-BE49-F238E27FC236}">
                <a16:creationId xmlns:a16="http://schemas.microsoft.com/office/drawing/2014/main" id="{84CF86CF-C688-4210-A32A-5591C4D2E904}"/>
              </a:ext>
            </a:extLst>
          </p:cNvPr>
          <p:cNvGrpSpPr/>
          <p:nvPr/>
        </p:nvGrpSpPr>
        <p:grpSpPr>
          <a:xfrm>
            <a:off x="1087244" y="1440655"/>
            <a:ext cx="9265446" cy="1041556"/>
            <a:chOff x="468937" y="2419540"/>
            <a:chExt cx="8238984" cy="926168"/>
          </a:xfrm>
        </p:grpSpPr>
        <p:sp>
          <p:nvSpPr>
            <p:cNvPr id="6" name="TextBox 18">
              <a:extLst>
                <a:ext uri="{FF2B5EF4-FFF2-40B4-BE49-F238E27FC236}">
                  <a16:creationId xmlns:a16="http://schemas.microsoft.com/office/drawing/2014/main" id="{2505FD5B-B7FC-4CA1-8155-B3620004B245}"/>
                </a:ext>
              </a:extLst>
            </p:cNvPr>
            <p:cNvSpPr txBox="1"/>
            <p:nvPr/>
          </p:nvSpPr>
          <p:spPr>
            <a:xfrm flipH="1">
              <a:off x="468937" y="2419540"/>
              <a:ext cx="848407" cy="355784"/>
            </a:xfrm>
            <a:prstGeom prst="rect">
              <a:avLst/>
            </a:prstGeom>
            <a:noFill/>
          </p:spPr>
          <p:txBody>
            <a:bodyPr wrap="none" rtlCol="0">
              <a:spAutoFit/>
            </a:bodyPr>
            <a:lstStyle/>
            <a:p>
              <a:r>
                <a:rPr lang="zh-CN" altLang="en-US" sz="2000" b="1" dirty="0">
                  <a:latin typeface="+mn-ea"/>
                  <a:cs typeface="Roboto Black" charset="0"/>
                </a:rPr>
                <a:t>小标题</a:t>
              </a:r>
              <a:endParaRPr lang="en-US" sz="2000" b="1" dirty="0">
                <a:latin typeface="+mn-ea"/>
                <a:cs typeface="Roboto Black" charset="0"/>
              </a:endParaRPr>
            </a:p>
          </p:txBody>
        </p:sp>
        <p:sp>
          <p:nvSpPr>
            <p:cNvPr id="7" name="矩形 6">
              <a:extLst>
                <a:ext uri="{FF2B5EF4-FFF2-40B4-BE49-F238E27FC236}">
                  <a16:creationId xmlns:a16="http://schemas.microsoft.com/office/drawing/2014/main" id="{A6BF7C94-91BB-4650-AB80-DB1683B3E088}"/>
                </a:ext>
              </a:extLst>
            </p:cNvPr>
            <p:cNvSpPr/>
            <p:nvPr/>
          </p:nvSpPr>
          <p:spPr>
            <a:xfrm>
              <a:off x="470267" y="2823664"/>
              <a:ext cx="8237654" cy="522044"/>
            </a:xfrm>
            <a:prstGeom prst="rect">
              <a:avLst/>
            </a:prstGeom>
          </p:spPr>
          <p:txBody>
            <a:bodyPr wrap="square">
              <a:spAutoFit/>
            </a:bodyPr>
            <a:lstStyle/>
            <a:p>
              <a:pPr algn="just">
                <a:lnSpc>
                  <a:spcPct val="130000"/>
                </a:lnSpc>
              </a:pPr>
              <a:r>
                <a:rPr lang="zh-CN" altLang="en-US" sz="13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请在此处添加详细描述文本，在这里输入文本，更改文字文本。请在此处添加详细描述文本，在这里输入文本，更改文字文本。请在此处添加详细描述文本，在这里输入文本，更改文字文本。</a:t>
              </a:r>
            </a:p>
          </p:txBody>
        </p:sp>
      </p:grpSp>
      <p:sp>
        <p:nvSpPr>
          <p:cNvPr id="8" name="矩形 7">
            <a:extLst>
              <a:ext uri="{FF2B5EF4-FFF2-40B4-BE49-F238E27FC236}">
                <a16:creationId xmlns:a16="http://schemas.microsoft.com/office/drawing/2014/main" id="{D77AFEBE-F97D-48E7-916D-9EE109F59691}"/>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pSp>
        <p:nvGrpSpPr>
          <p:cNvPr id="9" name="组合 8">
            <a:extLst>
              <a:ext uri="{FF2B5EF4-FFF2-40B4-BE49-F238E27FC236}">
                <a16:creationId xmlns:a16="http://schemas.microsoft.com/office/drawing/2014/main" id="{56B76A24-9915-41BD-851F-E38D7A2B3536}"/>
              </a:ext>
            </a:extLst>
          </p:cNvPr>
          <p:cNvGrpSpPr/>
          <p:nvPr/>
        </p:nvGrpSpPr>
        <p:grpSpPr>
          <a:xfrm>
            <a:off x="-491832" y="1587"/>
            <a:ext cx="273269" cy="2129816"/>
            <a:chOff x="11681691" y="1513398"/>
            <a:chExt cx="273269" cy="2129816"/>
          </a:xfrm>
        </p:grpSpPr>
        <p:sp>
          <p:nvSpPr>
            <p:cNvPr id="10" name="矩形 9">
              <a:extLst>
                <a:ext uri="{FF2B5EF4-FFF2-40B4-BE49-F238E27FC236}">
                  <a16:creationId xmlns:a16="http://schemas.microsoft.com/office/drawing/2014/main" id="{CCED8DC1-327F-42D8-9B58-482843473FAF}"/>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908B75AB-3722-4680-8278-A180B2CDEC9A}"/>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a:extLst>
                <a:ext uri="{FF2B5EF4-FFF2-40B4-BE49-F238E27FC236}">
                  <a16:creationId xmlns:a16="http://schemas.microsoft.com/office/drawing/2014/main" id="{0C7CF035-3DB3-4096-96E9-F7AB880458A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0CBFB090-CB0F-4450-B4E1-F362C27D2001}"/>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29F841EB-4BEA-4453-A89B-9D8E33EA613E}"/>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CF7642EB-83B5-4A2B-B156-C9513E3C2297}"/>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24962EC7-4346-4B6D-8816-3053D512EA96}"/>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95190337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标题 73">
            <a:extLst>
              <a:ext uri="{FF2B5EF4-FFF2-40B4-BE49-F238E27FC236}">
                <a16:creationId xmlns:a16="http://schemas.microsoft.com/office/drawing/2014/main" id="{E093FCF0-7AF9-4DC3-8856-DC2D1A60FEC7}"/>
              </a:ext>
            </a:extLst>
          </p:cNvPr>
          <p:cNvSpPr>
            <a:spLocks noGrp="1"/>
          </p:cNvSpPr>
          <p:nvPr>
            <p:ph type="title"/>
          </p:nvPr>
        </p:nvSpPr>
        <p:spPr/>
        <p:txBody>
          <a:bodyPr/>
          <a:lstStyle/>
          <a:p>
            <a:endParaRPr lang="zh-CN" altLang="en-US"/>
          </a:p>
        </p:txBody>
      </p:sp>
      <p:grpSp>
        <p:nvGrpSpPr>
          <p:cNvPr id="22" name="组合 21">
            <a:extLst>
              <a:ext uri="{FF2B5EF4-FFF2-40B4-BE49-F238E27FC236}">
                <a16:creationId xmlns:a16="http://schemas.microsoft.com/office/drawing/2014/main" id="{4E2877B7-0FD5-47D9-9C4A-3D3E757B675F}"/>
              </a:ext>
            </a:extLst>
          </p:cNvPr>
          <p:cNvGrpSpPr/>
          <p:nvPr/>
        </p:nvGrpSpPr>
        <p:grpSpPr>
          <a:xfrm>
            <a:off x="5111956" y="1946935"/>
            <a:ext cx="2040425" cy="1215351"/>
            <a:chOff x="468937" y="2419540"/>
            <a:chExt cx="1934629" cy="1152335"/>
          </a:xfrm>
        </p:grpSpPr>
        <p:sp>
          <p:nvSpPr>
            <p:cNvPr id="26" name="TextBox 18">
              <a:extLst>
                <a:ext uri="{FF2B5EF4-FFF2-40B4-BE49-F238E27FC236}">
                  <a16:creationId xmlns:a16="http://schemas.microsoft.com/office/drawing/2014/main" id="{F830670D-A78C-4C25-8413-196391BBB720}"/>
                </a:ext>
              </a:extLst>
            </p:cNvPr>
            <p:cNvSpPr txBox="1"/>
            <p:nvPr/>
          </p:nvSpPr>
          <p:spPr>
            <a:xfrm flipH="1">
              <a:off x="468937" y="2419540"/>
              <a:ext cx="831682" cy="350182"/>
            </a:xfrm>
            <a:prstGeom prst="rect">
              <a:avLst/>
            </a:prstGeom>
            <a:noFill/>
          </p:spPr>
          <p:txBody>
            <a:bodyPr wrap="none" rtlCol="0">
              <a:spAutoFit/>
            </a:bodyPr>
            <a:lstStyle/>
            <a:p>
              <a:r>
                <a:rPr lang="zh-CN" altLang="en-US" b="1" dirty="0">
                  <a:solidFill>
                    <a:schemeClr val="accent1"/>
                  </a:solidFill>
                  <a:latin typeface="+mn-ea"/>
                  <a:cs typeface="Roboto Black" charset="0"/>
                </a:rPr>
                <a:t>小标题</a:t>
              </a:r>
              <a:endParaRPr lang="en-US" b="1" dirty="0">
                <a:solidFill>
                  <a:schemeClr val="accent1"/>
                </a:solidFill>
                <a:latin typeface="+mn-ea"/>
                <a:cs typeface="Roboto Black" charset="0"/>
              </a:endParaRPr>
            </a:p>
          </p:txBody>
        </p:sp>
        <p:sp>
          <p:nvSpPr>
            <p:cNvPr id="27" name="矩形 26">
              <a:extLst>
                <a:ext uri="{FF2B5EF4-FFF2-40B4-BE49-F238E27FC236}">
                  <a16:creationId xmlns:a16="http://schemas.microsoft.com/office/drawing/2014/main" id="{13333B6F-F4A1-40EE-84E7-DDD7E9282F8C}"/>
                </a:ext>
              </a:extLst>
            </p:cNvPr>
            <p:cNvSpPr/>
            <p:nvPr/>
          </p:nvSpPr>
          <p:spPr>
            <a:xfrm>
              <a:off x="470268" y="2823664"/>
              <a:ext cx="1933298" cy="748211"/>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grpSp>
      <p:grpSp>
        <p:nvGrpSpPr>
          <p:cNvPr id="23" name="组合 22">
            <a:extLst>
              <a:ext uri="{FF2B5EF4-FFF2-40B4-BE49-F238E27FC236}">
                <a16:creationId xmlns:a16="http://schemas.microsoft.com/office/drawing/2014/main" id="{B83A65D6-E3C3-46C6-9776-AE9EDC101B2D}"/>
              </a:ext>
            </a:extLst>
          </p:cNvPr>
          <p:cNvGrpSpPr/>
          <p:nvPr/>
        </p:nvGrpSpPr>
        <p:grpSpPr>
          <a:xfrm>
            <a:off x="5111956" y="3911848"/>
            <a:ext cx="2040425" cy="1215351"/>
            <a:chOff x="468937" y="2419540"/>
            <a:chExt cx="1934629" cy="1152335"/>
          </a:xfrm>
        </p:grpSpPr>
        <p:sp>
          <p:nvSpPr>
            <p:cNvPr id="24" name="TextBox 18">
              <a:extLst>
                <a:ext uri="{FF2B5EF4-FFF2-40B4-BE49-F238E27FC236}">
                  <a16:creationId xmlns:a16="http://schemas.microsoft.com/office/drawing/2014/main" id="{2B7FA1F2-15B0-456C-BAB4-65FA33517A89}"/>
                </a:ext>
              </a:extLst>
            </p:cNvPr>
            <p:cNvSpPr txBox="1"/>
            <p:nvPr/>
          </p:nvSpPr>
          <p:spPr>
            <a:xfrm flipH="1">
              <a:off x="468937" y="2419540"/>
              <a:ext cx="831682" cy="350182"/>
            </a:xfrm>
            <a:prstGeom prst="rect">
              <a:avLst/>
            </a:prstGeom>
            <a:noFill/>
          </p:spPr>
          <p:txBody>
            <a:bodyPr wrap="none" rtlCol="0">
              <a:spAutoFit/>
            </a:bodyPr>
            <a:lstStyle/>
            <a:p>
              <a:r>
                <a:rPr lang="zh-CN" altLang="en-US" b="1" dirty="0">
                  <a:solidFill>
                    <a:schemeClr val="accent3"/>
                  </a:solidFill>
                  <a:latin typeface="+mn-ea"/>
                  <a:cs typeface="Roboto Black" charset="0"/>
                </a:rPr>
                <a:t>小标题</a:t>
              </a:r>
              <a:endParaRPr lang="en-US" b="1" dirty="0">
                <a:solidFill>
                  <a:schemeClr val="accent3"/>
                </a:solidFill>
                <a:latin typeface="+mn-ea"/>
                <a:cs typeface="Roboto Black" charset="0"/>
              </a:endParaRPr>
            </a:p>
          </p:txBody>
        </p:sp>
        <p:sp>
          <p:nvSpPr>
            <p:cNvPr id="25" name="矩形 24">
              <a:extLst>
                <a:ext uri="{FF2B5EF4-FFF2-40B4-BE49-F238E27FC236}">
                  <a16:creationId xmlns:a16="http://schemas.microsoft.com/office/drawing/2014/main" id="{4130F10B-DB78-46DF-92F5-84AFA8723400}"/>
                </a:ext>
              </a:extLst>
            </p:cNvPr>
            <p:cNvSpPr/>
            <p:nvPr/>
          </p:nvSpPr>
          <p:spPr>
            <a:xfrm>
              <a:off x="470268" y="2823664"/>
              <a:ext cx="1933298" cy="748211"/>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a:t>
              </a:r>
              <a:endParaRPr lang="en-US" altLang="zh-CN" sz="1200" dirty="0"/>
            </a:p>
          </p:txBody>
        </p:sp>
      </p:grpSp>
      <p:sp>
        <p:nvSpPr>
          <p:cNvPr id="70" name="矩形 69">
            <a:extLst>
              <a:ext uri="{FF2B5EF4-FFF2-40B4-BE49-F238E27FC236}">
                <a16:creationId xmlns:a16="http://schemas.microsoft.com/office/drawing/2014/main" id="{A953CF95-272A-4CEA-8332-787B991514AF}"/>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aphicFrame>
        <p:nvGraphicFramePr>
          <p:cNvPr id="72" name="图表 71">
            <a:extLst>
              <a:ext uri="{FF2B5EF4-FFF2-40B4-BE49-F238E27FC236}">
                <a16:creationId xmlns:a16="http://schemas.microsoft.com/office/drawing/2014/main" id="{A2BF88E5-B598-4382-9A16-ABB22BED41B5}"/>
              </a:ext>
            </a:extLst>
          </p:cNvPr>
          <p:cNvGraphicFramePr/>
          <p:nvPr>
            <p:extLst>
              <p:ext uri="{D42A27DB-BD31-4B8C-83A1-F6EECF244321}">
                <p14:modId xmlns:p14="http://schemas.microsoft.com/office/powerpoint/2010/main" val="962258114"/>
              </p:ext>
            </p:extLst>
          </p:nvPr>
        </p:nvGraphicFramePr>
        <p:xfrm>
          <a:off x="928743" y="1634051"/>
          <a:ext cx="3813948" cy="39893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3" name="图表 72">
            <a:extLst>
              <a:ext uri="{FF2B5EF4-FFF2-40B4-BE49-F238E27FC236}">
                <a16:creationId xmlns:a16="http://schemas.microsoft.com/office/drawing/2014/main" id="{889EF9A8-18FB-4945-A055-CC1C6DE5C27A}"/>
              </a:ext>
            </a:extLst>
          </p:cNvPr>
          <p:cNvGraphicFramePr/>
          <p:nvPr>
            <p:extLst>
              <p:ext uri="{D42A27DB-BD31-4B8C-83A1-F6EECF244321}">
                <p14:modId xmlns:p14="http://schemas.microsoft.com/office/powerpoint/2010/main" val="854727934"/>
              </p:ext>
            </p:extLst>
          </p:nvPr>
        </p:nvGraphicFramePr>
        <p:xfrm>
          <a:off x="7541284" y="1634051"/>
          <a:ext cx="3813948" cy="3989300"/>
        </p:xfrm>
        <a:graphic>
          <a:graphicData uri="http://schemas.openxmlformats.org/drawingml/2006/chart">
            <c:chart xmlns:c="http://schemas.openxmlformats.org/drawingml/2006/chart" xmlns:r="http://schemas.openxmlformats.org/officeDocument/2006/relationships" r:id="rId3"/>
          </a:graphicData>
        </a:graphic>
      </p:graphicFrame>
      <p:grpSp>
        <p:nvGrpSpPr>
          <p:cNvPr id="12" name="组合 11">
            <a:extLst>
              <a:ext uri="{FF2B5EF4-FFF2-40B4-BE49-F238E27FC236}">
                <a16:creationId xmlns:a16="http://schemas.microsoft.com/office/drawing/2014/main" id="{17E8B6A9-24D1-4469-951F-86B77400EB28}"/>
              </a:ext>
            </a:extLst>
          </p:cNvPr>
          <p:cNvGrpSpPr/>
          <p:nvPr/>
        </p:nvGrpSpPr>
        <p:grpSpPr>
          <a:xfrm>
            <a:off x="-491832" y="1587"/>
            <a:ext cx="273269" cy="2129816"/>
            <a:chOff x="11681691" y="1513398"/>
            <a:chExt cx="273269" cy="2129816"/>
          </a:xfrm>
        </p:grpSpPr>
        <p:sp>
          <p:nvSpPr>
            <p:cNvPr id="13" name="矩形 12">
              <a:extLst>
                <a:ext uri="{FF2B5EF4-FFF2-40B4-BE49-F238E27FC236}">
                  <a16:creationId xmlns:a16="http://schemas.microsoft.com/office/drawing/2014/main" id="{DEBE9D77-DF03-4B6B-9E64-41089B4D50D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a:extLst>
                <a:ext uri="{FF2B5EF4-FFF2-40B4-BE49-F238E27FC236}">
                  <a16:creationId xmlns:a16="http://schemas.microsoft.com/office/drawing/2014/main" id="{BCC91CF2-E169-40DC-9ED4-C1FA21E664B1}"/>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86300CEF-68E8-4371-A832-12FECA0ABB84}"/>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DA11BBD4-BCDD-4D18-8368-2B28830AA8AC}"/>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a:extLst>
                <a:ext uri="{FF2B5EF4-FFF2-40B4-BE49-F238E27FC236}">
                  <a16:creationId xmlns:a16="http://schemas.microsoft.com/office/drawing/2014/main" id="{8F907CA0-8F32-4923-B2E7-FD709411581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FD2153FE-AEA9-4117-8C52-C7F65089B802}"/>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0FAFB757-6F03-45C8-A30E-4D56482C81D2}"/>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9746673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标题 75">
            <a:extLst>
              <a:ext uri="{FF2B5EF4-FFF2-40B4-BE49-F238E27FC236}">
                <a16:creationId xmlns:a16="http://schemas.microsoft.com/office/drawing/2014/main" id="{30848989-747B-45F4-9E2A-D79920B42450}"/>
              </a:ext>
            </a:extLst>
          </p:cNvPr>
          <p:cNvSpPr>
            <a:spLocks noGrp="1"/>
          </p:cNvSpPr>
          <p:nvPr>
            <p:ph type="title"/>
          </p:nvPr>
        </p:nvSpPr>
        <p:spPr/>
        <p:txBody>
          <a:bodyPr/>
          <a:lstStyle/>
          <a:p>
            <a:endParaRPr lang="zh-CN" altLang="en-US"/>
          </a:p>
        </p:txBody>
      </p:sp>
      <p:grpSp>
        <p:nvGrpSpPr>
          <p:cNvPr id="82" name="组合 81">
            <a:extLst>
              <a:ext uri="{FF2B5EF4-FFF2-40B4-BE49-F238E27FC236}">
                <a16:creationId xmlns:a16="http://schemas.microsoft.com/office/drawing/2014/main" id="{816B73BA-DA7B-4042-8E7E-DEFF2DD3985E}"/>
              </a:ext>
            </a:extLst>
          </p:cNvPr>
          <p:cNvGrpSpPr/>
          <p:nvPr/>
        </p:nvGrpSpPr>
        <p:grpSpPr>
          <a:xfrm>
            <a:off x="1029569" y="4475967"/>
            <a:ext cx="2850518" cy="1455417"/>
            <a:chOff x="470268" y="2419540"/>
            <a:chExt cx="2702719" cy="1379953"/>
          </a:xfrm>
        </p:grpSpPr>
        <p:sp>
          <p:nvSpPr>
            <p:cNvPr id="83" name="TextBox 18">
              <a:extLst>
                <a:ext uri="{FF2B5EF4-FFF2-40B4-BE49-F238E27FC236}">
                  <a16:creationId xmlns:a16="http://schemas.microsoft.com/office/drawing/2014/main" id="{C36B9AE8-8498-414E-B32E-323E81C868EC}"/>
                </a:ext>
              </a:extLst>
            </p:cNvPr>
            <p:cNvSpPr txBox="1"/>
            <p:nvPr/>
          </p:nvSpPr>
          <p:spPr>
            <a:xfrm flipH="1">
              <a:off x="1364942" y="2419540"/>
              <a:ext cx="831682" cy="350182"/>
            </a:xfrm>
            <a:prstGeom prst="rect">
              <a:avLst/>
            </a:prstGeom>
            <a:noFill/>
          </p:spPr>
          <p:txBody>
            <a:bodyPr wrap="none" rtlCol="0">
              <a:spAutoFit/>
            </a:bodyPr>
            <a:lstStyle/>
            <a:p>
              <a:r>
                <a:rPr lang="zh-CN" altLang="en-US" b="1" dirty="0">
                  <a:solidFill>
                    <a:schemeClr val="accent1"/>
                  </a:solidFill>
                  <a:latin typeface="+mn-ea"/>
                  <a:cs typeface="Roboto Black" charset="0"/>
                </a:rPr>
                <a:t>小标题</a:t>
              </a:r>
              <a:endParaRPr lang="en-US" b="1" dirty="0">
                <a:solidFill>
                  <a:schemeClr val="accent1"/>
                </a:solidFill>
                <a:latin typeface="+mn-ea"/>
                <a:cs typeface="Roboto Black" charset="0"/>
              </a:endParaRPr>
            </a:p>
          </p:txBody>
        </p:sp>
        <p:sp>
          <p:nvSpPr>
            <p:cNvPr id="84" name="矩形 83">
              <a:extLst>
                <a:ext uri="{FF2B5EF4-FFF2-40B4-BE49-F238E27FC236}">
                  <a16:creationId xmlns:a16="http://schemas.microsoft.com/office/drawing/2014/main" id="{4D7C0AF0-558C-4B91-A553-50A4CA109C06}"/>
                </a:ext>
              </a:extLst>
            </p:cNvPr>
            <p:cNvSpPr/>
            <p:nvPr/>
          </p:nvSpPr>
          <p:spPr>
            <a:xfrm>
              <a:off x="470268" y="2823664"/>
              <a:ext cx="2702719" cy="975829"/>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a:t>
              </a:r>
              <a:endParaRPr lang="en-US" altLang="zh-CN" sz="1200" dirty="0"/>
            </a:p>
          </p:txBody>
        </p:sp>
      </p:grpSp>
      <p:grpSp>
        <p:nvGrpSpPr>
          <p:cNvPr id="85" name="组合 84">
            <a:extLst>
              <a:ext uri="{FF2B5EF4-FFF2-40B4-BE49-F238E27FC236}">
                <a16:creationId xmlns:a16="http://schemas.microsoft.com/office/drawing/2014/main" id="{1696E8B9-36A0-40B0-8CB4-52296A49E473}"/>
              </a:ext>
            </a:extLst>
          </p:cNvPr>
          <p:cNvGrpSpPr/>
          <p:nvPr/>
        </p:nvGrpSpPr>
        <p:grpSpPr>
          <a:xfrm>
            <a:off x="4671794" y="4475967"/>
            <a:ext cx="2849816" cy="1455417"/>
            <a:chOff x="470268" y="2419540"/>
            <a:chExt cx="2702053" cy="1379953"/>
          </a:xfrm>
        </p:grpSpPr>
        <p:sp>
          <p:nvSpPr>
            <p:cNvPr id="86" name="TextBox 18">
              <a:extLst>
                <a:ext uri="{FF2B5EF4-FFF2-40B4-BE49-F238E27FC236}">
                  <a16:creationId xmlns:a16="http://schemas.microsoft.com/office/drawing/2014/main" id="{314323E9-A290-4F46-9B75-38F97444CF87}"/>
                </a:ext>
              </a:extLst>
            </p:cNvPr>
            <p:cNvSpPr txBox="1"/>
            <p:nvPr/>
          </p:nvSpPr>
          <p:spPr>
            <a:xfrm flipH="1">
              <a:off x="1404788" y="2419540"/>
              <a:ext cx="831682" cy="350182"/>
            </a:xfrm>
            <a:prstGeom prst="rect">
              <a:avLst/>
            </a:prstGeom>
            <a:noFill/>
          </p:spPr>
          <p:txBody>
            <a:bodyPr wrap="none" rtlCol="0">
              <a:spAutoFit/>
            </a:bodyPr>
            <a:lstStyle/>
            <a:p>
              <a:r>
                <a:rPr lang="zh-CN" altLang="en-US" b="1" dirty="0">
                  <a:solidFill>
                    <a:schemeClr val="accent2"/>
                  </a:solidFill>
                  <a:latin typeface="+mn-ea"/>
                  <a:cs typeface="Roboto Black" charset="0"/>
                </a:rPr>
                <a:t>小标题</a:t>
              </a:r>
              <a:endParaRPr lang="en-US" b="1" dirty="0">
                <a:solidFill>
                  <a:schemeClr val="accent2"/>
                </a:solidFill>
                <a:latin typeface="+mn-ea"/>
                <a:cs typeface="Roboto Black" charset="0"/>
              </a:endParaRPr>
            </a:p>
          </p:txBody>
        </p:sp>
        <p:sp>
          <p:nvSpPr>
            <p:cNvPr id="87" name="矩形 86">
              <a:extLst>
                <a:ext uri="{FF2B5EF4-FFF2-40B4-BE49-F238E27FC236}">
                  <a16:creationId xmlns:a16="http://schemas.microsoft.com/office/drawing/2014/main" id="{92E20530-09E5-4ADB-924E-DF46DD42640D}"/>
                </a:ext>
              </a:extLst>
            </p:cNvPr>
            <p:cNvSpPr/>
            <p:nvPr/>
          </p:nvSpPr>
          <p:spPr>
            <a:xfrm>
              <a:off x="470268" y="2823664"/>
              <a:ext cx="2702053" cy="975829"/>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a:t>
              </a:r>
              <a:endParaRPr lang="en-US" altLang="zh-CN" sz="1200" dirty="0"/>
            </a:p>
          </p:txBody>
        </p:sp>
      </p:grpSp>
      <p:grpSp>
        <p:nvGrpSpPr>
          <p:cNvPr id="88" name="组合 87">
            <a:extLst>
              <a:ext uri="{FF2B5EF4-FFF2-40B4-BE49-F238E27FC236}">
                <a16:creationId xmlns:a16="http://schemas.microsoft.com/office/drawing/2014/main" id="{82B078C8-E017-4083-8424-D7B823585311}"/>
              </a:ext>
            </a:extLst>
          </p:cNvPr>
          <p:cNvGrpSpPr/>
          <p:nvPr/>
        </p:nvGrpSpPr>
        <p:grpSpPr>
          <a:xfrm>
            <a:off x="8311913" y="4475967"/>
            <a:ext cx="2849816" cy="1455417"/>
            <a:chOff x="470268" y="2419540"/>
            <a:chExt cx="2702053" cy="1379953"/>
          </a:xfrm>
        </p:grpSpPr>
        <p:sp>
          <p:nvSpPr>
            <p:cNvPr id="89" name="TextBox 18">
              <a:extLst>
                <a:ext uri="{FF2B5EF4-FFF2-40B4-BE49-F238E27FC236}">
                  <a16:creationId xmlns:a16="http://schemas.microsoft.com/office/drawing/2014/main" id="{E11465B4-57EB-47D8-A0D8-661E7509CFA5}"/>
                </a:ext>
              </a:extLst>
            </p:cNvPr>
            <p:cNvSpPr txBox="1"/>
            <p:nvPr/>
          </p:nvSpPr>
          <p:spPr>
            <a:xfrm flipH="1">
              <a:off x="1371014" y="2419540"/>
              <a:ext cx="831682" cy="350182"/>
            </a:xfrm>
            <a:prstGeom prst="rect">
              <a:avLst/>
            </a:prstGeom>
            <a:noFill/>
          </p:spPr>
          <p:txBody>
            <a:bodyPr wrap="none" rtlCol="0">
              <a:spAutoFit/>
            </a:bodyPr>
            <a:lstStyle/>
            <a:p>
              <a:r>
                <a:rPr lang="zh-CN" altLang="en-US" b="1" dirty="0">
                  <a:solidFill>
                    <a:schemeClr val="accent3"/>
                  </a:solidFill>
                  <a:latin typeface="+mn-ea"/>
                  <a:cs typeface="Roboto Black" charset="0"/>
                </a:rPr>
                <a:t>小标题</a:t>
              </a:r>
              <a:endParaRPr lang="en-US" b="1" dirty="0">
                <a:solidFill>
                  <a:schemeClr val="accent3"/>
                </a:solidFill>
                <a:latin typeface="+mn-ea"/>
                <a:cs typeface="Roboto Black" charset="0"/>
              </a:endParaRPr>
            </a:p>
          </p:txBody>
        </p:sp>
        <p:sp>
          <p:nvSpPr>
            <p:cNvPr id="90" name="矩形 89">
              <a:extLst>
                <a:ext uri="{FF2B5EF4-FFF2-40B4-BE49-F238E27FC236}">
                  <a16:creationId xmlns:a16="http://schemas.microsoft.com/office/drawing/2014/main" id="{F82E3613-3D9A-4320-AB5D-F0E4909589F0}"/>
                </a:ext>
              </a:extLst>
            </p:cNvPr>
            <p:cNvSpPr/>
            <p:nvPr/>
          </p:nvSpPr>
          <p:spPr>
            <a:xfrm>
              <a:off x="470268" y="2823664"/>
              <a:ext cx="2702053" cy="975829"/>
            </a:xfrm>
            <a:prstGeom prst="rect">
              <a:avLst/>
            </a:prstGeom>
          </p:spPr>
          <p:txBody>
            <a:bodyPr wrap="square">
              <a:spAutoFit/>
            </a:bodyPr>
            <a:lstStyle/>
            <a:p>
              <a:pPr>
                <a:lnSpc>
                  <a:spcPct val="130000"/>
                </a:lnSpc>
              </a:pPr>
              <a:r>
                <a:rPr lang="zh-CN" altLang="en-US" sz="1200" dirty="0">
                  <a:solidFill>
                    <a:schemeClr val="tx1">
                      <a:lumMod val="75000"/>
                      <a:lumOff val="25000"/>
                    </a:schemeClr>
                  </a:solidFill>
                  <a:cs typeface="+mn-ea"/>
                  <a:sym typeface="+mn-lt"/>
                </a:rPr>
                <a:t>请在此处添加详细描述文本，在这里输入文本，更改文字文本。请在此处添加详细描述文本，在这里输入文本，更改文字文本。</a:t>
              </a:r>
              <a:endParaRPr lang="en-US" altLang="zh-CN" sz="1200" dirty="0"/>
            </a:p>
          </p:txBody>
        </p:sp>
      </p:grpSp>
      <p:sp>
        <p:nvSpPr>
          <p:cNvPr id="81" name="矩形 80">
            <a:extLst>
              <a:ext uri="{FF2B5EF4-FFF2-40B4-BE49-F238E27FC236}">
                <a16:creationId xmlns:a16="http://schemas.microsoft.com/office/drawing/2014/main" id="{1CA00828-F41C-4A79-992F-DD2A08E1D347}"/>
              </a:ext>
            </a:extLst>
          </p:cNvPr>
          <p:cNvSpPr/>
          <p:nvPr/>
        </p:nvSpPr>
        <p:spPr>
          <a:xfrm>
            <a:off x="11574" y="6602021"/>
            <a:ext cx="12180426" cy="246221"/>
          </a:xfrm>
          <a:prstGeom prst="rect">
            <a:avLst/>
          </a:prstGeom>
        </p:spPr>
        <p:txBody>
          <a:bodyPr wrap="square" anchor="b" anchorCtr="0">
            <a:spAutoFit/>
          </a:bodyPr>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【1】TCGA, Nature, 2013 Annals of Oncology 29: 1180–1188, 2018</a:t>
            </a:r>
            <a:r>
              <a:rPr kumimoji="0" lang="zh-CN" altLang="en-US"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rPr>
              <a:t> （参考文献，示例）</a:t>
            </a:r>
            <a:endParaRPr kumimoji="0" lang="en-US" altLang="zh-CN" sz="1000" b="0" i="0" u="none" strike="noStrike" kern="1200" cap="none" spc="0" normalizeH="0" baseline="0" noProof="0" dirty="0">
              <a:ln>
                <a:noFill/>
              </a:ln>
              <a:solidFill>
                <a:schemeClr val="bg1">
                  <a:lumMod val="65000"/>
                </a:schemeClr>
              </a:solidFill>
              <a:effectLst/>
              <a:uLnTx/>
              <a:uFillTx/>
              <a:latin typeface="+mn-ea"/>
              <a:cs typeface="Arial" panose="020B0604020202020204" pitchFamily="34" charset="0"/>
            </a:endParaRPr>
          </a:p>
        </p:txBody>
      </p:sp>
      <p:graphicFrame>
        <p:nvGraphicFramePr>
          <p:cNvPr id="74" name="图表 73">
            <a:extLst>
              <a:ext uri="{FF2B5EF4-FFF2-40B4-BE49-F238E27FC236}">
                <a16:creationId xmlns:a16="http://schemas.microsoft.com/office/drawing/2014/main" id="{BFDDC09C-2891-463B-AD4F-99439058074E}"/>
              </a:ext>
            </a:extLst>
          </p:cNvPr>
          <p:cNvGraphicFramePr/>
          <p:nvPr>
            <p:extLst>
              <p:ext uri="{D42A27DB-BD31-4B8C-83A1-F6EECF244321}">
                <p14:modId xmlns:p14="http://schemas.microsoft.com/office/powerpoint/2010/main" val="3161422224"/>
              </p:ext>
            </p:extLst>
          </p:nvPr>
        </p:nvGraphicFramePr>
        <p:xfrm>
          <a:off x="626276" y="1382083"/>
          <a:ext cx="3662016" cy="275841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1" name="图表 90">
            <a:extLst>
              <a:ext uri="{FF2B5EF4-FFF2-40B4-BE49-F238E27FC236}">
                <a16:creationId xmlns:a16="http://schemas.microsoft.com/office/drawing/2014/main" id="{F79E4B16-16C8-42E6-87C6-1A735EE20A93}"/>
              </a:ext>
            </a:extLst>
          </p:cNvPr>
          <p:cNvGraphicFramePr/>
          <p:nvPr>
            <p:extLst>
              <p:ext uri="{D42A27DB-BD31-4B8C-83A1-F6EECF244321}">
                <p14:modId xmlns:p14="http://schemas.microsoft.com/office/powerpoint/2010/main" val="259263135"/>
              </p:ext>
            </p:extLst>
          </p:nvPr>
        </p:nvGraphicFramePr>
        <p:xfrm>
          <a:off x="4264992" y="1382083"/>
          <a:ext cx="3662016" cy="275841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2" name="图表 91">
            <a:extLst>
              <a:ext uri="{FF2B5EF4-FFF2-40B4-BE49-F238E27FC236}">
                <a16:creationId xmlns:a16="http://schemas.microsoft.com/office/drawing/2014/main" id="{D38A9A66-A8D0-4B1C-AE97-B1CB31552B38}"/>
              </a:ext>
            </a:extLst>
          </p:cNvPr>
          <p:cNvGraphicFramePr/>
          <p:nvPr>
            <p:extLst>
              <p:ext uri="{D42A27DB-BD31-4B8C-83A1-F6EECF244321}">
                <p14:modId xmlns:p14="http://schemas.microsoft.com/office/powerpoint/2010/main" val="3926565850"/>
              </p:ext>
            </p:extLst>
          </p:nvPr>
        </p:nvGraphicFramePr>
        <p:xfrm>
          <a:off x="7905111" y="1382083"/>
          <a:ext cx="3662016" cy="2758410"/>
        </p:xfrm>
        <a:graphic>
          <a:graphicData uri="http://schemas.openxmlformats.org/drawingml/2006/chart">
            <c:chart xmlns:c="http://schemas.openxmlformats.org/drawingml/2006/chart" xmlns:r="http://schemas.openxmlformats.org/officeDocument/2006/relationships" r:id="rId4"/>
          </a:graphicData>
        </a:graphic>
      </p:graphicFrame>
      <p:grpSp>
        <p:nvGrpSpPr>
          <p:cNvPr id="16" name="组合 15">
            <a:extLst>
              <a:ext uri="{FF2B5EF4-FFF2-40B4-BE49-F238E27FC236}">
                <a16:creationId xmlns:a16="http://schemas.microsoft.com/office/drawing/2014/main" id="{894112C6-2A52-4D84-8C55-5499B29FDC24}"/>
              </a:ext>
            </a:extLst>
          </p:cNvPr>
          <p:cNvGrpSpPr/>
          <p:nvPr/>
        </p:nvGrpSpPr>
        <p:grpSpPr>
          <a:xfrm>
            <a:off x="-491832" y="1587"/>
            <a:ext cx="273269" cy="2129816"/>
            <a:chOff x="11681691" y="1513398"/>
            <a:chExt cx="273269" cy="2129816"/>
          </a:xfrm>
        </p:grpSpPr>
        <p:sp>
          <p:nvSpPr>
            <p:cNvPr id="17" name="矩形 16">
              <a:extLst>
                <a:ext uri="{FF2B5EF4-FFF2-40B4-BE49-F238E27FC236}">
                  <a16:creationId xmlns:a16="http://schemas.microsoft.com/office/drawing/2014/main" id="{9061F140-6878-41FE-BDEC-FAC739F7617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a:extLst>
                <a:ext uri="{FF2B5EF4-FFF2-40B4-BE49-F238E27FC236}">
                  <a16:creationId xmlns:a16="http://schemas.microsoft.com/office/drawing/2014/main" id="{27BB331F-CB35-4C7A-997B-6AE64B99899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a:extLst>
                <a:ext uri="{FF2B5EF4-FFF2-40B4-BE49-F238E27FC236}">
                  <a16:creationId xmlns:a16="http://schemas.microsoft.com/office/drawing/2014/main" id="{AF8D81AE-2930-405F-B8DC-A60ABFE5F79D}"/>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7219FADD-E0DC-4106-A31E-DC51D68F0A3B}"/>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a:extLst>
                <a:ext uri="{FF2B5EF4-FFF2-40B4-BE49-F238E27FC236}">
                  <a16:creationId xmlns:a16="http://schemas.microsoft.com/office/drawing/2014/main" id="{A0344BEB-E2E5-4C4C-8104-94277098B7E0}"/>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BFBDB1BE-6766-4ED5-A706-CFC4BD12DCAE}"/>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a:extLst>
                <a:ext uri="{FF2B5EF4-FFF2-40B4-BE49-F238E27FC236}">
                  <a16:creationId xmlns:a16="http://schemas.microsoft.com/office/drawing/2014/main" id="{FC66ADC9-B9DA-4081-B001-5D397CAD09F3}"/>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5681590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3A56841-2990-4E3A-BB1A-3D6C48D7A8CF}"/>
              </a:ext>
            </a:extLst>
          </p:cNvPr>
          <p:cNvSpPr>
            <a:spLocks noGrp="1"/>
          </p:cNvSpPr>
          <p:nvPr>
            <p:ph type="title"/>
          </p:nvPr>
        </p:nvSpPr>
        <p:spPr/>
        <p:txBody>
          <a:bodyPr/>
          <a:lstStyle/>
          <a:p>
            <a:r>
              <a:rPr lang="zh-CN" altLang="en-US" dirty="0"/>
              <a:t>常用图标</a:t>
            </a:r>
          </a:p>
        </p:txBody>
      </p:sp>
      <p:grpSp>
        <p:nvGrpSpPr>
          <p:cNvPr id="3" name="组合 2">
            <a:extLst>
              <a:ext uri="{FF2B5EF4-FFF2-40B4-BE49-F238E27FC236}">
                <a16:creationId xmlns:a16="http://schemas.microsoft.com/office/drawing/2014/main" id="{BF183978-C1C6-4AD6-A183-9DBEE35BF8F8}"/>
              </a:ext>
            </a:extLst>
          </p:cNvPr>
          <p:cNvGrpSpPr/>
          <p:nvPr/>
        </p:nvGrpSpPr>
        <p:grpSpPr>
          <a:xfrm>
            <a:off x="-491832" y="1587"/>
            <a:ext cx="273269" cy="2129816"/>
            <a:chOff x="11681691" y="1513398"/>
            <a:chExt cx="273269" cy="2129816"/>
          </a:xfrm>
        </p:grpSpPr>
        <p:sp>
          <p:nvSpPr>
            <p:cNvPr id="4" name="矩形 3">
              <a:extLst>
                <a:ext uri="{FF2B5EF4-FFF2-40B4-BE49-F238E27FC236}">
                  <a16:creationId xmlns:a16="http://schemas.microsoft.com/office/drawing/2014/main" id="{78D42F2D-5E3A-43C1-B332-659406A5D90B}"/>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F3B1C2B-B27A-4C40-88A7-D7CDF271F61A}"/>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8017A107-0D55-4A7A-AC87-458895CCA1F9}"/>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AA8B325D-706F-45B4-BAE4-CFD427B83A1B}"/>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48441C1B-5B8A-40C9-B95D-414EA1181E72}"/>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3744C0BA-563F-4C17-A3FA-E33D3BE41A88}"/>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154D57F3-E0CC-434A-A8AD-8A4097473275}"/>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37212228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组合 10">
            <a:extLst>
              <a:ext uri="{FF2B5EF4-FFF2-40B4-BE49-F238E27FC236}">
                <a16:creationId xmlns:a16="http://schemas.microsoft.com/office/drawing/2014/main" id="{B62F9A6E-C6FE-4F34-B182-BE520A754A76}"/>
              </a:ext>
            </a:extLst>
          </p:cNvPr>
          <p:cNvGrpSpPr/>
          <p:nvPr/>
        </p:nvGrpSpPr>
        <p:grpSpPr>
          <a:xfrm>
            <a:off x="5569480" y="1028910"/>
            <a:ext cx="1069251" cy="1080000"/>
            <a:chOff x="5569480" y="1028910"/>
            <a:chExt cx="1069251" cy="1080000"/>
          </a:xfrm>
        </p:grpSpPr>
        <p:sp>
          <p:nvSpPr>
            <p:cNvPr id="117" name="Oval 389">
              <a:extLst>
                <a:ext uri="{FF2B5EF4-FFF2-40B4-BE49-F238E27FC236}">
                  <a16:creationId xmlns:a16="http://schemas.microsoft.com/office/drawing/2014/main" id="{FF4709CA-0300-48B3-8F85-209BA7D8CE31}"/>
                </a:ext>
              </a:extLst>
            </p:cNvPr>
            <p:cNvSpPr>
              <a:spLocks noChangeArrowheads="1"/>
            </p:cNvSpPr>
            <p:nvPr/>
          </p:nvSpPr>
          <p:spPr bwMode="auto">
            <a:xfrm>
              <a:off x="5569480" y="1028910"/>
              <a:ext cx="1069251" cy="1080000"/>
            </a:xfrm>
            <a:prstGeom prst="ellipse">
              <a:avLst/>
            </a:prstGeom>
            <a:solidFill>
              <a:srgbClr val="7A9D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8" name="Freeform 438">
              <a:extLst>
                <a:ext uri="{FF2B5EF4-FFF2-40B4-BE49-F238E27FC236}">
                  <a16:creationId xmlns:a16="http://schemas.microsoft.com/office/drawing/2014/main" id="{C6CBF4C2-5A0D-498C-8940-81B6C203CC37}"/>
                </a:ext>
              </a:extLst>
            </p:cNvPr>
            <p:cNvSpPr>
              <a:spLocks noEditPoints="1"/>
            </p:cNvSpPr>
            <p:nvPr/>
          </p:nvSpPr>
          <p:spPr bwMode="auto">
            <a:xfrm>
              <a:off x="5746795" y="1147120"/>
              <a:ext cx="795221" cy="816715"/>
            </a:xfrm>
            <a:custGeom>
              <a:avLst/>
              <a:gdLst>
                <a:gd name="T0" fmla="*/ 104 w 136"/>
                <a:gd name="T1" fmla="*/ 0 h 139"/>
                <a:gd name="T2" fmla="*/ 96 w 136"/>
                <a:gd name="T3" fmla="*/ 7 h 139"/>
                <a:gd name="T4" fmla="*/ 103 w 136"/>
                <a:gd name="T5" fmla="*/ 14 h 139"/>
                <a:gd name="T6" fmla="*/ 95 w 136"/>
                <a:gd name="T7" fmla="*/ 22 h 139"/>
                <a:gd name="T8" fmla="*/ 87 w 136"/>
                <a:gd name="T9" fmla="*/ 16 h 139"/>
                <a:gd name="T10" fmla="*/ 27 w 136"/>
                <a:gd name="T11" fmla="*/ 76 h 139"/>
                <a:gd name="T12" fmla="*/ 25 w 136"/>
                <a:gd name="T13" fmla="*/ 78 h 139"/>
                <a:gd name="T14" fmla="*/ 32 w 136"/>
                <a:gd name="T15" fmla="*/ 85 h 139"/>
                <a:gd name="T16" fmla="*/ 25 w 136"/>
                <a:gd name="T17" fmla="*/ 92 h 139"/>
                <a:gd name="T18" fmla="*/ 29 w 136"/>
                <a:gd name="T19" fmla="*/ 99 h 139"/>
                <a:gd name="T20" fmla="*/ 20 w 136"/>
                <a:gd name="T21" fmla="*/ 107 h 139"/>
                <a:gd name="T22" fmla="*/ 18 w 136"/>
                <a:gd name="T23" fmla="*/ 111 h 139"/>
                <a:gd name="T24" fmla="*/ 19 w 136"/>
                <a:gd name="T25" fmla="*/ 113 h 139"/>
                <a:gd name="T26" fmla="*/ 2 w 136"/>
                <a:gd name="T27" fmla="*/ 131 h 139"/>
                <a:gd name="T28" fmla="*/ 0 w 136"/>
                <a:gd name="T29" fmla="*/ 135 h 139"/>
                <a:gd name="T30" fmla="*/ 0 w 136"/>
                <a:gd name="T31" fmla="*/ 139 h 139"/>
                <a:gd name="T32" fmla="*/ 19 w 136"/>
                <a:gd name="T33" fmla="*/ 120 h 139"/>
                <a:gd name="T34" fmla="*/ 23 w 136"/>
                <a:gd name="T35" fmla="*/ 117 h 139"/>
                <a:gd name="T36" fmla="*/ 31 w 136"/>
                <a:gd name="T37" fmla="*/ 113 h 139"/>
                <a:gd name="T38" fmla="*/ 38 w 136"/>
                <a:gd name="T39" fmla="*/ 107 h 139"/>
                <a:gd name="T40" fmla="*/ 43 w 136"/>
                <a:gd name="T41" fmla="*/ 111 h 139"/>
                <a:gd name="T42" fmla="*/ 51 w 136"/>
                <a:gd name="T43" fmla="*/ 104 h 139"/>
                <a:gd name="T44" fmla="*/ 57 w 136"/>
                <a:gd name="T45" fmla="*/ 109 h 139"/>
                <a:gd name="T46" fmla="*/ 119 w 136"/>
                <a:gd name="T47" fmla="*/ 47 h 139"/>
                <a:gd name="T48" fmla="*/ 114 w 136"/>
                <a:gd name="T49" fmla="*/ 42 h 139"/>
                <a:gd name="T50" fmla="*/ 122 w 136"/>
                <a:gd name="T51" fmla="*/ 33 h 139"/>
                <a:gd name="T52" fmla="*/ 129 w 136"/>
                <a:gd name="T53" fmla="*/ 39 h 139"/>
                <a:gd name="T54" fmla="*/ 136 w 136"/>
                <a:gd name="T55" fmla="*/ 32 h 139"/>
                <a:gd name="T56" fmla="*/ 104 w 136"/>
                <a:gd name="T57" fmla="*/ 0 h 139"/>
                <a:gd name="T58" fmla="*/ 103 w 136"/>
                <a:gd name="T59" fmla="*/ 51 h 139"/>
                <a:gd name="T60" fmla="*/ 58 w 136"/>
                <a:gd name="T61" fmla="*/ 97 h 139"/>
                <a:gd name="T62" fmla="*/ 38 w 136"/>
                <a:gd name="T63" fmla="*/ 78 h 139"/>
                <a:gd name="T64" fmla="*/ 49 w 136"/>
                <a:gd name="T65" fmla="*/ 68 h 139"/>
                <a:gd name="T66" fmla="*/ 57 w 136"/>
                <a:gd name="T67" fmla="*/ 71 h 139"/>
                <a:gd name="T68" fmla="*/ 60 w 136"/>
                <a:gd name="T69" fmla="*/ 72 h 139"/>
                <a:gd name="T70" fmla="*/ 53 w 136"/>
                <a:gd name="T71" fmla="*/ 63 h 139"/>
                <a:gd name="T72" fmla="*/ 60 w 136"/>
                <a:gd name="T73" fmla="*/ 56 h 139"/>
                <a:gd name="T74" fmla="*/ 73 w 136"/>
                <a:gd name="T75" fmla="*/ 60 h 139"/>
                <a:gd name="T76" fmla="*/ 65 w 136"/>
                <a:gd name="T77" fmla="*/ 51 h 139"/>
                <a:gd name="T78" fmla="*/ 73 w 136"/>
                <a:gd name="T79" fmla="*/ 44 h 139"/>
                <a:gd name="T80" fmla="*/ 79 w 136"/>
                <a:gd name="T81" fmla="*/ 45 h 139"/>
                <a:gd name="T82" fmla="*/ 85 w 136"/>
                <a:gd name="T83" fmla="*/ 47 h 139"/>
                <a:gd name="T84" fmla="*/ 77 w 136"/>
                <a:gd name="T85" fmla="*/ 39 h 139"/>
                <a:gd name="T86" fmla="*/ 88 w 136"/>
                <a:gd name="T87" fmla="*/ 30 h 139"/>
                <a:gd name="T88" fmla="*/ 106 w 136"/>
                <a:gd name="T89" fmla="*/ 48 h 139"/>
                <a:gd name="T90" fmla="*/ 103 w 136"/>
                <a:gd name="T91" fmla="*/ 5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6" h="139">
                  <a:moveTo>
                    <a:pt x="104" y="0"/>
                  </a:moveTo>
                  <a:cubicBezTo>
                    <a:pt x="104" y="0"/>
                    <a:pt x="99" y="4"/>
                    <a:pt x="96" y="7"/>
                  </a:cubicBezTo>
                  <a:cubicBezTo>
                    <a:pt x="99" y="9"/>
                    <a:pt x="103" y="14"/>
                    <a:pt x="103" y="14"/>
                  </a:cubicBezTo>
                  <a:cubicBezTo>
                    <a:pt x="103" y="14"/>
                    <a:pt x="97" y="19"/>
                    <a:pt x="95" y="22"/>
                  </a:cubicBezTo>
                  <a:cubicBezTo>
                    <a:pt x="92" y="20"/>
                    <a:pt x="90" y="18"/>
                    <a:pt x="87" y="16"/>
                  </a:cubicBezTo>
                  <a:cubicBezTo>
                    <a:pt x="67" y="36"/>
                    <a:pt x="47" y="56"/>
                    <a:pt x="27" y="76"/>
                  </a:cubicBezTo>
                  <a:cubicBezTo>
                    <a:pt x="26" y="77"/>
                    <a:pt x="26" y="78"/>
                    <a:pt x="25" y="78"/>
                  </a:cubicBezTo>
                  <a:cubicBezTo>
                    <a:pt x="27" y="81"/>
                    <a:pt x="29" y="83"/>
                    <a:pt x="32" y="85"/>
                  </a:cubicBezTo>
                  <a:cubicBezTo>
                    <a:pt x="29" y="88"/>
                    <a:pt x="27" y="90"/>
                    <a:pt x="25" y="92"/>
                  </a:cubicBezTo>
                  <a:cubicBezTo>
                    <a:pt x="26" y="94"/>
                    <a:pt x="27" y="96"/>
                    <a:pt x="29" y="99"/>
                  </a:cubicBezTo>
                  <a:cubicBezTo>
                    <a:pt x="26" y="102"/>
                    <a:pt x="23" y="104"/>
                    <a:pt x="20" y="107"/>
                  </a:cubicBezTo>
                  <a:cubicBezTo>
                    <a:pt x="19" y="108"/>
                    <a:pt x="19" y="110"/>
                    <a:pt x="18" y="111"/>
                  </a:cubicBezTo>
                  <a:cubicBezTo>
                    <a:pt x="18" y="113"/>
                    <a:pt x="19" y="113"/>
                    <a:pt x="19" y="113"/>
                  </a:cubicBezTo>
                  <a:cubicBezTo>
                    <a:pt x="2" y="131"/>
                    <a:pt x="2" y="131"/>
                    <a:pt x="2" y="131"/>
                  </a:cubicBezTo>
                  <a:cubicBezTo>
                    <a:pt x="0" y="135"/>
                    <a:pt x="0" y="135"/>
                    <a:pt x="0" y="135"/>
                  </a:cubicBezTo>
                  <a:cubicBezTo>
                    <a:pt x="0" y="139"/>
                    <a:pt x="0" y="139"/>
                    <a:pt x="0" y="139"/>
                  </a:cubicBezTo>
                  <a:cubicBezTo>
                    <a:pt x="0" y="139"/>
                    <a:pt x="13" y="125"/>
                    <a:pt x="19" y="120"/>
                  </a:cubicBezTo>
                  <a:cubicBezTo>
                    <a:pt x="20" y="119"/>
                    <a:pt x="22" y="116"/>
                    <a:pt x="23" y="117"/>
                  </a:cubicBezTo>
                  <a:cubicBezTo>
                    <a:pt x="27" y="120"/>
                    <a:pt x="29" y="115"/>
                    <a:pt x="31" y="113"/>
                  </a:cubicBezTo>
                  <a:cubicBezTo>
                    <a:pt x="34" y="111"/>
                    <a:pt x="36" y="109"/>
                    <a:pt x="38" y="107"/>
                  </a:cubicBezTo>
                  <a:cubicBezTo>
                    <a:pt x="40" y="108"/>
                    <a:pt x="41" y="110"/>
                    <a:pt x="43" y="111"/>
                  </a:cubicBezTo>
                  <a:cubicBezTo>
                    <a:pt x="46" y="109"/>
                    <a:pt x="48" y="106"/>
                    <a:pt x="51" y="104"/>
                  </a:cubicBezTo>
                  <a:cubicBezTo>
                    <a:pt x="53" y="106"/>
                    <a:pt x="55" y="108"/>
                    <a:pt x="57" y="109"/>
                  </a:cubicBezTo>
                  <a:cubicBezTo>
                    <a:pt x="78" y="88"/>
                    <a:pt x="98" y="68"/>
                    <a:pt x="119" y="47"/>
                  </a:cubicBezTo>
                  <a:cubicBezTo>
                    <a:pt x="117" y="45"/>
                    <a:pt x="116" y="43"/>
                    <a:pt x="114" y="42"/>
                  </a:cubicBezTo>
                  <a:cubicBezTo>
                    <a:pt x="117" y="39"/>
                    <a:pt x="119" y="36"/>
                    <a:pt x="122" y="33"/>
                  </a:cubicBezTo>
                  <a:cubicBezTo>
                    <a:pt x="124" y="35"/>
                    <a:pt x="126" y="37"/>
                    <a:pt x="129" y="39"/>
                  </a:cubicBezTo>
                  <a:cubicBezTo>
                    <a:pt x="132" y="36"/>
                    <a:pt x="134" y="33"/>
                    <a:pt x="136" y="32"/>
                  </a:cubicBezTo>
                  <a:cubicBezTo>
                    <a:pt x="125" y="21"/>
                    <a:pt x="104" y="0"/>
                    <a:pt x="104" y="0"/>
                  </a:cubicBezTo>
                  <a:close/>
                  <a:moveTo>
                    <a:pt x="103" y="51"/>
                  </a:moveTo>
                  <a:cubicBezTo>
                    <a:pt x="88" y="67"/>
                    <a:pt x="73" y="82"/>
                    <a:pt x="58" y="97"/>
                  </a:cubicBezTo>
                  <a:cubicBezTo>
                    <a:pt x="51" y="91"/>
                    <a:pt x="45" y="84"/>
                    <a:pt x="38" y="78"/>
                  </a:cubicBezTo>
                  <a:cubicBezTo>
                    <a:pt x="42" y="75"/>
                    <a:pt x="49" y="68"/>
                    <a:pt x="49" y="68"/>
                  </a:cubicBezTo>
                  <a:cubicBezTo>
                    <a:pt x="57" y="71"/>
                    <a:pt x="57" y="71"/>
                    <a:pt x="57" y="71"/>
                  </a:cubicBezTo>
                  <a:cubicBezTo>
                    <a:pt x="60" y="72"/>
                    <a:pt x="60" y="72"/>
                    <a:pt x="60" y="72"/>
                  </a:cubicBezTo>
                  <a:cubicBezTo>
                    <a:pt x="60" y="72"/>
                    <a:pt x="56" y="66"/>
                    <a:pt x="53" y="63"/>
                  </a:cubicBezTo>
                  <a:cubicBezTo>
                    <a:pt x="56" y="61"/>
                    <a:pt x="60" y="56"/>
                    <a:pt x="60" y="56"/>
                  </a:cubicBezTo>
                  <a:cubicBezTo>
                    <a:pt x="73" y="60"/>
                    <a:pt x="73" y="60"/>
                    <a:pt x="73" y="60"/>
                  </a:cubicBezTo>
                  <a:cubicBezTo>
                    <a:pt x="73" y="60"/>
                    <a:pt x="68" y="54"/>
                    <a:pt x="65" y="51"/>
                  </a:cubicBezTo>
                  <a:cubicBezTo>
                    <a:pt x="68" y="49"/>
                    <a:pt x="73" y="44"/>
                    <a:pt x="73" y="44"/>
                  </a:cubicBezTo>
                  <a:cubicBezTo>
                    <a:pt x="79" y="45"/>
                    <a:pt x="79" y="45"/>
                    <a:pt x="79" y="45"/>
                  </a:cubicBezTo>
                  <a:cubicBezTo>
                    <a:pt x="85" y="47"/>
                    <a:pt x="85" y="47"/>
                    <a:pt x="85" y="47"/>
                  </a:cubicBezTo>
                  <a:cubicBezTo>
                    <a:pt x="85" y="47"/>
                    <a:pt x="80" y="42"/>
                    <a:pt x="77" y="39"/>
                  </a:cubicBezTo>
                  <a:cubicBezTo>
                    <a:pt x="81" y="36"/>
                    <a:pt x="84" y="33"/>
                    <a:pt x="88" y="30"/>
                  </a:cubicBezTo>
                  <a:cubicBezTo>
                    <a:pt x="94" y="36"/>
                    <a:pt x="100" y="42"/>
                    <a:pt x="106" y="48"/>
                  </a:cubicBezTo>
                  <a:cubicBezTo>
                    <a:pt x="105" y="49"/>
                    <a:pt x="104" y="50"/>
                    <a:pt x="103" y="5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10" name="组合 9">
            <a:extLst>
              <a:ext uri="{FF2B5EF4-FFF2-40B4-BE49-F238E27FC236}">
                <a16:creationId xmlns:a16="http://schemas.microsoft.com/office/drawing/2014/main" id="{6D66A271-FDF0-4ADC-8795-4983C9F4ABB7}"/>
              </a:ext>
            </a:extLst>
          </p:cNvPr>
          <p:cNvGrpSpPr/>
          <p:nvPr/>
        </p:nvGrpSpPr>
        <p:grpSpPr>
          <a:xfrm>
            <a:off x="3866956" y="1028910"/>
            <a:ext cx="1085429" cy="1080000"/>
            <a:chOff x="3866956" y="1028910"/>
            <a:chExt cx="1085429" cy="1080000"/>
          </a:xfrm>
        </p:grpSpPr>
        <p:sp>
          <p:nvSpPr>
            <p:cNvPr id="232" name="Oval 1444">
              <a:extLst>
                <a:ext uri="{FF2B5EF4-FFF2-40B4-BE49-F238E27FC236}">
                  <a16:creationId xmlns:a16="http://schemas.microsoft.com/office/drawing/2014/main" id="{70B0B0BC-89C4-4286-BC2D-F7ADA5E85797}"/>
                </a:ext>
              </a:extLst>
            </p:cNvPr>
            <p:cNvSpPr>
              <a:spLocks noChangeArrowheads="1"/>
            </p:cNvSpPr>
            <p:nvPr/>
          </p:nvSpPr>
          <p:spPr bwMode="auto">
            <a:xfrm>
              <a:off x="3866956" y="1028910"/>
              <a:ext cx="1085429" cy="1080000"/>
            </a:xfrm>
            <a:prstGeom prst="ellipse">
              <a:avLst/>
            </a:prstGeom>
            <a:solidFill>
              <a:srgbClr val="7B56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9" name="组合 8">
              <a:extLst>
                <a:ext uri="{FF2B5EF4-FFF2-40B4-BE49-F238E27FC236}">
                  <a16:creationId xmlns:a16="http://schemas.microsoft.com/office/drawing/2014/main" id="{AC4BACB1-E4A1-40CE-8CA5-60DC31E3AEE6}"/>
                </a:ext>
              </a:extLst>
            </p:cNvPr>
            <p:cNvGrpSpPr/>
            <p:nvPr/>
          </p:nvGrpSpPr>
          <p:grpSpPr>
            <a:xfrm>
              <a:off x="4203440" y="1153733"/>
              <a:ext cx="428743" cy="803219"/>
              <a:chOff x="4203440" y="1153733"/>
              <a:chExt cx="428743" cy="803219"/>
            </a:xfrm>
          </p:grpSpPr>
          <p:sp>
            <p:nvSpPr>
              <p:cNvPr id="233" name="Freeform 1451">
                <a:extLst>
                  <a:ext uri="{FF2B5EF4-FFF2-40B4-BE49-F238E27FC236}">
                    <a16:creationId xmlns:a16="http://schemas.microsoft.com/office/drawing/2014/main" id="{F6970D30-05A7-477B-A46F-C519AFCCE3F4}"/>
                  </a:ext>
                </a:extLst>
              </p:cNvPr>
              <p:cNvSpPr>
                <a:spLocks/>
              </p:cNvSpPr>
              <p:nvPr/>
            </p:nvSpPr>
            <p:spPr bwMode="auto">
              <a:xfrm>
                <a:off x="4328267" y="1707302"/>
                <a:ext cx="217086" cy="65128"/>
              </a:xfrm>
              <a:custGeom>
                <a:avLst/>
                <a:gdLst>
                  <a:gd name="T0" fmla="*/ 33 w 37"/>
                  <a:gd name="T1" fmla="*/ 0 h 11"/>
                  <a:gd name="T2" fmla="*/ 3 w 37"/>
                  <a:gd name="T3" fmla="*/ 5 h 11"/>
                  <a:gd name="T4" fmla="*/ 1 w 37"/>
                  <a:gd name="T5" fmla="*/ 8 h 11"/>
                  <a:gd name="T6" fmla="*/ 1 w 37"/>
                  <a:gd name="T7" fmla="*/ 9 h 11"/>
                  <a:gd name="T8" fmla="*/ 4 w 37"/>
                  <a:gd name="T9" fmla="*/ 11 h 11"/>
                  <a:gd name="T10" fmla="*/ 34 w 37"/>
                  <a:gd name="T11" fmla="*/ 6 h 11"/>
                  <a:gd name="T12" fmla="*/ 36 w 37"/>
                  <a:gd name="T13" fmla="*/ 3 h 11"/>
                  <a:gd name="T14" fmla="*/ 36 w 37"/>
                  <a:gd name="T15" fmla="*/ 2 h 11"/>
                  <a:gd name="T16" fmla="*/ 33 w 37"/>
                  <a:gd name="T17"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1">
                    <a:moveTo>
                      <a:pt x="33" y="0"/>
                    </a:moveTo>
                    <a:cubicBezTo>
                      <a:pt x="3" y="5"/>
                      <a:pt x="3" y="5"/>
                      <a:pt x="3" y="5"/>
                    </a:cubicBezTo>
                    <a:cubicBezTo>
                      <a:pt x="3" y="5"/>
                      <a:pt x="0" y="7"/>
                      <a:pt x="1" y="8"/>
                    </a:cubicBezTo>
                    <a:cubicBezTo>
                      <a:pt x="1" y="9"/>
                      <a:pt x="1" y="9"/>
                      <a:pt x="1" y="9"/>
                    </a:cubicBezTo>
                    <a:cubicBezTo>
                      <a:pt x="1" y="10"/>
                      <a:pt x="2" y="11"/>
                      <a:pt x="4" y="11"/>
                    </a:cubicBezTo>
                    <a:cubicBezTo>
                      <a:pt x="34" y="6"/>
                      <a:pt x="34" y="6"/>
                      <a:pt x="34" y="6"/>
                    </a:cubicBezTo>
                    <a:cubicBezTo>
                      <a:pt x="36" y="5"/>
                      <a:pt x="37" y="4"/>
                      <a:pt x="36" y="3"/>
                    </a:cubicBezTo>
                    <a:cubicBezTo>
                      <a:pt x="36" y="2"/>
                      <a:pt x="36" y="2"/>
                      <a:pt x="36" y="2"/>
                    </a:cubicBezTo>
                    <a:cubicBezTo>
                      <a:pt x="36" y="1"/>
                      <a:pt x="35" y="0"/>
                      <a:pt x="33"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34" name="Freeform 1452">
                <a:extLst>
                  <a:ext uri="{FF2B5EF4-FFF2-40B4-BE49-F238E27FC236}">
                    <a16:creationId xmlns:a16="http://schemas.microsoft.com/office/drawing/2014/main" id="{B1369669-04A5-4D82-B77E-07EE832B6C32}"/>
                  </a:ext>
                </a:extLst>
              </p:cNvPr>
              <p:cNvSpPr>
                <a:spLocks/>
              </p:cNvSpPr>
              <p:nvPr/>
            </p:nvSpPr>
            <p:spPr bwMode="auto">
              <a:xfrm>
                <a:off x="4328267" y="1761573"/>
                <a:ext cx="217086" cy="70552"/>
              </a:xfrm>
              <a:custGeom>
                <a:avLst/>
                <a:gdLst>
                  <a:gd name="T0" fmla="*/ 33 w 37"/>
                  <a:gd name="T1" fmla="*/ 1 h 12"/>
                  <a:gd name="T2" fmla="*/ 3 w 37"/>
                  <a:gd name="T3" fmla="*/ 6 h 12"/>
                  <a:gd name="T4" fmla="*/ 1 w 37"/>
                  <a:gd name="T5" fmla="*/ 9 h 12"/>
                  <a:gd name="T6" fmla="*/ 1 w 37"/>
                  <a:gd name="T7" fmla="*/ 10 h 12"/>
                  <a:gd name="T8" fmla="*/ 4 w 37"/>
                  <a:gd name="T9" fmla="*/ 12 h 12"/>
                  <a:gd name="T10" fmla="*/ 34 w 37"/>
                  <a:gd name="T11" fmla="*/ 7 h 12"/>
                  <a:gd name="T12" fmla="*/ 36 w 37"/>
                  <a:gd name="T13" fmla="*/ 3 h 12"/>
                  <a:gd name="T14" fmla="*/ 36 w 37"/>
                  <a:gd name="T15" fmla="*/ 3 h 12"/>
                  <a:gd name="T16" fmla="*/ 33 w 37"/>
                  <a:gd name="T17" fmla="*/ 1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2">
                    <a:moveTo>
                      <a:pt x="33" y="1"/>
                    </a:moveTo>
                    <a:cubicBezTo>
                      <a:pt x="3" y="6"/>
                      <a:pt x="3" y="6"/>
                      <a:pt x="3" y="6"/>
                    </a:cubicBezTo>
                    <a:cubicBezTo>
                      <a:pt x="1" y="6"/>
                      <a:pt x="0" y="8"/>
                      <a:pt x="1" y="9"/>
                    </a:cubicBezTo>
                    <a:cubicBezTo>
                      <a:pt x="1" y="10"/>
                      <a:pt x="1" y="10"/>
                      <a:pt x="1" y="10"/>
                    </a:cubicBezTo>
                    <a:cubicBezTo>
                      <a:pt x="1" y="11"/>
                      <a:pt x="2" y="12"/>
                      <a:pt x="4" y="12"/>
                    </a:cubicBezTo>
                    <a:cubicBezTo>
                      <a:pt x="34" y="7"/>
                      <a:pt x="34" y="7"/>
                      <a:pt x="34" y="7"/>
                    </a:cubicBezTo>
                    <a:cubicBezTo>
                      <a:pt x="36" y="6"/>
                      <a:pt x="37" y="5"/>
                      <a:pt x="36" y="3"/>
                    </a:cubicBezTo>
                    <a:cubicBezTo>
                      <a:pt x="36" y="3"/>
                      <a:pt x="36" y="3"/>
                      <a:pt x="36" y="3"/>
                    </a:cubicBezTo>
                    <a:cubicBezTo>
                      <a:pt x="36" y="1"/>
                      <a:pt x="35" y="0"/>
                      <a:pt x="33"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35" name="Freeform 1453">
                <a:extLst>
                  <a:ext uri="{FF2B5EF4-FFF2-40B4-BE49-F238E27FC236}">
                    <a16:creationId xmlns:a16="http://schemas.microsoft.com/office/drawing/2014/main" id="{59F205B1-F8F4-45D6-AEF7-798509E49CAB}"/>
                  </a:ext>
                </a:extLst>
              </p:cNvPr>
              <p:cNvSpPr>
                <a:spLocks/>
              </p:cNvSpPr>
              <p:nvPr/>
            </p:nvSpPr>
            <p:spPr bwMode="auto">
              <a:xfrm>
                <a:off x="4328267" y="1821272"/>
                <a:ext cx="217086" cy="70552"/>
              </a:xfrm>
              <a:custGeom>
                <a:avLst/>
                <a:gdLst>
                  <a:gd name="T0" fmla="*/ 33 w 37"/>
                  <a:gd name="T1" fmla="*/ 1 h 12"/>
                  <a:gd name="T2" fmla="*/ 3 w 37"/>
                  <a:gd name="T3" fmla="*/ 6 h 12"/>
                  <a:gd name="T4" fmla="*/ 1 w 37"/>
                  <a:gd name="T5" fmla="*/ 9 h 12"/>
                  <a:gd name="T6" fmla="*/ 1 w 37"/>
                  <a:gd name="T7" fmla="*/ 10 h 12"/>
                  <a:gd name="T8" fmla="*/ 4 w 37"/>
                  <a:gd name="T9" fmla="*/ 12 h 12"/>
                  <a:gd name="T10" fmla="*/ 34 w 37"/>
                  <a:gd name="T11" fmla="*/ 7 h 12"/>
                  <a:gd name="T12" fmla="*/ 36 w 37"/>
                  <a:gd name="T13" fmla="*/ 3 h 12"/>
                  <a:gd name="T14" fmla="*/ 36 w 37"/>
                  <a:gd name="T15" fmla="*/ 3 h 12"/>
                  <a:gd name="T16" fmla="*/ 33 w 37"/>
                  <a:gd name="T17" fmla="*/ 1 h 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 h="12">
                    <a:moveTo>
                      <a:pt x="33" y="1"/>
                    </a:moveTo>
                    <a:cubicBezTo>
                      <a:pt x="3" y="6"/>
                      <a:pt x="3" y="6"/>
                      <a:pt x="3" y="6"/>
                    </a:cubicBezTo>
                    <a:cubicBezTo>
                      <a:pt x="1" y="6"/>
                      <a:pt x="0" y="8"/>
                      <a:pt x="1" y="9"/>
                    </a:cubicBezTo>
                    <a:cubicBezTo>
                      <a:pt x="1" y="10"/>
                      <a:pt x="1" y="10"/>
                      <a:pt x="1" y="10"/>
                    </a:cubicBezTo>
                    <a:cubicBezTo>
                      <a:pt x="1" y="11"/>
                      <a:pt x="2" y="12"/>
                      <a:pt x="4" y="12"/>
                    </a:cubicBezTo>
                    <a:cubicBezTo>
                      <a:pt x="34" y="7"/>
                      <a:pt x="34" y="7"/>
                      <a:pt x="34" y="7"/>
                    </a:cubicBezTo>
                    <a:cubicBezTo>
                      <a:pt x="36" y="6"/>
                      <a:pt x="37" y="5"/>
                      <a:pt x="36" y="3"/>
                    </a:cubicBezTo>
                    <a:cubicBezTo>
                      <a:pt x="36" y="3"/>
                      <a:pt x="36" y="3"/>
                      <a:pt x="36" y="3"/>
                    </a:cubicBezTo>
                    <a:cubicBezTo>
                      <a:pt x="36" y="1"/>
                      <a:pt x="35" y="0"/>
                      <a:pt x="33"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36" name="Freeform 1454">
                <a:extLst>
                  <a:ext uri="{FF2B5EF4-FFF2-40B4-BE49-F238E27FC236}">
                    <a16:creationId xmlns:a16="http://schemas.microsoft.com/office/drawing/2014/main" id="{764FF6D0-084F-4377-9985-5CFB074D7FCB}"/>
                  </a:ext>
                </a:extLst>
              </p:cNvPr>
              <p:cNvSpPr>
                <a:spLocks/>
              </p:cNvSpPr>
              <p:nvPr/>
            </p:nvSpPr>
            <p:spPr bwMode="auto">
              <a:xfrm>
                <a:off x="4382538" y="1880971"/>
                <a:ext cx="119398" cy="75981"/>
              </a:xfrm>
              <a:custGeom>
                <a:avLst/>
                <a:gdLst>
                  <a:gd name="T0" fmla="*/ 0 w 20"/>
                  <a:gd name="T1" fmla="*/ 4 h 13"/>
                  <a:gd name="T2" fmla="*/ 11 w 20"/>
                  <a:gd name="T3" fmla="*/ 12 h 13"/>
                  <a:gd name="T4" fmla="*/ 19 w 20"/>
                  <a:gd name="T5" fmla="*/ 0 h 13"/>
                  <a:gd name="T6" fmla="*/ 0 w 20"/>
                  <a:gd name="T7" fmla="*/ 4 h 13"/>
                </a:gdLst>
                <a:ahLst/>
                <a:cxnLst>
                  <a:cxn ang="0">
                    <a:pos x="T0" y="T1"/>
                  </a:cxn>
                  <a:cxn ang="0">
                    <a:pos x="T2" y="T3"/>
                  </a:cxn>
                  <a:cxn ang="0">
                    <a:pos x="T4" y="T5"/>
                  </a:cxn>
                  <a:cxn ang="0">
                    <a:pos x="T6" y="T7"/>
                  </a:cxn>
                </a:cxnLst>
                <a:rect l="0" t="0" r="r" b="b"/>
                <a:pathLst>
                  <a:path w="20" h="13">
                    <a:moveTo>
                      <a:pt x="0" y="4"/>
                    </a:moveTo>
                    <a:cubicBezTo>
                      <a:pt x="1" y="9"/>
                      <a:pt x="6" y="13"/>
                      <a:pt x="11" y="12"/>
                    </a:cubicBezTo>
                    <a:cubicBezTo>
                      <a:pt x="17" y="11"/>
                      <a:pt x="20" y="6"/>
                      <a:pt x="19" y="0"/>
                    </a:cubicBezTo>
                    <a:lnTo>
                      <a:pt x="0" y="4"/>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37" name="Freeform 1455">
                <a:extLst>
                  <a:ext uri="{FF2B5EF4-FFF2-40B4-BE49-F238E27FC236}">
                    <a16:creationId xmlns:a16="http://schemas.microsoft.com/office/drawing/2014/main" id="{AC8A0BE6-4A9A-4A09-B973-EC0BCE8197F4}"/>
                  </a:ext>
                </a:extLst>
              </p:cNvPr>
              <p:cNvSpPr>
                <a:spLocks noEditPoints="1"/>
              </p:cNvSpPr>
              <p:nvPr/>
            </p:nvSpPr>
            <p:spPr bwMode="auto">
              <a:xfrm>
                <a:off x="4203440" y="1153733"/>
                <a:ext cx="428743" cy="569852"/>
              </a:xfrm>
              <a:custGeom>
                <a:avLst/>
                <a:gdLst>
                  <a:gd name="T0" fmla="*/ 37 w 73"/>
                  <a:gd name="T1" fmla="*/ 0 h 96"/>
                  <a:gd name="T2" fmla="*/ 0 w 73"/>
                  <a:gd name="T3" fmla="*/ 37 h 96"/>
                  <a:gd name="T4" fmla="*/ 11 w 73"/>
                  <a:gd name="T5" fmla="*/ 63 h 96"/>
                  <a:gd name="T6" fmla="*/ 23 w 73"/>
                  <a:gd name="T7" fmla="*/ 92 h 96"/>
                  <a:gd name="T8" fmla="*/ 23 w 73"/>
                  <a:gd name="T9" fmla="*/ 96 h 96"/>
                  <a:gd name="T10" fmla="*/ 55 w 73"/>
                  <a:gd name="T11" fmla="*/ 91 h 96"/>
                  <a:gd name="T12" fmla="*/ 55 w 73"/>
                  <a:gd name="T13" fmla="*/ 88 h 96"/>
                  <a:gd name="T14" fmla="*/ 65 w 73"/>
                  <a:gd name="T15" fmla="*/ 59 h 96"/>
                  <a:gd name="T16" fmla="*/ 73 w 73"/>
                  <a:gd name="T17" fmla="*/ 37 h 96"/>
                  <a:gd name="T18" fmla="*/ 37 w 73"/>
                  <a:gd name="T19" fmla="*/ 0 h 96"/>
                  <a:gd name="T20" fmla="*/ 59 w 73"/>
                  <a:gd name="T21" fmla="*/ 56 h 96"/>
                  <a:gd name="T22" fmla="*/ 48 w 73"/>
                  <a:gd name="T23" fmla="*/ 85 h 96"/>
                  <a:gd name="T24" fmla="*/ 29 w 73"/>
                  <a:gd name="T25" fmla="*/ 88 h 96"/>
                  <a:gd name="T26" fmla="*/ 16 w 73"/>
                  <a:gd name="T27" fmla="*/ 59 h 96"/>
                  <a:gd name="T28" fmla="*/ 6 w 73"/>
                  <a:gd name="T29" fmla="*/ 37 h 96"/>
                  <a:gd name="T30" fmla="*/ 37 w 73"/>
                  <a:gd name="T31" fmla="*/ 7 h 96"/>
                  <a:gd name="T32" fmla="*/ 67 w 73"/>
                  <a:gd name="T33" fmla="*/ 37 h 96"/>
                  <a:gd name="T34" fmla="*/ 59 w 73"/>
                  <a:gd name="T35" fmla="*/ 56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3" h="96">
                    <a:moveTo>
                      <a:pt x="37" y="0"/>
                    </a:moveTo>
                    <a:cubicBezTo>
                      <a:pt x="16" y="0"/>
                      <a:pt x="0" y="17"/>
                      <a:pt x="0" y="37"/>
                    </a:cubicBezTo>
                    <a:cubicBezTo>
                      <a:pt x="0" y="49"/>
                      <a:pt x="5" y="56"/>
                      <a:pt x="11" y="63"/>
                    </a:cubicBezTo>
                    <a:cubicBezTo>
                      <a:pt x="16" y="71"/>
                      <a:pt x="22" y="78"/>
                      <a:pt x="23" y="92"/>
                    </a:cubicBezTo>
                    <a:cubicBezTo>
                      <a:pt x="23" y="96"/>
                      <a:pt x="23" y="96"/>
                      <a:pt x="23" y="96"/>
                    </a:cubicBezTo>
                    <a:cubicBezTo>
                      <a:pt x="55" y="91"/>
                      <a:pt x="55" y="91"/>
                      <a:pt x="55" y="91"/>
                    </a:cubicBezTo>
                    <a:cubicBezTo>
                      <a:pt x="55" y="88"/>
                      <a:pt x="55" y="88"/>
                      <a:pt x="55" y="88"/>
                    </a:cubicBezTo>
                    <a:cubicBezTo>
                      <a:pt x="54" y="76"/>
                      <a:pt x="60" y="67"/>
                      <a:pt x="65" y="59"/>
                    </a:cubicBezTo>
                    <a:cubicBezTo>
                      <a:pt x="69" y="52"/>
                      <a:pt x="73" y="45"/>
                      <a:pt x="73" y="37"/>
                    </a:cubicBezTo>
                    <a:cubicBezTo>
                      <a:pt x="73" y="17"/>
                      <a:pt x="57" y="0"/>
                      <a:pt x="37" y="0"/>
                    </a:cubicBezTo>
                    <a:close/>
                    <a:moveTo>
                      <a:pt x="59" y="56"/>
                    </a:moveTo>
                    <a:cubicBezTo>
                      <a:pt x="54" y="64"/>
                      <a:pt x="49" y="73"/>
                      <a:pt x="48" y="85"/>
                    </a:cubicBezTo>
                    <a:cubicBezTo>
                      <a:pt x="29" y="88"/>
                      <a:pt x="29" y="88"/>
                      <a:pt x="29" y="88"/>
                    </a:cubicBezTo>
                    <a:cubicBezTo>
                      <a:pt x="27" y="75"/>
                      <a:pt x="21" y="66"/>
                      <a:pt x="16" y="59"/>
                    </a:cubicBezTo>
                    <a:cubicBezTo>
                      <a:pt x="11" y="52"/>
                      <a:pt x="6" y="46"/>
                      <a:pt x="6" y="37"/>
                    </a:cubicBezTo>
                    <a:cubicBezTo>
                      <a:pt x="6" y="20"/>
                      <a:pt x="20" y="7"/>
                      <a:pt x="37" y="7"/>
                    </a:cubicBezTo>
                    <a:cubicBezTo>
                      <a:pt x="53" y="7"/>
                      <a:pt x="67" y="20"/>
                      <a:pt x="67" y="37"/>
                    </a:cubicBezTo>
                    <a:cubicBezTo>
                      <a:pt x="67" y="43"/>
                      <a:pt x="63" y="49"/>
                      <a:pt x="59" y="5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13" name="组合 12">
            <a:extLst>
              <a:ext uri="{FF2B5EF4-FFF2-40B4-BE49-F238E27FC236}">
                <a16:creationId xmlns:a16="http://schemas.microsoft.com/office/drawing/2014/main" id="{0AC7F50B-49C2-45B1-A03C-42A44CE1742A}"/>
              </a:ext>
            </a:extLst>
          </p:cNvPr>
          <p:cNvGrpSpPr/>
          <p:nvPr/>
        </p:nvGrpSpPr>
        <p:grpSpPr>
          <a:xfrm>
            <a:off x="7255826" y="1028910"/>
            <a:ext cx="1080000" cy="1080000"/>
            <a:chOff x="7255826" y="1028910"/>
            <a:chExt cx="1080000" cy="1080000"/>
          </a:xfrm>
        </p:grpSpPr>
        <p:sp>
          <p:nvSpPr>
            <p:cNvPr id="251" name="Oval 1837">
              <a:extLst>
                <a:ext uri="{FF2B5EF4-FFF2-40B4-BE49-F238E27FC236}">
                  <a16:creationId xmlns:a16="http://schemas.microsoft.com/office/drawing/2014/main" id="{2D1B515A-11E2-4F8C-9B32-FB6F477CCD9B}"/>
                </a:ext>
              </a:extLst>
            </p:cNvPr>
            <p:cNvSpPr>
              <a:spLocks noChangeArrowheads="1"/>
            </p:cNvSpPr>
            <p:nvPr/>
          </p:nvSpPr>
          <p:spPr bwMode="auto">
            <a:xfrm>
              <a:off x="7255826" y="1028910"/>
              <a:ext cx="1080000" cy="1080000"/>
            </a:xfrm>
            <a:prstGeom prst="ellipse">
              <a:avLst/>
            </a:prstGeom>
            <a:solidFill>
              <a:srgbClr val="7B56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12" name="组合 11">
              <a:extLst>
                <a:ext uri="{FF2B5EF4-FFF2-40B4-BE49-F238E27FC236}">
                  <a16:creationId xmlns:a16="http://schemas.microsoft.com/office/drawing/2014/main" id="{1EE28960-666A-42D7-9DB6-D3C9A16EE462}"/>
                </a:ext>
              </a:extLst>
            </p:cNvPr>
            <p:cNvGrpSpPr/>
            <p:nvPr/>
          </p:nvGrpSpPr>
          <p:grpSpPr>
            <a:xfrm>
              <a:off x="7427766" y="1195480"/>
              <a:ext cx="736120" cy="736115"/>
              <a:chOff x="7427766" y="1195480"/>
              <a:chExt cx="736120" cy="736115"/>
            </a:xfrm>
          </p:grpSpPr>
          <p:sp>
            <p:nvSpPr>
              <p:cNvPr id="252" name="Freeform 1874">
                <a:extLst>
                  <a:ext uri="{FF2B5EF4-FFF2-40B4-BE49-F238E27FC236}">
                    <a16:creationId xmlns:a16="http://schemas.microsoft.com/office/drawing/2014/main" id="{8D51E8FC-1977-422E-9C0E-9E203BF0D538}"/>
                  </a:ext>
                </a:extLst>
              </p:cNvPr>
              <p:cNvSpPr>
                <a:spLocks/>
              </p:cNvSpPr>
              <p:nvPr/>
            </p:nvSpPr>
            <p:spPr bwMode="auto">
              <a:xfrm>
                <a:off x="7427766" y="1195480"/>
                <a:ext cx="317015" cy="317015"/>
              </a:xfrm>
              <a:custGeom>
                <a:avLst/>
                <a:gdLst>
                  <a:gd name="T0" fmla="*/ 0 w 54"/>
                  <a:gd name="T1" fmla="*/ 54 h 54"/>
                  <a:gd name="T2" fmla="*/ 32 w 54"/>
                  <a:gd name="T3" fmla="*/ 54 h 54"/>
                  <a:gd name="T4" fmla="*/ 54 w 54"/>
                  <a:gd name="T5" fmla="*/ 32 h 54"/>
                  <a:gd name="T6" fmla="*/ 54 w 54"/>
                  <a:gd name="T7" fmla="*/ 0 h 54"/>
                  <a:gd name="T8" fmla="*/ 0 w 54"/>
                  <a:gd name="T9" fmla="*/ 54 h 54"/>
                </a:gdLst>
                <a:ahLst/>
                <a:cxnLst>
                  <a:cxn ang="0">
                    <a:pos x="T0" y="T1"/>
                  </a:cxn>
                  <a:cxn ang="0">
                    <a:pos x="T2" y="T3"/>
                  </a:cxn>
                  <a:cxn ang="0">
                    <a:pos x="T4" y="T5"/>
                  </a:cxn>
                  <a:cxn ang="0">
                    <a:pos x="T6" y="T7"/>
                  </a:cxn>
                  <a:cxn ang="0">
                    <a:pos x="T8" y="T9"/>
                  </a:cxn>
                </a:cxnLst>
                <a:rect l="0" t="0" r="r" b="b"/>
                <a:pathLst>
                  <a:path w="54" h="54">
                    <a:moveTo>
                      <a:pt x="0" y="54"/>
                    </a:moveTo>
                    <a:cubicBezTo>
                      <a:pt x="32" y="54"/>
                      <a:pt x="32" y="54"/>
                      <a:pt x="32" y="54"/>
                    </a:cubicBezTo>
                    <a:cubicBezTo>
                      <a:pt x="35" y="44"/>
                      <a:pt x="43" y="36"/>
                      <a:pt x="54" y="32"/>
                    </a:cubicBezTo>
                    <a:cubicBezTo>
                      <a:pt x="54" y="0"/>
                      <a:pt x="54" y="0"/>
                      <a:pt x="54" y="0"/>
                    </a:cubicBezTo>
                    <a:cubicBezTo>
                      <a:pt x="26" y="4"/>
                      <a:pt x="4" y="26"/>
                      <a:pt x="0" y="5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53" name="Freeform 1875">
                <a:extLst>
                  <a:ext uri="{FF2B5EF4-FFF2-40B4-BE49-F238E27FC236}">
                    <a16:creationId xmlns:a16="http://schemas.microsoft.com/office/drawing/2014/main" id="{0444A9D7-87BD-47DA-AEE5-CF01A42526D2}"/>
                  </a:ext>
                </a:extLst>
              </p:cNvPr>
              <p:cNvSpPr>
                <a:spLocks/>
              </p:cNvSpPr>
              <p:nvPr/>
            </p:nvSpPr>
            <p:spPr bwMode="auto">
              <a:xfrm>
                <a:off x="7846871" y="1195480"/>
                <a:ext cx="317015" cy="317015"/>
              </a:xfrm>
              <a:custGeom>
                <a:avLst/>
                <a:gdLst>
                  <a:gd name="T0" fmla="*/ 0 w 54"/>
                  <a:gd name="T1" fmla="*/ 0 h 54"/>
                  <a:gd name="T2" fmla="*/ 0 w 54"/>
                  <a:gd name="T3" fmla="*/ 32 h 54"/>
                  <a:gd name="T4" fmla="*/ 21 w 54"/>
                  <a:gd name="T5" fmla="*/ 54 h 54"/>
                  <a:gd name="T6" fmla="*/ 54 w 54"/>
                  <a:gd name="T7" fmla="*/ 54 h 54"/>
                  <a:gd name="T8" fmla="*/ 0 w 54"/>
                  <a:gd name="T9" fmla="*/ 0 h 54"/>
                </a:gdLst>
                <a:ahLst/>
                <a:cxnLst>
                  <a:cxn ang="0">
                    <a:pos x="T0" y="T1"/>
                  </a:cxn>
                  <a:cxn ang="0">
                    <a:pos x="T2" y="T3"/>
                  </a:cxn>
                  <a:cxn ang="0">
                    <a:pos x="T4" y="T5"/>
                  </a:cxn>
                  <a:cxn ang="0">
                    <a:pos x="T6" y="T7"/>
                  </a:cxn>
                  <a:cxn ang="0">
                    <a:pos x="T8" y="T9"/>
                  </a:cxn>
                </a:cxnLst>
                <a:rect l="0" t="0" r="r" b="b"/>
                <a:pathLst>
                  <a:path w="54" h="54">
                    <a:moveTo>
                      <a:pt x="0" y="0"/>
                    </a:moveTo>
                    <a:cubicBezTo>
                      <a:pt x="0" y="32"/>
                      <a:pt x="0" y="32"/>
                      <a:pt x="0" y="32"/>
                    </a:cubicBezTo>
                    <a:cubicBezTo>
                      <a:pt x="10" y="36"/>
                      <a:pt x="18" y="44"/>
                      <a:pt x="21" y="54"/>
                    </a:cubicBezTo>
                    <a:cubicBezTo>
                      <a:pt x="54" y="54"/>
                      <a:pt x="54" y="54"/>
                      <a:pt x="54" y="54"/>
                    </a:cubicBezTo>
                    <a:cubicBezTo>
                      <a:pt x="50" y="26"/>
                      <a:pt x="28" y="4"/>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54" name="Freeform 1876">
                <a:extLst>
                  <a:ext uri="{FF2B5EF4-FFF2-40B4-BE49-F238E27FC236}">
                    <a16:creationId xmlns:a16="http://schemas.microsoft.com/office/drawing/2014/main" id="{4866E053-A13E-49CD-A017-339281DEE984}"/>
                  </a:ext>
                </a:extLst>
              </p:cNvPr>
              <p:cNvSpPr>
                <a:spLocks/>
              </p:cNvSpPr>
              <p:nvPr/>
            </p:nvSpPr>
            <p:spPr bwMode="auto">
              <a:xfrm>
                <a:off x="7846871" y="1614580"/>
                <a:ext cx="317015" cy="317015"/>
              </a:xfrm>
              <a:custGeom>
                <a:avLst/>
                <a:gdLst>
                  <a:gd name="T0" fmla="*/ 0 w 54"/>
                  <a:gd name="T1" fmla="*/ 22 h 54"/>
                  <a:gd name="T2" fmla="*/ 0 w 54"/>
                  <a:gd name="T3" fmla="*/ 54 h 54"/>
                  <a:gd name="T4" fmla="*/ 54 w 54"/>
                  <a:gd name="T5" fmla="*/ 0 h 54"/>
                  <a:gd name="T6" fmla="*/ 21 w 54"/>
                  <a:gd name="T7" fmla="*/ 0 h 54"/>
                  <a:gd name="T8" fmla="*/ 0 w 54"/>
                  <a:gd name="T9" fmla="*/ 22 h 54"/>
                </a:gdLst>
                <a:ahLst/>
                <a:cxnLst>
                  <a:cxn ang="0">
                    <a:pos x="T0" y="T1"/>
                  </a:cxn>
                  <a:cxn ang="0">
                    <a:pos x="T2" y="T3"/>
                  </a:cxn>
                  <a:cxn ang="0">
                    <a:pos x="T4" y="T5"/>
                  </a:cxn>
                  <a:cxn ang="0">
                    <a:pos x="T6" y="T7"/>
                  </a:cxn>
                  <a:cxn ang="0">
                    <a:pos x="T8" y="T9"/>
                  </a:cxn>
                </a:cxnLst>
                <a:rect l="0" t="0" r="r" b="b"/>
                <a:pathLst>
                  <a:path w="54" h="54">
                    <a:moveTo>
                      <a:pt x="0" y="22"/>
                    </a:moveTo>
                    <a:cubicBezTo>
                      <a:pt x="0" y="54"/>
                      <a:pt x="0" y="54"/>
                      <a:pt x="0" y="54"/>
                    </a:cubicBezTo>
                    <a:cubicBezTo>
                      <a:pt x="28" y="50"/>
                      <a:pt x="50" y="28"/>
                      <a:pt x="54" y="0"/>
                    </a:cubicBezTo>
                    <a:cubicBezTo>
                      <a:pt x="21" y="0"/>
                      <a:pt x="21" y="0"/>
                      <a:pt x="21" y="0"/>
                    </a:cubicBezTo>
                    <a:cubicBezTo>
                      <a:pt x="18" y="10"/>
                      <a:pt x="10" y="19"/>
                      <a:pt x="0" y="2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55" name="Freeform 1877">
                <a:extLst>
                  <a:ext uri="{FF2B5EF4-FFF2-40B4-BE49-F238E27FC236}">
                    <a16:creationId xmlns:a16="http://schemas.microsoft.com/office/drawing/2014/main" id="{163A3F20-0618-4C4A-A300-1BC8FB77C6C8}"/>
                  </a:ext>
                </a:extLst>
              </p:cNvPr>
              <p:cNvSpPr>
                <a:spLocks/>
              </p:cNvSpPr>
              <p:nvPr/>
            </p:nvSpPr>
            <p:spPr bwMode="auto">
              <a:xfrm>
                <a:off x="7427766" y="1614580"/>
                <a:ext cx="317015" cy="317015"/>
              </a:xfrm>
              <a:custGeom>
                <a:avLst/>
                <a:gdLst>
                  <a:gd name="T0" fmla="*/ 32 w 54"/>
                  <a:gd name="T1" fmla="*/ 0 h 54"/>
                  <a:gd name="T2" fmla="*/ 0 w 54"/>
                  <a:gd name="T3" fmla="*/ 0 h 54"/>
                  <a:gd name="T4" fmla="*/ 54 w 54"/>
                  <a:gd name="T5" fmla="*/ 54 h 54"/>
                  <a:gd name="T6" fmla="*/ 54 w 54"/>
                  <a:gd name="T7" fmla="*/ 22 h 54"/>
                  <a:gd name="T8" fmla="*/ 32 w 54"/>
                  <a:gd name="T9" fmla="*/ 0 h 54"/>
                </a:gdLst>
                <a:ahLst/>
                <a:cxnLst>
                  <a:cxn ang="0">
                    <a:pos x="T0" y="T1"/>
                  </a:cxn>
                  <a:cxn ang="0">
                    <a:pos x="T2" y="T3"/>
                  </a:cxn>
                  <a:cxn ang="0">
                    <a:pos x="T4" y="T5"/>
                  </a:cxn>
                  <a:cxn ang="0">
                    <a:pos x="T6" y="T7"/>
                  </a:cxn>
                  <a:cxn ang="0">
                    <a:pos x="T8" y="T9"/>
                  </a:cxn>
                </a:cxnLst>
                <a:rect l="0" t="0" r="r" b="b"/>
                <a:pathLst>
                  <a:path w="54" h="54">
                    <a:moveTo>
                      <a:pt x="32" y="0"/>
                    </a:moveTo>
                    <a:cubicBezTo>
                      <a:pt x="0" y="0"/>
                      <a:pt x="0" y="0"/>
                      <a:pt x="0" y="0"/>
                    </a:cubicBezTo>
                    <a:cubicBezTo>
                      <a:pt x="4" y="28"/>
                      <a:pt x="26" y="50"/>
                      <a:pt x="54" y="54"/>
                    </a:cubicBezTo>
                    <a:cubicBezTo>
                      <a:pt x="54" y="22"/>
                      <a:pt x="54" y="22"/>
                      <a:pt x="54" y="22"/>
                    </a:cubicBezTo>
                    <a:cubicBezTo>
                      <a:pt x="43" y="19"/>
                      <a:pt x="35" y="10"/>
                      <a:pt x="3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15" name="组合 14">
            <a:extLst>
              <a:ext uri="{FF2B5EF4-FFF2-40B4-BE49-F238E27FC236}">
                <a16:creationId xmlns:a16="http://schemas.microsoft.com/office/drawing/2014/main" id="{49AE3311-B38E-43EF-82BA-284D162A79B5}"/>
              </a:ext>
            </a:extLst>
          </p:cNvPr>
          <p:cNvGrpSpPr/>
          <p:nvPr/>
        </p:nvGrpSpPr>
        <p:grpSpPr>
          <a:xfrm>
            <a:off x="8952921" y="1028910"/>
            <a:ext cx="1085402" cy="1080000"/>
            <a:chOff x="8952921" y="1028910"/>
            <a:chExt cx="1085402" cy="1080000"/>
          </a:xfrm>
        </p:grpSpPr>
        <p:sp>
          <p:nvSpPr>
            <p:cNvPr id="285" name="Oval 2424">
              <a:extLst>
                <a:ext uri="{FF2B5EF4-FFF2-40B4-BE49-F238E27FC236}">
                  <a16:creationId xmlns:a16="http://schemas.microsoft.com/office/drawing/2014/main" id="{DBB2B62C-DC47-4708-81AD-F5D18CEB17AE}"/>
                </a:ext>
              </a:extLst>
            </p:cNvPr>
            <p:cNvSpPr>
              <a:spLocks noChangeArrowheads="1"/>
            </p:cNvSpPr>
            <p:nvPr/>
          </p:nvSpPr>
          <p:spPr bwMode="auto">
            <a:xfrm>
              <a:off x="8952921" y="1028910"/>
              <a:ext cx="1085402" cy="1080000"/>
            </a:xfrm>
            <a:prstGeom prst="ellipse">
              <a:avLst/>
            </a:prstGeom>
            <a:solidFill>
              <a:srgbClr val="249DC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14" name="组合 13">
              <a:extLst>
                <a:ext uri="{FF2B5EF4-FFF2-40B4-BE49-F238E27FC236}">
                  <a16:creationId xmlns:a16="http://schemas.microsoft.com/office/drawing/2014/main" id="{7C2554FF-FCB1-45A2-AC58-722149404A5E}"/>
                </a:ext>
              </a:extLst>
            </p:cNvPr>
            <p:cNvGrpSpPr/>
            <p:nvPr/>
          </p:nvGrpSpPr>
          <p:grpSpPr>
            <a:xfrm>
              <a:off x="9141922" y="1153108"/>
              <a:ext cx="658804" cy="890999"/>
              <a:chOff x="9141922" y="1153108"/>
              <a:chExt cx="658804" cy="890999"/>
            </a:xfrm>
          </p:grpSpPr>
          <p:sp>
            <p:nvSpPr>
              <p:cNvPr id="286" name="Freeform 2469">
                <a:extLst>
                  <a:ext uri="{FF2B5EF4-FFF2-40B4-BE49-F238E27FC236}">
                    <a16:creationId xmlns:a16="http://schemas.microsoft.com/office/drawing/2014/main" id="{F0BDC1F4-4721-4B23-A707-AB1A56E192C0}"/>
                  </a:ext>
                </a:extLst>
              </p:cNvPr>
              <p:cNvSpPr>
                <a:spLocks noEditPoints="1"/>
              </p:cNvSpPr>
              <p:nvPr/>
            </p:nvSpPr>
            <p:spPr bwMode="auto">
              <a:xfrm>
                <a:off x="9141922" y="1703909"/>
                <a:ext cx="345600" cy="340198"/>
              </a:xfrm>
              <a:custGeom>
                <a:avLst/>
                <a:gdLst>
                  <a:gd name="T0" fmla="*/ 0 w 59"/>
                  <a:gd name="T1" fmla="*/ 16 h 58"/>
                  <a:gd name="T2" fmla="*/ 43 w 59"/>
                  <a:gd name="T3" fmla="*/ 58 h 58"/>
                  <a:gd name="T4" fmla="*/ 59 w 59"/>
                  <a:gd name="T5" fmla="*/ 43 h 58"/>
                  <a:gd name="T6" fmla="*/ 16 w 59"/>
                  <a:gd name="T7" fmla="*/ 0 h 58"/>
                  <a:gd name="T8" fmla="*/ 0 w 59"/>
                  <a:gd name="T9" fmla="*/ 16 h 58"/>
                  <a:gd name="T10" fmla="*/ 39 w 59"/>
                  <a:gd name="T11" fmla="*/ 38 h 58"/>
                  <a:gd name="T12" fmla="*/ 46 w 59"/>
                  <a:gd name="T13" fmla="*/ 39 h 58"/>
                  <a:gd name="T14" fmla="*/ 46 w 59"/>
                  <a:gd name="T15" fmla="*/ 46 h 58"/>
                  <a:gd name="T16" fmla="*/ 38 w 59"/>
                  <a:gd name="T17" fmla="*/ 45 h 58"/>
                  <a:gd name="T18" fmla="*/ 39 w 59"/>
                  <a:gd name="T19" fmla="*/ 38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9" h="58">
                    <a:moveTo>
                      <a:pt x="0" y="16"/>
                    </a:moveTo>
                    <a:cubicBezTo>
                      <a:pt x="43" y="58"/>
                      <a:pt x="43" y="58"/>
                      <a:pt x="43" y="58"/>
                    </a:cubicBezTo>
                    <a:cubicBezTo>
                      <a:pt x="59" y="43"/>
                      <a:pt x="59" y="43"/>
                      <a:pt x="59" y="43"/>
                    </a:cubicBezTo>
                    <a:cubicBezTo>
                      <a:pt x="16" y="0"/>
                      <a:pt x="16" y="0"/>
                      <a:pt x="16" y="0"/>
                    </a:cubicBezTo>
                    <a:lnTo>
                      <a:pt x="0" y="16"/>
                    </a:lnTo>
                    <a:close/>
                    <a:moveTo>
                      <a:pt x="39" y="38"/>
                    </a:moveTo>
                    <a:cubicBezTo>
                      <a:pt x="42" y="37"/>
                      <a:pt x="45" y="37"/>
                      <a:pt x="46" y="39"/>
                    </a:cubicBezTo>
                    <a:cubicBezTo>
                      <a:pt x="48" y="41"/>
                      <a:pt x="48" y="45"/>
                      <a:pt x="46" y="46"/>
                    </a:cubicBezTo>
                    <a:cubicBezTo>
                      <a:pt x="43" y="48"/>
                      <a:pt x="40" y="48"/>
                      <a:pt x="38" y="45"/>
                    </a:cubicBezTo>
                    <a:cubicBezTo>
                      <a:pt x="37" y="43"/>
                      <a:pt x="37" y="40"/>
                      <a:pt x="39" y="3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7" name="Freeform 2470">
                <a:extLst>
                  <a:ext uri="{FF2B5EF4-FFF2-40B4-BE49-F238E27FC236}">
                    <a16:creationId xmlns:a16="http://schemas.microsoft.com/office/drawing/2014/main" id="{50C64AE2-DC0E-404C-A956-B60AE75AC7D4}"/>
                  </a:ext>
                </a:extLst>
              </p:cNvPr>
              <p:cNvSpPr>
                <a:spLocks/>
              </p:cNvSpPr>
              <p:nvPr/>
            </p:nvSpPr>
            <p:spPr bwMode="auto">
              <a:xfrm>
                <a:off x="9525325" y="1153108"/>
                <a:ext cx="275401" cy="280802"/>
              </a:xfrm>
              <a:custGeom>
                <a:avLst/>
                <a:gdLst>
                  <a:gd name="T0" fmla="*/ 24 w 47"/>
                  <a:gd name="T1" fmla="*/ 0 h 47"/>
                  <a:gd name="T2" fmla="*/ 0 w 47"/>
                  <a:gd name="T3" fmla="*/ 24 h 47"/>
                  <a:gd name="T4" fmla="*/ 2 w 47"/>
                  <a:gd name="T5" fmla="*/ 34 h 47"/>
                  <a:gd name="T6" fmla="*/ 8 w 47"/>
                  <a:gd name="T7" fmla="*/ 27 h 47"/>
                  <a:gd name="T8" fmla="*/ 8 w 47"/>
                  <a:gd name="T9" fmla="*/ 24 h 47"/>
                  <a:gd name="T10" fmla="*/ 24 w 47"/>
                  <a:gd name="T11" fmla="*/ 8 h 47"/>
                  <a:gd name="T12" fmla="*/ 40 w 47"/>
                  <a:gd name="T13" fmla="*/ 24 h 47"/>
                  <a:gd name="T14" fmla="*/ 25 w 47"/>
                  <a:gd name="T15" fmla="*/ 40 h 47"/>
                  <a:gd name="T16" fmla="*/ 22 w 47"/>
                  <a:gd name="T17" fmla="*/ 43 h 47"/>
                  <a:gd name="T18" fmla="*/ 19 w 47"/>
                  <a:gd name="T19" fmla="*/ 47 h 47"/>
                  <a:gd name="T20" fmla="*/ 24 w 47"/>
                  <a:gd name="T21" fmla="*/ 47 h 47"/>
                  <a:gd name="T22" fmla="*/ 47 w 47"/>
                  <a:gd name="T23" fmla="*/ 24 h 47"/>
                  <a:gd name="T24" fmla="*/ 24 w 47"/>
                  <a:gd name="T25" fmla="*/ 0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7">
                    <a:moveTo>
                      <a:pt x="24" y="0"/>
                    </a:moveTo>
                    <a:cubicBezTo>
                      <a:pt x="11" y="0"/>
                      <a:pt x="0" y="11"/>
                      <a:pt x="0" y="24"/>
                    </a:cubicBezTo>
                    <a:cubicBezTo>
                      <a:pt x="0" y="27"/>
                      <a:pt x="1" y="31"/>
                      <a:pt x="2" y="34"/>
                    </a:cubicBezTo>
                    <a:cubicBezTo>
                      <a:pt x="4" y="31"/>
                      <a:pt x="6" y="29"/>
                      <a:pt x="8" y="27"/>
                    </a:cubicBezTo>
                    <a:cubicBezTo>
                      <a:pt x="8" y="26"/>
                      <a:pt x="8" y="25"/>
                      <a:pt x="8" y="24"/>
                    </a:cubicBezTo>
                    <a:cubicBezTo>
                      <a:pt x="8" y="15"/>
                      <a:pt x="15" y="8"/>
                      <a:pt x="24" y="8"/>
                    </a:cubicBezTo>
                    <a:cubicBezTo>
                      <a:pt x="32" y="8"/>
                      <a:pt x="40" y="15"/>
                      <a:pt x="40" y="24"/>
                    </a:cubicBezTo>
                    <a:cubicBezTo>
                      <a:pt x="40" y="32"/>
                      <a:pt x="33" y="39"/>
                      <a:pt x="25" y="40"/>
                    </a:cubicBezTo>
                    <a:cubicBezTo>
                      <a:pt x="24" y="41"/>
                      <a:pt x="23" y="42"/>
                      <a:pt x="22" y="43"/>
                    </a:cubicBezTo>
                    <a:cubicBezTo>
                      <a:pt x="21" y="44"/>
                      <a:pt x="20" y="46"/>
                      <a:pt x="19" y="47"/>
                    </a:cubicBezTo>
                    <a:cubicBezTo>
                      <a:pt x="21" y="47"/>
                      <a:pt x="22" y="47"/>
                      <a:pt x="24" y="47"/>
                    </a:cubicBezTo>
                    <a:cubicBezTo>
                      <a:pt x="37" y="47"/>
                      <a:pt x="47" y="37"/>
                      <a:pt x="47" y="24"/>
                    </a:cubicBezTo>
                    <a:cubicBezTo>
                      <a:pt x="47" y="11"/>
                      <a:pt x="37" y="0"/>
                      <a:pt x="24"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8" name="Freeform 2471">
                <a:extLst>
                  <a:ext uri="{FF2B5EF4-FFF2-40B4-BE49-F238E27FC236}">
                    <a16:creationId xmlns:a16="http://schemas.microsoft.com/office/drawing/2014/main" id="{F260255E-6CEB-410A-8BE4-69520385E4A3}"/>
                  </a:ext>
                </a:extLst>
              </p:cNvPr>
              <p:cNvSpPr>
                <a:spLocks/>
              </p:cNvSpPr>
              <p:nvPr/>
            </p:nvSpPr>
            <p:spPr bwMode="auto">
              <a:xfrm>
                <a:off x="9276923" y="1244910"/>
                <a:ext cx="507601" cy="653402"/>
              </a:xfrm>
              <a:custGeom>
                <a:avLst/>
                <a:gdLst>
                  <a:gd name="T0" fmla="*/ 70 w 86"/>
                  <a:gd name="T1" fmla="*/ 68 h 111"/>
                  <a:gd name="T2" fmla="*/ 68 w 86"/>
                  <a:gd name="T3" fmla="*/ 54 h 111"/>
                  <a:gd name="T4" fmla="*/ 62 w 86"/>
                  <a:gd name="T5" fmla="*/ 55 h 111"/>
                  <a:gd name="T6" fmla="*/ 59 w 86"/>
                  <a:gd name="T7" fmla="*/ 41 h 111"/>
                  <a:gd name="T8" fmla="*/ 50 w 86"/>
                  <a:gd name="T9" fmla="*/ 44 h 111"/>
                  <a:gd name="T10" fmla="*/ 58 w 86"/>
                  <a:gd name="T11" fmla="*/ 31 h 111"/>
                  <a:gd name="T12" fmla="*/ 63 w 86"/>
                  <a:gd name="T13" fmla="*/ 24 h 111"/>
                  <a:gd name="T14" fmla="*/ 73 w 86"/>
                  <a:gd name="T15" fmla="*/ 1 h 111"/>
                  <a:gd name="T16" fmla="*/ 72 w 86"/>
                  <a:gd name="T17" fmla="*/ 0 h 111"/>
                  <a:gd name="T18" fmla="*/ 52 w 86"/>
                  <a:gd name="T19" fmla="*/ 16 h 111"/>
                  <a:gd name="T20" fmla="*/ 46 w 86"/>
                  <a:gd name="T21" fmla="*/ 22 h 111"/>
                  <a:gd name="T22" fmla="*/ 26 w 86"/>
                  <a:gd name="T23" fmla="*/ 46 h 111"/>
                  <a:gd name="T24" fmla="*/ 20 w 86"/>
                  <a:gd name="T25" fmla="*/ 31 h 111"/>
                  <a:gd name="T26" fmla="*/ 16 w 86"/>
                  <a:gd name="T27" fmla="*/ 29 h 111"/>
                  <a:gd name="T28" fmla="*/ 11 w 86"/>
                  <a:gd name="T29" fmla="*/ 36 h 111"/>
                  <a:gd name="T30" fmla="*/ 0 w 86"/>
                  <a:gd name="T31" fmla="*/ 78 h 111"/>
                  <a:gd name="T32" fmla="*/ 34 w 86"/>
                  <a:gd name="T33" fmla="*/ 111 h 111"/>
                  <a:gd name="T34" fmla="*/ 75 w 86"/>
                  <a:gd name="T35" fmla="*/ 82 h 111"/>
                  <a:gd name="T36" fmla="*/ 70 w 86"/>
                  <a:gd name="T37" fmla="*/ 68 h 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86" h="111">
                    <a:moveTo>
                      <a:pt x="70" y="68"/>
                    </a:moveTo>
                    <a:cubicBezTo>
                      <a:pt x="70" y="68"/>
                      <a:pt x="79" y="54"/>
                      <a:pt x="68" y="54"/>
                    </a:cubicBezTo>
                    <a:cubicBezTo>
                      <a:pt x="67" y="54"/>
                      <a:pt x="64" y="54"/>
                      <a:pt x="62" y="55"/>
                    </a:cubicBezTo>
                    <a:cubicBezTo>
                      <a:pt x="62" y="55"/>
                      <a:pt x="68" y="41"/>
                      <a:pt x="59" y="41"/>
                    </a:cubicBezTo>
                    <a:cubicBezTo>
                      <a:pt x="57" y="41"/>
                      <a:pt x="54" y="42"/>
                      <a:pt x="50" y="44"/>
                    </a:cubicBezTo>
                    <a:cubicBezTo>
                      <a:pt x="51" y="40"/>
                      <a:pt x="54" y="36"/>
                      <a:pt x="58" y="31"/>
                    </a:cubicBezTo>
                    <a:cubicBezTo>
                      <a:pt x="59" y="29"/>
                      <a:pt x="61" y="27"/>
                      <a:pt x="63" y="24"/>
                    </a:cubicBezTo>
                    <a:cubicBezTo>
                      <a:pt x="70" y="15"/>
                      <a:pt x="77" y="6"/>
                      <a:pt x="73" y="1"/>
                    </a:cubicBezTo>
                    <a:cubicBezTo>
                      <a:pt x="73" y="1"/>
                      <a:pt x="72" y="0"/>
                      <a:pt x="72" y="0"/>
                    </a:cubicBezTo>
                    <a:cubicBezTo>
                      <a:pt x="68" y="0"/>
                      <a:pt x="60" y="8"/>
                      <a:pt x="52" y="16"/>
                    </a:cubicBezTo>
                    <a:cubicBezTo>
                      <a:pt x="50" y="18"/>
                      <a:pt x="48" y="20"/>
                      <a:pt x="46" y="22"/>
                    </a:cubicBezTo>
                    <a:cubicBezTo>
                      <a:pt x="35" y="34"/>
                      <a:pt x="26" y="46"/>
                      <a:pt x="26" y="46"/>
                    </a:cubicBezTo>
                    <a:cubicBezTo>
                      <a:pt x="26" y="46"/>
                      <a:pt x="26" y="35"/>
                      <a:pt x="20" y="31"/>
                    </a:cubicBezTo>
                    <a:cubicBezTo>
                      <a:pt x="18" y="29"/>
                      <a:pt x="17" y="29"/>
                      <a:pt x="16" y="29"/>
                    </a:cubicBezTo>
                    <a:cubicBezTo>
                      <a:pt x="13" y="29"/>
                      <a:pt x="12" y="32"/>
                      <a:pt x="11" y="36"/>
                    </a:cubicBezTo>
                    <a:cubicBezTo>
                      <a:pt x="10" y="41"/>
                      <a:pt x="13" y="54"/>
                      <a:pt x="0" y="78"/>
                    </a:cubicBezTo>
                    <a:cubicBezTo>
                      <a:pt x="34" y="111"/>
                      <a:pt x="34" y="111"/>
                      <a:pt x="34" y="111"/>
                    </a:cubicBezTo>
                    <a:cubicBezTo>
                      <a:pt x="49" y="104"/>
                      <a:pt x="72" y="86"/>
                      <a:pt x="75" y="82"/>
                    </a:cubicBezTo>
                    <a:cubicBezTo>
                      <a:pt x="86" y="69"/>
                      <a:pt x="70" y="68"/>
                      <a:pt x="70" y="6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18" name="组合 17">
            <a:extLst>
              <a:ext uri="{FF2B5EF4-FFF2-40B4-BE49-F238E27FC236}">
                <a16:creationId xmlns:a16="http://schemas.microsoft.com/office/drawing/2014/main" id="{6C7A0795-1536-41DC-8C21-78A32315D80F}"/>
              </a:ext>
            </a:extLst>
          </p:cNvPr>
          <p:cNvGrpSpPr/>
          <p:nvPr/>
        </p:nvGrpSpPr>
        <p:grpSpPr>
          <a:xfrm>
            <a:off x="5570838" y="2507334"/>
            <a:ext cx="1069250" cy="1080000"/>
            <a:chOff x="5570838" y="2507334"/>
            <a:chExt cx="1069250" cy="1080000"/>
          </a:xfrm>
        </p:grpSpPr>
        <p:sp>
          <p:nvSpPr>
            <p:cNvPr id="113" name="Oval 262">
              <a:extLst>
                <a:ext uri="{FF2B5EF4-FFF2-40B4-BE49-F238E27FC236}">
                  <a16:creationId xmlns:a16="http://schemas.microsoft.com/office/drawing/2014/main" id="{9DFE4FCF-43F2-412E-93D0-577542D3989C}"/>
                </a:ext>
              </a:extLst>
            </p:cNvPr>
            <p:cNvSpPr>
              <a:spLocks noChangeArrowheads="1"/>
            </p:cNvSpPr>
            <p:nvPr/>
          </p:nvSpPr>
          <p:spPr bwMode="auto">
            <a:xfrm>
              <a:off x="5570838" y="2507334"/>
              <a:ext cx="1069250" cy="1080000"/>
            </a:xfrm>
            <a:prstGeom prst="ellipse">
              <a:avLst/>
            </a:prstGeom>
            <a:solidFill>
              <a:srgbClr val="3380A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dirty="0">
                <a:solidFill>
                  <a:prstClr val="black"/>
                </a:solidFill>
                <a:latin typeface="Segoe UI Light"/>
                <a:ea typeface="微软雅黑"/>
              </a:endParaRPr>
            </a:p>
          </p:txBody>
        </p:sp>
        <p:grpSp>
          <p:nvGrpSpPr>
            <p:cNvPr id="17" name="组合 16">
              <a:extLst>
                <a:ext uri="{FF2B5EF4-FFF2-40B4-BE49-F238E27FC236}">
                  <a16:creationId xmlns:a16="http://schemas.microsoft.com/office/drawing/2014/main" id="{58A4D3DB-7E34-40B9-9982-0E06E78C3F0F}"/>
                </a:ext>
              </a:extLst>
            </p:cNvPr>
            <p:cNvGrpSpPr/>
            <p:nvPr/>
          </p:nvGrpSpPr>
          <p:grpSpPr>
            <a:xfrm>
              <a:off x="5715913" y="2765244"/>
              <a:ext cx="784475" cy="558805"/>
              <a:chOff x="5715913" y="2765244"/>
              <a:chExt cx="784475" cy="558805"/>
            </a:xfrm>
          </p:grpSpPr>
          <p:sp>
            <p:nvSpPr>
              <p:cNvPr id="114" name="Freeform 360">
                <a:extLst>
                  <a:ext uri="{FF2B5EF4-FFF2-40B4-BE49-F238E27FC236}">
                    <a16:creationId xmlns:a16="http://schemas.microsoft.com/office/drawing/2014/main" id="{2B52AD28-402B-4231-973A-A7A9B5899759}"/>
                  </a:ext>
                </a:extLst>
              </p:cNvPr>
              <p:cNvSpPr>
                <a:spLocks noEditPoints="1"/>
              </p:cNvSpPr>
              <p:nvPr/>
            </p:nvSpPr>
            <p:spPr bwMode="auto">
              <a:xfrm>
                <a:off x="5715913" y="2765244"/>
                <a:ext cx="784475" cy="558805"/>
              </a:xfrm>
              <a:custGeom>
                <a:avLst/>
                <a:gdLst>
                  <a:gd name="T0" fmla="*/ 119 w 134"/>
                  <a:gd name="T1" fmla="*/ 0 h 95"/>
                  <a:gd name="T2" fmla="*/ 15 w 134"/>
                  <a:gd name="T3" fmla="*/ 0 h 95"/>
                  <a:gd name="T4" fmla="*/ 0 w 134"/>
                  <a:gd name="T5" fmla="*/ 15 h 95"/>
                  <a:gd name="T6" fmla="*/ 0 w 134"/>
                  <a:gd name="T7" fmla="*/ 80 h 95"/>
                  <a:gd name="T8" fmla="*/ 15 w 134"/>
                  <a:gd name="T9" fmla="*/ 95 h 95"/>
                  <a:gd name="T10" fmla="*/ 119 w 134"/>
                  <a:gd name="T11" fmla="*/ 95 h 95"/>
                  <a:gd name="T12" fmla="*/ 134 w 134"/>
                  <a:gd name="T13" fmla="*/ 80 h 95"/>
                  <a:gd name="T14" fmla="*/ 134 w 134"/>
                  <a:gd name="T15" fmla="*/ 15 h 95"/>
                  <a:gd name="T16" fmla="*/ 119 w 134"/>
                  <a:gd name="T17" fmla="*/ 0 h 95"/>
                  <a:gd name="T18" fmla="*/ 67 w 134"/>
                  <a:gd name="T19" fmla="*/ 77 h 95"/>
                  <a:gd name="T20" fmla="*/ 37 w 134"/>
                  <a:gd name="T21" fmla="*/ 48 h 95"/>
                  <a:gd name="T22" fmla="*/ 67 w 134"/>
                  <a:gd name="T23" fmla="*/ 18 h 95"/>
                  <a:gd name="T24" fmla="*/ 97 w 134"/>
                  <a:gd name="T25" fmla="*/ 48 h 95"/>
                  <a:gd name="T26" fmla="*/ 67 w 134"/>
                  <a:gd name="T27" fmla="*/ 77 h 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4" h="95">
                    <a:moveTo>
                      <a:pt x="119" y="0"/>
                    </a:moveTo>
                    <a:cubicBezTo>
                      <a:pt x="15" y="0"/>
                      <a:pt x="15" y="0"/>
                      <a:pt x="15" y="0"/>
                    </a:cubicBezTo>
                    <a:cubicBezTo>
                      <a:pt x="7" y="0"/>
                      <a:pt x="0" y="7"/>
                      <a:pt x="0" y="15"/>
                    </a:cubicBezTo>
                    <a:cubicBezTo>
                      <a:pt x="0" y="80"/>
                      <a:pt x="0" y="80"/>
                      <a:pt x="0" y="80"/>
                    </a:cubicBezTo>
                    <a:cubicBezTo>
                      <a:pt x="0" y="88"/>
                      <a:pt x="7" y="95"/>
                      <a:pt x="15" y="95"/>
                    </a:cubicBezTo>
                    <a:cubicBezTo>
                      <a:pt x="119" y="95"/>
                      <a:pt x="119" y="95"/>
                      <a:pt x="119" y="95"/>
                    </a:cubicBezTo>
                    <a:cubicBezTo>
                      <a:pt x="127" y="95"/>
                      <a:pt x="134" y="88"/>
                      <a:pt x="134" y="80"/>
                    </a:cubicBezTo>
                    <a:cubicBezTo>
                      <a:pt x="134" y="15"/>
                      <a:pt x="134" y="15"/>
                      <a:pt x="134" y="15"/>
                    </a:cubicBezTo>
                    <a:cubicBezTo>
                      <a:pt x="134" y="7"/>
                      <a:pt x="127" y="0"/>
                      <a:pt x="119" y="0"/>
                    </a:cubicBezTo>
                    <a:close/>
                    <a:moveTo>
                      <a:pt x="67" y="77"/>
                    </a:moveTo>
                    <a:cubicBezTo>
                      <a:pt x="51" y="77"/>
                      <a:pt x="37" y="64"/>
                      <a:pt x="37" y="48"/>
                    </a:cubicBezTo>
                    <a:cubicBezTo>
                      <a:pt x="37" y="31"/>
                      <a:pt x="51" y="18"/>
                      <a:pt x="67" y="18"/>
                    </a:cubicBezTo>
                    <a:cubicBezTo>
                      <a:pt x="84" y="18"/>
                      <a:pt x="97" y="31"/>
                      <a:pt x="97" y="48"/>
                    </a:cubicBezTo>
                    <a:cubicBezTo>
                      <a:pt x="97" y="64"/>
                      <a:pt x="84" y="77"/>
                      <a:pt x="67" y="7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15" name="Freeform 361">
                <a:extLst>
                  <a:ext uri="{FF2B5EF4-FFF2-40B4-BE49-F238E27FC236}">
                    <a16:creationId xmlns:a16="http://schemas.microsoft.com/office/drawing/2014/main" id="{0FACEADD-B962-4D35-AB41-E032CE16A699}"/>
                  </a:ext>
                </a:extLst>
              </p:cNvPr>
              <p:cNvSpPr>
                <a:spLocks/>
              </p:cNvSpPr>
              <p:nvPr/>
            </p:nvSpPr>
            <p:spPr bwMode="auto">
              <a:xfrm>
                <a:off x="5984568" y="2921069"/>
                <a:ext cx="252535" cy="252535"/>
              </a:xfrm>
              <a:custGeom>
                <a:avLst/>
                <a:gdLst>
                  <a:gd name="T0" fmla="*/ 30 w 47"/>
                  <a:gd name="T1" fmla="*/ 0 h 47"/>
                  <a:gd name="T2" fmla="*/ 17 w 47"/>
                  <a:gd name="T3" fmla="*/ 0 h 47"/>
                  <a:gd name="T4" fmla="*/ 17 w 47"/>
                  <a:gd name="T5" fmla="*/ 17 h 47"/>
                  <a:gd name="T6" fmla="*/ 0 w 47"/>
                  <a:gd name="T7" fmla="*/ 17 h 47"/>
                  <a:gd name="T8" fmla="*/ 0 w 47"/>
                  <a:gd name="T9" fmla="*/ 30 h 47"/>
                  <a:gd name="T10" fmla="*/ 17 w 47"/>
                  <a:gd name="T11" fmla="*/ 30 h 47"/>
                  <a:gd name="T12" fmla="*/ 17 w 47"/>
                  <a:gd name="T13" fmla="*/ 47 h 47"/>
                  <a:gd name="T14" fmla="*/ 30 w 47"/>
                  <a:gd name="T15" fmla="*/ 47 h 47"/>
                  <a:gd name="T16" fmla="*/ 30 w 47"/>
                  <a:gd name="T17" fmla="*/ 30 h 47"/>
                  <a:gd name="T18" fmla="*/ 47 w 47"/>
                  <a:gd name="T19" fmla="*/ 30 h 47"/>
                  <a:gd name="T20" fmla="*/ 47 w 47"/>
                  <a:gd name="T21" fmla="*/ 17 h 47"/>
                  <a:gd name="T22" fmla="*/ 30 w 47"/>
                  <a:gd name="T23" fmla="*/ 17 h 47"/>
                  <a:gd name="T24" fmla="*/ 30 w 47"/>
                  <a:gd name="T25" fmla="*/ 0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47" h="47">
                    <a:moveTo>
                      <a:pt x="30" y="0"/>
                    </a:moveTo>
                    <a:lnTo>
                      <a:pt x="17" y="0"/>
                    </a:lnTo>
                    <a:lnTo>
                      <a:pt x="17" y="17"/>
                    </a:lnTo>
                    <a:lnTo>
                      <a:pt x="0" y="17"/>
                    </a:lnTo>
                    <a:lnTo>
                      <a:pt x="0" y="30"/>
                    </a:lnTo>
                    <a:lnTo>
                      <a:pt x="17" y="30"/>
                    </a:lnTo>
                    <a:lnTo>
                      <a:pt x="17" y="47"/>
                    </a:lnTo>
                    <a:lnTo>
                      <a:pt x="30" y="47"/>
                    </a:lnTo>
                    <a:lnTo>
                      <a:pt x="30" y="30"/>
                    </a:lnTo>
                    <a:lnTo>
                      <a:pt x="47" y="30"/>
                    </a:lnTo>
                    <a:lnTo>
                      <a:pt x="47" y="17"/>
                    </a:lnTo>
                    <a:lnTo>
                      <a:pt x="30" y="17"/>
                    </a:lnTo>
                    <a:lnTo>
                      <a:pt x="3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20" name="组合 19">
            <a:extLst>
              <a:ext uri="{FF2B5EF4-FFF2-40B4-BE49-F238E27FC236}">
                <a16:creationId xmlns:a16="http://schemas.microsoft.com/office/drawing/2014/main" id="{26C2A564-531E-4F34-A9EA-99F5FB9C19FE}"/>
              </a:ext>
            </a:extLst>
          </p:cNvPr>
          <p:cNvGrpSpPr/>
          <p:nvPr/>
        </p:nvGrpSpPr>
        <p:grpSpPr>
          <a:xfrm>
            <a:off x="8958323" y="2507334"/>
            <a:ext cx="1074598" cy="1080000"/>
            <a:chOff x="8958323" y="2507334"/>
            <a:chExt cx="1074598" cy="1080000"/>
          </a:xfrm>
        </p:grpSpPr>
        <p:sp>
          <p:nvSpPr>
            <p:cNvPr id="130" name="Oval 2503">
              <a:extLst>
                <a:ext uri="{FF2B5EF4-FFF2-40B4-BE49-F238E27FC236}">
                  <a16:creationId xmlns:a16="http://schemas.microsoft.com/office/drawing/2014/main" id="{82BD5003-7AFC-4C0A-955C-6E323C4369D5}"/>
                </a:ext>
              </a:extLst>
            </p:cNvPr>
            <p:cNvSpPr>
              <a:spLocks noChangeArrowheads="1"/>
            </p:cNvSpPr>
            <p:nvPr/>
          </p:nvSpPr>
          <p:spPr bwMode="auto">
            <a:xfrm>
              <a:off x="8958323" y="2507334"/>
              <a:ext cx="1074598" cy="1080000"/>
            </a:xfrm>
            <a:prstGeom prst="ellipse">
              <a:avLst/>
            </a:prstGeom>
            <a:solidFill>
              <a:srgbClr val="D4C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19" name="组合 18">
              <a:extLst>
                <a:ext uri="{FF2B5EF4-FFF2-40B4-BE49-F238E27FC236}">
                  <a16:creationId xmlns:a16="http://schemas.microsoft.com/office/drawing/2014/main" id="{EED0DDDB-5DA9-4B6D-A699-EA779CCFE717}"/>
                </a:ext>
              </a:extLst>
            </p:cNvPr>
            <p:cNvGrpSpPr/>
            <p:nvPr/>
          </p:nvGrpSpPr>
          <p:grpSpPr>
            <a:xfrm>
              <a:off x="9093320" y="2669335"/>
              <a:ext cx="837005" cy="793800"/>
              <a:chOff x="9093320" y="2669335"/>
              <a:chExt cx="837005" cy="793800"/>
            </a:xfrm>
          </p:grpSpPr>
          <p:sp>
            <p:nvSpPr>
              <p:cNvPr id="131" name="Freeform 2537">
                <a:extLst>
                  <a:ext uri="{FF2B5EF4-FFF2-40B4-BE49-F238E27FC236}">
                    <a16:creationId xmlns:a16="http://schemas.microsoft.com/office/drawing/2014/main" id="{47843E47-A84C-46FD-B7EE-2E34DAB19097}"/>
                  </a:ext>
                </a:extLst>
              </p:cNvPr>
              <p:cNvSpPr>
                <a:spLocks noEditPoints="1"/>
              </p:cNvSpPr>
              <p:nvPr/>
            </p:nvSpPr>
            <p:spPr bwMode="auto">
              <a:xfrm>
                <a:off x="9276923" y="2831336"/>
                <a:ext cx="653402" cy="631799"/>
              </a:xfrm>
              <a:custGeom>
                <a:avLst/>
                <a:gdLst>
                  <a:gd name="T0" fmla="*/ 93 w 111"/>
                  <a:gd name="T1" fmla="*/ 7 h 107"/>
                  <a:gd name="T2" fmla="*/ 62 w 111"/>
                  <a:gd name="T3" fmla="*/ 8 h 107"/>
                  <a:gd name="T4" fmla="*/ 10 w 111"/>
                  <a:gd name="T5" fmla="*/ 60 h 107"/>
                  <a:gd name="T6" fmla="*/ 15 w 111"/>
                  <a:gd name="T7" fmla="*/ 97 h 107"/>
                  <a:gd name="T8" fmla="*/ 50 w 111"/>
                  <a:gd name="T9" fmla="*/ 98 h 107"/>
                  <a:gd name="T10" fmla="*/ 74 w 111"/>
                  <a:gd name="T11" fmla="*/ 74 h 107"/>
                  <a:gd name="T12" fmla="*/ 74 w 111"/>
                  <a:gd name="T13" fmla="*/ 74 h 107"/>
                  <a:gd name="T14" fmla="*/ 93 w 111"/>
                  <a:gd name="T15" fmla="*/ 55 h 107"/>
                  <a:gd name="T16" fmla="*/ 102 w 111"/>
                  <a:gd name="T17" fmla="*/ 45 h 107"/>
                  <a:gd name="T18" fmla="*/ 93 w 111"/>
                  <a:gd name="T19" fmla="*/ 7 h 107"/>
                  <a:gd name="T20" fmla="*/ 94 w 111"/>
                  <a:gd name="T21" fmla="*/ 45 h 107"/>
                  <a:gd name="T22" fmla="*/ 73 w 111"/>
                  <a:gd name="T23" fmla="*/ 67 h 107"/>
                  <a:gd name="T24" fmla="*/ 42 w 111"/>
                  <a:gd name="T25" fmla="*/ 36 h 107"/>
                  <a:gd name="T26" fmla="*/ 66 w 111"/>
                  <a:gd name="T27" fmla="*/ 12 h 107"/>
                  <a:gd name="T28" fmla="*/ 75 w 111"/>
                  <a:gd name="T29" fmla="*/ 8 h 107"/>
                  <a:gd name="T30" fmla="*/ 99 w 111"/>
                  <a:gd name="T31" fmla="*/ 23 h 107"/>
                  <a:gd name="T32" fmla="*/ 94 w 111"/>
                  <a:gd name="T33" fmla="*/ 45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11" h="107">
                    <a:moveTo>
                      <a:pt x="93" y="7"/>
                    </a:moveTo>
                    <a:cubicBezTo>
                      <a:pt x="83" y="1"/>
                      <a:pt x="70" y="0"/>
                      <a:pt x="62" y="8"/>
                    </a:cubicBezTo>
                    <a:cubicBezTo>
                      <a:pt x="45" y="25"/>
                      <a:pt x="27" y="42"/>
                      <a:pt x="10" y="60"/>
                    </a:cubicBezTo>
                    <a:cubicBezTo>
                      <a:pt x="0" y="71"/>
                      <a:pt x="2" y="86"/>
                      <a:pt x="15" y="97"/>
                    </a:cubicBezTo>
                    <a:cubicBezTo>
                      <a:pt x="25" y="107"/>
                      <a:pt x="40" y="107"/>
                      <a:pt x="50" y="98"/>
                    </a:cubicBezTo>
                    <a:cubicBezTo>
                      <a:pt x="58" y="90"/>
                      <a:pt x="66" y="82"/>
                      <a:pt x="74" y="74"/>
                    </a:cubicBezTo>
                    <a:cubicBezTo>
                      <a:pt x="74" y="74"/>
                      <a:pt x="74" y="74"/>
                      <a:pt x="74" y="74"/>
                    </a:cubicBezTo>
                    <a:cubicBezTo>
                      <a:pt x="81" y="68"/>
                      <a:pt x="87" y="61"/>
                      <a:pt x="93" y="55"/>
                    </a:cubicBezTo>
                    <a:cubicBezTo>
                      <a:pt x="96" y="52"/>
                      <a:pt x="100" y="49"/>
                      <a:pt x="102" y="45"/>
                    </a:cubicBezTo>
                    <a:cubicBezTo>
                      <a:pt x="111" y="32"/>
                      <a:pt x="107" y="17"/>
                      <a:pt x="93" y="7"/>
                    </a:cubicBezTo>
                    <a:close/>
                    <a:moveTo>
                      <a:pt x="94" y="45"/>
                    </a:moveTo>
                    <a:cubicBezTo>
                      <a:pt x="87" y="52"/>
                      <a:pt x="80" y="59"/>
                      <a:pt x="73" y="67"/>
                    </a:cubicBezTo>
                    <a:cubicBezTo>
                      <a:pt x="63" y="56"/>
                      <a:pt x="53" y="46"/>
                      <a:pt x="42" y="36"/>
                    </a:cubicBezTo>
                    <a:cubicBezTo>
                      <a:pt x="51" y="28"/>
                      <a:pt x="58" y="20"/>
                      <a:pt x="66" y="12"/>
                    </a:cubicBezTo>
                    <a:cubicBezTo>
                      <a:pt x="69" y="10"/>
                      <a:pt x="72" y="9"/>
                      <a:pt x="75" y="8"/>
                    </a:cubicBezTo>
                    <a:cubicBezTo>
                      <a:pt x="84" y="7"/>
                      <a:pt x="94" y="13"/>
                      <a:pt x="99" y="23"/>
                    </a:cubicBezTo>
                    <a:cubicBezTo>
                      <a:pt x="103" y="31"/>
                      <a:pt x="101" y="39"/>
                      <a:pt x="94"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2" name="Freeform 2538">
                <a:extLst>
                  <a:ext uri="{FF2B5EF4-FFF2-40B4-BE49-F238E27FC236}">
                    <a16:creationId xmlns:a16="http://schemas.microsoft.com/office/drawing/2014/main" id="{8FBDEB9C-21D7-4325-8F05-9AEB8D20B5C9}"/>
                  </a:ext>
                </a:extLst>
              </p:cNvPr>
              <p:cNvSpPr>
                <a:spLocks/>
              </p:cNvSpPr>
              <p:nvPr/>
            </p:nvSpPr>
            <p:spPr bwMode="auto">
              <a:xfrm>
                <a:off x="9222920" y="2820533"/>
                <a:ext cx="183599" cy="291601"/>
              </a:xfrm>
              <a:custGeom>
                <a:avLst/>
                <a:gdLst>
                  <a:gd name="T0" fmla="*/ 19 w 31"/>
                  <a:gd name="T1" fmla="*/ 6 h 50"/>
                  <a:gd name="T2" fmla="*/ 0 w 31"/>
                  <a:gd name="T3" fmla="*/ 3 h 50"/>
                  <a:gd name="T4" fmla="*/ 15 w 31"/>
                  <a:gd name="T5" fmla="*/ 50 h 50"/>
                  <a:gd name="T6" fmla="*/ 30 w 31"/>
                  <a:gd name="T7" fmla="*/ 30 h 50"/>
                  <a:gd name="T8" fmla="*/ 19 w 31"/>
                  <a:gd name="T9" fmla="*/ 6 h 50"/>
                </a:gdLst>
                <a:ahLst/>
                <a:cxnLst>
                  <a:cxn ang="0">
                    <a:pos x="T0" y="T1"/>
                  </a:cxn>
                  <a:cxn ang="0">
                    <a:pos x="T2" y="T3"/>
                  </a:cxn>
                  <a:cxn ang="0">
                    <a:pos x="T4" y="T5"/>
                  </a:cxn>
                  <a:cxn ang="0">
                    <a:pos x="T6" y="T7"/>
                  </a:cxn>
                  <a:cxn ang="0">
                    <a:pos x="T8" y="T9"/>
                  </a:cxn>
                </a:cxnLst>
                <a:rect l="0" t="0" r="r" b="b"/>
                <a:pathLst>
                  <a:path w="31" h="50">
                    <a:moveTo>
                      <a:pt x="19" y="6"/>
                    </a:moveTo>
                    <a:cubicBezTo>
                      <a:pt x="13" y="2"/>
                      <a:pt x="7" y="0"/>
                      <a:pt x="0" y="3"/>
                    </a:cubicBezTo>
                    <a:cubicBezTo>
                      <a:pt x="5" y="19"/>
                      <a:pt x="10" y="34"/>
                      <a:pt x="15" y="50"/>
                    </a:cubicBezTo>
                    <a:cubicBezTo>
                      <a:pt x="23" y="46"/>
                      <a:pt x="29" y="40"/>
                      <a:pt x="30" y="30"/>
                    </a:cubicBezTo>
                    <a:cubicBezTo>
                      <a:pt x="31" y="20"/>
                      <a:pt x="28" y="12"/>
                      <a:pt x="19" y="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3" name="Freeform 2539">
                <a:extLst>
                  <a:ext uri="{FF2B5EF4-FFF2-40B4-BE49-F238E27FC236}">
                    <a16:creationId xmlns:a16="http://schemas.microsoft.com/office/drawing/2014/main" id="{5DDBF66C-E098-4902-A380-41AD72FF0B2E}"/>
                  </a:ext>
                </a:extLst>
              </p:cNvPr>
              <p:cNvSpPr>
                <a:spLocks/>
              </p:cNvSpPr>
              <p:nvPr/>
            </p:nvSpPr>
            <p:spPr bwMode="auto">
              <a:xfrm>
                <a:off x="9093320" y="2842135"/>
                <a:ext cx="189001" cy="296998"/>
              </a:xfrm>
              <a:custGeom>
                <a:avLst/>
                <a:gdLst>
                  <a:gd name="T0" fmla="*/ 3 w 32"/>
                  <a:gd name="T1" fmla="*/ 17 h 50"/>
                  <a:gd name="T2" fmla="*/ 13 w 32"/>
                  <a:gd name="T3" fmla="*/ 44 h 50"/>
                  <a:gd name="T4" fmla="*/ 32 w 32"/>
                  <a:gd name="T5" fmla="*/ 47 h 50"/>
                  <a:gd name="T6" fmla="*/ 18 w 32"/>
                  <a:gd name="T7" fmla="*/ 0 h 50"/>
                  <a:gd name="T8" fmla="*/ 3 w 32"/>
                  <a:gd name="T9" fmla="*/ 17 h 50"/>
                </a:gdLst>
                <a:ahLst/>
                <a:cxnLst>
                  <a:cxn ang="0">
                    <a:pos x="T0" y="T1"/>
                  </a:cxn>
                  <a:cxn ang="0">
                    <a:pos x="T2" y="T3"/>
                  </a:cxn>
                  <a:cxn ang="0">
                    <a:pos x="T4" y="T5"/>
                  </a:cxn>
                  <a:cxn ang="0">
                    <a:pos x="T6" y="T7"/>
                  </a:cxn>
                  <a:cxn ang="0">
                    <a:pos x="T8" y="T9"/>
                  </a:cxn>
                </a:cxnLst>
                <a:rect l="0" t="0" r="r" b="b"/>
                <a:pathLst>
                  <a:path w="32" h="50">
                    <a:moveTo>
                      <a:pt x="3" y="17"/>
                    </a:moveTo>
                    <a:cubicBezTo>
                      <a:pt x="0" y="28"/>
                      <a:pt x="4" y="38"/>
                      <a:pt x="13" y="44"/>
                    </a:cubicBezTo>
                    <a:cubicBezTo>
                      <a:pt x="19" y="48"/>
                      <a:pt x="25" y="50"/>
                      <a:pt x="32" y="47"/>
                    </a:cubicBezTo>
                    <a:cubicBezTo>
                      <a:pt x="28" y="31"/>
                      <a:pt x="23" y="16"/>
                      <a:pt x="18" y="0"/>
                    </a:cubicBezTo>
                    <a:cubicBezTo>
                      <a:pt x="9" y="3"/>
                      <a:pt x="4" y="9"/>
                      <a:pt x="3" y="1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4" name="Freeform 2540">
                <a:extLst>
                  <a:ext uri="{FF2B5EF4-FFF2-40B4-BE49-F238E27FC236}">
                    <a16:creationId xmlns:a16="http://schemas.microsoft.com/office/drawing/2014/main" id="{B43717B5-8690-4532-8FBA-05486378990F}"/>
                  </a:ext>
                </a:extLst>
              </p:cNvPr>
              <p:cNvSpPr>
                <a:spLocks/>
              </p:cNvSpPr>
              <p:nvPr/>
            </p:nvSpPr>
            <p:spPr bwMode="auto">
              <a:xfrm>
                <a:off x="9465924" y="2669335"/>
                <a:ext cx="194402" cy="102601"/>
              </a:xfrm>
              <a:custGeom>
                <a:avLst/>
                <a:gdLst>
                  <a:gd name="T0" fmla="*/ 21 w 33"/>
                  <a:gd name="T1" fmla="*/ 1 h 18"/>
                  <a:gd name="T2" fmla="*/ 5 w 33"/>
                  <a:gd name="T3" fmla="*/ 6 h 18"/>
                  <a:gd name="T4" fmla="*/ 2 w 33"/>
                  <a:gd name="T5" fmla="*/ 18 h 18"/>
                  <a:gd name="T6" fmla="*/ 33 w 33"/>
                  <a:gd name="T7" fmla="*/ 12 h 18"/>
                  <a:gd name="T8" fmla="*/ 21 w 33"/>
                  <a:gd name="T9" fmla="*/ 1 h 18"/>
                </a:gdLst>
                <a:ahLst/>
                <a:cxnLst>
                  <a:cxn ang="0">
                    <a:pos x="T0" y="T1"/>
                  </a:cxn>
                  <a:cxn ang="0">
                    <a:pos x="T2" y="T3"/>
                  </a:cxn>
                  <a:cxn ang="0">
                    <a:pos x="T4" y="T5"/>
                  </a:cxn>
                  <a:cxn ang="0">
                    <a:pos x="T6" y="T7"/>
                  </a:cxn>
                  <a:cxn ang="0">
                    <a:pos x="T8" y="T9"/>
                  </a:cxn>
                </a:cxnLst>
                <a:rect l="0" t="0" r="r" b="b"/>
                <a:pathLst>
                  <a:path w="33" h="18">
                    <a:moveTo>
                      <a:pt x="21" y="1"/>
                    </a:moveTo>
                    <a:cubicBezTo>
                      <a:pt x="15" y="0"/>
                      <a:pt x="9" y="1"/>
                      <a:pt x="5" y="6"/>
                    </a:cubicBezTo>
                    <a:cubicBezTo>
                      <a:pt x="2" y="10"/>
                      <a:pt x="0" y="14"/>
                      <a:pt x="2" y="18"/>
                    </a:cubicBezTo>
                    <a:cubicBezTo>
                      <a:pt x="12" y="16"/>
                      <a:pt x="22" y="14"/>
                      <a:pt x="33" y="12"/>
                    </a:cubicBezTo>
                    <a:cubicBezTo>
                      <a:pt x="31" y="7"/>
                      <a:pt x="27" y="3"/>
                      <a:pt x="2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5" name="Freeform 2541">
                <a:extLst>
                  <a:ext uri="{FF2B5EF4-FFF2-40B4-BE49-F238E27FC236}">
                    <a16:creationId xmlns:a16="http://schemas.microsoft.com/office/drawing/2014/main" id="{733D1945-D9FA-497B-90FE-F1C10BF4AC29}"/>
                  </a:ext>
                </a:extLst>
              </p:cNvPr>
              <p:cNvSpPr>
                <a:spLocks/>
              </p:cNvSpPr>
              <p:nvPr/>
            </p:nvSpPr>
            <p:spPr bwMode="auto">
              <a:xfrm>
                <a:off x="9476723" y="2761137"/>
                <a:ext cx="189001" cy="113399"/>
              </a:xfrm>
              <a:custGeom>
                <a:avLst/>
                <a:gdLst>
                  <a:gd name="T0" fmla="*/ 0 w 32"/>
                  <a:gd name="T1" fmla="*/ 5 h 19"/>
                  <a:gd name="T2" fmla="*/ 10 w 32"/>
                  <a:gd name="T3" fmla="*/ 16 h 19"/>
                  <a:gd name="T4" fmla="*/ 27 w 32"/>
                  <a:gd name="T5" fmla="*/ 11 h 19"/>
                  <a:gd name="T6" fmla="*/ 31 w 32"/>
                  <a:gd name="T7" fmla="*/ 0 h 19"/>
                  <a:gd name="T8" fmla="*/ 0 w 32"/>
                  <a:gd name="T9" fmla="*/ 5 h 19"/>
                </a:gdLst>
                <a:ahLst/>
                <a:cxnLst>
                  <a:cxn ang="0">
                    <a:pos x="T0" y="T1"/>
                  </a:cxn>
                  <a:cxn ang="0">
                    <a:pos x="T2" y="T3"/>
                  </a:cxn>
                  <a:cxn ang="0">
                    <a:pos x="T4" y="T5"/>
                  </a:cxn>
                  <a:cxn ang="0">
                    <a:pos x="T6" y="T7"/>
                  </a:cxn>
                  <a:cxn ang="0">
                    <a:pos x="T8" y="T9"/>
                  </a:cxn>
                </a:cxnLst>
                <a:rect l="0" t="0" r="r" b="b"/>
                <a:pathLst>
                  <a:path w="32" h="19">
                    <a:moveTo>
                      <a:pt x="0" y="5"/>
                    </a:moveTo>
                    <a:cubicBezTo>
                      <a:pt x="1" y="11"/>
                      <a:pt x="5" y="14"/>
                      <a:pt x="10" y="16"/>
                    </a:cubicBezTo>
                    <a:cubicBezTo>
                      <a:pt x="17" y="19"/>
                      <a:pt x="23" y="17"/>
                      <a:pt x="27" y="11"/>
                    </a:cubicBezTo>
                    <a:cubicBezTo>
                      <a:pt x="30" y="8"/>
                      <a:pt x="32" y="4"/>
                      <a:pt x="31" y="0"/>
                    </a:cubicBezTo>
                    <a:cubicBezTo>
                      <a:pt x="20" y="2"/>
                      <a:pt x="10" y="3"/>
                      <a:pt x="0" y="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sp>
        <p:nvSpPr>
          <p:cNvPr id="137" name="Oval 1440">
            <a:extLst>
              <a:ext uri="{FF2B5EF4-FFF2-40B4-BE49-F238E27FC236}">
                <a16:creationId xmlns:a16="http://schemas.microsoft.com/office/drawing/2014/main" id="{689EEA78-6C44-4CDB-BC57-381BD76A5968}"/>
              </a:ext>
            </a:extLst>
          </p:cNvPr>
          <p:cNvSpPr>
            <a:spLocks noChangeArrowheads="1"/>
          </p:cNvSpPr>
          <p:nvPr/>
        </p:nvSpPr>
        <p:spPr bwMode="auto">
          <a:xfrm>
            <a:off x="3868992" y="2507334"/>
            <a:ext cx="1080000" cy="1080000"/>
          </a:xfrm>
          <a:prstGeom prst="ellipse">
            <a:avLst/>
          </a:prstGeom>
          <a:solidFill>
            <a:srgbClr val="D4C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16" name="组合 15">
            <a:extLst>
              <a:ext uri="{FF2B5EF4-FFF2-40B4-BE49-F238E27FC236}">
                <a16:creationId xmlns:a16="http://schemas.microsoft.com/office/drawing/2014/main" id="{04D4C9C0-1784-4DAD-A605-C2E805EA4B51}"/>
              </a:ext>
            </a:extLst>
          </p:cNvPr>
          <p:cNvGrpSpPr/>
          <p:nvPr/>
        </p:nvGrpSpPr>
        <p:grpSpPr>
          <a:xfrm>
            <a:off x="4036390" y="2680134"/>
            <a:ext cx="755998" cy="739797"/>
            <a:chOff x="4036390" y="2680134"/>
            <a:chExt cx="755998" cy="739797"/>
          </a:xfrm>
        </p:grpSpPr>
        <p:sp>
          <p:nvSpPr>
            <p:cNvPr id="138" name="Freeform 1456">
              <a:extLst>
                <a:ext uri="{FF2B5EF4-FFF2-40B4-BE49-F238E27FC236}">
                  <a16:creationId xmlns:a16="http://schemas.microsoft.com/office/drawing/2014/main" id="{E071B506-944C-49F4-93A1-A26894191F47}"/>
                </a:ext>
              </a:extLst>
            </p:cNvPr>
            <p:cNvSpPr>
              <a:spLocks/>
            </p:cNvSpPr>
            <p:nvPr/>
          </p:nvSpPr>
          <p:spPr bwMode="auto">
            <a:xfrm>
              <a:off x="4462989" y="2685536"/>
              <a:ext cx="32401" cy="26999"/>
            </a:xfrm>
            <a:custGeom>
              <a:avLst/>
              <a:gdLst>
                <a:gd name="T0" fmla="*/ 1 w 6"/>
                <a:gd name="T1" fmla="*/ 1 h 4"/>
                <a:gd name="T2" fmla="*/ 1 w 6"/>
                <a:gd name="T3" fmla="*/ 1 h 4"/>
                <a:gd name="T4" fmla="*/ 1 w 6"/>
                <a:gd name="T5" fmla="*/ 2 h 4"/>
                <a:gd name="T6" fmla="*/ 2 w 6"/>
                <a:gd name="T7" fmla="*/ 3 h 4"/>
                <a:gd name="T8" fmla="*/ 2 w 6"/>
                <a:gd name="T9" fmla="*/ 3 h 4"/>
                <a:gd name="T10" fmla="*/ 3 w 6"/>
                <a:gd name="T11" fmla="*/ 4 h 4"/>
                <a:gd name="T12" fmla="*/ 3 w 6"/>
                <a:gd name="T13" fmla="*/ 4 h 4"/>
                <a:gd name="T14" fmla="*/ 3 w 6"/>
                <a:gd name="T15" fmla="*/ 4 h 4"/>
                <a:gd name="T16" fmla="*/ 4 w 6"/>
                <a:gd name="T17" fmla="*/ 4 h 4"/>
                <a:gd name="T18" fmla="*/ 5 w 6"/>
                <a:gd name="T19" fmla="*/ 4 h 4"/>
                <a:gd name="T20" fmla="*/ 6 w 6"/>
                <a:gd name="T21" fmla="*/ 3 h 4"/>
                <a:gd name="T22" fmla="*/ 6 w 6"/>
                <a:gd name="T23" fmla="*/ 3 h 4"/>
                <a:gd name="T24" fmla="*/ 0 w 6"/>
                <a:gd name="T25" fmla="*/ 0 h 4"/>
                <a:gd name="T26" fmla="*/ 1 w 6"/>
                <a:gd name="T27" fmla="*/ 1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 h="4">
                  <a:moveTo>
                    <a:pt x="1" y="1"/>
                  </a:moveTo>
                  <a:cubicBezTo>
                    <a:pt x="1" y="1"/>
                    <a:pt x="1" y="1"/>
                    <a:pt x="1" y="1"/>
                  </a:cubicBezTo>
                  <a:cubicBezTo>
                    <a:pt x="1" y="2"/>
                    <a:pt x="1" y="2"/>
                    <a:pt x="1" y="2"/>
                  </a:cubicBezTo>
                  <a:cubicBezTo>
                    <a:pt x="2" y="3"/>
                    <a:pt x="2" y="3"/>
                    <a:pt x="2" y="3"/>
                  </a:cubicBezTo>
                  <a:cubicBezTo>
                    <a:pt x="2" y="3"/>
                    <a:pt x="2" y="3"/>
                    <a:pt x="2" y="3"/>
                  </a:cubicBezTo>
                  <a:cubicBezTo>
                    <a:pt x="2" y="4"/>
                    <a:pt x="2" y="4"/>
                    <a:pt x="3" y="4"/>
                  </a:cubicBezTo>
                  <a:cubicBezTo>
                    <a:pt x="3" y="4"/>
                    <a:pt x="3" y="4"/>
                    <a:pt x="3" y="4"/>
                  </a:cubicBezTo>
                  <a:cubicBezTo>
                    <a:pt x="3" y="4"/>
                    <a:pt x="3" y="4"/>
                    <a:pt x="3" y="4"/>
                  </a:cubicBezTo>
                  <a:cubicBezTo>
                    <a:pt x="3" y="4"/>
                    <a:pt x="4" y="4"/>
                    <a:pt x="4" y="4"/>
                  </a:cubicBezTo>
                  <a:cubicBezTo>
                    <a:pt x="5" y="4"/>
                    <a:pt x="5" y="4"/>
                    <a:pt x="5" y="4"/>
                  </a:cubicBezTo>
                  <a:cubicBezTo>
                    <a:pt x="5" y="3"/>
                    <a:pt x="6" y="3"/>
                    <a:pt x="6" y="3"/>
                  </a:cubicBezTo>
                  <a:cubicBezTo>
                    <a:pt x="6" y="3"/>
                    <a:pt x="6" y="3"/>
                    <a:pt x="6" y="3"/>
                  </a:cubicBezTo>
                  <a:cubicBezTo>
                    <a:pt x="4" y="1"/>
                    <a:pt x="2" y="0"/>
                    <a:pt x="0" y="0"/>
                  </a:cubicBezTo>
                  <a:cubicBezTo>
                    <a:pt x="0" y="0"/>
                    <a:pt x="0" y="1"/>
                    <a:pt x="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39" name="Freeform 1457">
              <a:extLst>
                <a:ext uri="{FF2B5EF4-FFF2-40B4-BE49-F238E27FC236}">
                  <a16:creationId xmlns:a16="http://schemas.microsoft.com/office/drawing/2014/main" id="{24BD1A93-21B3-4671-9CB7-3A24E8E8D49E}"/>
                </a:ext>
              </a:extLst>
            </p:cNvPr>
            <p:cNvSpPr>
              <a:spLocks/>
            </p:cNvSpPr>
            <p:nvPr/>
          </p:nvSpPr>
          <p:spPr bwMode="auto">
            <a:xfrm>
              <a:off x="4419789" y="2858336"/>
              <a:ext cx="97199" cy="59401"/>
            </a:xfrm>
            <a:custGeom>
              <a:avLst/>
              <a:gdLst>
                <a:gd name="T0" fmla="*/ 0 w 16"/>
                <a:gd name="T1" fmla="*/ 10 h 10"/>
                <a:gd name="T2" fmla="*/ 14 w 16"/>
                <a:gd name="T3" fmla="*/ 10 h 10"/>
                <a:gd name="T4" fmla="*/ 14 w 16"/>
                <a:gd name="T5" fmla="*/ 8 h 10"/>
                <a:gd name="T6" fmla="*/ 14 w 16"/>
                <a:gd name="T7" fmla="*/ 8 h 10"/>
                <a:gd name="T8" fmla="*/ 15 w 16"/>
                <a:gd name="T9" fmla="*/ 5 h 10"/>
                <a:gd name="T10" fmla="*/ 15 w 16"/>
                <a:gd name="T11" fmla="*/ 5 h 10"/>
                <a:gd name="T12" fmla="*/ 16 w 16"/>
                <a:gd name="T13" fmla="*/ 2 h 10"/>
                <a:gd name="T14" fmla="*/ 16 w 16"/>
                <a:gd name="T15" fmla="*/ 1 h 10"/>
                <a:gd name="T16" fmla="*/ 16 w 16"/>
                <a:gd name="T17" fmla="*/ 0 h 10"/>
                <a:gd name="T18" fmla="*/ 0 w 16"/>
                <a:gd name="T19" fmla="*/ 0 h 10"/>
                <a:gd name="T20" fmla="*/ 0 w 16"/>
                <a:gd name="T21" fmla="*/ 1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0">
                  <a:moveTo>
                    <a:pt x="0" y="10"/>
                  </a:moveTo>
                  <a:cubicBezTo>
                    <a:pt x="14" y="10"/>
                    <a:pt x="14" y="10"/>
                    <a:pt x="14" y="10"/>
                  </a:cubicBezTo>
                  <a:cubicBezTo>
                    <a:pt x="14" y="10"/>
                    <a:pt x="14" y="9"/>
                    <a:pt x="14" y="8"/>
                  </a:cubicBezTo>
                  <a:cubicBezTo>
                    <a:pt x="14" y="8"/>
                    <a:pt x="14" y="8"/>
                    <a:pt x="14" y="8"/>
                  </a:cubicBezTo>
                  <a:cubicBezTo>
                    <a:pt x="15" y="7"/>
                    <a:pt x="15" y="6"/>
                    <a:pt x="15" y="5"/>
                  </a:cubicBezTo>
                  <a:cubicBezTo>
                    <a:pt x="15" y="5"/>
                    <a:pt x="15" y="5"/>
                    <a:pt x="15" y="5"/>
                  </a:cubicBezTo>
                  <a:cubicBezTo>
                    <a:pt x="16" y="4"/>
                    <a:pt x="16" y="3"/>
                    <a:pt x="16" y="2"/>
                  </a:cubicBezTo>
                  <a:cubicBezTo>
                    <a:pt x="16" y="1"/>
                    <a:pt x="16" y="1"/>
                    <a:pt x="16" y="1"/>
                  </a:cubicBezTo>
                  <a:cubicBezTo>
                    <a:pt x="16" y="0"/>
                    <a:pt x="16" y="0"/>
                    <a:pt x="16" y="0"/>
                  </a:cubicBezTo>
                  <a:cubicBezTo>
                    <a:pt x="0" y="0"/>
                    <a:pt x="0" y="0"/>
                    <a:pt x="0" y="0"/>
                  </a:cubicBezTo>
                  <a:lnTo>
                    <a:pt x="0" y="1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0" name="Freeform 1458">
              <a:extLst>
                <a:ext uri="{FF2B5EF4-FFF2-40B4-BE49-F238E27FC236}">
                  <a16:creationId xmlns:a16="http://schemas.microsoft.com/office/drawing/2014/main" id="{2353FBEC-5375-4D35-86EA-AD2EC66B836F}"/>
                </a:ext>
              </a:extLst>
            </p:cNvPr>
            <p:cNvSpPr>
              <a:spLocks/>
            </p:cNvSpPr>
            <p:nvPr/>
          </p:nvSpPr>
          <p:spPr bwMode="auto">
            <a:xfrm>
              <a:off x="4419789" y="2928535"/>
              <a:ext cx="75601" cy="48602"/>
            </a:xfrm>
            <a:custGeom>
              <a:avLst/>
              <a:gdLst>
                <a:gd name="T0" fmla="*/ 0 w 13"/>
                <a:gd name="T1" fmla="*/ 7 h 8"/>
                <a:gd name="T2" fmla="*/ 1 w 13"/>
                <a:gd name="T3" fmla="*/ 7 h 8"/>
                <a:gd name="T4" fmla="*/ 2 w 13"/>
                <a:gd name="T5" fmla="*/ 7 h 8"/>
                <a:gd name="T6" fmla="*/ 4 w 13"/>
                <a:gd name="T7" fmla="*/ 7 h 8"/>
                <a:gd name="T8" fmla="*/ 4 w 13"/>
                <a:gd name="T9" fmla="*/ 7 h 8"/>
                <a:gd name="T10" fmla="*/ 6 w 13"/>
                <a:gd name="T11" fmla="*/ 8 h 8"/>
                <a:gd name="T12" fmla="*/ 7 w 13"/>
                <a:gd name="T13" fmla="*/ 8 h 8"/>
                <a:gd name="T14" fmla="*/ 9 w 13"/>
                <a:gd name="T15" fmla="*/ 8 h 8"/>
                <a:gd name="T16" fmla="*/ 10 w 13"/>
                <a:gd name="T17" fmla="*/ 7 h 8"/>
                <a:gd name="T18" fmla="*/ 10 w 13"/>
                <a:gd name="T19" fmla="*/ 6 h 8"/>
                <a:gd name="T20" fmla="*/ 11 w 13"/>
                <a:gd name="T21" fmla="*/ 4 h 8"/>
                <a:gd name="T22" fmla="*/ 11 w 13"/>
                <a:gd name="T23" fmla="*/ 4 h 8"/>
                <a:gd name="T24" fmla="*/ 12 w 13"/>
                <a:gd name="T25" fmla="*/ 2 h 8"/>
                <a:gd name="T26" fmla="*/ 13 w 13"/>
                <a:gd name="T27" fmla="*/ 1 h 8"/>
                <a:gd name="T28" fmla="*/ 13 w 13"/>
                <a:gd name="T29" fmla="*/ 0 h 8"/>
                <a:gd name="T30" fmla="*/ 0 w 13"/>
                <a:gd name="T31" fmla="*/ 0 h 8"/>
                <a:gd name="T32" fmla="*/ 0 w 13"/>
                <a:gd name="T33" fmla="*/ 7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3" h="8">
                  <a:moveTo>
                    <a:pt x="0" y="7"/>
                  </a:moveTo>
                  <a:cubicBezTo>
                    <a:pt x="1" y="7"/>
                    <a:pt x="1" y="7"/>
                    <a:pt x="1" y="7"/>
                  </a:cubicBezTo>
                  <a:cubicBezTo>
                    <a:pt x="2" y="7"/>
                    <a:pt x="2" y="7"/>
                    <a:pt x="2" y="7"/>
                  </a:cubicBezTo>
                  <a:cubicBezTo>
                    <a:pt x="2" y="7"/>
                    <a:pt x="3" y="7"/>
                    <a:pt x="4" y="7"/>
                  </a:cubicBezTo>
                  <a:cubicBezTo>
                    <a:pt x="4" y="7"/>
                    <a:pt x="4" y="7"/>
                    <a:pt x="4" y="7"/>
                  </a:cubicBezTo>
                  <a:cubicBezTo>
                    <a:pt x="5" y="8"/>
                    <a:pt x="6" y="8"/>
                    <a:pt x="6" y="8"/>
                  </a:cubicBezTo>
                  <a:cubicBezTo>
                    <a:pt x="7" y="8"/>
                    <a:pt x="7" y="8"/>
                    <a:pt x="7" y="8"/>
                  </a:cubicBezTo>
                  <a:cubicBezTo>
                    <a:pt x="7" y="8"/>
                    <a:pt x="8" y="8"/>
                    <a:pt x="9" y="8"/>
                  </a:cubicBezTo>
                  <a:cubicBezTo>
                    <a:pt x="9" y="8"/>
                    <a:pt x="9" y="7"/>
                    <a:pt x="10" y="7"/>
                  </a:cubicBezTo>
                  <a:cubicBezTo>
                    <a:pt x="10" y="6"/>
                    <a:pt x="10" y="6"/>
                    <a:pt x="10" y="6"/>
                  </a:cubicBezTo>
                  <a:cubicBezTo>
                    <a:pt x="10" y="6"/>
                    <a:pt x="11" y="5"/>
                    <a:pt x="11" y="4"/>
                  </a:cubicBezTo>
                  <a:cubicBezTo>
                    <a:pt x="11" y="4"/>
                    <a:pt x="11" y="4"/>
                    <a:pt x="11" y="4"/>
                  </a:cubicBezTo>
                  <a:cubicBezTo>
                    <a:pt x="12" y="3"/>
                    <a:pt x="12" y="2"/>
                    <a:pt x="12" y="2"/>
                  </a:cubicBezTo>
                  <a:cubicBezTo>
                    <a:pt x="13" y="1"/>
                    <a:pt x="13" y="1"/>
                    <a:pt x="13" y="1"/>
                  </a:cubicBezTo>
                  <a:cubicBezTo>
                    <a:pt x="13" y="0"/>
                    <a:pt x="13" y="0"/>
                    <a:pt x="13" y="0"/>
                  </a:cubicBezTo>
                  <a:cubicBezTo>
                    <a:pt x="0" y="0"/>
                    <a:pt x="0" y="0"/>
                    <a:pt x="0" y="0"/>
                  </a:cubicBezTo>
                  <a:lnTo>
                    <a:pt x="0" y="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1" name="Freeform 1459">
              <a:extLst>
                <a:ext uri="{FF2B5EF4-FFF2-40B4-BE49-F238E27FC236}">
                  <a16:creationId xmlns:a16="http://schemas.microsoft.com/office/drawing/2014/main" id="{61075BA7-491A-4E05-8455-B44A43D8AB66}"/>
                </a:ext>
              </a:extLst>
            </p:cNvPr>
            <p:cNvSpPr>
              <a:spLocks/>
            </p:cNvSpPr>
            <p:nvPr/>
          </p:nvSpPr>
          <p:spPr bwMode="auto">
            <a:xfrm>
              <a:off x="4516992" y="2788132"/>
              <a:ext cx="70199" cy="64802"/>
            </a:xfrm>
            <a:custGeom>
              <a:avLst/>
              <a:gdLst>
                <a:gd name="T0" fmla="*/ 0 w 12"/>
                <a:gd name="T1" fmla="*/ 0 h 11"/>
                <a:gd name="T2" fmla="*/ 0 w 12"/>
                <a:gd name="T3" fmla="*/ 0 h 11"/>
                <a:gd name="T4" fmla="*/ 0 w 12"/>
                <a:gd name="T5" fmla="*/ 0 h 11"/>
                <a:gd name="T6" fmla="*/ 1 w 12"/>
                <a:gd name="T7" fmla="*/ 3 h 11"/>
                <a:gd name="T8" fmla="*/ 1 w 12"/>
                <a:gd name="T9" fmla="*/ 3 h 11"/>
                <a:gd name="T10" fmla="*/ 1 w 12"/>
                <a:gd name="T11" fmla="*/ 5 h 11"/>
                <a:gd name="T12" fmla="*/ 1 w 12"/>
                <a:gd name="T13" fmla="*/ 6 h 11"/>
                <a:gd name="T14" fmla="*/ 2 w 12"/>
                <a:gd name="T15" fmla="*/ 8 h 11"/>
                <a:gd name="T16" fmla="*/ 2 w 12"/>
                <a:gd name="T17" fmla="*/ 8 h 11"/>
                <a:gd name="T18" fmla="*/ 2 w 12"/>
                <a:gd name="T19" fmla="*/ 11 h 11"/>
                <a:gd name="T20" fmla="*/ 2 w 12"/>
                <a:gd name="T21" fmla="*/ 11 h 11"/>
                <a:gd name="T22" fmla="*/ 12 w 12"/>
                <a:gd name="T23" fmla="*/ 11 h 11"/>
                <a:gd name="T24" fmla="*/ 10 w 12"/>
                <a:gd name="T25" fmla="*/ 0 h 11"/>
                <a:gd name="T26" fmla="*/ 0 w 12"/>
                <a:gd name="T27"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 h="11">
                  <a:moveTo>
                    <a:pt x="0" y="0"/>
                  </a:moveTo>
                  <a:cubicBezTo>
                    <a:pt x="0" y="0"/>
                    <a:pt x="0" y="0"/>
                    <a:pt x="0" y="0"/>
                  </a:cubicBezTo>
                  <a:cubicBezTo>
                    <a:pt x="0" y="0"/>
                    <a:pt x="0" y="0"/>
                    <a:pt x="0" y="0"/>
                  </a:cubicBezTo>
                  <a:cubicBezTo>
                    <a:pt x="0" y="1"/>
                    <a:pt x="0" y="2"/>
                    <a:pt x="1" y="3"/>
                  </a:cubicBezTo>
                  <a:cubicBezTo>
                    <a:pt x="1" y="3"/>
                    <a:pt x="1" y="3"/>
                    <a:pt x="1" y="3"/>
                  </a:cubicBezTo>
                  <a:cubicBezTo>
                    <a:pt x="1" y="4"/>
                    <a:pt x="1" y="5"/>
                    <a:pt x="1" y="5"/>
                  </a:cubicBezTo>
                  <a:cubicBezTo>
                    <a:pt x="1" y="6"/>
                    <a:pt x="1" y="6"/>
                    <a:pt x="1" y="6"/>
                  </a:cubicBezTo>
                  <a:cubicBezTo>
                    <a:pt x="2" y="6"/>
                    <a:pt x="2" y="7"/>
                    <a:pt x="2" y="8"/>
                  </a:cubicBezTo>
                  <a:cubicBezTo>
                    <a:pt x="2" y="8"/>
                    <a:pt x="2" y="8"/>
                    <a:pt x="2" y="8"/>
                  </a:cubicBezTo>
                  <a:cubicBezTo>
                    <a:pt x="2" y="9"/>
                    <a:pt x="2" y="10"/>
                    <a:pt x="2" y="11"/>
                  </a:cubicBezTo>
                  <a:cubicBezTo>
                    <a:pt x="2" y="11"/>
                    <a:pt x="2" y="11"/>
                    <a:pt x="2" y="11"/>
                  </a:cubicBezTo>
                  <a:cubicBezTo>
                    <a:pt x="12" y="11"/>
                    <a:pt x="12" y="11"/>
                    <a:pt x="12" y="11"/>
                  </a:cubicBezTo>
                  <a:cubicBezTo>
                    <a:pt x="12" y="7"/>
                    <a:pt x="11" y="3"/>
                    <a:pt x="10" y="0"/>
                  </a:cubicBez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2" name="Freeform 1460">
              <a:extLst>
                <a:ext uri="{FF2B5EF4-FFF2-40B4-BE49-F238E27FC236}">
                  <a16:creationId xmlns:a16="http://schemas.microsoft.com/office/drawing/2014/main" id="{202463E3-A519-428F-9BFA-EE6010D7D1E9}"/>
                </a:ext>
              </a:extLst>
            </p:cNvPr>
            <p:cNvSpPr>
              <a:spLocks/>
            </p:cNvSpPr>
            <p:nvPr/>
          </p:nvSpPr>
          <p:spPr bwMode="auto">
            <a:xfrm>
              <a:off x="4484591" y="2712535"/>
              <a:ext cx="80998" cy="64802"/>
            </a:xfrm>
            <a:custGeom>
              <a:avLst/>
              <a:gdLst>
                <a:gd name="T0" fmla="*/ 4 w 14"/>
                <a:gd name="T1" fmla="*/ 0 h 11"/>
                <a:gd name="T2" fmla="*/ 4 w 14"/>
                <a:gd name="T3" fmla="*/ 0 h 11"/>
                <a:gd name="T4" fmla="*/ 2 w 14"/>
                <a:gd name="T5" fmla="*/ 1 h 11"/>
                <a:gd name="T6" fmla="*/ 2 w 14"/>
                <a:gd name="T7" fmla="*/ 1 h 11"/>
                <a:gd name="T8" fmla="*/ 0 w 14"/>
                <a:gd name="T9" fmla="*/ 2 h 11"/>
                <a:gd name="T10" fmla="*/ 0 w 14"/>
                <a:gd name="T11" fmla="*/ 2 h 11"/>
                <a:gd name="T12" fmla="*/ 0 w 14"/>
                <a:gd name="T13" fmla="*/ 2 h 11"/>
                <a:gd name="T14" fmla="*/ 0 w 14"/>
                <a:gd name="T15" fmla="*/ 2 h 11"/>
                <a:gd name="T16" fmla="*/ 0 w 14"/>
                <a:gd name="T17" fmla="*/ 3 h 11"/>
                <a:gd name="T18" fmla="*/ 1 w 14"/>
                <a:gd name="T19" fmla="*/ 4 h 11"/>
                <a:gd name="T20" fmla="*/ 2 w 14"/>
                <a:gd name="T21" fmla="*/ 6 h 11"/>
                <a:gd name="T22" fmla="*/ 2 w 14"/>
                <a:gd name="T23" fmla="*/ 6 h 11"/>
                <a:gd name="T24" fmla="*/ 3 w 14"/>
                <a:gd name="T25" fmla="*/ 9 h 11"/>
                <a:gd name="T26" fmla="*/ 4 w 14"/>
                <a:gd name="T27" fmla="*/ 10 h 11"/>
                <a:gd name="T28" fmla="*/ 4 w 14"/>
                <a:gd name="T29" fmla="*/ 11 h 11"/>
                <a:gd name="T30" fmla="*/ 4 w 14"/>
                <a:gd name="T31" fmla="*/ 11 h 11"/>
                <a:gd name="T32" fmla="*/ 14 w 14"/>
                <a:gd name="T33" fmla="*/ 11 h 11"/>
                <a:gd name="T34" fmla="*/ 4 w 14"/>
                <a:gd name="T35"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 h="11">
                  <a:moveTo>
                    <a:pt x="4" y="0"/>
                  </a:moveTo>
                  <a:cubicBezTo>
                    <a:pt x="4" y="0"/>
                    <a:pt x="4" y="0"/>
                    <a:pt x="4" y="0"/>
                  </a:cubicBezTo>
                  <a:cubicBezTo>
                    <a:pt x="3" y="0"/>
                    <a:pt x="3" y="1"/>
                    <a:pt x="2" y="1"/>
                  </a:cubicBezTo>
                  <a:cubicBezTo>
                    <a:pt x="2" y="1"/>
                    <a:pt x="2" y="1"/>
                    <a:pt x="2" y="1"/>
                  </a:cubicBezTo>
                  <a:cubicBezTo>
                    <a:pt x="1" y="1"/>
                    <a:pt x="0" y="2"/>
                    <a:pt x="0" y="2"/>
                  </a:cubicBezTo>
                  <a:cubicBezTo>
                    <a:pt x="0" y="2"/>
                    <a:pt x="0" y="2"/>
                    <a:pt x="0" y="2"/>
                  </a:cubicBezTo>
                  <a:cubicBezTo>
                    <a:pt x="0" y="2"/>
                    <a:pt x="0" y="2"/>
                    <a:pt x="0" y="2"/>
                  </a:cubicBezTo>
                  <a:cubicBezTo>
                    <a:pt x="0" y="2"/>
                    <a:pt x="0" y="2"/>
                    <a:pt x="0" y="2"/>
                  </a:cubicBezTo>
                  <a:cubicBezTo>
                    <a:pt x="0" y="3"/>
                    <a:pt x="0" y="3"/>
                    <a:pt x="0" y="3"/>
                  </a:cubicBezTo>
                  <a:cubicBezTo>
                    <a:pt x="0" y="3"/>
                    <a:pt x="1" y="4"/>
                    <a:pt x="1" y="4"/>
                  </a:cubicBezTo>
                  <a:cubicBezTo>
                    <a:pt x="1" y="5"/>
                    <a:pt x="1" y="5"/>
                    <a:pt x="2" y="6"/>
                  </a:cubicBezTo>
                  <a:cubicBezTo>
                    <a:pt x="2" y="6"/>
                    <a:pt x="2" y="6"/>
                    <a:pt x="2" y="6"/>
                  </a:cubicBezTo>
                  <a:cubicBezTo>
                    <a:pt x="3" y="7"/>
                    <a:pt x="3" y="8"/>
                    <a:pt x="3" y="9"/>
                  </a:cubicBezTo>
                  <a:cubicBezTo>
                    <a:pt x="4" y="10"/>
                    <a:pt x="4" y="10"/>
                    <a:pt x="4" y="10"/>
                  </a:cubicBezTo>
                  <a:cubicBezTo>
                    <a:pt x="4" y="10"/>
                    <a:pt x="4" y="11"/>
                    <a:pt x="4" y="11"/>
                  </a:cubicBezTo>
                  <a:cubicBezTo>
                    <a:pt x="4" y="11"/>
                    <a:pt x="4" y="11"/>
                    <a:pt x="4" y="11"/>
                  </a:cubicBezTo>
                  <a:cubicBezTo>
                    <a:pt x="14" y="11"/>
                    <a:pt x="14" y="11"/>
                    <a:pt x="14" y="11"/>
                  </a:cubicBezTo>
                  <a:cubicBezTo>
                    <a:pt x="12" y="7"/>
                    <a:pt x="8" y="3"/>
                    <a:pt x="4"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3" name="Freeform 1461">
              <a:extLst>
                <a:ext uri="{FF2B5EF4-FFF2-40B4-BE49-F238E27FC236}">
                  <a16:creationId xmlns:a16="http://schemas.microsoft.com/office/drawing/2014/main" id="{122073F5-6AF6-45EA-87F8-30C1E5162171}"/>
                </a:ext>
              </a:extLst>
            </p:cNvPr>
            <p:cNvSpPr>
              <a:spLocks/>
            </p:cNvSpPr>
            <p:nvPr/>
          </p:nvSpPr>
          <p:spPr bwMode="auto">
            <a:xfrm>
              <a:off x="4484591" y="2717932"/>
              <a:ext cx="10799"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cubicBezTo>
                    <a:pt x="0" y="1"/>
                    <a:pt x="1" y="0"/>
                    <a:pt x="2" y="0"/>
                  </a:cubicBezTo>
                  <a:cubicBezTo>
                    <a:pt x="1" y="0"/>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4" name="Freeform 1462">
              <a:extLst>
                <a:ext uri="{FF2B5EF4-FFF2-40B4-BE49-F238E27FC236}">
                  <a16:creationId xmlns:a16="http://schemas.microsoft.com/office/drawing/2014/main" id="{4AFBF05C-8415-4285-8DD8-AB00E17161D9}"/>
                </a:ext>
              </a:extLst>
            </p:cNvPr>
            <p:cNvSpPr>
              <a:spLocks/>
            </p:cNvSpPr>
            <p:nvPr/>
          </p:nvSpPr>
          <p:spPr bwMode="auto">
            <a:xfrm>
              <a:off x="4495390" y="2712535"/>
              <a:ext cx="16201"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cubicBezTo>
                    <a:pt x="1" y="1"/>
                    <a:pt x="1" y="0"/>
                    <a:pt x="2" y="0"/>
                  </a:cubicBezTo>
                  <a:cubicBezTo>
                    <a:pt x="1" y="0"/>
                    <a:pt x="1"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5" name="Freeform 1463">
              <a:extLst>
                <a:ext uri="{FF2B5EF4-FFF2-40B4-BE49-F238E27FC236}">
                  <a16:creationId xmlns:a16="http://schemas.microsoft.com/office/drawing/2014/main" id="{B013E812-3220-46DD-9D73-F4A935F5567C}"/>
                </a:ext>
              </a:extLst>
            </p:cNvPr>
            <p:cNvSpPr>
              <a:spLocks/>
            </p:cNvSpPr>
            <p:nvPr/>
          </p:nvSpPr>
          <p:spPr bwMode="auto">
            <a:xfrm>
              <a:off x="4419789" y="2680134"/>
              <a:ext cx="48602" cy="43200"/>
            </a:xfrm>
            <a:custGeom>
              <a:avLst/>
              <a:gdLst>
                <a:gd name="T0" fmla="*/ 8 w 8"/>
                <a:gd name="T1" fmla="*/ 5 h 7"/>
                <a:gd name="T2" fmla="*/ 7 w 8"/>
                <a:gd name="T3" fmla="*/ 5 h 7"/>
                <a:gd name="T4" fmla="*/ 7 w 8"/>
                <a:gd name="T5" fmla="*/ 4 h 7"/>
                <a:gd name="T6" fmla="*/ 7 w 8"/>
                <a:gd name="T7" fmla="*/ 4 h 7"/>
                <a:gd name="T8" fmla="*/ 6 w 8"/>
                <a:gd name="T9" fmla="*/ 3 h 7"/>
                <a:gd name="T10" fmla="*/ 6 w 8"/>
                <a:gd name="T11" fmla="*/ 3 h 7"/>
                <a:gd name="T12" fmla="*/ 4 w 8"/>
                <a:gd name="T13" fmla="*/ 0 h 7"/>
                <a:gd name="T14" fmla="*/ 0 w 8"/>
                <a:gd name="T15" fmla="*/ 0 h 7"/>
                <a:gd name="T16" fmla="*/ 0 w 8"/>
                <a:gd name="T17" fmla="*/ 7 h 7"/>
                <a:gd name="T18" fmla="*/ 1 w 8"/>
                <a:gd name="T19" fmla="*/ 7 h 7"/>
                <a:gd name="T20" fmla="*/ 1 w 8"/>
                <a:gd name="T21" fmla="*/ 7 h 7"/>
                <a:gd name="T22" fmla="*/ 4 w 8"/>
                <a:gd name="T23" fmla="*/ 7 h 7"/>
                <a:gd name="T24" fmla="*/ 4 w 8"/>
                <a:gd name="T25" fmla="*/ 7 h 7"/>
                <a:gd name="T26" fmla="*/ 6 w 8"/>
                <a:gd name="T27" fmla="*/ 6 h 7"/>
                <a:gd name="T28" fmla="*/ 7 w 8"/>
                <a:gd name="T29" fmla="*/ 6 h 7"/>
                <a:gd name="T30" fmla="*/ 8 w 8"/>
                <a:gd name="T31" fmla="*/ 6 h 7"/>
                <a:gd name="T32" fmla="*/ 8 w 8"/>
                <a:gd name="T33" fmla="*/ 6 h 7"/>
                <a:gd name="T34" fmla="*/ 8 w 8"/>
                <a:gd name="T35" fmla="*/ 5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 h="7">
                  <a:moveTo>
                    <a:pt x="8" y="5"/>
                  </a:moveTo>
                  <a:cubicBezTo>
                    <a:pt x="7" y="5"/>
                    <a:pt x="7" y="5"/>
                    <a:pt x="7" y="5"/>
                  </a:cubicBezTo>
                  <a:cubicBezTo>
                    <a:pt x="7" y="4"/>
                    <a:pt x="7" y="4"/>
                    <a:pt x="7" y="4"/>
                  </a:cubicBezTo>
                  <a:cubicBezTo>
                    <a:pt x="7" y="4"/>
                    <a:pt x="7" y="4"/>
                    <a:pt x="7" y="4"/>
                  </a:cubicBezTo>
                  <a:cubicBezTo>
                    <a:pt x="6" y="3"/>
                    <a:pt x="6" y="3"/>
                    <a:pt x="6" y="3"/>
                  </a:cubicBezTo>
                  <a:cubicBezTo>
                    <a:pt x="6" y="3"/>
                    <a:pt x="6" y="3"/>
                    <a:pt x="6" y="3"/>
                  </a:cubicBezTo>
                  <a:cubicBezTo>
                    <a:pt x="5" y="2"/>
                    <a:pt x="4" y="1"/>
                    <a:pt x="4" y="0"/>
                  </a:cubicBezTo>
                  <a:cubicBezTo>
                    <a:pt x="2" y="0"/>
                    <a:pt x="1" y="0"/>
                    <a:pt x="0" y="0"/>
                  </a:cubicBezTo>
                  <a:cubicBezTo>
                    <a:pt x="0" y="7"/>
                    <a:pt x="0" y="7"/>
                    <a:pt x="0" y="7"/>
                  </a:cubicBezTo>
                  <a:cubicBezTo>
                    <a:pt x="1" y="7"/>
                    <a:pt x="1" y="7"/>
                    <a:pt x="1" y="7"/>
                  </a:cubicBezTo>
                  <a:cubicBezTo>
                    <a:pt x="1" y="7"/>
                    <a:pt x="1" y="7"/>
                    <a:pt x="1" y="7"/>
                  </a:cubicBezTo>
                  <a:cubicBezTo>
                    <a:pt x="2" y="7"/>
                    <a:pt x="3" y="7"/>
                    <a:pt x="4" y="7"/>
                  </a:cubicBezTo>
                  <a:cubicBezTo>
                    <a:pt x="4" y="7"/>
                    <a:pt x="4" y="7"/>
                    <a:pt x="4" y="7"/>
                  </a:cubicBezTo>
                  <a:cubicBezTo>
                    <a:pt x="5" y="7"/>
                    <a:pt x="5" y="7"/>
                    <a:pt x="6" y="6"/>
                  </a:cubicBezTo>
                  <a:cubicBezTo>
                    <a:pt x="7" y="6"/>
                    <a:pt x="7" y="6"/>
                    <a:pt x="7" y="6"/>
                  </a:cubicBezTo>
                  <a:cubicBezTo>
                    <a:pt x="8" y="6"/>
                    <a:pt x="8" y="6"/>
                    <a:pt x="8" y="6"/>
                  </a:cubicBezTo>
                  <a:cubicBezTo>
                    <a:pt x="8" y="6"/>
                    <a:pt x="8" y="6"/>
                    <a:pt x="8" y="6"/>
                  </a:cubicBezTo>
                  <a:lnTo>
                    <a:pt x="8" y="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6" name="Freeform 1464">
              <a:extLst>
                <a:ext uri="{FF2B5EF4-FFF2-40B4-BE49-F238E27FC236}">
                  <a16:creationId xmlns:a16="http://schemas.microsoft.com/office/drawing/2014/main" id="{87E5BCD1-12C1-423D-9058-E2451F7C2322}"/>
                </a:ext>
              </a:extLst>
            </p:cNvPr>
            <p:cNvSpPr>
              <a:spLocks/>
            </p:cNvSpPr>
            <p:nvPr/>
          </p:nvSpPr>
          <p:spPr bwMode="auto">
            <a:xfrm>
              <a:off x="4462989" y="2712535"/>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7" name="Rectangle 1465">
              <a:extLst>
                <a:ext uri="{FF2B5EF4-FFF2-40B4-BE49-F238E27FC236}">
                  <a16:creationId xmlns:a16="http://schemas.microsoft.com/office/drawing/2014/main" id="{155CA15E-4908-4C1F-B5DA-925E5C90F94B}"/>
                </a:ext>
              </a:extLst>
            </p:cNvPr>
            <p:cNvSpPr>
              <a:spLocks noChangeArrowheads="1"/>
            </p:cNvSpPr>
            <p:nvPr/>
          </p:nvSpPr>
          <p:spPr bwMode="auto">
            <a:xfrm>
              <a:off x="4468390" y="2717932"/>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8" name="Freeform 1466">
              <a:extLst>
                <a:ext uri="{FF2B5EF4-FFF2-40B4-BE49-F238E27FC236}">
                  <a16:creationId xmlns:a16="http://schemas.microsoft.com/office/drawing/2014/main" id="{021786B2-E67E-4F65-93F3-FD45C5F86C47}"/>
                </a:ext>
              </a:extLst>
            </p:cNvPr>
            <p:cNvSpPr>
              <a:spLocks/>
            </p:cNvSpPr>
            <p:nvPr/>
          </p:nvSpPr>
          <p:spPr bwMode="auto">
            <a:xfrm>
              <a:off x="4462989" y="27071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49" name="Freeform 1467">
              <a:extLst>
                <a:ext uri="{FF2B5EF4-FFF2-40B4-BE49-F238E27FC236}">
                  <a16:creationId xmlns:a16="http://schemas.microsoft.com/office/drawing/2014/main" id="{27B288F8-2FBF-4E4D-963F-3F474786E04C}"/>
                </a:ext>
              </a:extLst>
            </p:cNvPr>
            <p:cNvSpPr>
              <a:spLocks/>
            </p:cNvSpPr>
            <p:nvPr/>
          </p:nvSpPr>
          <p:spPr bwMode="auto">
            <a:xfrm>
              <a:off x="4457591" y="27017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0" name="Freeform 1468">
              <a:extLst>
                <a:ext uri="{FF2B5EF4-FFF2-40B4-BE49-F238E27FC236}">
                  <a16:creationId xmlns:a16="http://schemas.microsoft.com/office/drawing/2014/main" id="{4F17B2FD-4EF3-4454-8BDC-6B0D8869548C}"/>
                </a:ext>
              </a:extLst>
            </p:cNvPr>
            <p:cNvSpPr>
              <a:spLocks/>
            </p:cNvSpPr>
            <p:nvPr/>
          </p:nvSpPr>
          <p:spPr bwMode="auto">
            <a:xfrm>
              <a:off x="4327991" y="2723334"/>
              <a:ext cx="80998" cy="53999"/>
            </a:xfrm>
            <a:custGeom>
              <a:avLst/>
              <a:gdLst>
                <a:gd name="T0" fmla="*/ 12 w 14"/>
                <a:gd name="T1" fmla="*/ 2 h 9"/>
                <a:gd name="T2" fmla="*/ 9 w 14"/>
                <a:gd name="T3" fmla="*/ 2 h 9"/>
                <a:gd name="T4" fmla="*/ 9 w 14"/>
                <a:gd name="T5" fmla="*/ 2 h 9"/>
                <a:gd name="T6" fmla="*/ 6 w 14"/>
                <a:gd name="T7" fmla="*/ 1 h 9"/>
                <a:gd name="T8" fmla="*/ 5 w 14"/>
                <a:gd name="T9" fmla="*/ 1 h 9"/>
                <a:gd name="T10" fmla="*/ 4 w 14"/>
                <a:gd name="T11" fmla="*/ 0 h 9"/>
                <a:gd name="T12" fmla="*/ 3 w 14"/>
                <a:gd name="T13" fmla="*/ 2 h 9"/>
                <a:gd name="T14" fmla="*/ 3 w 14"/>
                <a:gd name="T15" fmla="*/ 2 h 9"/>
                <a:gd name="T16" fmla="*/ 2 w 14"/>
                <a:gd name="T17" fmla="*/ 5 h 9"/>
                <a:gd name="T18" fmla="*/ 1 w 14"/>
                <a:gd name="T19" fmla="*/ 6 h 9"/>
                <a:gd name="T20" fmla="*/ 1 w 14"/>
                <a:gd name="T21" fmla="*/ 7 h 9"/>
                <a:gd name="T22" fmla="*/ 0 w 14"/>
                <a:gd name="T23" fmla="*/ 8 h 9"/>
                <a:gd name="T24" fmla="*/ 0 w 14"/>
                <a:gd name="T25" fmla="*/ 9 h 9"/>
                <a:gd name="T26" fmla="*/ 14 w 14"/>
                <a:gd name="T27" fmla="*/ 9 h 9"/>
                <a:gd name="T28" fmla="*/ 14 w 14"/>
                <a:gd name="T29" fmla="*/ 2 h 9"/>
                <a:gd name="T30" fmla="*/ 14 w 14"/>
                <a:gd name="T31" fmla="*/ 2 h 9"/>
                <a:gd name="T32" fmla="*/ 13 w 14"/>
                <a:gd name="T33" fmla="*/ 2 h 9"/>
                <a:gd name="T34" fmla="*/ 12 w 14"/>
                <a:gd name="T35" fmla="*/ 2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 h="9">
                  <a:moveTo>
                    <a:pt x="12" y="2"/>
                  </a:moveTo>
                  <a:cubicBezTo>
                    <a:pt x="11" y="2"/>
                    <a:pt x="10" y="2"/>
                    <a:pt x="9" y="2"/>
                  </a:cubicBezTo>
                  <a:cubicBezTo>
                    <a:pt x="9" y="2"/>
                    <a:pt x="9" y="2"/>
                    <a:pt x="9" y="2"/>
                  </a:cubicBezTo>
                  <a:cubicBezTo>
                    <a:pt x="8" y="2"/>
                    <a:pt x="7" y="1"/>
                    <a:pt x="6" y="1"/>
                  </a:cubicBezTo>
                  <a:cubicBezTo>
                    <a:pt x="5" y="1"/>
                    <a:pt x="5" y="1"/>
                    <a:pt x="5" y="1"/>
                  </a:cubicBezTo>
                  <a:cubicBezTo>
                    <a:pt x="5" y="1"/>
                    <a:pt x="5" y="1"/>
                    <a:pt x="4" y="0"/>
                  </a:cubicBezTo>
                  <a:cubicBezTo>
                    <a:pt x="4" y="1"/>
                    <a:pt x="3" y="1"/>
                    <a:pt x="3" y="2"/>
                  </a:cubicBezTo>
                  <a:cubicBezTo>
                    <a:pt x="3" y="2"/>
                    <a:pt x="3" y="2"/>
                    <a:pt x="3" y="2"/>
                  </a:cubicBezTo>
                  <a:cubicBezTo>
                    <a:pt x="2" y="3"/>
                    <a:pt x="2" y="4"/>
                    <a:pt x="2" y="5"/>
                  </a:cubicBezTo>
                  <a:cubicBezTo>
                    <a:pt x="1" y="6"/>
                    <a:pt x="1" y="6"/>
                    <a:pt x="1" y="6"/>
                  </a:cubicBezTo>
                  <a:cubicBezTo>
                    <a:pt x="1" y="6"/>
                    <a:pt x="1" y="7"/>
                    <a:pt x="1" y="7"/>
                  </a:cubicBezTo>
                  <a:cubicBezTo>
                    <a:pt x="0" y="8"/>
                    <a:pt x="0" y="8"/>
                    <a:pt x="0" y="8"/>
                  </a:cubicBezTo>
                  <a:cubicBezTo>
                    <a:pt x="0" y="9"/>
                    <a:pt x="0" y="9"/>
                    <a:pt x="0" y="9"/>
                  </a:cubicBezTo>
                  <a:cubicBezTo>
                    <a:pt x="14" y="9"/>
                    <a:pt x="14" y="9"/>
                    <a:pt x="14" y="9"/>
                  </a:cubicBezTo>
                  <a:cubicBezTo>
                    <a:pt x="14" y="2"/>
                    <a:pt x="14" y="2"/>
                    <a:pt x="14" y="2"/>
                  </a:cubicBezTo>
                  <a:cubicBezTo>
                    <a:pt x="14" y="2"/>
                    <a:pt x="14" y="2"/>
                    <a:pt x="14" y="2"/>
                  </a:cubicBezTo>
                  <a:cubicBezTo>
                    <a:pt x="14" y="2"/>
                    <a:pt x="13" y="2"/>
                    <a:pt x="13" y="2"/>
                  </a:cubicBezTo>
                  <a:cubicBezTo>
                    <a:pt x="12" y="2"/>
                    <a:pt x="12" y="2"/>
                    <a:pt x="12"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1" name="Freeform 1469">
              <a:extLst>
                <a:ext uri="{FF2B5EF4-FFF2-40B4-BE49-F238E27FC236}">
                  <a16:creationId xmlns:a16="http://schemas.microsoft.com/office/drawing/2014/main" id="{A9550D3F-50C1-43F1-864B-3B608412C352}"/>
                </a:ext>
              </a:extLst>
            </p:cNvPr>
            <p:cNvSpPr>
              <a:spLocks/>
            </p:cNvSpPr>
            <p:nvPr/>
          </p:nvSpPr>
          <p:spPr bwMode="auto">
            <a:xfrm>
              <a:off x="4327991" y="2928535"/>
              <a:ext cx="80998" cy="48602"/>
            </a:xfrm>
            <a:custGeom>
              <a:avLst/>
              <a:gdLst>
                <a:gd name="T0" fmla="*/ 0 w 14"/>
                <a:gd name="T1" fmla="*/ 1 h 8"/>
                <a:gd name="T2" fmla="*/ 1 w 14"/>
                <a:gd name="T3" fmla="*/ 2 h 8"/>
                <a:gd name="T4" fmla="*/ 1 w 14"/>
                <a:gd name="T5" fmla="*/ 3 h 8"/>
                <a:gd name="T6" fmla="*/ 2 w 14"/>
                <a:gd name="T7" fmla="*/ 4 h 8"/>
                <a:gd name="T8" fmla="*/ 3 w 14"/>
                <a:gd name="T9" fmla="*/ 6 h 8"/>
                <a:gd name="T10" fmla="*/ 3 w 14"/>
                <a:gd name="T11" fmla="*/ 7 h 8"/>
                <a:gd name="T12" fmla="*/ 4 w 14"/>
                <a:gd name="T13" fmla="*/ 8 h 8"/>
                <a:gd name="T14" fmla="*/ 5 w 14"/>
                <a:gd name="T15" fmla="*/ 8 h 8"/>
                <a:gd name="T16" fmla="*/ 6 w 14"/>
                <a:gd name="T17" fmla="*/ 8 h 8"/>
                <a:gd name="T18" fmla="*/ 8 w 14"/>
                <a:gd name="T19" fmla="*/ 7 h 8"/>
                <a:gd name="T20" fmla="*/ 9 w 14"/>
                <a:gd name="T21" fmla="*/ 7 h 8"/>
                <a:gd name="T22" fmla="*/ 11 w 14"/>
                <a:gd name="T23" fmla="*/ 7 h 8"/>
                <a:gd name="T24" fmla="*/ 13 w 14"/>
                <a:gd name="T25" fmla="*/ 7 h 8"/>
                <a:gd name="T26" fmla="*/ 14 w 14"/>
                <a:gd name="T27" fmla="*/ 7 h 8"/>
                <a:gd name="T28" fmla="*/ 14 w 14"/>
                <a:gd name="T29" fmla="*/ 0 h 8"/>
                <a:gd name="T30" fmla="*/ 0 w 14"/>
                <a:gd name="T31" fmla="*/ 0 h 8"/>
                <a:gd name="T32" fmla="*/ 0 w 14"/>
                <a:gd name="T33" fmla="*/ 1 h 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8">
                  <a:moveTo>
                    <a:pt x="0" y="1"/>
                  </a:moveTo>
                  <a:cubicBezTo>
                    <a:pt x="1" y="2"/>
                    <a:pt x="1" y="2"/>
                    <a:pt x="1" y="2"/>
                  </a:cubicBezTo>
                  <a:cubicBezTo>
                    <a:pt x="1" y="2"/>
                    <a:pt x="1" y="3"/>
                    <a:pt x="1" y="3"/>
                  </a:cubicBezTo>
                  <a:cubicBezTo>
                    <a:pt x="2" y="4"/>
                    <a:pt x="2" y="4"/>
                    <a:pt x="2" y="4"/>
                  </a:cubicBezTo>
                  <a:cubicBezTo>
                    <a:pt x="2" y="5"/>
                    <a:pt x="2" y="6"/>
                    <a:pt x="3" y="6"/>
                  </a:cubicBezTo>
                  <a:cubicBezTo>
                    <a:pt x="3" y="7"/>
                    <a:pt x="3" y="7"/>
                    <a:pt x="3" y="7"/>
                  </a:cubicBezTo>
                  <a:cubicBezTo>
                    <a:pt x="3" y="7"/>
                    <a:pt x="4" y="8"/>
                    <a:pt x="4" y="8"/>
                  </a:cubicBezTo>
                  <a:cubicBezTo>
                    <a:pt x="4" y="8"/>
                    <a:pt x="5" y="8"/>
                    <a:pt x="5" y="8"/>
                  </a:cubicBezTo>
                  <a:cubicBezTo>
                    <a:pt x="6" y="8"/>
                    <a:pt x="6" y="8"/>
                    <a:pt x="6" y="8"/>
                  </a:cubicBezTo>
                  <a:cubicBezTo>
                    <a:pt x="7" y="8"/>
                    <a:pt x="8" y="8"/>
                    <a:pt x="8" y="7"/>
                  </a:cubicBezTo>
                  <a:cubicBezTo>
                    <a:pt x="9" y="7"/>
                    <a:pt x="9" y="7"/>
                    <a:pt x="9" y="7"/>
                  </a:cubicBezTo>
                  <a:cubicBezTo>
                    <a:pt x="10" y="7"/>
                    <a:pt x="11" y="7"/>
                    <a:pt x="11" y="7"/>
                  </a:cubicBezTo>
                  <a:cubicBezTo>
                    <a:pt x="12" y="7"/>
                    <a:pt x="12" y="7"/>
                    <a:pt x="13" y="7"/>
                  </a:cubicBezTo>
                  <a:cubicBezTo>
                    <a:pt x="13" y="7"/>
                    <a:pt x="14" y="7"/>
                    <a:pt x="14" y="7"/>
                  </a:cubicBezTo>
                  <a:cubicBezTo>
                    <a:pt x="14" y="0"/>
                    <a:pt x="14" y="0"/>
                    <a:pt x="14" y="0"/>
                  </a:cubicBezTo>
                  <a:cubicBezTo>
                    <a:pt x="0" y="0"/>
                    <a:pt x="0" y="0"/>
                    <a:pt x="0" y="0"/>
                  </a:cubicBez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2" name="Freeform 1470">
              <a:extLst>
                <a:ext uri="{FF2B5EF4-FFF2-40B4-BE49-F238E27FC236}">
                  <a16:creationId xmlns:a16="http://schemas.microsoft.com/office/drawing/2014/main" id="{00E13E34-A776-4773-802C-F994E3A089B5}"/>
                </a:ext>
              </a:extLst>
            </p:cNvPr>
            <p:cNvSpPr>
              <a:spLocks/>
            </p:cNvSpPr>
            <p:nvPr/>
          </p:nvSpPr>
          <p:spPr bwMode="auto">
            <a:xfrm>
              <a:off x="4419789" y="2723334"/>
              <a:ext cx="75601" cy="53999"/>
            </a:xfrm>
            <a:custGeom>
              <a:avLst/>
              <a:gdLst>
                <a:gd name="T0" fmla="*/ 13 w 13"/>
                <a:gd name="T1" fmla="*/ 7 h 9"/>
                <a:gd name="T2" fmla="*/ 12 w 13"/>
                <a:gd name="T3" fmla="*/ 6 h 9"/>
                <a:gd name="T4" fmla="*/ 11 w 13"/>
                <a:gd name="T5" fmla="*/ 5 h 9"/>
                <a:gd name="T6" fmla="*/ 10 w 13"/>
                <a:gd name="T7" fmla="*/ 3 h 9"/>
                <a:gd name="T8" fmla="*/ 10 w 13"/>
                <a:gd name="T9" fmla="*/ 2 h 9"/>
                <a:gd name="T10" fmla="*/ 9 w 13"/>
                <a:gd name="T11" fmla="*/ 0 h 9"/>
                <a:gd name="T12" fmla="*/ 8 w 13"/>
                <a:gd name="T13" fmla="*/ 1 h 9"/>
                <a:gd name="T14" fmla="*/ 7 w 13"/>
                <a:gd name="T15" fmla="*/ 1 h 9"/>
                <a:gd name="T16" fmla="*/ 4 w 13"/>
                <a:gd name="T17" fmla="*/ 2 h 9"/>
                <a:gd name="T18" fmla="*/ 4 w 13"/>
                <a:gd name="T19" fmla="*/ 2 h 9"/>
                <a:gd name="T20" fmla="*/ 2 w 13"/>
                <a:gd name="T21" fmla="*/ 2 h 9"/>
                <a:gd name="T22" fmla="*/ 1 w 13"/>
                <a:gd name="T23" fmla="*/ 2 h 9"/>
                <a:gd name="T24" fmla="*/ 0 w 13"/>
                <a:gd name="T25" fmla="*/ 2 h 9"/>
                <a:gd name="T26" fmla="*/ 0 w 13"/>
                <a:gd name="T27" fmla="*/ 2 h 9"/>
                <a:gd name="T28" fmla="*/ 0 w 13"/>
                <a:gd name="T29" fmla="*/ 9 h 9"/>
                <a:gd name="T30" fmla="*/ 13 w 13"/>
                <a:gd name="T31" fmla="*/ 9 h 9"/>
                <a:gd name="T32" fmla="*/ 13 w 13"/>
                <a:gd name="T33" fmla="*/ 8 h 9"/>
                <a:gd name="T34" fmla="*/ 13 w 13"/>
                <a:gd name="T35" fmla="*/ 7 h 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3" h="9">
                  <a:moveTo>
                    <a:pt x="13" y="7"/>
                  </a:moveTo>
                  <a:cubicBezTo>
                    <a:pt x="12" y="7"/>
                    <a:pt x="12" y="6"/>
                    <a:pt x="12" y="6"/>
                  </a:cubicBezTo>
                  <a:cubicBezTo>
                    <a:pt x="11" y="5"/>
                    <a:pt x="11" y="5"/>
                    <a:pt x="11" y="5"/>
                  </a:cubicBezTo>
                  <a:cubicBezTo>
                    <a:pt x="11" y="4"/>
                    <a:pt x="11" y="3"/>
                    <a:pt x="10" y="3"/>
                  </a:cubicBezTo>
                  <a:cubicBezTo>
                    <a:pt x="10" y="2"/>
                    <a:pt x="10" y="2"/>
                    <a:pt x="10" y="2"/>
                  </a:cubicBezTo>
                  <a:cubicBezTo>
                    <a:pt x="9" y="1"/>
                    <a:pt x="9" y="1"/>
                    <a:pt x="9" y="0"/>
                  </a:cubicBezTo>
                  <a:cubicBezTo>
                    <a:pt x="8" y="1"/>
                    <a:pt x="8" y="1"/>
                    <a:pt x="8" y="1"/>
                  </a:cubicBezTo>
                  <a:cubicBezTo>
                    <a:pt x="7" y="1"/>
                    <a:pt x="7" y="1"/>
                    <a:pt x="7" y="1"/>
                  </a:cubicBezTo>
                  <a:cubicBezTo>
                    <a:pt x="6" y="1"/>
                    <a:pt x="5" y="2"/>
                    <a:pt x="4" y="2"/>
                  </a:cubicBezTo>
                  <a:cubicBezTo>
                    <a:pt x="4" y="2"/>
                    <a:pt x="4" y="2"/>
                    <a:pt x="4" y="2"/>
                  </a:cubicBezTo>
                  <a:cubicBezTo>
                    <a:pt x="3" y="2"/>
                    <a:pt x="2" y="2"/>
                    <a:pt x="2" y="2"/>
                  </a:cubicBezTo>
                  <a:cubicBezTo>
                    <a:pt x="1" y="2"/>
                    <a:pt x="1" y="2"/>
                    <a:pt x="1" y="2"/>
                  </a:cubicBezTo>
                  <a:cubicBezTo>
                    <a:pt x="0" y="2"/>
                    <a:pt x="0" y="2"/>
                    <a:pt x="0" y="2"/>
                  </a:cubicBezTo>
                  <a:cubicBezTo>
                    <a:pt x="0" y="2"/>
                    <a:pt x="0" y="2"/>
                    <a:pt x="0" y="2"/>
                  </a:cubicBezTo>
                  <a:cubicBezTo>
                    <a:pt x="0" y="9"/>
                    <a:pt x="0" y="9"/>
                    <a:pt x="0" y="9"/>
                  </a:cubicBezTo>
                  <a:cubicBezTo>
                    <a:pt x="13" y="9"/>
                    <a:pt x="13" y="9"/>
                    <a:pt x="13" y="9"/>
                  </a:cubicBezTo>
                  <a:cubicBezTo>
                    <a:pt x="13" y="8"/>
                    <a:pt x="13" y="8"/>
                    <a:pt x="13" y="8"/>
                  </a:cubicBezTo>
                  <a:lnTo>
                    <a:pt x="13" y="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3" name="Freeform 1471">
              <a:extLst>
                <a:ext uri="{FF2B5EF4-FFF2-40B4-BE49-F238E27FC236}">
                  <a16:creationId xmlns:a16="http://schemas.microsoft.com/office/drawing/2014/main" id="{93905AF5-00A5-4C56-BD11-0BEB82C92440}"/>
                </a:ext>
              </a:extLst>
            </p:cNvPr>
            <p:cNvSpPr>
              <a:spLocks/>
            </p:cNvSpPr>
            <p:nvPr/>
          </p:nvSpPr>
          <p:spPr bwMode="auto">
            <a:xfrm>
              <a:off x="4489988" y="2755735"/>
              <a:ext cx="5402" cy="10799"/>
            </a:xfrm>
            <a:custGeom>
              <a:avLst/>
              <a:gdLst>
                <a:gd name="T0" fmla="*/ 0 w 1"/>
                <a:gd name="T1" fmla="*/ 0 h 1"/>
                <a:gd name="T2" fmla="*/ 1 w 1"/>
                <a:gd name="T3" fmla="*/ 1 h 1"/>
                <a:gd name="T4" fmla="*/ 0 w 1"/>
                <a:gd name="T5" fmla="*/ 0 h 1"/>
              </a:gdLst>
              <a:ahLst/>
              <a:cxnLst>
                <a:cxn ang="0">
                  <a:pos x="T0" y="T1"/>
                </a:cxn>
                <a:cxn ang="0">
                  <a:pos x="T2" y="T3"/>
                </a:cxn>
                <a:cxn ang="0">
                  <a:pos x="T4" y="T5"/>
                </a:cxn>
              </a:cxnLst>
              <a:rect l="0" t="0" r="r" b="b"/>
              <a:pathLst>
                <a:path w="1" h="1">
                  <a:moveTo>
                    <a:pt x="0" y="0"/>
                  </a:moveTo>
                  <a:cubicBezTo>
                    <a:pt x="0" y="0"/>
                    <a:pt x="0" y="1"/>
                    <a:pt x="1" y="1"/>
                  </a:cubicBezTo>
                  <a:cubicBezTo>
                    <a:pt x="0" y="1"/>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4" name="Freeform 1472">
              <a:extLst>
                <a:ext uri="{FF2B5EF4-FFF2-40B4-BE49-F238E27FC236}">
                  <a16:creationId xmlns:a16="http://schemas.microsoft.com/office/drawing/2014/main" id="{00546855-142E-471A-9940-06F8161DCFC7}"/>
                </a:ext>
              </a:extLst>
            </p:cNvPr>
            <p:cNvSpPr>
              <a:spLocks/>
            </p:cNvSpPr>
            <p:nvPr/>
          </p:nvSpPr>
          <p:spPr bwMode="auto">
            <a:xfrm>
              <a:off x="4495390" y="2771936"/>
              <a:ext cx="0" cy="5402"/>
            </a:xfrm>
            <a:custGeom>
              <a:avLst/>
              <a:gdLst>
                <a:gd name="T0" fmla="*/ 1 h 1"/>
                <a:gd name="T1" fmla="*/ 1 h 1"/>
                <a:gd name="T2" fmla="*/ 0 h 1"/>
                <a:gd name="T3" fmla="*/ 1 h 1"/>
              </a:gdLst>
              <a:ahLst/>
              <a:cxnLst>
                <a:cxn ang="0">
                  <a:pos x="0" y="T0"/>
                </a:cxn>
                <a:cxn ang="0">
                  <a:pos x="0" y="T1"/>
                </a:cxn>
                <a:cxn ang="0">
                  <a:pos x="0" y="T2"/>
                </a:cxn>
                <a:cxn ang="0">
                  <a:pos x="0" y="T3"/>
                </a:cxn>
              </a:cxnLst>
              <a:rect l="0" t="0" r="r" b="b"/>
              <a:pathLst>
                <a:path h="1">
                  <a:moveTo>
                    <a:pt x="0" y="1"/>
                  </a:moveTo>
                  <a:lnTo>
                    <a:pt x="0" y="1"/>
                  </a:ln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5" name="Freeform 1473">
              <a:extLst>
                <a:ext uri="{FF2B5EF4-FFF2-40B4-BE49-F238E27FC236}">
                  <a16:creationId xmlns:a16="http://schemas.microsoft.com/office/drawing/2014/main" id="{22CC5CC7-55D1-4C30-AE65-924A1983D6D0}"/>
                </a:ext>
              </a:extLst>
            </p:cNvPr>
            <p:cNvSpPr>
              <a:spLocks/>
            </p:cNvSpPr>
            <p:nvPr/>
          </p:nvSpPr>
          <p:spPr bwMode="auto">
            <a:xfrm>
              <a:off x="4473792" y="2723334"/>
              <a:ext cx="5402" cy="10799"/>
            </a:xfrm>
            <a:custGeom>
              <a:avLst/>
              <a:gdLst>
                <a:gd name="T0" fmla="*/ 0 w 1"/>
                <a:gd name="T1" fmla="*/ 0 h 2"/>
                <a:gd name="T2" fmla="*/ 1 w 1"/>
                <a:gd name="T3" fmla="*/ 2 h 2"/>
                <a:gd name="T4" fmla="*/ 0 w 1"/>
                <a:gd name="T5" fmla="*/ 0 h 2"/>
              </a:gdLst>
              <a:ahLst/>
              <a:cxnLst>
                <a:cxn ang="0">
                  <a:pos x="T0" y="T1"/>
                </a:cxn>
                <a:cxn ang="0">
                  <a:pos x="T2" y="T3"/>
                </a:cxn>
                <a:cxn ang="0">
                  <a:pos x="T4" y="T5"/>
                </a:cxn>
              </a:cxnLst>
              <a:rect l="0" t="0" r="r" b="b"/>
              <a:pathLst>
                <a:path w="1" h="2">
                  <a:moveTo>
                    <a:pt x="0" y="0"/>
                  </a:moveTo>
                  <a:cubicBezTo>
                    <a:pt x="0" y="1"/>
                    <a:pt x="0" y="1"/>
                    <a:pt x="1" y="2"/>
                  </a:cubicBezTo>
                  <a:cubicBezTo>
                    <a:pt x="0" y="1"/>
                    <a:pt x="0"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6" name="Freeform 1474">
              <a:extLst>
                <a:ext uri="{FF2B5EF4-FFF2-40B4-BE49-F238E27FC236}">
                  <a16:creationId xmlns:a16="http://schemas.microsoft.com/office/drawing/2014/main" id="{8ED86417-F65E-4D24-8DC9-E51768BFEAE1}"/>
                </a:ext>
              </a:extLst>
            </p:cNvPr>
            <p:cNvSpPr>
              <a:spLocks/>
            </p:cNvSpPr>
            <p:nvPr/>
          </p:nvSpPr>
          <p:spPr bwMode="auto">
            <a:xfrm>
              <a:off x="4479189" y="2739535"/>
              <a:ext cx="5402" cy="10799"/>
            </a:xfrm>
            <a:custGeom>
              <a:avLst/>
              <a:gdLst>
                <a:gd name="T0" fmla="*/ 0 w 1"/>
                <a:gd name="T1" fmla="*/ 0 h 2"/>
                <a:gd name="T2" fmla="*/ 1 w 1"/>
                <a:gd name="T3" fmla="*/ 2 h 2"/>
                <a:gd name="T4" fmla="*/ 0 w 1"/>
                <a:gd name="T5" fmla="*/ 0 h 2"/>
              </a:gdLst>
              <a:ahLst/>
              <a:cxnLst>
                <a:cxn ang="0">
                  <a:pos x="T0" y="T1"/>
                </a:cxn>
                <a:cxn ang="0">
                  <a:pos x="T2" y="T3"/>
                </a:cxn>
                <a:cxn ang="0">
                  <a:pos x="T4" y="T5"/>
                </a:cxn>
              </a:cxnLst>
              <a:rect l="0" t="0" r="r" b="b"/>
              <a:pathLst>
                <a:path w="1" h="2">
                  <a:moveTo>
                    <a:pt x="0" y="0"/>
                  </a:moveTo>
                  <a:cubicBezTo>
                    <a:pt x="1" y="0"/>
                    <a:pt x="1" y="1"/>
                    <a:pt x="1" y="2"/>
                  </a:cubicBezTo>
                  <a:cubicBezTo>
                    <a:pt x="1" y="1"/>
                    <a:pt x="1"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7" name="Freeform 1475">
              <a:extLst>
                <a:ext uri="{FF2B5EF4-FFF2-40B4-BE49-F238E27FC236}">
                  <a16:creationId xmlns:a16="http://schemas.microsoft.com/office/drawing/2014/main" id="{9099A8BF-00CF-4D42-8562-43B43BCF0142}"/>
                </a:ext>
              </a:extLst>
            </p:cNvPr>
            <p:cNvSpPr>
              <a:spLocks/>
            </p:cNvSpPr>
            <p:nvPr/>
          </p:nvSpPr>
          <p:spPr bwMode="auto">
            <a:xfrm>
              <a:off x="4462989" y="2728736"/>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8" name="Freeform 1476">
              <a:extLst>
                <a:ext uri="{FF2B5EF4-FFF2-40B4-BE49-F238E27FC236}">
                  <a16:creationId xmlns:a16="http://schemas.microsoft.com/office/drawing/2014/main" id="{B140E5B3-417B-4168-B30D-AEF9C1A0AA12}"/>
                </a:ext>
              </a:extLst>
            </p:cNvPr>
            <p:cNvSpPr>
              <a:spLocks/>
            </p:cNvSpPr>
            <p:nvPr/>
          </p:nvSpPr>
          <p:spPr bwMode="auto">
            <a:xfrm>
              <a:off x="4446788" y="27341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59" name="Freeform 1477">
              <a:extLst>
                <a:ext uri="{FF2B5EF4-FFF2-40B4-BE49-F238E27FC236}">
                  <a16:creationId xmlns:a16="http://schemas.microsoft.com/office/drawing/2014/main" id="{46600861-5CD0-4B6D-ABFE-5DE2EF0E207C}"/>
                </a:ext>
              </a:extLst>
            </p:cNvPr>
            <p:cNvSpPr>
              <a:spLocks/>
            </p:cNvSpPr>
            <p:nvPr/>
          </p:nvSpPr>
          <p:spPr bwMode="auto">
            <a:xfrm>
              <a:off x="4425190" y="2734133"/>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lnTo>
                    <a:pt x="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0" name="Freeform 1478">
              <a:extLst>
                <a:ext uri="{FF2B5EF4-FFF2-40B4-BE49-F238E27FC236}">
                  <a16:creationId xmlns:a16="http://schemas.microsoft.com/office/drawing/2014/main" id="{C3572943-BA23-40C9-99B4-D9671AEA1CDC}"/>
                </a:ext>
              </a:extLst>
            </p:cNvPr>
            <p:cNvSpPr>
              <a:spLocks/>
            </p:cNvSpPr>
            <p:nvPr/>
          </p:nvSpPr>
          <p:spPr bwMode="auto">
            <a:xfrm>
              <a:off x="4317188" y="2788132"/>
              <a:ext cx="91802" cy="64802"/>
            </a:xfrm>
            <a:custGeom>
              <a:avLst/>
              <a:gdLst>
                <a:gd name="T0" fmla="*/ 1 w 16"/>
                <a:gd name="T1" fmla="*/ 1 h 11"/>
                <a:gd name="T2" fmla="*/ 1 w 16"/>
                <a:gd name="T3" fmla="*/ 2 h 11"/>
                <a:gd name="T4" fmla="*/ 0 w 16"/>
                <a:gd name="T5" fmla="*/ 5 h 11"/>
                <a:gd name="T6" fmla="*/ 0 w 16"/>
                <a:gd name="T7" fmla="*/ 5 h 11"/>
                <a:gd name="T8" fmla="*/ 0 w 16"/>
                <a:gd name="T9" fmla="*/ 8 h 11"/>
                <a:gd name="T10" fmla="*/ 0 w 16"/>
                <a:gd name="T11" fmla="*/ 9 h 11"/>
                <a:gd name="T12" fmla="*/ 0 w 16"/>
                <a:gd name="T13" fmla="*/ 11 h 11"/>
                <a:gd name="T14" fmla="*/ 16 w 16"/>
                <a:gd name="T15" fmla="*/ 11 h 11"/>
                <a:gd name="T16" fmla="*/ 16 w 16"/>
                <a:gd name="T17" fmla="*/ 0 h 11"/>
                <a:gd name="T18" fmla="*/ 1 w 16"/>
                <a:gd name="T19" fmla="*/ 0 h 11"/>
                <a:gd name="T20" fmla="*/ 1 w 16"/>
                <a:gd name="T21" fmla="*/ 1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1">
                  <a:moveTo>
                    <a:pt x="1" y="1"/>
                  </a:moveTo>
                  <a:cubicBezTo>
                    <a:pt x="1" y="2"/>
                    <a:pt x="1" y="2"/>
                    <a:pt x="1" y="2"/>
                  </a:cubicBezTo>
                  <a:cubicBezTo>
                    <a:pt x="1" y="3"/>
                    <a:pt x="0" y="4"/>
                    <a:pt x="0" y="5"/>
                  </a:cubicBezTo>
                  <a:cubicBezTo>
                    <a:pt x="0" y="5"/>
                    <a:pt x="0" y="5"/>
                    <a:pt x="0" y="5"/>
                  </a:cubicBezTo>
                  <a:cubicBezTo>
                    <a:pt x="0" y="6"/>
                    <a:pt x="0" y="7"/>
                    <a:pt x="0" y="8"/>
                  </a:cubicBezTo>
                  <a:cubicBezTo>
                    <a:pt x="0" y="9"/>
                    <a:pt x="0" y="9"/>
                    <a:pt x="0" y="9"/>
                  </a:cubicBezTo>
                  <a:cubicBezTo>
                    <a:pt x="0" y="10"/>
                    <a:pt x="0" y="10"/>
                    <a:pt x="0" y="11"/>
                  </a:cubicBezTo>
                  <a:cubicBezTo>
                    <a:pt x="16" y="11"/>
                    <a:pt x="16" y="11"/>
                    <a:pt x="16" y="11"/>
                  </a:cubicBezTo>
                  <a:cubicBezTo>
                    <a:pt x="16" y="0"/>
                    <a:pt x="16" y="0"/>
                    <a:pt x="16" y="0"/>
                  </a:cubicBezTo>
                  <a:cubicBezTo>
                    <a:pt x="1" y="0"/>
                    <a:pt x="1" y="0"/>
                    <a:pt x="1" y="0"/>
                  </a:cubicBezTo>
                  <a:cubicBezTo>
                    <a:pt x="1" y="0"/>
                    <a:pt x="1" y="1"/>
                    <a:pt x="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1" name="Freeform 1479">
              <a:extLst>
                <a:ext uri="{FF2B5EF4-FFF2-40B4-BE49-F238E27FC236}">
                  <a16:creationId xmlns:a16="http://schemas.microsoft.com/office/drawing/2014/main" id="{8FD37B11-65F4-462D-84C0-86979159F95C}"/>
                </a:ext>
              </a:extLst>
            </p:cNvPr>
            <p:cNvSpPr>
              <a:spLocks/>
            </p:cNvSpPr>
            <p:nvPr/>
          </p:nvSpPr>
          <p:spPr bwMode="auto">
            <a:xfrm>
              <a:off x="4317188" y="2858336"/>
              <a:ext cx="91802" cy="59401"/>
            </a:xfrm>
            <a:custGeom>
              <a:avLst/>
              <a:gdLst>
                <a:gd name="T0" fmla="*/ 0 w 16"/>
                <a:gd name="T1" fmla="*/ 2 h 10"/>
                <a:gd name="T2" fmla="*/ 0 w 16"/>
                <a:gd name="T3" fmla="*/ 3 h 10"/>
                <a:gd name="T4" fmla="*/ 0 w 16"/>
                <a:gd name="T5" fmla="*/ 5 h 10"/>
                <a:gd name="T6" fmla="*/ 0 w 16"/>
                <a:gd name="T7" fmla="*/ 5 h 10"/>
                <a:gd name="T8" fmla="*/ 1 w 16"/>
                <a:gd name="T9" fmla="*/ 8 h 10"/>
                <a:gd name="T10" fmla="*/ 1 w 16"/>
                <a:gd name="T11" fmla="*/ 9 h 10"/>
                <a:gd name="T12" fmla="*/ 1 w 16"/>
                <a:gd name="T13" fmla="*/ 10 h 10"/>
                <a:gd name="T14" fmla="*/ 16 w 16"/>
                <a:gd name="T15" fmla="*/ 10 h 10"/>
                <a:gd name="T16" fmla="*/ 16 w 16"/>
                <a:gd name="T17" fmla="*/ 0 h 10"/>
                <a:gd name="T18" fmla="*/ 0 w 16"/>
                <a:gd name="T19" fmla="*/ 0 h 10"/>
                <a:gd name="T20" fmla="*/ 0 w 16"/>
                <a:gd name="T21" fmla="*/ 2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 h="10">
                  <a:moveTo>
                    <a:pt x="0" y="2"/>
                  </a:moveTo>
                  <a:cubicBezTo>
                    <a:pt x="0" y="3"/>
                    <a:pt x="0" y="3"/>
                    <a:pt x="0" y="3"/>
                  </a:cubicBezTo>
                  <a:cubicBezTo>
                    <a:pt x="0" y="3"/>
                    <a:pt x="0" y="4"/>
                    <a:pt x="0" y="5"/>
                  </a:cubicBezTo>
                  <a:cubicBezTo>
                    <a:pt x="0" y="5"/>
                    <a:pt x="0" y="5"/>
                    <a:pt x="0" y="5"/>
                  </a:cubicBezTo>
                  <a:cubicBezTo>
                    <a:pt x="0" y="6"/>
                    <a:pt x="1" y="7"/>
                    <a:pt x="1" y="8"/>
                  </a:cubicBezTo>
                  <a:cubicBezTo>
                    <a:pt x="1" y="9"/>
                    <a:pt x="1" y="9"/>
                    <a:pt x="1" y="9"/>
                  </a:cubicBezTo>
                  <a:cubicBezTo>
                    <a:pt x="1" y="9"/>
                    <a:pt x="1" y="10"/>
                    <a:pt x="1" y="10"/>
                  </a:cubicBezTo>
                  <a:cubicBezTo>
                    <a:pt x="16" y="10"/>
                    <a:pt x="16" y="10"/>
                    <a:pt x="16" y="10"/>
                  </a:cubicBezTo>
                  <a:cubicBezTo>
                    <a:pt x="16" y="0"/>
                    <a:pt x="16" y="0"/>
                    <a:pt x="16" y="0"/>
                  </a:cubicBezTo>
                  <a:cubicBezTo>
                    <a:pt x="0" y="0"/>
                    <a:pt x="0" y="0"/>
                    <a:pt x="0" y="0"/>
                  </a:cubicBezTo>
                  <a:cubicBezTo>
                    <a:pt x="0" y="1"/>
                    <a:pt x="0" y="1"/>
                    <a:pt x="0"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2" name="Freeform 1480">
              <a:extLst>
                <a:ext uri="{FF2B5EF4-FFF2-40B4-BE49-F238E27FC236}">
                  <a16:creationId xmlns:a16="http://schemas.microsoft.com/office/drawing/2014/main" id="{CE6C2A01-03ED-4843-9655-E6B1224A1864}"/>
                </a:ext>
              </a:extLst>
            </p:cNvPr>
            <p:cNvSpPr>
              <a:spLocks/>
            </p:cNvSpPr>
            <p:nvPr/>
          </p:nvSpPr>
          <p:spPr bwMode="auto">
            <a:xfrm>
              <a:off x="4419789" y="2788132"/>
              <a:ext cx="97199" cy="64802"/>
            </a:xfrm>
            <a:custGeom>
              <a:avLst/>
              <a:gdLst>
                <a:gd name="T0" fmla="*/ 16 w 16"/>
                <a:gd name="T1" fmla="*/ 8 h 11"/>
                <a:gd name="T2" fmla="*/ 16 w 16"/>
                <a:gd name="T3" fmla="*/ 8 h 11"/>
                <a:gd name="T4" fmla="*/ 16 w 16"/>
                <a:gd name="T5" fmla="*/ 6 h 11"/>
                <a:gd name="T6" fmla="*/ 16 w 16"/>
                <a:gd name="T7" fmla="*/ 5 h 11"/>
                <a:gd name="T8" fmla="*/ 15 w 16"/>
                <a:gd name="T9" fmla="*/ 3 h 11"/>
                <a:gd name="T10" fmla="*/ 15 w 16"/>
                <a:gd name="T11" fmla="*/ 3 h 11"/>
                <a:gd name="T12" fmla="*/ 14 w 16"/>
                <a:gd name="T13" fmla="*/ 0 h 11"/>
                <a:gd name="T14" fmla="*/ 14 w 16"/>
                <a:gd name="T15" fmla="*/ 0 h 11"/>
                <a:gd name="T16" fmla="*/ 0 w 16"/>
                <a:gd name="T17" fmla="*/ 0 h 11"/>
                <a:gd name="T18" fmla="*/ 0 w 16"/>
                <a:gd name="T19" fmla="*/ 11 h 11"/>
                <a:gd name="T20" fmla="*/ 16 w 16"/>
                <a:gd name="T21" fmla="*/ 11 h 11"/>
                <a:gd name="T22" fmla="*/ 16 w 16"/>
                <a:gd name="T23" fmla="*/ 11 h 11"/>
                <a:gd name="T24" fmla="*/ 16 w 16"/>
                <a:gd name="T25" fmla="*/ 11 h 11"/>
                <a:gd name="T26" fmla="*/ 16 w 16"/>
                <a:gd name="T27" fmla="*/ 8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6" h="11">
                  <a:moveTo>
                    <a:pt x="16" y="8"/>
                  </a:moveTo>
                  <a:cubicBezTo>
                    <a:pt x="16" y="8"/>
                    <a:pt x="16" y="8"/>
                    <a:pt x="16" y="8"/>
                  </a:cubicBezTo>
                  <a:cubicBezTo>
                    <a:pt x="16" y="7"/>
                    <a:pt x="16" y="7"/>
                    <a:pt x="16" y="6"/>
                  </a:cubicBezTo>
                  <a:cubicBezTo>
                    <a:pt x="16" y="5"/>
                    <a:pt x="16" y="5"/>
                    <a:pt x="16" y="5"/>
                  </a:cubicBezTo>
                  <a:cubicBezTo>
                    <a:pt x="15" y="5"/>
                    <a:pt x="15" y="4"/>
                    <a:pt x="15" y="3"/>
                  </a:cubicBezTo>
                  <a:cubicBezTo>
                    <a:pt x="15" y="3"/>
                    <a:pt x="15" y="3"/>
                    <a:pt x="15" y="3"/>
                  </a:cubicBezTo>
                  <a:cubicBezTo>
                    <a:pt x="15" y="2"/>
                    <a:pt x="14" y="1"/>
                    <a:pt x="14" y="0"/>
                  </a:cubicBezTo>
                  <a:cubicBezTo>
                    <a:pt x="14" y="0"/>
                    <a:pt x="14" y="0"/>
                    <a:pt x="14" y="0"/>
                  </a:cubicBezTo>
                  <a:cubicBezTo>
                    <a:pt x="0" y="0"/>
                    <a:pt x="0" y="0"/>
                    <a:pt x="0" y="0"/>
                  </a:cubicBezTo>
                  <a:cubicBezTo>
                    <a:pt x="0" y="11"/>
                    <a:pt x="0" y="11"/>
                    <a:pt x="0" y="11"/>
                  </a:cubicBezTo>
                  <a:cubicBezTo>
                    <a:pt x="16" y="11"/>
                    <a:pt x="16" y="11"/>
                    <a:pt x="16" y="11"/>
                  </a:cubicBezTo>
                  <a:cubicBezTo>
                    <a:pt x="16" y="11"/>
                    <a:pt x="16" y="11"/>
                    <a:pt x="16" y="11"/>
                  </a:cubicBezTo>
                  <a:cubicBezTo>
                    <a:pt x="16" y="11"/>
                    <a:pt x="16" y="11"/>
                    <a:pt x="16" y="11"/>
                  </a:cubicBezTo>
                  <a:cubicBezTo>
                    <a:pt x="16" y="10"/>
                    <a:pt x="16" y="9"/>
                    <a:pt x="16" y="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3" name="Freeform 1481">
              <a:extLst>
                <a:ext uri="{FF2B5EF4-FFF2-40B4-BE49-F238E27FC236}">
                  <a16:creationId xmlns:a16="http://schemas.microsoft.com/office/drawing/2014/main" id="{CFA7B836-CE4C-4AE1-AD46-08A7E5E26B0B}"/>
                </a:ext>
              </a:extLst>
            </p:cNvPr>
            <p:cNvSpPr>
              <a:spLocks/>
            </p:cNvSpPr>
            <p:nvPr/>
          </p:nvSpPr>
          <p:spPr bwMode="auto">
            <a:xfrm>
              <a:off x="4516992" y="2815136"/>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4" name="Freeform 1482">
              <a:extLst>
                <a:ext uri="{FF2B5EF4-FFF2-40B4-BE49-F238E27FC236}">
                  <a16:creationId xmlns:a16="http://schemas.microsoft.com/office/drawing/2014/main" id="{2ADFAC76-4A67-47E5-9D7D-0D525761E063}"/>
                </a:ext>
              </a:extLst>
            </p:cNvPr>
            <p:cNvSpPr>
              <a:spLocks/>
            </p:cNvSpPr>
            <p:nvPr/>
          </p:nvSpPr>
          <p:spPr bwMode="auto">
            <a:xfrm>
              <a:off x="4516992" y="28367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5" name="Rectangle 1483">
              <a:extLst>
                <a:ext uri="{FF2B5EF4-FFF2-40B4-BE49-F238E27FC236}">
                  <a16:creationId xmlns:a16="http://schemas.microsoft.com/office/drawing/2014/main" id="{6462FC4F-E8D6-489C-B3A9-5BDBF1226928}"/>
                </a:ext>
              </a:extLst>
            </p:cNvPr>
            <p:cNvSpPr>
              <a:spLocks noChangeArrowheads="1"/>
            </p:cNvSpPr>
            <p:nvPr/>
          </p:nvSpPr>
          <p:spPr bwMode="auto">
            <a:xfrm>
              <a:off x="4516992" y="28529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6" name="Freeform 1484">
              <a:extLst>
                <a:ext uri="{FF2B5EF4-FFF2-40B4-BE49-F238E27FC236}">
                  <a16:creationId xmlns:a16="http://schemas.microsoft.com/office/drawing/2014/main" id="{11D89384-1847-4F77-90E6-C0A9A0DDDDA2}"/>
                </a:ext>
              </a:extLst>
            </p:cNvPr>
            <p:cNvSpPr>
              <a:spLocks/>
            </p:cNvSpPr>
            <p:nvPr/>
          </p:nvSpPr>
          <p:spPr bwMode="auto">
            <a:xfrm>
              <a:off x="4511590" y="28043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7" name="Rectangle 1485">
              <a:extLst>
                <a:ext uri="{FF2B5EF4-FFF2-40B4-BE49-F238E27FC236}">
                  <a16:creationId xmlns:a16="http://schemas.microsoft.com/office/drawing/2014/main" id="{39346574-4FCA-4881-AFFD-D384F216C57D}"/>
                </a:ext>
              </a:extLst>
            </p:cNvPr>
            <p:cNvSpPr>
              <a:spLocks noChangeArrowheads="1"/>
            </p:cNvSpPr>
            <p:nvPr/>
          </p:nvSpPr>
          <p:spPr bwMode="auto">
            <a:xfrm>
              <a:off x="4500791" y="2788132"/>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8" name="Freeform 1486">
              <a:extLst>
                <a:ext uri="{FF2B5EF4-FFF2-40B4-BE49-F238E27FC236}">
                  <a16:creationId xmlns:a16="http://schemas.microsoft.com/office/drawing/2014/main" id="{D3740C05-04B4-4846-AAAE-4B21F541ABE5}"/>
                </a:ext>
              </a:extLst>
            </p:cNvPr>
            <p:cNvSpPr>
              <a:spLocks/>
            </p:cNvSpPr>
            <p:nvPr/>
          </p:nvSpPr>
          <p:spPr bwMode="auto">
            <a:xfrm>
              <a:off x="4327991" y="2987936"/>
              <a:ext cx="32401" cy="21602"/>
            </a:xfrm>
            <a:custGeom>
              <a:avLst/>
              <a:gdLst>
                <a:gd name="T0" fmla="*/ 5 w 6"/>
                <a:gd name="T1" fmla="*/ 3 h 4"/>
                <a:gd name="T2" fmla="*/ 5 w 6"/>
                <a:gd name="T3" fmla="*/ 3 h 4"/>
                <a:gd name="T4" fmla="*/ 5 w 6"/>
                <a:gd name="T5" fmla="*/ 2 h 4"/>
                <a:gd name="T6" fmla="*/ 4 w 6"/>
                <a:gd name="T7" fmla="*/ 2 h 4"/>
                <a:gd name="T8" fmla="*/ 4 w 6"/>
                <a:gd name="T9" fmla="*/ 1 h 4"/>
                <a:gd name="T10" fmla="*/ 3 w 6"/>
                <a:gd name="T11" fmla="*/ 1 h 4"/>
                <a:gd name="T12" fmla="*/ 3 w 6"/>
                <a:gd name="T13" fmla="*/ 0 h 4"/>
                <a:gd name="T14" fmla="*/ 2 w 6"/>
                <a:gd name="T15" fmla="*/ 1 h 4"/>
                <a:gd name="T16" fmla="*/ 0 w 6"/>
                <a:gd name="T17" fmla="*/ 1 h 4"/>
                <a:gd name="T18" fmla="*/ 0 w 6"/>
                <a:gd name="T19" fmla="*/ 2 h 4"/>
                <a:gd name="T20" fmla="*/ 6 w 6"/>
                <a:gd name="T21" fmla="*/ 4 h 4"/>
                <a:gd name="T22" fmla="*/ 5 w 6"/>
                <a:gd name="T23" fmla="*/ 4 h 4"/>
                <a:gd name="T24" fmla="*/ 5 w 6"/>
                <a:gd name="T25" fmla="*/ 3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 h="4">
                  <a:moveTo>
                    <a:pt x="5" y="3"/>
                  </a:moveTo>
                  <a:cubicBezTo>
                    <a:pt x="5" y="3"/>
                    <a:pt x="5" y="3"/>
                    <a:pt x="5" y="3"/>
                  </a:cubicBezTo>
                  <a:cubicBezTo>
                    <a:pt x="5" y="2"/>
                    <a:pt x="5" y="2"/>
                    <a:pt x="5" y="2"/>
                  </a:cubicBezTo>
                  <a:cubicBezTo>
                    <a:pt x="4" y="2"/>
                    <a:pt x="4" y="2"/>
                    <a:pt x="4" y="2"/>
                  </a:cubicBezTo>
                  <a:cubicBezTo>
                    <a:pt x="4" y="1"/>
                    <a:pt x="4" y="1"/>
                    <a:pt x="4" y="1"/>
                  </a:cubicBezTo>
                  <a:cubicBezTo>
                    <a:pt x="3" y="1"/>
                    <a:pt x="3" y="1"/>
                    <a:pt x="3" y="1"/>
                  </a:cubicBezTo>
                  <a:cubicBezTo>
                    <a:pt x="3" y="0"/>
                    <a:pt x="3" y="0"/>
                    <a:pt x="3" y="0"/>
                  </a:cubicBezTo>
                  <a:cubicBezTo>
                    <a:pt x="2" y="1"/>
                    <a:pt x="2" y="1"/>
                    <a:pt x="2" y="1"/>
                  </a:cubicBezTo>
                  <a:cubicBezTo>
                    <a:pt x="2" y="1"/>
                    <a:pt x="1" y="1"/>
                    <a:pt x="0" y="1"/>
                  </a:cubicBezTo>
                  <a:cubicBezTo>
                    <a:pt x="0" y="2"/>
                    <a:pt x="0" y="2"/>
                    <a:pt x="0" y="2"/>
                  </a:cubicBezTo>
                  <a:cubicBezTo>
                    <a:pt x="2" y="3"/>
                    <a:pt x="4" y="4"/>
                    <a:pt x="6" y="4"/>
                  </a:cubicBezTo>
                  <a:cubicBezTo>
                    <a:pt x="5" y="4"/>
                    <a:pt x="5" y="4"/>
                    <a:pt x="5" y="4"/>
                  </a:cubicBezTo>
                  <a:lnTo>
                    <a:pt x="5" y="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69" name="Freeform 1487">
              <a:extLst>
                <a:ext uri="{FF2B5EF4-FFF2-40B4-BE49-F238E27FC236}">
                  <a16:creationId xmlns:a16="http://schemas.microsoft.com/office/drawing/2014/main" id="{C7BFF632-2F1C-44F6-8C9C-DA9C19737D36}"/>
                </a:ext>
              </a:extLst>
            </p:cNvPr>
            <p:cNvSpPr>
              <a:spLocks/>
            </p:cNvSpPr>
            <p:nvPr/>
          </p:nvSpPr>
          <p:spPr bwMode="auto">
            <a:xfrm>
              <a:off x="4419789" y="2982534"/>
              <a:ext cx="43200" cy="43200"/>
            </a:xfrm>
            <a:custGeom>
              <a:avLst/>
              <a:gdLst>
                <a:gd name="T0" fmla="*/ 6 w 7"/>
                <a:gd name="T1" fmla="*/ 1 h 7"/>
                <a:gd name="T2" fmla="*/ 4 w 7"/>
                <a:gd name="T3" fmla="*/ 0 h 7"/>
                <a:gd name="T4" fmla="*/ 4 w 7"/>
                <a:gd name="T5" fmla="*/ 0 h 7"/>
                <a:gd name="T6" fmla="*/ 1 w 7"/>
                <a:gd name="T7" fmla="*/ 0 h 7"/>
                <a:gd name="T8" fmla="*/ 1 w 7"/>
                <a:gd name="T9" fmla="*/ 0 h 7"/>
                <a:gd name="T10" fmla="*/ 0 w 7"/>
                <a:gd name="T11" fmla="*/ 0 h 7"/>
                <a:gd name="T12" fmla="*/ 0 w 7"/>
                <a:gd name="T13" fmla="*/ 7 h 7"/>
                <a:gd name="T14" fmla="*/ 4 w 7"/>
                <a:gd name="T15" fmla="*/ 6 h 7"/>
                <a:gd name="T16" fmla="*/ 4 w 7"/>
                <a:gd name="T17" fmla="*/ 6 h 7"/>
                <a:gd name="T18" fmla="*/ 4 w 7"/>
                <a:gd name="T19" fmla="*/ 6 h 7"/>
                <a:gd name="T20" fmla="*/ 4 w 7"/>
                <a:gd name="T21" fmla="*/ 6 h 7"/>
                <a:gd name="T22" fmla="*/ 4 w 7"/>
                <a:gd name="T23" fmla="*/ 5 h 7"/>
                <a:gd name="T24" fmla="*/ 5 w 7"/>
                <a:gd name="T25" fmla="*/ 5 h 7"/>
                <a:gd name="T26" fmla="*/ 5 w 7"/>
                <a:gd name="T27" fmla="*/ 4 h 7"/>
                <a:gd name="T28" fmla="*/ 5 w 7"/>
                <a:gd name="T29" fmla="*/ 4 h 7"/>
                <a:gd name="T30" fmla="*/ 7 w 7"/>
                <a:gd name="T31" fmla="*/ 2 h 7"/>
                <a:gd name="T32" fmla="*/ 7 w 7"/>
                <a:gd name="T33" fmla="*/ 2 h 7"/>
                <a:gd name="T34" fmla="*/ 7 w 7"/>
                <a:gd name="T35" fmla="*/ 1 h 7"/>
                <a:gd name="T36" fmla="*/ 7 w 7"/>
                <a:gd name="T37" fmla="*/ 1 h 7"/>
                <a:gd name="T38" fmla="*/ 7 w 7"/>
                <a:gd name="T39" fmla="*/ 1 h 7"/>
                <a:gd name="T40" fmla="*/ 6 w 7"/>
                <a:gd name="T41" fmla="*/ 1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 h="7">
                  <a:moveTo>
                    <a:pt x="6" y="1"/>
                  </a:moveTo>
                  <a:cubicBezTo>
                    <a:pt x="5" y="0"/>
                    <a:pt x="5" y="0"/>
                    <a:pt x="4" y="0"/>
                  </a:cubicBezTo>
                  <a:cubicBezTo>
                    <a:pt x="4" y="0"/>
                    <a:pt x="4" y="0"/>
                    <a:pt x="4" y="0"/>
                  </a:cubicBezTo>
                  <a:cubicBezTo>
                    <a:pt x="3" y="0"/>
                    <a:pt x="2" y="0"/>
                    <a:pt x="1" y="0"/>
                  </a:cubicBezTo>
                  <a:cubicBezTo>
                    <a:pt x="1" y="0"/>
                    <a:pt x="1" y="0"/>
                    <a:pt x="1" y="0"/>
                  </a:cubicBezTo>
                  <a:cubicBezTo>
                    <a:pt x="0" y="0"/>
                    <a:pt x="0" y="0"/>
                    <a:pt x="0" y="0"/>
                  </a:cubicBezTo>
                  <a:cubicBezTo>
                    <a:pt x="0" y="7"/>
                    <a:pt x="0" y="7"/>
                    <a:pt x="0" y="7"/>
                  </a:cubicBezTo>
                  <a:cubicBezTo>
                    <a:pt x="1" y="7"/>
                    <a:pt x="2" y="6"/>
                    <a:pt x="4" y="6"/>
                  </a:cubicBezTo>
                  <a:cubicBezTo>
                    <a:pt x="4" y="6"/>
                    <a:pt x="4" y="6"/>
                    <a:pt x="4" y="6"/>
                  </a:cubicBezTo>
                  <a:cubicBezTo>
                    <a:pt x="4" y="6"/>
                    <a:pt x="4" y="6"/>
                    <a:pt x="4" y="6"/>
                  </a:cubicBezTo>
                  <a:cubicBezTo>
                    <a:pt x="4" y="6"/>
                    <a:pt x="4" y="6"/>
                    <a:pt x="4" y="6"/>
                  </a:cubicBezTo>
                  <a:cubicBezTo>
                    <a:pt x="4" y="5"/>
                    <a:pt x="4" y="5"/>
                    <a:pt x="4" y="5"/>
                  </a:cubicBezTo>
                  <a:cubicBezTo>
                    <a:pt x="5" y="5"/>
                    <a:pt x="5" y="5"/>
                    <a:pt x="5" y="5"/>
                  </a:cubicBezTo>
                  <a:cubicBezTo>
                    <a:pt x="5" y="4"/>
                    <a:pt x="5" y="4"/>
                    <a:pt x="5" y="4"/>
                  </a:cubicBezTo>
                  <a:cubicBezTo>
                    <a:pt x="5" y="4"/>
                    <a:pt x="5" y="4"/>
                    <a:pt x="5" y="4"/>
                  </a:cubicBezTo>
                  <a:cubicBezTo>
                    <a:pt x="6" y="4"/>
                    <a:pt x="6" y="3"/>
                    <a:pt x="7" y="2"/>
                  </a:cubicBezTo>
                  <a:cubicBezTo>
                    <a:pt x="7" y="2"/>
                    <a:pt x="7" y="2"/>
                    <a:pt x="7" y="2"/>
                  </a:cubicBezTo>
                  <a:cubicBezTo>
                    <a:pt x="7" y="1"/>
                    <a:pt x="7" y="1"/>
                    <a:pt x="7" y="1"/>
                  </a:cubicBezTo>
                  <a:cubicBezTo>
                    <a:pt x="7" y="1"/>
                    <a:pt x="7" y="1"/>
                    <a:pt x="7" y="1"/>
                  </a:cubicBezTo>
                  <a:cubicBezTo>
                    <a:pt x="7" y="1"/>
                    <a:pt x="7" y="1"/>
                    <a:pt x="7" y="1"/>
                  </a:cubicBezTo>
                  <a:lnTo>
                    <a:pt x="6"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0" name="Freeform 1488">
              <a:extLst>
                <a:ext uri="{FF2B5EF4-FFF2-40B4-BE49-F238E27FC236}">
                  <a16:creationId xmlns:a16="http://schemas.microsoft.com/office/drawing/2014/main" id="{605381EA-D3C0-4944-98BB-1DCAE13CDF96}"/>
                </a:ext>
              </a:extLst>
            </p:cNvPr>
            <p:cNvSpPr>
              <a:spLocks/>
            </p:cNvSpPr>
            <p:nvPr/>
          </p:nvSpPr>
          <p:spPr bwMode="auto">
            <a:xfrm>
              <a:off x="4446788" y="2982534"/>
              <a:ext cx="10799" cy="5402"/>
            </a:xfrm>
            <a:custGeom>
              <a:avLst/>
              <a:gdLst>
                <a:gd name="T0" fmla="*/ 2 w 2"/>
                <a:gd name="T1" fmla="*/ 1 h 1"/>
                <a:gd name="T2" fmla="*/ 0 w 2"/>
                <a:gd name="T3" fmla="*/ 0 h 1"/>
                <a:gd name="T4" fmla="*/ 2 w 2"/>
                <a:gd name="T5" fmla="*/ 1 h 1"/>
              </a:gdLst>
              <a:ahLst/>
              <a:cxnLst>
                <a:cxn ang="0">
                  <a:pos x="T0" y="T1"/>
                </a:cxn>
                <a:cxn ang="0">
                  <a:pos x="T2" y="T3"/>
                </a:cxn>
                <a:cxn ang="0">
                  <a:pos x="T4" y="T5"/>
                </a:cxn>
              </a:cxnLst>
              <a:rect l="0" t="0" r="r" b="b"/>
              <a:pathLst>
                <a:path w="2" h="1">
                  <a:moveTo>
                    <a:pt x="2" y="1"/>
                  </a:moveTo>
                  <a:cubicBezTo>
                    <a:pt x="1" y="0"/>
                    <a:pt x="1" y="0"/>
                    <a:pt x="0" y="0"/>
                  </a:cubicBezTo>
                  <a:cubicBezTo>
                    <a:pt x="1" y="0"/>
                    <a:pt x="1" y="0"/>
                    <a:pt x="2"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1" name="Freeform 1489">
              <a:extLst>
                <a:ext uri="{FF2B5EF4-FFF2-40B4-BE49-F238E27FC236}">
                  <a16:creationId xmlns:a16="http://schemas.microsoft.com/office/drawing/2014/main" id="{77C73032-DDAB-416E-B2C3-3D9C94094944}"/>
                </a:ext>
              </a:extLst>
            </p:cNvPr>
            <p:cNvSpPr>
              <a:spLocks/>
            </p:cNvSpPr>
            <p:nvPr/>
          </p:nvSpPr>
          <p:spPr bwMode="auto">
            <a:xfrm>
              <a:off x="4462989" y="2987936"/>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2" name="Freeform 1490">
              <a:extLst>
                <a:ext uri="{FF2B5EF4-FFF2-40B4-BE49-F238E27FC236}">
                  <a16:creationId xmlns:a16="http://schemas.microsoft.com/office/drawing/2014/main" id="{BC62582C-4E01-40A9-86CD-9634A821A6D5}"/>
                </a:ext>
              </a:extLst>
            </p:cNvPr>
            <p:cNvSpPr>
              <a:spLocks/>
            </p:cNvSpPr>
            <p:nvPr/>
          </p:nvSpPr>
          <p:spPr bwMode="auto">
            <a:xfrm>
              <a:off x="4425190" y="2982534"/>
              <a:ext cx="21602" cy="0"/>
            </a:xfrm>
            <a:custGeom>
              <a:avLst/>
              <a:gdLst>
                <a:gd name="T0" fmla="*/ 3 w 3"/>
                <a:gd name="T1" fmla="*/ 0 w 3"/>
                <a:gd name="T2" fmla="*/ 3 w 3"/>
              </a:gdLst>
              <a:ahLst/>
              <a:cxnLst>
                <a:cxn ang="0">
                  <a:pos x="T0" y="0"/>
                </a:cxn>
                <a:cxn ang="0">
                  <a:pos x="T1" y="0"/>
                </a:cxn>
                <a:cxn ang="0">
                  <a:pos x="T2" y="0"/>
                </a:cxn>
              </a:cxnLst>
              <a:rect l="0" t="0" r="r" b="b"/>
              <a:pathLst>
                <a:path w="3">
                  <a:moveTo>
                    <a:pt x="3" y="0"/>
                  </a:moveTo>
                  <a:cubicBezTo>
                    <a:pt x="2" y="0"/>
                    <a:pt x="1" y="0"/>
                    <a:pt x="0" y="0"/>
                  </a:cubicBezTo>
                  <a:cubicBezTo>
                    <a:pt x="1" y="0"/>
                    <a:pt x="2" y="0"/>
                    <a:pt x="3"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3" name="Freeform 1491">
              <a:extLst>
                <a:ext uri="{FF2B5EF4-FFF2-40B4-BE49-F238E27FC236}">
                  <a16:creationId xmlns:a16="http://schemas.microsoft.com/office/drawing/2014/main" id="{F17E6871-A60C-4407-B62D-7235D81D7647}"/>
                </a:ext>
              </a:extLst>
            </p:cNvPr>
            <p:cNvSpPr>
              <a:spLocks/>
            </p:cNvSpPr>
            <p:nvPr/>
          </p:nvSpPr>
          <p:spPr bwMode="auto">
            <a:xfrm>
              <a:off x="4419789" y="2982534"/>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0" y="0"/>
                    <a:pt x="0" y="0"/>
                    <a:pt x="1" y="0"/>
                  </a:cubicBezTo>
                  <a:cubicBezTo>
                    <a:pt x="0"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4" name="Freeform 1492">
              <a:extLst>
                <a:ext uri="{FF2B5EF4-FFF2-40B4-BE49-F238E27FC236}">
                  <a16:creationId xmlns:a16="http://schemas.microsoft.com/office/drawing/2014/main" id="{42F6EAA8-94CC-4933-955A-21359861AE0C}"/>
                </a:ext>
              </a:extLst>
            </p:cNvPr>
            <p:cNvSpPr>
              <a:spLocks/>
            </p:cNvSpPr>
            <p:nvPr/>
          </p:nvSpPr>
          <p:spPr bwMode="auto">
            <a:xfrm>
              <a:off x="4354991" y="2982534"/>
              <a:ext cx="53999" cy="43200"/>
            </a:xfrm>
            <a:custGeom>
              <a:avLst/>
              <a:gdLst>
                <a:gd name="T0" fmla="*/ 7 w 9"/>
                <a:gd name="T1" fmla="*/ 0 h 7"/>
                <a:gd name="T2" fmla="*/ 4 w 9"/>
                <a:gd name="T3" fmla="*/ 0 h 7"/>
                <a:gd name="T4" fmla="*/ 4 w 9"/>
                <a:gd name="T5" fmla="*/ 0 h 7"/>
                <a:gd name="T6" fmla="*/ 2 w 9"/>
                <a:gd name="T7" fmla="*/ 1 h 7"/>
                <a:gd name="T8" fmla="*/ 1 w 9"/>
                <a:gd name="T9" fmla="*/ 1 h 7"/>
                <a:gd name="T10" fmla="*/ 0 w 9"/>
                <a:gd name="T11" fmla="*/ 1 h 7"/>
                <a:gd name="T12" fmla="*/ 0 w 9"/>
                <a:gd name="T13" fmla="*/ 1 h 7"/>
                <a:gd name="T14" fmla="*/ 0 w 9"/>
                <a:gd name="T15" fmla="*/ 1 h 7"/>
                <a:gd name="T16" fmla="*/ 1 w 9"/>
                <a:gd name="T17" fmla="*/ 2 h 7"/>
                <a:gd name="T18" fmla="*/ 1 w 9"/>
                <a:gd name="T19" fmla="*/ 2 h 7"/>
                <a:gd name="T20" fmla="*/ 1 w 9"/>
                <a:gd name="T21" fmla="*/ 3 h 7"/>
                <a:gd name="T22" fmla="*/ 2 w 9"/>
                <a:gd name="T23" fmla="*/ 3 h 7"/>
                <a:gd name="T24" fmla="*/ 2 w 9"/>
                <a:gd name="T25" fmla="*/ 4 h 7"/>
                <a:gd name="T26" fmla="*/ 3 w 9"/>
                <a:gd name="T27" fmla="*/ 5 h 7"/>
                <a:gd name="T28" fmla="*/ 3 w 9"/>
                <a:gd name="T29" fmla="*/ 5 h 7"/>
                <a:gd name="T30" fmla="*/ 3 w 9"/>
                <a:gd name="T31" fmla="*/ 5 h 7"/>
                <a:gd name="T32" fmla="*/ 4 w 9"/>
                <a:gd name="T33" fmla="*/ 6 h 7"/>
                <a:gd name="T34" fmla="*/ 4 w 9"/>
                <a:gd name="T35" fmla="*/ 6 h 7"/>
                <a:gd name="T36" fmla="*/ 4 w 9"/>
                <a:gd name="T37" fmla="*/ 6 h 7"/>
                <a:gd name="T38" fmla="*/ 9 w 9"/>
                <a:gd name="T39" fmla="*/ 7 h 7"/>
                <a:gd name="T40" fmla="*/ 9 w 9"/>
                <a:gd name="T41" fmla="*/ 0 h 7"/>
                <a:gd name="T42" fmla="*/ 7 w 9"/>
                <a:gd name="T43" fmla="*/ 0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9" h="7">
                  <a:moveTo>
                    <a:pt x="7" y="0"/>
                  </a:moveTo>
                  <a:cubicBezTo>
                    <a:pt x="6" y="0"/>
                    <a:pt x="5" y="0"/>
                    <a:pt x="4" y="0"/>
                  </a:cubicBezTo>
                  <a:cubicBezTo>
                    <a:pt x="4" y="0"/>
                    <a:pt x="4" y="0"/>
                    <a:pt x="4" y="0"/>
                  </a:cubicBezTo>
                  <a:cubicBezTo>
                    <a:pt x="3" y="0"/>
                    <a:pt x="2" y="0"/>
                    <a:pt x="2" y="1"/>
                  </a:cubicBezTo>
                  <a:cubicBezTo>
                    <a:pt x="1" y="1"/>
                    <a:pt x="1" y="1"/>
                    <a:pt x="1" y="1"/>
                  </a:cubicBezTo>
                  <a:cubicBezTo>
                    <a:pt x="0" y="1"/>
                    <a:pt x="0" y="1"/>
                    <a:pt x="0" y="1"/>
                  </a:cubicBezTo>
                  <a:cubicBezTo>
                    <a:pt x="0" y="1"/>
                    <a:pt x="0" y="1"/>
                    <a:pt x="0" y="1"/>
                  </a:cubicBezTo>
                  <a:cubicBezTo>
                    <a:pt x="0" y="1"/>
                    <a:pt x="0" y="1"/>
                    <a:pt x="0" y="1"/>
                  </a:cubicBezTo>
                  <a:cubicBezTo>
                    <a:pt x="1" y="2"/>
                    <a:pt x="1" y="2"/>
                    <a:pt x="1" y="2"/>
                  </a:cubicBezTo>
                  <a:cubicBezTo>
                    <a:pt x="1" y="2"/>
                    <a:pt x="1" y="2"/>
                    <a:pt x="1" y="2"/>
                  </a:cubicBezTo>
                  <a:cubicBezTo>
                    <a:pt x="1" y="3"/>
                    <a:pt x="1" y="3"/>
                    <a:pt x="1" y="3"/>
                  </a:cubicBezTo>
                  <a:cubicBezTo>
                    <a:pt x="2" y="3"/>
                    <a:pt x="2" y="3"/>
                    <a:pt x="2" y="3"/>
                  </a:cubicBezTo>
                  <a:cubicBezTo>
                    <a:pt x="2" y="4"/>
                    <a:pt x="2" y="4"/>
                    <a:pt x="2" y="4"/>
                  </a:cubicBezTo>
                  <a:cubicBezTo>
                    <a:pt x="2" y="4"/>
                    <a:pt x="3" y="5"/>
                    <a:pt x="3" y="5"/>
                  </a:cubicBezTo>
                  <a:cubicBezTo>
                    <a:pt x="3" y="5"/>
                    <a:pt x="3" y="5"/>
                    <a:pt x="3" y="5"/>
                  </a:cubicBezTo>
                  <a:cubicBezTo>
                    <a:pt x="3" y="5"/>
                    <a:pt x="3" y="5"/>
                    <a:pt x="3" y="5"/>
                  </a:cubicBezTo>
                  <a:cubicBezTo>
                    <a:pt x="4" y="6"/>
                    <a:pt x="4" y="6"/>
                    <a:pt x="4" y="6"/>
                  </a:cubicBezTo>
                  <a:cubicBezTo>
                    <a:pt x="4" y="6"/>
                    <a:pt x="4" y="6"/>
                    <a:pt x="4" y="6"/>
                  </a:cubicBezTo>
                  <a:cubicBezTo>
                    <a:pt x="4" y="6"/>
                    <a:pt x="4" y="6"/>
                    <a:pt x="4" y="6"/>
                  </a:cubicBezTo>
                  <a:cubicBezTo>
                    <a:pt x="6" y="6"/>
                    <a:pt x="7" y="7"/>
                    <a:pt x="9" y="7"/>
                  </a:cubicBezTo>
                  <a:cubicBezTo>
                    <a:pt x="9" y="0"/>
                    <a:pt x="9" y="0"/>
                    <a:pt x="9" y="0"/>
                  </a:cubicBezTo>
                  <a:cubicBezTo>
                    <a:pt x="8" y="0"/>
                    <a:pt x="8" y="0"/>
                    <a:pt x="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5" name="Freeform 1493">
              <a:extLst>
                <a:ext uri="{FF2B5EF4-FFF2-40B4-BE49-F238E27FC236}">
                  <a16:creationId xmlns:a16="http://schemas.microsoft.com/office/drawing/2014/main" id="{62F42AA0-87B5-4780-987E-0B048DBAB693}"/>
                </a:ext>
              </a:extLst>
            </p:cNvPr>
            <p:cNvSpPr>
              <a:spLocks/>
            </p:cNvSpPr>
            <p:nvPr/>
          </p:nvSpPr>
          <p:spPr bwMode="auto">
            <a:xfrm>
              <a:off x="4354991" y="2987936"/>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6" name="Freeform 1494">
              <a:extLst>
                <a:ext uri="{FF2B5EF4-FFF2-40B4-BE49-F238E27FC236}">
                  <a16:creationId xmlns:a16="http://schemas.microsoft.com/office/drawing/2014/main" id="{48B4D7D5-E780-4B5E-99E9-A990E222132A}"/>
                </a:ext>
              </a:extLst>
            </p:cNvPr>
            <p:cNvSpPr>
              <a:spLocks/>
            </p:cNvSpPr>
            <p:nvPr/>
          </p:nvSpPr>
          <p:spPr bwMode="auto">
            <a:xfrm>
              <a:off x="4381990" y="2982534"/>
              <a:ext cx="16201" cy="0"/>
            </a:xfrm>
            <a:custGeom>
              <a:avLst/>
              <a:gdLst>
                <a:gd name="T0" fmla="*/ 3 w 3"/>
                <a:gd name="T1" fmla="*/ 0 w 3"/>
                <a:gd name="T2" fmla="*/ 3 w 3"/>
              </a:gdLst>
              <a:ahLst/>
              <a:cxnLst>
                <a:cxn ang="0">
                  <a:pos x="T0" y="0"/>
                </a:cxn>
                <a:cxn ang="0">
                  <a:pos x="T1" y="0"/>
                </a:cxn>
                <a:cxn ang="0">
                  <a:pos x="T2" y="0"/>
                </a:cxn>
              </a:cxnLst>
              <a:rect l="0" t="0" r="r" b="b"/>
              <a:pathLst>
                <a:path w="3">
                  <a:moveTo>
                    <a:pt x="3" y="0"/>
                  </a:moveTo>
                  <a:cubicBezTo>
                    <a:pt x="2" y="0"/>
                    <a:pt x="1" y="0"/>
                    <a:pt x="0" y="0"/>
                  </a:cubicBezTo>
                  <a:cubicBezTo>
                    <a:pt x="1" y="0"/>
                    <a:pt x="2" y="0"/>
                    <a:pt x="3"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7" name="Freeform 1495">
              <a:extLst>
                <a:ext uri="{FF2B5EF4-FFF2-40B4-BE49-F238E27FC236}">
                  <a16:creationId xmlns:a16="http://schemas.microsoft.com/office/drawing/2014/main" id="{AC5145F8-BDF0-446A-8A75-40C73666CC31}"/>
                </a:ext>
              </a:extLst>
            </p:cNvPr>
            <p:cNvSpPr>
              <a:spLocks/>
            </p:cNvSpPr>
            <p:nvPr/>
          </p:nvSpPr>
          <p:spPr bwMode="auto">
            <a:xfrm>
              <a:off x="4398191" y="2982534"/>
              <a:ext cx="10799" cy="0"/>
            </a:xfrm>
            <a:custGeom>
              <a:avLst/>
              <a:gdLst>
                <a:gd name="T0" fmla="*/ 2 w 2"/>
                <a:gd name="T1" fmla="*/ 2 w 2"/>
                <a:gd name="T2" fmla="*/ 0 w 2"/>
                <a:gd name="T3" fmla="*/ 2 w 2"/>
              </a:gdLst>
              <a:ahLst/>
              <a:cxnLst>
                <a:cxn ang="0">
                  <a:pos x="T0" y="0"/>
                </a:cxn>
                <a:cxn ang="0">
                  <a:pos x="T1" y="0"/>
                </a:cxn>
                <a:cxn ang="0">
                  <a:pos x="T2" y="0"/>
                </a:cxn>
                <a:cxn ang="0">
                  <a:pos x="T3" y="0"/>
                </a:cxn>
              </a:cxnLst>
              <a:rect l="0" t="0" r="r" b="b"/>
              <a:pathLst>
                <a:path w="2">
                  <a:moveTo>
                    <a:pt x="2" y="0"/>
                  </a:moveTo>
                  <a:cubicBezTo>
                    <a:pt x="2" y="0"/>
                    <a:pt x="2" y="0"/>
                    <a:pt x="2" y="0"/>
                  </a:cubicBezTo>
                  <a:cubicBezTo>
                    <a:pt x="1" y="0"/>
                    <a:pt x="1" y="0"/>
                    <a:pt x="0" y="0"/>
                  </a:cubicBezTo>
                  <a:cubicBezTo>
                    <a:pt x="1" y="0"/>
                    <a:pt x="1"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8" name="Freeform 1496">
              <a:extLst>
                <a:ext uri="{FF2B5EF4-FFF2-40B4-BE49-F238E27FC236}">
                  <a16:creationId xmlns:a16="http://schemas.microsoft.com/office/drawing/2014/main" id="{8FF4E888-BEA8-4914-A4E3-64F896311449}"/>
                </a:ext>
              </a:extLst>
            </p:cNvPr>
            <p:cNvSpPr>
              <a:spLocks/>
            </p:cNvSpPr>
            <p:nvPr/>
          </p:nvSpPr>
          <p:spPr bwMode="auto">
            <a:xfrm>
              <a:off x="4365790" y="2982534"/>
              <a:ext cx="16201" cy="5402"/>
            </a:xfrm>
            <a:custGeom>
              <a:avLst/>
              <a:gdLst>
                <a:gd name="T0" fmla="*/ 2 w 2"/>
                <a:gd name="T1" fmla="*/ 0 h 1"/>
                <a:gd name="T2" fmla="*/ 0 w 2"/>
                <a:gd name="T3" fmla="*/ 1 h 1"/>
                <a:gd name="T4" fmla="*/ 2 w 2"/>
                <a:gd name="T5" fmla="*/ 0 h 1"/>
              </a:gdLst>
              <a:ahLst/>
              <a:cxnLst>
                <a:cxn ang="0">
                  <a:pos x="T0" y="T1"/>
                </a:cxn>
                <a:cxn ang="0">
                  <a:pos x="T2" y="T3"/>
                </a:cxn>
                <a:cxn ang="0">
                  <a:pos x="T4" y="T5"/>
                </a:cxn>
              </a:cxnLst>
              <a:rect l="0" t="0" r="r" b="b"/>
              <a:pathLst>
                <a:path w="2" h="1">
                  <a:moveTo>
                    <a:pt x="2" y="0"/>
                  </a:moveTo>
                  <a:cubicBezTo>
                    <a:pt x="1" y="0"/>
                    <a:pt x="0" y="0"/>
                    <a:pt x="0" y="1"/>
                  </a:cubicBezTo>
                  <a:cubicBezTo>
                    <a:pt x="0" y="0"/>
                    <a:pt x="1"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79" name="Rectangle 1497">
              <a:extLst>
                <a:ext uri="{FF2B5EF4-FFF2-40B4-BE49-F238E27FC236}">
                  <a16:creationId xmlns:a16="http://schemas.microsoft.com/office/drawing/2014/main" id="{5796BB0D-5C2E-441E-A72D-3EEA20DF71C5}"/>
                </a:ext>
              </a:extLst>
            </p:cNvPr>
            <p:cNvSpPr>
              <a:spLocks noChangeArrowheads="1"/>
            </p:cNvSpPr>
            <p:nvPr/>
          </p:nvSpPr>
          <p:spPr bwMode="auto">
            <a:xfrm>
              <a:off x="4354991" y="2987936"/>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0" name="Freeform 1498">
              <a:extLst>
                <a:ext uri="{FF2B5EF4-FFF2-40B4-BE49-F238E27FC236}">
                  <a16:creationId xmlns:a16="http://schemas.microsoft.com/office/drawing/2014/main" id="{7A846D35-1FB8-4C2E-854F-40B362AB4B04}"/>
                </a:ext>
              </a:extLst>
            </p:cNvPr>
            <p:cNvSpPr>
              <a:spLocks/>
            </p:cNvSpPr>
            <p:nvPr/>
          </p:nvSpPr>
          <p:spPr bwMode="auto">
            <a:xfrm>
              <a:off x="4360388" y="29933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1" name="Freeform 1499">
              <a:extLst>
                <a:ext uri="{FF2B5EF4-FFF2-40B4-BE49-F238E27FC236}">
                  <a16:creationId xmlns:a16="http://schemas.microsoft.com/office/drawing/2014/main" id="{858241BE-2A40-4C79-A4BA-28F06C20BDF6}"/>
                </a:ext>
              </a:extLst>
            </p:cNvPr>
            <p:cNvSpPr>
              <a:spLocks/>
            </p:cNvSpPr>
            <p:nvPr/>
          </p:nvSpPr>
          <p:spPr bwMode="auto">
            <a:xfrm>
              <a:off x="4376589" y="3009533"/>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2" name="Freeform 1500">
              <a:extLst>
                <a:ext uri="{FF2B5EF4-FFF2-40B4-BE49-F238E27FC236}">
                  <a16:creationId xmlns:a16="http://schemas.microsoft.com/office/drawing/2014/main" id="{32BFF201-A437-4869-B01B-70469EAEFC5E}"/>
                </a:ext>
              </a:extLst>
            </p:cNvPr>
            <p:cNvSpPr>
              <a:spLocks/>
            </p:cNvSpPr>
            <p:nvPr/>
          </p:nvSpPr>
          <p:spPr bwMode="auto">
            <a:xfrm>
              <a:off x="4365790" y="29987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3" name="Freeform 1501">
              <a:extLst>
                <a:ext uri="{FF2B5EF4-FFF2-40B4-BE49-F238E27FC236}">
                  <a16:creationId xmlns:a16="http://schemas.microsoft.com/office/drawing/2014/main" id="{2AB52C8E-07AB-4335-B917-35ACAB8F419C}"/>
                </a:ext>
              </a:extLst>
            </p:cNvPr>
            <p:cNvSpPr>
              <a:spLocks/>
            </p:cNvSpPr>
            <p:nvPr/>
          </p:nvSpPr>
          <p:spPr bwMode="auto">
            <a:xfrm>
              <a:off x="4354991" y="2987936"/>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4" name="Rectangle 1502">
              <a:extLst>
                <a:ext uri="{FF2B5EF4-FFF2-40B4-BE49-F238E27FC236}">
                  <a16:creationId xmlns:a16="http://schemas.microsoft.com/office/drawing/2014/main" id="{C49E7A61-EB63-40C9-9E27-AEFD14C4314C}"/>
                </a:ext>
              </a:extLst>
            </p:cNvPr>
            <p:cNvSpPr>
              <a:spLocks noChangeArrowheads="1"/>
            </p:cNvSpPr>
            <p:nvPr/>
          </p:nvSpPr>
          <p:spPr bwMode="auto">
            <a:xfrm>
              <a:off x="4381990" y="3014935"/>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5" name="Freeform 1503">
              <a:extLst>
                <a:ext uri="{FF2B5EF4-FFF2-40B4-BE49-F238E27FC236}">
                  <a16:creationId xmlns:a16="http://schemas.microsoft.com/office/drawing/2014/main" id="{6CE85DB5-2187-4629-8F77-294113E26F59}"/>
                </a:ext>
              </a:extLst>
            </p:cNvPr>
            <p:cNvSpPr>
              <a:spLocks/>
            </p:cNvSpPr>
            <p:nvPr/>
          </p:nvSpPr>
          <p:spPr bwMode="auto">
            <a:xfrm>
              <a:off x="4376589" y="3009533"/>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6" name="Rectangle 1504">
              <a:extLst>
                <a:ext uri="{FF2B5EF4-FFF2-40B4-BE49-F238E27FC236}">
                  <a16:creationId xmlns:a16="http://schemas.microsoft.com/office/drawing/2014/main" id="{F97EB575-B4CA-4FE4-8410-FFBF99975F40}"/>
                </a:ext>
              </a:extLst>
            </p:cNvPr>
            <p:cNvSpPr>
              <a:spLocks noChangeArrowheads="1"/>
            </p:cNvSpPr>
            <p:nvPr/>
          </p:nvSpPr>
          <p:spPr bwMode="auto">
            <a:xfrm>
              <a:off x="4354991" y="2987936"/>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7" name="Freeform 1505">
              <a:extLst>
                <a:ext uri="{FF2B5EF4-FFF2-40B4-BE49-F238E27FC236}">
                  <a16:creationId xmlns:a16="http://schemas.microsoft.com/office/drawing/2014/main" id="{1474875D-AE98-4C13-B424-F80ABAA735D5}"/>
                </a:ext>
              </a:extLst>
            </p:cNvPr>
            <p:cNvSpPr>
              <a:spLocks/>
            </p:cNvSpPr>
            <p:nvPr/>
          </p:nvSpPr>
          <p:spPr bwMode="auto">
            <a:xfrm>
              <a:off x="4457591" y="2987936"/>
              <a:ext cx="37798" cy="26999"/>
            </a:xfrm>
            <a:custGeom>
              <a:avLst/>
              <a:gdLst>
                <a:gd name="T0" fmla="*/ 6 w 7"/>
                <a:gd name="T1" fmla="*/ 1 h 5"/>
                <a:gd name="T2" fmla="*/ 3 w 7"/>
                <a:gd name="T3" fmla="*/ 0 h 5"/>
                <a:gd name="T4" fmla="*/ 3 w 7"/>
                <a:gd name="T5" fmla="*/ 2 h 5"/>
                <a:gd name="T6" fmla="*/ 2 w 7"/>
                <a:gd name="T7" fmla="*/ 2 h 5"/>
                <a:gd name="T8" fmla="*/ 2 w 7"/>
                <a:gd name="T9" fmla="*/ 3 h 5"/>
                <a:gd name="T10" fmla="*/ 0 w 7"/>
                <a:gd name="T11" fmla="*/ 5 h 5"/>
                <a:gd name="T12" fmla="*/ 0 w 7"/>
                <a:gd name="T13" fmla="*/ 5 h 5"/>
                <a:gd name="T14" fmla="*/ 7 w 7"/>
                <a:gd name="T15" fmla="*/ 2 h 5"/>
                <a:gd name="T16" fmla="*/ 6 w 7"/>
                <a:gd name="T17" fmla="*/ 1 h 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7" h="5">
                  <a:moveTo>
                    <a:pt x="6" y="1"/>
                  </a:moveTo>
                  <a:cubicBezTo>
                    <a:pt x="5" y="1"/>
                    <a:pt x="4" y="1"/>
                    <a:pt x="3" y="0"/>
                  </a:cubicBezTo>
                  <a:cubicBezTo>
                    <a:pt x="3" y="1"/>
                    <a:pt x="3" y="1"/>
                    <a:pt x="3" y="2"/>
                  </a:cubicBezTo>
                  <a:cubicBezTo>
                    <a:pt x="2" y="2"/>
                    <a:pt x="2" y="2"/>
                    <a:pt x="2" y="2"/>
                  </a:cubicBezTo>
                  <a:cubicBezTo>
                    <a:pt x="2" y="3"/>
                    <a:pt x="2" y="3"/>
                    <a:pt x="2" y="3"/>
                  </a:cubicBezTo>
                  <a:cubicBezTo>
                    <a:pt x="1" y="3"/>
                    <a:pt x="1" y="4"/>
                    <a:pt x="0" y="5"/>
                  </a:cubicBezTo>
                  <a:cubicBezTo>
                    <a:pt x="0" y="5"/>
                    <a:pt x="0" y="5"/>
                    <a:pt x="0" y="5"/>
                  </a:cubicBezTo>
                  <a:cubicBezTo>
                    <a:pt x="3" y="4"/>
                    <a:pt x="5" y="3"/>
                    <a:pt x="7" y="2"/>
                  </a:cubicBezTo>
                  <a:cubicBezTo>
                    <a:pt x="6" y="1"/>
                    <a:pt x="6" y="1"/>
                    <a:pt x="6"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8" name="Freeform 1506">
              <a:extLst>
                <a:ext uri="{FF2B5EF4-FFF2-40B4-BE49-F238E27FC236}">
                  <a16:creationId xmlns:a16="http://schemas.microsoft.com/office/drawing/2014/main" id="{1C5636D8-BA7B-444D-852B-B1FD0C77390B}"/>
                </a:ext>
              </a:extLst>
            </p:cNvPr>
            <p:cNvSpPr>
              <a:spLocks/>
            </p:cNvSpPr>
            <p:nvPr/>
          </p:nvSpPr>
          <p:spPr bwMode="auto">
            <a:xfrm>
              <a:off x="4473792" y="2987936"/>
              <a:ext cx="0" cy="10799"/>
            </a:xfrm>
            <a:custGeom>
              <a:avLst/>
              <a:gdLst>
                <a:gd name="T0" fmla="*/ 2 h 2"/>
                <a:gd name="T1" fmla="*/ 0 h 2"/>
                <a:gd name="T2" fmla="*/ 0 h 2"/>
                <a:gd name="T3" fmla="*/ 2 h 2"/>
              </a:gdLst>
              <a:ahLst/>
              <a:cxnLst>
                <a:cxn ang="0">
                  <a:pos x="0" y="T0"/>
                </a:cxn>
                <a:cxn ang="0">
                  <a:pos x="0" y="T1"/>
                </a:cxn>
                <a:cxn ang="0">
                  <a:pos x="0" y="T2"/>
                </a:cxn>
                <a:cxn ang="0">
                  <a:pos x="0" y="T3"/>
                </a:cxn>
              </a:cxnLst>
              <a:rect l="0" t="0" r="r" b="b"/>
              <a:pathLst>
                <a:path h="2">
                  <a:moveTo>
                    <a:pt x="0" y="2"/>
                  </a:moveTo>
                  <a:cubicBezTo>
                    <a:pt x="0" y="1"/>
                    <a:pt x="0" y="1"/>
                    <a:pt x="0" y="0"/>
                  </a:cubicBezTo>
                  <a:cubicBezTo>
                    <a:pt x="0" y="0"/>
                    <a:pt x="0" y="0"/>
                    <a:pt x="0" y="0"/>
                  </a:cubicBezTo>
                  <a:cubicBezTo>
                    <a:pt x="0" y="1"/>
                    <a:pt x="0" y="1"/>
                    <a:pt x="0"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89" name="Freeform 1507">
              <a:extLst>
                <a:ext uri="{FF2B5EF4-FFF2-40B4-BE49-F238E27FC236}">
                  <a16:creationId xmlns:a16="http://schemas.microsoft.com/office/drawing/2014/main" id="{0470F16B-C05D-46AC-8B98-DBD9F97C49CB}"/>
                </a:ext>
              </a:extLst>
            </p:cNvPr>
            <p:cNvSpPr>
              <a:spLocks/>
            </p:cNvSpPr>
            <p:nvPr/>
          </p:nvSpPr>
          <p:spPr bwMode="auto">
            <a:xfrm>
              <a:off x="4468390" y="29987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0" name="Rectangle 1508">
              <a:extLst>
                <a:ext uri="{FF2B5EF4-FFF2-40B4-BE49-F238E27FC236}">
                  <a16:creationId xmlns:a16="http://schemas.microsoft.com/office/drawing/2014/main" id="{54CEF839-D7BE-4115-A478-659C4CB98C23}"/>
                </a:ext>
              </a:extLst>
            </p:cNvPr>
            <p:cNvSpPr>
              <a:spLocks noChangeArrowheads="1"/>
            </p:cNvSpPr>
            <p:nvPr/>
          </p:nvSpPr>
          <p:spPr bwMode="auto">
            <a:xfrm>
              <a:off x="4457591" y="3014935"/>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1" name="Freeform 1509">
              <a:extLst>
                <a:ext uri="{FF2B5EF4-FFF2-40B4-BE49-F238E27FC236}">
                  <a16:creationId xmlns:a16="http://schemas.microsoft.com/office/drawing/2014/main" id="{328D52E9-B577-425B-9833-2662EFFEDF6D}"/>
                </a:ext>
              </a:extLst>
            </p:cNvPr>
            <p:cNvSpPr>
              <a:spLocks/>
            </p:cNvSpPr>
            <p:nvPr/>
          </p:nvSpPr>
          <p:spPr bwMode="auto">
            <a:xfrm>
              <a:off x="4479189" y="2928535"/>
              <a:ext cx="80998" cy="64802"/>
            </a:xfrm>
            <a:custGeom>
              <a:avLst/>
              <a:gdLst>
                <a:gd name="T0" fmla="*/ 5 w 14"/>
                <a:gd name="T1" fmla="*/ 0 h 11"/>
                <a:gd name="T2" fmla="*/ 4 w 14"/>
                <a:gd name="T3" fmla="*/ 2 h 11"/>
                <a:gd name="T4" fmla="*/ 4 w 14"/>
                <a:gd name="T5" fmla="*/ 2 h 11"/>
                <a:gd name="T6" fmla="*/ 3 w 14"/>
                <a:gd name="T7" fmla="*/ 5 h 11"/>
                <a:gd name="T8" fmla="*/ 3 w 14"/>
                <a:gd name="T9" fmla="*/ 5 h 11"/>
                <a:gd name="T10" fmla="*/ 1 w 14"/>
                <a:gd name="T11" fmla="*/ 7 h 11"/>
                <a:gd name="T12" fmla="*/ 1 w 14"/>
                <a:gd name="T13" fmla="*/ 8 h 11"/>
                <a:gd name="T14" fmla="*/ 0 w 14"/>
                <a:gd name="T15" fmla="*/ 9 h 11"/>
                <a:gd name="T16" fmla="*/ 0 w 14"/>
                <a:gd name="T17" fmla="*/ 9 h 11"/>
                <a:gd name="T18" fmla="*/ 0 w 14"/>
                <a:gd name="T19" fmla="*/ 9 h 11"/>
                <a:gd name="T20" fmla="*/ 2 w 14"/>
                <a:gd name="T21" fmla="*/ 9 h 11"/>
                <a:gd name="T22" fmla="*/ 3 w 14"/>
                <a:gd name="T23" fmla="*/ 10 h 11"/>
                <a:gd name="T24" fmla="*/ 5 w 14"/>
                <a:gd name="T25" fmla="*/ 11 h 11"/>
                <a:gd name="T26" fmla="*/ 14 w 14"/>
                <a:gd name="T27" fmla="*/ 0 h 11"/>
                <a:gd name="T28" fmla="*/ 5 w 14"/>
                <a:gd name="T2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 h="11">
                  <a:moveTo>
                    <a:pt x="5" y="0"/>
                  </a:moveTo>
                  <a:cubicBezTo>
                    <a:pt x="5" y="1"/>
                    <a:pt x="4" y="1"/>
                    <a:pt x="4" y="2"/>
                  </a:cubicBezTo>
                  <a:cubicBezTo>
                    <a:pt x="4" y="2"/>
                    <a:pt x="4" y="2"/>
                    <a:pt x="4" y="2"/>
                  </a:cubicBezTo>
                  <a:cubicBezTo>
                    <a:pt x="4" y="3"/>
                    <a:pt x="3" y="4"/>
                    <a:pt x="3" y="5"/>
                  </a:cubicBezTo>
                  <a:cubicBezTo>
                    <a:pt x="3" y="5"/>
                    <a:pt x="3" y="5"/>
                    <a:pt x="3" y="5"/>
                  </a:cubicBezTo>
                  <a:cubicBezTo>
                    <a:pt x="2" y="6"/>
                    <a:pt x="2" y="6"/>
                    <a:pt x="1" y="7"/>
                  </a:cubicBezTo>
                  <a:cubicBezTo>
                    <a:pt x="1" y="8"/>
                    <a:pt x="1" y="8"/>
                    <a:pt x="1" y="8"/>
                  </a:cubicBezTo>
                  <a:cubicBezTo>
                    <a:pt x="1" y="8"/>
                    <a:pt x="1" y="8"/>
                    <a:pt x="0" y="9"/>
                  </a:cubicBezTo>
                  <a:cubicBezTo>
                    <a:pt x="0" y="9"/>
                    <a:pt x="0" y="9"/>
                    <a:pt x="0" y="9"/>
                  </a:cubicBezTo>
                  <a:cubicBezTo>
                    <a:pt x="0" y="9"/>
                    <a:pt x="0" y="9"/>
                    <a:pt x="0" y="9"/>
                  </a:cubicBezTo>
                  <a:cubicBezTo>
                    <a:pt x="1" y="9"/>
                    <a:pt x="1" y="9"/>
                    <a:pt x="2" y="9"/>
                  </a:cubicBezTo>
                  <a:cubicBezTo>
                    <a:pt x="3" y="10"/>
                    <a:pt x="3" y="10"/>
                    <a:pt x="3" y="10"/>
                  </a:cubicBezTo>
                  <a:cubicBezTo>
                    <a:pt x="3" y="10"/>
                    <a:pt x="4" y="10"/>
                    <a:pt x="5" y="11"/>
                  </a:cubicBezTo>
                  <a:cubicBezTo>
                    <a:pt x="9" y="8"/>
                    <a:pt x="12" y="4"/>
                    <a:pt x="14" y="0"/>
                  </a:cubicBezTo>
                  <a:cubicBezTo>
                    <a:pt x="5" y="0"/>
                    <a:pt x="5" y="0"/>
                    <a:pt x="5"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2" name="Freeform 1510">
              <a:extLst>
                <a:ext uri="{FF2B5EF4-FFF2-40B4-BE49-F238E27FC236}">
                  <a16:creationId xmlns:a16="http://schemas.microsoft.com/office/drawing/2014/main" id="{BE9E078D-1D52-4684-BB7B-8C442842A5EB}"/>
                </a:ext>
              </a:extLst>
            </p:cNvPr>
            <p:cNvSpPr>
              <a:spLocks/>
            </p:cNvSpPr>
            <p:nvPr/>
          </p:nvSpPr>
          <p:spPr bwMode="auto">
            <a:xfrm>
              <a:off x="4500791" y="2939334"/>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3" name="Freeform 1511">
              <a:extLst>
                <a:ext uri="{FF2B5EF4-FFF2-40B4-BE49-F238E27FC236}">
                  <a16:creationId xmlns:a16="http://schemas.microsoft.com/office/drawing/2014/main" id="{193E36DE-38D2-4606-8DC5-B15A5A247D71}"/>
                </a:ext>
              </a:extLst>
            </p:cNvPr>
            <p:cNvSpPr>
              <a:spLocks/>
            </p:cNvSpPr>
            <p:nvPr/>
          </p:nvSpPr>
          <p:spPr bwMode="auto">
            <a:xfrm>
              <a:off x="4484591" y="2971735"/>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4" name="Freeform 1512">
              <a:extLst>
                <a:ext uri="{FF2B5EF4-FFF2-40B4-BE49-F238E27FC236}">
                  <a16:creationId xmlns:a16="http://schemas.microsoft.com/office/drawing/2014/main" id="{7E0778AE-56A2-4AF7-8176-4CA271A2C506}"/>
                </a:ext>
              </a:extLst>
            </p:cNvPr>
            <p:cNvSpPr>
              <a:spLocks/>
            </p:cNvSpPr>
            <p:nvPr/>
          </p:nvSpPr>
          <p:spPr bwMode="auto">
            <a:xfrm>
              <a:off x="4495390" y="2960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5" name="Rectangle 1513">
              <a:extLst>
                <a:ext uri="{FF2B5EF4-FFF2-40B4-BE49-F238E27FC236}">
                  <a16:creationId xmlns:a16="http://schemas.microsoft.com/office/drawing/2014/main" id="{9E8C024E-8939-4401-A5C8-97333E1E7985}"/>
                </a:ext>
              </a:extLst>
            </p:cNvPr>
            <p:cNvSpPr>
              <a:spLocks noChangeArrowheads="1"/>
            </p:cNvSpPr>
            <p:nvPr/>
          </p:nvSpPr>
          <p:spPr bwMode="auto">
            <a:xfrm>
              <a:off x="4479189" y="29825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6" name="Freeform 1514">
              <a:extLst>
                <a:ext uri="{FF2B5EF4-FFF2-40B4-BE49-F238E27FC236}">
                  <a16:creationId xmlns:a16="http://schemas.microsoft.com/office/drawing/2014/main" id="{6991314D-05B8-486B-8E09-D7105A42E078}"/>
                </a:ext>
              </a:extLst>
            </p:cNvPr>
            <p:cNvSpPr>
              <a:spLocks/>
            </p:cNvSpPr>
            <p:nvPr/>
          </p:nvSpPr>
          <p:spPr bwMode="auto">
            <a:xfrm>
              <a:off x="4489988" y="2982534"/>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7" name="Freeform 1515">
              <a:extLst>
                <a:ext uri="{FF2B5EF4-FFF2-40B4-BE49-F238E27FC236}">
                  <a16:creationId xmlns:a16="http://schemas.microsoft.com/office/drawing/2014/main" id="{54C3E2B5-359B-4607-A774-28C019A9475C}"/>
                </a:ext>
              </a:extLst>
            </p:cNvPr>
            <p:cNvSpPr>
              <a:spLocks/>
            </p:cNvSpPr>
            <p:nvPr/>
          </p:nvSpPr>
          <p:spPr bwMode="auto">
            <a:xfrm>
              <a:off x="4516992" y="2858336"/>
              <a:ext cx="70199" cy="59401"/>
            </a:xfrm>
            <a:custGeom>
              <a:avLst/>
              <a:gdLst>
                <a:gd name="T0" fmla="*/ 2 w 12"/>
                <a:gd name="T1" fmla="*/ 0 h 10"/>
                <a:gd name="T2" fmla="*/ 2 w 12"/>
                <a:gd name="T3" fmla="*/ 1 h 10"/>
                <a:gd name="T4" fmla="*/ 2 w 12"/>
                <a:gd name="T5" fmla="*/ 3 h 10"/>
                <a:gd name="T6" fmla="*/ 1 w 12"/>
                <a:gd name="T7" fmla="*/ 3 h 10"/>
                <a:gd name="T8" fmla="*/ 0 w 12"/>
                <a:gd name="T9" fmla="*/ 8 h 10"/>
                <a:gd name="T10" fmla="*/ 0 w 12"/>
                <a:gd name="T11" fmla="*/ 8 h 10"/>
                <a:gd name="T12" fmla="*/ 0 w 12"/>
                <a:gd name="T13" fmla="*/ 10 h 10"/>
                <a:gd name="T14" fmla="*/ 0 w 12"/>
                <a:gd name="T15" fmla="*/ 10 h 10"/>
                <a:gd name="T16" fmla="*/ 0 w 12"/>
                <a:gd name="T17" fmla="*/ 10 h 10"/>
                <a:gd name="T18" fmla="*/ 9 w 12"/>
                <a:gd name="T19" fmla="*/ 10 h 10"/>
                <a:gd name="T20" fmla="*/ 12 w 12"/>
                <a:gd name="T21" fmla="*/ 0 h 10"/>
                <a:gd name="T22" fmla="*/ 2 w 12"/>
                <a:gd name="T23" fmla="*/ 0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 h="10">
                  <a:moveTo>
                    <a:pt x="2" y="0"/>
                  </a:moveTo>
                  <a:cubicBezTo>
                    <a:pt x="2" y="1"/>
                    <a:pt x="2" y="1"/>
                    <a:pt x="2" y="1"/>
                  </a:cubicBezTo>
                  <a:cubicBezTo>
                    <a:pt x="2" y="1"/>
                    <a:pt x="2" y="2"/>
                    <a:pt x="2" y="3"/>
                  </a:cubicBezTo>
                  <a:cubicBezTo>
                    <a:pt x="1" y="3"/>
                    <a:pt x="1" y="3"/>
                    <a:pt x="1" y="3"/>
                  </a:cubicBezTo>
                  <a:cubicBezTo>
                    <a:pt x="1" y="4"/>
                    <a:pt x="1" y="6"/>
                    <a:pt x="0" y="8"/>
                  </a:cubicBezTo>
                  <a:cubicBezTo>
                    <a:pt x="0" y="8"/>
                    <a:pt x="0" y="8"/>
                    <a:pt x="0" y="8"/>
                  </a:cubicBezTo>
                  <a:cubicBezTo>
                    <a:pt x="0" y="9"/>
                    <a:pt x="0" y="9"/>
                    <a:pt x="0" y="10"/>
                  </a:cubicBezTo>
                  <a:cubicBezTo>
                    <a:pt x="0" y="10"/>
                    <a:pt x="0" y="10"/>
                    <a:pt x="0" y="10"/>
                  </a:cubicBezTo>
                  <a:cubicBezTo>
                    <a:pt x="0" y="10"/>
                    <a:pt x="0" y="10"/>
                    <a:pt x="0" y="10"/>
                  </a:cubicBezTo>
                  <a:cubicBezTo>
                    <a:pt x="9" y="10"/>
                    <a:pt x="9" y="10"/>
                    <a:pt x="9" y="10"/>
                  </a:cubicBezTo>
                  <a:cubicBezTo>
                    <a:pt x="11" y="7"/>
                    <a:pt x="11" y="4"/>
                    <a:pt x="12" y="0"/>
                  </a:cubicBezTo>
                  <a:cubicBezTo>
                    <a:pt x="2" y="0"/>
                    <a:pt x="2" y="0"/>
                    <a:pt x="2"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8" name="Freeform 1516">
              <a:extLst>
                <a:ext uri="{FF2B5EF4-FFF2-40B4-BE49-F238E27FC236}">
                  <a16:creationId xmlns:a16="http://schemas.microsoft.com/office/drawing/2014/main" id="{F262D93C-F058-44C2-B4E2-FB362383CBEE}"/>
                </a:ext>
              </a:extLst>
            </p:cNvPr>
            <p:cNvSpPr>
              <a:spLocks/>
            </p:cNvSpPr>
            <p:nvPr/>
          </p:nvSpPr>
          <p:spPr bwMode="auto">
            <a:xfrm>
              <a:off x="4527791" y="2863733"/>
              <a:ext cx="0" cy="10799"/>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0"/>
                    <a:pt x="0" y="1"/>
                    <a:pt x="0" y="2"/>
                  </a:cubicBezTo>
                  <a:cubicBezTo>
                    <a:pt x="0" y="1"/>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99" name="Freeform 1517">
              <a:extLst>
                <a:ext uri="{FF2B5EF4-FFF2-40B4-BE49-F238E27FC236}">
                  <a16:creationId xmlns:a16="http://schemas.microsoft.com/office/drawing/2014/main" id="{3DDED484-1450-4CBC-A6BF-28AF1B165B3E}"/>
                </a:ext>
              </a:extLst>
            </p:cNvPr>
            <p:cNvSpPr>
              <a:spLocks/>
            </p:cNvSpPr>
            <p:nvPr/>
          </p:nvSpPr>
          <p:spPr bwMode="auto">
            <a:xfrm>
              <a:off x="4516992" y="2874532"/>
              <a:ext cx="5402" cy="32401"/>
            </a:xfrm>
            <a:custGeom>
              <a:avLst/>
              <a:gdLst>
                <a:gd name="T0" fmla="*/ 1 w 1"/>
                <a:gd name="T1" fmla="*/ 0 h 5"/>
                <a:gd name="T2" fmla="*/ 0 w 1"/>
                <a:gd name="T3" fmla="*/ 5 h 5"/>
                <a:gd name="T4" fmla="*/ 1 w 1"/>
                <a:gd name="T5" fmla="*/ 0 h 5"/>
              </a:gdLst>
              <a:ahLst/>
              <a:cxnLst>
                <a:cxn ang="0">
                  <a:pos x="T0" y="T1"/>
                </a:cxn>
                <a:cxn ang="0">
                  <a:pos x="T2" y="T3"/>
                </a:cxn>
                <a:cxn ang="0">
                  <a:pos x="T4" y="T5"/>
                </a:cxn>
              </a:cxnLst>
              <a:rect l="0" t="0" r="r" b="b"/>
              <a:pathLst>
                <a:path w="1" h="5">
                  <a:moveTo>
                    <a:pt x="1" y="0"/>
                  </a:moveTo>
                  <a:cubicBezTo>
                    <a:pt x="1" y="1"/>
                    <a:pt x="1" y="3"/>
                    <a:pt x="0" y="5"/>
                  </a:cubicBezTo>
                  <a:cubicBezTo>
                    <a:pt x="1" y="3"/>
                    <a:pt x="1" y="1"/>
                    <a:pt x="1"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0" name="Freeform 1518">
              <a:extLst>
                <a:ext uri="{FF2B5EF4-FFF2-40B4-BE49-F238E27FC236}">
                  <a16:creationId xmlns:a16="http://schemas.microsoft.com/office/drawing/2014/main" id="{E00C8D65-5A3D-4251-9D55-964FCE687DD4}"/>
                </a:ext>
              </a:extLst>
            </p:cNvPr>
            <p:cNvSpPr>
              <a:spLocks/>
            </p:cNvSpPr>
            <p:nvPr/>
          </p:nvSpPr>
          <p:spPr bwMode="auto">
            <a:xfrm>
              <a:off x="4516992" y="2906933"/>
              <a:ext cx="0" cy="10799"/>
            </a:xfrm>
            <a:custGeom>
              <a:avLst/>
              <a:gdLst>
                <a:gd name="T0" fmla="*/ 0 h 2"/>
                <a:gd name="T1" fmla="*/ 2 h 2"/>
                <a:gd name="T2" fmla="*/ 0 h 2"/>
              </a:gdLst>
              <a:ahLst/>
              <a:cxnLst>
                <a:cxn ang="0">
                  <a:pos x="0" y="T0"/>
                </a:cxn>
                <a:cxn ang="0">
                  <a:pos x="0" y="T1"/>
                </a:cxn>
                <a:cxn ang="0">
                  <a:pos x="0" y="T2"/>
                </a:cxn>
              </a:cxnLst>
              <a:rect l="0" t="0" r="r" b="b"/>
              <a:pathLst>
                <a:path h="2">
                  <a:moveTo>
                    <a:pt x="0" y="0"/>
                  </a:moveTo>
                  <a:cubicBezTo>
                    <a:pt x="0" y="1"/>
                    <a:pt x="0" y="1"/>
                    <a:pt x="0" y="2"/>
                  </a:cubicBezTo>
                  <a:cubicBezTo>
                    <a:pt x="0" y="1"/>
                    <a:pt x="0"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1" name="Freeform 1519">
              <a:extLst>
                <a:ext uri="{FF2B5EF4-FFF2-40B4-BE49-F238E27FC236}">
                  <a16:creationId xmlns:a16="http://schemas.microsoft.com/office/drawing/2014/main" id="{2EBE905C-6CB9-47AB-8976-B1FEB697070D}"/>
                </a:ext>
              </a:extLst>
            </p:cNvPr>
            <p:cNvSpPr>
              <a:spLocks/>
            </p:cNvSpPr>
            <p:nvPr/>
          </p:nvSpPr>
          <p:spPr bwMode="auto">
            <a:xfrm>
              <a:off x="4263189" y="2712535"/>
              <a:ext cx="75601" cy="64802"/>
            </a:xfrm>
            <a:custGeom>
              <a:avLst/>
              <a:gdLst>
                <a:gd name="T0" fmla="*/ 13 w 13"/>
                <a:gd name="T1" fmla="*/ 2 h 11"/>
                <a:gd name="T2" fmla="*/ 9 w 13"/>
                <a:gd name="T3" fmla="*/ 0 h 11"/>
                <a:gd name="T4" fmla="*/ 0 w 13"/>
                <a:gd name="T5" fmla="*/ 11 h 11"/>
                <a:gd name="T6" fmla="*/ 9 w 13"/>
                <a:gd name="T7" fmla="*/ 11 h 11"/>
                <a:gd name="T8" fmla="*/ 9 w 13"/>
                <a:gd name="T9" fmla="*/ 11 h 11"/>
                <a:gd name="T10" fmla="*/ 10 w 13"/>
                <a:gd name="T11" fmla="*/ 10 h 11"/>
                <a:gd name="T12" fmla="*/ 10 w 13"/>
                <a:gd name="T13" fmla="*/ 9 h 11"/>
                <a:gd name="T14" fmla="*/ 11 w 13"/>
                <a:gd name="T15" fmla="*/ 6 h 11"/>
                <a:gd name="T16" fmla="*/ 11 w 13"/>
                <a:gd name="T17" fmla="*/ 6 h 11"/>
                <a:gd name="T18" fmla="*/ 12 w 13"/>
                <a:gd name="T19" fmla="*/ 4 h 11"/>
                <a:gd name="T20" fmla="*/ 13 w 13"/>
                <a:gd name="T21" fmla="*/ 3 h 11"/>
                <a:gd name="T22" fmla="*/ 13 w 13"/>
                <a:gd name="T23" fmla="*/ 2 h 11"/>
                <a:gd name="T24" fmla="*/ 13 w 13"/>
                <a:gd name="T25" fmla="*/ 2 h 11"/>
                <a:gd name="T26" fmla="*/ 13 w 13"/>
                <a:gd name="T27" fmla="*/ 2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 h="11">
                  <a:moveTo>
                    <a:pt x="13" y="2"/>
                  </a:moveTo>
                  <a:cubicBezTo>
                    <a:pt x="12" y="1"/>
                    <a:pt x="11" y="1"/>
                    <a:pt x="9" y="0"/>
                  </a:cubicBezTo>
                  <a:cubicBezTo>
                    <a:pt x="5" y="3"/>
                    <a:pt x="2" y="7"/>
                    <a:pt x="0" y="11"/>
                  </a:cubicBezTo>
                  <a:cubicBezTo>
                    <a:pt x="9" y="11"/>
                    <a:pt x="9" y="11"/>
                    <a:pt x="9" y="11"/>
                  </a:cubicBezTo>
                  <a:cubicBezTo>
                    <a:pt x="9" y="11"/>
                    <a:pt x="9" y="11"/>
                    <a:pt x="9" y="11"/>
                  </a:cubicBezTo>
                  <a:cubicBezTo>
                    <a:pt x="9" y="11"/>
                    <a:pt x="9" y="10"/>
                    <a:pt x="10" y="10"/>
                  </a:cubicBezTo>
                  <a:cubicBezTo>
                    <a:pt x="10" y="9"/>
                    <a:pt x="10" y="9"/>
                    <a:pt x="10" y="9"/>
                  </a:cubicBezTo>
                  <a:cubicBezTo>
                    <a:pt x="10" y="8"/>
                    <a:pt x="11" y="7"/>
                    <a:pt x="11" y="6"/>
                  </a:cubicBezTo>
                  <a:cubicBezTo>
                    <a:pt x="11" y="6"/>
                    <a:pt x="11" y="6"/>
                    <a:pt x="11" y="6"/>
                  </a:cubicBezTo>
                  <a:cubicBezTo>
                    <a:pt x="12" y="5"/>
                    <a:pt x="12" y="4"/>
                    <a:pt x="12" y="4"/>
                  </a:cubicBezTo>
                  <a:cubicBezTo>
                    <a:pt x="13" y="3"/>
                    <a:pt x="13" y="3"/>
                    <a:pt x="13" y="3"/>
                  </a:cubicBezTo>
                  <a:cubicBezTo>
                    <a:pt x="13" y="3"/>
                    <a:pt x="13" y="2"/>
                    <a:pt x="13" y="2"/>
                  </a:cubicBezTo>
                  <a:cubicBezTo>
                    <a:pt x="13" y="2"/>
                    <a:pt x="13" y="2"/>
                    <a:pt x="13" y="2"/>
                  </a:cubicBezTo>
                  <a:cubicBezTo>
                    <a:pt x="13" y="2"/>
                    <a:pt x="13" y="2"/>
                    <a:pt x="13" y="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2" name="Freeform 1520">
              <a:extLst>
                <a:ext uri="{FF2B5EF4-FFF2-40B4-BE49-F238E27FC236}">
                  <a16:creationId xmlns:a16="http://schemas.microsoft.com/office/drawing/2014/main" id="{52EE362F-2F99-4768-818C-8DDDF59FC31A}"/>
                </a:ext>
              </a:extLst>
            </p:cNvPr>
            <p:cNvSpPr>
              <a:spLocks/>
            </p:cNvSpPr>
            <p:nvPr/>
          </p:nvSpPr>
          <p:spPr bwMode="auto">
            <a:xfrm>
              <a:off x="4333389" y="2728736"/>
              <a:ext cx="5402" cy="5402"/>
            </a:xfrm>
            <a:custGeom>
              <a:avLst/>
              <a:gdLst>
                <a:gd name="T0" fmla="*/ 0 w 1"/>
                <a:gd name="T1" fmla="*/ 1 h 1"/>
                <a:gd name="T2" fmla="*/ 1 w 1"/>
                <a:gd name="T3" fmla="*/ 0 h 1"/>
                <a:gd name="T4" fmla="*/ 0 w 1"/>
                <a:gd name="T5" fmla="*/ 1 h 1"/>
              </a:gdLst>
              <a:ahLst/>
              <a:cxnLst>
                <a:cxn ang="0">
                  <a:pos x="T0" y="T1"/>
                </a:cxn>
                <a:cxn ang="0">
                  <a:pos x="T2" y="T3"/>
                </a:cxn>
                <a:cxn ang="0">
                  <a:pos x="T4" y="T5"/>
                </a:cxn>
              </a:cxnLst>
              <a:rect l="0" t="0" r="r" b="b"/>
              <a:pathLst>
                <a:path w="1" h="1">
                  <a:moveTo>
                    <a:pt x="0" y="1"/>
                  </a:moveTo>
                  <a:lnTo>
                    <a:pt x="1"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3" name="Freeform 1521">
              <a:extLst>
                <a:ext uri="{FF2B5EF4-FFF2-40B4-BE49-F238E27FC236}">
                  <a16:creationId xmlns:a16="http://schemas.microsoft.com/office/drawing/2014/main" id="{ECE7EDE3-424B-4444-9F92-8ABE68A4001A}"/>
                </a:ext>
              </a:extLst>
            </p:cNvPr>
            <p:cNvSpPr>
              <a:spLocks/>
            </p:cNvSpPr>
            <p:nvPr/>
          </p:nvSpPr>
          <p:spPr bwMode="auto">
            <a:xfrm>
              <a:off x="4327991" y="2744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4" name="Freeform 1522">
              <a:extLst>
                <a:ext uri="{FF2B5EF4-FFF2-40B4-BE49-F238E27FC236}">
                  <a16:creationId xmlns:a16="http://schemas.microsoft.com/office/drawing/2014/main" id="{B299E330-564B-4EA4-8FCD-AC41AE4DE055}"/>
                </a:ext>
              </a:extLst>
            </p:cNvPr>
            <p:cNvSpPr>
              <a:spLocks/>
            </p:cNvSpPr>
            <p:nvPr/>
          </p:nvSpPr>
          <p:spPr bwMode="auto">
            <a:xfrm>
              <a:off x="4322590" y="2766534"/>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5" name="Freeform 1523">
              <a:extLst>
                <a:ext uri="{FF2B5EF4-FFF2-40B4-BE49-F238E27FC236}">
                  <a16:creationId xmlns:a16="http://schemas.microsoft.com/office/drawing/2014/main" id="{EF0C5AE2-DA85-4FEB-96CE-478235477F8A}"/>
                </a:ext>
              </a:extLst>
            </p:cNvPr>
            <p:cNvSpPr>
              <a:spLocks/>
            </p:cNvSpPr>
            <p:nvPr/>
          </p:nvSpPr>
          <p:spPr bwMode="auto">
            <a:xfrm>
              <a:off x="4354991" y="2680134"/>
              <a:ext cx="53999" cy="43200"/>
            </a:xfrm>
            <a:custGeom>
              <a:avLst/>
              <a:gdLst>
                <a:gd name="T0" fmla="*/ 2 w 9"/>
                <a:gd name="T1" fmla="*/ 3 h 7"/>
                <a:gd name="T2" fmla="*/ 2 w 9"/>
                <a:gd name="T3" fmla="*/ 3 h 7"/>
                <a:gd name="T4" fmla="*/ 2 w 9"/>
                <a:gd name="T5" fmla="*/ 4 h 7"/>
                <a:gd name="T6" fmla="*/ 1 w 9"/>
                <a:gd name="T7" fmla="*/ 4 h 7"/>
                <a:gd name="T8" fmla="*/ 1 w 9"/>
                <a:gd name="T9" fmla="*/ 5 h 7"/>
                <a:gd name="T10" fmla="*/ 0 w 9"/>
                <a:gd name="T11" fmla="*/ 5 h 7"/>
                <a:gd name="T12" fmla="*/ 0 w 9"/>
                <a:gd name="T13" fmla="*/ 6 h 7"/>
                <a:gd name="T14" fmla="*/ 0 w 9"/>
                <a:gd name="T15" fmla="*/ 6 h 7"/>
                <a:gd name="T16" fmla="*/ 1 w 9"/>
                <a:gd name="T17" fmla="*/ 6 h 7"/>
                <a:gd name="T18" fmla="*/ 2 w 9"/>
                <a:gd name="T19" fmla="*/ 6 h 7"/>
                <a:gd name="T20" fmla="*/ 4 w 9"/>
                <a:gd name="T21" fmla="*/ 7 h 7"/>
                <a:gd name="T22" fmla="*/ 5 w 9"/>
                <a:gd name="T23" fmla="*/ 7 h 7"/>
                <a:gd name="T24" fmla="*/ 7 w 9"/>
                <a:gd name="T25" fmla="*/ 7 h 7"/>
                <a:gd name="T26" fmla="*/ 8 w 9"/>
                <a:gd name="T27" fmla="*/ 7 h 7"/>
                <a:gd name="T28" fmla="*/ 9 w 9"/>
                <a:gd name="T29" fmla="*/ 7 h 7"/>
                <a:gd name="T30" fmla="*/ 9 w 9"/>
                <a:gd name="T31" fmla="*/ 0 h 7"/>
                <a:gd name="T32" fmla="*/ 4 w 9"/>
                <a:gd name="T33" fmla="*/ 0 h 7"/>
                <a:gd name="T34" fmla="*/ 2 w 9"/>
                <a:gd name="T35" fmla="*/ 3 h 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9" h="7">
                  <a:moveTo>
                    <a:pt x="2" y="3"/>
                  </a:moveTo>
                  <a:cubicBezTo>
                    <a:pt x="2" y="3"/>
                    <a:pt x="2" y="3"/>
                    <a:pt x="2" y="3"/>
                  </a:cubicBezTo>
                  <a:cubicBezTo>
                    <a:pt x="2" y="4"/>
                    <a:pt x="2" y="4"/>
                    <a:pt x="2" y="4"/>
                  </a:cubicBezTo>
                  <a:cubicBezTo>
                    <a:pt x="1" y="4"/>
                    <a:pt x="1" y="4"/>
                    <a:pt x="1" y="4"/>
                  </a:cubicBezTo>
                  <a:cubicBezTo>
                    <a:pt x="1" y="5"/>
                    <a:pt x="1" y="5"/>
                    <a:pt x="1" y="5"/>
                  </a:cubicBezTo>
                  <a:cubicBezTo>
                    <a:pt x="0" y="5"/>
                    <a:pt x="0" y="5"/>
                    <a:pt x="0" y="5"/>
                  </a:cubicBezTo>
                  <a:cubicBezTo>
                    <a:pt x="0" y="6"/>
                    <a:pt x="0" y="6"/>
                    <a:pt x="0" y="6"/>
                  </a:cubicBezTo>
                  <a:cubicBezTo>
                    <a:pt x="0" y="6"/>
                    <a:pt x="0" y="6"/>
                    <a:pt x="0" y="6"/>
                  </a:cubicBezTo>
                  <a:cubicBezTo>
                    <a:pt x="1" y="6"/>
                    <a:pt x="1" y="6"/>
                    <a:pt x="1" y="6"/>
                  </a:cubicBezTo>
                  <a:cubicBezTo>
                    <a:pt x="2" y="6"/>
                    <a:pt x="2" y="6"/>
                    <a:pt x="2" y="6"/>
                  </a:cubicBezTo>
                  <a:cubicBezTo>
                    <a:pt x="3" y="7"/>
                    <a:pt x="3" y="7"/>
                    <a:pt x="4" y="7"/>
                  </a:cubicBezTo>
                  <a:cubicBezTo>
                    <a:pt x="5" y="7"/>
                    <a:pt x="5" y="7"/>
                    <a:pt x="5" y="7"/>
                  </a:cubicBezTo>
                  <a:cubicBezTo>
                    <a:pt x="5" y="7"/>
                    <a:pt x="6" y="7"/>
                    <a:pt x="7" y="7"/>
                  </a:cubicBezTo>
                  <a:cubicBezTo>
                    <a:pt x="8" y="7"/>
                    <a:pt x="8" y="7"/>
                    <a:pt x="8" y="7"/>
                  </a:cubicBezTo>
                  <a:cubicBezTo>
                    <a:pt x="8" y="7"/>
                    <a:pt x="8" y="7"/>
                    <a:pt x="9" y="7"/>
                  </a:cubicBezTo>
                  <a:cubicBezTo>
                    <a:pt x="9" y="0"/>
                    <a:pt x="9" y="0"/>
                    <a:pt x="9" y="0"/>
                  </a:cubicBezTo>
                  <a:cubicBezTo>
                    <a:pt x="7" y="0"/>
                    <a:pt x="6" y="0"/>
                    <a:pt x="4" y="0"/>
                  </a:cubicBezTo>
                  <a:cubicBezTo>
                    <a:pt x="4" y="1"/>
                    <a:pt x="3" y="2"/>
                    <a:pt x="2" y="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6" name="Freeform 1524">
              <a:extLst>
                <a:ext uri="{FF2B5EF4-FFF2-40B4-BE49-F238E27FC236}">
                  <a16:creationId xmlns:a16="http://schemas.microsoft.com/office/drawing/2014/main" id="{D5461E85-1D41-40E0-99D3-E94A5B113568}"/>
                </a:ext>
              </a:extLst>
            </p:cNvPr>
            <p:cNvSpPr>
              <a:spLocks/>
            </p:cNvSpPr>
            <p:nvPr/>
          </p:nvSpPr>
          <p:spPr bwMode="auto">
            <a:xfrm>
              <a:off x="4387392" y="2723334"/>
              <a:ext cx="10799" cy="0"/>
            </a:xfrm>
            <a:custGeom>
              <a:avLst/>
              <a:gdLst>
                <a:gd name="T0" fmla="*/ 0 w 2"/>
                <a:gd name="T1" fmla="*/ 2 w 2"/>
                <a:gd name="T2" fmla="*/ 0 w 2"/>
              </a:gdLst>
              <a:ahLst/>
              <a:cxnLst>
                <a:cxn ang="0">
                  <a:pos x="T0" y="0"/>
                </a:cxn>
                <a:cxn ang="0">
                  <a:pos x="T1" y="0"/>
                </a:cxn>
                <a:cxn ang="0">
                  <a:pos x="T2" y="0"/>
                </a:cxn>
              </a:cxnLst>
              <a:rect l="0" t="0" r="r" b="b"/>
              <a:pathLst>
                <a:path w="2">
                  <a:moveTo>
                    <a:pt x="0" y="0"/>
                  </a:moveTo>
                  <a:cubicBezTo>
                    <a:pt x="0" y="0"/>
                    <a:pt x="1" y="0"/>
                    <a:pt x="2" y="0"/>
                  </a:cubicBezTo>
                  <a:cubicBezTo>
                    <a:pt x="1"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7" name="Freeform 1525">
              <a:extLst>
                <a:ext uri="{FF2B5EF4-FFF2-40B4-BE49-F238E27FC236}">
                  <a16:creationId xmlns:a16="http://schemas.microsoft.com/office/drawing/2014/main" id="{F336CAEA-F37D-4015-BF7F-261FA5C87411}"/>
                </a:ext>
              </a:extLst>
            </p:cNvPr>
            <p:cNvSpPr>
              <a:spLocks/>
            </p:cNvSpPr>
            <p:nvPr/>
          </p:nvSpPr>
          <p:spPr bwMode="auto">
            <a:xfrm>
              <a:off x="4403588" y="2723334"/>
              <a:ext cx="5402" cy="0"/>
            </a:xfrm>
            <a:custGeom>
              <a:avLst/>
              <a:gdLst>
                <a:gd name="T0" fmla="*/ 1 w 1"/>
                <a:gd name="T1" fmla="*/ 1 w 1"/>
                <a:gd name="T2" fmla="*/ 0 w 1"/>
                <a:gd name="T3" fmla="*/ 1 w 1"/>
              </a:gdLst>
              <a:ahLst/>
              <a:cxnLst>
                <a:cxn ang="0">
                  <a:pos x="T0" y="0"/>
                </a:cxn>
                <a:cxn ang="0">
                  <a:pos x="T1" y="0"/>
                </a:cxn>
                <a:cxn ang="0">
                  <a:pos x="T2" y="0"/>
                </a:cxn>
                <a:cxn ang="0">
                  <a:pos x="T3" y="0"/>
                </a:cxn>
              </a:cxnLst>
              <a:rect l="0" t="0" r="r" b="b"/>
              <a:pathLst>
                <a:path w="1">
                  <a:moveTo>
                    <a:pt x="1" y="0"/>
                  </a:moveTo>
                  <a:cubicBezTo>
                    <a:pt x="1" y="0"/>
                    <a:pt x="1" y="0"/>
                    <a:pt x="1" y="0"/>
                  </a:cubicBezTo>
                  <a:cubicBezTo>
                    <a:pt x="0" y="0"/>
                    <a:pt x="0" y="0"/>
                    <a:pt x="0" y="0"/>
                  </a:cubicBezTo>
                  <a:cubicBezTo>
                    <a:pt x="0" y="0"/>
                    <a:pt x="0" y="0"/>
                    <a:pt x="1"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8" name="Freeform 1526">
              <a:extLst>
                <a:ext uri="{FF2B5EF4-FFF2-40B4-BE49-F238E27FC236}">
                  <a16:creationId xmlns:a16="http://schemas.microsoft.com/office/drawing/2014/main" id="{F4D61795-F5CA-405C-86F6-984A16799F28}"/>
                </a:ext>
              </a:extLst>
            </p:cNvPr>
            <p:cNvSpPr>
              <a:spLocks/>
            </p:cNvSpPr>
            <p:nvPr/>
          </p:nvSpPr>
          <p:spPr bwMode="auto">
            <a:xfrm>
              <a:off x="4365790" y="2717932"/>
              <a:ext cx="16201" cy="5402"/>
            </a:xfrm>
            <a:custGeom>
              <a:avLst/>
              <a:gdLst>
                <a:gd name="T0" fmla="*/ 0 w 2"/>
                <a:gd name="T1" fmla="*/ 0 h 1"/>
                <a:gd name="T2" fmla="*/ 2 w 2"/>
                <a:gd name="T3" fmla="*/ 1 h 1"/>
                <a:gd name="T4" fmla="*/ 0 w 2"/>
                <a:gd name="T5" fmla="*/ 0 h 1"/>
              </a:gdLst>
              <a:ahLst/>
              <a:cxnLst>
                <a:cxn ang="0">
                  <a:pos x="T0" y="T1"/>
                </a:cxn>
                <a:cxn ang="0">
                  <a:pos x="T2" y="T3"/>
                </a:cxn>
                <a:cxn ang="0">
                  <a:pos x="T4" y="T5"/>
                </a:cxn>
              </a:cxnLst>
              <a:rect l="0" t="0" r="r" b="b"/>
              <a:pathLst>
                <a:path w="2" h="1">
                  <a:moveTo>
                    <a:pt x="0" y="0"/>
                  </a:moveTo>
                  <a:cubicBezTo>
                    <a:pt x="1" y="1"/>
                    <a:pt x="1" y="1"/>
                    <a:pt x="2" y="1"/>
                  </a:cubicBezTo>
                  <a:cubicBezTo>
                    <a:pt x="1" y="1"/>
                    <a:pt x="1" y="1"/>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09" name="Freeform 1527">
              <a:extLst>
                <a:ext uri="{FF2B5EF4-FFF2-40B4-BE49-F238E27FC236}">
                  <a16:creationId xmlns:a16="http://schemas.microsoft.com/office/drawing/2014/main" id="{B93C37FC-1C72-45DD-9F74-7A734E172042}"/>
                </a:ext>
              </a:extLst>
            </p:cNvPr>
            <p:cNvSpPr>
              <a:spLocks/>
            </p:cNvSpPr>
            <p:nvPr/>
          </p:nvSpPr>
          <p:spPr bwMode="auto">
            <a:xfrm>
              <a:off x="4354991" y="2717932"/>
              <a:ext cx="5402" cy="0"/>
            </a:xfrm>
            <a:custGeom>
              <a:avLst/>
              <a:gdLst>
                <a:gd name="T0" fmla="*/ 0 w 1"/>
                <a:gd name="T1" fmla="*/ 1 w 1"/>
                <a:gd name="T2" fmla="*/ 0 w 1"/>
                <a:gd name="T3" fmla="*/ 0 w 1"/>
              </a:gdLst>
              <a:ahLst/>
              <a:cxnLst>
                <a:cxn ang="0">
                  <a:pos x="T0" y="0"/>
                </a:cxn>
                <a:cxn ang="0">
                  <a:pos x="T1" y="0"/>
                </a:cxn>
                <a:cxn ang="0">
                  <a:pos x="T2" y="0"/>
                </a:cxn>
                <a:cxn ang="0">
                  <a:pos x="T3" y="0"/>
                </a:cxn>
              </a:cxnLst>
              <a:rect l="0" t="0" r="r" b="b"/>
              <a:pathLst>
                <a:path w="1">
                  <a:moveTo>
                    <a:pt x="0" y="0"/>
                  </a:moveTo>
                  <a:lnTo>
                    <a:pt x="1" y="0"/>
                  </a:ln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0" name="Freeform 1528">
              <a:extLst>
                <a:ext uri="{FF2B5EF4-FFF2-40B4-BE49-F238E27FC236}">
                  <a16:creationId xmlns:a16="http://schemas.microsoft.com/office/drawing/2014/main" id="{48E6948D-8F6C-46A9-83AC-C61C49609391}"/>
                </a:ext>
              </a:extLst>
            </p:cNvPr>
            <p:cNvSpPr>
              <a:spLocks/>
            </p:cNvSpPr>
            <p:nvPr/>
          </p:nvSpPr>
          <p:spPr bwMode="auto">
            <a:xfrm>
              <a:off x="4327991" y="2685536"/>
              <a:ext cx="32401" cy="26999"/>
            </a:xfrm>
            <a:custGeom>
              <a:avLst/>
              <a:gdLst>
                <a:gd name="T0" fmla="*/ 1 w 6"/>
                <a:gd name="T1" fmla="*/ 3 h 4"/>
                <a:gd name="T2" fmla="*/ 1 w 6"/>
                <a:gd name="T3" fmla="*/ 3 h 4"/>
                <a:gd name="T4" fmla="*/ 3 w 6"/>
                <a:gd name="T5" fmla="*/ 4 h 4"/>
                <a:gd name="T6" fmla="*/ 4 w 6"/>
                <a:gd name="T7" fmla="*/ 4 h 4"/>
                <a:gd name="T8" fmla="*/ 4 w 6"/>
                <a:gd name="T9" fmla="*/ 3 h 4"/>
                <a:gd name="T10" fmla="*/ 4 w 6"/>
                <a:gd name="T11" fmla="*/ 3 h 4"/>
                <a:gd name="T12" fmla="*/ 5 w 6"/>
                <a:gd name="T13" fmla="*/ 2 h 4"/>
                <a:gd name="T14" fmla="*/ 5 w 6"/>
                <a:gd name="T15" fmla="*/ 2 h 4"/>
                <a:gd name="T16" fmla="*/ 5 w 6"/>
                <a:gd name="T17" fmla="*/ 1 h 4"/>
                <a:gd name="T18" fmla="*/ 6 w 6"/>
                <a:gd name="T19" fmla="*/ 0 h 4"/>
                <a:gd name="T20" fmla="*/ 6 w 6"/>
                <a:gd name="T21" fmla="*/ 0 h 4"/>
                <a:gd name="T22" fmla="*/ 6 w 6"/>
                <a:gd name="T23" fmla="*/ 0 h 4"/>
                <a:gd name="T24" fmla="*/ 0 w 6"/>
                <a:gd name="T25" fmla="*/ 3 h 4"/>
                <a:gd name="T26" fmla="*/ 1 w 6"/>
                <a:gd name="T27" fmla="*/ 3 h 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6" h="4">
                  <a:moveTo>
                    <a:pt x="1" y="3"/>
                  </a:moveTo>
                  <a:cubicBezTo>
                    <a:pt x="1" y="3"/>
                    <a:pt x="1" y="3"/>
                    <a:pt x="1" y="3"/>
                  </a:cubicBezTo>
                  <a:cubicBezTo>
                    <a:pt x="2" y="4"/>
                    <a:pt x="3" y="4"/>
                    <a:pt x="3" y="4"/>
                  </a:cubicBezTo>
                  <a:cubicBezTo>
                    <a:pt x="4" y="4"/>
                    <a:pt x="4" y="4"/>
                    <a:pt x="4" y="4"/>
                  </a:cubicBezTo>
                  <a:cubicBezTo>
                    <a:pt x="4" y="3"/>
                    <a:pt x="4" y="3"/>
                    <a:pt x="4" y="3"/>
                  </a:cubicBezTo>
                  <a:cubicBezTo>
                    <a:pt x="4" y="3"/>
                    <a:pt x="4" y="3"/>
                    <a:pt x="4" y="3"/>
                  </a:cubicBezTo>
                  <a:cubicBezTo>
                    <a:pt x="5" y="2"/>
                    <a:pt x="5" y="2"/>
                    <a:pt x="5" y="2"/>
                  </a:cubicBezTo>
                  <a:cubicBezTo>
                    <a:pt x="5" y="2"/>
                    <a:pt x="5" y="2"/>
                    <a:pt x="5" y="2"/>
                  </a:cubicBezTo>
                  <a:cubicBezTo>
                    <a:pt x="5" y="1"/>
                    <a:pt x="5" y="1"/>
                    <a:pt x="5" y="1"/>
                  </a:cubicBezTo>
                  <a:cubicBezTo>
                    <a:pt x="6" y="0"/>
                    <a:pt x="6" y="0"/>
                    <a:pt x="6" y="0"/>
                  </a:cubicBezTo>
                  <a:cubicBezTo>
                    <a:pt x="6" y="0"/>
                    <a:pt x="6" y="0"/>
                    <a:pt x="6" y="0"/>
                  </a:cubicBezTo>
                  <a:cubicBezTo>
                    <a:pt x="6" y="0"/>
                    <a:pt x="6" y="0"/>
                    <a:pt x="6" y="0"/>
                  </a:cubicBezTo>
                  <a:cubicBezTo>
                    <a:pt x="4" y="1"/>
                    <a:pt x="2" y="2"/>
                    <a:pt x="0" y="3"/>
                  </a:cubicBezTo>
                  <a:cubicBezTo>
                    <a:pt x="0" y="3"/>
                    <a:pt x="1" y="3"/>
                    <a:pt x="1" y="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1" name="Freeform 1529">
              <a:extLst>
                <a:ext uri="{FF2B5EF4-FFF2-40B4-BE49-F238E27FC236}">
                  <a16:creationId xmlns:a16="http://schemas.microsoft.com/office/drawing/2014/main" id="{4F0C30E2-49AF-43CC-8DF6-DBAA18B5A64C}"/>
                </a:ext>
              </a:extLst>
            </p:cNvPr>
            <p:cNvSpPr>
              <a:spLocks/>
            </p:cNvSpPr>
            <p:nvPr/>
          </p:nvSpPr>
          <p:spPr bwMode="auto">
            <a:xfrm>
              <a:off x="4327991" y="2707133"/>
              <a:ext cx="5402" cy="0"/>
            </a:xfrm>
            <a:custGeom>
              <a:avLst/>
              <a:gdLst>
                <a:gd name="T0" fmla="*/ 0 w 1"/>
                <a:gd name="T1" fmla="*/ 1 w 1"/>
                <a:gd name="T2" fmla="*/ 0 w 1"/>
              </a:gdLst>
              <a:ahLst/>
              <a:cxnLst>
                <a:cxn ang="0">
                  <a:pos x="T0" y="0"/>
                </a:cxn>
                <a:cxn ang="0">
                  <a:pos x="T1" y="0"/>
                </a:cxn>
                <a:cxn ang="0">
                  <a:pos x="T2" y="0"/>
                </a:cxn>
              </a:cxnLst>
              <a:rect l="0" t="0" r="r" b="b"/>
              <a:pathLst>
                <a:path w="1">
                  <a:moveTo>
                    <a:pt x="0" y="0"/>
                  </a:moveTo>
                  <a:cubicBezTo>
                    <a:pt x="0" y="0"/>
                    <a:pt x="1" y="0"/>
                    <a:pt x="1" y="0"/>
                  </a:cubicBezTo>
                  <a:cubicBezTo>
                    <a:pt x="1" y="0"/>
                    <a:pt x="0" y="0"/>
                    <a:pt x="0"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2" name="Freeform 1530">
              <a:extLst>
                <a:ext uri="{FF2B5EF4-FFF2-40B4-BE49-F238E27FC236}">
                  <a16:creationId xmlns:a16="http://schemas.microsoft.com/office/drawing/2014/main" id="{9EF7F835-8E1C-48F6-94BD-5A90E18CC9D1}"/>
                </a:ext>
              </a:extLst>
            </p:cNvPr>
            <p:cNvSpPr>
              <a:spLocks/>
            </p:cNvSpPr>
            <p:nvPr/>
          </p:nvSpPr>
          <p:spPr bwMode="auto">
            <a:xfrm>
              <a:off x="4333389" y="2707133"/>
              <a:ext cx="10799" cy="5402"/>
            </a:xfrm>
            <a:custGeom>
              <a:avLst/>
              <a:gdLst>
                <a:gd name="T0" fmla="*/ 2 w 2"/>
                <a:gd name="T1" fmla="*/ 1 h 1"/>
                <a:gd name="T2" fmla="*/ 2 w 2"/>
                <a:gd name="T3" fmla="*/ 1 h 1"/>
                <a:gd name="T4" fmla="*/ 0 w 2"/>
                <a:gd name="T5" fmla="*/ 0 h 1"/>
                <a:gd name="T6" fmla="*/ 2 w 2"/>
                <a:gd name="T7" fmla="*/ 1 h 1"/>
              </a:gdLst>
              <a:ahLst/>
              <a:cxnLst>
                <a:cxn ang="0">
                  <a:pos x="T0" y="T1"/>
                </a:cxn>
                <a:cxn ang="0">
                  <a:pos x="T2" y="T3"/>
                </a:cxn>
                <a:cxn ang="0">
                  <a:pos x="T4" y="T5"/>
                </a:cxn>
                <a:cxn ang="0">
                  <a:pos x="T6" y="T7"/>
                </a:cxn>
              </a:cxnLst>
              <a:rect l="0" t="0" r="r" b="b"/>
              <a:pathLst>
                <a:path w="2" h="1">
                  <a:moveTo>
                    <a:pt x="2" y="1"/>
                  </a:moveTo>
                  <a:cubicBezTo>
                    <a:pt x="2" y="1"/>
                    <a:pt x="2" y="1"/>
                    <a:pt x="2" y="1"/>
                  </a:cubicBezTo>
                  <a:cubicBezTo>
                    <a:pt x="2" y="1"/>
                    <a:pt x="1" y="1"/>
                    <a:pt x="0" y="0"/>
                  </a:cubicBezTo>
                  <a:cubicBezTo>
                    <a:pt x="1" y="1"/>
                    <a:pt x="2" y="1"/>
                    <a:pt x="2"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3" name="Freeform 1531">
              <a:extLst>
                <a:ext uri="{FF2B5EF4-FFF2-40B4-BE49-F238E27FC236}">
                  <a16:creationId xmlns:a16="http://schemas.microsoft.com/office/drawing/2014/main" id="{9BD30D27-67F2-4F05-A18E-A8380549E08A}"/>
                </a:ext>
              </a:extLst>
            </p:cNvPr>
            <p:cNvSpPr>
              <a:spLocks/>
            </p:cNvSpPr>
            <p:nvPr/>
          </p:nvSpPr>
          <p:spPr bwMode="auto">
            <a:xfrm>
              <a:off x="4360388" y="2685536"/>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4" name="Freeform 1532">
              <a:extLst>
                <a:ext uri="{FF2B5EF4-FFF2-40B4-BE49-F238E27FC236}">
                  <a16:creationId xmlns:a16="http://schemas.microsoft.com/office/drawing/2014/main" id="{9E40D4D4-00FD-4BDB-BC15-AA4EB7D4EEF4}"/>
                </a:ext>
              </a:extLst>
            </p:cNvPr>
            <p:cNvSpPr>
              <a:spLocks/>
            </p:cNvSpPr>
            <p:nvPr/>
          </p:nvSpPr>
          <p:spPr bwMode="auto">
            <a:xfrm>
              <a:off x="4349589" y="2707133"/>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5" name="Freeform 1533">
              <a:extLst>
                <a:ext uri="{FF2B5EF4-FFF2-40B4-BE49-F238E27FC236}">
                  <a16:creationId xmlns:a16="http://schemas.microsoft.com/office/drawing/2014/main" id="{40BB7C5C-2A53-4010-9377-E586B785DCE6}"/>
                </a:ext>
              </a:extLst>
            </p:cNvPr>
            <p:cNvSpPr>
              <a:spLocks/>
            </p:cNvSpPr>
            <p:nvPr/>
          </p:nvSpPr>
          <p:spPr bwMode="auto">
            <a:xfrm>
              <a:off x="4349589" y="2701732"/>
              <a:ext cx="5402" cy="540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lnTo>
                    <a:pt x="0" y="1"/>
                  </a:lnTo>
                  <a:lnTo>
                    <a:pt x="1"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6" name="Freeform 1534">
              <a:extLst>
                <a:ext uri="{FF2B5EF4-FFF2-40B4-BE49-F238E27FC236}">
                  <a16:creationId xmlns:a16="http://schemas.microsoft.com/office/drawing/2014/main" id="{4D3CDAC7-B59D-4419-A801-E746D97E1A19}"/>
                </a:ext>
              </a:extLst>
            </p:cNvPr>
            <p:cNvSpPr>
              <a:spLocks/>
            </p:cNvSpPr>
            <p:nvPr/>
          </p:nvSpPr>
          <p:spPr bwMode="auto">
            <a:xfrm>
              <a:off x="4354991" y="2696335"/>
              <a:ext cx="0" cy="5402"/>
            </a:xfrm>
            <a:custGeom>
              <a:avLst/>
              <a:gdLst>
                <a:gd name="T0" fmla="*/ 0 h 1"/>
                <a:gd name="T1" fmla="*/ 1 h 1"/>
                <a:gd name="T2" fmla="*/ 0 h 1"/>
              </a:gdLst>
              <a:ahLst/>
              <a:cxnLst>
                <a:cxn ang="0">
                  <a:pos x="0" y="T0"/>
                </a:cxn>
                <a:cxn ang="0">
                  <a:pos x="0" y="T1"/>
                </a:cxn>
                <a:cxn ang="0">
                  <a:pos x="0" y="T2"/>
                </a:cxn>
              </a:cxnLst>
              <a:rect l="0" t="0" r="r" b="b"/>
              <a:pathLst>
                <a:path h="1">
                  <a:moveTo>
                    <a:pt x="0" y="0"/>
                  </a:moveTo>
                  <a:lnTo>
                    <a:pt x="0" y="1"/>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7" name="Freeform 1535">
              <a:extLst>
                <a:ext uri="{FF2B5EF4-FFF2-40B4-BE49-F238E27FC236}">
                  <a16:creationId xmlns:a16="http://schemas.microsoft.com/office/drawing/2014/main" id="{717301B7-53E0-4E1E-9FDA-E7F07E1AFB18}"/>
                </a:ext>
              </a:extLst>
            </p:cNvPr>
            <p:cNvSpPr>
              <a:spLocks/>
            </p:cNvSpPr>
            <p:nvPr/>
          </p:nvSpPr>
          <p:spPr bwMode="auto">
            <a:xfrm>
              <a:off x="4263189" y="2928535"/>
              <a:ext cx="75601" cy="59401"/>
            </a:xfrm>
            <a:custGeom>
              <a:avLst/>
              <a:gdLst>
                <a:gd name="T0" fmla="*/ 13 w 13"/>
                <a:gd name="T1" fmla="*/ 8 h 10"/>
                <a:gd name="T2" fmla="*/ 12 w 13"/>
                <a:gd name="T3" fmla="*/ 7 h 10"/>
                <a:gd name="T4" fmla="*/ 11 w 13"/>
                <a:gd name="T5" fmla="*/ 5 h 10"/>
                <a:gd name="T6" fmla="*/ 11 w 13"/>
                <a:gd name="T7" fmla="*/ 5 h 10"/>
                <a:gd name="T8" fmla="*/ 10 w 13"/>
                <a:gd name="T9" fmla="*/ 2 h 10"/>
                <a:gd name="T10" fmla="*/ 10 w 13"/>
                <a:gd name="T11" fmla="*/ 2 h 10"/>
                <a:gd name="T12" fmla="*/ 9 w 13"/>
                <a:gd name="T13" fmla="*/ 0 h 10"/>
                <a:gd name="T14" fmla="*/ 9 w 13"/>
                <a:gd name="T15" fmla="*/ 0 h 10"/>
                <a:gd name="T16" fmla="*/ 0 w 13"/>
                <a:gd name="T17" fmla="*/ 0 h 10"/>
                <a:gd name="T18" fmla="*/ 9 w 13"/>
                <a:gd name="T19" fmla="*/ 10 h 10"/>
                <a:gd name="T20" fmla="*/ 11 w 13"/>
                <a:gd name="T21" fmla="*/ 10 h 10"/>
                <a:gd name="T22" fmla="*/ 12 w 13"/>
                <a:gd name="T23" fmla="*/ 9 h 10"/>
                <a:gd name="T24" fmla="*/ 13 w 13"/>
                <a:gd name="T25" fmla="*/ 9 h 10"/>
                <a:gd name="T26" fmla="*/ 13 w 13"/>
                <a:gd name="T27" fmla="*/ 9 h 10"/>
                <a:gd name="T28" fmla="*/ 13 w 13"/>
                <a:gd name="T29" fmla="*/ 9 h 10"/>
                <a:gd name="T30" fmla="*/ 13 w 13"/>
                <a:gd name="T31" fmla="*/ 8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3" h="10">
                  <a:moveTo>
                    <a:pt x="13" y="8"/>
                  </a:moveTo>
                  <a:cubicBezTo>
                    <a:pt x="12" y="7"/>
                    <a:pt x="12" y="7"/>
                    <a:pt x="12" y="7"/>
                  </a:cubicBezTo>
                  <a:cubicBezTo>
                    <a:pt x="12" y="6"/>
                    <a:pt x="12" y="6"/>
                    <a:pt x="11" y="5"/>
                  </a:cubicBezTo>
                  <a:cubicBezTo>
                    <a:pt x="11" y="5"/>
                    <a:pt x="11" y="5"/>
                    <a:pt x="11" y="5"/>
                  </a:cubicBezTo>
                  <a:cubicBezTo>
                    <a:pt x="11" y="4"/>
                    <a:pt x="10" y="3"/>
                    <a:pt x="10" y="2"/>
                  </a:cubicBezTo>
                  <a:cubicBezTo>
                    <a:pt x="10" y="2"/>
                    <a:pt x="10" y="2"/>
                    <a:pt x="10" y="2"/>
                  </a:cubicBezTo>
                  <a:cubicBezTo>
                    <a:pt x="9" y="1"/>
                    <a:pt x="9" y="1"/>
                    <a:pt x="9" y="0"/>
                  </a:cubicBezTo>
                  <a:cubicBezTo>
                    <a:pt x="9" y="0"/>
                    <a:pt x="9" y="0"/>
                    <a:pt x="9" y="0"/>
                  </a:cubicBezTo>
                  <a:cubicBezTo>
                    <a:pt x="0" y="0"/>
                    <a:pt x="0" y="0"/>
                    <a:pt x="0" y="0"/>
                  </a:cubicBezTo>
                  <a:cubicBezTo>
                    <a:pt x="2" y="4"/>
                    <a:pt x="5" y="8"/>
                    <a:pt x="9" y="10"/>
                  </a:cubicBezTo>
                  <a:cubicBezTo>
                    <a:pt x="10" y="10"/>
                    <a:pt x="11" y="10"/>
                    <a:pt x="11" y="10"/>
                  </a:cubicBezTo>
                  <a:cubicBezTo>
                    <a:pt x="12" y="9"/>
                    <a:pt x="12" y="9"/>
                    <a:pt x="12" y="9"/>
                  </a:cubicBezTo>
                  <a:cubicBezTo>
                    <a:pt x="12" y="9"/>
                    <a:pt x="13" y="9"/>
                    <a:pt x="13" y="9"/>
                  </a:cubicBezTo>
                  <a:cubicBezTo>
                    <a:pt x="13" y="9"/>
                    <a:pt x="13" y="9"/>
                    <a:pt x="13" y="9"/>
                  </a:cubicBezTo>
                  <a:cubicBezTo>
                    <a:pt x="13" y="9"/>
                    <a:pt x="13" y="9"/>
                    <a:pt x="13" y="9"/>
                  </a:cubicBezTo>
                  <a:cubicBezTo>
                    <a:pt x="13" y="9"/>
                    <a:pt x="13" y="8"/>
                    <a:pt x="13" y="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8" name="Freeform 1536">
              <a:extLst>
                <a:ext uri="{FF2B5EF4-FFF2-40B4-BE49-F238E27FC236}">
                  <a16:creationId xmlns:a16="http://schemas.microsoft.com/office/drawing/2014/main" id="{A63B0F9E-EE9A-4526-9394-71FB8E92B015}"/>
                </a:ext>
              </a:extLst>
            </p:cNvPr>
            <p:cNvSpPr>
              <a:spLocks/>
            </p:cNvSpPr>
            <p:nvPr/>
          </p:nvSpPr>
          <p:spPr bwMode="auto">
            <a:xfrm>
              <a:off x="4333389" y="2971735"/>
              <a:ext cx="5402" cy="5402"/>
            </a:xfrm>
            <a:custGeom>
              <a:avLst/>
              <a:gdLst>
                <a:gd name="T0" fmla="*/ 1 w 1"/>
                <a:gd name="T1" fmla="*/ 1 h 1"/>
                <a:gd name="T2" fmla="*/ 0 w 1"/>
                <a:gd name="T3" fmla="*/ 0 h 1"/>
                <a:gd name="T4" fmla="*/ 1 w 1"/>
                <a:gd name="T5" fmla="*/ 1 h 1"/>
              </a:gdLst>
              <a:ahLst/>
              <a:cxnLst>
                <a:cxn ang="0">
                  <a:pos x="T0" y="T1"/>
                </a:cxn>
                <a:cxn ang="0">
                  <a:pos x="T2" y="T3"/>
                </a:cxn>
                <a:cxn ang="0">
                  <a:pos x="T4" y="T5"/>
                </a:cxn>
              </a:cxnLst>
              <a:rect l="0" t="0" r="r" b="b"/>
              <a:pathLst>
                <a:path w="1" h="1">
                  <a:moveTo>
                    <a:pt x="1" y="1"/>
                  </a:moveTo>
                  <a:lnTo>
                    <a:pt x="0" y="0"/>
                  </a:lnTo>
                  <a:lnTo>
                    <a:pt x="1"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19" name="Freeform 1537">
              <a:extLst>
                <a:ext uri="{FF2B5EF4-FFF2-40B4-BE49-F238E27FC236}">
                  <a16:creationId xmlns:a16="http://schemas.microsoft.com/office/drawing/2014/main" id="{924DB25E-C420-4337-B19F-1497F992E3FE}"/>
                </a:ext>
              </a:extLst>
            </p:cNvPr>
            <p:cNvSpPr>
              <a:spLocks/>
            </p:cNvSpPr>
            <p:nvPr/>
          </p:nvSpPr>
          <p:spPr bwMode="auto">
            <a:xfrm>
              <a:off x="4327991" y="2960932"/>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0" name="Freeform 1538">
              <a:extLst>
                <a:ext uri="{FF2B5EF4-FFF2-40B4-BE49-F238E27FC236}">
                  <a16:creationId xmlns:a16="http://schemas.microsoft.com/office/drawing/2014/main" id="{669222BE-1B6D-434C-85AA-9FF5753993C0}"/>
                </a:ext>
              </a:extLst>
            </p:cNvPr>
            <p:cNvSpPr>
              <a:spLocks/>
            </p:cNvSpPr>
            <p:nvPr/>
          </p:nvSpPr>
          <p:spPr bwMode="auto">
            <a:xfrm>
              <a:off x="4322590" y="2939334"/>
              <a:ext cx="0" cy="0"/>
            </a:xfrm>
            <a:custGeom>
              <a:avLst/>
              <a:gdLst/>
              <a:ahLst/>
              <a:cxnLst>
                <a:cxn ang="0">
                  <a:pos x="0" y="0"/>
                </a:cxn>
                <a:cxn ang="0">
                  <a:pos x="0" y="0"/>
                </a:cxn>
                <a:cxn ang="0">
                  <a:pos x="0" y="0"/>
                </a:cxn>
              </a:cxnLst>
              <a:rect l="0" t="0" r="r" b="b"/>
              <a:pathLst>
                <a:path>
                  <a:moveTo>
                    <a:pt x="0" y="0"/>
                  </a:moveTo>
                  <a:lnTo>
                    <a:pt x="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1" name="Freeform 1539">
              <a:extLst>
                <a:ext uri="{FF2B5EF4-FFF2-40B4-BE49-F238E27FC236}">
                  <a16:creationId xmlns:a16="http://schemas.microsoft.com/office/drawing/2014/main" id="{E659F95B-4D5F-41C9-BF70-67DE4D9B5BD1}"/>
                </a:ext>
              </a:extLst>
            </p:cNvPr>
            <p:cNvSpPr>
              <a:spLocks/>
            </p:cNvSpPr>
            <p:nvPr/>
          </p:nvSpPr>
          <p:spPr bwMode="auto">
            <a:xfrm>
              <a:off x="4327991" y="2982534"/>
              <a:ext cx="5402" cy="5402"/>
            </a:xfrm>
            <a:custGeom>
              <a:avLst/>
              <a:gdLst>
                <a:gd name="T0" fmla="*/ 1 w 1"/>
                <a:gd name="T1" fmla="*/ 0 h 1"/>
                <a:gd name="T2" fmla="*/ 0 w 1"/>
                <a:gd name="T3" fmla="*/ 1 h 1"/>
                <a:gd name="T4" fmla="*/ 1 w 1"/>
                <a:gd name="T5" fmla="*/ 0 h 1"/>
              </a:gdLst>
              <a:ahLst/>
              <a:cxnLst>
                <a:cxn ang="0">
                  <a:pos x="T0" y="T1"/>
                </a:cxn>
                <a:cxn ang="0">
                  <a:pos x="T2" y="T3"/>
                </a:cxn>
                <a:cxn ang="0">
                  <a:pos x="T4" y="T5"/>
                </a:cxn>
              </a:cxnLst>
              <a:rect l="0" t="0" r="r" b="b"/>
              <a:pathLst>
                <a:path w="1" h="1">
                  <a:moveTo>
                    <a:pt x="1" y="0"/>
                  </a:moveTo>
                  <a:lnTo>
                    <a:pt x="0" y="1"/>
                  </a:lnTo>
                  <a:lnTo>
                    <a:pt x="1"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2" name="Rectangle 1540">
              <a:extLst>
                <a:ext uri="{FF2B5EF4-FFF2-40B4-BE49-F238E27FC236}">
                  <a16:creationId xmlns:a16="http://schemas.microsoft.com/office/drawing/2014/main" id="{C8BC884E-1AB3-4062-A65C-7F1B1EECF882}"/>
                </a:ext>
              </a:extLst>
            </p:cNvPr>
            <p:cNvSpPr>
              <a:spLocks noChangeArrowheads="1"/>
            </p:cNvSpPr>
            <p:nvPr/>
          </p:nvSpPr>
          <p:spPr bwMode="auto">
            <a:xfrm>
              <a:off x="4338790" y="2982534"/>
              <a:ext cx="5402" cy="540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3" name="Freeform 1541">
              <a:extLst>
                <a:ext uri="{FF2B5EF4-FFF2-40B4-BE49-F238E27FC236}">
                  <a16:creationId xmlns:a16="http://schemas.microsoft.com/office/drawing/2014/main" id="{B39D7141-0AA1-4A90-9E26-4F80FDAD0E71}"/>
                </a:ext>
              </a:extLst>
            </p:cNvPr>
            <p:cNvSpPr>
              <a:spLocks/>
            </p:cNvSpPr>
            <p:nvPr/>
          </p:nvSpPr>
          <p:spPr bwMode="auto">
            <a:xfrm>
              <a:off x="4246989" y="2858336"/>
              <a:ext cx="70199" cy="59401"/>
            </a:xfrm>
            <a:custGeom>
              <a:avLst/>
              <a:gdLst>
                <a:gd name="T0" fmla="*/ 11 w 12"/>
                <a:gd name="T1" fmla="*/ 8 h 10"/>
                <a:gd name="T2" fmla="*/ 11 w 12"/>
                <a:gd name="T3" fmla="*/ 6 h 10"/>
                <a:gd name="T4" fmla="*/ 10 w 12"/>
                <a:gd name="T5" fmla="*/ 5 h 10"/>
                <a:gd name="T6" fmla="*/ 10 w 12"/>
                <a:gd name="T7" fmla="*/ 3 h 10"/>
                <a:gd name="T8" fmla="*/ 10 w 12"/>
                <a:gd name="T9" fmla="*/ 2 h 10"/>
                <a:gd name="T10" fmla="*/ 10 w 12"/>
                <a:gd name="T11" fmla="*/ 0 h 10"/>
                <a:gd name="T12" fmla="*/ 10 w 12"/>
                <a:gd name="T13" fmla="*/ 0 h 10"/>
                <a:gd name="T14" fmla="*/ 0 w 12"/>
                <a:gd name="T15" fmla="*/ 0 h 10"/>
                <a:gd name="T16" fmla="*/ 2 w 12"/>
                <a:gd name="T17" fmla="*/ 10 h 10"/>
                <a:gd name="T18" fmla="*/ 12 w 12"/>
                <a:gd name="T19" fmla="*/ 10 h 10"/>
                <a:gd name="T20" fmla="*/ 12 w 12"/>
                <a:gd name="T21" fmla="*/ 10 h 10"/>
                <a:gd name="T22" fmla="*/ 11 w 12"/>
                <a:gd name="T23" fmla="*/ 9 h 10"/>
                <a:gd name="T24" fmla="*/ 11 w 12"/>
                <a:gd name="T25" fmla="*/ 8 h 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 h="10">
                  <a:moveTo>
                    <a:pt x="11" y="8"/>
                  </a:moveTo>
                  <a:cubicBezTo>
                    <a:pt x="11" y="8"/>
                    <a:pt x="11" y="7"/>
                    <a:pt x="11" y="6"/>
                  </a:cubicBezTo>
                  <a:cubicBezTo>
                    <a:pt x="10" y="5"/>
                    <a:pt x="10" y="5"/>
                    <a:pt x="10" y="5"/>
                  </a:cubicBezTo>
                  <a:cubicBezTo>
                    <a:pt x="10" y="5"/>
                    <a:pt x="10" y="4"/>
                    <a:pt x="10" y="3"/>
                  </a:cubicBezTo>
                  <a:cubicBezTo>
                    <a:pt x="10" y="2"/>
                    <a:pt x="10" y="2"/>
                    <a:pt x="10" y="2"/>
                  </a:cubicBezTo>
                  <a:cubicBezTo>
                    <a:pt x="10" y="1"/>
                    <a:pt x="10" y="1"/>
                    <a:pt x="10" y="0"/>
                  </a:cubicBezTo>
                  <a:cubicBezTo>
                    <a:pt x="10" y="0"/>
                    <a:pt x="10" y="0"/>
                    <a:pt x="10" y="0"/>
                  </a:cubicBezTo>
                  <a:cubicBezTo>
                    <a:pt x="0" y="0"/>
                    <a:pt x="0" y="0"/>
                    <a:pt x="0" y="0"/>
                  </a:cubicBezTo>
                  <a:cubicBezTo>
                    <a:pt x="0" y="4"/>
                    <a:pt x="1" y="7"/>
                    <a:pt x="2" y="10"/>
                  </a:cubicBezTo>
                  <a:cubicBezTo>
                    <a:pt x="12" y="10"/>
                    <a:pt x="12" y="10"/>
                    <a:pt x="12" y="10"/>
                  </a:cubicBezTo>
                  <a:cubicBezTo>
                    <a:pt x="12" y="10"/>
                    <a:pt x="12" y="10"/>
                    <a:pt x="12" y="10"/>
                  </a:cubicBezTo>
                  <a:cubicBezTo>
                    <a:pt x="11" y="9"/>
                    <a:pt x="11" y="9"/>
                    <a:pt x="11" y="9"/>
                  </a:cubicBezTo>
                  <a:lnTo>
                    <a:pt x="1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4" name="Freeform 1542">
              <a:extLst>
                <a:ext uri="{FF2B5EF4-FFF2-40B4-BE49-F238E27FC236}">
                  <a16:creationId xmlns:a16="http://schemas.microsoft.com/office/drawing/2014/main" id="{D5569C5E-FCE7-48F3-9895-C8A2D864A818}"/>
                </a:ext>
              </a:extLst>
            </p:cNvPr>
            <p:cNvSpPr>
              <a:spLocks/>
            </p:cNvSpPr>
            <p:nvPr/>
          </p:nvSpPr>
          <p:spPr bwMode="auto">
            <a:xfrm>
              <a:off x="4300992" y="2885335"/>
              <a:ext cx="10799" cy="10799"/>
            </a:xfrm>
            <a:custGeom>
              <a:avLst/>
              <a:gdLst>
                <a:gd name="T0" fmla="*/ 2 w 2"/>
                <a:gd name="T1" fmla="*/ 2 h 2"/>
                <a:gd name="T2" fmla="*/ 0 w 2"/>
                <a:gd name="T3" fmla="*/ 0 h 2"/>
                <a:gd name="T4" fmla="*/ 2 w 2"/>
                <a:gd name="T5" fmla="*/ 2 h 2"/>
              </a:gdLst>
              <a:ahLst/>
              <a:cxnLst>
                <a:cxn ang="0">
                  <a:pos x="T0" y="T1"/>
                </a:cxn>
                <a:cxn ang="0">
                  <a:pos x="T2" y="T3"/>
                </a:cxn>
                <a:cxn ang="0">
                  <a:pos x="T4" y="T5"/>
                </a:cxn>
              </a:cxnLst>
              <a:rect l="0" t="0" r="r" b="b"/>
              <a:pathLst>
                <a:path w="2" h="2">
                  <a:moveTo>
                    <a:pt x="2" y="2"/>
                  </a:moveTo>
                  <a:lnTo>
                    <a:pt x="0" y="0"/>
                  </a:lnTo>
                  <a:lnTo>
                    <a:pt x="2" y="2"/>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5" name="Freeform 1543">
              <a:extLst>
                <a:ext uri="{FF2B5EF4-FFF2-40B4-BE49-F238E27FC236}">
                  <a16:creationId xmlns:a16="http://schemas.microsoft.com/office/drawing/2014/main" id="{FA395E6D-F514-4C9D-87D3-9DE0028EFC6F}"/>
                </a:ext>
              </a:extLst>
            </p:cNvPr>
            <p:cNvSpPr>
              <a:spLocks/>
            </p:cNvSpPr>
            <p:nvPr/>
          </p:nvSpPr>
          <p:spPr bwMode="auto">
            <a:xfrm>
              <a:off x="4300992" y="2869135"/>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6" name="Freeform 1544">
              <a:extLst>
                <a:ext uri="{FF2B5EF4-FFF2-40B4-BE49-F238E27FC236}">
                  <a16:creationId xmlns:a16="http://schemas.microsoft.com/office/drawing/2014/main" id="{50620306-F56D-4275-B0AE-18C645B427E6}"/>
                </a:ext>
              </a:extLst>
            </p:cNvPr>
            <p:cNvSpPr>
              <a:spLocks/>
            </p:cNvSpPr>
            <p:nvPr/>
          </p:nvSpPr>
          <p:spPr bwMode="auto">
            <a:xfrm>
              <a:off x="4311791" y="29069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lnTo>
                    <a:pt x="0"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7" name="Freeform 1545">
              <a:extLst>
                <a:ext uri="{FF2B5EF4-FFF2-40B4-BE49-F238E27FC236}">
                  <a16:creationId xmlns:a16="http://schemas.microsoft.com/office/drawing/2014/main" id="{DFD62C4A-66D1-4A55-9D46-72F02588A3C8}"/>
                </a:ext>
              </a:extLst>
            </p:cNvPr>
            <p:cNvSpPr>
              <a:spLocks/>
            </p:cNvSpPr>
            <p:nvPr/>
          </p:nvSpPr>
          <p:spPr bwMode="auto">
            <a:xfrm>
              <a:off x="4246989" y="2788132"/>
              <a:ext cx="70199" cy="64802"/>
            </a:xfrm>
            <a:custGeom>
              <a:avLst/>
              <a:gdLst>
                <a:gd name="T0" fmla="*/ 2 w 12"/>
                <a:gd name="T1" fmla="*/ 0 h 11"/>
                <a:gd name="T2" fmla="*/ 0 w 12"/>
                <a:gd name="T3" fmla="*/ 11 h 11"/>
                <a:gd name="T4" fmla="*/ 10 w 12"/>
                <a:gd name="T5" fmla="*/ 11 h 11"/>
                <a:gd name="T6" fmla="*/ 10 w 12"/>
                <a:gd name="T7" fmla="*/ 5 h 11"/>
                <a:gd name="T8" fmla="*/ 11 w 12"/>
                <a:gd name="T9" fmla="*/ 4 h 11"/>
                <a:gd name="T10" fmla="*/ 11 w 12"/>
                <a:gd name="T11" fmla="*/ 2 h 11"/>
                <a:gd name="T12" fmla="*/ 11 w 12"/>
                <a:gd name="T13" fmla="*/ 1 h 11"/>
                <a:gd name="T14" fmla="*/ 12 w 12"/>
                <a:gd name="T15" fmla="*/ 0 h 11"/>
                <a:gd name="T16" fmla="*/ 12 w 12"/>
                <a:gd name="T17" fmla="*/ 0 h 11"/>
                <a:gd name="T18" fmla="*/ 2 w 12"/>
                <a:gd name="T19" fmla="*/ 0 h 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 h="11">
                  <a:moveTo>
                    <a:pt x="2" y="0"/>
                  </a:moveTo>
                  <a:cubicBezTo>
                    <a:pt x="0" y="3"/>
                    <a:pt x="0" y="7"/>
                    <a:pt x="0" y="11"/>
                  </a:cubicBezTo>
                  <a:cubicBezTo>
                    <a:pt x="10" y="11"/>
                    <a:pt x="10" y="11"/>
                    <a:pt x="10" y="11"/>
                  </a:cubicBezTo>
                  <a:cubicBezTo>
                    <a:pt x="10" y="9"/>
                    <a:pt x="10" y="7"/>
                    <a:pt x="10" y="5"/>
                  </a:cubicBezTo>
                  <a:cubicBezTo>
                    <a:pt x="11" y="4"/>
                    <a:pt x="11" y="4"/>
                    <a:pt x="11" y="4"/>
                  </a:cubicBezTo>
                  <a:cubicBezTo>
                    <a:pt x="11" y="4"/>
                    <a:pt x="11" y="3"/>
                    <a:pt x="11" y="2"/>
                  </a:cubicBezTo>
                  <a:cubicBezTo>
                    <a:pt x="11" y="2"/>
                    <a:pt x="11" y="1"/>
                    <a:pt x="11" y="1"/>
                  </a:cubicBezTo>
                  <a:cubicBezTo>
                    <a:pt x="11" y="1"/>
                    <a:pt x="11" y="0"/>
                    <a:pt x="12" y="0"/>
                  </a:cubicBezTo>
                  <a:cubicBezTo>
                    <a:pt x="12" y="0"/>
                    <a:pt x="12" y="0"/>
                    <a:pt x="12" y="0"/>
                  </a:cubicBezTo>
                  <a:lnTo>
                    <a:pt x="2"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8" name="Freeform 1546">
              <a:extLst>
                <a:ext uri="{FF2B5EF4-FFF2-40B4-BE49-F238E27FC236}">
                  <a16:creationId xmlns:a16="http://schemas.microsoft.com/office/drawing/2014/main" id="{E828A68C-FFFB-4FAE-AFEE-964D7BFAEE12}"/>
                </a:ext>
              </a:extLst>
            </p:cNvPr>
            <p:cNvSpPr>
              <a:spLocks/>
            </p:cNvSpPr>
            <p:nvPr/>
          </p:nvSpPr>
          <p:spPr bwMode="auto">
            <a:xfrm>
              <a:off x="4311791" y="2793533"/>
              <a:ext cx="0" cy="5402"/>
            </a:xfrm>
            <a:custGeom>
              <a:avLst/>
              <a:gdLst>
                <a:gd name="T0" fmla="*/ 1 h 1"/>
                <a:gd name="T1" fmla="*/ 0 h 1"/>
                <a:gd name="T2" fmla="*/ 1 h 1"/>
              </a:gdLst>
              <a:ahLst/>
              <a:cxnLst>
                <a:cxn ang="0">
                  <a:pos x="0" y="T0"/>
                </a:cxn>
                <a:cxn ang="0">
                  <a:pos x="0" y="T1"/>
                </a:cxn>
                <a:cxn ang="0">
                  <a:pos x="0" y="T2"/>
                </a:cxn>
              </a:cxnLst>
              <a:rect l="0" t="0" r="r" b="b"/>
              <a:pathLst>
                <a:path h="1">
                  <a:moveTo>
                    <a:pt x="0" y="1"/>
                  </a:moveTo>
                  <a:cubicBezTo>
                    <a:pt x="0" y="1"/>
                    <a:pt x="0" y="0"/>
                    <a:pt x="0" y="0"/>
                  </a:cubicBezTo>
                  <a:cubicBezTo>
                    <a:pt x="0" y="0"/>
                    <a:pt x="0" y="1"/>
                    <a:pt x="0"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29" name="Freeform 1547">
              <a:extLst>
                <a:ext uri="{FF2B5EF4-FFF2-40B4-BE49-F238E27FC236}">
                  <a16:creationId xmlns:a16="http://schemas.microsoft.com/office/drawing/2014/main" id="{8B5A0789-5B6A-4EF7-93A0-9B18E33F55F2}"/>
                </a:ext>
              </a:extLst>
            </p:cNvPr>
            <p:cNvSpPr>
              <a:spLocks/>
            </p:cNvSpPr>
            <p:nvPr/>
          </p:nvSpPr>
          <p:spPr bwMode="auto">
            <a:xfrm>
              <a:off x="4300992" y="2809734"/>
              <a:ext cx="10799" cy="5402"/>
            </a:xfrm>
            <a:custGeom>
              <a:avLst/>
              <a:gdLst>
                <a:gd name="T0" fmla="*/ 0 w 2"/>
                <a:gd name="T1" fmla="*/ 1 h 1"/>
                <a:gd name="T2" fmla="*/ 2 w 2"/>
                <a:gd name="T3" fmla="*/ 0 h 1"/>
                <a:gd name="T4" fmla="*/ 0 w 2"/>
                <a:gd name="T5" fmla="*/ 1 h 1"/>
              </a:gdLst>
              <a:ahLst/>
              <a:cxnLst>
                <a:cxn ang="0">
                  <a:pos x="T0" y="T1"/>
                </a:cxn>
                <a:cxn ang="0">
                  <a:pos x="T2" y="T3"/>
                </a:cxn>
                <a:cxn ang="0">
                  <a:pos x="T4" y="T5"/>
                </a:cxn>
              </a:cxnLst>
              <a:rect l="0" t="0" r="r" b="b"/>
              <a:pathLst>
                <a:path w="2" h="1">
                  <a:moveTo>
                    <a:pt x="0" y="1"/>
                  </a:moveTo>
                  <a:lnTo>
                    <a:pt x="2" y="0"/>
                  </a:lnTo>
                  <a:lnTo>
                    <a:pt x="0" y="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30" name="Freeform 1548">
              <a:extLst>
                <a:ext uri="{FF2B5EF4-FFF2-40B4-BE49-F238E27FC236}">
                  <a16:creationId xmlns:a16="http://schemas.microsoft.com/office/drawing/2014/main" id="{309B82B8-4B71-45ED-B631-871911B7C75B}"/>
                </a:ext>
              </a:extLst>
            </p:cNvPr>
            <p:cNvSpPr>
              <a:spLocks/>
            </p:cNvSpPr>
            <p:nvPr/>
          </p:nvSpPr>
          <p:spPr bwMode="auto">
            <a:xfrm>
              <a:off x="4036390" y="2804332"/>
              <a:ext cx="351002" cy="615599"/>
            </a:xfrm>
            <a:custGeom>
              <a:avLst/>
              <a:gdLst>
                <a:gd name="T0" fmla="*/ 29 w 59"/>
                <a:gd name="T1" fmla="*/ 35 h 104"/>
                <a:gd name="T2" fmla="*/ 21 w 59"/>
                <a:gd name="T3" fmla="*/ 39 h 104"/>
                <a:gd name="T4" fmla="*/ 37 w 59"/>
                <a:gd name="T5" fmla="*/ 56 h 104"/>
                <a:gd name="T6" fmla="*/ 34 w 59"/>
                <a:gd name="T7" fmla="*/ 64 h 104"/>
                <a:gd name="T8" fmla="*/ 15 w 59"/>
                <a:gd name="T9" fmla="*/ 47 h 104"/>
                <a:gd name="T10" fmla="*/ 7 w 59"/>
                <a:gd name="T11" fmla="*/ 1 h 104"/>
                <a:gd name="T12" fmla="*/ 1 w 59"/>
                <a:gd name="T13" fmla="*/ 56 h 104"/>
                <a:gd name="T14" fmla="*/ 26 w 59"/>
                <a:gd name="T15" fmla="*/ 99 h 104"/>
                <a:gd name="T16" fmla="*/ 58 w 59"/>
                <a:gd name="T17" fmla="*/ 102 h 104"/>
                <a:gd name="T18" fmla="*/ 56 w 59"/>
                <a:gd name="T19" fmla="*/ 54 h 104"/>
                <a:gd name="T20" fmla="*/ 29 w 59"/>
                <a:gd name="T21" fmla="*/ 35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9" h="104">
                  <a:moveTo>
                    <a:pt x="29" y="35"/>
                  </a:moveTo>
                  <a:cubicBezTo>
                    <a:pt x="27" y="33"/>
                    <a:pt x="22" y="33"/>
                    <a:pt x="21" y="39"/>
                  </a:cubicBezTo>
                  <a:cubicBezTo>
                    <a:pt x="21" y="45"/>
                    <a:pt x="35" y="51"/>
                    <a:pt x="37" y="56"/>
                  </a:cubicBezTo>
                  <a:cubicBezTo>
                    <a:pt x="40" y="61"/>
                    <a:pt x="38" y="63"/>
                    <a:pt x="34" y="64"/>
                  </a:cubicBezTo>
                  <a:cubicBezTo>
                    <a:pt x="30" y="64"/>
                    <a:pt x="17" y="49"/>
                    <a:pt x="15" y="47"/>
                  </a:cubicBezTo>
                  <a:cubicBezTo>
                    <a:pt x="13" y="44"/>
                    <a:pt x="15" y="1"/>
                    <a:pt x="7" y="1"/>
                  </a:cubicBezTo>
                  <a:cubicBezTo>
                    <a:pt x="0" y="0"/>
                    <a:pt x="0" y="18"/>
                    <a:pt x="1" y="56"/>
                  </a:cubicBezTo>
                  <a:cubicBezTo>
                    <a:pt x="27" y="85"/>
                    <a:pt x="26" y="99"/>
                    <a:pt x="26" y="99"/>
                  </a:cubicBezTo>
                  <a:cubicBezTo>
                    <a:pt x="26" y="99"/>
                    <a:pt x="52" y="104"/>
                    <a:pt x="58" y="102"/>
                  </a:cubicBezTo>
                  <a:cubicBezTo>
                    <a:pt x="58" y="102"/>
                    <a:pt x="59" y="60"/>
                    <a:pt x="56" y="54"/>
                  </a:cubicBezTo>
                  <a:cubicBezTo>
                    <a:pt x="54" y="48"/>
                    <a:pt x="32" y="37"/>
                    <a:pt x="29" y="3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dirty="0">
                <a:solidFill>
                  <a:prstClr val="black"/>
                </a:solidFill>
                <a:latin typeface="Segoe UI Light"/>
                <a:ea typeface="微软雅黑"/>
              </a:endParaRPr>
            </a:p>
          </p:txBody>
        </p:sp>
        <p:sp>
          <p:nvSpPr>
            <p:cNvPr id="231" name="Freeform 1549">
              <a:extLst>
                <a:ext uri="{FF2B5EF4-FFF2-40B4-BE49-F238E27FC236}">
                  <a16:creationId xmlns:a16="http://schemas.microsoft.com/office/drawing/2014/main" id="{14089739-BCE5-4CC5-AD2C-C82640E55C78}"/>
                </a:ext>
              </a:extLst>
            </p:cNvPr>
            <p:cNvSpPr>
              <a:spLocks/>
            </p:cNvSpPr>
            <p:nvPr/>
          </p:nvSpPr>
          <p:spPr bwMode="auto">
            <a:xfrm>
              <a:off x="4446788" y="2804332"/>
              <a:ext cx="345600" cy="615599"/>
            </a:xfrm>
            <a:custGeom>
              <a:avLst/>
              <a:gdLst>
                <a:gd name="T0" fmla="*/ 51 w 59"/>
                <a:gd name="T1" fmla="*/ 1 h 104"/>
                <a:gd name="T2" fmla="*/ 43 w 59"/>
                <a:gd name="T3" fmla="*/ 47 h 104"/>
                <a:gd name="T4" fmla="*/ 25 w 59"/>
                <a:gd name="T5" fmla="*/ 64 h 104"/>
                <a:gd name="T6" fmla="*/ 21 w 59"/>
                <a:gd name="T7" fmla="*/ 56 h 104"/>
                <a:gd name="T8" fmla="*/ 37 w 59"/>
                <a:gd name="T9" fmla="*/ 39 h 104"/>
                <a:gd name="T10" fmla="*/ 29 w 59"/>
                <a:gd name="T11" fmla="*/ 35 h 104"/>
                <a:gd name="T12" fmla="*/ 2 w 59"/>
                <a:gd name="T13" fmla="*/ 54 h 104"/>
                <a:gd name="T14" fmla="*/ 1 w 59"/>
                <a:gd name="T15" fmla="*/ 102 h 104"/>
                <a:gd name="T16" fmla="*/ 32 w 59"/>
                <a:gd name="T17" fmla="*/ 99 h 104"/>
                <a:gd name="T18" fmla="*/ 58 w 59"/>
                <a:gd name="T19" fmla="*/ 56 h 104"/>
                <a:gd name="T20" fmla="*/ 51 w 59"/>
                <a:gd name="T21" fmla="*/ 1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9" h="104">
                  <a:moveTo>
                    <a:pt x="51" y="1"/>
                  </a:moveTo>
                  <a:cubicBezTo>
                    <a:pt x="43" y="1"/>
                    <a:pt x="45" y="44"/>
                    <a:pt x="43" y="47"/>
                  </a:cubicBezTo>
                  <a:cubicBezTo>
                    <a:pt x="42" y="49"/>
                    <a:pt x="29" y="64"/>
                    <a:pt x="25" y="64"/>
                  </a:cubicBezTo>
                  <a:cubicBezTo>
                    <a:pt x="21" y="63"/>
                    <a:pt x="19" y="61"/>
                    <a:pt x="21" y="56"/>
                  </a:cubicBezTo>
                  <a:cubicBezTo>
                    <a:pt x="23" y="51"/>
                    <a:pt x="38" y="45"/>
                    <a:pt x="37" y="39"/>
                  </a:cubicBezTo>
                  <a:cubicBezTo>
                    <a:pt x="37" y="33"/>
                    <a:pt x="32" y="33"/>
                    <a:pt x="29" y="35"/>
                  </a:cubicBezTo>
                  <a:cubicBezTo>
                    <a:pt x="27" y="37"/>
                    <a:pt x="5" y="48"/>
                    <a:pt x="2" y="54"/>
                  </a:cubicBezTo>
                  <a:cubicBezTo>
                    <a:pt x="0" y="60"/>
                    <a:pt x="1" y="102"/>
                    <a:pt x="1" y="102"/>
                  </a:cubicBezTo>
                  <a:cubicBezTo>
                    <a:pt x="7" y="104"/>
                    <a:pt x="32" y="99"/>
                    <a:pt x="32" y="99"/>
                  </a:cubicBezTo>
                  <a:cubicBezTo>
                    <a:pt x="32" y="99"/>
                    <a:pt x="32" y="85"/>
                    <a:pt x="58" y="56"/>
                  </a:cubicBezTo>
                  <a:cubicBezTo>
                    <a:pt x="59" y="18"/>
                    <a:pt x="59" y="0"/>
                    <a:pt x="51"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sp>
        <p:nvSpPr>
          <p:cNvPr id="269" name="Oval 444">
            <a:extLst>
              <a:ext uri="{FF2B5EF4-FFF2-40B4-BE49-F238E27FC236}">
                <a16:creationId xmlns:a16="http://schemas.microsoft.com/office/drawing/2014/main" id="{9AEDE3A0-E28B-4A6A-8B60-0F8FA1C72921}"/>
              </a:ext>
            </a:extLst>
          </p:cNvPr>
          <p:cNvSpPr>
            <a:spLocks noChangeArrowheads="1"/>
          </p:cNvSpPr>
          <p:nvPr/>
        </p:nvSpPr>
        <p:spPr bwMode="auto">
          <a:xfrm>
            <a:off x="2167146" y="2507334"/>
            <a:ext cx="1080000" cy="1080000"/>
          </a:xfrm>
          <a:prstGeom prst="ellipse">
            <a:avLst/>
          </a:prstGeom>
          <a:solidFill>
            <a:srgbClr val="F399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4" name="组合 3">
            <a:extLst>
              <a:ext uri="{FF2B5EF4-FFF2-40B4-BE49-F238E27FC236}">
                <a16:creationId xmlns:a16="http://schemas.microsoft.com/office/drawing/2014/main" id="{5181A0C9-47D6-47BA-BB40-EF98FE95E073}"/>
              </a:ext>
            </a:extLst>
          </p:cNvPr>
          <p:cNvGrpSpPr/>
          <p:nvPr/>
        </p:nvGrpSpPr>
        <p:grpSpPr>
          <a:xfrm>
            <a:off x="2312947" y="2723334"/>
            <a:ext cx="815402" cy="610197"/>
            <a:chOff x="2312947" y="2723334"/>
            <a:chExt cx="815402" cy="610197"/>
          </a:xfrm>
        </p:grpSpPr>
        <p:sp>
          <p:nvSpPr>
            <p:cNvPr id="270" name="Freeform 468">
              <a:extLst>
                <a:ext uri="{FF2B5EF4-FFF2-40B4-BE49-F238E27FC236}">
                  <a16:creationId xmlns:a16="http://schemas.microsoft.com/office/drawing/2014/main" id="{47DF8D91-1FCC-484A-83FB-EF3DD6437B72}"/>
                </a:ext>
              </a:extLst>
            </p:cNvPr>
            <p:cNvSpPr>
              <a:spLocks/>
            </p:cNvSpPr>
            <p:nvPr/>
          </p:nvSpPr>
          <p:spPr bwMode="auto">
            <a:xfrm>
              <a:off x="2312947" y="2734133"/>
              <a:ext cx="815398" cy="599398"/>
            </a:xfrm>
            <a:custGeom>
              <a:avLst/>
              <a:gdLst>
                <a:gd name="T0" fmla="*/ 16 w 151"/>
                <a:gd name="T1" fmla="*/ 0 h 111"/>
                <a:gd name="T2" fmla="*/ 0 w 151"/>
                <a:gd name="T3" fmla="*/ 0 h 111"/>
                <a:gd name="T4" fmla="*/ 0 w 151"/>
                <a:gd name="T5" fmla="*/ 111 h 111"/>
                <a:gd name="T6" fmla="*/ 151 w 151"/>
                <a:gd name="T7" fmla="*/ 111 h 111"/>
                <a:gd name="T8" fmla="*/ 151 w 151"/>
                <a:gd name="T9" fmla="*/ 95 h 111"/>
                <a:gd name="T10" fmla="*/ 16 w 151"/>
                <a:gd name="T11" fmla="*/ 95 h 111"/>
                <a:gd name="T12" fmla="*/ 16 w 151"/>
                <a:gd name="T13" fmla="*/ 0 h 111"/>
              </a:gdLst>
              <a:ahLst/>
              <a:cxnLst>
                <a:cxn ang="0">
                  <a:pos x="T0" y="T1"/>
                </a:cxn>
                <a:cxn ang="0">
                  <a:pos x="T2" y="T3"/>
                </a:cxn>
                <a:cxn ang="0">
                  <a:pos x="T4" y="T5"/>
                </a:cxn>
                <a:cxn ang="0">
                  <a:pos x="T6" y="T7"/>
                </a:cxn>
                <a:cxn ang="0">
                  <a:pos x="T8" y="T9"/>
                </a:cxn>
                <a:cxn ang="0">
                  <a:pos x="T10" y="T11"/>
                </a:cxn>
                <a:cxn ang="0">
                  <a:pos x="T12" y="T13"/>
                </a:cxn>
              </a:cxnLst>
              <a:rect l="0" t="0" r="r" b="b"/>
              <a:pathLst>
                <a:path w="151" h="111">
                  <a:moveTo>
                    <a:pt x="16" y="0"/>
                  </a:moveTo>
                  <a:lnTo>
                    <a:pt x="0" y="0"/>
                  </a:lnTo>
                  <a:lnTo>
                    <a:pt x="0" y="111"/>
                  </a:lnTo>
                  <a:lnTo>
                    <a:pt x="151" y="111"/>
                  </a:lnTo>
                  <a:lnTo>
                    <a:pt x="151" y="95"/>
                  </a:lnTo>
                  <a:lnTo>
                    <a:pt x="16" y="95"/>
                  </a:lnTo>
                  <a:lnTo>
                    <a:pt x="16"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71" name="Freeform 469">
              <a:extLst>
                <a:ext uri="{FF2B5EF4-FFF2-40B4-BE49-F238E27FC236}">
                  <a16:creationId xmlns:a16="http://schemas.microsoft.com/office/drawing/2014/main" id="{7C87FD92-FEEB-42A9-9203-37302F22C051}"/>
                </a:ext>
              </a:extLst>
            </p:cNvPr>
            <p:cNvSpPr>
              <a:spLocks/>
            </p:cNvSpPr>
            <p:nvPr/>
          </p:nvSpPr>
          <p:spPr bwMode="auto">
            <a:xfrm>
              <a:off x="2437149" y="2723334"/>
              <a:ext cx="691200" cy="394202"/>
            </a:xfrm>
            <a:custGeom>
              <a:avLst/>
              <a:gdLst>
                <a:gd name="T0" fmla="*/ 115 w 117"/>
                <a:gd name="T1" fmla="*/ 1 h 67"/>
                <a:gd name="T2" fmla="*/ 110 w 117"/>
                <a:gd name="T3" fmla="*/ 2 h 67"/>
                <a:gd name="T4" fmla="*/ 81 w 117"/>
                <a:gd name="T5" fmla="*/ 47 h 67"/>
                <a:gd name="T6" fmla="*/ 39 w 117"/>
                <a:gd name="T7" fmla="*/ 17 h 67"/>
                <a:gd name="T8" fmla="*/ 1 w 117"/>
                <a:gd name="T9" fmla="*/ 61 h 67"/>
                <a:gd name="T10" fmla="*/ 2 w 117"/>
                <a:gd name="T11" fmla="*/ 66 h 67"/>
                <a:gd name="T12" fmla="*/ 4 w 117"/>
                <a:gd name="T13" fmla="*/ 67 h 67"/>
                <a:gd name="T14" fmla="*/ 7 w 117"/>
                <a:gd name="T15" fmla="*/ 66 h 67"/>
                <a:gd name="T16" fmla="*/ 40 w 117"/>
                <a:gd name="T17" fmla="*/ 27 h 67"/>
                <a:gd name="T18" fmla="*/ 83 w 117"/>
                <a:gd name="T19" fmla="*/ 58 h 67"/>
                <a:gd name="T20" fmla="*/ 116 w 117"/>
                <a:gd name="T21" fmla="*/ 6 h 67"/>
                <a:gd name="T22" fmla="*/ 115 w 117"/>
                <a:gd name="T23" fmla="*/ 1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7" h="67">
                  <a:moveTo>
                    <a:pt x="115" y="1"/>
                  </a:moveTo>
                  <a:cubicBezTo>
                    <a:pt x="113" y="0"/>
                    <a:pt x="111" y="1"/>
                    <a:pt x="110" y="2"/>
                  </a:cubicBezTo>
                  <a:cubicBezTo>
                    <a:pt x="81" y="47"/>
                    <a:pt x="81" y="47"/>
                    <a:pt x="81" y="47"/>
                  </a:cubicBezTo>
                  <a:cubicBezTo>
                    <a:pt x="39" y="17"/>
                    <a:pt x="39" y="17"/>
                    <a:pt x="39" y="17"/>
                  </a:cubicBezTo>
                  <a:cubicBezTo>
                    <a:pt x="1" y="61"/>
                    <a:pt x="1" y="61"/>
                    <a:pt x="1" y="61"/>
                  </a:cubicBezTo>
                  <a:cubicBezTo>
                    <a:pt x="0" y="63"/>
                    <a:pt x="0" y="65"/>
                    <a:pt x="2" y="66"/>
                  </a:cubicBezTo>
                  <a:cubicBezTo>
                    <a:pt x="2" y="67"/>
                    <a:pt x="3" y="67"/>
                    <a:pt x="4" y="67"/>
                  </a:cubicBezTo>
                  <a:cubicBezTo>
                    <a:pt x="5" y="67"/>
                    <a:pt x="6" y="67"/>
                    <a:pt x="7" y="66"/>
                  </a:cubicBezTo>
                  <a:cubicBezTo>
                    <a:pt x="40" y="27"/>
                    <a:pt x="40" y="27"/>
                    <a:pt x="40" y="27"/>
                  </a:cubicBezTo>
                  <a:cubicBezTo>
                    <a:pt x="83" y="58"/>
                    <a:pt x="83" y="58"/>
                    <a:pt x="83" y="58"/>
                  </a:cubicBezTo>
                  <a:cubicBezTo>
                    <a:pt x="116" y="6"/>
                    <a:pt x="116" y="6"/>
                    <a:pt x="116" y="6"/>
                  </a:cubicBezTo>
                  <a:cubicBezTo>
                    <a:pt x="117" y="5"/>
                    <a:pt x="117" y="2"/>
                    <a:pt x="115" y="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72" name="Freeform 470">
              <a:extLst>
                <a:ext uri="{FF2B5EF4-FFF2-40B4-BE49-F238E27FC236}">
                  <a16:creationId xmlns:a16="http://schemas.microsoft.com/office/drawing/2014/main" id="{239F70CA-1568-47C9-86FD-B3332EAEB8BD}"/>
                </a:ext>
              </a:extLst>
            </p:cNvPr>
            <p:cNvSpPr>
              <a:spLocks/>
            </p:cNvSpPr>
            <p:nvPr/>
          </p:nvSpPr>
          <p:spPr bwMode="auto">
            <a:xfrm>
              <a:off x="2469546" y="3009533"/>
              <a:ext cx="637201" cy="189001"/>
            </a:xfrm>
            <a:custGeom>
              <a:avLst/>
              <a:gdLst>
                <a:gd name="T0" fmla="*/ 103 w 109"/>
                <a:gd name="T1" fmla="*/ 8 h 32"/>
                <a:gd name="T2" fmla="*/ 69 w 109"/>
                <a:gd name="T3" fmla="*/ 23 h 32"/>
                <a:gd name="T4" fmla="*/ 40 w 109"/>
                <a:gd name="T5" fmla="*/ 0 h 32"/>
                <a:gd name="T6" fmla="*/ 3 w 109"/>
                <a:gd name="T7" fmla="*/ 21 h 32"/>
                <a:gd name="T8" fmla="*/ 1 w 109"/>
                <a:gd name="T9" fmla="*/ 26 h 32"/>
                <a:gd name="T10" fmla="*/ 6 w 109"/>
                <a:gd name="T11" fmla="*/ 28 h 32"/>
                <a:gd name="T12" fmla="*/ 40 w 109"/>
                <a:gd name="T13" fmla="*/ 9 h 32"/>
                <a:gd name="T14" fmla="*/ 68 w 109"/>
                <a:gd name="T15" fmla="*/ 32 h 32"/>
                <a:gd name="T16" fmla="*/ 106 w 109"/>
                <a:gd name="T17" fmla="*/ 15 h 32"/>
                <a:gd name="T18" fmla="*/ 108 w 109"/>
                <a:gd name="T19" fmla="*/ 10 h 32"/>
                <a:gd name="T20" fmla="*/ 103 w 109"/>
                <a:gd name="T21" fmla="*/ 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9" h="32">
                  <a:moveTo>
                    <a:pt x="103" y="8"/>
                  </a:moveTo>
                  <a:cubicBezTo>
                    <a:pt x="69" y="23"/>
                    <a:pt x="69" y="23"/>
                    <a:pt x="69" y="23"/>
                  </a:cubicBezTo>
                  <a:cubicBezTo>
                    <a:pt x="40" y="0"/>
                    <a:pt x="40" y="0"/>
                    <a:pt x="40" y="0"/>
                  </a:cubicBezTo>
                  <a:cubicBezTo>
                    <a:pt x="3" y="21"/>
                    <a:pt x="3" y="21"/>
                    <a:pt x="3" y="21"/>
                  </a:cubicBezTo>
                  <a:cubicBezTo>
                    <a:pt x="1" y="22"/>
                    <a:pt x="0" y="25"/>
                    <a:pt x="1" y="26"/>
                  </a:cubicBezTo>
                  <a:cubicBezTo>
                    <a:pt x="2" y="28"/>
                    <a:pt x="5" y="29"/>
                    <a:pt x="6" y="28"/>
                  </a:cubicBezTo>
                  <a:cubicBezTo>
                    <a:pt x="40" y="9"/>
                    <a:pt x="40" y="9"/>
                    <a:pt x="40" y="9"/>
                  </a:cubicBezTo>
                  <a:cubicBezTo>
                    <a:pt x="68" y="32"/>
                    <a:pt x="68" y="32"/>
                    <a:pt x="68" y="32"/>
                  </a:cubicBezTo>
                  <a:cubicBezTo>
                    <a:pt x="106" y="15"/>
                    <a:pt x="106" y="15"/>
                    <a:pt x="106" y="15"/>
                  </a:cubicBezTo>
                  <a:cubicBezTo>
                    <a:pt x="108" y="14"/>
                    <a:pt x="109" y="12"/>
                    <a:pt x="108" y="10"/>
                  </a:cubicBezTo>
                  <a:cubicBezTo>
                    <a:pt x="107" y="8"/>
                    <a:pt x="105" y="7"/>
                    <a:pt x="103" y="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291" name="组合 290">
            <a:extLst>
              <a:ext uri="{FF2B5EF4-FFF2-40B4-BE49-F238E27FC236}">
                <a16:creationId xmlns:a16="http://schemas.microsoft.com/office/drawing/2014/main" id="{A236BF43-EDAD-44A4-A8F6-7F165445426B}"/>
              </a:ext>
            </a:extLst>
          </p:cNvPr>
          <p:cNvGrpSpPr>
            <a:grpSpLocks noChangeAspect="1"/>
          </p:cNvGrpSpPr>
          <p:nvPr/>
        </p:nvGrpSpPr>
        <p:grpSpPr>
          <a:xfrm>
            <a:off x="7261934" y="2507334"/>
            <a:ext cx="1074544" cy="1080000"/>
            <a:chOff x="6449616" y="1869282"/>
            <a:chExt cx="234553" cy="235744"/>
          </a:xfrm>
        </p:grpSpPr>
        <p:sp>
          <p:nvSpPr>
            <p:cNvPr id="289" name="Oval 2324">
              <a:extLst>
                <a:ext uri="{FF2B5EF4-FFF2-40B4-BE49-F238E27FC236}">
                  <a16:creationId xmlns:a16="http://schemas.microsoft.com/office/drawing/2014/main" id="{617F5838-D9D3-4BC0-B24C-4A5CDFF7EE15}"/>
                </a:ext>
              </a:extLst>
            </p:cNvPr>
            <p:cNvSpPr>
              <a:spLocks noChangeArrowheads="1"/>
            </p:cNvSpPr>
            <p:nvPr/>
          </p:nvSpPr>
          <p:spPr bwMode="auto">
            <a:xfrm>
              <a:off x="6449616" y="1869282"/>
              <a:ext cx="234553" cy="235744"/>
            </a:xfrm>
            <a:prstGeom prst="ellipse">
              <a:avLst/>
            </a:prstGeom>
            <a:solidFill>
              <a:srgbClr val="249DC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90" name="Freeform 2384">
              <a:extLst>
                <a:ext uri="{FF2B5EF4-FFF2-40B4-BE49-F238E27FC236}">
                  <a16:creationId xmlns:a16="http://schemas.microsoft.com/office/drawing/2014/main" id="{7283C6EC-4095-437C-945A-8F4EB61C4D0F}"/>
                </a:ext>
              </a:extLst>
            </p:cNvPr>
            <p:cNvSpPr>
              <a:spLocks noEditPoints="1"/>
            </p:cNvSpPr>
            <p:nvPr/>
          </p:nvSpPr>
          <p:spPr bwMode="auto">
            <a:xfrm>
              <a:off x="6500813" y="1903810"/>
              <a:ext cx="153591" cy="161925"/>
            </a:xfrm>
            <a:custGeom>
              <a:avLst/>
              <a:gdLst>
                <a:gd name="T0" fmla="*/ 94 w 118"/>
                <a:gd name="T1" fmla="*/ 26 h 125"/>
                <a:gd name="T2" fmla="*/ 75 w 118"/>
                <a:gd name="T3" fmla="*/ 11 h 125"/>
                <a:gd name="T4" fmla="*/ 52 w 118"/>
                <a:gd name="T5" fmla="*/ 6 h 125"/>
                <a:gd name="T6" fmla="*/ 68 w 118"/>
                <a:gd name="T7" fmla="*/ 23 h 125"/>
                <a:gd name="T8" fmla="*/ 90 w 118"/>
                <a:gd name="T9" fmla="*/ 34 h 125"/>
                <a:gd name="T10" fmla="*/ 68 w 118"/>
                <a:gd name="T11" fmla="*/ 59 h 125"/>
                <a:gd name="T12" fmla="*/ 52 w 118"/>
                <a:gd name="T13" fmla="*/ 62 h 125"/>
                <a:gd name="T14" fmla="*/ 29 w 118"/>
                <a:gd name="T15" fmla="*/ 56 h 125"/>
                <a:gd name="T16" fmla="*/ 13 w 118"/>
                <a:gd name="T17" fmla="*/ 44 h 125"/>
                <a:gd name="T18" fmla="*/ 7 w 118"/>
                <a:gd name="T19" fmla="*/ 66 h 125"/>
                <a:gd name="T20" fmla="*/ 11 w 118"/>
                <a:gd name="T21" fmla="*/ 99 h 125"/>
                <a:gd name="T22" fmla="*/ 6 w 118"/>
                <a:gd name="T23" fmla="*/ 119 h 125"/>
                <a:gd name="T24" fmla="*/ 29 w 118"/>
                <a:gd name="T25" fmla="*/ 115 h 125"/>
                <a:gd name="T26" fmla="*/ 21 w 118"/>
                <a:gd name="T27" fmla="*/ 99 h 125"/>
                <a:gd name="T28" fmla="*/ 25 w 118"/>
                <a:gd name="T29" fmla="*/ 65 h 125"/>
                <a:gd name="T30" fmla="*/ 48 w 118"/>
                <a:gd name="T31" fmla="*/ 75 h 125"/>
                <a:gd name="T32" fmla="*/ 71 w 118"/>
                <a:gd name="T33" fmla="*/ 71 h 125"/>
                <a:gd name="T34" fmla="*/ 96 w 118"/>
                <a:gd name="T35" fmla="*/ 50 h 125"/>
                <a:gd name="T36" fmla="*/ 115 w 118"/>
                <a:gd name="T37" fmla="*/ 44 h 125"/>
                <a:gd name="T38" fmla="*/ 100 w 118"/>
                <a:gd name="T39" fmla="*/ 26 h 125"/>
                <a:gd name="T40" fmla="*/ 58 w 118"/>
                <a:gd name="T41" fmla="*/ 13 h 125"/>
                <a:gd name="T42" fmla="*/ 68 w 118"/>
                <a:gd name="T43" fmla="*/ 12 h 125"/>
                <a:gd name="T44" fmla="*/ 8 w 118"/>
                <a:gd name="T45" fmla="*/ 56 h 125"/>
                <a:gd name="T46" fmla="*/ 18 w 118"/>
                <a:gd name="T47" fmla="*/ 56 h 125"/>
                <a:gd name="T48" fmla="*/ 8 w 118"/>
                <a:gd name="T49" fmla="*/ 56 h 125"/>
                <a:gd name="T50" fmla="*/ 17 w 118"/>
                <a:gd name="T51" fmla="*/ 118 h 125"/>
                <a:gd name="T52" fmla="*/ 17 w 118"/>
                <a:gd name="T53" fmla="*/ 107 h 125"/>
                <a:gd name="T54" fmla="*/ 59 w 118"/>
                <a:gd name="T55" fmla="*/ 77 h 125"/>
                <a:gd name="T56" fmla="*/ 59 w 118"/>
                <a:gd name="T57" fmla="*/ 66 h 125"/>
                <a:gd name="T58" fmla="*/ 59 w 118"/>
                <a:gd name="T59" fmla="*/ 77 h 125"/>
                <a:gd name="T60" fmla="*/ 100 w 118"/>
                <a:gd name="T61" fmla="*/ 38 h 125"/>
                <a:gd name="T62" fmla="*/ 110 w 118"/>
                <a:gd name="T63" fmla="*/ 37 h 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18" h="125">
                  <a:moveTo>
                    <a:pt x="100" y="26"/>
                  </a:moveTo>
                  <a:cubicBezTo>
                    <a:pt x="98" y="27"/>
                    <a:pt x="96" y="27"/>
                    <a:pt x="94" y="26"/>
                  </a:cubicBezTo>
                  <a:cubicBezTo>
                    <a:pt x="89" y="23"/>
                    <a:pt x="84" y="19"/>
                    <a:pt x="78" y="16"/>
                  </a:cubicBezTo>
                  <a:cubicBezTo>
                    <a:pt x="76" y="15"/>
                    <a:pt x="75" y="14"/>
                    <a:pt x="75" y="11"/>
                  </a:cubicBezTo>
                  <a:cubicBezTo>
                    <a:pt x="74" y="6"/>
                    <a:pt x="71" y="2"/>
                    <a:pt x="66" y="1"/>
                  </a:cubicBezTo>
                  <a:cubicBezTo>
                    <a:pt x="60" y="0"/>
                    <a:pt x="55" y="2"/>
                    <a:pt x="52" y="6"/>
                  </a:cubicBezTo>
                  <a:cubicBezTo>
                    <a:pt x="50" y="11"/>
                    <a:pt x="50" y="17"/>
                    <a:pt x="54" y="20"/>
                  </a:cubicBezTo>
                  <a:cubicBezTo>
                    <a:pt x="57" y="24"/>
                    <a:pt x="62" y="26"/>
                    <a:pt x="68" y="23"/>
                  </a:cubicBezTo>
                  <a:cubicBezTo>
                    <a:pt x="70" y="23"/>
                    <a:pt x="71" y="23"/>
                    <a:pt x="73" y="24"/>
                  </a:cubicBezTo>
                  <a:cubicBezTo>
                    <a:pt x="79" y="27"/>
                    <a:pt x="84" y="31"/>
                    <a:pt x="90" y="34"/>
                  </a:cubicBezTo>
                  <a:cubicBezTo>
                    <a:pt x="94" y="36"/>
                    <a:pt x="94" y="40"/>
                    <a:pt x="90" y="42"/>
                  </a:cubicBezTo>
                  <a:cubicBezTo>
                    <a:pt x="83" y="48"/>
                    <a:pt x="75" y="54"/>
                    <a:pt x="68" y="59"/>
                  </a:cubicBezTo>
                  <a:cubicBezTo>
                    <a:pt x="67" y="60"/>
                    <a:pt x="65" y="60"/>
                    <a:pt x="63" y="60"/>
                  </a:cubicBezTo>
                  <a:cubicBezTo>
                    <a:pt x="59" y="59"/>
                    <a:pt x="55" y="59"/>
                    <a:pt x="52" y="62"/>
                  </a:cubicBezTo>
                  <a:cubicBezTo>
                    <a:pt x="50" y="63"/>
                    <a:pt x="49" y="63"/>
                    <a:pt x="47" y="63"/>
                  </a:cubicBezTo>
                  <a:cubicBezTo>
                    <a:pt x="41" y="60"/>
                    <a:pt x="35" y="58"/>
                    <a:pt x="29" y="56"/>
                  </a:cubicBezTo>
                  <a:cubicBezTo>
                    <a:pt x="26" y="56"/>
                    <a:pt x="25" y="54"/>
                    <a:pt x="24" y="52"/>
                  </a:cubicBezTo>
                  <a:cubicBezTo>
                    <a:pt x="23" y="47"/>
                    <a:pt x="18" y="44"/>
                    <a:pt x="13" y="44"/>
                  </a:cubicBezTo>
                  <a:cubicBezTo>
                    <a:pt x="8" y="44"/>
                    <a:pt x="3" y="48"/>
                    <a:pt x="2" y="53"/>
                  </a:cubicBezTo>
                  <a:cubicBezTo>
                    <a:pt x="0" y="58"/>
                    <a:pt x="2" y="63"/>
                    <a:pt x="7" y="66"/>
                  </a:cubicBezTo>
                  <a:cubicBezTo>
                    <a:pt x="9" y="67"/>
                    <a:pt x="9" y="69"/>
                    <a:pt x="10" y="71"/>
                  </a:cubicBezTo>
                  <a:cubicBezTo>
                    <a:pt x="10" y="80"/>
                    <a:pt x="11" y="89"/>
                    <a:pt x="11" y="99"/>
                  </a:cubicBezTo>
                  <a:cubicBezTo>
                    <a:pt x="12" y="101"/>
                    <a:pt x="11" y="102"/>
                    <a:pt x="9" y="103"/>
                  </a:cubicBezTo>
                  <a:cubicBezTo>
                    <a:pt x="5" y="107"/>
                    <a:pt x="3" y="114"/>
                    <a:pt x="6" y="119"/>
                  </a:cubicBezTo>
                  <a:cubicBezTo>
                    <a:pt x="9" y="123"/>
                    <a:pt x="14" y="125"/>
                    <a:pt x="18" y="125"/>
                  </a:cubicBezTo>
                  <a:cubicBezTo>
                    <a:pt x="23" y="124"/>
                    <a:pt x="28" y="120"/>
                    <a:pt x="29" y="115"/>
                  </a:cubicBezTo>
                  <a:cubicBezTo>
                    <a:pt x="30" y="110"/>
                    <a:pt x="28" y="106"/>
                    <a:pt x="23" y="103"/>
                  </a:cubicBezTo>
                  <a:cubicBezTo>
                    <a:pt x="22" y="102"/>
                    <a:pt x="21" y="100"/>
                    <a:pt x="21" y="99"/>
                  </a:cubicBezTo>
                  <a:cubicBezTo>
                    <a:pt x="20" y="89"/>
                    <a:pt x="19" y="79"/>
                    <a:pt x="19" y="69"/>
                  </a:cubicBezTo>
                  <a:cubicBezTo>
                    <a:pt x="18" y="66"/>
                    <a:pt x="22" y="64"/>
                    <a:pt x="25" y="65"/>
                  </a:cubicBezTo>
                  <a:cubicBezTo>
                    <a:pt x="31" y="67"/>
                    <a:pt x="38" y="69"/>
                    <a:pt x="45" y="72"/>
                  </a:cubicBezTo>
                  <a:cubicBezTo>
                    <a:pt x="46" y="72"/>
                    <a:pt x="47" y="73"/>
                    <a:pt x="48" y="75"/>
                  </a:cubicBezTo>
                  <a:cubicBezTo>
                    <a:pt x="49" y="81"/>
                    <a:pt x="55" y="84"/>
                    <a:pt x="61" y="84"/>
                  </a:cubicBezTo>
                  <a:cubicBezTo>
                    <a:pt x="67" y="83"/>
                    <a:pt x="72" y="78"/>
                    <a:pt x="71" y="71"/>
                  </a:cubicBezTo>
                  <a:cubicBezTo>
                    <a:pt x="72" y="69"/>
                    <a:pt x="72" y="68"/>
                    <a:pt x="74" y="67"/>
                  </a:cubicBezTo>
                  <a:cubicBezTo>
                    <a:pt x="81" y="61"/>
                    <a:pt x="88" y="55"/>
                    <a:pt x="96" y="50"/>
                  </a:cubicBezTo>
                  <a:cubicBezTo>
                    <a:pt x="98" y="48"/>
                    <a:pt x="99" y="48"/>
                    <a:pt x="101" y="49"/>
                  </a:cubicBezTo>
                  <a:cubicBezTo>
                    <a:pt x="106" y="50"/>
                    <a:pt x="112" y="48"/>
                    <a:pt x="115" y="44"/>
                  </a:cubicBezTo>
                  <a:cubicBezTo>
                    <a:pt x="118" y="40"/>
                    <a:pt x="117" y="34"/>
                    <a:pt x="114" y="30"/>
                  </a:cubicBezTo>
                  <a:cubicBezTo>
                    <a:pt x="111" y="25"/>
                    <a:pt x="105" y="24"/>
                    <a:pt x="100" y="26"/>
                  </a:cubicBezTo>
                  <a:close/>
                  <a:moveTo>
                    <a:pt x="63" y="18"/>
                  </a:moveTo>
                  <a:cubicBezTo>
                    <a:pt x="60" y="18"/>
                    <a:pt x="58" y="15"/>
                    <a:pt x="58" y="13"/>
                  </a:cubicBezTo>
                  <a:cubicBezTo>
                    <a:pt x="58" y="10"/>
                    <a:pt x="60" y="7"/>
                    <a:pt x="63" y="7"/>
                  </a:cubicBezTo>
                  <a:cubicBezTo>
                    <a:pt x="66" y="7"/>
                    <a:pt x="68" y="10"/>
                    <a:pt x="68" y="12"/>
                  </a:cubicBezTo>
                  <a:cubicBezTo>
                    <a:pt x="68" y="15"/>
                    <a:pt x="66" y="18"/>
                    <a:pt x="63" y="18"/>
                  </a:cubicBezTo>
                  <a:close/>
                  <a:moveTo>
                    <a:pt x="8" y="56"/>
                  </a:moveTo>
                  <a:cubicBezTo>
                    <a:pt x="8" y="53"/>
                    <a:pt x="10" y="51"/>
                    <a:pt x="13" y="51"/>
                  </a:cubicBezTo>
                  <a:cubicBezTo>
                    <a:pt x="16" y="51"/>
                    <a:pt x="19" y="53"/>
                    <a:pt x="18" y="56"/>
                  </a:cubicBezTo>
                  <a:cubicBezTo>
                    <a:pt x="18" y="59"/>
                    <a:pt x="16" y="61"/>
                    <a:pt x="13" y="61"/>
                  </a:cubicBezTo>
                  <a:cubicBezTo>
                    <a:pt x="10" y="61"/>
                    <a:pt x="8" y="58"/>
                    <a:pt x="8" y="56"/>
                  </a:cubicBezTo>
                  <a:close/>
                  <a:moveTo>
                    <a:pt x="22" y="113"/>
                  </a:moveTo>
                  <a:cubicBezTo>
                    <a:pt x="22" y="116"/>
                    <a:pt x="20" y="118"/>
                    <a:pt x="17" y="118"/>
                  </a:cubicBezTo>
                  <a:cubicBezTo>
                    <a:pt x="14" y="118"/>
                    <a:pt x="11" y="116"/>
                    <a:pt x="11" y="113"/>
                  </a:cubicBezTo>
                  <a:cubicBezTo>
                    <a:pt x="11" y="110"/>
                    <a:pt x="14" y="108"/>
                    <a:pt x="17" y="107"/>
                  </a:cubicBezTo>
                  <a:cubicBezTo>
                    <a:pt x="19" y="107"/>
                    <a:pt x="22" y="110"/>
                    <a:pt x="22" y="113"/>
                  </a:cubicBezTo>
                  <a:close/>
                  <a:moveTo>
                    <a:pt x="59" y="77"/>
                  </a:moveTo>
                  <a:cubicBezTo>
                    <a:pt x="56" y="77"/>
                    <a:pt x="54" y="75"/>
                    <a:pt x="54" y="72"/>
                  </a:cubicBezTo>
                  <a:cubicBezTo>
                    <a:pt x="54" y="69"/>
                    <a:pt x="56" y="66"/>
                    <a:pt x="59" y="66"/>
                  </a:cubicBezTo>
                  <a:cubicBezTo>
                    <a:pt x="62" y="66"/>
                    <a:pt x="64" y="69"/>
                    <a:pt x="64" y="72"/>
                  </a:cubicBezTo>
                  <a:cubicBezTo>
                    <a:pt x="64" y="74"/>
                    <a:pt x="62" y="77"/>
                    <a:pt x="59" y="77"/>
                  </a:cubicBezTo>
                  <a:close/>
                  <a:moveTo>
                    <a:pt x="105" y="43"/>
                  </a:moveTo>
                  <a:cubicBezTo>
                    <a:pt x="102" y="43"/>
                    <a:pt x="100" y="40"/>
                    <a:pt x="100" y="38"/>
                  </a:cubicBezTo>
                  <a:cubicBezTo>
                    <a:pt x="99" y="35"/>
                    <a:pt x="102" y="32"/>
                    <a:pt x="105" y="32"/>
                  </a:cubicBezTo>
                  <a:cubicBezTo>
                    <a:pt x="108" y="32"/>
                    <a:pt x="110" y="34"/>
                    <a:pt x="110" y="37"/>
                  </a:cubicBezTo>
                  <a:cubicBezTo>
                    <a:pt x="110" y="40"/>
                    <a:pt x="108" y="42"/>
                    <a:pt x="105" y="4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 name="组合 2">
            <a:extLst>
              <a:ext uri="{FF2B5EF4-FFF2-40B4-BE49-F238E27FC236}">
                <a16:creationId xmlns:a16="http://schemas.microsoft.com/office/drawing/2014/main" id="{04E15491-C3A5-47FD-AC55-7DFE858DDA26}"/>
              </a:ext>
            </a:extLst>
          </p:cNvPr>
          <p:cNvGrpSpPr>
            <a:grpSpLocks noChangeAspect="1"/>
          </p:cNvGrpSpPr>
          <p:nvPr/>
        </p:nvGrpSpPr>
        <p:grpSpPr>
          <a:xfrm>
            <a:off x="3866302" y="5464181"/>
            <a:ext cx="1080000" cy="1080000"/>
            <a:chOff x="7223445" y="4471470"/>
            <a:chExt cx="1414145" cy="1414145"/>
          </a:xfrm>
        </p:grpSpPr>
        <p:sp>
          <p:nvSpPr>
            <p:cNvPr id="127" name="Oval 2699">
              <a:extLst>
                <a:ext uri="{FF2B5EF4-FFF2-40B4-BE49-F238E27FC236}">
                  <a16:creationId xmlns:a16="http://schemas.microsoft.com/office/drawing/2014/main" id="{BE839B2D-981B-4C7C-8C2A-56FE75718567}"/>
                </a:ext>
              </a:extLst>
            </p:cNvPr>
            <p:cNvSpPr>
              <a:spLocks noChangeArrowheads="1"/>
            </p:cNvSpPr>
            <p:nvPr/>
          </p:nvSpPr>
          <p:spPr bwMode="auto">
            <a:xfrm>
              <a:off x="7223445" y="4471470"/>
              <a:ext cx="1414145" cy="1414145"/>
            </a:xfrm>
            <a:prstGeom prst="ellipse">
              <a:avLst/>
            </a:prstGeom>
            <a:solidFill>
              <a:srgbClr val="24B0C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9" name="Freeform 2731">
              <a:extLst>
                <a:ext uri="{FF2B5EF4-FFF2-40B4-BE49-F238E27FC236}">
                  <a16:creationId xmlns:a16="http://schemas.microsoft.com/office/drawing/2014/main" id="{83E7770B-9907-4E7A-8D5C-ED83040DB461}"/>
                </a:ext>
              </a:extLst>
            </p:cNvPr>
            <p:cNvSpPr>
              <a:spLocks noEditPoints="1"/>
            </p:cNvSpPr>
            <p:nvPr/>
          </p:nvSpPr>
          <p:spPr bwMode="auto">
            <a:xfrm>
              <a:off x="7591125" y="4627023"/>
              <a:ext cx="707070" cy="1088891"/>
            </a:xfrm>
            <a:custGeom>
              <a:avLst/>
              <a:gdLst>
                <a:gd name="T0" fmla="*/ 73 w 92"/>
                <a:gd name="T1" fmla="*/ 31 h 142"/>
                <a:gd name="T2" fmla="*/ 45 w 92"/>
                <a:gd name="T3" fmla="*/ 0 h 142"/>
                <a:gd name="T4" fmla="*/ 18 w 92"/>
                <a:gd name="T5" fmla="*/ 31 h 142"/>
                <a:gd name="T6" fmla="*/ 0 w 92"/>
                <a:gd name="T7" fmla="*/ 43 h 142"/>
                <a:gd name="T8" fmla="*/ 70 w 92"/>
                <a:gd name="T9" fmla="*/ 142 h 142"/>
                <a:gd name="T10" fmla="*/ 72 w 92"/>
                <a:gd name="T11" fmla="*/ 33 h 142"/>
                <a:gd name="T12" fmla="*/ 10 w 92"/>
                <a:gd name="T13" fmla="*/ 113 h 142"/>
                <a:gd name="T14" fmla="*/ 22 w 92"/>
                <a:gd name="T15" fmla="*/ 98 h 142"/>
                <a:gd name="T16" fmla="*/ 22 w 92"/>
                <a:gd name="T17" fmla="*/ 111 h 142"/>
                <a:gd name="T18" fmla="*/ 24 w 92"/>
                <a:gd name="T19" fmla="*/ 135 h 142"/>
                <a:gd name="T20" fmla="*/ 18 w 92"/>
                <a:gd name="T21" fmla="*/ 133 h 142"/>
                <a:gd name="T22" fmla="*/ 12 w 92"/>
                <a:gd name="T23" fmla="*/ 116 h 142"/>
                <a:gd name="T24" fmla="*/ 21 w 92"/>
                <a:gd name="T25" fmla="*/ 114 h 142"/>
                <a:gd name="T26" fmla="*/ 23 w 92"/>
                <a:gd name="T27" fmla="*/ 117 h 142"/>
                <a:gd name="T28" fmla="*/ 25 w 92"/>
                <a:gd name="T29" fmla="*/ 130 h 142"/>
                <a:gd name="T30" fmla="*/ 44 w 92"/>
                <a:gd name="T31" fmla="*/ 94 h 142"/>
                <a:gd name="T32" fmla="*/ 25 w 92"/>
                <a:gd name="T33" fmla="*/ 97 h 142"/>
                <a:gd name="T34" fmla="*/ 45 w 92"/>
                <a:gd name="T35" fmla="*/ 135 h 142"/>
                <a:gd name="T36" fmla="*/ 29 w 92"/>
                <a:gd name="T37" fmla="*/ 131 h 142"/>
                <a:gd name="T38" fmla="*/ 28 w 92"/>
                <a:gd name="T39" fmla="*/ 125 h 142"/>
                <a:gd name="T40" fmla="*/ 30 w 92"/>
                <a:gd name="T41" fmla="*/ 125 h 142"/>
                <a:gd name="T42" fmla="*/ 46 w 92"/>
                <a:gd name="T43" fmla="*/ 127 h 142"/>
                <a:gd name="T44" fmla="*/ 48 w 92"/>
                <a:gd name="T45" fmla="*/ 122 h 142"/>
                <a:gd name="T46" fmla="*/ 31 w 92"/>
                <a:gd name="T47" fmla="*/ 122 h 142"/>
                <a:gd name="T48" fmla="*/ 28 w 92"/>
                <a:gd name="T49" fmla="*/ 119 h 142"/>
                <a:gd name="T50" fmla="*/ 26 w 92"/>
                <a:gd name="T51" fmla="*/ 114 h 142"/>
                <a:gd name="T52" fmla="*/ 26 w 92"/>
                <a:gd name="T53" fmla="*/ 111 h 142"/>
                <a:gd name="T54" fmla="*/ 27 w 92"/>
                <a:gd name="T55" fmla="*/ 104 h 142"/>
                <a:gd name="T56" fmla="*/ 40 w 92"/>
                <a:gd name="T57" fmla="*/ 97 h 142"/>
                <a:gd name="T58" fmla="*/ 47 w 92"/>
                <a:gd name="T59" fmla="*/ 99 h 142"/>
                <a:gd name="T60" fmla="*/ 50 w 92"/>
                <a:gd name="T61" fmla="*/ 101 h 142"/>
                <a:gd name="T62" fmla="*/ 54 w 92"/>
                <a:gd name="T63" fmla="*/ 111 h 142"/>
                <a:gd name="T64" fmla="*/ 49 w 92"/>
                <a:gd name="T65" fmla="*/ 121 h 142"/>
                <a:gd name="T66" fmla="*/ 60 w 92"/>
                <a:gd name="T67" fmla="*/ 111 h 142"/>
                <a:gd name="T68" fmla="*/ 51 w 92"/>
                <a:gd name="T69" fmla="*/ 97 h 142"/>
                <a:gd name="T70" fmla="*/ 61 w 92"/>
                <a:gd name="T71" fmla="*/ 111 h 142"/>
                <a:gd name="T72" fmla="*/ 73 w 92"/>
                <a:gd name="T73" fmla="*/ 102 h 142"/>
                <a:gd name="T74" fmla="*/ 83 w 92"/>
                <a:gd name="T75" fmla="*/ 112 h 142"/>
                <a:gd name="T76" fmla="*/ 74 w 92"/>
                <a:gd name="T77" fmla="*/ 121 h 142"/>
                <a:gd name="T78" fmla="*/ 66 w 92"/>
                <a:gd name="T79" fmla="*/ 116 h 142"/>
                <a:gd name="T80" fmla="*/ 65 w 92"/>
                <a:gd name="T81" fmla="*/ 114 h 142"/>
                <a:gd name="T82" fmla="*/ 64 w 92"/>
                <a:gd name="T83" fmla="*/ 110 h 142"/>
                <a:gd name="T84" fmla="*/ 55 w 92"/>
                <a:gd name="T85" fmla="*/ 135 h 142"/>
                <a:gd name="T86" fmla="*/ 55 w 92"/>
                <a:gd name="T87" fmla="*/ 119 h 142"/>
                <a:gd name="T88" fmla="*/ 62 w 92"/>
                <a:gd name="T89" fmla="*/ 122 h 142"/>
                <a:gd name="T90" fmla="*/ 75 w 92"/>
                <a:gd name="T91" fmla="*/ 132 h 142"/>
                <a:gd name="T92" fmla="*/ 69 w 92"/>
                <a:gd name="T93" fmla="*/ 130 h 142"/>
                <a:gd name="T94" fmla="*/ 68 w 92"/>
                <a:gd name="T95" fmla="*/ 123 h 142"/>
                <a:gd name="T96" fmla="*/ 74 w 92"/>
                <a:gd name="T97" fmla="*/ 124 h 142"/>
                <a:gd name="T98" fmla="*/ 75 w 92"/>
                <a:gd name="T99" fmla="*/ 132 h 142"/>
                <a:gd name="T100" fmla="*/ 60 w 92"/>
                <a:gd name="T101" fmla="*/ 89 h 142"/>
                <a:gd name="T102" fmla="*/ 35 w 92"/>
                <a:gd name="T103" fmla="*/ 84 h 142"/>
                <a:gd name="T104" fmla="*/ 7 w 92"/>
                <a:gd name="T105" fmla="*/ 97 h 142"/>
                <a:gd name="T106" fmla="*/ 25 w 92"/>
                <a:gd name="T107" fmla="*/ 32 h 142"/>
                <a:gd name="T108" fmla="*/ 65 w 92"/>
                <a:gd name="T109" fmla="*/ 37 h 142"/>
                <a:gd name="T110" fmla="*/ 74 w 92"/>
                <a:gd name="T111" fmla="*/ 98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92" h="142">
                  <a:moveTo>
                    <a:pt x="72" y="33"/>
                  </a:moveTo>
                  <a:cubicBezTo>
                    <a:pt x="72" y="31"/>
                    <a:pt x="72" y="31"/>
                    <a:pt x="72" y="31"/>
                  </a:cubicBezTo>
                  <a:cubicBezTo>
                    <a:pt x="73" y="31"/>
                    <a:pt x="73" y="31"/>
                    <a:pt x="73" y="31"/>
                  </a:cubicBezTo>
                  <a:cubicBezTo>
                    <a:pt x="78" y="30"/>
                    <a:pt x="82" y="28"/>
                    <a:pt x="82" y="26"/>
                  </a:cubicBezTo>
                  <a:cubicBezTo>
                    <a:pt x="82" y="8"/>
                    <a:pt x="82" y="8"/>
                    <a:pt x="82" y="8"/>
                  </a:cubicBezTo>
                  <a:cubicBezTo>
                    <a:pt x="82" y="3"/>
                    <a:pt x="65" y="0"/>
                    <a:pt x="45" y="0"/>
                  </a:cubicBezTo>
                  <a:cubicBezTo>
                    <a:pt x="24" y="0"/>
                    <a:pt x="7" y="3"/>
                    <a:pt x="7" y="8"/>
                  </a:cubicBezTo>
                  <a:cubicBezTo>
                    <a:pt x="7" y="26"/>
                    <a:pt x="7" y="26"/>
                    <a:pt x="7" y="26"/>
                  </a:cubicBezTo>
                  <a:cubicBezTo>
                    <a:pt x="7" y="28"/>
                    <a:pt x="11" y="30"/>
                    <a:pt x="18" y="31"/>
                  </a:cubicBezTo>
                  <a:cubicBezTo>
                    <a:pt x="18" y="31"/>
                    <a:pt x="18" y="31"/>
                    <a:pt x="18" y="31"/>
                  </a:cubicBezTo>
                  <a:cubicBezTo>
                    <a:pt x="18" y="34"/>
                    <a:pt x="18" y="34"/>
                    <a:pt x="18" y="34"/>
                  </a:cubicBezTo>
                  <a:cubicBezTo>
                    <a:pt x="0" y="43"/>
                    <a:pt x="0" y="43"/>
                    <a:pt x="0" y="43"/>
                  </a:cubicBezTo>
                  <a:cubicBezTo>
                    <a:pt x="0" y="123"/>
                    <a:pt x="0" y="123"/>
                    <a:pt x="0" y="123"/>
                  </a:cubicBezTo>
                  <a:cubicBezTo>
                    <a:pt x="0" y="133"/>
                    <a:pt x="11" y="142"/>
                    <a:pt x="23" y="142"/>
                  </a:cubicBezTo>
                  <a:cubicBezTo>
                    <a:pt x="70" y="142"/>
                    <a:pt x="70" y="142"/>
                    <a:pt x="70" y="142"/>
                  </a:cubicBezTo>
                  <a:cubicBezTo>
                    <a:pt x="82" y="142"/>
                    <a:pt x="92" y="133"/>
                    <a:pt x="92" y="123"/>
                  </a:cubicBezTo>
                  <a:cubicBezTo>
                    <a:pt x="91" y="46"/>
                    <a:pt x="91" y="46"/>
                    <a:pt x="91" y="46"/>
                  </a:cubicBezTo>
                  <a:lnTo>
                    <a:pt x="72" y="33"/>
                  </a:lnTo>
                  <a:close/>
                  <a:moveTo>
                    <a:pt x="22" y="111"/>
                  </a:moveTo>
                  <a:cubicBezTo>
                    <a:pt x="21" y="111"/>
                    <a:pt x="20" y="111"/>
                    <a:pt x="18" y="111"/>
                  </a:cubicBezTo>
                  <a:cubicBezTo>
                    <a:pt x="15" y="111"/>
                    <a:pt x="13" y="112"/>
                    <a:pt x="10" y="113"/>
                  </a:cubicBezTo>
                  <a:cubicBezTo>
                    <a:pt x="8" y="112"/>
                    <a:pt x="7" y="109"/>
                    <a:pt x="7" y="106"/>
                  </a:cubicBezTo>
                  <a:cubicBezTo>
                    <a:pt x="7" y="101"/>
                    <a:pt x="11" y="97"/>
                    <a:pt x="16" y="97"/>
                  </a:cubicBezTo>
                  <a:cubicBezTo>
                    <a:pt x="19" y="97"/>
                    <a:pt x="21" y="97"/>
                    <a:pt x="22" y="98"/>
                  </a:cubicBezTo>
                  <a:cubicBezTo>
                    <a:pt x="23" y="99"/>
                    <a:pt x="24" y="100"/>
                    <a:pt x="25" y="102"/>
                  </a:cubicBezTo>
                  <a:cubicBezTo>
                    <a:pt x="24" y="102"/>
                    <a:pt x="24" y="103"/>
                    <a:pt x="24" y="103"/>
                  </a:cubicBezTo>
                  <a:cubicBezTo>
                    <a:pt x="23" y="105"/>
                    <a:pt x="22" y="108"/>
                    <a:pt x="22" y="111"/>
                  </a:cubicBezTo>
                  <a:close/>
                  <a:moveTo>
                    <a:pt x="22" y="136"/>
                  </a:moveTo>
                  <a:cubicBezTo>
                    <a:pt x="23" y="136"/>
                    <a:pt x="23" y="136"/>
                    <a:pt x="24" y="135"/>
                  </a:cubicBezTo>
                  <a:cubicBezTo>
                    <a:pt x="24" y="135"/>
                    <a:pt x="24" y="135"/>
                    <a:pt x="24" y="135"/>
                  </a:cubicBezTo>
                  <a:cubicBezTo>
                    <a:pt x="23" y="136"/>
                    <a:pt x="23" y="136"/>
                    <a:pt x="22" y="136"/>
                  </a:cubicBezTo>
                  <a:close/>
                  <a:moveTo>
                    <a:pt x="25" y="130"/>
                  </a:moveTo>
                  <a:cubicBezTo>
                    <a:pt x="23" y="132"/>
                    <a:pt x="21" y="133"/>
                    <a:pt x="18" y="133"/>
                  </a:cubicBezTo>
                  <a:cubicBezTo>
                    <a:pt x="13" y="133"/>
                    <a:pt x="9" y="129"/>
                    <a:pt x="9" y="124"/>
                  </a:cubicBezTo>
                  <a:cubicBezTo>
                    <a:pt x="9" y="121"/>
                    <a:pt x="10" y="119"/>
                    <a:pt x="11" y="118"/>
                  </a:cubicBezTo>
                  <a:cubicBezTo>
                    <a:pt x="11" y="117"/>
                    <a:pt x="12" y="117"/>
                    <a:pt x="12" y="116"/>
                  </a:cubicBezTo>
                  <a:cubicBezTo>
                    <a:pt x="13" y="116"/>
                    <a:pt x="13" y="116"/>
                    <a:pt x="14" y="115"/>
                  </a:cubicBezTo>
                  <a:cubicBezTo>
                    <a:pt x="15" y="115"/>
                    <a:pt x="17" y="114"/>
                    <a:pt x="18" y="114"/>
                  </a:cubicBezTo>
                  <a:cubicBezTo>
                    <a:pt x="19" y="114"/>
                    <a:pt x="20" y="114"/>
                    <a:pt x="21" y="114"/>
                  </a:cubicBezTo>
                  <a:cubicBezTo>
                    <a:pt x="21" y="115"/>
                    <a:pt x="22" y="115"/>
                    <a:pt x="23" y="115"/>
                  </a:cubicBezTo>
                  <a:cubicBezTo>
                    <a:pt x="23" y="115"/>
                    <a:pt x="23" y="115"/>
                    <a:pt x="23" y="115"/>
                  </a:cubicBezTo>
                  <a:cubicBezTo>
                    <a:pt x="23" y="116"/>
                    <a:pt x="23" y="116"/>
                    <a:pt x="23" y="117"/>
                  </a:cubicBezTo>
                  <a:cubicBezTo>
                    <a:pt x="24" y="118"/>
                    <a:pt x="24" y="119"/>
                    <a:pt x="25" y="120"/>
                  </a:cubicBezTo>
                  <a:cubicBezTo>
                    <a:pt x="24" y="122"/>
                    <a:pt x="24" y="124"/>
                    <a:pt x="24" y="125"/>
                  </a:cubicBezTo>
                  <a:cubicBezTo>
                    <a:pt x="24" y="127"/>
                    <a:pt x="24" y="129"/>
                    <a:pt x="25" y="130"/>
                  </a:cubicBezTo>
                  <a:close/>
                  <a:moveTo>
                    <a:pt x="25" y="97"/>
                  </a:moveTo>
                  <a:cubicBezTo>
                    <a:pt x="25" y="91"/>
                    <a:pt x="30" y="87"/>
                    <a:pt x="35" y="87"/>
                  </a:cubicBezTo>
                  <a:cubicBezTo>
                    <a:pt x="39" y="87"/>
                    <a:pt x="43" y="90"/>
                    <a:pt x="44" y="94"/>
                  </a:cubicBezTo>
                  <a:cubicBezTo>
                    <a:pt x="43" y="93"/>
                    <a:pt x="41" y="93"/>
                    <a:pt x="40" y="93"/>
                  </a:cubicBezTo>
                  <a:cubicBezTo>
                    <a:pt x="35" y="93"/>
                    <a:pt x="30" y="95"/>
                    <a:pt x="27" y="99"/>
                  </a:cubicBezTo>
                  <a:cubicBezTo>
                    <a:pt x="27" y="98"/>
                    <a:pt x="26" y="97"/>
                    <a:pt x="25" y="97"/>
                  </a:cubicBezTo>
                  <a:close/>
                  <a:moveTo>
                    <a:pt x="45" y="136"/>
                  </a:moveTo>
                  <a:cubicBezTo>
                    <a:pt x="45" y="135"/>
                    <a:pt x="45" y="135"/>
                    <a:pt x="45" y="135"/>
                  </a:cubicBezTo>
                  <a:cubicBezTo>
                    <a:pt x="45" y="135"/>
                    <a:pt x="45" y="135"/>
                    <a:pt x="45" y="135"/>
                  </a:cubicBezTo>
                  <a:lnTo>
                    <a:pt x="45" y="136"/>
                  </a:lnTo>
                  <a:close/>
                  <a:moveTo>
                    <a:pt x="37" y="135"/>
                  </a:moveTo>
                  <a:cubicBezTo>
                    <a:pt x="34" y="135"/>
                    <a:pt x="31" y="133"/>
                    <a:pt x="29" y="131"/>
                  </a:cubicBezTo>
                  <a:cubicBezTo>
                    <a:pt x="29" y="130"/>
                    <a:pt x="29" y="129"/>
                    <a:pt x="28" y="129"/>
                  </a:cubicBezTo>
                  <a:cubicBezTo>
                    <a:pt x="28" y="128"/>
                    <a:pt x="28" y="127"/>
                    <a:pt x="28" y="126"/>
                  </a:cubicBezTo>
                  <a:cubicBezTo>
                    <a:pt x="28" y="125"/>
                    <a:pt x="28" y="125"/>
                    <a:pt x="28" y="125"/>
                  </a:cubicBezTo>
                  <a:cubicBezTo>
                    <a:pt x="28" y="125"/>
                    <a:pt x="28" y="124"/>
                    <a:pt x="28" y="123"/>
                  </a:cubicBezTo>
                  <a:cubicBezTo>
                    <a:pt x="28" y="123"/>
                    <a:pt x="28" y="123"/>
                    <a:pt x="28" y="123"/>
                  </a:cubicBezTo>
                  <a:cubicBezTo>
                    <a:pt x="28" y="124"/>
                    <a:pt x="29" y="124"/>
                    <a:pt x="30" y="125"/>
                  </a:cubicBezTo>
                  <a:cubicBezTo>
                    <a:pt x="30" y="125"/>
                    <a:pt x="31" y="126"/>
                    <a:pt x="31" y="126"/>
                  </a:cubicBezTo>
                  <a:cubicBezTo>
                    <a:pt x="34" y="127"/>
                    <a:pt x="37" y="128"/>
                    <a:pt x="40" y="128"/>
                  </a:cubicBezTo>
                  <a:cubicBezTo>
                    <a:pt x="42" y="128"/>
                    <a:pt x="44" y="128"/>
                    <a:pt x="46" y="127"/>
                  </a:cubicBezTo>
                  <a:cubicBezTo>
                    <a:pt x="46" y="131"/>
                    <a:pt x="42" y="135"/>
                    <a:pt x="37" y="135"/>
                  </a:cubicBezTo>
                  <a:close/>
                  <a:moveTo>
                    <a:pt x="48" y="122"/>
                  </a:moveTo>
                  <a:cubicBezTo>
                    <a:pt x="48" y="122"/>
                    <a:pt x="48" y="122"/>
                    <a:pt x="48" y="122"/>
                  </a:cubicBezTo>
                  <a:cubicBezTo>
                    <a:pt x="47" y="122"/>
                    <a:pt x="47" y="123"/>
                    <a:pt x="46" y="123"/>
                  </a:cubicBezTo>
                  <a:cubicBezTo>
                    <a:pt x="44" y="124"/>
                    <a:pt x="42" y="125"/>
                    <a:pt x="40" y="125"/>
                  </a:cubicBezTo>
                  <a:cubicBezTo>
                    <a:pt x="37" y="125"/>
                    <a:pt x="34" y="124"/>
                    <a:pt x="31" y="122"/>
                  </a:cubicBezTo>
                  <a:cubicBezTo>
                    <a:pt x="31" y="121"/>
                    <a:pt x="30" y="121"/>
                    <a:pt x="29" y="120"/>
                  </a:cubicBezTo>
                  <a:cubicBezTo>
                    <a:pt x="29" y="119"/>
                    <a:pt x="29" y="119"/>
                    <a:pt x="29" y="119"/>
                  </a:cubicBezTo>
                  <a:cubicBezTo>
                    <a:pt x="28" y="119"/>
                    <a:pt x="28" y="119"/>
                    <a:pt x="28" y="119"/>
                  </a:cubicBezTo>
                  <a:cubicBezTo>
                    <a:pt x="28" y="118"/>
                    <a:pt x="28" y="118"/>
                    <a:pt x="27" y="117"/>
                  </a:cubicBezTo>
                  <a:cubicBezTo>
                    <a:pt x="27" y="116"/>
                    <a:pt x="27" y="116"/>
                    <a:pt x="27" y="116"/>
                  </a:cubicBezTo>
                  <a:cubicBezTo>
                    <a:pt x="27" y="116"/>
                    <a:pt x="26" y="115"/>
                    <a:pt x="26" y="114"/>
                  </a:cubicBezTo>
                  <a:cubicBezTo>
                    <a:pt x="26" y="114"/>
                    <a:pt x="26" y="114"/>
                    <a:pt x="26" y="113"/>
                  </a:cubicBezTo>
                  <a:cubicBezTo>
                    <a:pt x="26" y="112"/>
                    <a:pt x="26" y="112"/>
                    <a:pt x="26" y="112"/>
                  </a:cubicBezTo>
                  <a:cubicBezTo>
                    <a:pt x="26" y="112"/>
                    <a:pt x="26" y="111"/>
                    <a:pt x="26" y="111"/>
                  </a:cubicBezTo>
                  <a:cubicBezTo>
                    <a:pt x="26" y="109"/>
                    <a:pt x="26" y="108"/>
                    <a:pt x="26" y="106"/>
                  </a:cubicBezTo>
                  <a:cubicBezTo>
                    <a:pt x="27" y="106"/>
                    <a:pt x="27" y="105"/>
                    <a:pt x="27" y="105"/>
                  </a:cubicBezTo>
                  <a:cubicBezTo>
                    <a:pt x="27" y="104"/>
                    <a:pt x="27" y="104"/>
                    <a:pt x="27" y="104"/>
                  </a:cubicBezTo>
                  <a:cubicBezTo>
                    <a:pt x="28" y="103"/>
                    <a:pt x="28" y="103"/>
                    <a:pt x="28" y="103"/>
                  </a:cubicBezTo>
                  <a:cubicBezTo>
                    <a:pt x="29" y="102"/>
                    <a:pt x="29" y="102"/>
                    <a:pt x="29" y="102"/>
                  </a:cubicBezTo>
                  <a:cubicBezTo>
                    <a:pt x="31" y="99"/>
                    <a:pt x="35" y="97"/>
                    <a:pt x="40" y="97"/>
                  </a:cubicBezTo>
                  <a:cubicBezTo>
                    <a:pt x="41" y="97"/>
                    <a:pt x="43" y="97"/>
                    <a:pt x="44" y="97"/>
                  </a:cubicBezTo>
                  <a:cubicBezTo>
                    <a:pt x="45" y="98"/>
                    <a:pt x="46" y="98"/>
                    <a:pt x="46" y="98"/>
                  </a:cubicBezTo>
                  <a:cubicBezTo>
                    <a:pt x="46" y="98"/>
                    <a:pt x="47" y="98"/>
                    <a:pt x="47" y="99"/>
                  </a:cubicBezTo>
                  <a:cubicBezTo>
                    <a:pt x="48" y="99"/>
                    <a:pt x="48" y="99"/>
                    <a:pt x="48" y="99"/>
                  </a:cubicBezTo>
                  <a:cubicBezTo>
                    <a:pt x="48" y="99"/>
                    <a:pt x="48" y="100"/>
                    <a:pt x="49" y="100"/>
                  </a:cubicBezTo>
                  <a:cubicBezTo>
                    <a:pt x="49" y="100"/>
                    <a:pt x="50" y="101"/>
                    <a:pt x="50" y="101"/>
                  </a:cubicBezTo>
                  <a:cubicBezTo>
                    <a:pt x="52" y="103"/>
                    <a:pt x="53" y="106"/>
                    <a:pt x="54" y="109"/>
                  </a:cubicBezTo>
                  <a:cubicBezTo>
                    <a:pt x="54" y="109"/>
                    <a:pt x="54" y="110"/>
                    <a:pt x="54" y="111"/>
                  </a:cubicBezTo>
                  <a:cubicBezTo>
                    <a:pt x="54" y="111"/>
                    <a:pt x="54" y="111"/>
                    <a:pt x="54" y="111"/>
                  </a:cubicBezTo>
                  <a:cubicBezTo>
                    <a:pt x="54" y="112"/>
                    <a:pt x="54" y="112"/>
                    <a:pt x="54" y="113"/>
                  </a:cubicBezTo>
                  <a:cubicBezTo>
                    <a:pt x="53" y="114"/>
                    <a:pt x="53" y="115"/>
                    <a:pt x="52" y="117"/>
                  </a:cubicBezTo>
                  <a:cubicBezTo>
                    <a:pt x="52" y="118"/>
                    <a:pt x="51" y="120"/>
                    <a:pt x="49" y="121"/>
                  </a:cubicBezTo>
                  <a:cubicBezTo>
                    <a:pt x="49" y="121"/>
                    <a:pt x="48" y="122"/>
                    <a:pt x="48" y="122"/>
                  </a:cubicBezTo>
                  <a:close/>
                  <a:moveTo>
                    <a:pt x="61" y="111"/>
                  </a:moveTo>
                  <a:cubicBezTo>
                    <a:pt x="60" y="111"/>
                    <a:pt x="60" y="111"/>
                    <a:pt x="60" y="111"/>
                  </a:cubicBezTo>
                  <a:cubicBezTo>
                    <a:pt x="59" y="111"/>
                    <a:pt x="58" y="111"/>
                    <a:pt x="57" y="111"/>
                  </a:cubicBezTo>
                  <a:cubicBezTo>
                    <a:pt x="57" y="111"/>
                    <a:pt x="57" y="111"/>
                    <a:pt x="57" y="111"/>
                  </a:cubicBezTo>
                  <a:cubicBezTo>
                    <a:pt x="57" y="105"/>
                    <a:pt x="55" y="101"/>
                    <a:pt x="51" y="97"/>
                  </a:cubicBezTo>
                  <a:cubicBezTo>
                    <a:pt x="53" y="94"/>
                    <a:pt x="56" y="92"/>
                    <a:pt x="60" y="92"/>
                  </a:cubicBezTo>
                  <a:cubicBezTo>
                    <a:pt x="64" y="92"/>
                    <a:pt x="68" y="95"/>
                    <a:pt x="69" y="99"/>
                  </a:cubicBezTo>
                  <a:cubicBezTo>
                    <a:pt x="64" y="101"/>
                    <a:pt x="61" y="106"/>
                    <a:pt x="61" y="111"/>
                  </a:cubicBezTo>
                  <a:close/>
                  <a:moveTo>
                    <a:pt x="69" y="103"/>
                  </a:moveTo>
                  <a:cubicBezTo>
                    <a:pt x="70" y="103"/>
                    <a:pt x="70" y="102"/>
                    <a:pt x="71" y="102"/>
                  </a:cubicBezTo>
                  <a:cubicBezTo>
                    <a:pt x="72" y="102"/>
                    <a:pt x="72" y="102"/>
                    <a:pt x="73" y="102"/>
                  </a:cubicBezTo>
                  <a:cubicBezTo>
                    <a:pt x="74" y="102"/>
                    <a:pt x="74" y="102"/>
                    <a:pt x="74" y="102"/>
                  </a:cubicBezTo>
                  <a:cubicBezTo>
                    <a:pt x="79" y="102"/>
                    <a:pt x="83" y="106"/>
                    <a:pt x="83" y="111"/>
                  </a:cubicBezTo>
                  <a:cubicBezTo>
                    <a:pt x="83" y="112"/>
                    <a:pt x="83" y="112"/>
                    <a:pt x="83" y="112"/>
                  </a:cubicBezTo>
                  <a:cubicBezTo>
                    <a:pt x="83" y="113"/>
                    <a:pt x="83" y="114"/>
                    <a:pt x="83" y="114"/>
                  </a:cubicBezTo>
                  <a:cubicBezTo>
                    <a:pt x="82" y="115"/>
                    <a:pt x="82" y="115"/>
                    <a:pt x="82" y="116"/>
                  </a:cubicBezTo>
                  <a:cubicBezTo>
                    <a:pt x="80" y="119"/>
                    <a:pt x="77" y="121"/>
                    <a:pt x="74" y="121"/>
                  </a:cubicBezTo>
                  <a:cubicBezTo>
                    <a:pt x="73" y="121"/>
                    <a:pt x="72" y="120"/>
                    <a:pt x="71" y="120"/>
                  </a:cubicBezTo>
                  <a:cubicBezTo>
                    <a:pt x="69" y="120"/>
                    <a:pt x="68" y="119"/>
                    <a:pt x="67" y="118"/>
                  </a:cubicBezTo>
                  <a:cubicBezTo>
                    <a:pt x="66" y="117"/>
                    <a:pt x="66" y="117"/>
                    <a:pt x="66" y="116"/>
                  </a:cubicBezTo>
                  <a:cubicBezTo>
                    <a:pt x="65" y="116"/>
                    <a:pt x="65" y="116"/>
                    <a:pt x="65" y="116"/>
                  </a:cubicBezTo>
                  <a:cubicBezTo>
                    <a:pt x="65" y="115"/>
                    <a:pt x="65" y="115"/>
                    <a:pt x="65" y="114"/>
                  </a:cubicBezTo>
                  <a:cubicBezTo>
                    <a:pt x="65" y="114"/>
                    <a:pt x="65" y="114"/>
                    <a:pt x="65" y="114"/>
                  </a:cubicBezTo>
                  <a:cubicBezTo>
                    <a:pt x="65" y="113"/>
                    <a:pt x="64" y="113"/>
                    <a:pt x="64" y="112"/>
                  </a:cubicBezTo>
                  <a:cubicBezTo>
                    <a:pt x="64" y="111"/>
                    <a:pt x="64" y="111"/>
                    <a:pt x="64" y="111"/>
                  </a:cubicBezTo>
                  <a:cubicBezTo>
                    <a:pt x="64" y="111"/>
                    <a:pt x="64" y="110"/>
                    <a:pt x="64" y="110"/>
                  </a:cubicBezTo>
                  <a:cubicBezTo>
                    <a:pt x="65" y="107"/>
                    <a:pt x="67" y="104"/>
                    <a:pt x="69" y="103"/>
                  </a:cubicBezTo>
                  <a:close/>
                  <a:moveTo>
                    <a:pt x="65" y="135"/>
                  </a:moveTo>
                  <a:cubicBezTo>
                    <a:pt x="55" y="135"/>
                    <a:pt x="55" y="135"/>
                    <a:pt x="55" y="135"/>
                  </a:cubicBezTo>
                  <a:cubicBezTo>
                    <a:pt x="52" y="134"/>
                    <a:pt x="50" y="131"/>
                    <a:pt x="50" y="127"/>
                  </a:cubicBezTo>
                  <a:cubicBezTo>
                    <a:pt x="50" y="126"/>
                    <a:pt x="51" y="125"/>
                    <a:pt x="51" y="124"/>
                  </a:cubicBezTo>
                  <a:cubicBezTo>
                    <a:pt x="53" y="123"/>
                    <a:pt x="54" y="121"/>
                    <a:pt x="55" y="119"/>
                  </a:cubicBezTo>
                  <a:cubicBezTo>
                    <a:pt x="57" y="118"/>
                    <a:pt x="58" y="118"/>
                    <a:pt x="60" y="118"/>
                  </a:cubicBezTo>
                  <a:cubicBezTo>
                    <a:pt x="61" y="118"/>
                    <a:pt x="62" y="118"/>
                    <a:pt x="63" y="118"/>
                  </a:cubicBezTo>
                  <a:cubicBezTo>
                    <a:pt x="62" y="120"/>
                    <a:pt x="62" y="121"/>
                    <a:pt x="62" y="122"/>
                  </a:cubicBezTo>
                  <a:cubicBezTo>
                    <a:pt x="62" y="127"/>
                    <a:pt x="64" y="130"/>
                    <a:pt x="67" y="133"/>
                  </a:cubicBezTo>
                  <a:cubicBezTo>
                    <a:pt x="67" y="134"/>
                    <a:pt x="66" y="135"/>
                    <a:pt x="65" y="135"/>
                  </a:cubicBezTo>
                  <a:close/>
                  <a:moveTo>
                    <a:pt x="75" y="132"/>
                  </a:moveTo>
                  <a:cubicBezTo>
                    <a:pt x="74" y="132"/>
                    <a:pt x="73" y="132"/>
                    <a:pt x="72" y="131"/>
                  </a:cubicBezTo>
                  <a:cubicBezTo>
                    <a:pt x="72" y="131"/>
                    <a:pt x="71" y="131"/>
                    <a:pt x="70" y="131"/>
                  </a:cubicBezTo>
                  <a:cubicBezTo>
                    <a:pt x="70" y="130"/>
                    <a:pt x="69" y="130"/>
                    <a:pt x="69" y="130"/>
                  </a:cubicBezTo>
                  <a:cubicBezTo>
                    <a:pt x="67" y="128"/>
                    <a:pt x="66" y="125"/>
                    <a:pt x="66" y="122"/>
                  </a:cubicBezTo>
                  <a:cubicBezTo>
                    <a:pt x="66" y="122"/>
                    <a:pt x="66" y="122"/>
                    <a:pt x="66" y="121"/>
                  </a:cubicBezTo>
                  <a:cubicBezTo>
                    <a:pt x="66" y="122"/>
                    <a:pt x="67" y="122"/>
                    <a:pt x="68" y="123"/>
                  </a:cubicBezTo>
                  <a:cubicBezTo>
                    <a:pt x="69" y="123"/>
                    <a:pt x="70" y="123"/>
                    <a:pt x="70" y="124"/>
                  </a:cubicBezTo>
                  <a:cubicBezTo>
                    <a:pt x="71" y="124"/>
                    <a:pt x="72" y="124"/>
                    <a:pt x="72" y="124"/>
                  </a:cubicBezTo>
                  <a:cubicBezTo>
                    <a:pt x="73" y="124"/>
                    <a:pt x="73" y="124"/>
                    <a:pt x="74" y="124"/>
                  </a:cubicBezTo>
                  <a:cubicBezTo>
                    <a:pt x="78" y="124"/>
                    <a:pt x="82" y="122"/>
                    <a:pt x="84" y="119"/>
                  </a:cubicBezTo>
                  <a:cubicBezTo>
                    <a:pt x="84" y="120"/>
                    <a:pt x="84" y="121"/>
                    <a:pt x="84" y="122"/>
                  </a:cubicBezTo>
                  <a:cubicBezTo>
                    <a:pt x="84" y="128"/>
                    <a:pt x="80" y="132"/>
                    <a:pt x="75" y="132"/>
                  </a:cubicBezTo>
                  <a:close/>
                  <a:moveTo>
                    <a:pt x="74" y="98"/>
                  </a:moveTo>
                  <a:cubicBezTo>
                    <a:pt x="73" y="98"/>
                    <a:pt x="73" y="98"/>
                    <a:pt x="72" y="98"/>
                  </a:cubicBezTo>
                  <a:cubicBezTo>
                    <a:pt x="71" y="93"/>
                    <a:pt x="66" y="89"/>
                    <a:pt x="60" y="89"/>
                  </a:cubicBezTo>
                  <a:cubicBezTo>
                    <a:pt x="55" y="89"/>
                    <a:pt x="51" y="91"/>
                    <a:pt x="48" y="95"/>
                  </a:cubicBezTo>
                  <a:cubicBezTo>
                    <a:pt x="48" y="95"/>
                    <a:pt x="48" y="95"/>
                    <a:pt x="48" y="95"/>
                  </a:cubicBezTo>
                  <a:cubicBezTo>
                    <a:pt x="47" y="89"/>
                    <a:pt x="42" y="84"/>
                    <a:pt x="35" y="84"/>
                  </a:cubicBezTo>
                  <a:cubicBezTo>
                    <a:pt x="29" y="84"/>
                    <a:pt x="23" y="88"/>
                    <a:pt x="22" y="94"/>
                  </a:cubicBezTo>
                  <a:cubicBezTo>
                    <a:pt x="20" y="94"/>
                    <a:pt x="19" y="93"/>
                    <a:pt x="16" y="93"/>
                  </a:cubicBezTo>
                  <a:cubicBezTo>
                    <a:pt x="13" y="93"/>
                    <a:pt x="10" y="95"/>
                    <a:pt x="7" y="97"/>
                  </a:cubicBezTo>
                  <a:cubicBezTo>
                    <a:pt x="7" y="47"/>
                    <a:pt x="7" y="47"/>
                    <a:pt x="7" y="47"/>
                  </a:cubicBezTo>
                  <a:cubicBezTo>
                    <a:pt x="24" y="39"/>
                    <a:pt x="24" y="39"/>
                    <a:pt x="24" y="39"/>
                  </a:cubicBezTo>
                  <a:cubicBezTo>
                    <a:pt x="25" y="32"/>
                    <a:pt x="25" y="32"/>
                    <a:pt x="25" y="32"/>
                  </a:cubicBezTo>
                  <a:cubicBezTo>
                    <a:pt x="31" y="33"/>
                    <a:pt x="37" y="34"/>
                    <a:pt x="45" y="34"/>
                  </a:cubicBezTo>
                  <a:cubicBezTo>
                    <a:pt x="52" y="34"/>
                    <a:pt x="60" y="33"/>
                    <a:pt x="65" y="32"/>
                  </a:cubicBezTo>
                  <a:cubicBezTo>
                    <a:pt x="65" y="37"/>
                    <a:pt x="65" y="37"/>
                    <a:pt x="65" y="37"/>
                  </a:cubicBezTo>
                  <a:cubicBezTo>
                    <a:pt x="85" y="50"/>
                    <a:pt x="85" y="50"/>
                    <a:pt x="85" y="50"/>
                  </a:cubicBezTo>
                  <a:cubicBezTo>
                    <a:pt x="85" y="105"/>
                    <a:pt x="85" y="105"/>
                    <a:pt x="85" y="105"/>
                  </a:cubicBezTo>
                  <a:cubicBezTo>
                    <a:pt x="83" y="101"/>
                    <a:pt x="79" y="98"/>
                    <a:pt x="74" y="9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3" name="组合 32">
            <a:extLst>
              <a:ext uri="{FF2B5EF4-FFF2-40B4-BE49-F238E27FC236}">
                <a16:creationId xmlns:a16="http://schemas.microsoft.com/office/drawing/2014/main" id="{D20FD15D-C7C0-4C33-9521-820292FDC8E4}"/>
              </a:ext>
            </a:extLst>
          </p:cNvPr>
          <p:cNvGrpSpPr/>
          <p:nvPr/>
        </p:nvGrpSpPr>
        <p:grpSpPr>
          <a:xfrm>
            <a:off x="7259181" y="5464182"/>
            <a:ext cx="1080000" cy="1080000"/>
            <a:chOff x="7259181" y="5464182"/>
            <a:chExt cx="1080000" cy="1080000"/>
          </a:xfrm>
        </p:grpSpPr>
        <p:sp>
          <p:nvSpPr>
            <p:cNvPr id="242" name="Oval 442">
              <a:extLst>
                <a:ext uri="{FF2B5EF4-FFF2-40B4-BE49-F238E27FC236}">
                  <a16:creationId xmlns:a16="http://schemas.microsoft.com/office/drawing/2014/main" id="{4A571135-0459-4B81-9EB0-9409CCEF79AD}"/>
                </a:ext>
              </a:extLst>
            </p:cNvPr>
            <p:cNvSpPr>
              <a:spLocks noChangeArrowheads="1"/>
            </p:cNvSpPr>
            <p:nvPr/>
          </p:nvSpPr>
          <p:spPr bwMode="auto">
            <a:xfrm>
              <a:off x="7259181" y="5464182"/>
              <a:ext cx="1080000" cy="1080000"/>
            </a:xfrm>
            <a:prstGeom prst="ellipse">
              <a:avLst/>
            </a:prstGeom>
            <a:solidFill>
              <a:srgbClr val="D4CD3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32" name="组合 31">
              <a:extLst>
                <a:ext uri="{FF2B5EF4-FFF2-40B4-BE49-F238E27FC236}">
                  <a16:creationId xmlns:a16="http://schemas.microsoft.com/office/drawing/2014/main" id="{4796F04C-7C96-445F-A67D-0DA51335EDB7}"/>
                </a:ext>
              </a:extLst>
            </p:cNvPr>
            <p:cNvGrpSpPr/>
            <p:nvPr/>
          </p:nvGrpSpPr>
          <p:grpSpPr>
            <a:xfrm>
              <a:off x="7361782" y="5599184"/>
              <a:ext cx="864000" cy="810001"/>
              <a:chOff x="7361782" y="5599184"/>
              <a:chExt cx="864000" cy="810001"/>
            </a:xfrm>
          </p:grpSpPr>
          <p:sp>
            <p:nvSpPr>
              <p:cNvPr id="243" name="Freeform 513">
                <a:extLst>
                  <a:ext uri="{FF2B5EF4-FFF2-40B4-BE49-F238E27FC236}">
                    <a16:creationId xmlns:a16="http://schemas.microsoft.com/office/drawing/2014/main" id="{42660844-8AC7-4908-B382-4337BD7B985E}"/>
                  </a:ext>
                </a:extLst>
              </p:cNvPr>
              <p:cNvSpPr>
                <a:spLocks noEditPoints="1"/>
              </p:cNvSpPr>
              <p:nvPr/>
            </p:nvSpPr>
            <p:spPr bwMode="auto">
              <a:xfrm>
                <a:off x="7361782" y="5599184"/>
                <a:ext cx="864000" cy="810001"/>
              </a:xfrm>
              <a:custGeom>
                <a:avLst/>
                <a:gdLst>
                  <a:gd name="T0" fmla="*/ 112 w 147"/>
                  <a:gd name="T1" fmla="*/ 40 h 138"/>
                  <a:gd name="T2" fmla="*/ 119 w 147"/>
                  <a:gd name="T3" fmla="*/ 10 h 138"/>
                  <a:gd name="T4" fmla="*/ 103 w 147"/>
                  <a:gd name="T5" fmla="*/ 1 h 138"/>
                  <a:gd name="T6" fmla="*/ 82 w 147"/>
                  <a:gd name="T7" fmla="*/ 23 h 138"/>
                  <a:gd name="T8" fmla="*/ 70 w 147"/>
                  <a:gd name="T9" fmla="*/ 22 h 138"/>
                  <a:gd name="T10" fmla="*/ 48 w 147"/>
                  <a:gd name="T11" fmla="*/ 0 h 138"/>
                  <a:gd name="T12" fmla="*/ 31 w 147"/>
                  <a:gd name="T13" fmla="*/ 9 h 138"/>
                  <a:gd name="T14" fmla="*/ 39 w 147"/>
                  <a:gd name="T15" fmla="*/ 38 h 138"/>
                  <a:gd name="T16" fmla="*/ 29 w 147"/>
                  <a:gd name="T17" fmla="*/ 51 h 138"/>
                  <a:gd name="T18" fmla="*/ 0 w 147"/>
                  <a:gd name="T19" fmla="*/ 54 h 138"/>
                  <a:gd name="T20" fmla="*/ 0 w 147"/>
                  <a:gd name="T21" fmla="*/ 77 h 138"/>
                  <a:gd name="T22" fmla="*/ 29 w 147"/>
                  <a:gd name="T23" fmla="*/ 82 h 138"/>
                  <a:gd name="T24" fmla="*/ 37 w 147"/>
                  <a:gd name="T25" fmla="*/ 100 h 138"/>
                  <a:gd name="T26" fmla="*/ 27 w 147"/>
                  <a:gd name="T27" fmla="*/ 126 h 138"/>
                  <a:gd name="T28" fmla="*/ 45 w 147"/>
                  <a:gd name="T29" fmla="*/ 138 h 138"/>
                  <a:gd name="T30" fmla="*/ 63 w 147"/>
                  <a:gd name="T31" fmla="*/ 116 h 138"/>
                  <a:gd name="T32" fmla="*/ 84 w 147"/>
                  <a:gd name="T33" fmla="*/ 115 h 138"/>
                  <a:gd name="T34" fmla="*/ 106 w 147"/>
                  <a:gd name="T35" fmla="*/ 137 h 138"/>
                  <a:gd name="T36" fmla="*/ 123 w 147"/>
                  <a:gd name="T37" fmla="*/ 125 h 138"/>
                  <a:gd name="T38" fmla="*/ 110 w 147"/>
                  <a:gd name="T39" fmla="*/ 99 h 138"/>
                  <a:gd name="T40" fmla="*/ 119 w 147"/>
                  <a:gd name="T41" fmla="*/ 82 h 138"/>
                  <a:gd name="T42" fmla="*/ 146 w 147"/>
                  <a:gd name="T43" fmla="*/ 77 h 138"/>
                  <a:gd name="T44" fmla="*/ 147 w 147"/>
                  <a:gd name="T45" fmla="*/ 56 h 138"/>
                  <a:gd name="T46" fmla="*/ 117 w 147"/>
                  <a:gd name="T47" fmla="*/ 52 h 138"/>
                  <a:gd name="T48" fmla="*/ 112 w 147"/>
                  <a:gd name="T49" fmla="*/ 40 h 138"/>
                  <a:gd name="T50" fmla="*/ 73 w 147"/>
                  <a:gd name="T51" fmla="*/ 101 h 138"/>
                  <a:gd name="T52" fmla="*/ 42 w 147"/>
                  <a:gd name="T53" fmla="*/ 69 h 138"/>
                  <a:gd name="T54" fmla="*/ 73 w 147"/>
                  <a:gd name="T55" fmla="*/ 37 h 138"/>
                  <a:gd name="T56" fmla="*/ 105 w 147"/>
                  <a:gd name="T57" fmla="*/ 69 h 138"/>
                  <a:gd name="T58" fmla="*/ 73 w 147"/>
                  <a:gd name="T59" fmla="*/ 101 h 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47" h="138">
                    <a:moveTo>
                      <a:pt x="112" y="40"/>
                    </a:moveTo>
                    <a:cubicBezTo>
                      <a:pt x="119" y="10"/>
                      <a:pt x="119" y="10"/>
                      <a:pt x="119" y="10"/>
                    </a:cubicBezTo>
                    <a:cubicBezTo>
                      <a:pt x="103" y="1"/>
                      <a:pt x="103" y="1"/>
                      <a:pt x="103" y="1"/>
                    </a:cubicBezTo>
                    <a:cubicBezTo>
                      <a:pt x="82" y="23"/>
                      <a:pt x="82" y="23"/>
                      <a:pt x="82" y="23"/>
                    </a:cubicBezTo>
                    <a:cubicBezTo>
                      <a:pt x="70" y="22"/>
                      <a:pt x="70" y="22"/>
                      <a:pt x="70" y="22"/>
                    </a:cubicBezTo>
                    <a:cubicBezTo>
                      <a:pt x="48" y="0"/>
                      <a:pt x="48" y="0"/>
                      <a:pt x="48" y="0"/>
                    </a:cubicBezTo>
                    <a:cubicBezTo>
                      <a:pt x="31" y="9"/>
                      <a:pt x="31" y="9"/>
                      <a:pt x="31" y="9"/>
                    </a:cubicBezTo>
                    <a:cubicBezTo>
                      <a:pt x="39" y="38"/>
                      <a:pt x="39" y="38"/>
                      <a:pt x="39" y="38"/>
                    </a:cubicBezTo>
                    <a:cubicBezTo>
                      <a:pt x="29" y="51"/>
                      <a:pt x="29" y="51"/>
                      <a:pt x="29" y="51"/>
                    </a:cubicBezTo>
                    <a:cubicBezTo>
                      <a:pt x="0" y="54"/>
                      <a:pt x="0" y="54"/>
                      <a:pt x="0" y="54"/>
                    </a:cubicBezTo>
                    <a:cubicBezTo>
                      <a:pt x="0" y="77"/>
                      <a:pt x="0" y="77"/>
                      <a:pt x="0" y="77"/>
                    </a:cubicBezTo>
                    <a:cubicBezTo>
                      <a:pt x="29" y="82"/>
                      <a:pt x="29" y="82"/>
                      <a:pt x="29" y="82"/>
                    </a:cubicBezTo>
                    <a:cubicBezTo>
                      <a:pt x="37" y="100"/>
                      <a:pt x="37" y="100"/>
                      <a:pt x="37" y="100"/>
                    </a:cubicBezTo>
                    <a:cubicBezTo>
                      <a:pt x="27" y="126"/>
                      <a:pt x="27" y="126"/>
                      <a:pt x="27" y="126"/>
                    </a:cubicBezTo>
                    <a:cubicBezTo>
                      <a:pt x="45" y="138"/>
                      <a:pt x="45" y="138"/>
                      <a:pt x="45" y="138"/>
                    </a:cubicBezTo>
                    <a:cubicBezTo>
                      <a:pt x="63" y="116"/>
                      <a:pt x="63" y="116"/>
                      <a:pt x="63" y="116"/>
                    </a:cubicBezTo>
                    <a:cubicBezTo>
                      <a:pt x="84" y="115"/>
                      <a:pt x="84" y="115"/>
                      <a:pt x="84" y="115"/>
                    </a:cubicBezTo>
                    <a:cubicBezTo>
                      <a:pt x="106" y="137"/>
                      <a:pt x="106" y="137"/>
                      <a:pt x="106" y="137"/>
                    </a:cubicBezTo>
                    <a:cubicBezTo>
                      <a:pt x="123" y="125"/>
                      <a:pt x="123" y="125"/>
                      <a:pt x="123" y="125"/>
                    </a:cubicBezTo>
                    <a:cubicBezTo>
                      <a:pt x="110" y="99"/>
                      <a:pt x="110" y="99"/>
                      <a:pt x="110" y="99"/>
                    </a:cubicBezTo>
                    <a:cubicBezTo>
                      <a:pt x="119" y="82"/>
                      <a:pt x="119" y="82"/>
                      <a:pt x="119" y="82"/>
                    </a:cubicBezTo>
                    <a:cubicBezTo>
                      <a:pt x="146" y="77"/>
                      <a:pt x="146" y="77"/>
                      <a:pt x="146" y="77"/>
                    </a:cubicBezTo>
                    <a:cubicBezTo>
                      <a:pt x="147" y="56"/>
                      <a:pt x="147" y="56"/>
                      <a:pt x="147" y="56"/>
                    </a:cubicBezTo>
                    <a:cubicBezTo>
                      <a:pt x="117" y="52"/>
                      <a:pt x="117" y="52"/>
                      <a:pt x="117" y="52"/>
                    </a:cubicBezTo>
                    <a:lnTo>
                      <a:pt x="112" y="40"/>
                    </a:lnTo>
                    <a:close/>
                    <a:moveTo>
                      <a:pt x="73" y="101"/>
                    </a:moveTo>
                    <a:cubicBezTo>
                      <a:pt x="56" y="101"/>
                      <a:pt x="42" y="87"/>
                      <a:pt x="42" y="69"/>
                    </a:cubicBezTo>
                    <a:cubicBezTo>
                      <a:pt x="42" y="52"/>
                      <a:pt x="56" y="37"/>
                      <a:pt x="73" y="37"/>
                    </a:cubicBezTo>
                    <a:cubicBezTo>
                      <a:pt x="91" y="37"/>
                      <a:pt x="105" y="52"/>
                      <a:pt x="105" y="69"/>
                    </a:cubicBezTo>
                    <a:cubicBezTo>
                      <a:pt x="105" y="87"/>
                      <a:pt x="91" y="101"/>
                      <a:pt x="73" y="10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44" name="Oval 514">
                <a:extLst>
                  <a:ext uri="{FF2B5EF4-FFF2-40B4-BE49-F238E27FC236}">
                    <a16:creationId xmlns:a16="http://schemas.microsoft.com/office/drawing/2014/main" id="{58D5DB23-7BA4-4ACA-A813-9725E0F270E4}"/>
                  </a:ext>
                </a:extLst>
              </p:cNvPr>
              <p:cNvSpPr>
                <a:spLocks noChangeArrowheads="1"/>
              </p:cNvSpPr>
              <p:nvPr/>
            </p:nvSpPr>
            <p:spPr bwMode="auto">
              <a:xfrm>
                <a:off x="7658784" y="5869183"/>
                <a:ext cx="269999" cy="26999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34" name="组合 33">
            <a:extLst>
              <a:ext uri="{FF2B5EF4-FFF2-40B4-BE49-F238E27FC236}">
                <a16:creationId xmlns:a16="http://schemas.microsoft.com/office/drawing/2014/main" id="{89AE3F3F-A34F-4333-B72F-3385FF598F76}"/>
              </a:ext>
            </a:extLst>
          </p:cNvPr>
          <p:cNvGrpSpPr/>
          <p:nvPr/>
        </p:nvGrpSpPr>
        <p:grpSpPr>
          <a:xfrm>
            <a:off x="8955622" y="5464182"/>
            <a:ext cx="1080000" cy="1080000"/>
            <a:chOff x="8955622" y="5464182"/>
            <a:chExt cx="1080000" cy="1080000"/>
          </a:xfrm>
        </p:grpSpPr>
        <p:sp>
          <p:nvSpPr>
            <p:cNvPr id="257" name="Oval 2504">
              <a:extLst>
                <a:ext uri="{FF2B5EF4-FFF2-40B4-BE49-F238E27FC236}">
                  <a16:creationId xmlns:a16="http://schemas.microsoft.com/office/drawing/2014/main" id="{3AA32590-877C-472C-8A2B-17E34771A8C2}"/>
                </a:ext>
              </a:extLst>
            </p:cNvPr>
            <p:cNvSpPr>
              <a:spLocks noChangeArrowheads="1"/>
            </p:cNvSpPr>
            <p:nvPr/>
          </p:nvSpPr>
          <p:spPr bwMode="auto">
            <a:xfrm>
              <a:off x="8955622" y="5464182"/>
              <a:ext cx="1080000" cy="1080000"/>
            </a:xfrm>
            <a:prstGeom prst="ellipse">
              <a:avLst/>
            </a:prstGeom>
            <a:solidFill>
              <a:srgbClr val="EE5D8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58" name="Freeform 2542">
              <a:extLst>
                <a:ext uri="{FF2B5EF4-FFF2-40B4-BE49-F238E27FC236}">
                  <a16:creationId xmlns:a16="http://schemas.microsoft.com/office/drawing/2014/main" id="{68636288-0A15-460D-AF4A-0C143858BBEA}"/>
                </a:ext>
              </a:extLst>
            </p:cNvPr>
            <p:cNvSpPr>
              <a:spLocks noEditPoints="1"/>
            </p:cNvSpPr>
            <p:nvPr/>
          </p:nvSpPr>
          <p:spPr bwMode="auto">
            <a:xfrm>
              <a:off x="9139221" y="5642384"/>
              <a:ext cx="723601" cy="723601"/>
            </a:xfrm>
            <a:custGeom>
              <a:avLst/>
              <a:gdLst>
                <a:gd name="T0" fmla="*/ 62 w 123"/>
                <a:gd name="T1" fmla="*/ 0 h 123"/>
                <a:gd name="T2" fmla="*/ 0 w 123"/>
                <a:gd name="T3" fmla="*/ 61 h 123"/>
                <a:gd name="T4" fmla="*/ 62 w 123"/>
                <a:gd name="T5" fmla="*/ 123 h 123"/>
                <a:gd name="T6" fmla="*/ 123 w 123"/>
                <a:gd name="T7" fmla="*/ 61 h 123"/>
                <a:gd name="T8" fmla="*/ 62 w 123"/>
                <a:gd name="T9" fmla="*/ 0 h 123"/>
                <a:gd name="T10" fmla="*/ 102 w 123"/>
                <a:gd name="T11" fmla="*/ 74 h 123"/>
                <a:gd name="T12" fmla="*/ 80 w 123"/>
                <a:gd name="T13" fmla="*/ 74 h 123"/>
                <a:gd name="T14" fmla="*/ 73 w 123"/>
                <a:gd name="T15" fmla="*/ 80 h 123"/>
                <a:gd name="T16" fmla="*/ 73 w 123"/>
                <a:gd name="T17" fmla="*/ 102 h 123"/>
                <a:gd name="T18" fmla="*/ 49 w 123"/>
                <a:gd name="T19" fmla="*/ 102 h 123"/>
                <a:gd name="T20" fmla="*/ 49 w 123"/>
                <a:gd name="T21" fmla="*/ 74 h 123"/>
                <a:gd name="T22" fmla="*/ 20 w 123"/>
                <a:gd name="T23" fmla="*/ 74 h 123"/>
                <a:gd name="T24" fmla="*/ 20 w 123"/>
                <a:gd name="T25" fmla="*/ 50 h 123"/>
                <a:gd name="T26" fmla="*/ 49 w 123"/>
                <a:gd name="T27" fmla="*/ 50 h 123"/>
                <a:gd name="T28" fmla="*/ 49 w 123"/>
                <a:gd name="T29" fmla="*/ 21 h 123"/>
                <a:gd name="T30" fmla="*/ 73 w 123"/>
                <a:gd name="T31" fmla="*/ 21 h 123"/>
                <a:gd name="T32" fmla="*/ 73 w 123"/>
                <a:gd name="T33" fmla="*/ 49 h 123"/>
                <a:gd name="T34" fmla="*/ 102 w 123"/>
                <a:gd name="T35" fmla="*/ 49 h 123"/>
                <a:gd name="T36" fmla="*/ 102 w 123"/>
                <a:gd name="T37" fmla="*/ 74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23" h="123">
                  <a:moveTo>
                    <a:pt x="62" y="0"/>
                  </a:moveTo>
                  <a:cubicBezTo>
                    <a:pt x="28" y="0"/>
                    <a:pt x="0" y="27"/>
                    <a:pt x="0" y="61"/>
                  </a:cubicBezTo>
                  <a:cubicBezTo>
                    <a:pt x="0" y="96"/>
                    <a:pt x="27" y="123"/>
                    <a:pt x="62" y="123"/>
                  </a:cubicBezTo>
                  <a:cubicBezTo>
                    <a:pt x="95" y="123"/>
                    <a:pt x="123" y="95"/>
                    <a:pt x="123" y="61"/>
                  </a:cubicBezTo>
                  <a:cubicBezTo>
                    <a:pt x="123" y="28"/>
                    <a:pt x="95" y="0"/>
                    <a:pt x="62" y="0"/>
                  </a:cubicBezTo>
                  <a:close/>
                  <a:moveTo>
                    <a:pt x="102" y="74"/>
                  </a:moveTo>
                  <a:cubicBezTo>
                    <a:pt x="95" y="74"/>
                    <a:pt x="87" y="74"/>
                    <a:pt x="80" y="74"/>
                  </a:cubicBezTo>
                  <a:cubicBezTo>
                    <a:pt x="73" y="74"/>
                    <a:pt x="73" y="74"/>
                    <a:pt x="73" y="80"/>
                  </a:cubicBezTo>
                  <a:cubicBezTo>
                    <a:pt x="73" y="88"/>
                    <a:pt x="73" y="95"/>
                    <a:pt x="73" y="102"/>
                  </a:cubicBezTo>
                  <a:cubicBezTo>
                    <a:pt x="65" y="102"/>
                    <a:pt x="58" y="102"/>
                    <a:pt x="49" y="102"/>
                  </a:cubicBezTo>
                  <a:cubicBezTo>
                    <a:pt x="49" y="93"/>
                    <a:pt x="49" y="84"/>
                    <a:pt x="49" y="74"/>
                  </a:cubicBezTo>
                  <a:cubicBezTo>
                    <a:pt x="39" y="74"/>
                    <a:pt x="30" y="74"/>
                    <a:pt x="20" y="74"/>
                  </a:cubicBezTo>
                  <a:cubicBezTo>
                    <a:pt x="20" y="66"/>
                    <a:pt x="20" y="58"/>
                    <a:pt x="20" y="50"/>
                  </a:cubicBezTo>
                  <a:cubicBezTo>
                    <a:pt x="30" y="50"/>
                    <a:pt x="39" y="50"/>
                    <a:pt x="49" y="50"/>
                  </a:cubicBezTo>
                  <a:cubicBezTo>
                    <a:pt x="49" y="40"/>
                    <a:pt x="49" y="31"/>
                    <a:pt x="49" y="21"/>
                  </a:cubicBezTo>
                  <a:cubicBezTo>
                    <a:pt x="57" y="21"/>
                    <a:pt x="65" y="21"/>
                    <a:pt x="73" y="21"/>
                  </a:cubicBezTo>
                  <a:cubicBezTo>
                    <a:pt x="73" y="31"/>
                    <a:pt x="73" y="40"/>
                    <a:pt x="73" y="49"/>
                  </a:cubicBezTo>
                  <a:cubicBezTo>
                    <a:pt x="83" y="49"/>
                    <a:pt x="92" y="49"/>
                    <a:pt x="102" y="49"/>
                  </a:cubicBezTo>
                  <a:cubicBezTo>
                    <a:pt x="102" y="58"/>
                    <a:pt x="102" y="65"/>
                    <a:pt x="102" y="74"/>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1" name="组合 30">
            <a:extLst>
              <a:ext uri="{FF2B5EF4-FFF2-40B4-BE49-F238E27FC236}">
                <a16:creationId xmlns:a16="http://schemas.microsoft.com/office/drawing/2014/main" id="{C3790758-EC4D-4A61-9921-FC317A708A9C}"/>
              </a:ext>
            </a:extLst>
          </p:cNvPr>
          <p:cNvGrpSpPr/>
          <p:nvPr/>
        </p:nvGrpSpPr>
        <p:grpSpPr>
          <a:xfrm>
            <a:off x="5562741" y="5464182"/>
            <a:ext cx="1080000" cy="1080000"/>
            <a:chOff x="5562741" y="5464182"/>
            <a:chExt cx="1080000" cy="1080000"/>
          </a:xfrm>
        </p:grpSpPr>
        <p:sp>
          <p:nvSpPr>
            <p:cNvPr id="259" name="Oval 2422">
              <a:extLst>
                <a:ext uri="{FF2B5EF4-FFF2-40B4-BE49-F238E27FC236}">
                  <a16:creationId xmlns:a16="http://schemas.microsoft.com/office/drawing/2014/main" id="{CD1DD027-A24A-4E84-981B-D93E610DB9A0}"/>
                </a:ext>
              </a:extLst>
            </p:cNvPr>
            <p:cNvSpPr>
              <a:spLocks noChangeArrowheads="1"/>
            </p:cNvSpPr>
            <p:nvPr/>
          </p:nvSpPr>
          <p:spPr bwMode="auto">
            <a:xfrm>
              <a:off x="5562741" y="5464182"/>
              <a:ext cx="1080000" cy="1080000"/>
            </a:xfrm>
            <a:prstGeom prst="ellipse">
              <a:avLst/>
            </a:prstGeom>
            <a:solidFill>
              <a:srgbClr val="F399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30" name="组合 29">
              <a:extLst>
                <a:ext uri="{FF2B5EF4-FFF2-40B4-BE49-F238E27FC236}">
                  <a16:creationId xmlns:a16="http://schemas.microsoft.com/office/drawing/2014/main" id="{F93C6AE7-55DC-449F-85B7-3A26AC37B2DC}"/>
                </a:ext>
              </a:extLst>
            </p:cNvPr>
            <p:cNvGrpSpPr/>
            <p:nvPr/>
          </p:nvGrpSpPr>
          <p:grpSpPr>
            <a:xfrm>
              <a:off x="5600539" y="5707181"/>
              <a:ext cx="1009805" cy="648000"/>
              <a:chOff x="5600539" y="5707181"/>
              <a:chExt cx="1009805" cy="648000"/>
            </a:xfrm>
          </p:grpSpPr>
          <p:sp>
            <p:nvSpPr>
              <p:cNvPr id="260" name="Freeform 2472">
                <a:extLst>
                  <a:ext uri="{FF2B5EF4-FFF2-40B4-BE49-F238E27FC236}">
                    <a16:creationId xmlns:a16="http://schemas.microsoft.com/office/drawing/2014/main" id="{C865C4B1-4B8F-4301-9992-BC3B4C9256D4}"/>
                  </a:ext>
                </a:extLst>
              </p:cNvPr>
              <p:cNvSpPr>
                <a:spLocks noEditPoints="1"/>
              </p:cNvSpPr>
              <p:nvPr/>
            </p:nvSpPr>
            <p:spPr bwMode="auto">
              <a:xfrm>
                <a:off x="5600539" y="5712583"/>
                <a:ext cx="361801" cy="388800"/>
              </a:xfrm>
              <a:custGeom>
                <a:avLst/>
                <a:gdLst>
                  <a:gd name="T0" fmla="*/ 0 w 61"/>
                  <a:gd name="T1" fmla="*/ 50 h 66"/>
                  <a:gd name="T2" fmla="*/ 18 w 61"/>
                  <a:gd name="T3" fmla="*/ 66 h 66"/>
                  <a:gd name="T4" fmla="*/ 61 w 61"/>
                  <a:gd name="T5" fmla="*/ 16 h 66"/>
                  <a:gd name="T6" fmla="*/ 43 w 61"/>
                  <a:gd name="T7" fmla="*/ 0 h 66"/>
                  <a:gd name="T8" fmla="*/ 0 w 61"/>
                  <a:gd name="T9" fmla="*/ 50 h 66"/>
                  <a:gd name="T10" fmla="*/ 20 w 61"/>
                  <a:gd name="T11" fmla="*/ 53 h 66"/>
                  <a:gd name="T12" fmla="*/ 13 w 61"/>
                  <a:gd name="T13" fmla="*/ 52 h 66"/>
                  <a:gd name="T14" fmla="*/ 14 w 61"/>
                  <a:gd name="T15" fmla="*/ 45 h 66"/>
                  <a:gd name="T16" fmla="*/ 21 w 61"/>
                  <a:gd name="T17" fmla="*/ 46 h 66"/>
                  <a:gd name="T18" fmla="*/ 20 w 61"/>
                  <a:gd name="T19" fmla="*/ 5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1" h="66">
                    <a:moveTo>
                      <a:pt x="0" y="50"/>
                    </a:moveTo>
                    <a:cubicBezTo>
                      <a:pt x="18" y="66"/>
                      <a:pt x="18" y="66"/>
                      <a:pt x="18" y="66"/>
                    </a:cubicBezTo>
                    <a:cubicBezTo>
                      <a:pt x="61" y="16"/>
                      <a:pt x="61" y="16"/>
                      <a:pt x="61" y="16"/>
                    </a:cubicBezTo>
                    <a:cubicBezTo>
                      <a:pt x="43" y="0"/>
                      <a:pt x="43" y="0"/>
                      <a:pt x="43" y="0"/>
                    </a:cubicBezTo>
                    <a:lnTo>
                      <a:pt x="0" y="50"/>
                    </a:lnTo>
                    <a:close/>
                    <a:moveTo>
                      <a:pt x="20" y="53"/>
                    </a:moveTo>
                    <a:cubicBezTo>
                      <a:pt x="18" y="55"/>
                      <a:pt x="15" y="55"/>
                      <a:pt x="13" y="52"/>
                    </a:cubicBezTo>
                    <a:cubicBezTo>
                      <a:pt x="11" y="50"/>
                      <a:pt x="12" y="47"/>
                      <a:pt x="14" y="45"/>
                    </a:cubicBezTo>
                    <a:cubicBezTo>
                      <a:pt x="16" y="44"/>
                      <a:pt x="19" y="44"/>
                      <a:pt x="21" y="46"/>
                    </a:cubicBezTo>
                    <a:cubicBezTo>
                      <a:pt x="23" y="48"/>
                      <a:pt x="22" y="52"/>
                      <a:pt x="20" y="5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61" name="Freeform 2473">
                <a:extLst>
                  <a:ext uri="{FF2B5EF4-FFF2-40B4-BE49-F238E27FC236}">
                    <a16:creationId xmlns:a16="http://schemas.microsoft.com/office/drawing/2014/main" id="{CEFFC668-98CC-4788-97AF-780A89FFC90F}"/>
                  </a:ext>
                </a:extLst>
              </p:cNvPr>
              <p:cNvSpPr>
                <a:spLocks noEditPoints="1"/>
              </p:cNvSpPr>
              <p:nvPr/>
            </p:nvSpPr>
            <p:spPr bwMode="auto">
              <a:xfrm>
                <a:off x="6243142" y="5707181"/>
                <a:ext cx="367202" cy="388800"/>
              </a:xfrm>
              <a:custGeom>
                <a:avLst/>
                <a:gdLst>
                  <a:gd name="T0" fmla="*/ 0 w 62"/>
                  <a:gd name="T1" fmla="*/ 15 h 66"/>
                  <a:gd name="T2" fmla="*/ 44 w 62"/>
                  <a:gd name="T3" fmla="*/ 66 h 66"/>
                  <a:gd name="T4" fmla="*/ 62 w 62"/>
                  <a:gd name="T5" fmla="*/ 50 h 66"/>
                  <a:gd name="T6" fmla="*/ 18 w 62"/>
                  <a:gd name="T7" fmla="*/ 0 h 66"/>
                  <a:gd name="T8" fmla="*/ 0 w 62"/>
                  <a:gd name="T9" fmla="*/ 15 h 66"/>
                  <a:gd name="T10" fmla="*/ 41 w 62"/>
                  <a:gd name="T11" fmla="*/ 45 h 66"/>
                  <a:gd name="T12" fmla="*/ 48 w 62"/>
                  <a:gd name="T13" fmla="*/ 46 h 66"/>
                  <a:gd name="T14" fmla="*/ 47 w 62"/>
                  <a:gd name="T15" fmla="*/ 53 h 66"/>
                  <a:gd name="T16" fmla="*/ 40 w 62"/>
                  <a:gd name="T17" fmla="*/ 52 h 66"/>
                  <a:gd name="T18" fmla="*/ 41 w 62"/>
                  <a:gd name="T19" fmla="*/ 4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66">
                    <a:moveTo>
                      <a:pt x="0" y="15"/>
                    </a:moveTo>
                    <a:cubicBezTo>
                      <a:pt x="44" y="66"/>
                      <a:pt x="44" y="66"/>
                      <a:pt x="44" y="66"/>
                    </a:cubicBezTo>
                    <a:cubicBezTo>
                      <a:pt x="62" y="50"/>
                      <a:pt x="62" y="50"/>
                      <a:pt x="62" y="50"/>
                    </a:cubicBezTo>
                    <a:cubicBezTo>
                      <a:pt x="18" y="0"/>
                      <a:pt x="18" y="0"/>
                      <a:pt x="18" y="0"/>
                    </a:cubicBezTo>
                    <a:lnTo>
                      <a:pt x="0" y="15"/>
                    </a:lnTo>
                    <a:close/>
                    <a:moveTo>
                      <a:pt x="41" y="45"/>
                    </a:moveTo>
                    <a:cubicBezTo>
                      <a:pt x="43" y="43"/>
                      <a:pt x="47" y="43"/>
                      <a:pt x="48" y="46"/>
                    </a:cubicBezTo>
                    <a:cubicBezTo>
                      <a:pt x="50" y="48"/>
                      <a:pt x="50" y="51"/>
                      <a:pt x="47" y="53"/>
                    </a:cubicBezTo>
                    <a:cubicBezTo>
                      <a:pt x="45" y="54"/>
                      <a:pt x="42" y="54"/>
                      <a:pt x="40" y="52"/>
                    </a:cubicBezTo>
                    <a:cubicBezTo>
                      <a:pt x="39" y="50"/>
                      <a:pt x="39" y="46"/>
                      <a:pt x="41"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62" name="Freeform 2474">
                <a:extLst>
                  <a:ext uri="{FF2B5EF4-FFF2-40B4-BE49-F238E27FC236}">
                    <a16:creationId xmlns:a16="http://schemas.microsoft.com/office/drawing/2014/main" id="{19379406-8096-4EA6-9D38-ADD3EE4D2B42}"/>
                  </a:ext>
                </a:extLst>
              </p:cNvPr>
              <p:cNvSpPr>
                <a:spLocks noEditPoints="1"/>
              </p:cNvSpPr>
              <p:nvPr/>
            </p:nvSpPr>
            <p:spPr bwMode="auto">
              <a:xfrm>
                <a:off x="5816539" y="5836781"/>
                <a:ext cx="599398" cy="518400"/>
              </a:xfrm>
              <a:custGeom>
                <a:avLst/>
                <a:gdLst>
                  <a:gd name="T0" fmla="*/ 71 w 102"/>
                  <a:gd name="T1" fmla="*/ 1 h 88"/>
                  <a:gd name="T2" fmla="*/ 65 w 102"/>
                  <a:gd name="T3" fmla="*/ 5 h 88"/>
                  <a:gd name="T4" fmla="*/ 63 w 102"/>
                  <a:gd name="T5" fmla="*/ 3 h 88"/>
                  <a:gd name="T6" fmla="*/ 52 w 102"/>
                  <a:gd name="T7" fmla="*/ 0 h 88"/>
                  <a:gd name="T8" fmla="*/ 34 w 102"/>
                  <a:gd name="T9" fmla="*/ 2 h 88"/>
                  <a:gd name="T10" fmla="*/ 29 w 102"/>
                  <a:gd name="T11" fmla="*/ 1 h 88"/>
                  <a:gd name="T12" fmla="*/ 0 w 102"/>
                  <a:gd name="T13" fmla="*/ 35 h 88"/>
                  <a:gd name="T14" fmla="*/ 9 w 102"/>
                  <a:gd name="T15" fmla="*/ 50 h 88"/>
                  <a:gd name="T16" fmla="*/ 16 w 102"/>
                  <a:gd name="T17" fmla="*/ 71 h 88"/>
                  <a:gd name="T18" fmla="*/ 37 w 102"/>
                  <a:gd name="T19" fmla="*/ 86 h 88"/>
                  <a:gd name="T20" fmla="*/ 42 w 102"/>
                  <a:gd name="T21" fmla="*/ 88 h 88"/>
                  <a:gd name="T22" fmla="*/ 48 w 102"/>
                  <a:gd name="T23" fmla="*/ 86 h 88"/>
                  <a:gd name="T24" fmla="*/ 49 w 102"/>
                  <a:gd name="T25" fmla="*/ 83 h 88"/>
                  <a:gd name="T26" fmla="*/ 62 w 102"/>
                  <a:gd name="T27" fmla="*/ 80 h 88"/>
                  <a:gd name="T28" fmla="*/ 82 w 102"/>
                  <a:gd name="T29" fmla="*/ 62 h 88"/>
                  <a:gd name="T30" fmla="*/ 82 w 102"/>
                  <a:gd name="T31" fmla="*/ 57 h 88"/>
                  <a:gd name="T32" fmla="*/ 102 w 102"/>
                  <a:gd name="T33" fmla="*/ 37 h 88"/>
                  <a:gd name="T34" fmla="*/ 71 w 102"/>
                  <a:gd name="T35" fmla="*/ 1 h 88"/>
                  <a:gd name="T36" fmla="*/ 45 w 102"/>
                  <a:gd name="T37" fmla="*/ 83 h 88"/>
                  <a:gd name="T38" fmla="*/ 45 w 102"/>
                  <a:gd name="T39" fmla="*/ 83 h 88"/>
                  <a:gd name="T40" fmla="*/ 38 w 102"/>
                  <a:gd name="T41" fmla="*/ 83 h 88"/>
                  <a:gd name="T42" fmla="*/ 19 w 102"/>
                  <a:gd name="T43" fmla="*/ 68 h 88"/>
                  <a:gd name="T44" fmla="*/ 12 w 102"/>
                  <a:gd name="T45" fmla="*/ 56 h 88"/>
                  <a:gd name="T46" fmla="*/ 12 w 102"/>
                  <a:gd name="T47" fmla="*/ 54 h 88"/>
                  <a:gd name="T48" fmla="*/ 12 w 102"/>
                  <a:gd name="T49" fmla="*/ 52 h 88"/>
                  <a:gd name="T50" fmla="*/ 12 w 102"/>
                  <a:gd name="T51" fmla="*/ 52 h 88"/>
                  <a:gd name="T52" fmla="*/ 14 w 102"/>
                  <a:gd name="T53" fmla="*/ 51 h 88"/>
                  <a:gd name="T54" fmla="*/ 14 w 102"/>
                  <a:gd name="T55" fmla="*/ 51 h 88"/>
                  <a:gd name="T56" fmla="*/ 16 w 102"/>
                  <a:gd name="T57" fmla="*/ 51 h 88"/>
                  <a:gd name="T58" fmla="*/ 18 w 102"/>
                  <a:gd name="T59" fmla="*/ 52 h 88"/>
                  <a:gd name="T60" fmla="*/ 19 w 102"/>
                  <a:gd name="T61" fmla="*/ 54 h 88"/>
                  <a:gd name="T62" fmla="*/ 26 w 102"/>
                  <a:gd name="T63" fmla="*/ 61 h 88"/>
                  <a:gd name="T64" fmla="*/ 36 w 102"/>
                  <a:gd name="T65" fmla="*/ 72 h 88"/>
                  <a:gd name="T66" fmla="*/ 41 w 102"/>
                  <a:gd name="T67" fmla="*/ 76 h 88"/>
                  <a:gd name="T68" fmla="*/ 45 w 102"/>
                  <a:gd name="T69" fmla="*/ 83 h 88"/>
                  <a:gd name="T70" fmla="*/ 80 w 102"/>
                  <a:gd name="T71" fmla="*/ 53 h 88"/>
                  <a:gd name="T72" fmla="*/ 80 w 102"/>
                  <a:gd name="T73" fmla="*/ 52 h 88"/>
                  <a:gd name="T74" fmla="*/ 65 w 102"/>
                  <a:gd name="T75" fmla="*/ 33 h 88"/>
                  <a:gd name="T76" fmla="*/ 53 w 102"/>
                  <a:gd name="T77" fmla="*/ 25 h 88"/>
                  <a:gd name="T78" fmla="*/ 37 w 102"/>
                  <a:gd name="T79" fmla="*/ 35 h 88"/>
                  <a:gd name="T80" fmla="*/ 28 w 102"/>
                  <a:gd name="T81" fmla="*/ 41 h 88"/>
                  <a:gd name="T82" fmla="*/ 25 w 102"/>
                  <a:gd name="T83" fmla="*/ 33 h 88"/>
                  <a:gd name="T84" fmla="*/ 31 w 102"/>
                  <a:gd name="T85" fmla="*/ 25 h 88"/>
                  <a:gd name="T86" fmla="*/ 38 w 102"/>
                  <a:gd name="T87" fmla="*/ 17 h 88"/>
                  <a:gd name="T88" fmla="*/ 51 w 102"/>
                  <a:gd name="T89" fmla="*/ 10 h 88"/>
                  <a:gd name="T90" fmla="*/ 62 w 102"/>
                  <a:gd name="T91" fmla="*/ 13 h 88"/>
                  <a:gd name="T92" fmla="*/ 65 w 102"/>
                  <a:gd name="T93" fmla="*/ 9 h 88"/>
                  <a:gd name="T94" fmla="*/ 70 w 102"/>
                  <a:gd name="T95" fmla="*/ 5 h 88"/>
                  <a:gd name="T96" fmla="*/ 97 w 102"/>
                  <a:gd name="T97" fmla="*/ 37 h 88"/>
                  <a:gd name="T98" fmla="*/ 80 w 102"/>
                  <a:gd name="T99" fmla="*/ 5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02" h="88">
                    <a:moveTo>
                      <a:pt x="71" y="1"/>
                    </a:moveTo>
                    <a:cubicBezTo>
                      <a:pt x="65" y="5"/>
                      <a:pt x="65" y="5"/>
                      <a:pt x="65" y="5"/>
                    </a:cubicBezTo>
                    <a:cubicBezTo>
                      <a:pt x="64" y="4"/>
                      <a:pt x="64" y="4"/>
                      <a:pt x="63" y="3"/>
                    </a:cubicBezTo>
                    <a:cubicBezTo>
                      <a:pt x="60" y="1"/>
                      <a:pt x="56" y="0"/>
                      <a:pt x="52" y="0"/>
                    </a:cubicBezTo>
                    <a:cubicBezTo>
                      <a:pt x="48" y="0"/>
                      <a:pt x="36" y="2"/>
                      <a:pt x="34" y="2"/>
                    </a:cubicBezTo>
                    <a:cubicBezTo>
                      <a:pt x="31" y="2"/>
                      <a:pt x="29" y="1"/>
                      <a:pt x="29" y="1"/>
                    </a:cubicBezTo>
                    <a:cubicBezTo>
                      <a:pt x="0" y="35"/>
                      <a:pt x="0" y="35"/>
                      <a:pt x="0" y="35"/>
                    </a:cubicBezTo>
                    <a:cubicBezTo>
                      <a:pt x="0" y="35"/>
                      <a:pt x="4" y="42"/>
                      <a:pt x="9" y="50"/>
                    </a:cubicBezTo>
                    <a:cubicBezTo>
                      <a:pt x="6" y="54"/>
                      <a:pt x="11" y="64"/>
                      <a:pt x="16" y="71"/>
                    </a:cubicBezTo>
                    <a:cubicBezTo>
                      <a:pt x="22" y="78"/>
                      <a:pt x="33" y="84"/>
                      <a:pt x="37" y="86"/>
                    </a:cubicBezTo>
                    <a:cubicBezTo>
                      <a:pt x="38" y="87"/>
                      <a:pt x="40" y="88"/>
                      <a:pt x="42" y="88"/>
                    </a:cubicBezTo>
                    <a:cubicBezTo>
                      <a:pt x="45" y="88"/>
                      <a:pt x="47" y="87"/>
                      <a:pt x="48" y="86"/>
                    </a:cubicBezTo>
                    <a:cubicBezTo>
                      <a:pt x="49" y="85"/>
                      <a:pt x="49" y="84"/>
                      <a:pt x="49" y="83"/>
                    </a:cubicBezTo>
                    <a:cubicBezTo>
                      <a:pt x="54" y="82"/>
                      <a:pt x="59" y="81"/>
                      <a:pt x="62" y="80"/>
                    </a:cubicBezTo>
                    <a:cubicBezTo>
                      <a:pt x="68" y="77"/>
                      <a:pt x="81" y="64"/>
                      <a:pt x="82" y="62"/>
                    </a:cubicBezTo>
                    <a:cubicBezTo>
                      <a:pt x="82" y="60"/>
                      <a:pt x="82" y="59"/>
                      <a:pt x="82" y="57"/>
                    </a:cubicBezTo>
                    <a:cubicBezTo>
                      <a:pt x="102" y="37"/>
                      <a:pt x="102" y="37"/>
                      <a:pt x="102" y="37"/>
                    </a:cubicBezTo>
                    <a:lnTo>
                      <a:pt x="71" y="1"/>
                    </a:lnTo>
                    <a:close/>
                    <a:moveTo>
                      <a:pt x="45" y="83"/>
                    </a:moveTo>
                    <a:cubicBezTo>
                      <a:pt x="45" y="83"/>
                      <a:pt x="45" y="83"/>
                      <a:pt x="45" y="83"/>
                    </a:cubicBezTo>
                    <a:cubicBezTo>
                      <a:pt x="44" y="85"/>
                      <a:pt x="41" y="85"/>
                      <a:pt x="38" y="83"/>
                    </a:cubicBezTo>
                    <a:cubicBezTo>
                      <a:pt x="29" y="78"/>
                      <a:pt x="22" y="73"/>
                      <a:pt x="19" y="68"/>
                    </a:cubicBezTo>
                    <a:cubicBezTo>
                      <a:pt x="16" y="64"/>
                      <a:pt x="13" y="60"/>
                      <a:pt x="12" y="56"/>
                    </a:cubicBezTo>
                    <a:cubicBezTo>
                      <a:pt x="12" y="56"/>
                      <a:pt x="12" y="55"/>
                      <a:pt x="12" y="54"/>
                    </a:cubicBezTo>
                    <a:cubicBezTo>
                      <a:pt x="11" y="53"/>
                      <a:pt x="11" y="52"/>
                      <a:pt x="12" y="52"/>
                    </a:cubicBezTo>
                    <a:cubicBezTo>
                      <a:pt x="12" y="52"/>
                      <a:pt x="12" y="52"/>
                      <a:pt x="12" y="52"/>
                    </a:cubicBezTo>
                    <a:cubicBezTo>
                      <a:pt x="13" y="51"/>
                      <a:pt x="13" y="51"/>
                      <a:pt x="14" y="51"/>
                    </a:cubicBezTo>
                    <a:cubicBezTo>
                      <a:pt x="14" y="51"/>
                      <a:pt x="14" y="51"/>
                      <a:pt x="14" y="51"/>
                    </a:cubicBezTo>
                    <a:cubicBezTo>
                      <a:pt x="15" y="51"/>
                      <a:pt x="15" y="51"/>
                      <a:pt x="16" y="51"/>
                    </a:cubicBezTo>
                    <a:cubicBezTo>
                      <a:pt x="17" y="51"/>
                      <a:pt x="17" y="52"/>
                      <a:pt x="18" y="52"/>
                    </a:cubicBezTo>
                    <a:cubicBezTo>
                      <a:pt x="18" y="53"/>
                      <a:pt x="19" y="53"/>
                      <a:pt x="19" y="54"/>
                    </a:cubicBezTo>
                    <a:cubicBezTo>
                      <a:pt x="21" y="55"/>
                      <a:pt x="23" y="57"/>
                      <a:pt x="26" y="61"/>
                    </a:cubicBezTo>
                    <a:cubicBezTo>
                      <a:pt x="29" y="66"/>
                      <a:pt x="33" y="69"/>
                      <a:pt x="36" y="72"/>
                    </a:cubicBezTo>
                    <a:cubicBezTo>
                      <a:pt x="38" y="73"/>
                      <a:pt x="39" y="74"/>
                      <a:pt x="41" y="76"/>
                    </a:cubicBezTo>
                    <a:cubicBezTo>
                      <a:pt x="45" y="80"/>
                      <a:pt x="46" y="82"/>
                      <a:pt x="45" y="83"/>
                    </a:cubicBezTo>
                    <a:close/>
                    <a:moveTo>
                      <a:pt x="80" y="53"/>
                    </a:moveTo>
                    <a:cubicBezTo>
                      <a:pt x="80" y="53"/>
                      <a:pt x="80" y="52"/>
                      <a:pt x="80" y="52"/>
                    </a:cubicBezTo>
                    <a:cubicBezTo>
                      <a:pt x="78" y="47"/>
                      <a:pt x="68" y="37"/>
                      <a:pt x="65" y="33"/>
                    </a:cubicBezTo>
                    <a:cubicBezTo>
                      <a:pt x="61" y="29"/>
                      <a:pt x="59" y="28"/>
                      <a:pt x="53" y="25"/>
                    </a:cubicBezTo>
                    <a:cubicBezTo>
                      <a:pt x="46" y="25"/>
                      <a:pt x="39" y="33"/>
                      <a:pt x="37" y="35"/>
                    </a:cubicBezTo>
                    <a:cubicBezTo>
                      <a:pt x="35" y="36"/>
                      <a:pt x="33" y="42"/>
                      <a:pt x="28" y="41"/>
                    </a:cubicBezTo>
                    <a:cubicBezTo>
                      <a:pt x="23" y="40"/>
                      <a:pt x="25" y="33"/>
                      <a:pt x="25" y="33"/>
                    </a:cubicBezTo>
                    <a:cubicBezTo>
                      <a:pt x="25" y="33"/>
                      <a:pt x="27" y="29"/>
                      <a:pt x="31" y="25"/>
                    </a:cubicBezTo>
                    <a:cubicBezTo>
                      <a:pt x="34" y="20"/>
                      <a:pt x="36" y="20"/>
                      <a:pt x="38" y="17"/>
                    </a:cubicBezTo>
                    <a:cubicBezTo>
                      <a:pt x="40" y="15"/>
                      <a:pt x="47" y="10"/>
                      <a:pt x="51" y="10"/>
                    </a:cubicBezTo>
                    <a:cubicBezTo>
                      <a:pt x="54" y="10"/>
                      <a:pt x="60" y="13"/>
                      <a:pt x="62" y="13"/>
                    </a:cubicBezTo>
                    <a:cubicBezTo>
                      <a:pt x="63" y="13"/>
                      <a:pt x="65" y="11"/>
                      <a:pt x="65" y="9"/>
                    </a:cubicBezTo>
                    <a:cubicBezTo>
                      <a:pt x="70" y="5"/>
                      <a:pt x="70" y="5"/>
                      <a:pt x="70" y="5"/>
                    </a:cubicBezTo>
                    <a:cubicBezTo>
                      <a:pt x="97" y="37"/>
                      <a:pt x="97" y="37"/>
                      <a:pt x="97" y="37"/>
                    </a:cubicBezTo>
                    <a:lnTo>
                      <a:pt x="80" y="53"/>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29" name="组合 28">
            <a:extLst>
              <a:ext uri="{FF2B5EF4-FFF2-40B4-BE49-F238E27FC236}">
                <a16:creationId xmlns:a16="http://schemas.microsoft.com/office/drawing/2014/main" id="{2E2CCD59-43FC-4BA7-86E6-2CBDF1E6419D}"/>
              </a:ext>
            </a:extLst>
          </p:cNvPr>
          <p:cNvGrpSpPr/>
          <p:nvPr/>
        </p:nvGrpSpPr>
        <p:grpSpPr>
          <a:xfrm>
            <a:off x="2164432" y="5464182"/>
            <a:ext cx="1085429" cy="1080000"/>
            <a:chOff x="2164432" y="5464182"/>
            <a:chExt cx="1085429" cy="1080000"/>
          </a:xfrm>
        </p:grpSpPr>
        <p:sp>
          <p:nvSpPr>
            <p:cNvPr id="293" name="Oval 1446">
              <a:extLst>
                <a:ext uri="{FF2B5EF4-FFF2-40B4-BE49-F238E27FC236}">
                  <a16:creationId xmlns:a16="http://schemas.microsoft.com/office/drawing/2014/main" id="{2EE0703F-0F87-419C-BE90-782EEF8FD8C9}"/>
                </a:ext>
              </a:extLst>
            </p:cNvPr>
            <p:cNvSpPr>
              <a:spLocks noChangeArrowheads="1"/>
            </p:cNvSpPr>
            <p:nvPr/>
          </p:nvSpPr>
          <p:spPr bwMode="auto">
            <a:xfrm>
              <a:off x="2164432" y="5464182"/>
              <a:ext cx="1085429" cy="1080000"/>
            </a:xfrm>
            <a:prstGeom prst="ellipse">
              <a:avLst/>
            </a:prstGeom>
            <a:solidFill>
              <a:srgbClr val="7A9DB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28" name="组合 27">
              <a:extLst>
                <a:ext uri="{FF2B5EF4-FFF2-40B4-BE49-F238E27FC236}">
                  <a16:creationId xmlns:a16="http://schemas.microsoft.com/office/drawing/2014/main" id="{01169E72-3E53-444E-AEC6-8C9889E42D1D}"/>
                </a:ext>
              </a:extLst>
            </p:cNvPr>
            <p:cNvGrpSpPr/>
            <p:nvPr/>
          </p:nvGrpSpPr>
          <p:grpSpPr>
            <a:xfrm>
              <a:off x="2310965" y="5594433"/>
              <a:ext cx="824926" cy="814073"/>
              <a:chOff x="2310965" y="5594433"/>
              <a:chExt cx="824926" cy="814073"/>
            </a:xfrm>
          </p:grpSpPr>
          <p:sp>
            <p:nvSpPr>
              <p:cNvPr id="294" name="Freeform 1593">
                <a:extLst>
                  <a:ext uri="{FF2B5EF4-FFF2-40B4-BE49-F238E27FC236}">
                    <a16:creationId xmlns:a16="http://schemas.microsoft.com/office/drawing/2014/main" id="{FF625345-8307-4DA3-8581-7E844B4653D7}"/>
                  </a:ext>
                </a:extLst>
              </p:cNvPr>
              <p:cNvSpPr>
                <a:spLocks/>
              </p:cNvSpPr>
              <p:nvPr/>
            </p:nvSpPr>
            <p:spPr bwMode="auto">
              <a:xfrm>
                <a:off x="2310965" y="5740967"/>
                <a:ext cx="640404" cy="667539"/>
              </a:xfrm>
              <a:custGeom>
                <a:avLst/>
                <a:gdLst>
                  <a:gd name="T0" fmla="*/ 22 w 108"/>
                  <a:gd name="T1" fmla="*/ 86 h 113"/>
                  <a:gd name="T2" fmla="*/ 108 w 108"/>
                  <a:gd name="T3" fmla="*/ 90 h 113"/>
                  <a:gd name="T4" fmla="*/ 27 w 108"/>
                  <a:gd name="T5" fmla="*/ 0 h 113"/>
                  <a:gd name="T6" fmla="*/ 22 w 108"/>
                  <a:gd name="T7" fmla="*/ 86 h 113"/>
                </a:gdLst>
                <a:ahLst/>
                <a:cxnLst>
                  <a:cxn ang="0">
                    <a:pos x="T0" y="T1"/>
                  </a:cxn>
                  <a:cxn ang="0">
                    <a:pos x="T2" y="T3"/>
                  </a:cxn>
                  <a:cxn ang="0">
                    <a:pos x="T4" y="T5"/>
                  </a:cxn>
                  <a:cxn ang="0">
                    <a:pos x="T6" y="T7"/>
                  </a:cxn>
                </a:cxnLst>
                <a:rect l="0" t="0" r="r" b="b"/>
                <a:pathLst>
                  <a:path w="108" h="113">
                    <a:moveTo>
                      <a:pt x="22" y="86"/>
                    </a:moveTo>
                    <a:cubicBezTo>
                      <a:pt x="45" y="111"/>
                      <a:pt x="83" y="113"/>
                      <a:pt x="108" y="90"/>
                    </a:cubicBezTo>
                    <a:cubicBezTo>
                      <a:pt x="27" y="0"/>
                      <a:pt x="27" y="0"/>
                      <a:pt x="27" y="0"/>
                    </a:cubicBezTo>
                    <a:cubicBezTo>
                      <a:pt x="2" y="22"/>
                      <a:pt x="0" y="61"/>
                      <a:pt x="22" y="86"/>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95" name="Freeform 1594">
                <a:extLst>
                  <a:ext uri="{FF2B5EF4-FFF2-40B4-BE49-F238E27FC236}">
                    <a16:creationId xmlns:a16="http://schemas.microsoft.com/office/drawing/2014/main" id="{44331C33-A893-43DA-A972-7C0F070FC4AF}"/>
                  </a:ext>
                </a:extLst>
              </p:cNvPr>
              <p:cNvSpPr>
                <a:spLocks noEditPoints="1"/>
              </p:cNvSpPr>
              <p:nvPr/>
            </p:nvSpPr>
            <p:spPr bwMode="auto">
              <a:xfrm>
                <a:off x="2761419" y="5778955"/>
                <a:ext cx="374472" cy="466736"/>
              </a:xfrm>
              <a:custGeom>
                <a:avLst/>
                <a:gdLst>
                  <a:gd name="T0" fmla="*/ 0 w 63"/>
                  <a:gd name="T1" fmla="*/ 37 h 79"/>
                  <a:gd name="T2" fmla="*/ 38 w 63"/>
                  <a:gd name="T3" fmla="*/ 79 h 79"/>
                  <a:gd name="T4" fmla="*/ 42 w 63"/>
                  <a:gd name="T5" fmla="*/ 0 h 79"/>
                  <a:gd name="T6" fmla="*/ 0 w 63"/>
                  <a:gd name="T7" fmla="*/ 37 h 79"/>
                  <a:gd name="T8" fmla="*/ 38 w 63"/>
                  <a:gd name="T9" fmla="*/ 69 h 79"/>
                  <a:gd name="T10" fmla="*/ 10 w 63"/>
                  <a:gd name="T11" fmla="*/ 38 h 79"/>
                  <a:gd name="T12" fmla="*/ 41 w 63"/>
                  <a:gd name="T13" fmla="*/ 10 h 79"/>
                  <a:gd name="T14" fmla="*/ 38 w 63"/>
                  <a:gd name="T15" fmla="*/ 69 h 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79">
                    <a:moveTo>
                      <a:pt x="0" y="37"/>
                    </a:moveTo>
                    <a:cubicBezTo>
                      <a:pt x="38" y="79"/>
                      <a:pt x="38" y="79"/>
                      <a:pt x="38" y="79"/>
                    </a:cubicBezTo>
                    <a:cubicBezTo>
                      <a:pt x="61" y="59"/>
                      <a:pt x="63" y="23"/>
                      <a:pt x="42" y="0"/>
                    </a:cubicBezTo>
                    <a:lnTo>
                      <a:pt x="0" y="37"/>
                    </a:lnTo>
                    <a:close/>
                    <a:moveTo>
                      <a:pt x="38" y="69"/>
                    </a:moveTo>
                    <a:cubicBezTo>
                      <a:pt x="10" y="38"/>
                      <a:pt x="10" y="38"/>
                      <a:pt x="10" y="38"/>
                    </a:cubicBezTo>
                    <a:cubicBezTo>
                      <a:pt x="41" y="10"/>
                      <a:pt x="41" y="10"/>
                      <a:pt x="41" y="10"/>
                    </a:cubicBezTo>
                    <a:cubicBezTo>
                      <a:pt x="53" y="28"/>
                      <a:pt x="52" y="52"/>
                      <a:pt x="38" y="69"/>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96" name="Freeform 1595">
                <a:extLst>
                  <a:ext uri="{FF2B5EF4-FFF2-40B4-BE49-F238E27FC236}">
                    <a16:creationId xmlns:a16="http://schemas.microsoft.com/office/drawing/2014/main" id="{79C2F57D-7F76-4356-A187-BD089C675115}"/>
                  </a:ext>
                </a:extLst>
              </p:cNvPr>
              <p:cNvSpPr>
                <a:spLocks/>
              </p:cNvSpPr>
              <p:nvPr/>
            </p:nvSpPr>
            <p:spPr bwMode="auto">
              <a:xfrm>
                <a:off x="2506345" y="5594433"/>
                <a:ext cx="466736" cy="374472"/>
              </a:xfrm>
              <a:custGeom>
                <a:avLst/>
                <a:gdLst>
                  <a:gd name="T0" fmla="*/ 0 w 79"/>
                  <a:gd name="T1" fmla="*/ 21 h 63"/>
                  <a:gd name="T2" fmla="*/ 37 w 79"/>
                  <a:gd name="T3" fmla="*/ 63 h 63"/>
                  <a:gd name="T4" fmla="*/ 79 w 79"/>
                  <a:gd name="T5" fmla="*/ 25 h 63"/>
                  <a:gd name="T6" fmla="*/ 0 w 79"/>
                  <a:gd name="T7" fmla="*/ 21 h 63"/>
                </a:gdLst>
                <a:ahLst/>
                <a:cxnLst>
                  <a:cxn ang="0">
                    <a:pos x="T0" y="T1"/>
                  </a:cxn>
                  <a:cxn ang="0">
                    <a:pos x="T2" y="T3"/>
                  </a:cxn>
                  <a:cxn ang="0">
                    <a:pos x="T4" y="T5"/>
                  </a:cxn>
                  <a:cxn ang="0">
                    <a:pos x="T6" y="T7"/>
                  </a:cxn>
                </a:cxnLst>
                <a:rect l="0" t="0" r="r" b="b"/>
                <a:pathLst>
                  <a:path w="79" h="63">
                    <a:moveTo>
                      <a:pt x="0" y="21"/>
                    </a:moveTo>
                    <a:cubicBezTo>
                      <a:pt x="37" y="63"/>
                      <a:pt x="37" y="63"/>
                      <a:pt x="37" y="63"/>
                    </a:cubicBezTo>
                    <a:cubicBezTo>
                      <a:pt x="79" y="25"/>
                      <a:pt x="79" y="25"/>
                      <a:pt x="79" y="25"/>
                    </a:cubicBezTo>
                    <a:cubicBezTo>
                      <a:pt x="58" y="2"/>
                      <a:pt x="23" y="0"/>
                      <a:pt x="0" y="21"/>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119" name="组合 118">
            <a:extLst>
              <a:ext uri="{FF2B5EF4-FFF2-40B4-BE49-F238E27FC236}">
                <a16:creationId xmlns:a16="http://schemas.microsoft.com/office/drawing/2014/main" id="{B32193FC-2E78-40BB-81AD-9F4589839AE9}"/>
              </a:ext>
            </a:extLst>
          </p:cNvPr>
          <p:cNvGrpSpPr>
            <a:grpSpLocks noChangeAspect="1"/>
          </p:cNvGrpSpPr>
          <p:nvPr/>
        </p:nvGrpSpPr>
        <p:grpSpPr>
          <a:xfrm>
            <a:off x="8952921" y="3985758"/>
            <a:ext cx="1085402" cy="1080000"/>
            <a:chOff x="6975872" y="4764882"/>
            <a:chExt cx="239316" cy="238125"/>
          </a:xfrm>
        </p:grpSpPr>
        <p:sp>
          <p:nvSpPr>
            <p:cNvPr id="120" name="Oval 370">
              <a:extLst>
                <a:ext uri="{FF2B5EF4-FFF2-40B4-BE49-F238E27FC236}">
                  <a16:creationId xmlns:a16="http://schemas.microsoft.com/office/drawing/2014/main" id="{1EF08436-FC65-49DD-B054-A51250F7D499}"/>
                </a:ext>
              </a:extLst>
            </p:cNvPr>
            <p:cNvSpPr>
              <a:spLocks noChangeArrowheads="1"/>
            </p:cNvSpPr>
            <p:nvPr/>
          </p:nvSpPr>
          <p:spPr bwMode="auto">
            <a:xfrm>
              <a:off x="6975872" y="4764882"/>
              <a:ext cx="239316" cy="238125"/>
            </a:xfrm>
            <a:prstGeom prst="ellipse">
              <a:avLst/>
            </a:prstGeom>
            <a:solidFill>
              <a:srgbClr val="62CC5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121" name="Freeform 440">
              <a:extLst>
                <a:ext uri="{FF2B5EF4-FFF2-40B4-BE49-F238E27FC236}">
                  <a16:creationId xmlns:a16="http://schemas.microsoft.com/office/drawing/2014/main" id="{5F7098D2-476F-49C3-B55E-6E62036019CA}"/>
                </a:ext>
              </a:extLst>
            </p:cNvPr>
            <p:cNvSpPr>
              <a:spLocks noEditPoints="1"/>
            </p:cNvSpPr>
            <p:nvPr/>
          </p:nvSpPr>
          <p:spPr bwMode="auto">
            <a:xfrm>
              <a:off x="7010400" y="4800600"/>
              <a:ext cx="170259" cy="172641"/>
            </a:xfrm>
            <a:custGeom>
              <a:avLst/>
              <a:gdLst>
                <a:gd name="T0" fmla="*/ 77 w 132"/>
                <a:gd name="T1" fmla="*/ 13 h 133"/>
                <a:gd name="T2" fmla="*/ 45 w 132"/>
                <a:gd name="T3" fmla="*/ 45 h 133"/>
                <a:gd name="T4" fmla="*/ 45 w 132"/>
                <a:gd name="T5" fmla="*/ 45 h 133"/>
                <a:gd name="T6" fmla="*/ 14 w 132"/>
                <a:gd name="T7" fmla="*/ 76 h 133"/>
                <a:gd name="T8" fmla="*/ 12 w 132"/>
                <a:gd name="T9" fmla="*/ 78 h 133"/>
                <a:gd name="T10" fmla="*/ 11 w 132"/>
                <a:gd name="T11" fmla="*/ 119 h 133"/>
                <a:gd name="T12" fmla="*/ 53 w 132"/>
                <a:gd name="T13" fmla="*/ 120 h 133"/>
                <a:gd name="T14" fmla="*/ 119 w 132"/>
                <a:gd name="T15" fmla="*/ 55 h 133"/>
                <a:gd name="T16" fmla="*/ 119 w 132"/>
                <a:gd name="T17" fmla="*/ 13 h 133"/>
                <a:gd name="T18" fmla="*/ 77 w 132"/>
                <a:gd name="T19" fmla="*/ 13 h 133"/>
                <a:gd name="T20" fmla="*/ 46 w 132"/>
                <a:gd name="T21" fmla="*/ 113 h 133"/>
                <a:gd name="T22" fmla="*/ 19 w 132"/>
                <a:gd name="T23" fmla="*/ 113 h 133"/>
                <a:gd name="T24" fmla="*/ 19 w 132"/>
                <a:gd name="T25" fmla="*/ 86 h 133"/>
                <a:gd name="T26" fmla="*/ 49 w 132"/>
                <a:gd name="T27" fmla="*/ 55 h 133"/>
                <a:gd name="T28" fmla="*/ 76 w 132"/>
                <a:gd name="T29" fmla="*/ 83 h 133"/>
                <a:gd name="T30" fmla="*/ 46 w 132"/>
                <a:gd name="T31" fmla="*/ 113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32" h="133">
                  <a:moveTo>
                    <a:pt x="77" y="13"/>
                  </a:moveTo>
                  <a:cubicBezTo>
                    <a:pt x="66" y="23"/>
                    <a:pt x="56" y="34"/>
                    <a:pt x="45" y="45"/>
                  </a:cubicBezTo>
                  <a:cubicBezTo>
                    <a:pt x="45" y="45"/>
                    <a:pt x="45" y="45"/>
                    <a:pt x="45" y="45"/>
                  </a:cubicBezTo>
                  <a:cubicBezTo>
                    <a:pt x="35" y="55"/>
                    <a:pt x="24" y="66"/>
                    <a:pt x="14" y="76"/>
                  </a:cubicBezTo>
                  <a:cubicBezTo>
                    <a:pt x="13" y="77"/>
                    <a:pt x="12" y="78"/>
                    <a:pt x="12" y="78"/>
                  </a:cubicBezTo>
                  <a:cubicBezTo>
                    <a:pt x="0" y="91"/>
                    <a:pt x="0" y="108"/>
                    <a:pt x="11" y="119"/>
                  </a:cubicBezTo>
                  <a:cubicBezTo>
                    <a:pt x="23" y="132"/>
                    <a:pt x="41" y="133"/>
                    <a:pt x="53" y="120"/>
                  </a:cubicBezTo>
                  <a:cubicBezTo>
                    <a:pt x="76" y="99"/>
                    <a:pt x="98" y="77"/>
                    <a:pt x="119" y="55"/>
                  </a:cubicBezTo>
                  <a:cubicBezTo>
                    <a:pt x="132" y="42"/>
                    <a:pt x="131" y="25"/>
                    <a:pt x="119" y="13"/>
                  </a:cubicBezTo>
                  <a:cubicBezTo>
                    <a:pt x="108" y="1"/>
                    <a:pt x="90" y="0"/>
                    <a:pt x="77" y="13"/>
                  </a:cubicBezTo>
                  <a:close/>
                  <a:moveTo>
                    <a:pt x="46" y="113"/>
                  </a:moveTo>
                  <a:cubicBezTo>
                    <a:pt x="38" y="121"/>
                    <a:pt x="28" y="121"/>
                    <a:pt x="19" y="113"/>
                  </a:cubicBezTo>
                  <a:cubicBezTo>
                    <a:pt x="11" y="105"/>
                    <a:pt x="11" y="94"/>
                    <a:pt x="19" y="86"/>
                  </a:cubicBezTo>
                  <a:cubicBezTo>
                    <a:pt x="28" y="75"/>
                    <a:pt x="38" y="66"/>
                    <a:pt x="49" y="55"/>
                  </a:cubicBezTo>
                  <a:cubicBezTo>
                    <a:pt x="58" y="65"/>
                    <a:pt x="67" y="73"/>
                    <a:pt x="76" y="83"/>
                  </a:cubicBezTo>
                  <a:cubicBezTo>
                    <a:pt x="66" y="93"/>
                    <a:pt x="56" y="103"/>
                    <a:pt x="46" y="113"/>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238" name="组合 237">
            <a:extLst>
              <a:ext uri="{FF2B5EF4-FFF2-40B4-BE49-F238E27FC236}">
                <a16:creationId xmlns:a16="http://schemas.microsoft.com/office/drawing/2014/main" id="{2D10ACC4-3744-468C-B311-D619C5059DAD}"/>
              </a:ext>
            </a:extLst>
          </p:cNvPr>
          <p:cNvGrpSpPr>
            <a:grpSpLocks noChangeAspect="1"/>
          </p:cNvGrpSpPr>
          <p:nvPr/>
        </p:nvGrpSpPr>
        <p:grpSpPr>
          <a:xfrm>
            <a:off x="5551917" y="3985765"/>
            <a:ext cx="1090858" cy="1080001"/>
            <a:chOff x="1931194" y="2664619"/>
            <a:chExt cx="239316" cy="236934"/>
          </a:xfrm>
        </p:grpSpPr>
        <p:sp>
          <p:nvSpPr>
            <p:cNvPr id="239" name="Oval 1443">
              <a:extLst>
                <a:ext uri="{FF2B5EF4-FFF2-40B4-BE49-F238E27FC236}">
                  <a16:creationId xmlns:a16="http://schemas.microsoft.com/office/drawing/2014/main" id="{010D2317-75C9-4DE1-9FCC-2C77AEBC1C2A}"/>
                </a:ext>
              </a:extLst>
            </p:cNvPr>
            <p:cNvSpPr>
              <a:spLocks noChangeArrowheads="1"/>
            </p:cNvSpPr>
            <p:nvPr/>
          </p:nvSpPr>
          <p:spPr bwMode="auto">
            <a:xfrm>
              <a:off x="1931194" y="2664619"/>
              <a:ext cx="239316" cy="236934"/>
            </a:xfrm>
            <a:prstGeom prst="ellipse">
              <a:avLst/>
            </a:prstGeom>
            <a:solidFill>
              <a:srgbClr val="27BC9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40" name="Freeform 1589">
              <a:extLst>
                <a:ext uri="{FF2B5EF4-FFF2-40B4-BE49-F238E27FC236}">
                  <a16:creationId xmlns:a16="http://schemas.microsoft.com/office/drawing/2014/main" id="{74086E39-1801-4656-B54C-16BBB5C35DDC}"/>
                </a:ext>
              </a:extLst>
            </p:cNvPr>
            <p:cNvSpPr>
              <a:spLocks noEditPoints="1"/>
            </p:cNvSpPr>
            <p:nvPr/>
          </p:nvSpPr>
          <p:spPr bwMode="auto">
            <a:xfrm>
              <a:off x="1959769" y="2684860"/>
              <a:ext cx="180975" cy="161925"/>
            </a:xfrm>
            <a:custGeom>
              <a:avLst/>
              <a:gdLst>
                <a:gd name="T0" fmla="*/ 138 w 139"/>
                <a:gd name="T1" fmla="*/ 107 h 124"/>
                <a:gd name="T2" fmla="*/ 80 w 139"/>
                <a:gd name="T3" fmla="*/ 6 h 124"/>
                <a:gd name="T4" fmla="*/ 70 w 139"/>
                <a:gd name="T5" fmla="*/ 0 h 124"/>
                <a:gd name="T6" fmla="*/ 60 w 139"/>
                <a:gd name="T7" fmla="*/ 6 h 124"/>
                <a:gd name="T8" fmla="*/ 1 w 139"/>
                <a:gd name="T9" fmla="*/ 107 h 124"/>
                <a:gd name="T10" fmla="*/ 0 w 139"/>
                <a:gd name="T11" fmla="*/ 113 h 124"/>
                <a:gd name="T12" fmla="*/ 1 w 139"/>
                <a:gd name="T13" fmla="*/ 118 h 124"/>
                <a:gd name="T14" fmla="*/ 11 w 139"/>
                <a:gd name="T15" fmla="*/ 124 h 124"/>
                <a:gd name="T16" fmla="*/ 128 w 139"/>
                <a:gd name="T17" fmla="*/ 124 h 124"/>
                <a:gd name="T18" fmla="*/ 138 w 139"/>
                <a:gd name="T19" fmla="*/ 118 h 124"/>
                <a:gd name="T20" fmla="*/ 139 w 139"/>
                <a:gd name="T21" fmla="*/ 113 h 124"/>
                <a:gd name="T22" fmla="*/ 138 w 139"/>
                <a:gd name="T23" fmla="*/ 107 h 124"/>
                <a:gd name="T24" fmla="*/ 130 w 139"/>
                <a:gd name="T25" fmla="*/ 114 h 124"/>
                <a:gd name="T26" fmla="*/ 128 w 139"/>
                <a:gd name="T27" fmla="*/ 114 h 124"/>
                <a:gd name="T28" fmla="*/ 11 w 139"/>
                <a:gd name="T29" fmla="*/ 114 h 124"/>
                <a:gd name="T30" fmla="*/ 10 w 139"/>
                <a:gd name="T31" fmla="*/ 114 h 124"/>
                <a:gd name="T32" fmla="*/ 9 w 139"/>
                <a:gd name="T33" fmla="*/ 113 h 124"/>
                <a:gd name="T34" fmla="*/ 10 w 139"/>
                <a:gd name="T35" fmla="*/ 112 h 124"/>
                <a:gd name="T36" fmla="*/ 68 w 139"/>
                <a:gd name="T37" fmla="*/ 11 h 124"/>
                <a:gd name="T38" fmla="*/ 70 w 139"/>
                <a:gd name="T39" fmla="*/ 10 h 124"/>
                <a:gd name="T40" fmla="*/ 71 w 139"/>
                <a:gd name="T41" fmla="*/ 11 h 124"/>
                <a:gd name="T42" fmla="*/ 130 w 139"/>
                <a:gd name="T43" fmla="*/ 112 h 124"/>
                <a:gd name="T44" fmla="*/ 130 w 139"/>
                <a:gd name="T45" fmla="*/ 113 h 124"/>
                <a:gd name="T46" fmla="*/ 130 w 139"/>
                <a:gd name="T47" fmla="*/ 114 h 124"/>
                <a:gd name="T48" fmla="*/ 69 w 139"/>
                <a:gd name="T49" fmla="*/ 91 h 124"/>
                <a:gd name="T50" fmla="*/ 59 w 139"/>
                <a:gd name="T51" fmla="*/ 101 h 124"/>
                <a:gd name="T52" fmla="*/ 69 w 139"/>
                <a:gd name="T53" fmla="*/ 110 h 124"/>
                <a:gd name="T54" fmla="*/ 78 w 139"/>
                <a:gd name="T55" fmla="*/ 101 h 124"/>
                <a:gd name="T56" fmla="*/ 69 w 139"/>
                <a:gd name="T57" fmla="*/ 91 h 124"/>
                <a:gd name="T58" fmla="*/ 69 w 139"/>
                <a:gd name="T59" fmla="*/ 32 h 124"/>
                <a:gd name="T60" fmla="*/ 55 w 139"/>
                <a:gd name="T61" fmla="*/ 45 h 124"/>
                <a:gd name="T62" fmla="*/ 56 w 139"/>
                <a:gd name="T63" fmla="*/ 48 h 124"/>
                <a:gd name="T64" fmla="*/ 61 w 139"/>
                <a:gd name="T65" fmla="*/ 88 h 124"/>
                <a:gd name="T66" fmla="*/ 76 w 139"/>
                <a:gd name="T67" fmla="*/ 88 h 124"/>
                <a:gd name="T68" fmla="*/ 81 w 139"/>
                <a:gd name="T69" fmla="*/ 48 h 124"/>
                <a:gd name="T70" fmla="*/ 82 w 139"/>
                <a:gd name="T71" fmla="*/ 45 h 124"/>
                <a:gd name="T72" fmla="*/ 69 w 139"/>
                <a:gd name="T73" fmla="*/ 32 h 1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139" h="124">
                  <a:moveTo>
                    <a:pt x="138" y="107"/>
                  </a:moveTo>
                  <a:cubicBezTo>
                    <a:pt x="80" y="6"/>
                    <a:pt x="80" y="6"/>
                    <a:pt x="80" y="6"/>
                  </a:cubicBezTo>
                  <a:cubicBezTo>
                    <a:pt x="78" y="2"/>
                    <a:pt x="74" y="0"/>
                    <a:pt x="70" y="0"/>
                  </a:cubicBezTo>
                  <a:cubicBezTo>
                    <a:pt x="65" y="0"/>
                    <a:pt x="62" y="2"/>
                    <a:pt x="60" y="6"/>
                  </a:cubicBezTo>
                  <a:cubicBezTo>
                    <a:pt x="1" y="107"/>
                    <a:pt x="1" y="107"/>
                    <a:pt x="1" y="107"/>
                  </a:cubicBezTo>
                  <a:cubicBezTo>
                    <a:pt x="0" y="109"/>
                    <a:pt x="0" y="111"/>
                    <a:pt x="0" y="113"/>
                  </a:cubicBezTo>
                  <a:cubicBezTo>
                    <a:pt x="0" y="114"/>
                    <a:pt x="0" y="116"/>
                    <a:pt x="1" y="118"/>
                  </a:cubicBezTo>
                  <a:cubicBezTo>
                    <a:pt x="4" y="122"/>
                    <a:pt x="7" y="124"/>
                    <a:pt x="11" y="124"/>
                  </a:cubicBezTo>
                  <a:cubicBezTo>
                    <a:pt x="128" y="124"/>
                    <a:pt x="128" y="124"/>
                    <a:pt x="128" y="124"/>
                  </a:cubicBezTo>
                  <a:cubicBezTo>
                    <a:pt x="132" y="124"/>
                    <a:pt x="136" y="122"/>
                    <a:pt x="138" y="118"/>
                  </a:cubicBezTo>
                  <a:cubicBezTo>
                    <a:pt x="139" y="116"/>
                    <a:pt x="139" y="114"/>
                    <a:pt x="139" y="113"/>
                  </a:cubicBezTo>
                  <a:cubicBezTo>
                    <a:pt x="139" y="111"/>
                    <a:pt x="139" y="109"/>
                    <a:pt x="138" y="107"/>
                  </a:cubicBezTo>
                  <a:close/>
                  <a:moveTo>
                    <a:pt x="130" y="114"/>
                  </a:moveTo>
                  <a:cubicBezTo>
                    <a:pt x="129" y="114"/>
                    <a:pt x="129" y="114"/>
                    <a:pt x="128" y="114"/>
                  </a:cubicBezTo>
                  <a:cubicBezTo>
                    <a:pt x="11" y="114"/>
                    <a:pt x="11" y="114"/>
                    <a:pt x="11" y="114"/>
                  </a:cubicBezTo>
                  <a:cubicBezTo>
                    <a:pt x="11" y="114"/>
                    <a:pt x="10" y="114"/>
                    <a:pt x="10" y="114"/>
                  </a:cubicBezTo>
                  <a:cubicBezTo>
                    <a:pt x="9" y="113"/>
                    <a:pt x="9" y="113"/>
                    <a:pt x="9" y="113"/>
                  </a:cubicBezTo>
                  <a:cubicBezTo>
                    <a:pt x="10" y="112"/>
                    <a:pt x="10" y="112"/>
                    <a:pt x="10" y="112"/>
                  </a:cubicBezTo>
                  <a:cubicBezTo>
                    <a:pt x="68" y="11"/>
                    <a:pt x="68" y="11"/>
                    <a:pt x="68" y="11"/>
                  </a:cubicBezTo>
                  <a:cubicBezTo>
                    <a:pt x="68" y="10"/>
                    <a:pt x="69" y="10"/>
                    <a:pt x="70" y="10"/>
                  </a:cubicBezTo>
                  <a:cubicBezTo>
                    <a:pt x="70" y="10"/>
                    <a:pt x="71" y="10"/>
                    <a:pt x="71" y="11"/>
                  </a:cubicBezTo>
                  <a:cubicBezTo>
                    <a:pt x="130" y="112"/>
                    <a:pt x="130" y="112"/>
                    <a:pt x="130" y="112"/>
                  </a:cubicBezTo>
                  <a:cubicBezTo>
                    <a:pt x="130" y="113"/>
                    <a:pt x="130" y="113"/>
                    <a:pt x="130" y="113"/>
                  </a:cubicBezTo>
                  <a:lnTo>
                    <a:pt x="130" y="114"/>
                  </a:lnTo>
                  <a:close/>
                  <a:moveTo>
                    <a:pt x="69" y="91"/>
                  </a:moveTo>
                  <a:cubicBezTo>
                    <a:pt x="63" y="91"/>
                    <a:pt x="59" y="96"/>
                    <a:pt x="59" y="101"/>
                  </a:cubicBezTo>
                  <a:cubicBezTo>
                    <a:pt x="59" y="106"/>
                    <a:pt x="63" y="110"/>
                    <a:pt x="69" y="110"/>
                  </a:cubicBezTo>
                  <a:cubicBezTo>
                    <a:pt x="74" y="110"/>
                    <a:pt x="78" y="106"/>
                    <a:pt x="78" y="101"/>
                  </a:cubicBezTo>
                  <a:cubicBezTo>
                    <a:pt x="78" y="96"/>
                    <a:pt x="74" y="91"/>
                    <a:pt x="69" y="91"/>
                  </a:cubicBezTo>
                  <a:close/>
                  <a:moveTo>
                    <a:pt x="69" y="32"/>
                  </a:moveTo>
                  <a:cubicBezTo>
                    <a:pt x="61" y="32"/>
                    <a:pt x="55" y="38"/>
                    <a:pt x="55" y="45"/>
                  </a:cubicBezTo>
                  <a:cubicBezTo>
                    <a:pt x="55" y="46"/>
                    <a:pt x="56" y="47"/>
                    <a:pt x="56" y="48"/>
                  </a:cubicBezTo>
                  <a:cubicBezTo>
                    <a:pt x="61" y="88"/>
                    <a:pt x="61" y="88"/>
                    <a:pt x="61" y="88"/>
                  </a:cubicBezTo>
                  <a:cubicBezTo>
                    <a:pt x="76" y="88"/>
                    <a:pt x="76" y="88"/>
                    <a:pt x="76" y="88"/>
                  </a:cubicBezTo>
                  <a:cubicBezTo>
                    <a:pt x="81" y="48"/>
                    <a:pt x="81" y="48"/>
                    <a:pt x="81" y="48"/>
                  </a:cubicBezTo>
                  <a:cubicBezTo>
                    <a:pt x="81" y="47"/>
                    <a:pt x="82" y="46"/>
                    <a:pt x="82" y="45"/>
                  </a:cubicBezTo>
                  <a:cubicBezTo>
                    <a:pt x="82" y="38"/>
                    <a:pt x="76" y="32"/>
                    <a:pt x="69" y="3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22" name="组合 21">
            <a:extLst>
              <a:ext uri="{FF2B5EF4-FFF2-40B4-BE49-F238E27FC236}">
                <a16:creationId xmlns:a16="http://schemas.microsoft.com/office/drawing/2014/main" id="{E3174E5C-AE0F-4958-AFB9-0EF0C659C69E}"/>
              </a:ext>
            </a:extLst>
          </p:cNvPr>
          <p:cNvGrpSpPr/>
          <p:nvPr/>
        </p:nvGrpSpPr>
        <p:grpSpPr>
          <a:xfrm>
            <a:off x="7257848" y="3985758"/>
            <a:ext cx="1080000" cy="1080000"/>
            <a:chOff x="7257848" y="3985758"/>
            <a:chExt cx="1080000" cy="1080000"/>
          </a:xfrm>
        </p:grpSpPr>
        <p:sp>
          <p:nvSpPr>
            <p:cNvPr id="265" name="Oval 2431">
              <a:extLst>
                <a:ext uri="{FF2B5EF4-FFF2-40B4-BE49-F238E27FC236}">
                  <a16:creationId xmlns:a16="http://schemas.microsoft.com/office/drawing/2014/main" id="{FAF1DF04-3AEB-4F00-B973-393C20C5DE4E}"/>
                </a:ext>
              </a:extLst>
            </p:cNvPr>
            <p:cNvSpPr>
              <a:spLocks noChangeArrowheads="1"/>
            </p:cNvSpPr>
            <p:nvPr/>
          </p:nvSpPr>
          <p:spPr bwMode="auto">
            <a:xfrm>
              <a:off x="7257848" y="3985758"/>
              <a:ext cx="1080000" cy="1080000"/>
            </a:xfrm>
            <a:prstGeom prst="ellipse">
              <a:avLst/>
            </a:prstGeom>
            <a:solidFill>
              <a:srgbClr val="F3994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21" name="组合 20">
              <a:extLst>
                <a:ext uri="{FF2B5EF4-FFF2-40B4-BE49-F238E27FC236}">
                  <a16:creationId xmlns:a16="http://schemas.microsoft.com/office/drawing/2014/main" id="{1C28CDA0-1561-4095-ACA2-7B641104747A}"/>
                </a:ext>
              </a:extLst>
            </p:cNvPr>
            <p:cNvGrpSpPr/>
            <p:nvPr/>
          </p:nvGrpSpPr>
          <p:grpSpPr>
            <a:xfrm>
              <a:off x="7430648" y="4147755"/>
              <a:ext cx="783002" cy="707401"/>
              <a:chOff x="7430648" y="4147755"/>
              <a:chExt cx="783002" cy="707401"/>
            </a:xfrm>
          </p:grpSpPr>
          <p:sp>
            <p:nvSpPr>
              <p:cNvPr id="266" name="Freeform 2480">
                <a:extLst>
                  <a:ext uri="{FF2B5EF4-FFF2-40B4-BE49-F238E27FC236}">
                    <a16:creationId xmlns:a16="http://schemas.microsoft.com/office/drawing/2014/main" id="{CD6C6607-DD9F-4D48-A546-EFC5954ACB5F}"/>
                  </a:ext>
                </a:extLst>
              </p:cNvPr>
              <p:cNvSpPr>
                <a:spLocks noEditPoints="1"/>
              </p:cNvSpPr>
              <p:nvPr/>
            </p:nvSpPr>
            <p:spPr bwMode="auto">
              <a:xfrm>
                <a:off x="7430648" y="4147755"/>
                <a:ext cx="783002" cy="707401"/>
              </a:xfrm>
              <a:custGeom>
                <a:avLst/>
                <a:gdLst>
                  <a:gd name="T0" fmla="*/ 115 w 133"/>
                  <a:gd name="T1" fmla="*/ 36 h 120"/>
                  <a:gd name="T2" fmla="*/ 67 w 133"/>
                  <a:gd name="T3" fmla="*/ 1 h 120"/>
                  <a:gd name="T4" fmla="*/ 47 w 133"/>
                  <a:gd name="T5" fmla="*/ 2 h 120"/>
                  <a:gd name="T6" fmla="*/ 4 w 133"/>
                  <a:gd name="T7" fmla="*/ 39 h 120"/>
                  <a:gd name="T8" fmla="*/ 24 w 133"/>
                  <a:gd name="T9" fmla="*/ 108 h 120"/>
                  <a:gd name="T10" fmla="*/ 60 w 133"/>
                  <a:gd name="T11" fmla="*/ 120 h 120"/>
                  <a:gd name="T12" fmla="*/ 93 w 133"/>
                  <a:gd name="T13" fmla="*/ 110 h 120"/>
                  <a:gd name="T14" fmla="*/ 42 w 133"/>
                  <a:gd name="T15" fmla="*/ 9 h 120"/>
                  <a:gd name="T16" fmla="*/ 38 w 133"/>
                  <a:gd name="T17" fmla="*/ 14 h 120"/>
                  <a:gd name="T18" fmla="*/ 33 w 133"/>
                  <a:gd name="T19" fmla="*/ 16 h 120"/>
                  <a:gd name="T20" fmla="*/ 33 w 133"/>
                  <a:gd name="T21" fmla="*/ 24 h 120"/>
                  <a:gd name="T22" fmla="*/ 9 w 133"/>
                  <a:gd name="T23" fmla="*/ 36 h 120"/>
                  <a:gd name="T24" fmla="*/ 25 w 133"/>
                  <a:gd name="T25" fmla="*/ 48 h 120"/>
                  <a:gd name="T26" fmla="*/ 4 w 133"/>
                  <a:gd name="T27" fmla="*/ 63 h 120"/>
                  <a:gd name="T28" fmla="*/ 25 w 133"/>
                  <a:gd name="T29" fmla="*/ 76 h 120"/>
                  <a:gd name="T30" fmla="*/ 28 w 133"/>
                  <a:gd name="T31" fmla="*/ 106 h 120"/>
                  <a:gd name="T32" fmla="*/ 32 w 133"/>
                  <a:gd name="T33" fmla="*/ 96 h 120"/>
                  <a:gd name="T34" fmla="*/ 35 w 133"/>
                  <a:gd name="T35" fmla="*/ 104 h 120"/>
                  <a:gd name="T36" fmla="*/ 38 w 133"/>
                  <a:gd name="T37" fmla="*/ 107 h 120"/>
                  <a:gd name="T38" fmla="*/ 42 w 133"/>
                  <a:gd name="T39" fmla="*/ 112 h 120"/>
                  <a:gd name="T40" fmla="*/ 48 w 133"/>
                  <a:gd name="T41" fmla="*/ 114 h 120"/>
                  <a:gd name="T42" fmla="*/ 42 w 133"/>
                  <a:gd name="T43" fmla="*/ 107 h 120"/>
                  <a:gd name="T44" fmla="*/ 51 w 133"/>
                  <a:gd name="T45" fmla="*/ 100 h 120"/>
                  <a:gd name="T46" fmla="*/ 38 w 133"/>
                  <a:gd name="T47" fmla="*/ 101 h 120"/>
                  <a:gd name="T48" fmla="*/ 32 w 133"/>
                  <a:gd name="T49" fmla="*/ 87 h 120"/>
                  <a:gd name="T50" fmla="*/ 29 w 133"/>
                  <a:gd name="T51" fmla="*/ 76 h 120"/>
                  <a:gd name="T52" fmla="*/ 58 w 133"/>
                  <a:gd name="T53" fmla="*/ 63 h 120"/>
                  <a:gd name="T54" fmla="*/ 28 w 133"/>
                  <a:gd name="T55" fmla="*/ 49 h 120"/>
                  <a:gd name="T56" fmla="*/ 58 w 133"/>
                  <a:gd name="T57" fmla="*/ 36 h 120"/>
                  <a:gd name="T58" fmla="*/ 36 w 133"/>
                  <a:gd name="T59" fmla="*/ 25 h 120"/>
                  <a:gd name="T60" fmla="*/ 47 w 133"/>
                  <a:gd name="T61" fmla="*/ 21 h 120"/>
                  <a:gd name="T62" fmla="*/ 58 w 133"/>
                  <a:gd name="T63" fmla="*/ 19 h 120"/>
                  <a:gd name="T64" fmla="*/ 44 w 133"/>
                  <a:gd name="T65" fmla="*/ 17 h 120"/>
                  <a:gd name="T66" fmla="*/ 44 w 133"/>
                  <a:gd name="T67" fmla="*/ 11 h 120"/>
                  <a:gd name="T68" fmla="*/ 48 w 133"/>
                  <a:gd name="T69" fmla="*/ 7 h 120"/>
                  <a:gd name="T70" fmla="*/ 92 w 133"/>
                  <a:gd name="T71" fmla="*/ 36 h 120"/>
                  <a:gd name="T72" fmla="*/ 86 w 133"/>
                  <a:gd name="T73" fmla="*/ 23 h 120"/>
                  <a:gd name="T74" fmla="*/ 87 w 133"/>
                  <a:gd name="T75" fmla="*/ 16 h 120"/>
                  <a:gd name="T76" fmla="*/ 80 w 133"/>
                  <a:gd name="T77" fmla="*/ 12 h 120"/>
                  <a:gd name="T78" fmla="*/ 76 w 133"/>
                  <a:gd name="T79" fmla="*/ 6 h 120"/>
                  <a:gd name="T80" fmla="*/ 76 w 133"/>
                  <a:gd name="T81" fmla="*/ 13 h 120"/>
                  <a:gd name="T82" fmla="*/ 73 w 133"/>
                  <a:gd name="T83" fmla="*/ 17 h 120"/>
                  <a:gd name="T84" fmla="*/ 62 w 133"/>
                  <a:gd name="T85" fmla="*/ 4 h 120"/>
                  <a:gd name="T86" fmla="*/ 73 w 133"/>
                  <a:gd name="T87" fmla="*/ 21 h 120"/>
                  <a:gd name="T88" fmla="*/ 84 w 133"/>
                  <a:gd name="T89" fmla="*/ 25 h 120"/>
                  <a:gd name="T90" fmla="*/ 62 w 133"/>
                  <a:gd name="T91" fmla="*/ 36 h 120"/>
                  <a:gd name="T92" fmla="*/ 62 w 133"/>
                  <a:gd name="T93" fmla="*/ 39 h 120"/>
                  <a:gd name="T94" fmla="*/ 84 w 133"/>
                  <a:gd name="T95" fmla="*/ 94 h 120"/>
                  <a:gd name="T96" fmla="*/ 75 w 133"/>
                  <a:gd name="T97" fmla="*/ 101 h 120"/>
                  <a:gd name="T98" fmla="*/ 62 w 133"/>
                  <a:gd name="T99" fmla="*/ 100 h 120"/>
                  <a:gd name="T100" fmla="*/ 71 w 133"/>
                  <a:gd name="T101" fmla="*/ 113 h 120"/>
                  <a:gd name="T102" fmla="*/ 70 w 133"/>
                  <a:gd name="T103" fmla="*/ 104 h 120"/>
                  <a:gd name="T104" fmla="*/ 76 w 133"/>
                  <a:gd name="T105" fmla="*/ 108 h 120"/>
                  <a:gd name="T106" fmla="*/ 80 w 133"/>
                  <a:gd name="T107" fmla="*/ 108 h 120"/>
                  <a:gd name="T108" fmla="*/ 90 w 133"/>
                  <a:gd name="T109" fmla="*/ 106 h 120"/>
                  <a:gd name="T110" fmla="*/ 85 w 133"/>
                  <a:gd name="T111" fmla="*/ 100 h 120"/>
                  <a:gd name="T112" fmla="*/ 109 w 133"/>
                  <a:gd name="T113" fmla="*/ 83 h 120"/>
                  <a:gd name="T114" fmla="*/ 77 w 133"/>
                  <a:gd name="T115" fmla="*/ 83 h 120"/>
                  <a:gd name="T116" fmla="*/ 113 w 133"/>
                  <a:gd name="T117" fmla="*/ 62 h 120"/>
                  <a:gd name="T118" fmla="*/ 93 w 133"/>
                  <a:gd name="T119" fmla="*/ 3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133" h="120">
                    <a:moveTo>
                      <a:pt x="117" y="83"/>
                    </a:moveTo>
                    <a:cubicBezTo>
                      <a:pt x="116" y="82"/>
                      <a:pt x="116" y="82"/>
                      <a:pt x="116" y="82"/>
                    </a:cubicBezTo>
                    <a:cubicBezTo>
                      <a:pt x="118" y="76"/>
                      <a:pt x="120" y="70"/>
                      <a:pt x="120" y="63"/>
                    </a:cubicBezTo>
                    <a:cubicBezTo>
                      <a:pt x="120" y="63"/>
                      <a:pt x="120" y="63"/>
                      <a:pt x="120" y="63"/>
                    </a:cubicBezTo>
                    <a:cubicBezTo>
                      <a:pt x="120" y="61"/>
                      <a:pt x="120" y="61"/>
                      <a:pt x="120" y="61"/>
                    </a:cubicBezTo>
                    <a:cubicBezTo>
                      <a:pt x="120" y="61"/>
                      <a:pt x="120" y="60"/>
                      <a:pt x="120" y="60"/>
                    </a:cubicBezTo>
                    <a:cubicBezTo>
                      <a:pt x="120" y="53"/>
                      <a:pt x="119" y="46"/>
                      <a:pt x="116" y="39"/>
                    </a:cubicBezTo>
                    <a:cubicBezTo>
                      <a:pt x="116" y="39"/>
                      <a:pt x="116" y="39"/>
                      <a:pt x="116" y="39"/>
                    </a:cubicBezTo>
                    <a:cubicBezTo>
                      <a:pt x="115" y="37"/>
                      <a:pt x="115" y="37"/>
                      <a:pt x="115" y="37"/>
                    </a:cubicBezTo>
                    <a:cubicBezTo>
                      <a:pt x="115" y="36"/>
                      <a:pt x="115" y="36"/>
                      <a:pt x="115" y="36"/>
                    </a:cubicBezTo>
                    <a:cubicBezTo>
                      <a:pt x="115" y="36"/>
                      <a:pt x="115" y="36"/>
                      <a:pt x="115" y="36"/>
                    </a:cubicBezTo>
                    <a:cubicBezTo>
                      <a:pt x="111" y="26"/>
                      <a:pt x="104" y="18"/>
                      <a:pt x="96" y="12"/>
                    </a:cubicBezTo>
                    <a:cubicBezTo>
                      <a:pt x="96" y="12"/>
                      <a:pt x="96" y="12"/>
                      <a:pt x="96" y="12"/>
                    </a:cubicBezTo>
                    <a:cubicBezTo>
                      <a:pt x="93" y="10"/>
                      <a:pt x="93" y="10"/>
                      <a:pt x="93" y="10"/>
                    </a:cubicBezTo>
                    <a:cubicBezTo>
                      <a:pt x="93" y="10"/>
                      <a:pt x="93" y="10"/>
                      <a:pt x="93" y="10"/>
                    </a:cubicBezTo>
                    <a:cubicBezTo>
                      <a:pt x="92" y="10"/>
                      <a:pt x="92" y="10"/>
                      <a:pt x="92" y="10"/>
                    </a:cubicBezTo>
                    <a:cubicBezTo>
                      <a:pt x="86" y="6"/>
                      <a:pt x="79" y="3"/>
                      <a:pt x="72" y="1"/>
                    </a:cubicBezTo>
                    <a:cubicBezTo>
                      <a:pt x="72" y="1"/>
                      <a:pt x="72" y="1"/>
                      <a:pt x="72" y="1"/>
                    </a:cubicBezTo>
                    <a:cubicBezTo>
                      <a:pt x="71" y="1"/>
                      <a:pt x="71" y="1"/>
                      <a:pt x="71" y="1"/>
                    </a:cubicBezTo>
                    <a:cubicBezTo>
                      <a:pt x="71" y="1"/>
                      <a:pt x="71" y="1"/>
                      <a:pt x="71" y="1"/>
                    </a:cubicBezTo>
                    <a:cubicBezTo>
                      <a:pt x="67" y="0"/>
                      <a:pt x="67" y="0"/>
                      <a:pt x="67" y="0"/>
                    </a:cubicBezTo>
                    <a:cubicBezTo>
                      <a:pt x="67" y="1"/>
                      <a:pt x="67" y="1"/>
                      <a:pt x="67" y="1"/>
                    </a:cubicBezTo>
                    <a:cubicBezTo>
                      <a:pt x="65" y="0"/>
                      <a:pt x="64" y="0"/>
                      <a:pt x="62" y="0"/>
                    </a:cubicBezTo>
                    <a:cubicBezTo>
                      <a:pt x="62" y="0"/>
                      <a:pt x="62" y="0"/>
                      <a:pt x="62" y="0"/>
                    </a:cubicBezTo>
                    <a:cubicBezTo>
                      <a:pt x="60" y="0"/>
                      <a:pt x="60" y="0"/>
                      <a:pt x="60" y="0"/>
                    </a:cubicBezTo>
                    <a:cubicBezTo>
                      <a:pt x="58" y="0"/>
                      <a:pt x="58" y="0"/>
                      <a:pt x="58" y="0"/>
                    </a:cubicBezTo>
                    <a:cubicBezTo>
                      <a:pt x="58" y="0"/>
                      <a:pt x="58" y="0"/>
                      <a:pt x="58" y="0"/>
                    </a:cubicBezTo>
                    <a:cubicBezTo>
                      <a:pt x="57" y="0"/>
                      <a:pt x="55" y="0"/>
                      <a:pt x="53" y="1"/>
                    </a:cubicBezTo>
                    <a:cubicBezTo>
                      <a:pt x="53" y="0"/>
                      <a:pt x="53" y="0"/>
                      <a:pt x="53" y="0"/>
                    </a:cubicBezTo>
                    <a:cubicBezTo>
                      <a:pt x="48" y="1"/>
                      <a:pt x="48" y="1"/>
                      <a:pt x="48" y="1"/>
                    </a:cubicBezTo>
                    <a:cubicBezTo>
                      <a:pt x="48" y="1"/>
                      <a:pt x="48" y="1"/>
                      <a:pt x="48" y="1"/>
                    </a:cubicBezTo>
                    <a:cubicBezTo>
                      <a:pt x="47" y="2"/>
                      <a:pt x="47" y="2"/>
                      <a:pt x="47" y="2"/>
                    </a:cubicBezTo>
                    <a:cubicBezTo>
                      <a:pt x="47" y="2"/>
                      <a:pt x="47" y="2"/>
                      <a:pt x="47" y="2"/>
                    </a:cubicBezTo>
                    <a:cubicBezTo>
                      <a:pt x="40" y="3"/>
                      <a:pt x="34" y="6"/>
                      <a:pt x="28" y="10"/>
                    </a:cubicBezTo>
                    <a:cubicBezTo>
                      <a:pt x="28" y="10"/>
                      <a:pt x="28" y="10"/>
                      <a:pt x="28" y="10"/>
                    </a:cubicBezTo>
                    <a:cubicBezTo>
                      <a:pt x="27" y="10"/>
                      <a:pt x="27" y="10"/>
                      <a:pt x="27" y="10"/>
                    </a:cubicBezTo>
                    <a:cubicBezTo>
                      <a:pt x="27" y="10"/>
                      <a:pt x="27" y="10"/>
                      <a:pt x="27" y="10"/>
                    </a:cubicBezTo>
                    <a:cubicBezTo>
                      <a:pt x="24" y="12"/>
                      <a:pt x="24" y="12"/>
                      <a:pt x="24" y="12"/>
                    </a:cubicBezTo>
                    <a:cubicBezTo>
                      <a:pt x="24" y="12"/>
                      <a:pt x="24" y="12"/>
                      <a:pt x="24" y="12"/>
                    </a:cubicBezTo>
                    <a:cubicBezTo>
                      <a:pt x="16" y="18"/>
                      <a:pt x="10" y="26"/>
                      <a:pt x="5" y="36"/>
                    </a:cubicBezTo>
                    <a:cubicBezTo>
                      <a:pt x="5" y="36"/>
                      <a:pt x="5" y="36"/>
                      <a:pt x="5" y="36"/>
                    </a:cubicBezTo>
                    <a:cubicBezTo>
                      <a:pt x="5" y="37"/>
                      <a:pt x="5" y="37"/>
                      <a:pt x="5" y="37"/>
                    </a:cubicBezTo>
                    <a:cubicBezTo>
                      <a:pt x="4" y="39"/>
                      <a:pt x="4" y="39"/>
                      <a:pt x="4" y="39"/>
                    </a:cubicBezTo>
                    <a:cubicBezTo>
                      <a:pt x="4" y="39"/>
                      <a:pt x="4" y="39"/>
                      <a:pt x="4" y="39"/>
                    </a:cubicBezTo>
                    <a:cubicBezTo>
                      <a:pt x="2" y="46"/>
                      <a:pt x="0" y="53"/>
                      <a:pt x="0" y="60"/>
                    </a:cubicBezTo>
                    <a:cubicBezTo>
                      <a:pt x="0" y="60"/>
                      <a:pt x="0" y="61"/>
                      <a:pt x="0" y="61"/>
                    </a:cubicBezTo>
                    <a:cubicBezTo>
                      <a:pt x="0" y="63"/>
                      <a:pt x="0" y="63"/>
                      <a:pt x="0" y="63"/>
                    </a:cubicBezTo>
                    <a:cubicBezTo>
                      <a:pt x="0" y="63"/>
                      <a:pt x="0" y="63"/>
                      <a:pt x="0" y="63"/>
                    </a:cubicBezTo>
                    <a:cubicBezTo>
                      <a:pt x="1" y="70"/>
                      <a:pt x="2" y="77"/>
                      <a:pt x="5" y="83"/>
                    </a:cubicBezTo>
                    <a:cubicBezTo>
                      <a:pt x="5" y="83"/>
                      <a:pt x="5" y="83"/>
                      <a:pt x="5" y="83"/>
                    </a:cubicBezTo>
                    <a:cubicBezTo>
                      <a:pt x="6" y="85"/>
                      <a:pt x="6" y="85"/>
                      <a:pt x="6" y="85"/>
                    </a:cubicBezTo>
                    <a:cubicBezTo>
                      <a:pt x="6" y="86"/>
                      <a:pt x="6" y="86"/>
                      <a:pt x="6" y="86"/>
                    </a:cubicBezTo>
                    <a:cubicBezTo>
                      <a:pt x="6" y="86"/>
                      <a:pt x="6" y="86"/>
                      <a:pt x="6" y="86"/>
                    </a:cubicBezTo>
                    <a:cubicBezTo>
                      <a:pt x="11" y="95"/>
                      <a:pt x="17" y="102"/>
                      <a:pt x="24" y="108"/>
                    </a:cubicBezTo>
                    <a:cubicBezTo>
                      <a:pt x="24" y="108"/>
                      <a:pt x="24" y="108"/>
                      <a:pt x="24" y="108"/>
                    </a:cubicBezTo>
                    <a:cubicBezTo>
                      <a:pt x="27" y="110"/>
                      <a:pt x="27" y="110"/>
                      <a:pt x="27" y="110"/>
                    </a:cubicBezTo>
                    <a:cubicBezTo>
                      <a:pt x="27" y="110"/>
                      <a:pt x="27" y="110"/>
                      <a:pt x="27" y="110"/>
                    </a:cubicBezTo>
                    <a:cubicBezTo>
                      <a:pt x="27" y="110"/>
                      <a:pt x="27" y="110"/>
                      <a:pt x="27" y="110"/>
                    </a:cubicBezTo>
                    <a:cubicBezTo>
                      <a:pt x="33" y="114"/>
                      <a:pt x="40" y="117"/>
                      <a:pt x="47" y="119"/>
                    </a:cubicBezTo>
                    <a:cubicBezTo>
                      <a:pt x="47" y="119"/>
                      <a:pt x="47" y="119"/>
                      <a:pt x="47" y="119"/>
                    </a:cubicBezTo>
                    <a:cubicBezTo>
                      <a:pt x="48" y="119"/>
                      <a:pt x="48" y="119"/>
                      <a:pt x="48" y="119"/>
                    </a:cubicBezTo>
                    <a:cubicBezTo>
                      <a:pt x="53" y="120"/>
                      <a:pt x="53" y="120"/>
                      <a:pt x="53" y="120"/>
                    </a:cubicBezTo>
                    <a:cubicBezTo>
                      <a:pt x="53" y="120"/>
                      <a:pt x="53" y="120"/>
                      <a:pt x="53" y="120"/>
                    </a:cubicBezTo>
                    <a:cubicBezTo>
                      <a:pt x="55" y="120"/>
                      <a:pt x="57" y="120"/>
                      <a:pt x="58" y="120"/>
                    </a:cubicBezTo>
                    <a:cubicBezTo>
                      <a:pt x="58" y="120"/>
                      <a:pt x="58" y="120"/>
                      <a:pt x="58" y="120"/>
                    </a:cubicBezTo>
                    <a:cubicBezTo>
                      <a:pt x="60" y="120"/>
                      <a:pt x="60" y="120"/>
                      <a:pt x="60" y="120"/>
                    </a:cubicBezTo>
                    <a:cubicBezTo>
                      <a:pt x="62" y="120"/>
                      <a:pt x="62" y="120"/>
                      <a:pt x="62" y="120"/>
                    </a:cubicBezTo>
                    <a:cubicBezTo>
                      <a:pt x="62" y="120"/>
                      <a:pt x="62" y="120"/>
                      <a:pt x="62" y="120"/>
                    </a:cubicBezTo>
                    <a:cubicBezTo>
                      <a:pt x="63" y="120"/>
                      <a:pt x="65" y="120"/>
                      <a:pt x="66" y="120"/>
                    </a:cubicBezTo>
                    <a:cubicBezTo>
                      <a:pt x="66" y="120"/>
                      <a:pt x="66" y="120"/>
                      <a:pt x="66" y="120"/>
                    </a:cubicBezTo>
                    <a:cubicBezTo>
                      <a:pt x="71" y="119"/>
                      <a:pt x="71" y="119"/>
                      <a:pt x="71" y="119"/>
                    </a:cubicBezTo>
                    <a:cubicBezTo>
                      <a:pt x="71" y="119"/>
                      <a:pt x="71" y="119"/>
                      <a:pt x="71" y="119"/>
                    </a:cubicBezTo>
                    <a:cubicBezTo>
                      <a:pt x="71" y="119"/>
                      <a:pt x="71" y="119"/>
                      <a:pt x="71" y="119"/>
                    </a:cubicBezTo>
                    <a:cubicBezTo>
                      <a:pt x="79" y="117"/>
                      <a:pt x="86" y="115"/>
                      <a:pt x="92" y="110"/>
                    </a:cubicBezTo>
                    <a:cubicBezTo>
                      <a:pt x="92" y="111"/>
                      <a:pt x="92" y="111"/>
                      <a:pt x="92" y="111"/>
                    </a:cubicBezTo>
                    <a:cubicBezTo>
                      <a:pt x="93" y="110"/>
                      <a:pt x="93" y="110"/>
                      <a:pt x="93" y="110"/>
                    </a:cubicBezTo>
                    <a:cubicBezTo>
                      <a:pt x="93" y="110"/>
                      <a:pt x="93" y="110"/>
                      <a:pt x="93" y="110"/>
                    </a:cubicBezTo>
                    <a:cubicBezTo>
                      <a:pt x="96" y="108"/>
                      <a:pt x="96" y="108"/>
                      <a:pt x="96" y="108"/>
                    </a:cubicBezTo>
                    <a:cubicBezTo>
                      <a:pt x="96" y="108"/>
                      <a:pt x="96" y="108"/>
                      <a:pt x="96" y="108"/>
                    </a:cubicBezTo>
                    <a:cubicBezTo>
                      <a:pt x="101" y="104"/>
                      <a:pt x="106" y="99"/>
                      <a:pt x="110" y="94"/>
                    </a:cubicBezTo>
                    <a:cubicBezTo>
                      <a:pt x="122" y="107"/>
                      <a:pt x="122" y="107"/>
                      <a:pt x="122" y="107"/>
                    </a:cubicBezTo>
                    <a:cubicBezTo>
                      <a:pt x="124" y="109"/>
                      <a:pt x="128" y="109"/>
                      <a:pt x="131" y="106"/>
                    </a:cubicBezTo>
                    <a:cubicBezTo>
                      <a:pt x="133" y="104"/>
                      <a:pt x="133" y="100"/>
                      <a:pt x="131" y="98"/>
                    </a:cubicBezTo>
                    <a:lnTo>
                      <a:pt x="117" y="83"/>
                    </a:lnTo>
                    <a:close/>
                    <a:moveTo>
                      <a:pt x="44" y="6"/>
                    </a:moveTo>
                    <a:cubicBezTo>
                      <a:pt x="43" y="7"/>
                      <a:pt x="43" y="7"/>
                      <a:pt x="42" y="8"/>
                    </a:cubicBezTo>
                    <a:cubicBezTo>
                      <a:pt x="42" y="8"/>
                      <a:pt x="42" y="8"/>
                      <a:pt x="42" y="8"/>
                    </a:cubicBezTo>
                    <a:cubicBezTo>
                      <a:pt x="42" y="9"/>
                      <a:pt x="42" y="9"/>
                      <a:pt x="42" y="9"/>
                    </a:cubicBezTo>
                    <a:cubicBezTo>
                      <a:pt x="41" y="9"/>
                      <a:pt x="41" y="9"/>
                      <a:pt x="41" y="9"/>
                    </a:cubicBezTo>
                    <a:cubicBezTo>
                      <a:pt x="41" y="10"/>
                      <a:pt x="41" y="10"/>
                      <a:pt x="41" y="10"/>
                    </a:cubicBezTo>
                    <a:cubicBezTo>
                      <a:pt x="41" y="10"/>
                      <a:pt x="41" y="10"/>
                      <a:pt x="41" y="10"/>
                    </a:cubicBezTo>
                    <a:cubicBezTo>
                      <a:pt x="40" y="11"/>
                      <a:pt x="40" y="11"/>
                      <a:pt x="40" y="11"/>
                    </a:cubicBezTo>
                    <a:cubicBezTo>
                      <a:pt x="40" y="11"/>
                      <a:pt x="40" y="11"/>
                      <a:pt x="40" y="11"/>
                    </a:cubicBezTo>
                    <a:cubicBezTo>
                      <a:pt x="39" y="12"/>
                      <a:pt x="39" y="12"/>
                      <a:pt x="39" y="12"/>
                    </a:cubicBezTo>
                    <a:cubicBezTo>
                      <a:pt x="39" y="13"/>
                      <a:pt x="39" y="13"/>
                      <a:pt x="39" y="13"/>
                    </a:cubicBezTo>
                    <a:cubicBezTo>
                      <a:pt x="39" y="13"/>
                      <a:pt x="39" y="13"/>
                      <a:pt x="39" y="13"/>
                    </a:cubicBezTo>
                    <a:cubicBezTo>
                      <a:pt x="38" y="13"/>
                      <a:pt x="38" y="14"/>
                      <a:pt x="38" y="14"/>
                    </a:cubicBezTo>
                    <a:cubicBezTo>
                      <a:pt x="38" y="14"/>
                      <a:pt x="38" y="14"/>
                      <a:pt x="38" y="14"/>
                    </a:cubicBezTo>
                    <a:cubicBezTo>
                      <a:pt x="38" y="14"/>
                      <a:pt x="38" y="14"/>
                      <a:pt x="38" y="14"/>
                    </a:cubicBezTo>
                    <a:cubicBezTo>
                      <a:pt x="37" y="14"/>
                      <a:pt x="37" y="14"/>
                      <a:pt x="37" y="14"/>
                    </a:cubicBezTo>
                    <a:cubicBezTo>
                      <a:pt x="36" y="14"/>
                      <a:pt x="36" y="14"/>
                      <a:pt x="36" y="14"/>
                    </a:cubicBezTo>
                    <a:cubicBezTo>
                      <a:pt x="36" y="14"/>
                      <a:pt x="35" y="13"/>
                      <a:pt x="34" y="13"/>
                    </a:cubicBezTo>
                    <a:cubicBezTo>
                      <a:pt x="34" y="13"/>
                      <a:pt x="34" y="13"/>
                      <a:pt x="34" y="13"/>
                    </a:cubicBezTo>
                    <a:cubicBezTo>
                      <a:pt x="33" y="12"/>
                      <a:pt x="32" y="12"/>
                      <a:pt x="31" y="12"/>
                    </a:cubicBezTo>
                    <a:cubicBezTo>
                      <a:pt x="35" y="9"/>
                      <a:pt x="39" y="7"/>
                      <a:pt x="44" y="6"/>
                    </a:cubicBezTo>
                    <a:close/>
                    <a:moveTo>
                      <a:pt x="28" y="14"/>
                    </a:moveTo>
                    <a:cubicBezTo>
                      <a:pt x="28" y="14"/>
                      <a:pt x="29" y="14"/>
                      <a:pt x="29" y="15"/>
                    </a:cubicBezTo>
                    <a:cubicBezTo>
                      <a:pt x="30" y="15"/>
                      <a:pt x="30" y="15"/>
                      <a:pt x="30" y="15"/>
                    </a:cubicBezTo>
                    <a:cubicBezTo>
                      <a:pt x="31" y="15"/>
                      <a:pt x="31" y="16"/>
                      <a:pt x="32" y="16"/>
                    </a:cubicBezTo>
                    <a:cubicBezTo>
                      <a:pt x="33" y="16"/>
                      <a:pt x="33" y="16"/>
                      <a:pt x="33" y="16"/>
                    </a:cubicBezTo>
                    <a:cubicBezTo>
                      <a:pt x="34" y="16"/>
                      <a:pt x="34" y="17"/>
                      <a:pt x="35" y="17"/>
                    </a:cubicBezTo>
                    <a:cubicBezTo>
                      <a:pt x="36" y="17"/>
                      <a:pt x="36" y="17"/>
                      <a:pt x="36" y="17"/>
                    </a:cubicBezTo>
                    <a:cubicBezTo>
                      <a:pt x="36" y="17"/>
                      <a:pt x="36" y="17"/>
                      <a:pt x="36" y="17"/>
                    </a:cubicBezTo>
                    <a:cubicBezTo>
                      <a:pt x="36" y="17"/>
                      <a:pt x="36" y="17"/>
                      <a:pt x="36" y="17"/>
                    </a:cubicBezTo>
                    <a:cubicBezTo>
                      <a:pt x="36" y="17"/>
                      <a:pt x="36" y="17"/>
                      <a:pt x="36" y="17"/>
                    </a:cubicBezTo>
                    <a:cubicBezTo>
                      <a:pt x="36" y="18"/>
                      <a:pt x="36" y="18"/>
                      <a:pt x="36" y="18"/>
                    </a:cubicBezTo>
                    <a:cubicBezTo>
                      <a:pt x="35" y="19"/>
                      <a:pt x="35" y="19"/>
                      <a:pt x="35" y="19"/>
                    </a:cubicBezTo>
                    <a:cubicBezTo>
                      <a:pt x="35" y="19"/>
                      <a:pt x="35" y="20"/>
                      <a:pt x="34" y="20"/>
                    </a:cubicBezTo>
                    <a:cubicBezTo>
                      <a:pt x="34" y="21"/>
                      <a:pt x="34" y="21"/>
                      <a:pt x="34" y="21"/>
                    </a:cubicBezTo>
                    <a:cubicBezTo>
                      <a:pt x="34" y="22"/>
                      <a:pt x="33" y="22"/>
                      <a:pt x="33" y="23"/>
                    </a:cubicBezTo>
                    <a:cubicBezTo>
                      <a:pt x="33" y="24"/>
                      <a:pt x="33" y="24"/>
                      <a:pt x="33" y="24"/>
                    </a:cubicBezTo>
                    <a:cubicBezTo>
                      <a:pt x="32" y="24"/>
                      <a:pt x="32" y="25"/>
                      <a:pt x="32" y="26"/>
                    </a:cubicBezTo>
                    <a:cubicBezTo>
                      <a:pt x="31" y="26"/>
                      <a:pt x="31" y="26"/>
                      <a:pt x="31" y="26"/>
                    </a:cubicBezTo>
                    <a:cubicBezTo>
                      <a:pt x="31" y="27"/>
                      <a:pt x="31" y="28"/>
                      <a:pt x="30" y="29"/>
                    </a:cubicBezTo>
                    <a:cubicBezTo>
                      <a:pt x="30" y="29"/>
                      <a:pt x="30" y="29"/>
                      <a:pt x="30" y="29"/>
                    </a:cubicBezTo>
                    <a:cubicBezTo>
                      <a:pt x="30" y="30"/>
                      <a:pt x="30" y="30"/>
                      <a:pt x="29" y="31"/>
                    </a:cubicBezTo>
                    <a:cubicBezTo>
                      <a:pt x="29" y="32"/>
                      <a:pt x="29" y="32"/>
                      <a:pt x="29" y="32"/>
                    </a:cubicBezTo>
                    <a:cubicBezTo>
                      <a:pt x="29" y="33"/>
                      <a:pt x="29" y="33"/>
                      <a:pt x="28" y="34"/>
                    </a:cubicBezTo>
                    <a:cubicBezTo>
                      <a:pt x="28" y="35"/>
                      <a:pt x="28" y="35"/>
                      <a:pt x="28" y="35"/>
                    </a:cubicBezTo>
                    <a:cubicBezTo>
                      <a:pt x="28" y="36"/>
                      <a:pt x="28" y="36"/>
                      <a:pt x="28" y="36"/>
                    </a:cubicBezTo>
                    <a:cubicBezTo>
                      <a:pt x="28" y="36"/>
                      <a:pt x="28" y="36"/>
                      <a:pt x="28" y="36"/>
                    </a:cubicBezTo>
                    <a:cubicBezTo>
                      <a:pt x="9" y="36"/>
                      <a:pt x="9" y="36"/>
                      <a:pt x="9" y="36"/>
                    </a:cubicBezTo>
                    <a:cubicBezTo>
                      <a:pt x="13" y="27"/>
                      <a:pt x="20" y="19"/>
                      <a:pt x="28" y="14"/>
                    </a:cubicBezTo>
                    <a:close/>
                    <a:moveTo>
                      <a:pt x="8" y="39"/>
                    </a:moveTo>
                    <a:cubicBezTo>
                      <a:pt x="27" y="39"/>
                      <a:pt x="27" y="39"/>
                      <a:pt x="27" y="39"/>
                    </a:cubicBezTo>
                    <a:cubicBezTo>
                      <a:pt x="27" y="39"/>
                      <a:pt x="27" y="39"/>
                      <a:pt x="27" y="39"/>
                    </a:cubicBezTo>
                    <a:cubicBezTo>
                      <a:pt x="27" y="39"/>
                      <a:pt x="27" y="39"/>
                      <a:pt x="27" y="39"/>
                    </a:cubicBezTo>
                    <a:cubicBezTo>
                      <a:pt x="26" y="41"/>
                      <a:pt x="26" y="41"/>
                      <a:pt x="26" y="41"/>
                    </a:cubicBezTo>
                    <a:cubicBezTo>
                      <a:pt x="26" y="41"/>
                      <a:pt x="26" y="42"/>
                      <a:pt x="26" y="42"/>
                    </a:cubicBezTo>
                    <a:cubicBezTo>
                      <a:pt x="26" y="43"/>
                      <a:pt x="26" y="43"/>
                      <a:pt x="26" y="43"/>
                    </a:cubicBezTo>
                    <a:cubicBezTo>
                      <a:pt x="25" y="44"/>
                      <a:pt x="25" y="45"/>
                      <a:pt x="25" y="45"/>
                    </a:cubicBezTo>
                    <a:cubicBezTo>
                      <a:pt x="25" y="46"/>
                      <a:pt x="25" y="46"/>
                      <a:pt x="25" y="46"/>
                    </a:cubicBezTo>
                    <a:cubicBezTo>
                      <a:pt x="25" y="47"/>
                      <a:pt x="25" y="48"/>
                      <a:pt x="25" y="48"/>
                    </a:cubicBezTo>
                    <a:cubicBezTo>
                      <a:pt x="25" y="48"/>
                      <a:pt x="25" y="49"/>
                      <a:pt x="24" y="49"/>
                    </a:cubicBezTo>
                    <a:cubicBezTo>
                      <a:pt x="24" y="50"/>
                      <a:pt x="24" y="50"/>
                      <a:pt x="24" y="51"/>
                    </a:cubicBezTo>
                    <a:cubicBezTo>
                      <a:pt x="24" y="52"/>
                      <a:pt x="24" y="52"/>
                      <a:pt x="24" y="52"/>
                    </a:cubicBezTo>
                    <a:cubicBezTo>
                      <a:pt x="24" y="53"/>
                      <a:pt x="24" y="54"/>
                      <a:pt x="24" y="55"/>
                    </a:cubicBezTo>
                    <a:cubicBezTo>
                      <a:pt x="24" y="56"/>
                      <a:pt x="24" y="56"/>
                      <a:pt x="24" y="56"/>
                    </a:cubicBezTo>
                    <a:cubicBezTo>
                      <a:pt x="24" y="56"/>
                      <a:pt x="24" y="57"/>
                      <a:pt x="24" y="58"/>
                    </a:cubicBezTo>
                    <a:cubicBezTo>
                      <a:pt x="24" y="58"/>
                      <a:pt x="24" y="58"/>
                      <a:pt x="24" y="59"/>
                    </a:cubicBezTo>
                    <a:cubicBezTo>
                      <a:pt x="24" y="59"/>
                      <a:pt x="24" y="60"/>
                      <a:pt x="24" y="60"/>
                    </a:cubicBezTo>
                    <a:cubicBezTo>
                      <a:pt x="4" y="60"/>
                      <a:pt x="4" y="60"/>
                      <a:pt x="4" y="60"/>
                    </a:cubicBezTo>
                    <a:cubicBezTo>
                      <a:pt x="4" y="53"/>
                      <a:pt x="5" y="46"/>
                      <a:pt x="8" y="39"/>
                    </a:cubicBezTo>
                    <a:close/>
                    <a:moveTo>
                      <a:pt x="4" y="63"/>
                    </a:moveTo>
                    <a:cubicBezTo>
                      <a:pt x="24" y="63"/>
                      <a:pt x="24" y="63"/>
                      <a:pt x="24" y="63"/>
                    </a:cubicBezTo>
                    <a:cubicBezTo>
                      <a:pt x="24" y="63"/>
                      <a:pt x="24" y="63"/>
                      <a:pt x="24" y="63"/>
                    </a:cubicBezTo>
                    <a:cubicBezTo>
                      <a:pt x="24" y="64"/>
                      <a:pt x="24" y="64"/>
                      <a:pt x="24" y="64"/>
                    </a:cubicBezTo>
                    <a:cubicBezTo>
                      <a:pt x="24" y="65"/>
                      <a:pt x="24" y="65"/>
                      <a:pt x="24" y="65"/>
                    </a:cubicBezTo>
                    <a:cubicBezTo>
                      <a:pt x="24" y="66"/>
                      <a:pt x="24" y="66"/>
                      <a:pt x="24" y="67"/>
                    </a:cubicBezTo>
                    <a:cubicBezTo>
                      <a:pt x="24" y="68"/>
                      <a:pt x="24" y="68"/>
                      <a:pt x="24" y="68"/>
                    </a:cubicBezTo>
                    <a:cubicBezTo>
                      <a:pt x="24" y="69"/>
                      <a:pt x="24" y="69"/>
                      <a:pt x="24" y="70"/>
                    </a:cubicBezTo>
                    <a:cubicBezTo>
                      <a:pt x="24" y="71"/>
                      <a:pt x="24" y="71"/>
                      <a:pt x="24" y="71"/>
                    </a:cubicBezTo>
                    <a:cubicBezTo>
                      <a:pt x="24" y="72"/>
                      <a:pt x="24" y="73"/>
                      <a:pt x="25" y="73"/>
                    </a:cubicBezTo>
                    <a:cubicBezTo>
                      <a:pt x="25" y="74"/>
                      <a:pt x="25" y="74"/>
                      <a:pt x="25" y="74"/>
                    </a:cubicBezTo>
                    <a:cubicBezTo>
                      <a:pt x="25" y="75"/>
                      <a:pt x="25" y="75"/>
                      <a:pt x="25" y="76"/>
                    </a:cubicBezTo>
                    <a:cubicBezTo>
                      <a:pt x="25" y="77"/>
                      <a:pt x="25" y="77"/>
                      <a:pt x="25" y="77"/>
                    </a:cubicBezTo>
                    <a:cubicBezTo>
                      <a:pt x="25" y="78"/>
                      <a:pt x="26" y="78"/>
                      <a:pt x="26" y="79"/>
                    </a:cubicBezTo>
                    <a:cubicBezTo>
                      <a:pt x="26" y="80"/>
                      <a:pt x="26" y="80"/>
                      <a:pt x="26" y="80"/>
                    </a:cubicBezTo>
                    <a:cubicBezTo>
                      <a:pt x="26" y="80"/>
                      <a:pt x="26" y="81"/>
                      <a:pt x="26" y="81"/>
                    </a:cubicBezTo>
                    <a:cubicBezTo>
                      <a:pt x="27" y="83"/>
                      <a:pt x="27" y="83"/>
                      <a:pt x="27" y="83"/>
                    </a:cubicBezTo>
                    <a:cubicBezTo>
                      <a:pt x="27" y="83"/>
                      <a:pt x="27" y="83"/>
                      <a:pt x="27" y="83"/>
                    </a:cubicBezTo>
                    <a:cubicBezTo>
                      <a:pt x="27" y="83"/>
                      <a:pt x="27" y="83"/>
                      <a:pt x="27" y="83"/>
                    </a:cubicBezTo>
                    <a:cubicBezTo>
                      <a:pt x="9" y="83"/>
                      <a:pt x="9" y="83"/>
                      <a:pt x="9" y="83"/>
                    </a:cubicBezTo>
                    <a:cubicBezTo>
                      <a:pt x="6" y="77"/>
                      <a:pt x="4" y="70"/>
                      <a:pt x="4" y="63"/>
                    </a:cubicBezTo>
                    <a:close/>
                    <a:moveTo>
                      <a:pt x="29" y="106"/>
                    </a:moveTo>
                    <a:cubicBezTo>
                      <a:pt x="29" y="106"/>
                      <a:pt x="28" y="106"/>
                      <a:pt x="28" y="106"/>
                    </a:cubicBezTo>
                    <a:cubicBezTo>
                      <a:pt x="20" y="101"/>
                      <a:pt x="14" y="94"/>
                      <a:pt x="10" y="86"/>
                    </a:cubicBezTo>
                    <a:cubicBezTo>
                      <a:pt x="28" y="86"/>
                      <a:pt x="28" y="86"/>
                      <a:pt x="28" y="86"/>
                    </a:cubicBezTo>
                    <a:cubicBezTo>
                      <a:pt x="28" y="86"/>
                      <a:pt x="28" y="86"/>
                      <a:pt x="28" y="86"/>
                    </a:cubicBezTo>
                    <a:cubicBezTo>
                      <a:pt x="28" y="87"/>
                      <a:pt x="28" y="87"/>
                      <a:pt x="28" y="87"/>
                    </a:cubicBezTo>
                    <a:cubicBezTo>
                      <a:pt x="28" y="88"/>
                      <a:pt x="28" y="88"/>
                      <a:pt x="28" y="88"/>
                    </a:cubicBezTo>
                    <a:cubicBezTo>
                      <a:pt x="29" y="89"/>
                      <a:pt x="29" y="89"/>
                      <a:pt x="29" y="90"/>
                    </a:cubicBezTo>
                    <a:cubicBezTo>
                      <a:pt x="29" y="90"/>
                      <a:pt x="29" y="90"/>
                      <a:pt x="29" y="90"/>
                    </a:cubicBezTo>
                    <a:cubicBezTo>
                      <a:pt x="30" y="91"/>
                      <a:pt x="30" y="92"/>
                      <a:pt x="30" y="93"/>
                    </a:cubicBezTo>
                    <a:cubicBezTo>
                      <a:pt x="30" y="93"/>
                      <a:pt x="30" y="93"/>
                      <a:pt x="30" y="93"/>
                    </a:cubicBezTo>
                    <a:cubicBezTo>
                      <a:pt x="31" y="94"/>
                      <a:pt x="31" y="94"/>
                      <a:pt x="31" y="95"/>
                    </a:cubicBezTo>
                    <a:cubicBezTo>
                      <a:pt x="32" y="96"/>
                      <a:pt x="32" y="96"/>
                      <a:pt x="32" y="96"/>
                    </a:cubicBezTo>
                    <a:cubicBezTo>
                      <a:pt x="32" y="96"/>
                      <a:pt x="32" y="97"/>
                      <a:pt x="33" y="98"/>
                    </a:cubicBezTo>
                    <a:cubicBezTo>
                      <a:pt x="33" y="98"/>
                      <a:pt x="33" y="98"/>
                      <a:pt x="33" y="98"/>
                    </a:cubicBezTo>
                    <a:cubicBezTo>
                      <a:pt x="33" y="99"/>
                      <a:pt x="34" y="99"/>
                      <a:pt x="34" y="100"/>
                    </a:cubicBezTo>
                    <a:cubicBezTo>
                      <a:pt x="34" y="101"/>
                      <a:pt x="34" y="101"/>
                      <a:pt x="34" y="101"/>
                    </a:cubicBezTo>
                    <a:cubicBezTo>
                      <a:pt x="35" y="101"/>
                      <a:pt x="35" y="102"/>
                      <a:pt x="35" y="102"/>
                    </a:cubicBezTo>
                    <a:cubicBezTo>
                      <a:pt x="36" y="103"/>
                      <a:pt x="36" y="103"/>
                      <a:pt x="36" y="103"/>
                    </a:cubicBezTo>
                    <a:cubicBezTo>
                      <a:pt x="36" y="103"/>
                      <a:pt x="36" y="103"/>
                      <a:pt x="36" y="103"/>
                    </a:cubicBezTo>
                    <a:cubicBezTo>
                      <a:pt x="36" y="103"/>
                      <a:pt x="36" y="103"/>
                      <a:pt x="36" y="103"/>
                    </a:cubicBezTo>
                    <a:cubicBezTo>
                      <a:pt x="36" y="103"/>
                      <a:pt x="36" y="103"/>
                      <a:pt x="36" y="103"/>
                    </a:cubicBezTo>
                    <a:cubicBezTo>
                      <a:pt x="35" y="103"/>
                      <a:pt x="35" y="103"/>
                      <a:pt x="35" y="103"/>
                    </a:cubicBezTo>
                    <a:cubicBezTo>
                      <a:pt x="35" y="104"/>
                      <a:pt x="35" y="104"/>
                      <a:pt x="35" y="104"/>
                    </a:cubicBezTo>
                    <a:cubicBezTo>
                      <a:pt x="34" y="104"/>
                      <a:pt x="33" y="104"/>
                      <a:pt x="33" y="104"/>
                    </a:cubicBezTo>
                    <a:cubicBezTo>
                      <a:pt x="32" y="105"/>
                      <a:pt x="32" y="105"/>
                      <a:pt x="32" y="105"/>
                    </a:cubicBezTo>
                    <a:cubicBezTo>
                      <a:pt x="31" y="105"/>
                      <a:pt x="30" y="105"/>
                      <a:pt x="30" y="106"/>
                    </a:cubicBezTo>
                    <a:lnTo>
                      <a:pt x="29" y="106"/>
                    </a:lnTo>
                    <a:close/>
                    <a:moveTo>
                      <a:pt x="31" y="109"/>
                    </a:moveTo>
                    <a:cubicBezTo>
                      <a:pt x="32" y="108"/>
                      <a:pt x="32" y="108"/>
                      <a:pt x="32" y="108"/>
                    </a:cubicBezTo>
                    <a:cubicBezTo>
                      <a:pt x="33" y="108"/>
                      <a:pt x="33" y="108"/>
                      <a:pt x="34" y="108"/>
                    </a:cubicBezTo>
                    <a:cubicBezTo>
                      <a:pt x="34" y="107"/>
                      <a:pt x="35" y="107"/>
                      <a:pt x="35" y="107"/>
                    </a:cubicBezTo>
                    <a:cubicBezTo>
                      <a:pt x="36" y="107"/>
                      <a:pt x="36" y="107"/>
                      <a:pt x="37" y="107"/>
                    </a:cubicBezTo>
                    <a:cubicBezTo>
                      <a:pt x="38" y="106"/>
                      <a:pt x="38" y="106"/>
                      <a:pt x="38" y="106"/>
                    </a:cubicBezTo>
                    <a:cubicBezTo>
                      <a:pt x="38" y="107"/>
                      <a:pt x="38" y="107"/>
                      <a:pt x="38" y="107"/>
                    </a:cubicBezTo>
                    <a:cubicBezTo>
                      <a:pt x="38" y="107"/>
                      <a:pt x="38" y="107"/>
                      <a:pt x="38" y="107"/>
                    </a:cubicBezTo>
                    <a:cubicBezTo>
                      <a:pt x="39" y="108"/>
                      <a:pt x="39" y="108"/>
                      <a:pt x="39" y="108"/>
                    </a:cubicBezTo>
                    <a:cubicBezTo>
                      <a:pt x="39" y="109"/>
                      <a:pt x="39" y="109"/>
                      <a:pt x="39" y="109"/>
                    </a:cubicBezTo>
                    <a:cubicBezTo>
                      <a:pt x="40" y="109"/>
                      <a:pt x="40" y="109"/>
                      <a:pt x="40" y="109"/>
                    </a:cubicBezTo>
                    <a:cubicBezTo>
                      <a:pt x="40" y="110"/>
                      <a:pt x="40" y="110"/>
                      <a:pt x="40" y="110"/>
                    </a:cubicBezTo>
                    <a:cubicBezTo>
                      <a:pt x="40" y="110"/>
                      <a:pt x="40" y="110"/>
                      <a:pt x="40" y="110"/>
                    </a:cubicBezTo>
                    <a:cubicBezTo>
                      <a:pt x="41" y="111"/>
                      <a:pt x="41" y="111"/>
                      <a:pt x="41" y="111"/>
                    </a:cubicBezTo>
                    <a:cubicBezTo>
                      <a:pt x="41" y="111"/>
                      <a:pt x="41" y="111"/>
                      <a:pt x="41" y="111"/>
                    </a:cubicBezTo>
                    <a:cubicBezTo>
                      <a:pt x="41" y="112"/>
                      <a:pt x="41" y="112"/>
                      <a:pt x="41" y="112"/>
                    </a:cubicBezTo>
                    <a:cubicBezTo>
                      <a:pt x="42" y="112"/>
                      <a:pt x="42" y="112"/>
                      <a:pt x="42" y="112"/>
                    </a:cubicBezTo>
                    <a:cubicBezTo>
                      <a:pt x="42" y="112"/>
                      <a:pt x="42" y="112"/>
                      <a:pt x="42" y="112"/>
                    </a:cubicBezTo>
                    <a:cubicBezTo>
                      <a:pt x="42" y="113"/>
                      <a:pt x="42" y="113"/>
                      <a:pt x="42" y="113"/>
                    </a:cubicBezTo>
                    <a:cubicBezTo>
                      <a:pt x="43" y="113"/>
                      <a:pt x="43" y="113"/>
                      <a:pt x="43" y="113"/>
                    </a:cubicBezTo>
                    <a:cubicBezTo>
                      <a:pt x="43" y="114"/>
                      <a:pt x="43" y="114"/>
                      <a:pt x="43" y="114"/>
                    </a:cubicBezTo>
                    <a:cubicBezTo>
                      <a:pt x="43" y="114"/>
                      <a:pt x="43" y="114"/>
                      <a:pt x="43" y="114"/>
                    </a:cubicBezTo>
                    <a:cubicBezTo>
                      <a:pt x="39" y="113"/>
                      <a:pt x="35" y="111"/>
                      <a:pt x="31" y="109"/>
                    </a:cubicBezTo>
                    <a:close/>
                    <a:moveTo>
                      <a:pt x="58" y="116"/>
                    </a:moveTo>
                    <a:cubicBezTo>
                      <a:pt x="55" y="116"/>
                      <a:pt x="52" y="116"/>
                      <a:pt x="49" y="115"/>
                    </a:cubicBezTo>
                    <a:cubicBezTo>
                      <a:pt x="49" y="115"/>
                      <a:pt x="49" y="115"/>
                      <a:pt x="49" y="115"/>
                    </a:cubicBezTo>
                    <a:cubicBezTo>
                      <a:pt x="48" y="115"/>
                      <a:pt x="48" y="115"/>
                      <a:pt x="48" y="115"/>
                    </a:cubicBezTo>
                    <a:cubicBezTo>
                      <a:pt x="48" y="115"/>
                      <a:pt x="48" y="115"/>
                      <a:pt x="48" y="115"/>
                    </a:cubicBezTo>
                    <a:cubicBezTo>
                      <a:pt x="48" y="114"/>
                      <a:pt x="48" y="114"/>
                      <a:pt x="48" y="114"/>
                    </a:cubicBezTo>
                    <a:cubicBezTo>
                      <a:pt x="47" y="114"/>
                      <a:pt x="47" y="114"/>
                      <a:pt x="47" y="114"/>
                    </a:cubicBezTo>
                    <a:cubicBezTo>
                      <a:pt x="47" y="113"/>
                      <a:pt x="47" y="113"/>
                      <a:pt x="47" y="113"/>
                    </a:cubicBezTo>
                    <a:cubicBezTo>
                      <a:pt x="47" y="113"/>
                      <a:pt x="47" y="113"/>
                      <a:pt x="47" y="113"/>
                    </a:cubicBezTo>
                    <a:cubicBezTo>
                      <a:pt x="46" y="112"/>
                      <a:pt x="46" y="112"/>
                      <a:pt x="46" y="112"/>
                    </a:cubicBezTo>
                    <a:cubicBezTo>
                      <a:pt x="46" y="111"/>
                      <a:pt x="46" y="111"/>
                      <a:pt x="46" y="111"/>
                    </a:cubicBezTo>
                    <a:cubicBezTo>
                      <a:pt x="45" y="111"/>
                      <a:pt x="45" y="111"/>
                      <a:pt x="45" y="110"/>
                    </a:cubicBezTo>
                    <a:cubicBezTo>
                      <a:pt x="44" y="110"/>
                      <a:pt x="44" y="110"/>
                      <a:pt x="44" y="110"/>
                    </a:cubicBezTo>
                    <a:cubicBezTo>
                      <a:pt x="44" y="110"/>
                      <a:pt x="44" y="109"/>
                      <a:pt x="44" y="109"/>
                    </a:cubicBezTo>
                    <a:cubicBezTo>
                      <a:pt x="43" y="109"/>
                      <a:pt x="43" y="109"/>
                      <a:pt x="43" y="109"/>
                    </a:cubicBezTo>
                    <a:cubicBezTo>
                      <a:pt x="43" y="108"/>
                      <a:pt x="43" y="108"/>
                      <a:pt x="43" y="107"/>
                    </a:cubicBezTo>
                    <a:cubicBezTo>
                      <a:pt x="42" y="107"/>
                      <a:pt x="42" y="107"/>
                      <a:pt x="42" y="107"/>
                    </a:cubicBezTo>
                    <a:cubicBezTo>
                      <a:pt x="42" y="106"/>
                      <a:pt x="42" y="106"/>
                      <a:pt x="41" y="106"/>
                    </a:cubicBezTo>
                    <a:cubicBezTo>
                      <a:pt x="41" y="105"/>
                      <a:pt x="41" y="105"/>
                      <a:pt x="41" y="105"/>
                    </a:cubicBezTo>
                    <a:cubicBezTo>
                      <a:pt x="47" y="104"/>
                      <a:pt x="53" y="103"/>
                      <a:pt x="58" y="103"/>
                    </a:cubicBezTo>
                    <a:lnTo>
                      <a:pt x="58" y="116"/>
                    </a:lnTo>
                    <a:close/>
                    <a:moveTo>
                      <a:pt x="58" y="100"/>
                    </a:moveTo>
                    <a:cubicBezTo>
                      <a:pt x="57" y="100"/>
                      <a:pt x="57" y="100"/>
                      <a:pt x="57" y="100"/>
                    </a:cubicBezTo>
                    <a:cubicBezTo>
                      <a:pt x="56" y="100"/>
                      <a:pt x="56" y="100"/>
                      <a:pt x="56" y="100"/>
                    </a:cubicBezTo>
                    <a:cubicBezTo>
                      <a:pt x="56" y="100"/>
                      <a:pt x="55" y="100"/>
                      <a:pt x="55" y="100"/>
                    </a:cubicBezTo>
                    <a:cubicBezTo>
                      <a:pt x="54" y="100"/>
                      <a:pt x="54" y="100"/>
                      <a:pt x="54" y="100"/>
                    </a:cubicBezTo>
                    <a:cubicBezTo>
                      <a:pt x="53" y="100"/>
                      <a:pt x="53" y="100"/>
                      <a:pt x="52" y="100"/>
                    </a:cubicBezTo>
                    <a:cubicBezTo>
                      <a:pt x="51" y="100"/>
                      <a:pt x="51" y="100"/>
                      <a:pt x="51" y="100"/>
                    </a:cubicBezTo>
                    <a:cubicBezTo>
                      <a:pt x="50" y="100"/>
                      <a:pt x="50" y="100"/>
                      <a:pt x="49" y="100"/>
                    </a:cubicBezTo>
                    <a:cubicBezTo>
                      <a:pt x="48" y="100"/>
                      <a:pt x="48" y="100"/>
                      <a:pt x="48" y="100"/>
                    </a:cubicBezTo>
                    <a:cubicBezTo>
                      <a:pt x="48" y="101"/>
                      <a:pt x="47" y="101"/>
                      <a:pt x="46" y="101"/>
                    </a:cubicBezTo>
                    <a:cubicBezTo>
                      <a:pt x="45" y="101"/>
                      <a:pt x="45" y="101"/>
                      <a:pt x="45" y="101"/>
                    </a:cubicBezTo>
                    <a:cubicBezTo>
                      <a:pt x="45" y="101"/>
                      <a:pt x="44" y="101"/>
                      <a:pt x="44" y="101"/>
                    </a:cubicBezTo>
                    <a:cubicBezTo>
                      <a:pt x="43" y="101"/>
                      <a:pt x="43" y="101"/>
                      <a:pt x="43" y="102"/>
                    </a:cubicBezTo>
                    <a:cubicBezTo>
                      <a:pt x="42" y="102"/>
                      <a:pt x="42" y="102"/>
                      <a:pt x="41" y="102"/>
                    </a:cubicBezTo>
                    <a:cubicBezTo>
                      <a:pt x="41" y="102"/>
                      <a:pt x="40" y="102"/>
                      <a:pt x="40" y="102"/>
                    </a:cubicBezTo>
                    <a:cubicBezTo>
                      <a:pt x="39" y="102"/>
                      <a:pt x="39" y="102"/>
                      <a:pt x="39" y="102"/>
                    </a:cubicBezTo>
                    <a:cubicBezTo>
                      <a:pt x="39" y="101"/>
                      <a:pt x="39" y="101"/>
                      <a:pt x="39" y="101"/>
                    </a:cubicBezTo>
                    <a:cubicBezTo>
                      <a:pt x="38" y="101"/>
                      <a:pt x="38" y="101"/>
                      <a:pt x="38" y="101"/>
                    </a:cubicBezTo>
                    <a:cubicBezTo>
                      <a:pt x="38" y="100"/>
                      <a:pt x="38" y="100"/>
                      <a:pt x="37" y="99"/>
                    </a:cubicBezTo>
                    <a:cubicBezTo>
                      <a:pt x="37" y="99"/>
                      <a:pt x="37" y="99"/>
                      <a:pt x="37" y="99"/>
                    </a:cubicBezTo>
                    <a:cubicBezTo>
                      <a:pt x="37" y="98"/>
                      <a:pt x="36" y="97"/>
                      <a:pt x="36" y="96"/>
                    </a:cubicBezTo>
                    <a:cubicBezTo>
                      <a:pt x="36" y="96"/>
                      <a:pt x="36" y="96"/>
                      <a:pt x="36" y="96"/>
                    </a:cubicBezTo>
                    <a:cubicBezTo>
                      <a:pt x="35" y="95"/>
                      <a:pt x="35" y="95"/>
                      <a:pt x="35" y="94"/>
                    </a:cubicBezTo>
                    <a:cubicBezTo>
                      <a:pt x="34" y="93"/>
                      <a:pt x="34" y="93"/>
                      <a:pt x="34" y="93"/>
                    </a:cubicBezTo>
                    <a:cubicBezTo>
                      <a:pt x="34" y="93"/>
                      <a:pt x="34" y="92"/>
                      <a:pt x="34" y="92"/>
                    </a:cubicBezTo>
                    <a:cubicBezTo>
                      <a:pt x="33" y="91"/>
                      <a:pt x="33" y="91"/>
                      <a:pt x="33" y="91"/>
                    </a:cubicBezTo>
                    <a:cubicBezTo>
                      <a:pt x="33" y="91"/>
                      <a:pt x="33" y="90"/>
                      <a:pt x="33" y="90"/>
                    </a:cubicBezTo>
                    <a:cubicBezTo>
                      <a:pt x="32" y="89"/>
                      <a:pt x="32" y="89"/>
                      <a:pt x="32" y="89"/>
                    </a:cubicBezTo>
                    <a:cubicBezTo>
                      <a:pt x="32" y="88"/>
                      <a:pt x="32" y="88"/>
                      <a:pt x="32" y="87"/>
                    </a:cubicBezTo>
                    <a:cubicBezTo>
                      <a:pt x="32" y="86"/>
                      <a:pt x="32" y="86"/>
                      <a:pt x="32" y="86"/>
                    </a:cubicBezTo>
                    <a:cubicBezTo>
                      <a:pt x="32" y="86"/>
                      <a:pt x="32" y="86"/>
                      <a:pt x="32" y="86"/>
                    </a:cubicBezTo>
                    <a:cubicBezTo>
                      <a:pt x="58" y="86"/>
                      <a:pt x="58" y="86"/>
                      <a:pt x="58" y="86"/>
                    </a:cubicBezTo>
                    <a:lnTo>
                      <a:pt x="58" y="100"/>
                    </a:lnTo>
                    <a:close/>
                    <a:moveTo>
                      <a:pt x="58" y="83"/>
                    </a:moveTo>
                    <a:cubicBezTo>
                      <a:pt x="30" y="83"/>
                      <a:pt x="30" y="83"/>
                      <a:pt x="30" y="83"/>
                    </a:cubicBezTo>
                    <a:cubicBezTo>
                      <a:pt x="30" y="82"/>
                      <a:pt x="30" y="82"/>
                      <a:pt x="30" y="82"/>
                    </a:cubicBezTo>
                    <a:cubicBezTo>
                      <a:pt x="30" y="81"/>
                      <a:pt x="30" y="81"/>
                      <a:pt x="30" y="81"/>
                    </a:cubicBezTo>
                    <a:cubicBezTo>
                      <a:pt x="30" y="80"/>
                      <a:pt x="29" y="80"/>
                      <a:pt x="29" y="79"/>
                    </a:cubicBezTo>
                    <a:cubicBezTo>
                      <a:pt x="29" y="78"/>
                      <a:pt x="29" y="78"/>
                      <a:pt x="29" y="78"/>
                    </a:cubicBezTo>
                    <a:cubicBezTo>
                      <a:pt x="29" y="78"/>
                      <a:pt x="29" y="77"/>
                      <a:pt x="29" y="76"/>
                    </a:cubicBezTo>
                    <a:cubicBezTo>
                      <a:pt x="29" y="76"/>
                      <a:pt x="29" y="76"/>
                      <a:pt x="29" y="76"/>
                    </a:cubicBezTo>
                    <a:cubicBezTo>
                      <a:pt x="28" y="75"/>
                      <a:pt x="28" y="74"/>
                      <a:pt x="28" y="73"/>
                    </a:cubicBezTo>
                    <a:cubicBezTo>
                      <a:pt x="28" y="72"/>
                      <a:pt x="28" y="72"/>
                      <a:pt x="28" y="72"/>
                    </a:cubicBezTo>
                    <a:cubicBezTo>
                      <a:pt x="28" y="72"/>
                      <a:pt x="28" y="71"/>
                      <a:pt x="28" y="70"/>
                    </a:cubicBezTo>
                    <a:cubicBezTo>
                      <a:pt x="28" y="69"/>
                      <a:pt x="28" y="69"/>
                      <a:pt x="28" y="69"/>
                    </a:cubicBezTo>
                    <a:cubicBezTo>
                      <a:pt x="28" y="69"/>
                      <a:pt x="27" y="68"/>
                      <a:pt x="27" y="68"/>
                    </a:cubicBezTo>
                    <a:cubicBezTo>
                      <a:pt x="27" y="67"/>
                      <a:pt x="27" y="67"/>
                      <a:pt x="27" y="67"/>
                    </a:cubicBezTo>
                    <a:cubicBezTo>
                      <a:pt x="27" y="66"/>
                      <a:pt x="27" y="66"/>
                      <a:pt x="27" y="65"/>
                    </a:cubicBezTo>
                    <a:cubicBezTo>
                      <a:pt x="27" y="64"/>
                      <a:pt x="27" y="64"/>
                      <a:pt x="27" y="64"/>
                    </a:cubicBezTo>
                    <a:cubicBezTo>
                      <a:pt x="27" y="63"/>
                      <a:pt x="27" y="63"/>
                      <a:pt x="27" y="63"/>
                    </a:cubicBezTo>
                    <a:cubicBezTo>
                      <a:pt x="58" y="63"/>
                      <a:pt x="58" y="63"/>
                      <a:pt x="58" y="63"/>
                    </a:cubicBezTo>
                    <a:lnTo>
                      <a:pt x="58" y="83"/>
                    </a:lnTo>
                    <a:close/>
                    <a:moveTo>
                      <a:pt x="58" y="60"/>
                    </a:moveTo>
                    <a:cubicBezTo>
                      <a:pt x="27" y="60"/>
                      <a:pt x="27" y="60"/>
                      <a:pt x="27" y="60"/>
                    </a:cubicBezTo>
                    <a:cubicBezTo>
                      <a:pt x="27" y="60"/>
                      <a:pt x="27" y="59"/>
                      <a:pt x="27" y="59"/>
                    </a:cubicBezTo>
                    <a:cubicBezTo>
                      <a:pt x="27" y="59"/>
                      <a:pt x="27" y="58"/>
                      <a:pt x="27" y="58"/>
                    </a:cubicBezTo>
                    <a:cubicBezTo>
                      <a:pt x="27" y="57"/>
                      <a:pt x="27" y="57"/>
                      <a:pt x="27" y="56"/>
                    </a:cubicBezTo>
                    <a:cubicBezTo>
                      <a:pt x="27" y="56"/>
                      <a:pt x="27" y="55"/>
                      <a:pt x="27" y="55"/>
                    </a:cubicBezTo>
                    <a:cubicBezTo>
                      <a:pt x="27" y="54"/>
                      <a:pt x="27" y="54"/>
                      <a:pt x="27" y="53"/>
                    </a:cubicBezTo>
                    <a:cubicBezTo>
                      <a:pt x="28" y="52"/>
                      <a:pt x="28" y="52"/>
                      <a:pt x="28" y="52"/>
                    </a:cubicBezTo>
                    <a:cubicBezTo>
                      <a:pt x="28" y="51"/>
                      <a:pt x="28" y="50"/>
                      <a:pt x="28" y="49"/>
                    </a:cubicBezTo>
                    <a:cubicBezTo>
                      <a:pt x="28" y="49"/>
                      <a:pt x="28" y="49"/>
                      <a:pt x="28" y="49"/>
                    </a:cubicBezTo>
                    <a:cubicBezTo>
                      <a:pt x="28" y="48"/>
                      <a:pt x="28" y="47"/>
                      <a:pt x="28" y="47"/>
                    </a:cubicBezTo>
                    <a:cubicBezTo>
                      <a:pt x="29" y="46"/>
                      <a:pt x="29" y="46"/>
                      <a:pt x="29" y="46"/>
                    </a:cubicBezTo>
                    <a:cubicBezTo>
                      <a:pt x="29" y="45"/>
                      <a:pt x="29" y="45"/>
                      <a:pt x="29" y="44"/>
                    </a:cubicBezTo>
                    <a:cubicBezTo>
                      <a:pt x="29" y="44"/>
                      <a:pt x="29" y="43"/>
                      <a:pt x="29" y="43"/>
                    </a:cubicBezTo>
                    <a:cubicBezTo>
                      <a:pt x="29" y="42"/>
                      <a:pt x="30" y="42"/>
                      <a:pt x="30" y="41"/>
                    </a:cubicBezTo>
                    <a:cubicBezTo>
                      <a:pt x="30" y="41"/>
                      <a:pt x="30" y="40"/>
                      <a:pt x="30" y="40"/>
                    </a:cubicBezTo>
                    <a:cubicBezTo>
                      <a:pt x="30" y="39"/>
                      <a:pt x="30" y="39"/>
                      <a:pt x="30" y="39"/>
                    </a:cubicBezTo>
                    <a:cubicBezTo>
                      <a:pt x="58" y="39"/>
                      <a:pt x="58" y="39"/>
                      <a:pt x="58" y="39"/>
                    </a:cubicBezTo>
                    <a:lnTo>
                      <a:pt x="58" y="60"/>
                    </a:lnTo>
                    <a:close/>
                    <a:moveTo>
                      <a:pt x="58" y="22"/>
                    </a:moveTo>
                    <a:cubicBezTo>
                      <a:pt x="58" y="36"/>
                      <a:pt x="58" y="36"/>
                      <a:pt x="58" y="36"/>
                    </a:cubicBezTo>
                    <a:cubicBezTo>
                      <a:pt x="31" y="36"/>
                      <a:pt x="31" y="36"/>
                      <a:pt x="31" y="36"/>
                    </a:cubicBezTo>
                    <a:cubicBezTo>
                      <a:pt x="31" y="35"/>
                      <a:pt x="31" y="35"/>
                      <a:pt x="31" y="35"/>
                    </a:cubicBezTo>
                    <a:cubicBezTo>
                      <a:pt x="32" y="35"/>
                      <a:pt x="32" y="35"/>
                      <a:pt x="32" y="35"/>
                    </a:cubicBezTo>
                    <a:cubicBezTo>
                      <a:pt x="32" y="34"/>
                      <a:pt x="32" y="34"/>
                      <a:pt x="32" y="33"/>
                    </a:cubicBezTo>
                    <a:cubicBezTo>
                      <a:pt x="33" y="32"/>
                      <a:pt x="33" y="32"/>
                      <a:pt x="33" y="32"/>
                    </a:cubicBezTo>
                    <a:cubicBezTo>
                      <a:pt x="33" y="32"/>
                      <a:pt x="33" y="31"/>
                      <a:pt x="33" y="31"/>
                    </a:cubicBezTo>
                    <a:cubicBezTo>
                      <a:pt x="34" y="30"/>
                      <a:pt x="34" y="30"/>
                      <a:pt x="34" y="30"/>
                    </a:cubicBezTo>
                    <a:cubicBezTo>
                      <a:pt x="34" y="29"/>
                      <a:pt x="34" y="29"/>
                      <a:pt x="34" y="28"/>
                    </a:cubicBezTo>
                    <a:cubicBezTo>
                      <a:pt x="35" y="27"/>
                      <a:pt x="35" y="27"/>
                      <a:pt x="35" y="27"/>
                    </a:cubicBezTo>
                    <a:cubicBezTo>
                      <a:pt x="35" y="27"/>
                      <a:pt x="35" y="26"/>
                      <a:pt x="36" y="25"/>
                    </a:cubicBezTo>
                    <a:cubicBezTo>
                      <a:pt x="36" y="25"/>
                      <a:pt x="36" y="25"/>
                      <a:pt x="36" y="25"/>
                    </a:cubicBezTo>
                    <a:cubicBezTo>
                      <a:pt x="36" y="24"/>
                      <a:pt x="37" y="23"/>
                      <a:pt x="37" y="23"/>
                    </a:cubicBezTo>
                    <a:cubicBezTo>
                      <a:pt x="37" y="22"/>
                      <a:pt x="37" y="22"/>
                      <a:pt x="37" y="22"/>
                    </a:cubicBezTo>
                    <a:cubicBezTo>
                      <a:pt x="38" y="21"/>
                      <a:pt x="38" y="21"/>
                      <a:pt x="38" y="20"/>
                    </a:cubicBezTo>
                    <a:cubicBezTo>
                      <a:pt x="39" y="20"/>
                      <a:pt x="39" y="20"/>
                      <a:pt x="39" y="20"/>
                    </a:cubicBezTo>
                    <a:cubicBezTo>
                      <a:pt x="39" y="19"/>
                      <a:pt x="39" y="19"/>
                      <a:pt x="39" y="19"/>
                    </a:cubicBezTo>
                    <a:cubicBezTo>
                      <a:pt x="40" y="19"/>
                      <a:pt x="40" y="19"/>
                      <a:pt x="40" y="19"/>
                    </a:cubicBezTo>
                    <a:cubicBezTo>
                      <a:pt x="40" y="19"/>
                      <a:pt x="41" y="19"/>
                      <a:pt x="41" y="19"/>
                    </a:cubicBezTo>
                    <a:cubicBezTo>
                      <a:pt x="42" y="19"/>
                      <a:pt x="42" y="20"/>
                      <a:pt x="43" y="20"/>
                    </a:cubicBezTo>
                    <a:cubicBezTo>
                      <a:pt x="44" y="20"/>
                      <a:pt x="44" y="20"/>
                      <a:pt x="44" y="20"/>
                    </a:cubicBezTo>
                    <a:cubicBezTo>
                      <a:pt x="45" y="20"/>
                      <a:pt x="45" y="20"/>
                      <a:pt x="46" y="21"/>
                    </a:cubicBezTo>
                    <a:cubicBezTo>
                      <a:pt x="47" y="21"/>
                      <a:pt x="47" y="21"/>
                      <a:pt x="47" y="21"/>
                    </a:cubicBezTo>
                    <a:cubicBezTo>
                      <a:pt x="47" y="21"/>
                      <a:pt x="48" y="21"/>
                      <a:pt x="49" y="21"/>
                    </a:cubicBezTo>
                    <a:cubicBezTo>
                      <a:pt x="49" y="21"/>
                      <a:pt x="49" y="21"/>
                      <a:pt x="49" y="21"/>
                    </a:cubicBezTo>
                    <a:cubicBezTo>
                      <a:pt x="50" y="21"/>
                      <a:pt x="51" y="22"/>
                      <a:pt x="52" y="22"/>
                    </a:cubicBezTo>
                    <a:cubicBezTo>
                      <a:pt x="52" y="22"/>
                      <a:pt x="52" y="22"/>
                      <a:pt x="52" y="22"/>
                    </a:cubicBezTo>
                    <a:cubicBezTo>
                      <a:pt x="53" y="22"/>
                      <a:pt x="54" y="22"/>
                      <a:pt x="54" y="22"/>
                    </a:cubicBezTo>
                    <a:cubicBezTo>
                      <a:pt x="55" y="22"/>
                      <a:pt x="55" y="22"/>
                      <a:pt x="55" y="22"/>
                    </a:cubicBezTo>
                    <a:cubicBezTo>
                      <a:pt x="56" y="22"/>
                      <a:pt x="56" y="22"/>
                      <a:pt x="57" y="22"/>
                    </a:cubicBezTo>
                    <a:cubicBezTo>
                      <a:pt x="58" y="22"/>
                      <a:pt x="58" y="22"/>
                      <a:pt x="58" y="22"/>
                    </a:cubicBezTo>
                    <a:cubicBezTo>
                      <a:pt x="58" y="22"/>
                      <a:pt x="58" y="22"/>
                      <a:pt x="58" y="22"/>
                    </a:cubicBezTo>
                    <a:close/>
                    <a:moveTo>
                      <a:pt x="58" y="19"/>
                    </a:moveTo>
                    <a:cubicBezTo>
                      <a:pt x="58" y="19"/>
                      <a:pt x="58" y="19"/>
                      <a:pt x="58" y="19"/>
                    </a:cubicBezTo>
                    <a:cubicBezTo>
                      <a:pt x="57" y="19"/>
                      <a:pt x="57" y="19"/>
                      <a:pt x="57" y="19"/>
                    </a:cubicBezTo>
                    <a:cubicBezTo>
                      <a:pt x="56" y="19"/>
                      <a:pt x="56" y="19"/>
                      <a:pt x="55" y="19"/>
                    </a:cubicBezTo>
                    <a:cubicBezTo>
                      <a:pt x="55" y="19"/>
                      <a:pt x="55" y="19"/>
                      <a:pt x="55" y="19"/>
                    </a:cubicBezTo>
                    <a:cubicBezTo>
                      <a:pt x="54" y="19"/>
                      <a:pt x="53" y="18"/>
                      <a:pt x="53" y="18"/>
                    </a:cubicBezTo>
                    <a:cubicBezTo>
                      <a:pt x="52" y="18"/>
                      <a:pt x="52" y="18"/>
                      <a:pt x="52" y="18"/>
                    </a:cubicBezTo>
                    <a:cubicBezTo>
                      <a:pt x="52" y="18"/>
                      <a:pt x="51" y="18"/>
                      <a:pt x="50" y="18"/>
                    </a:cubicBezTo>
                    <a:cubicBezTo>
                      <a:pt x="49" y="18"/>
                      <a:pt x="49" y="18"/>
                      <a:pt x="49" y="18"/>
                    </a:cubicBezTo>
                    <a:cubicBezTo>
                      <a:pt x="49" y="18"/>
                      <a:pt x="48" y="18"/>
                      <a:pt x="47" y="17"/>
                    </a:cubicBezTo>
                    <a:cubicBezTo>
                      <a:pt x="47" y="17"/>
                      <a:pt x="47" y="17"/>
                      <a:pt x="47" y="17"/>
                    </a:cubicBezTo>
                    <a:cubicBezTo>
                      <a:pt x="46" y="17"/>
                      <a:pt x="46" y="17"/>
                      <a:pt x="45" y="17"/>
                    </a:cubicBezTo>
                    <a:cubicBezTo>
                      <a:pt x="44" y="17"/>
                      <a:pt x="44" y="17"/>
                      <a:pt x="44" y="17"/>
                    </a:cubicBezTo>
                    <a:cubicBezTo>
                      <a:pt x="44" y="16"/>
                      <a:pt x="43" y="16"/>
                      <a:pt x="42" y="16"/>
                    </a:cubicBezTo>
                    <a:cubicBezTo>
                      <a:pt x="42" y="16"/>
                      <a:pt x="42" y="16"/>
                      <a:pt x="42" y="16"/>
                    </a:cubicBezTo>
                    <a:cubicBezTo>
                      <a:pt x="41" y="16"/>
                      <a:pt x="41" y="16"/>
                      <a:pt x="41" y="16"/>
                    </a:cubicBezTo>
                    <a:cubicBezTo>
                      <a:pt x="41" y="15"/>
                      <a:pt x="41" y="15"/>
                      <a:pt x="41" y="15"/>
                    </a:cubicBezTo>
                    <a:cubicBezTo>
                      <a:pt x="42" y="15"/>
                      <a:pt x="42" y="15"/>
                      <a:pt x="42" y="15"/>
                    </a:cubicBezTo>
                    <a:cubicBezTo>
                      <a:pt x="42" y="14"/>
                      <a:pt x="42" y="14"/>
                      <a:pt x="42" y="14"/>
                    </a:cubicBezTo>
                    <a:cubicBezTo>
                      <a:pt x="42" y="14"/>
                      <a:pt x="42" y="14"/>
                      <a:pt x="42" y="14"/>
                    </a:cubicBezTo>
                    <a:cubicBezTo>
                      <a:pt x="43" y="13"/>
                      <a:pt x="43" y="13"/>
                      <a:pt x="43" y="13"/>
                    </a:cubicBezTo>
                    <a:cubicBezTo>
                      <a:pt x="43" y="13"/>
                      <a:pt x="43" y="13"/>
                      <a:pt x="43" y="13"/>
                    </a:cubicBezTo>
                    <a:cubicBezTo>
                      <a:pt x="44" y="12"/>
                      <a:pt x="44" y="12"/>
                      <a:pt x="44" y="12"/>
                    </a:cubicBezTo>
                    <a:cubicBezTo>
                      <a:pt x="44" y="11"/>
                      <a:pt x="44" y="11"/>
                      <a:pt x="44" y="11"/>
                    </a:cubicBezTo>
                    <a:cubicBezTo>
                      <a:pt x="44" y="11"/>
                      <a:pt x="44" y="11"/>
                      <a:pt x="44" y="11"/>
                    </a:cubicBezTo>
                    <a:cubicBezTo>
                      <a:pt x="45" y="10"/>
                      <a:pt x="45" y="10"/>
                      <a:pt x="45" y="10"/>
                    </a:cubicBezTo>
                    <a:cubicBezTo>
                      <a:pt x="45" y="10"/>
                      <a:pt x="45" y="10"/>
                      <a:pt x="45" y="10"/>
                    </a:cubicBezTo>
                    <a:cubicBezTo>
                      <a:pt x="45" y="10"/>
                      <a:pt x="45" y="10"/>
                      <a:pt x="45" y="10"/>
                    </a:cubicBezTo>
                    <a:cubicBezTo>
                      <a:pt x="46" y="9"/>
                      <a:pt x="46" y="9"/>
                      <a:pt x="46" y="9"/>
                    </a:cubicBezTo>
                    <a:cubicBezTo>
                      <a:pt x="46" y="9"/>
                      <a:pt x="46" y="9"/>
                      <a:pt x="46" y="9"/>
                    </a:cubicBezTo>
                    <a:cubicBezTo>
                      <a:pt x="46" y="8"/>
                      <a:pt x="46" y="8"/>
                      <a:pt x="46" y="8"/>
                    </a:cubicBezTo>
                    <a:cubicBezTo>
                      <a:pt x="47" y="8"/>
                      <a:pt x="47" y="8"/>
                      <a:pt x="47" y="8"/>
                    </a:cubicBezTo>
                    <a:cubicBezTo>
                      <a:pt x="47" y="7"/>
                      <a:pt x="47" y="7"/>
                      <a:pt x="47" y="7"/>
                    </a:cubicBezTo>
                    <a:cubicBezTo>
                      <a:pt x="47" y="7"/>
                      <a:pt x="47" y="7"/>
                      <a:pt x="47" y="7"/>
                    </a:cubicBezTo>
                    <a:cubicBezTo>
                      <a:pt x="48" y="7"/>
                      <a:pt x="48" y="7"/>
                      <a:pt x="48" y="7"/>
                    </a:cubicBezTo>
                    <a:cubicBezTo>
                      <a:pt x="48" y="7"/>
                      <a:pt x="48" y="7"/>
                      <a:pt x="48" y="7"/>
                    </a:cubicBezTo>
                    <a:cubicBezTo>
                      <a:pt x="48" y="6"/>
                      <a:pt x="48" y="6"/>
                      <a:pt x="48" y="6"/>
                    </a:cubicBezTo>
                    <a:cubicBezTo>
                      <a:pt x="48" y="6"/>
                      <a:pt x="48" y="6"/>
                      <a:pt x="48" y="6"/>
                    </a:cubicBezTo>
                    <a:cubicBezTo>
                      <a:pt x="49" y="5"/>
                      <a:pt x="49" y="5"/>
                      <a:pt x="49" y="5"/>
                    </a:cubicBezTo>
                    <a:cubicBezTo>
                      <a:pt x="52" y="4"/>
                      <a:pt x="55" y="4"/>
                      <a:pt x="58" y="4"/>
                    </a:cubicBezTo>
                    <a:lnTo>
                      <a:pt x="58" y="19"/>
                    </a:lnTo>
                    <a:close/>
                    <a:moveTo>
                      <a:pt x="90" y="15"/>
                    </a:moveTo>
                    <a:cubicBezTo>
                      <a:pt x="91" y="14"/>
                      <a:pt x="91" y="14"/>
                      <a:pt x="92" y="14"/>
                    </a:cubicBezTo>
                    <a:cubicBezTo>
                      <a:pt x="92" y="14"/>
                      <a:pt x="92" y="14"/>
                      <a:pt x="92" y="14"/>
                    </a:cubicBezTo>
                    <a:cubicBezTo>
                      <a:pt x="100" y="19"/>
                      <a:pt x="107" y="27"/>
                      <a:pt x="111" y="36"/>
                    </a:cubicBezTo>
                    <a:cubicBezTo>
                      <a:pt x="92" y="36"/>
                      <a:pt x="92" y="36"/>
                      <a:pt x="92" y="36"/>
                    </a:cubicBezTo>
                    <a:cubicBezTo>
                      <a:pt x="92" y="36"/>
                      <a:pt x="92" y="36"/>
                      <a:pt x="92" y="36"/>
                    </a:cubicBezTo>
                    <a:cubicBezTo>
                      <a:pt x="92" y="35"/>
                      <a:pt x="92" y="35"/>
                      <a:pt x="92" y="35"/>
                    </a:cubicBezTo>
                    <a:cubicBezTo>
                      <a:pt x="91" y="34"/>
                      <a:pt x="91" y="34"/>
                      <a:pt x="91" y="34"/>
                    </a:cubicBezTo>
                    <a:cubicBezTo>
                      <a:pt x="91" y="33"/>
                      <a:pt x="91" y="33"/>
                      <a:pt x="91" y="32"/>
                    </a:cubicBezTo>
                    <a:cubicBezTo>
                      <a:pt x="90" y="31"/>
                      <a:pt x="90" y="31"/>
                      <a:pt x="90" y="31"/>
                    </a:cubicBezTo>
                    <a:cubicBezTo>
                      <a:pt x="90" y="31"/>
                      <a:pt x="90" y="30"/>
                      <a:pt x="90" y="30"/>
                    </a:cubicBezTo>
                    <a:cubicBezTo>
                      <a:pt x="89" y="29"/>
                      <a:pt x="89" y="29"/>
                      <a:pt x="89" y="28"/>
                    </a:cubicBezTo>
                    <a:cubicBezTo>
                      <a:pt x="89" y="28"/>
                      <a:pt x="88" y="27"/>
                      <a:pt x="88" y="27"/>
                    </a:cubicBezTo>
                    <a:cubicBezTo>
                      <a:pt x="88" y="25"/>
                      <a:pt x="88" y="25"/>
                      <a:pt x="88" y="25"/>
                    </a:cubicBezTo>
                    <a:cubicBezTo>
                      <a:pt x="87" y="25"/>
                      <a:pt x="87" y="25"/>
                      <a:pt x="87" y="24"/>
                    </a:cubicBezTo>
                    <a:cubicBezTo>
                      <a:pt x="87" y="24"/>
                      <a:pt x="86" y="23"/>
                      <a:pt x="86" y="23"/>
                    </a:cubicBezTo>
                    <a:cubicBezTo>
                      <a:pt x="86" y="22"/>
                      <a:pt x="86" y="22"/>
                      <a:pt x="86" y="22"/>
                    </a:cubicBezTo>
                    <a:cubicBezTo>
                      <a:pt x="85" y="20"/>
                      <a:pt x="85" y="20"/>
                      <a:pt x="85" y="20"/>
                    </a:cubicBezTo>
                    <a:cubicBezTo>
                      <a:pt x="85" y="20"/>
                      <a:pt x="84" y="20"/>
                      <a:pt x="84" y="19"/>
                    </a:cubicBezTo>
                    <a:cubicBezTo>
                      <a:pt x="83" y="18"/>
                      <a:pt x="83" y="18"/>
                      <a:pt x="83" y="18"/>
                    </a:cubicBezTo>
                    <a:cubicBezTo>
                      <a:pt x="83" y="18"/>
                      <a:pt x="83" y="18"/>
                      <a:pt x="83" y="18"/>
                    </a:cubicBezTo>
                    <a:cubicBezTo>
                      <a:pt x="83" y="18"/>
                      <a:pt x="83" y="18"/>
                      <a:pt x="83" y="18"/>
                    </a:cubicBezTo>
                    <a:cubicBezTo>
                      <a:pt x="83" y="18"/>
                      <a:pt x="83" y="18"/>
                      <a:pt x="83" y="18"/>
                    </a:cubicBezTo>
                    <a:cubicBezTo>
                      <a:pt x="84" y="17"/>
                      <a:pt x="84" y="17"/>
                      <a:pt x="84" y="17"/>
                    </a:cubicBezTo>
                    <a:cubicBezTo>
                      <a:pt x="85" y="17"/>
                      <a:pt x="85" y="17"/>
                      <a:pt x="85" y="17"/>
                    </a:cubicBezTo>
                    <a:cubicBezTo>
                      <a:pt x="85" y="17"/>
                      <a:pt x="86" y="17"/>
                      <a:pt x="87" y="16"/>
                    </a:cubicBezTo>
                    <a:cubicBezTo>
                      <a:pt x="87" y="16"/>
                      <a:pt x="87" y="16"/>
                      <a:pt x="87" y="16"/>
                    </a:cubicBezTo>
                    <a:cubicBezTo>
                      <a:pt x="88" y="16"/>
                      <a:pt x="89" y="15"/>
                      <a:pt x="90" y="15"/>
                    </a:cubicBezTo>
                    <a:close/>
                    <a:moveTo>
                      <a:pt x="89" y="11"/>
                    </a:moveTo>
                    <a:cubicBezTo>
                      <a:pt x="89" y="12"/>
                      <a:pt x="89" y="12"/>
                      <a:pt x="89" y="12"/>
                    </a:cubicBezTo>
                    <a:cubicBezTo>
                      <a:pt x="88" y="12"/>
                      <a:pt x="88" y="12"/>
                      <a:pt x="88" y="12"/>
                    </a:cubicBezTo>
                    <a:cubicBezTo>
                      <a:pt x="88" y="12"/>
                      <a:pt x="87" y="12"/>
                      <a:pt x="86" y="13"/>
                    </a:cubicBezTo>
                    <a:cubicBezTo>
                      <a:pt x="85" y="13"/>
                      <a:pt x="85" y="13"/>
                      <a:pt x="85" y="13"/>
                    </a:cubicBezTo>
                    <a:cubicBezTo>
                      <a:pt x="85" y="13"/>
                      <a:pt x="84" y="14"/>
                      <a:pt x="83" y="14"/>
                    </a:cubicBezTo>
                    <a:cubicBezTo>
                      <a:pt x="83" y="14"/>
                      <a:pt x="83" y="14"/>
                      <a:pt x="83" y="14"/>
                    </a:cubicBezTo>
                    <a:cubicBezTo>
                      <a:pt x="82" y="14"/>
                      <a:pt x="82" y="14"/>
                      <a:pt x="81" y="15"/>
                    </a:cubicBezTo>
                    <a:cubicBezTo>
                      <a:pt x="81" y="14"/>
                      <a:pt x="80" y="13"/>
                      <a:pt x="80" y="12"/>
                    </a:cubicBezTo>
                    <a:cubicBezTo>
                      <a:pt x="80" y="12"/>
                      <a:pt x="80" y="12"/>
                      <a:pt x="80" y="12"/>
                    </a:cubicBezTo>
                    <a:cubicBezTo>
                      <a:pt x="79" y="11"/>
                      <a:pt x="79" y="11"/>
                      <a:pt x="79" y="11"/>
                    </a:cubicBezTo>
                    <a:cubicBezTo>
                      <a:pt x="79" y="10"/>
                      <a:pt x="79" y="10"/>
                      <a:pt x="79" y="10"/>
                    </a:cubicBezTo>
                    <a:cubicBezTo>
                      <a:pt x="78" y="10"/>
                      <a:pt x="78" y="10"/>
                      <a:pt x="78" y="10"/>
                    </a:cubicBezTo>
                    <a:cubicBezTo>
                      <a:pt x="78" y="9"/>
                      <a:pt x="78" y="9"/>
                      <a:pt x="78" y="9"/>
                    </a:cubicBezTo>
                    <a:cubicBezTo>
                      <a:pt x="78" y="9"/>
                      <a:pt x="78" y="9"/>
                      <a:pt x="78" y="9"/>
                    </a:cubicBezTo>
                    <a:cubicBezTo>
                      <a:pt x="77" y="8"/>
                      <a:pt x="77" y="8"/>
                      <a:pt x="77" y="8"/>
                    </a:cubicBezTo>
                    <a:cubicBezTo>
                      <a:pt x="77" y="8"/>
                      <a:pt x="77" y="8"/>
                      <a:pt x="77" y="8"/>
                    </a:cubicBezTo>
                    <a:cubicBezTo>
                      <a:pt x="76" y="7"/>
                      <a:pt x="76" y="7"/>
                      <a:pt x="76" y="7"/>
                    </a:cubicBezTo>
                    <a:cubicBezTo>
                      <a:pt x="76" y="7"/>
                      <a:pt x="76" y="7"/>
                      <a:pt x="76" y="7"/>
                    </a:cubicBezTo>
                    <a:cubicBezTo>
                      <a:pt x="76" y="6"/>
                      <a:pt x="76" y="6"/>
                      <a:pt x="76" y="6"/>
                    </a:cubicBezTo>
                    <a:cubicBezTo>
                      <a:pt x="76" y="6"/>
                      <a:pt x="76" y="6"/>
                      <a:pt x="76" y="6"/>
                    </a:cubicBezTo>
                    <a:cubicBezTo>
                      <a:pt x="75" y="6"/>
                      <a:pt x="75" y="6"/>
                      <a:pt x="75" y="6"/>
                    </a:cubicBezTo>
                    <a:cubicBezTo>
                      <a:pt x="80" y="7"/>
                      <a:pt x="85" y="9"/>
                      <a:pt x="89" y="11"/>
                    </a:cubicBezTo>
                    <a:close/>
                    <a:moveTo>
                      <a:pt x="62" y="4"/>
                    </a:moveTo>
                    <a:cubicBezTo>
                      <a:pt x="65" y="4"/>
                      <a:pt x="67" y="4"/>
                      <a:pt x="70" y="5"/>
                    </a:cubicBezTo>
                    <a:cubicBezTo>
                      <a:pt x="71" y="6"/>
                      <a:pt x="72" y="7"/>
                      <a:pt x="74" y="10"/>
                    </a:cubicBezTo>
                    <a:cubicBezTo>
                      <a:pt x="74" y="10"/>
                      <a:pt x="74" y="10"/>
                      <a:pt x="74" y="10"/>
                    </a:cubicBezTo>
                    <a:cubicBezTo>
                      <a:pt x="75" y="11"/>
                      <a:pt x="75" y="11"/>
                      <a:pt x="75" y="11"/>
                    </a:cubicBezTo>
                    <a:cubicBezTo>
                      <a:pt x="75" y="11"/>
                      <a:pt x="75" y="11"/>
                      <a:pt x="75" y="11"/>
                    </a:cubicBezTo>
                    <a:cubicBezTo>
                      <a:pt x="75" y="12"/>
                      <a:pt x="75" y="12"/>
                      <a:pt x="75" y="12"/>
                    </a:cubicBezTo>
                    <a:cubicBezTo>
                      <a:pt x="75" y="12"/>
                      <a:pt x="75" y="12"/>
                      <a:pt x="75" y="12"/>
                    </a:cubicBezTo>
                    <a:cubicBezTo>
                      <a:pt x="76" y="13"/>
                      <a:pt x="76" y="13"/>
                      <a:pt x="76" y="13"/>
                    </a:cubicBezTo>
                    <a:cubicBezTo>
                      <a:pt x="76" y="13"/>
                      <a:pt x="76" y="13"/>
                      <a:pt x="76" y="13"/>
                    </a:cubicBezTo>
                    <a:cubicBezTo>
                      <a:pt x="77" y="14"/>
                      <a:pt x="77" y="14"/>
                      <a:pt x="77" y="14"/>
                    </a:cubicBezTo>
                    <a:cubicBezTo>
                      <a:pt x="77" y="14"/>
                      <a:pt x="77" y="14"/>
                      <a:pt x="77" y="14"/>
                    </a:cubicBezTo>
                    <a:cubicBezTo>
                      <a:pt x="77" y="15"/>
                      <a:pt x="77" y="15"/>
                      <a:pt x="77" y="15"/>
                    </a:cubicBezTo>
                    <a:cubicBezTo>
                      <a:pt x="78" y="15"/>
                      <a:pt x="78" y="15"/>
                      <a:pt x="78" y="15"/>
                    </a:cubicBezTo>
                    <a:cubicBezTo>
                      <a:pt x="78" y="16"/>
                      <a:pt x="78" y="16"/>
                      <a:pt x="78" y="16"/>
                    </a:cubicBezTo>
                    <a:cubicBezTo>
                      <a:pt x="78" y="16"/>
                      <a:pt x="78" y="16"/>
                      <a:pt x="78" y="16"/>
                    </a:cubicBezTo>
                    <a:cubicBezTo>
                      <a:pt x="77" y="16"/>
                      <a:pt x="77" y="16"/>
                      <a:pt x="77" y="16"/>
                    </a:cubicBezTo>
                    <a:cubicBezTo>
                      <a:pt x="76" y="16"/>
                      <a:pt x="76" y="16"/>
                      <a:pt x="75" y="17"/>
                    </a:cubicBezTo>
                    <a:cubicBezTo>
                      <a:pt x="74" y="17"/>
                      <a:pt x="74" y="17"/>
                      <a:pt x="74" y="17"/>
                    </a:cubicBezTo>
                    <a:cubicBezTo>
                      <a:pt x="74" y="17"/>
                      <a:pt x="73" y="17"/>
                      <a:pt x="73" y="17"/>
                    </a:cubicBezTo>
                    <a:cubicBezTo>
                      <a:pt x="72" y="17"/>
                      <a:pt x="72" y="17"/>
                      <a:pt x="72" y="17"/>
                    </a:cubicBezTo>
                    <a:cubicBezTo>
                      <a:pt x="71" y="18"/>
                      <a:pt x="71" y="18"/>
                      <a:pt x="70" y="18"/>
                    </a:cubicBezTo>
                    <a:cubicBezTo>
                      <a:pt x="70" y="18"/>
                      <a:pt x="70" y="18"/>
                      <a:pt x="70" y="18"/>
                    </a:cubicBezTo>
                    <a:cubicBezTo>
                      <a:pt x="69" y="18"/>
                      <a:pt x="68" y="18"/>
                      <a:pt x="67" y="18"/>
                    </a:cubicBezTo>
                    <a:cubicBezTo>
                      <a:pt x="67" y="18"/>
                      <a:pt x="67" y="18"/>
                      <a:pt x="67" y="18"/>
                    </a:cubicBezTo>
                    <a:cubicBezTo>
                      <a:pt x="66" y="18"/>
                      <a:pt x="66" y="18"/>
                      <a:pt x="65" y="19"/>
                    </a:cubicBezTo>
                    <a:cubicBezTo>
                      <a:pt x="64" y="19"/>
                      <a:pt x="64" y="19"/>
                      <a:pt x="64" y="19"/>
                    </a:cubicBezTo>
                    <a:cubicBezTo>
                      <a:pt x="64" y="19"/>
                      <a:pt x="63" y="19"/>
                      <a:pt x="63" y="19"/>
                    </a:cubicBezTo>
                    <a:cubicBezTo>
                      <a:pt x="62" y="19"/>
                      <a:pt x="62" y="19"/>
                      <a:pt x="62" y="19"/>
                    </a:cubicBezTo>
                    <a:cubicBezTo>
                      <a:pt x="62" y="19"/>
                      <a:pt x="62" y="19"/>
                      <a:pt x="62" y="19"/>
                    </a:cubicBezTo>
                    <a:lnTo>
                      <a:pt x="62" y="4"/>
                    </a:lnTo>
                    <a:close/>
                    <a:moveTo>
                      <a:pt x="62" y="22"/>
                    </a:moveTo>
                    <a:cubicBezTo>
                      <a:pt x="62" y="22"/>
                      <a:pt x="62" y="22"/>
                      <a:pt x="62" y="22"/>
                    </a:cubicBezTo>
                    <a:cubicBezTo>
                      <a:pt x="62" y="22"/>
                      <a:pt x="62" y="22"/>
                      <a:pt x="62" y="22"/>
                    </a:cubicBezTo>
                    <a:cubicBezTo>
                      <a:pt x="63" y="22"/>
                      <a:pt x="63" y="22"/>
                      <a:pt x="63" y="22"/>
                    </a:cubicBezTo>
                    <a:cubicBezTo>
                      <a:pt x="64" y="22"/>
                      <a:pt x="64" y="22"/>
                      <a:pt x="65" y="22"/>
                    </a:cubicBezTo>
                    <a:cubicBezTo>
                      <a:pt x="66" y="22"/>
                      <a:pt x="66" y="22"/>
                      <a:pt x="66" y="22"/>
                    </a:cubicBezTo>
                    <a:cubicBezTo>
                      <a:pt x="66" y="22"/>
                      <a:pt x="67" y="22"/>
                      <a:pt x="67" y="22"/>
                    </a:cubicBezTo>
                    <a:cubicBezTo>
                      <a:pt x="68" y="22"/>
                      <a:pt x="68" y="22"/>
                      <a:pt x="68" y="22"/>
                    </a:cubicBezTo>
                    <a:cubicBezTo>
                      <a:pt x="69" y="22"/>
                      <a:pt x="69" y="21"/>
                      <a:pt x="70" y="21"/>
                    </a:cubicBezTo>
                    <a:cubicBezTo>
                      <a:pt x="71" y="21"/>
                      <a:pt x="71" y="21"/>
                      <a:pt x="71" y="21"/>
                    </a:cubicBezTo>
                    <a:cubicBezTo>
                      <a:pt x="71" y="21"/>
                      <a:pt x="72" y="21"/>
                      <a:pt x="73" y="21"/>
                    </a:cubicBezTo>
                    <a:cubicBezTo>
                      <a:pt x="73" y="21"/>
                      <a:pt x="73" y="21"/>
                      <a:pt x="73" y="21"/>
                    </a:cubicBezTo>
                    <a:cubicBezTo>
                      <a:pt x="74" y="20"/>
                      <a:pt x="75" y="20"/>
                      <a:pt x="75" y="20"/>
                    </a:cubicBezTo>
                    <a:cubicBezTo>
                      <a:pt x="76" y="20"/>
                      <a:pt x="76" y="20"/>
                      <a:pt x="76" y="20"/>
                    </a:cubicBezTo>
                    <a:cubicBezTo>
                      <a:pt x="77" y="20"/>
                      <a:pt x="78" y="20"/>
                      <a:pt x="78" y="19"/>
                    </a:cubicBezTo>
                    <a:cubicBezTo>
                      <a:pt x="79" y="19"/>
                      <a:pt x="79" y="19"/>
                      <a:pt x="79" y="19"/>
                    </a:cubicBezTo>
                    <a:cubicBezTo>
                      <a:pt x="80" y="19"/>
                      <a:pt x="80" y="19"/>
                      <a:pt x="80" y="19"/>
                    </a:cubicBezTo>
                    <a:cubicBezTo>
                      <a:pt x="80" y="19"/>
                      <a:pt x="80" y="19"/>
                      <a:pt x="80" y="19"/>
                    </a:cubicBezTo>
                    <a:cubicBezTo>
                      <a:pt x="81" y="21"/>
                      <a:pt x="81" y="21"/>
                      <a:pt x="81" y="21"/>
                    </a:cubicBezTo>
                    <a:cubicBezTo>
                      <a:pt x="81" y="21"/>
                      <a:pt x="82" y="21"/>
                      <a:pt x="82" y="22"/>
                    </a:cubicBezTo>
                    <a:cubicBezTo>
                      <a:pt x="82" y="23"/>
                      <a:pt x="82" y="23"/>
                      <a:pt x="82" y="23"/>
                    </a:cubicBezTo>
                    <a:cubicBezTo>
                      <a:pt x="83" y="24"/>
                      <a:pt x="83" y="24"/>
                      <a:pt x="84" y="25"/>
                    </a:cubicBezTo>
                    <a:cubicBezTo>
                      <a:pt x="84" y="26"/>
                      <a:pt x="84" y="26"/>
                      <a:pt x="84" y="26"/>
                    </a:cubicBezTo>
                    <a:cubicBezTo>
                      <a:pt x="84" y="26"/>
                      <a:pt x="84" y="27"/>
                      <a:pt x="85" y="28"/>
                    </a:cubicBezTo>
                    <a:cubicBezTo>
                      <a:pt x="85" y="29"/>
                      <a:pt x="85" y="29"/>
                      <a:pt x="85" y="29"/>
                    </a:cubicBezTo>
                    <a:cubicBezTo>
                      <a:pt x="85" y="29"/>
                      <a:pt x="86" y="29"/>
                      <a:pt x="86" y="30"/>
                    </a:cubicBezTo>
                    <a:cubicBezTo>
                      <a:pt x="86" y="31"/>
                      <a:pt x="86" y="31"/>
                      <a:pt x="86" y="31"/>
                    </a:cubicBezTo>
                    <a:cubicBezTo>
                      <a:pt x="87" y="31"/>
                      <a:pt x="87" y="32"/>
                      <a:pt x="87" y="32"/>
                    </a:cubicBezTo>
                    <a:cubicBezTo>
                      <a:pt x="87" y="33"/>
                      <a:pt x="87" y="33"/>
                      <a:pt x="87" y="33"/>
                    </a:cubicBezTo>
                    <a:cubicBezTo>
                      <a:pt x="88" y="34"/>
                      <a:pt x="88" y="34"/>
                      <a:pt x="88" y="35"/>
                    </a:cubicBezTo>
                    <a:cubicBezTo>
                      <a:pt x="88" y="36"/>
                      <a:pt x="88" y="36"/>
                      <a:pt x="88" y="36"/>
                    </a:cubicBezTo>
                    <a:cubicBezTo>
                      <a:pt x="88" y="36"/>
                      <a:pt x="88" y="36"/>
                      <a:pt x="88" y="36"/>
                    </a:cubicBezTo>
                    <a:cubicBezTo>
                      <a:pt x="62" y="36"/>
                      <a:pt x="62" y="36"/>
                      <a:pt x="62" y="36"/>
                    </a:cubicBezTo>
                    <a:lnTo>
                      <a:pt x="62" y="22"/>
                    </a:lnTo>
                    <a:close/>
                    <a:moveTo>
                      <a:pt x="62" y="39"/>
                    </a:moveTo>
                    <a:cubicBezTo>
                      <a:pt x="90" y="39"/>
                      <a:pt x="90" y="39"/>
                      <a:pt x="90" y="39"/>
                    </a:cubicBezTo>
                    <a:cubicBezTo>
                      <a:pt x="90" y="40"/>
                      <a:pt x="90" y="40"/>
                      <a:pt x="90" y="40"/>
                    </a:cubicBezTo>
                    <a:cubicBezTo>
                      <a:pt x="90" y="41"/>
                      <a:pt x="90" y="41"/>
                      <a:pt x="91" y="41"/>
                    </a:cubicBezTo>
                    <a:cubicBezTo>
                      <a:pt x="91" y="42"/>
                      <a:pt x="91" y="42"/>
                      <a:pt x="91" y="43"/>
                    </a:cubicBezTo>
                    <a:cubicBezTo>
                      <a:pt x="91" y="43"/>
                      <a:pt x="91" y="44"/>
                      <a:pt x="91" y="44"/>
                    </a:cubicBezTo>
                    <a:cubicBezTo>
                      <a:pt x="91" y="45"/>
                      <a:pt x="92" y="45"/>
                      <a:pt x="92" y="45"/>
                    </a:cubicBezTo>
                    <a:cubicBezTo>
                      <a:pt x="82" y="46"/>
                      <a:pt x="74" y="52"/>
                      <a:pt x="71" y="60"/>
                    </a:cubicBezTo>
                    <a:cubicBezTo>
                      <a:pt x="62" y="60"/>
                      <a:pt x="62" y="60"/>
                      <a:pt x="62" y="60"/>
                    </a:cubicBezTo>
                    <a:lnTo>
                      <a:pt x="62" y="39"/>
                    </a:lnTo>
                    <a:close/>
                    <a:moveTo>
                      <a:pt x="62" y="63"/>
                    </a:moveTo>
                    <a:cubicBezTo>
                      <a:pt x="70" y="63"/>
                      <a:pt x="70" y="63"/>
                      <a:pt x="70" y="63"/>
                    </a:cubicBezTo>
                    <a:cubicBezTo>
                      <a:pt x="69" y="65"/>
                      <a:pt x="69" y="68"/>
                      <a:pt x="69" y="70"/>
                    </a:cubicBezTo>
                    <a:cubicBezTo>
                      <a:pt x="69" y="75"/>
                      <a:pt x="70" y="79"/>
                      <a:pt x="73" y="83"/>
                    </a:cubicBezTo>
                    <a:cubicBezTo>
                      <a:pt x="62" y="83"/>
                      <a:pt x="62" y="83"/>
                      <a:pt x="62" y="83"/>
                    </a:cubicBezTo>
                    <a:lnTo>
                      <a:pt x="62" y="63"/>
                    </a:lnTo>
                    <a:close/>
                    <a:moveTo>
                      <a:pt x="62" y="86"/>
                    </a:moveTo>
                    <a:cubicBezTo>
                      <a:pt x="75" y="86"/>
                      <a:pt x="75" y="86"/>
                      <a:pt x="75" y="86"/>
                    </a:cubicBezTo>
                    <a:cubicBezTo>
                      <a:pt x="78" y="89"/>
                      <a:pt x="81" y="91"/>
                      <a:pt x="85" y="93"/>
                    </a:cubicBezTo>
                    <a:cubicBezTo>
                      <a:pt x="84" y="93"/>
                      <a:pt x="84" y="93"/>
                      <a:pt x="84" y="93"/>
                    </a:cubicBezTo>
                    <a:cubicBezTo>
                      <a:pt x="84" y="94"/>
                      <a:pt x="84" y="94"/>
                      <a:pt x="84" y="94"/>
                    </a:cubicBezTo>
                    <a:cubicBezTo>
                      <a:pt x="84" y="94"/>
                      <a:pt x="83" y="95"/>
                      <a:pt x="83" y="96"/>
                    </a:cubicBezTo>
                    <a:cubicBezTo>
                      <a:pt x="83" y="96"/>
                      <a:pt x="83" y="96"/>
                      <a:pt x="83" y="96"/>
                    </a:cubicBezTo>
                    <a:cubicBezTo>
                      <a:pt x="82" y="97"/>
                      <a:pt x="82" y="98"/>
                      <a:pt x="82" y="98"/>
                    </a:cubicBezTo>
                    <a:cubicBezTo>
                      <a:pt x="81" y="99"/>
                      <a:pt x="81" y="99"/>
                      <a:pt x="81" y="99"/>
                    </a:cubicBezTo>
                    <a:cubicBezTo>
                      <a:pt x="81" y="99"/>
                      <a:pt x="81" y="100"/>
                      <a:pt x="80" y="101"/>
                    </a:cubicBezTo>
                    <a:cubicBezTo>
                      <a:pt x="80" y="101"/>
                      <a:pt x="80" y="101"/>
                      <a:pt x="80" y="101"/>
                    </a:cubicBezTo>
                    <a:cubicBezTo>
                      <a:pt x="79" y="102"/>
                      <a:pt x="79" y="102"/>
                      <a:pt x="79" y="102"/>
                    </a:cubicBezTo>
                    <a:cubicBezTo>
                      <a:pt x="79" y="102"/>
                      <a:pt x="79" y="102"/>
                      <a:pt x="79" y="102"/>
                    </a:cubicBezTo>
                    <a:cubicBezTo>
                      <a:pt x="78" y="102"/>
                      <a:pt x="78" y="102"/>
                      <a:pt x="77" y="102"/>
                    </a:cubicBezTo>
                    <a:cubicBezTo>
                      <a:pt x="77" y="102"/>
                      <a:pt x="77" y="102"/>
                      <a:pt x="76" y="101"/>
                    </a:cubicBezTo>
                    <a:cubicBezTo>
                      <a:pt x="75" y="101"/>
                      <a:pt x="75" y="101"/>
                      <a:pt x="75" y="101"/>
                    </a:cubicBezTo>
                    <a:cubicBezTo>
                      <a:pt x="75" y="101"/>
                      <a:pt x="74" y="101"/>
                      <a:pt x="73" y="101"/>
                    </a:cubicBezTo>
                    <a:cubicBezTo>
                      <a:pt x="73" y="101"/>
                      <a:pt x="73" y="101"/>
                      <a:pt x="73" y="101"/>
                    </a:cubicBezTo>
                    <a:cubicBezTo>
                      <a:pt x="72" y="101"/>
                      <a:pt x="71" y="101"/>
                      <a:pt x="70" y="100"/>
                    </a:cubicBezTo>
                    <a:cubicBezTo>
                      <a:pt x="70" y="100"/>
                      <a:pt x="70" y="100"/>
                      <a:pt x="70" y="100"/>
                    </a:cubicBezTo>
                    <a:cubicBezTo>
                      <a:pt x="69" y="100"/>
                      <a:pt x="69" y="100"/>
                      <a:pt x="68" y="100"/>
                    </a:cubicBezTo>
                    <a:cubicBezTo>
                      <a:pt x="67" y="100"/>
                      <a:pt x="67" y="100"/>
                      <a:pt x="67" y="100"/>
                    </a:cubicBezTo>
                    <a:cubicBezTo>
                      <a:pt x="67" y="100"/>
                      <a:pt x="66" y="100"/>
                      <a:pt x="66" y="100"/>
                    </a:cubicBezTo>
                    <a:cubicBezTo>
                      <a:pt x="65" y="100"/>
                      <a:pt x="65" y="100"/>
                      <a:pt x="65" y="100"/>
                    </a:cubicBezTo>
                    <a:cubicBezTo>
                      <a:pt x="64" y="100"/>
                      <a:pt x="64" y="100"/>
                      <a:pt x="63" y="100"/>
                    </a:cubicBezTo>
                    <a:cubicBezTo>
                      <a:pt x="62" y="100"/>
                      <a:pt x="62" y="100"/>
                      <a:pt x="62" y="100"/>
                    </a:cubicBezTo>
                    <a:cubicBezTo>
                      <a:pt x="62" y="100"/>
                      <a:pt x="62" y="100"/>
                      <a:pt x="62" y="100"/>
                    </a:cubicBezTo>
                    <a:lnTo>
                      <a:pt x="62" y="86"/>
                    </a:lnTo>
                    <a:close/>
                    <a:moveTo>
                      <a:pt x="74" y="109"/>
                    </a:moveTo>
                    <a:cubicBezTo>
                      <a:pt x="74" y="110"/>
                      <a:pt x="74" y="110"/>
                      <a:pt x="74" y="110"/>
                    </a:cubicBezTo>
                    <a:cubicBezTo>
                      <a:pt x="74" y="110"/>
                      <a:pt x="74" y="110"/>
                      <a:pt x="74" y="110"/>
                    </a:cubicBezTo>
                    <a:cubicBezTo>
                      <a:pt x="73" y="111"/>
                      <a:pt x="73" y="111"/>
                      <a:pt x="73" y="111"/>
                    </a:cubicBezTo>
                    <a:cubicBezTo>
                      <a:pt x="73" y="111"/>
                      <a:pt x="73" y="111"/>
                      <a:pt x="73" y="111"/>
                    </a:cubicBezTo>
                    <a:cubicBezTo>
                      <a:pt x="73" y="112"/>
                      <a:pt x="73" y="112"/>
                      <a:pt x="73" y="112"/>
                    </a:cubicBezTo>
                    <a:cubicBezTo>
                      <a:pt x="72" y="112"/>
                      <a:pt x="72" y="112"/>
                      <a:pt x="72" y="112"/>
                    </a:cubicBezTo>
                    <a:cubicBezTo>
                      <a:pt x="72" y="113"/>
                      <a:pt x="72" y="113"/>
                      <a:pt x="72" y="113"/>
                    </a:cubicBezTo>
                    <a:cubicBezTo>
                      <a:pt x="72" y="113"/>
                      <a:pt x="72" y="113"/>
                      <a:pt x="72" y="113"/>
                    </a:cubicBezTo>
                    <a:cubicBezTo>
                      <a:pt x="71" y="113"/>
                      <a:pt x="71" y="113"/>
                      <a:pt x="71" y="113"/>
                    </a:cubicBezTo>
                    <a:cubicBezTo>
                      <a:pt x="71" y="114"/>
                      <a:pt x="70" y="115"/>
                      <a:pt x="69" y="116"/>
                    </a:cubicBezTo>
                    <a:cubicBezTo>
                      <a:pt x="67" y="116"/>
                      <a:pt x="64" y="116"/>
                      <a:pt x="62" y="116"/>
                    </a:cubicBezTo>
                    <a:cubicBezTo>
                      <a:pt x="62" y="103"/>
                      <a:pt x="62" y="103"/>
                      <a:pt x="62" y="103"/>
                    </a:cubicBezTo>
                    <a:cubicBezTo>
                      <a:pt x="62" y="103"/>
                      <a:pt x="62" y="103"/>
                      <a:pt x="62" y="103"/>
                    </a:cubicBezTo>
                    <a:cubicBezTo>
                      <a:pt x="63" y="103"/>
                      <a:pt x="63" y="103"/>
                      <a:pt x="63" y="103"/>
                    </a:cubicBezTo>
                    <a:cubicBezTo>
                      <a:pt x="63" y="103"/>
                      <a:pt x="64" y="103"/>
                      <a:pt x="65" y="103"/>
                    </a:cubicBezTo>
                    <a:cubicBezTo>
                      <a:pt x="65" y="103"/>
                      <a:pt x="65" y="103"/>
                      <a:pt x="65" y="103"/>
                    </a:cubicBezTo>
                    <a:cubicBezTo>
                      <a:pt x="66" y="103"/>
                      <a:pt x="66" y="103"/>
                      <a:pt x="67" y="104"/>
                    </a:cubicBezTo>
                    <a:cubicBezTo>
                      <a:pt x="67" y="104"/>
                      <a:pt x="67" y="104"/>
                      <a:pt x="67" y="104"/>
                    </a:cubicBezTo>
                    <a:cubicBezTo>
                      <a:pt x="68" y="104"/>
                      <a:pt x="69" y="104"/>
                      <a:pt x="70" y="104"/>
                    </a:cubicBezTo>
                    <a:cubicBezTo>
                      <a:pt x="70" y="104"/>
                      <a:pt x="70" y="104"/>
                      <a:pt x="70" y="104"/>
                    </a:cubicBezTo>
                    <a:cubicBezTo>
                      <a:pt x="71" y="104"/>
                      <a:pt x="71" y="104"/>
                      <a:pt x="72" y="104"/>
                    </a:cubicBezTo>
                    <a:cubicBezTo>
                      <a:pt x="73" y="104"/>
                      <a:pt x="73" y="104"/>
                      <a:pt x="73" y="104"/>
                    </a:cubicBezTo>
                    <a:cubicBezTo>
                      <a:pt x="73" y="104"/>
                      <a:pt x="74" y="104"/>
                      <a:pt x="74" y="105"/>
                    </a:cubicBezTo>
                    <a:cubicBezTo>
                      <a:pt x="75" y="105"/>
                      <a:pt x="75" y="105"/>
                      <a:pt x="75" y="105"/>
                    </a:cubicBezTo>
                    <a:cubicBezTo>
                      <a:pt x="76" y="105"/>
                      <a:pt x="76" y="105"/>
                      <a:pt x="77" y="105"/>
                    </a:cubicBezTo>
                    <a:cubicBezTo>
                      <a:pt x="77" y="105"/>
                      <a:pt x="77" y="105"/>
                      <a:pt x="77" y="105"/>
                    </a:cubicBezTo>
                    <a:cubicBezTo>
                      <a:pt x="77" y="105"/>
                      <a:pt x="77" y="105"/>
                      <a:pt x="77" y="105"/>
                    </a:cubicBezTo>
                    <a:cubicBezTo>
                      <a:pt x="77" y="106"/>
                      <a:pt x="77" y="106"/>
                      <a:pt x="77" y="106"/>
                    </a:cubicBezTo>
                    <a:cubicBezTo>
                      <a:pt x="77" y="106"/>
                      <a:pt x="77" y="106"/>
                      <a:pt x="77" y="106"/>
                    </a:cubicBezTo>
                    <a:cubicBezTo>
                      <a:pt x="76" y="107"/>
                      <a:pt x="76" y="107"/>
                      <a:pt x="76" y="107"/>
                    </a:cubicBezTo>
                    <a:cubicBezTo>
                      <a:pt x="76" y="108"/>
                      <a:pt x="76" y="108"/>
                      <a:pt x="76" y="108"/>
                    </a:cubicBezTo>
                    <a:cubicBezTo>
                      <a:pt x="75" y="108"/>
                      <a:pt x="75" y="108"/>
                      <a:pt x="75" y="108"/>
                    </a:cubicBezTo>
                    <a:cubicBezTo>
                      <a:pt x="75" y="109"/>
                      <a:pt x="75" y="109"/>
                      <a:pt x="75" y="109"/>
                    </a:cubicBezTo>
                    <a:lnTo>
                      <a:pt x="74" y="109"/>
                    </a:lnTo>
                    <a:close/>
                    <a:moveTo>
                      <a:pt x="75" y="115"/>
                    </a:moveTo>
                    <a:cubicBezTo>
                      <a:pt x="75" y="114"/>
                      <a:pt x="76" y="113"/>
                      <a:pt x="77" y="112"/>
                    </a:cubicBezTo>
                    <a:cubicBezTo>
                      <a:pt x="77" y="111"/>
                      <a:pt x="77" y="111"/>
                      <a:pt x="77" y="111"/>
                    </a:cubicBezTo>
                    <a:cubicBezTo>
                      <a:pt x="78" y="110"/>
                      <a:pt x="78" y="110"/>
                      <a:pt x="78" y="110"/>
                    </a:cubicBezTo>
                    <a:cubicBezTo>
                      <a:pt x="78" y="110"/>
                      <a:pt x="78" y="110"/>
                      <a:pt x="78" y="110"/>
                    </a:cubicBezTo>
                    <a:cubicBezTo>
                      <a:pt x="78" y="110"/>
                      <a:pt x="78" y="110"/>
                      <a:pt x="79" y="109"/>
                    </a:cubicBezTo>
                    <a:cubicBezTo>
                      <a:pt x="79" y="109"/>
                      <a:pt x="79" y="109"/>
                      <a:pt x="79" y="109"/>
                    </a:cubicBezTo>
                    <a:cubicBezTo>
                      <a:pt x="79" y="109"/>
                      <a:pt x="79" y="108"/>
                      <a:pt x="80" y="108"/>
                    </a:cubicBezTo>
                    <a:cubicBezTo>
                      <a:pt x="80" y="108"/>
                      <a:pt x="80" y="108"/>
                      <a:pt x="80" y="108"/>
                    </a:cubicBezTo>
                    <a:cubicBezTo>
                      <a:pt x="80" y="107"/>
                      <a:pt x="80" y="107"/>
                      <a:pt x="81" y="106"/>
                    </a:cubicBezTo>
                    <a:cubicBezTo>
                      <a:pt x="81" y="106"/>
                      <a:pt x="82" y="107"/>
                      <a:pt x="82" y="107"/>
                    </a:cubicBezTo>
                    <a:cubicBezTo>
                      <a:pt x="83" y="107"/>
                      <a:pt x="83" y="107"/>
                      <a:pt x="83" y="107"/>
                    </a:cubicBezTo>
                    <a:cubicBezTo>
                      <a:pt x="84" y="107"/>
                      <a:pt x="84" y="107"/>
                      <a:pt x="85" y="108"/>
                    </a:cubicBezTo>
                    <a:cubicBezTo>
                      <a:pt x="86" y="108"/>
                      <a:pt x="86" y="108"/>
                      <a:pt x="86" y="108"/>
                    </a:cubicBezTo>
                    <a:cubicBezTo>
                      <a:pt x="87" y="108"/>
                      <a:pt x="88" y="109"/>
                      <a:pt x="89" y="109"/>
                    </a:cubicBezTo>
                    <a:cubicBezTo>
                      <a:pt x="84" y="111"/>
                      <a:pt x="80" y="113"/>
                      <a:pt x="75" y="115"/>
                    </a:cubicBezTo>
                    <a:close/>
                    <a:moveTo>
                      <a:pt x="92" y="107"/>
                    </a:moveTo>
                    <a:cubicBezTo>
                      <a:pt x="91" y="106"/>
                      <a:pt x="91" y="106"/>
                      <a:pt x="90" y="106"/>
                    </a:cubicBezTo>
                    <a:cubicBezTo>
                      <a:pt x="90" y="106"/>
                      <a:pt x="90" y="106"/>
                      <a:pt x="90" y="106"/>
                    </a:cubicBezTo>
                    <a:cubicBezTo>
                      <a:pt x="89" y="105"/>
                      <a:pt x="88" y="105"/>
                      <a:pt x="87" y="105"/>
                    </a:cubicBezTo>
                    <a:cubicBezTo>
                      <a:pt x="86" y="104"/>
                      <a:pt x="86" y="104"/>
                      <a:pt x="86" y="104"/>
                    </a:cubicBezTo>
                    <a:cubicBezTo>
                      <a:pt x="86" y="104"/>
                      <a:pt x="85" y="104"/>
                      <a:pt x="84" y="104"/>
                    </a:cubicBezTo>
                    <a:cubicBezTo>
                      <a:pt x="83" y="103"/>
                      <a:pt x="83" y="103"/>
                      <a:pt x="83" y="103"/>
                    </a:cubicBezTo>
                    <a:cubicBezTo>
                      <a:pt x="83" y="103"/>
                      <a:pt x="83" y="103"/>
                      <a:pt x="83" y="103"/>
                    </a:cubicBezTo>
                    <a:cubicBezTo>
                      <a:pt x="83" y="103"/>
                      <a:pt x="83" y="103"/>
                      <a:pt x="83" y="103"/>
                    </a:cubicBezTo>
                    <a:cubicBezTo>
                      <a:pt x="83" y="103"/>
                      <a:pt x="83" y="103"/>
                      <a:pt x="83" y="103"/>
                    </a:cubicBezTo>
                    <a:cubicBezTo>
                      <a:pt x="83" y="103"/>
                      <a:pt x="83" y="103"/>
                      <a:pt x="83" y="103"/>
                    </a:cubicBezTo>
                    <a:cubicBezTo>
                      <a:pt x="83" y="102"/>
                      <a:pt x="83" y="102"/>
                      <a:pt x="83" y="102"/>
                    </a:cubicBezTo>
                    <a:cubicBezTo>
                      <a:pt x="84" y="102"/>
                      <a:pt x="84" y="101"/>
                      <a:pt x="84" y="100"/>
                    </a:cubicBezTo>
                    <a:cubicBezTo>
                      <a:pt x="85" y="100"/>
                      <a:pt x="85" y="100"/>
                      <a:pt x="85" y="100"/>
                    </a:cubicBezTo>
                    <a:cubicBezTo>
                      <a:pt x="85" y="99"/>
                      <a:pt x="85" y="99"/>
                      <a:pt x="86" y="98"/>
                    </a:cubicBezTo>
                    <a:cubicBezTo>
                      <a:pt x="86" y="97"/>
                      <a:pt x="86" y="97"/>
                      <a:pt x="86" y="97"/>
                    </a:cubicBezTo>
                    <a:cubicBezTo>
                      <a:pt x="86" y="97"/>
                      <a:pt x="87" y="96"/>
                      <a:pt x="87" y="96"/>
                    </a:cubicBezTo>
                    <a:cubicBezTo>
                      <a:pt x="87" y="95"/>
                      <a:pt x="87" y="95"/>
                      <a:pt x="87" y="95"/>
                    </a:cubicBezTo>
                    <a:cubicBezTo>
                      <a:pt x="88" y="94"/>
                      <a:pt x="88" y="94"/>
                      <a:pt x="88" y="94"/>
                    </a:cubicBezTo>
                    <a:cubicBezTo>
                      <a:pt x="90" y="94"/>
                      <a:pt x="91" y="94"/>
                      <a:pt x="93" y="94"/>
                    </a:cubicBezTo>
                    <a:cubicBezTo>
                      <a:pt x="98" y="94"/>
                      <a:pt x="103" y="93"/>
                      <a:pt x="106" y="90"/>
                    </a:cubicBezTo>
                    <a:cubicBezTo>
                      <a:pt x="107" y="91"/>
                      <a:pt x="107" y="91"/>
                      <a:pt x="107" y="91"/>
                    </a:cubicBezTo>
                    <a:cubicBezTo>
                      <a:pt x="103" y="97"/>
                      <a:pt x="98" y="103"/>
                      <a:pt x="92" y="107"/>
                    </a:cubicBezTo>
                    <a:close/>
                    <a:moveTo>
                      <a:pt x="110" y="82"/>
                    </a:moveTo>
                    <a:cubicBezTo>
                      <a:pt x="109" y="83"/>
                      <a:pt x="109" y="83"/>
                      <a:pt x="109" y="83"/>
                    </a:cubicBezTo>
                    <a:cubicBezTo>
                      <a:pt x="108" y="84"/>
                      <a:pt x="108" y="84"/>
                      <a:pt x="108" y="84"/>
                    </a:cubicBezTo>
                    <a:cubicBezTo>
                      <a:pt x="107" y="85"/>
                      <a:pt x="107" y="85"/>
                      <a:pt x="107" y="85"/>
                    </a:cubicBezTo>
                    <a:cubicBezTo>
                      <a:pt x="107" y="85"/>
                      <a:pt x="107" y="85"/>
                      <a:pt x="107" y="86"/>
                    </a:cubicBezTo>
                    <a:cubicBezTo>
                      <a:pt x="106" y="86"/>
                      <a:pt x="106" y="86"/>
                      <a:pt x="106" y="86"/>
                    </a:cubicBezTo>
                    <a:cubicBezTo>
                      <a:pt x="102" y="89"/>
                      <a:pt x="98" y="91"/>
                      <a:pt x="93" y="91"/>
                    </a:cubicBezTo>
                    <a:cubicBezTo>
                      <a:pt x="92" y="91"/>
                      <a:pt x="91" y="91"/>
                      <a:pt x="90" y="90"/>
                    </a:cubicBezTo>
                    <a:cubicBezTo>
                      <a:pt x="89" y="90"/>
                      <a:pt x="88" y="90"/>
                      <a:pt x="88" y="90"/>
                    </a:cubicBezTo>
                    <a:cubicBezTo>
                      <a:pt x="87" y="90"/>
                      <a:pt x="87" y="90"/>
                      <a:pt x="86" y="89"/>
                    </a:cubicBezTo>
                    <a:cubicBezTo>
                      <a:pt x="84" y="89"/>
                      <a:pt x="82" y="88"/>
                      <a:pt x="80" y="86"/>
                    </a:cubicBezTo>
                    <a:cubicBezTo>
                      <a:pt x="80" y="86"/>
                      <a:pt x="79" y="85"/>
                      <a:pt x="79" y="85"/>
                    </a:cubicBezTo>
                    <a:cubicBezTo>
                      <a:pt x="78" y="84"/>
                      <a:pt x="77" y="83"/>
                      <a:pt x="77" y="83"/>
                    </a:cubicBezTo>
                    <a:cubicBezTo>
                      <a:pt x="74" y="79"/>
                      <a:pt x="72" y="75"/>
                      <a:pt x="72" y="70"/>
                    </a:cubicBezTo>
                    <a:cubicBezTo>
                      <a:pt x="72" y="68"/>
                      <a:pt x="73" y="65"/>
                      <a:pt x="73" y="63"/>
                    </a:cubicBezTo>
                    <a:cubicBezTo>
                      <a:pt x="73" y="63"/>
                      <a:pt x="74" y="62"/>
                      <a:pt x="74" y="62"/>
                    </a:cubicBezTo>
                    <a:cubicBezTo>
                      <a:pt x="74" y="61"/>
                      <a:pt x="74" y="61"/>
                      <a:pt x="75" y="60"/>
                    </a:cubicBezTo>
                    <a:cubicBezTo>
                      <a:pt x="78" y="54"/>
                      <a:pt x="85" y="49"/>
                      <a:pt x="93" y="49"/>
                    </a:cubicBezTo>
                    <a:cubicBezTo>
                      <a:pt x="93" y="49"/>
                      <a:pt x="93" y="49"/>
                      <a:pt x="93" y="49"/>
                    </a:cubicBezTo>
                    <a:cubicBezTo>
                      <a:pt x="94" y="49"/>
                      <a:pt x="94" y="49"/>
                      <a:pt x="94" y="49"/>
                    </a:cubicBezTo>
                    <a:cubicBezTo>
                      <a:pt x="95" y="49"/>
                      <a:pt x="96" y="49"/>
                      <a:pt x="96" y="49"/>
                    </a:cubicBezTo>
                    <a:cubicBezTo>
                      <a:pt x="96" y="49"/>
                      <a:pt x="96" y="49"/>
                      <a:pt x="96" y="49"/>
                    </a:cubicBezTo>
                    <a:cubicBezTo>
                      <a:pt x="103" y="50"/>
                      <a:pt x="109" y="54"/>
                      <a:pt x="112" y="60"/>
                    </a:cubicBezTo>
                    <a:cubicBezTo>
                      <a:pt x="112" y="61"/>
                      <a:pt x="112" y="61"/>
                      <a:pt x="113" y="62"/>
                    </a:cubicBezTo>
                    <a:cubicBezTo>
                      <a:pt x="113" y="62"/>
                      <a:pt x="113" y="63"/>
                      <a:pt x="113" y="63"/>
                    </a:cubicBezTo>
                    <a:cubicBezTo>
                      <a:pt x="114" y="65"/>
                      <a:pt x="114" y="68"/>
                      <a:pt x="114" y="70"/>
                    </a:cubicBezTo>
                    <a:cubicBezTo>
                      <a:pt x="114" y="74"/>
                      <a:pt x="113" y="79"/>
                      <a:pt x="110" y="82"/>
                    </a:cubicBezTo>
                    <a:close/>
                    <a:moveTo>
                      <a:pt x="95" y="45"/>
                    </a:moveTo>
                    <a:cubicBezTo>
                      <a:pt x="95" y="45"/>
                      <a:pt x="95" y="45"/>
                      <a:pt x="95" y="45"/>
                    </a:cubicBezTo>
                    <a:cubicBezTo>
                      <a:pt x="95" y="45"/>
                      <a:pt x="95" y="44"/>
                      <a:pt x="95" y="44"/>
                    </a:cubicBezTo>
                    <a:cubicBezTo>
                      <a:pt x="95" y="43"/>
                      <a:pt x="95" y="43"/>
                      <a:pt x="94" y="42"/>
                    </a:cubicBezTo>
                    <a:cubicBezTo>
                      <a:pt x="94" y="42"/>
                      <a:pt x="94" y="41"/>
                      <a:pt x="94" y="41"/>
                    </a:cubicBezTo>
                    <a:cubicBezTo>
                      <a:pt x="94" y="40"/>
                      <a:pt x="94" y="40"/>
                      <a:pt x="94" y="39"/>
                    </a:cubicBezTo>
                    <a:cubicBezTo>
                      <a:pt x="93" y="39"/>
                      <a:pt x="93" y="39"/>
                      <a:pt x="93" y="39"/>
                    </a:cubicBezTo>
                    <a:cubicBezTo>
                      <a:pt x="93" y="39"/>
                      <a:pt x="93" y="39"/>
                      <a:pt x="93" y="39"/>
                    </a:cubicBezTo>
                    <a:cubicBezTo>
                      <a:pt x="113" y="39"/>
                      <a:pt x="113" y="39"/>
                      <a:pt x="113" y="39"/>
                    </a:cubicBezTo>
                    <a:cubicBezTo>
                      <a:pt x="115" y="46"/>
                      <a:pt x="117" y="53"/>
                      <a:pt x="117" y="60"/>
                    </a:cubicBezTo>
                    <a:cubicBezTo>
                      <a:pt x="116" y="60"/>
                      <a:pt x="116" y="60"/>
                      <a:pt x="116" y="60"/>
                    </a:cubicBezTo>
                    <a:cubicBezTo>
                      <a:pt x="112" y="52"/>
                      <a:pt x="104" y="46"/>
                      <a:pt x="95" y="45"/>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67" name="Freeform 2481">
                <a:extLst>
                  <a:ext uri="{FF2B5EF4-FFF2-40B4-BE49-F238E27FC236}">
                    <a16:creationId xmlns:a16="http://schemas.microsoft.com/office/drawing/2014/main" id="{8AD79E21-DE5C-405A-82A0-1EB8E948F1B0}"/>
                  </a:ext>
                </a:extLst>
              </p:cNvPr>
              <p:cNvSpPr>
                <a:spLocks/>
              </p:cNvSpPr>
              <p:nvPr/>
            </p:nvSpPr>
            <p:spPr bwMode="auto">
              <a:xfrm>
                <a:off x="7889647" y="4471757"/>
                <a:ext cx="178202" cy="178202"/>
              </a:xfrm>
              <a:custGeom>
                <a:avLst/>
                <a:gdLst>
                  <a:gd name="T0" fmla="*/ 27 w 30"/>
                  <a:gd name="T1" fmla="*/ 7 h 30"/>
                  <a:gd name="T2" fmla="*/ 26 w 30"/>
                  <a:gd name="T3" fmla="*/ 5 h 30"/>
                  <a:gd name="T4" fmla="*/ 19 w 30"/>
                  <a:gd name="T5" fmla="*/ 1 h 30"/>
                  <a:gd name="T6" fmla="*/ 19 w 30"/>
                  <a:gd name="T7" fmla="*/ 1 h 30"/>
                  <a:gd name="T8" fmla="*/ 17 w 30"/>
                  <a:gd name="T9" fmla="*/ 0 h 30"/>
                  <a:gd name="T10" fmla="*/ 16 w 30"/>
                  <a:gd name="T11" fmla="*/ 0 h 30"/>
                  <a:gd name="T12" fmla="*/ 16 w 30"/>
                  <a:gd name="T13" fmla="*/ 0 h 30"/>
                  <a:gd name="T14" fmla="*/ 16 w 30"/>
                  <a:gd name="T15" fmla="*/ 0 h 30"/>
                  <a:gd name="T16" fmla="*/ 15 w 30"/>
                  <a:gd name="T17" fmla="*/ 0 h 30"/>
                  <a:gd name="T18" fmla="*/ 4 w 30"/>
                  <a:gd name="T19" fmla="*/ 5 h 30"/>
                  <a:gd name="T20" fmla="*/ 3 w 30"/>
                  <a:gd name="T21" fmla="*/ 7 h 30"/>
                  <a:gd name="T22" fmla="*/ 2 w 30"/>
                  <a:gd name="T23" fmla="*/ 8 h 30"/>
                  <a:gd name="T24" fmla="*/ 0 w 30"/>
                  <a:gd name="T25" fmla="*/ 15 h 30"/>
                  <a:gd name="T26" fmla="*/ 8 w 30"/>
                  <a:gd name="T27" fmla="*/ 28 h 30"/>
                  <a:gd name="T28" fmla="*/ 11 w 30"/>
                  <a:gd name="T29" fmla="*/ 29 h 30"/>
                  <a:gd name="T30" fmla="*/ 12 w 30"/>
                  <a:gd name="T31" fmla="*/ 30 h 30"/>
                  <a:gd name="T32" fmla="*/ 14 w 30"/>
                  <a:gd name="T33" fmla="*/ 30 h 30"/>
                  <a:gd name="T34" fmla="*/ 14 w 30"/>
                  <a:gd name="T35" fmla="*/ 30 h 30"/>
                  <a:gd name="T36" fmla="*/ 15 w 30"/>
                  <a:gd name="T37" fmla="*/ 30 h 30"/>
                  <a:gd name="T38" fmla="*/ 15 w 30"/>
                  <a:gd name="T39" fmla="*/ 30 h 30"/>
                  <a:gd name="T40" fmla="*/ 15 w 30"/>
                  <a:gd name="T41" fmla="*/ 30 h 30"/>
                  <a:gd name="T42" fmla="*/ 22 w 30"/>
                  <a:gd name="T43" fmla="*/ 28 h 30"/>
                  <a:gd name="T44" fmla="*/ 30 w 30"/>
                  <a:gd name="T45" fmla="*/ 15 h 30"/>
                  <a:gd name="T46" fmla="*/ 28 w 30"/>
                  <a:gd name="T47" fmla="*/ 8 h 30"/>
                  <a:gd name="T48" fmla="*/ 27 w 30"/>
                  <a:gd name="T49" fmla="*/ 7 h 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0" h="30">
                    <a:moveTo>
                      <a:pt x="27" y="7"/>
                    </a:moveTo>
                    <a:cubicBezTo>
                      <a:pt x="27" y="6"/>
                      <a:pt x="26" y="6"/>
                      <a:pt x="26" y="5"/>
                    </a:cubicBezTo>
                    <a:cubicBezTo>
                      <a:pt x="24" y="3"/>
                      <a:pt x="22" y="2"/>
                      <a:pt x="19" y="1"/>
                    </a:cubicBezTo>
                    <a:cubicBezTo>
                      <a:pt x="19" y="1"/>
                      <a:pt x="19" y="1"/>
                      <a:pt x="19" y="1"/>
                    </a:cubicBezTo>
                    <a:cubicBezTo>
                      <a:pt x="19" y="1"/>
                      <a:pt x="18" y="1"/>
                      <a:pt x="17" y="0"/>
                    </a:cubicBezTo>
                    <a:cubicBezTo>
                      <a:pt x="17" y="0"/>
                      <a:pt x="16" y="0"/>
                      <a:pt x="16" y="0"/>
                    </a:cubicBezTo>
                    <a:cubicBezTo>
                      <a:pt x="16" y="0"/>
                      <a:pt x="16" y="0"/>
                      <a:pt x="16" y="0"/>
                    </a:cubicBezTo>
                    <a:cubicBezTo>
                      <a:pt x="16" y="0"/>
                      <a:pt x="16" y="0"/>
                      <a:pt x="16" y="0"/>
                    </a:cubicBezTo>
                    <a:cubicBezTo>
                      <a:pt x="15" y="0"/>
                      <a:pt x="15" y="0"/>
                      <a:pt x="15" y="0"/>
                    </a:cubicBezTo>
                    <a:cubicBezTo>
                      <a:pt x="11" y="0"/>
                      <a:pt x="7" y="2"/>
                      <a:pt x="4" y="5"/>
                    </a:cubicBezTo>
                    <a:cubicBezTo>
                      <a:pt x="4" y="6"/>
                      <a:pt x="3" y="6"/>
                      <a:pt x="3" y="7"/>
                    </a:cubicBezTo>
                    <a:cubicBezTo>
                      <a:pt x="2" y="7"/>
                      <a:pt x="2" y="8"/>
                      <a:pt x="2" y="8"/>
                    </a:cubicBezTo>
                    <a:cubicBezTo>
                      <a:pt x="1" y="10"/>
                      <a:pt x="0" y="13"/>
                      <a:pt x="0" y="15"/>
                    </a:cubicBezTo>
                    <a:cubicBezTo>
                      <a:pt x="0" y="20"/>
                      <a:pt x="3" y="25"/>
                      <a:pt x="8" y="28"/>
                    </a:cubicBezTo>
                    <a:cubicBezTo>
                      <a:pt x="9" y="28"/>
                      <a:pt x="10" y="29"/>
                      <a:pt x="11" y="29"/>
                    </a:cubicBezTo>
                    <a:cubicBezTo>
                      <a:pt x="12" y="30"/>
                      <a:pt x="12" y="30"/>
                      <a:pt x="12" y="30"/>
                    </a:cubicBezTo>
                    <a:cubicBezTo>
                      <a:pt x="14" y="30"/>
                      <a:pt x="14" y="30"/>
                      <a:pt x="14" y="30"/>
                    </a:cubicBezTo>
                    <a:cubicBezTo>
                      <a:pt x="14" y="30"/>
                      <a:pt x="14" y="30"/>
                      <a:pt x="14" y="30"/>
                    </a:cubicBezTo>
                    <a:cubicBezTo>
                      <a:pt x="15" y="30"/>
                      <a:pt x="15" y="30"/>
                      <a:pt x="15" y="30"/>
                    </a:cubicBezTo>
                    <a:cubicBezTo>
                      <a:pt x="15" y="30"/>
                      <a:pt x="15" y="30"/>
                      <a:pt x="15" y="30"/>
                    </a:cubicBezTo>
                    <a:cubicBezTo>
                      <a:pt x="15" y="30"/>
                      <a:pt x="15" y="30"/>
                      <a:pt x="15" y="30"/>
                    </a:cubicBezTo>
                    <a:cubicBezTo>
                      <a:pt x="18" y="30"/>
                      <a:pt x="20" y="29"/>
                      <a:pt x="22" y="28"/>
                    </a:cubicBezTo>
                    <a:cubicBezTo>
                      <a:pt x="27" y="25"/>
                      <a:pt x="30" y="20"/>
                      <a:pt x="30" y="15"/>
                    </a:cubicBezTo>
                    <a:cubicBezTo>
                      <a:pt x="30" y="13"/>
                      <a:pt x="29" y="10"/>
                      <a:pt x="28" y="8"/>
                    </a:cubicBezTo>
                    <a:cubicBezTo>
                      <a:pt x="28" y="8"/>
                      <a:pt x="28" y="7"/>
                      <a:pt x="27" y="7"/>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24" name="组合 23">
            <a:extLst>
              <a:ext uri="{FF2B5EF4-FFF2-40B4-BE49-F238E27FC236}">
                <a16:creationId xmlns:a16="http://schemas.microsoft.com/office/drawing/2014/main" id="{35E524F1-BC2D-475B-971A-BFAB43FADC81}"/>
              </a:ext>
            </a:extLst>
          </p:cNvPr>
          <p:cNvGrpSpPr/>
          <p:nvPr/>
        </p:nvGrpSpPr>
        <p:grpSpPr>
          <a:xfrm>
            <a:off x="3862219" y="3985758"/>
            <a:ext cx="1074625" cy="1080000"/>
            <a:chOff x="3862219" y="3985758"/>
            <a:chExt cx="1074625" cy="1080000"/>
          </a:xfrm>
        </p:grpSpPr>
        <p:sp>
          <p:nvSpPr>
            <p:cNvPr id="279" name="Oval 462">
              <a:extLst>
                <a:ext uri="{FF2B5EF4-FFF2-40B4-BE49-F238E27FC236}">
                  <a16:creationId xmlns:a16="http://schemas.microsoft.com/office/drawing/2014/main" id="{EA468016-DF43-4BC5-B98C-83B2E165F91D}"/>
                </a:ext>
              </a:extLst>
            </p:cNvPr>
            <p:cNvSpPr>
              <a:spLocks noChangeArrowheads="1"/>
            </p:cNvSpPr>
            <p:nvPr/>
          </p:nvSpPr>
          <p:spPr bwMode="auto">
            <a:xfrm>
              <a:off x="3862219" y="3985758"/>
              <a:ext cx="1074625" cy="1080000"/>
            </a:xfrm>
            <a:prstGeom prst="ellipse">
              <a:avLst/>
            </a:prstGeom>
            <a:solidFill>
              <a:srgbClr val="7B56CC"/>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23" name="组合 22">
              <a:extLst>
                <a:ext uri="{FF2B5EF4-FFF2-40B4-BE49-F238E27FC236}">
                  <a16:creationId xmlns:a16="http://schemas.microsoft.com/office/drawing/2014/main" id="{24EF0445-68A0-4860-9E39-723E9D47431C}"/>
                </a:ext>
              </a:extLst>
            </p:cNvPr>
            <p:cNvGrpSpPr/>
            <p:nvPr/>
          </p:nvGrpSpPr>
          <p:grpSpPr>
            <a:xfrm>
              <a:off x="3937444" y="4152323"/>
              <a:ext cx="886565" cy="779105"/>
              <a:chOff x="3937444" y="4152323"/>
              <a:chExt cx="886565" cy="779105"/>
            </a:xfrm>
          </p:grpSpPr>
          <p:sp>
            <p:nvSpPr>
              <p:cNvPr id="280" name="Freeform 509">
                <a:extLst>
                  <a:ext uri="{FF2B5EF4-FFF2-40B4-BE49-F238E27FC236}">
                    <a16:creationId xmlns:a16="http://schemas.microsoft.com/office/drawing/2014/main" id="{702C5749-4FDD-4281-AA9A-C3B5F8B424E5}"/>
                  </a:ext>
                </a:extLst>
              </p:cNvPr>
              <p:cNvSpPr>
                <a:spLocks/>
              </p:cNvSpPr>
              <p:nvPr/>
            </p:nvSpPr>
            <p:spPr bwMode="auto">
              <a:xfrm>
                <a:off x="4270579" y="4152323"/>
                <a:ext cx="553430" cy="779105"/>
              </a:xfrm>
              <a:custGeom>
                <a:avLst/>
                <a:gdLst>
                  <a:gd name="T0" fmla="*/ 29 w 95"/>
                  <a:gd name="T1" fmla="*/ 0 h 133"/>
                  <a:gd name="T2" fmla="*/ 0 w 95"/>
                  <a:gd name="T3" fmla="*/ 7 h 133"/>
                  <a:gd name="T4" fmla="*/ 0 w 95"/>
                  <a:gd name="T5" fmla="*/ 9 h 133"/>
                  <a:gd name="T6" fmla="*/ 1 w 95"/>
                  <a:gd name="T7" fmla="*/ 10 h 133"/>
                  <a:gd name="T8" fmla="*/ 29 w 95"/>
                  <a:gd name="T9" fmla="*/ 4 h 133"/>
                  <a:gd name="T10" fmla="*/ 91 w 95"/>
                  <a:gd name="T11" fmla="*/ 67 h 133"/>
                  <a:gd name="T12" fmla="*/ 29 w 95"/>
                  <a:gd name="T13" fmla="*/ 130 h 133"/>
                  <a:gd name="T14" fmla="*/ 13 w 95"/>
                  <a:gd name="T15" fmla="*/ 128 h 133"/>
                  <a:gd name="T16" fmla="*/ 9 w 95"/>
                  <a:gd name="T17" fmla="*/ 127 h 133"/>
                  <a:gd name="T18" fmla="*/ 12 w 95"/>
                  <a:gd name="T19" fmla="*/ 129 h 133"/>
                  <a:gd name="T20" fmla="*/ 15 w 95"/>
                  <a:gd name="T21" fmla="*/ 132 h 133"/>
                  <a:gd name="T22" fmla="*/ 18 w 95"/>
                  <a:gd name="T23" fmla="*/ 133 h 133"/>
                  <a:gd name="T24" fmla="*/ 29 w 95"/>
                  <a:gd name="T25" fmla="*/ 133 h 133"/>
                  <a:gd name="T26" fmla="*/ 95 w 95"/>
                  <a:gd name="T27" fmla="*/ 67 h 133"/>
                  <a:gd name="T28" fmla="*/ 29 w 95"/>
                  <a:gd name="T29" fmla="*/ 0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95" h="133">
                    <a:moveTo>
                      <a:pt x="29" y="0"/>
                    </a:moveTo>
                    <a:cubicBezTo>
                      <a:pt x="18" y="0"/>
                      <a:pt x="9" y="3"/>
                      <a:pt x="0" y="7"/>
                    </a:cubicBezTo>
                    <a:cubicBezTo>
                      <a:pt x="0" y="9"/>
                      <a:pt x="0" y="9"/>
                      <a:pt x="0" y="9"/>
                    </a:cubicBezTo>
                    <a:cubicBezTo>
                      <a:pt x="1" y="10"/>
                      <a:pt x="1" y="10"/>
                      <a:pt x="1" y="10"/>
                    </a:cubicBezTo>
                    <a:cubicBezTo>
                      <a:pt x="9" y="6"/>
                      <a:pt x="19" y="4"/>
                      <a:pt x="29" y="4"/>
                    </a:cubicBezTo>
                    <a:cubicBezTo>
                      <a:pt x="63" y="4"/>
                      <a:pt x="91" y="32"/>
                      <a:pt x="91" y="67"/>
                    </a:cubicBezTo>
                    <a:cubicBezTo>
                      <a:pt x="91" y="102"/>
                      <a:pt x="63" y="130"/>
                      <a:pt x="29" y="130"/>
                    </a:cubicBezTo>
                    <a:cubicBezTo>
                      <a:pt x="23" y="130"/>
                      <a:pt x="18" y="129"/>
                      <a:pt x="13" y="128"/>
                    </a:cubicBezTo>
                    <a:cubicBezTo>
                      <a:pt x="12" y="127"/>
                      <a:pt x="10" y="127"/>
                      <a:pt x="9" y="127"/>
                    </a:cubicBezTo>
                    <a:cubicBezTo>
                      <a:pt x="12" y="129"/>
                      <a:pt x="12" y="129"/>
                      <a:pt x="12" y="129"/>
                    </a:cubicBezTo>
                    <a:cubicBezTo>
                      <a:pt x="15" y="132"/>
                      <a:pt x="15" y="132"/>
                      <a:pt x="15" y="132"/>
                    </a:cubicBezTo>
                    <a:cubicBezTo>
                      <a:pt x="16" y="132"/>
                      <a:pt x="17" y="132"/>
                      <a:pt x="18" y="133"/>
                    </a:cubicBezTo>
                    <a:cubicBezTo>
                      <a:pt x="21" y="133"/>
                      <a:pt x="25" y="133"/>
                      <a:pt x="29" y="133"/>
                    </a:cubicBezTo>
                    <a:cubicBezTo>
                      <a:pt x="65" y="133"/>
                      <a:pt x="95" y="104"/>
                      <a:pt x="95" y="67"/>
                    </a:cubicBezTo>
                    <a:cubicBezTo>
                      <a:pt x="95" y="30"/>
                      <a:pt x="65" y="0"/>
                      <a:pt x="29"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1" name="Freeform 510">
                <a:extLst>
                  <a:ext uri="{FF2B5EF4-FFF2-40B4-BE49-F238E27FC236}">
                    <a16:creationId xmlns:a16="http://schemas.microsoft.com/office/drawing/2014/main" id="{961138D6-658D-486F-A38B-9144EFE85E35}"/>
                  </a:ext>
                </a:extLst>
              </p:cNvPr>
              <p:cNvSpPr>
                <a:spLocks noEditPoints="1"/>
              </p:cNvSpPr>
              <p:nvPr/>
            </p:nvSpPr>
            <p:spPr bwMode="auto">
              <a:xfrm>
                <a:off x="4184609" y="4227548"/>
                <a:ext cx="564180" cy="634030"/>
              </a:xfrm>
              <a:custGeom>
                <a:avLst/>
                <a:gdLst>
                  <a:gd name="T0" fmla="*/ 44 w 97"/>
                  <a:gd name="T1" fmla="*/ 0 h 108"/>
                  <a:gd name="T2" fmla="*/ 19 w 97"/>
                  <a:gd name="T3" fmla="*/ 6 h 108"/>
                  <a:gd name="T4" fmla="*/ 36 w 97"/>
                  <a:gd name="T5" fmla="*/ 53 h 108"/>
                  <a:gd name="T6" fmla="*/ 38 w 97"/>
                  <a:gd name="T7" fmla="*/ 61 h 108"/>
                  <a:gd name="T8" fmla="*/ 31 w 97"/>
                  <a:gd name="T9" fmla="*/ 58 h 108"/>
                  <a:gd name="T10" fmla="*/ 12 w 97"/>
                  <a:gd name="T11" fmla="*/ 49 h 108"/>
                  <a:gd name="T12" fmla="*/ 14 w 97"/>
                  <a:gd name="T13" fmla="*/ 98 h 108"/>
                  <a:gd name="T14" fmla="*/ 44 w 97"/>
                  <a:gd name="T15" fmla="*/ 108 h 108"/>
                  <a:gd name="T16" fmla="*/ 97 w 97"/>
                  <a:gd name="T17" fmla="*/ 54 h 108"/>
                  <a:gd name="T18" fmla="*/ 44 w 97"/>
                  <a:gd name="T19" fmla="*/ 0 h 108"/>
                  <a:gd name="T20" fmla="*/ 72 w 97"/>
                  <a:gd name="T21" fmla="*/ 58 h 108"/>
                  <a:gd name="T22" fmla="*/ 48 w 97"/>
                  <a:gd name="T23" fmla="*/ 58 h 108"/>
                  <a:gd name="T24" fmla="*/ 44 w 97"/>
                  <a:gd name="T25" fmla="*/ 60 h 108"/>
                  <a:gd name="T26" fmla="*/ 38 w 97"/>
                  <a:gd name="T27" fmla="*/ 54 h 108"/>
                  <a:gd name="T28" fmla="*/ 40 w 97"/>
                  <a:gd name="T29" fmla="*/ 49 h 108"/>
                  <a:gd name="T30" fmla="*/ 40 w 97"/>
                  <a:gd name="T31" fmla="*/ 9 h 108"/>
                  <a:gd name="T32" fmla="*/ 44 w 97"/>
                  <a:gd name="T33" fmla="*/ 5 h 108"/>
                  <a:gd name="T34" fmla="*/ 48 w 97"/>
                  <a:gd name="T35" fmla="*/ 9 h 108"/>
                  <a:gd name="T36" fmla="*/ 48 w 97"/>
                  <a:gd name="T37" fmla="*/ 49 h 108"/>
                  <a:gd name="T38" fmla="*/ 48 w 97"/>
                  <a:gd name="T39" fmla="*/ 50 h 108"/>
                  <a:gd name="T40" fmla="*/ 72 w 97"/>
                  <a:gd name="T41" fmla="*/ 50 h 108"/>
                  <a:gd name="T42" fmla="*/ 76 w 97"/>
                  <a:gd name="T43" fmla="*/ 54 h 108"/>
                  <a:gd name="T44" fmla="*/ 72 w 97"/>
                  <a:gd name="T45" fmla="*/ 58 h 1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7" h="108">
                    <a:moveTo>
                      <a:pt x="44" y="0"/>
                    </a:moveTo>
                    <a:cubicBezTo>
                      <a:pt x="35" y="0"/>
                      <a:pt x="27" y="2"/>
                      <a:pt x="19" y="6"/>
                    </a:cubicBezTo>
                    <a:cubicBezTo>
                      <a:pt x="36" y="53"/>
                      <a:pt x="36" y="53"/>
                      <a:pt x="36" y="53"/>
                    </a:cubicBezTo>
                    <a:cubicBezTo>
                      <a:pt x="38" y="61"/>
                      <a:pt x="38" y="61"/>
                      <a:pt x="38" y="61"/>
                    </a:cubicBezTo>
                    <a:cubicBezTo>
                      <a:pt x="31" y="58"/>
                      <a:pt x="31" y="58"/>
                      <a:pt x="31" y="58"/>
                    </a:cubicBezTo>
                    <a:cubicBezTo>
                      <a:pt x="12" y="49"/>
                      <a:pt x="12" y="49"/>
                      <a:pt x="12" y="49"/>
                    </a:cubicBezTo>
                    <a:cubicBezTo>
                      <a:pt x="8" y="57"/>
                      <a:pt x="0" y="77"/>
                      <a:pt x="14" y="98"/>
                    </a:cubicBezTo>
                    <a:cubicBezTo>
                      <a:pt x="22" y="104"/>
                      <a:pt x="33" y="108"/>
                      <a:pt x="44" y="108"/>
                    </a:cubicBezTo>
                    <a:cubicBezTo>
                      <a:pt x="73" y="108"/>
                      <a:pt x="97" y="84"/>
                      <a:pt x="97" y="54"/>
                    </a:cubicBezTo>
                    <a:cubicBezTo>
                      <a:pt x="97" y="24"/>
                      <a:pt x="73" y="0"/>
                      <a:pt x="44" y="0"/>
                    </a:cubicBezTo>
                    <a:close/>
                    <a:moveTo>
                      <a:pt x="72" y="58"/>
                    </a:moveTo>
                    <a:cubicBezTo>
                      <a:pt x="48" y="58"/>
                      <a:pt x="48" y="58"/>
                      <a:pt x="48" y="58"/>
                    </a:cubicBezTo>
                    <a:cubicBezTo>
                      <a:pt x="47" y="59"/>
                      <a:pt x="46" y="60"/>
                      <a:pt x="44" y="60"/>
                    </a:cubicBezTo>
                    <a:cubicBezTo>
                      <a:pt x="40" y="60"/>
                      <a:pt x="38" y="57"/>
                      <a:pt x="38" y="54"/>
                    </a:cubicBezTo>
                    <a:cubicBezTo>
                      <a:pt x="38" y="52"/>
                      <a:pt x="39" y="50"/>
                      <a:pt x="40" y="49"/>
                    </a:cubicBezTo>
                    <a:cubicBezTo>
                      <a:pt x="40" y="9"/>
                      <a:pt x="40" y="9"/>
                      <a:pt x="40" y="9"/>
                    </a:cubicBezTo>
                    <a:cubicBezTo>
                      <a:pt x="40" y="6"/>
                      <a:pt x="42" y="5"/>
                      <a:pt x="44" y="5"/>
                    </a:cubicBezTo>
                    <a:cubicBezTo>
                      <a:pt x="46" y="5"/>
                      <a:pt x="48" y="6"/>
                      <a:pt x="48" y="9"/>
                    </a:cubicBezTo>
                    <a:cubicBezTo>
                      <a:pt x="48" y="49"/>
                      <a:pt x="48" y="49"/>
                      <a:pt x="48" y="49"/>
                    </a:cubicBezTo>
                    <a:cubicBezTo>
                      <a:pt x="48" y="50"/>
                      <a:pt x="48" y="50"/>
                      <a:pt x="48" y="50"/>
                    </a:cubicBezTo>
                    <a:cubicBezTo>
                      <a:pt x="72" y="50"/>
                      <a:pt x="72" y="50"/>
                      <a:pt x="72" y="50"/>
                    </a:cubicBezTo>
                    <a:cubicBezTo>
                      <a:pt x="74" y="50"/>
                      <a:pt x="76" y="52"/>
                      <a:pt x="76" y="54"/>
                    </a:cubicBezTo>
                    <a:cubicBezTo>
                      <a:pt x="76" y="56"/>
                      <a:pt x="74" y="58"/>
                      <a:pt x="72" y="58"/>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2" name="Freeform 511">
                <a:extLst>
                  <a:ext uri="{FF2B5EF4-FFF2-40B4-BE49-F238E27FC236}">
                    <a16:creationId xmlns:a16="http://schemas.microsoft.com/office/drawing/2014/main" id="{8F222054-7EA7-4043-B7E1-E24E2575631C}"/>
                  </a:ext>
                </a:extLst>
              </p:cNvPr>
              <p:cNvSpPr>
                <a:spLocks/>
              </p:cNvSpPr>
              <p:nvPr/>
            </p:nvSpPr>
            <p:spPr bwMode="auto">
              <a:xfrm>
                <a:off x="3937444" y="4222178"/>
                <a:ext cx="429850" cy="660895"/>
              </a:xfrm>
              <a:custGeom>
                <a:avLst/>
                <a:gdLst>
                  <a:gd name="T0" fmla="*/ 74 w 74"/>
                  <a:gd name="T1" fmla="*/ 55 h 113"/>
                  <a:gd name="T2" fmla="*/ 58 w 74"/>
                  <a:gd name="T3" fmla="*/ 9 h 113"/>
                  <a:gd name="T4" fmla="*/ 55 w 74"/>
                  <a:gd name="T5" fmla="*/ 0 h 113"/>
                  <a:gd name="T6" fmla="*/ 55 w 74"/>
                  <a:gd name="T7" fmla="*/ 0 h 113"/>
                  <a:gd name="T8" fmla="*/ 46 w 74"/>
                  <a:gd name="T9" fmla="*/ 4 h 113"/>
                  <a:gd name="T10" fmla="*/ 40 w 74"/>
                  <a:gd name="T11" fmla="*/ 7 h 113"/>
                  <a:gd name="T12" fmla="*/ 0 w 74"/>
                  <a:gd name="T13" fmla="*/ 25 h 113"/>
                  <a:gd name="T14" fmla="*/ 22 w 74"/>
                  <a:gd name="T15" fmla="*/ 33 h 113"/>
                  <a:gd name="T16" fmla="*/ 19 w 74"/>
                  <a:gd name="T17" fmla="*/ 52 h 113"/>
                  <a:gd name="T18" fmla="*/ 23 w 74"/>
                  <a:gd name="T19" fmla="*/ 70 h 113"/>
                  <a:gd name="T20" fmla="*/ 30 w 74"/>
                  <a:gd name="T21" fmla="*/ 84 h 113"/>
                  <a:gd name="T22" fmla="*/ 62 w 74"/>
                  <a:gd name="T23" fmla="*/ 113 h 113"/>
                  <a:gd name="T24" fmla="*/ 48 w 74"/>
                  <a:gd name="T25" fmla="*/ 93 h 113"/>
                  <a:gd name="T26" fmla="*/ 52 w 74"/>
                  <a:gd name="T27" fmla="*/ 46 h 113"/>
                  <a:gd name="T28" fmla="*/ 74 w 74"/>
                  <a:gd name="T29" fmla="*/ 55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74" h="113">
                    <a:moveTo>
                      <a:pt x="74" y="55"/>
                    </a:moveTo>
                    <a:cubicBezTo>
                      <a:pt x="58" y="9"/>
                      <a:pt x="58" y="9"/>
                      <a:pt x="58" y="9"/>
                    </a:cubicBezTo>
                    <a:cubicBezTo>
                      <a:pt x="55" y="0"/>
                      <a:pt x="55" y="0"/>
                      <a:pt x="55" y="0"/>
                    </a:cubicBezTo>
                    <a:cubicBezTo>
                      <a:pt x="55" y="0"/>
                      <a:pt x="55" y="0"/>
                      <a:pt x="55" y="0"/>
                    </a:cubicBezTo>
                    <a:cubicBezTo>
                      <a:pt x="46" y="4"/>
                      <a:pt x="46" y="4"/>
                      <a:pt x="46" y="4"/>
                    </a:cubicBezTo>
                    <a:cubicBezTo>
                      <a:pt x="40" y="7"/>
                      <a:pt x="40" y="7"/>
                      <a:pt x="40" y="7"/>
                    </a:cubicBezTo>
                    <a:cubicBezTo>
                      <a:pt x="0" y="25"/>
                      <a:pt x="0" y="25"/>
                      <a:pt x="0" y="25"/>
                    </a:cubicBezTo>
                    <a:cubicBezTo>
                      <a:pt x="22" y="33"/>
                      <a:pt x="22" y="33"/>
                      <a:pt x="22" y="33"/>
                    </a:cubicBezTo>
                    <a:cubicBezTo>
                      <a:pt x="20" y="40"/>
                      <a:pt x="19" y="46"/>
                      <a:pt x="19" y="52"/>
                    </a:cubicBezTo>
                    <a:cubicBezTo>
                      <a:pt x="19" y="59"/>
                      <a:pt x="21" y="65"/>
                      <a:pt x="23" y="70"/>
                    </a:cubicBezTo>
                    <a:cubicBezTo>
                      <a:pt x="25" y="75"/>
                      <a:pt x="27" y="80"/>
                      <a:pt x="30" y="84"/>
                    </a:cubicBezTo>
                    <a:cubicBezTo>
                      <a:pt x="43" y="103"/>
                      <a:pt x="62" y="113"/>
                      <a:pt x="62" y="113"/>
                    </a:cubicBezTo>
                    <a:cubicBezTo>
                      <a:pt x="55" y="106"/>
                      <a:pt x="51" y="100"/>
                      <a:pt x="48" y="93"/>
                    </a:cubicBezTo>
                    <a:cubicBezTo>
                      <a:pt x="37" y="68"/>
                      <a:pt x="52" y="46"/>
                      <a:pt x="52" y="46"/>
                    </a:cubicBezTo>
                    <a:lnTo>
                      <a:pt x="74" y="55"/>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283" name="Rectangle 512">
                <a:extLst>
                  <a:ext uri="{FF2B5EF4-FFF2-40B4-BE49-F238E27FC236}">
                    <a16:creationId xmlns:a16="http://schemas.microsoft.com/office/drawing/2014/main" id="{5DE09EF0-DBB4-4A57-A609-E6A2C41BBBDB}"/>
                  </a:ext>
                </a:extLst>
              </p:cNvPr>
              <p:cNvSpPr>
                <a:spLocks noChangeArrowheads="1"/>
              </p:cNvSpPr>
              <p:nvPr/>
            </p:nvSpPr>
            <p:spPr bwMode="auto">
              <a:xfrm>
                <a:off x="4351174" y="4926053"/>
                <a:ext cx="5375" cy="537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27" name="组合 26">
            <a:extLst>
              <a:ext uri="{FF2B5EF4-FFF2-40B4-BE49-F238E27FC236}">
                <a16:creationId xmlns:a16="http://schemas.microsoft.com/office/drawing/2014/main" id="{4AF39B78-46C2-4BC2-8473-EB19A92B346D}"/>
              </a:ext>
            </a:extLst>
          </p:cNvPr>
          <p:cNvGrpSpPr/>
          <p:nvPr/>
        </p:nvGrpSpPr>
        <p:grpSpPr>
          <a:xfrm>
            <a:off x="2167146" y="3985758"/>
            <a:ext cx="1080000" cy="1080000"/>
            <a:chOff x="2167146" y="3985758"/>
            <a:chExt cx="1080000" cy="1080000"/>
          </a:xfrm>
        </p:grpSpPr>
        <p:sp>
          <p:nvSpPr>
            <p:cNvPr id="297" name="Oval 1911">
              <a:extLst>
                <a:ext uri="{FF2B5EF4-FFF2-40B4-BE49-F238E27FC236}">
                  <a16:creationId xmlns:a16="http://schemas.microsoft.com/office/drawing/2014/main" id="{60359F0D-4C65-48DC-B468-098DABCC9434}"/>
                </a:ext>
              </a:extLst>
            </p:cNvPr>
            <p:cNvSpPr>
              <a:spLocks noChangeArrowheads="1"/>
            </p:cNvSpPr>
            <p:nvPr/>
          </p:nvSpPr>
          <p:spPr bwMode="auto">
            <a:xfrm>
              <a:off x="2167146" y="3985758"/>
              <a:ext cx="1080000" cy="1080000"/>
            </a:xfrm>
            <a:prstGeom prst="ellipse">
              <a:avLst/>
            </a:prstGeom>
            <a:solidFill>
              <a:srgbClr val="EE5D8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nvGrpSpPr>
            <p:cNvPr id="26" name="组合 25">
              <a:extLst>
                <a:ext uri="{FF2B5EF4-FFF2-40B4-BE49-F238E27FC236}">
                  <a16:creationId xmlns:a16="http://schemas.microsoft.com/office/drawing/2014/main" id="{ABEA01ED-9C61-449A-B621-56C68A9B96B8}"/>
                </a:ext>
              </a:extLst>
            </p:cNvPr>
            <p:cNvGrpSpPr/>
            <p:nvPr/>
          </p:nvGrpSpPr>
          <p:grpSpPr>
            <a:xfrm>
              <a:off x="2339086" y="4146953"/>
              <a:ext cx="752235" cy="746865"/>
              <a:chOff x="2339086" y="4146953"/>
              <a:chExt cx="752235" cy="746865"/>
            </a:xfrm>
          </p:grpSpPr>
          <p:sp>
            <p:nvSpPr>
              <p:cNvPr id="298" name="Freeform 1979">
                <a:extLst>
                  <a:ext uri="{FF2B5EF4-FFF2-40B4-BE49-F238E27FC236}">
                    <a16:creationId xmlns:a16="http://schemas.microsoft.com/office/drawing/2014/main" id="{909BB895-F186-46E5-A510-188E48D816EF}"/>
                  </a:ext>
                </a:extLst>
              </p:cNvPr>
              <p:cNvSpPr>
                <a:spLocks noEditPoints="1"/>
              </p:cNvSpPr>
              <p:nvPr/>
            </p:nvSpPr>
            <p:spPr bwMode="auto">
              <a:xfrm>
                <a:off x="2414306" y="4216803"/>
                <a:ext cx="607165" cy="607165"/>
              </a:xfrm>
              <a:custGeom>
                <a:avLst/>
                <a:gdLst>
                  <a:gd name="T0" fmla="*/ 52 w 104"/>
                  <a:gd name="T1" fmla="*/ 0 h 104"/>
                  <a:gd name="T2" fmla="*/ 0 w 104"/>
                  <a:gd name="T3" fmla="*/ 52 h 104"/>
                  <a:gd name="T4" fmla="*/ 52 w 104"/>
                  <a:gd name="T5" fmla="*/ 104 h 104"/>
                  <a:gd name="T6" fmla="*/ 104 w 104"/>
                  <a:gd name="T7" fmla="*/ 52 h 104"/>
                  <a:gd name="T8" fmla="*/ 52 w 104"/>
                  <a:gd name="T9" fmla="*/ 0 h 104"/>
                  <a:gd name="T10" fmla="*/ 52 w 104"/>
                  <a:gd name="T11" fmla="*/ 13 h 104"/>
                  <a:gd name="T12" fmla="*/ 61 w 104"/>
                  <a:gd name="T13" fmla="*/ 22 h 104"/>
                  <a:gd name="T14" fmla="*/ 52 w 104"/>
                  <a:gd name="T15" fmla="*/ 31 h 104"/>
                  <a:gd name="T16" fmla="*/ 43 w 104"/>
                  <a:gd name="T17" fmla="*/ 22 h 104"/>
                  <a:gd name="T18" fmla="*/ 52 w 104"/>
                  <a:gd name="T19" fmla="*/ 13 h 104"/>
                  <a:gd name="T20" fmla="*/ 58 w 104"/>
                  <a:gd name="T21" fmla="*/ 90 h 104"/>
                  <a:gd name="T22" fmla="*/ 50 w 104"/>
                  <a:gd name="T23" fmla="*/ 92 h 104"/>
                  <a:gd name="T24" fmla="*/ 45 w 104"/>
                  <a:gd name="T25" fmla="*/ 89 h 104"/>
                  <a:gd name="T26" fmla="*/ 42 w 104"/>
                  <a:gd name="T27" fmla="*/ 84 h 104"/>
                  <a:gd name="T28" fmla="*/ 43 w 104"/>
                  <a:gd name="T29" fmla="*/ 74 h 104"/>
                  <a:gd name="T30" fmla="*/ 47 w 104"/>
                  <a:gd name="T31" fmla="*/ 50 h 104"/>
                  <a:gd name="T32" fmla="*/ 47 w 104"/>
                  <a:gd name="T33" fmla="*/ 46 h 104"/>
                  <a:gd name="T34" fmla="*/ 46 w 104"/>
                  <a:gd name="T35" fmla="*/ 43 h 104"/>
                  <a:gd name="T36" fmla="*/ 43 w 104"/>
                  <a:gd name="T37" fmla="*/ 42 h 104"/>
                  <a:gd name="T38" fmla="*/ 40 w 104"/>
                  <a:gd name="T39" fmla="*/ 43 h 104"/>
                  <a:gd name="T40" fmla="*/ 40 w 104"/>
                  <a:gd name="T41" fmla="*/ 41 h 104"/>
                  <a:gd name="T42" fmla="*/ 57 w 104"/>
                  <a:gd name="T43" fmla="*/ 37 h 104"/>
                  <a:gd name="T44" fmla="*/ 59 w 104"/>
                  <a:gd name="T45" fmla="*/ 37 h 104"/>
                  <a:gd name="T46" fmla="*/ 52 w 104"/>
                  <a:gd name="T47" fmla="*/ 78 h 104"/>
                  <a:gd name="T48" fmla="*/ 52 w 104"/>
                  <a:gd name="T49" fmla="*/ 84 h 104"/>
                  <a:gd name="T50" fmla="*/ 55 w 104"/>
                  <a:gd name="T51" fmla="*/ 86 h 104"/>
                  <a:gd name="T52" fmla="*/ 58 w 104"/>
                  <a:gd name="T53" fmla="*/ 86 h 104"/>
                  <a:gd name="T54" fmla="*/ 61 w 104"/>
                  <a:gd name="T55" fmla="*/ 80 h 104"/>
                  <a:gd name="T56" fmla="*/ 63 w 104"/>
                  <a:gd name="T57" fmla="*/ 80 h 104"/>
                  <a:gd name="T58" fmla="*/ 58 w 104"/>
                  <a:gd name="T59" fmla="*/ 90 h 1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04" h="104">
                    <a:moveTo>
                      <a:pt x="52" y="0"/>
                    </a:moveTo>
                    <a:cubicBezTo>
                      <a:pt x="23" y="0"/>
                      <a:pt x="0" y="23"/>
                      <a:pt x="0" y="52"/>
                    </a:cubicBezTo>
                    <a:cubicBezTo>
                      <a:pt x="0" y="81"/>
                      <a:pt x="23" y="104"/>
                      <a:pt x="52" y="104"/>
                    </a:cubicBezTo>
                    <a:cubicBezTo>
                      <a:pt x="80" y="104"/>
                      <a:pt x="104" y="81"/>
                      <a:pt x="104" y="52"/>
                    </a:cubicBezTo>
                    <a:cubicBezTo>
                      <a:pt x="104" y="23"/>
                      <a:pt x="80" y="0"/>
                      <a:pt x="52" y="0"/>
                    </a:cubicBezTo>
                    <a:close/>
                    <a:moveTo>
                      <a:pt x="52" y="13"/>
                    </a:moveTo>
                    <a:cubicBezTo>
                      <a:pt x="57" y="13"/>
                      <a:pt x="61" y="17"/>
                      <a:pt x="61" y="22"/>
                    </a:cubicBezTo>
                    <a:cubicBezTo>
                      <a:pt x="61" y="27"/>
                      <a:pt x="57" y="31"/>
                      <a:pt x="52" y="31"/>
                    </a:cubicBezTo>
                    <a:cubicBezTo>
                      <a:pt x="47" y="31"/>
                      <a:pt x="43" y="27"/>
                      <a:pt x="43" y="22"/>
                    </a:cubicBezTo>
                    <a:cubicBezTo>
                      <a:pt x="43" y="17"/>
                      <a:pt x="47" y="13"/>
                      <a:pt x="52" y="13"/>
                    </a:cubicBezTo>
                    <a:close/>
                    <a:moveTo>
                      <a:pt x="58" y="90"/>
                    </a:moveTo>
                    <a:cubicBezTo>
                      <a:pt x="56" y="92"/>
                      <a:pt x="53" y="92"/>
                      <a:pt x="50" y="92"/>
                    </a:cubicBezTo>
                    <a:cubicBezTo>
                      <a:pt x="48" y="91"/>
                      <a:pt x="46" y="90"/>
                      <a:pt x="45" y="89"/>
                    </a:cubicBezTo>
                    <a:cubicBezTo>
                      <a:pt x="43" y="88"/>
                      <a:pt x="42" y="86"/>
                      <a:pt x="42" y="84"/>
                    </a:cubicBezTo>
                    <a:cubicBezTo>
                      <a:pt x="42" y="82"/>
                      <a:pt x="42" y="79"/>
                      <a:pt x="43" y="74"/>
                    </a:cubicBezTo>
                    <a:cubicBezTo>
                      <a:pt x="47" y="50"/>
                      <a:pt x="47" y="50"/>
                      <a:pt x="47" y="50"/>
                    </a:cubicBezTo>
                    <a:cubicBezTo>
                      <a:pt x="47" y="48"/>
                      <a:pt x="47" y="47"/>
                      <a:pt x="47" y="46"/>
                    </a:cubicBezTo>
                    <a:cubicBezTo>
                      <a:pt x="47" y="45"/>
                      <a:pt x="47" y="44"/>
                      <a:pt x="46" y="43"/>
                    </a:cubicBezTo>
                    <a:cubicBezTo>
                      <a:pt x="46" y="43"/>
                      <a:pt x="45" y="43"/>
                      <a:pt x="43" y="42"/>
                    </a:cubicBezTo>
                    <a:cubicBezTo>
                      <a:pt x="43" y="42"/>
                      <a:pt x="42" y="42"/>
                      <a:pt x="40" y="43"/>
                    </a:cubicBezTo>
                    <a:cubicBezTo>
                      <a:pt x="40" y="41"/>
                      <a:pt x="40" y="41"/>
                      <a:pt x="40" y="41"/>
                    </a:cubicBezTo>
                    <a:cubicBezTo>
                      <a:pt x="57" y="37"/>
                      <a:pt x="57" y="37"/>
                      <a:pt x="57" y="37"/>
                    </a:cubicBezTo>
                    <a:cubicBezTo>
                      <a:pt x="59" y="37"/>
                      <a:pt x="59" y="37"/>
                      <a:pt x="59" y="37"/>
                    </a:cubicBezTo>
                    <a:cubicBezTo>
                      <a:pt x="52" y="78"/>
                      <a:pt x="52" y="78"/>
                      <a:pt x="52" y="78"/>
                    </a:cubicBezTo>
                    <a:cubicBezTo>
                      <a:pt x="51" y="81"/>
                      <a:pt x="51" y="83"/>
                      <a:pt x="52" y="84"/>
                    </a:cubicBezTo>
                    <a:cubicBezTo>
                      <a:pt x="52" y="85"/>
                      <a:pt x="53" y="86"/>
                      <a:pt x="55" y="86"/>
                    </a:cubicBezTo>
                    <a:cubicBezTo>
                      <a:pt x="56" y="87"/>
                      <a:pt x="57" y="86"/>
                      <a:pt x="58" y="86"/>
                    </a:cubicBezTo>
                    <a:cubicBezTo>
                      <a:pt x="59" y="85"/>
                      <a:pt x="60" y="83"/>
                      <a:pt x="61" y="80"/>
                    </a:cubicBezTo>
                    <a:cubicBezTo>
                      <a:pt x="63" y="80"/>
                      <a:pt x="63" y="80"/>
                      <a:pt x="63" y="80"/>
                    </a:cubicBezTo>
                    <a:cubicBezTo>
                      <a:pt x="62" y="85"/>
                      <a:pt x="60" y="88"/>
                      <a:pt x="58" y="9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dirty="0">
                  <a:solidFill>
                    <a:prstClr val="black"/>
                  </a:solidFill>
                  <a:latin typeface="Segoe UI Light"/>
                  <a:ea typeface="微软雅黑"/>
                </a:endParaRPr>
              </a:p>
            </p:txBody>
          </p:sp>
          <p:sp>
            <p:nvSpPr>
              <p:cNvPr id="299" name="Freeform 1980">
                <a:extLst>
                  <a:ext uri="{FF2B5EF4-FFF2-40B4-BE49-F238E27FC236}">
                    <a16:creationId xmlns:a16="http://schemas.microsoft.com/office/drawing/2014/main" id="{6284E194-ABD0-4727-B01B-4E2FAC7B580D}"/>
                  </a:ext>
                </a:extLst>
              </p:cNvPr>
              <p:cNvSpPr>
                <a:spLocks noEditPoints="1"/>
              </p:cNvSpPr>
              <p:nvPr/>
            </p:nvSpPr>
            <p:spPr bwMode="auto">
              <a:xfrm>
                <a:off x="2339086" y="4146953"/>
                <a:ext cx="752235" cy="746865"/>
              </a:xfrm>
              <a:custGeom>
                <a:avLst/>
                <a:gdLst>
                  <a:gd name="T0" fmla="*/ 65 w 129"/>
                  <a:gd name="T1" fmla="*/ 0 h 128"/>
                  <a:gd name="T2" fmla="*/ 0 w 129"/>
                  <a:gd name="T3" fmla="*/ 64 h 128"/>
                  <a:gd name="T4" fmla="*/ 65 w 129"/>
                  <a:gd name="T5" fmla="*/ 128 h 128"/>
                  <a:gd name="T6" fmla="*/ 129 w 129"/>
                  <a:gd name="T7" fmla="*/ 64 h 128"/>
                  <a:gd name="T8" fmla="*/ 65 w 129"/>
                  <a:gd name="T9" fmla="*/ 0 h 128"/>
                  <a:gd name="T10" fmla="*/ 65 w 129"/>
                  <a:gd name="T11" fmla="*/ 122 h 128"/>
                  <a:gd name="T12" fmla="*/ 6 w 129"/>
                  <a:gd name="T13" fmla="*/ 64 h 128"/>
                  <a:gd name="T14" fmla="*/ 65 w 129"/>
                  <a:gd name="T15" fmla="*/ 5 h 128"/>
                  <a:gd name="T16" fmla="*/ 123 w 129"/>
                  <a:gd name="T17" fmla="*/ 64 h 128"/>
                  <a:gd name="T18" fmla="*/ 65 w 129"/>
                  <a:gd name="T19" fmla="*/ 12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29" h="128">
                    <a:moveTo>
                      <a:pt x="65" y="0"/>
                    </a:moveTo>
                    <a:cubicBezTo>
                      <a:pt x="29" y="0"/>
                      <a:pt x="0" y="28"/>
                      <a:pt x="0" y="64"/>
                    </a:cubicBezTo>
                    <a:cubicBezTo>
                      <a:pt x="0" y="99"/>
                      <a:pt x="29" y="128"/>
                      <a:pt x="65" y="128"/>
                    </a:cubicBezTo>
                    <a:cubicBezTo>
                      <a:pt x="100" y="128"/>
                      <a:pt x="129" y="99"/>
                      <a:pt x="129" y="64"/>
                    </a:cubicBezTo>
                    <a:cubicBezTo>
                      <a:pt x="129" y="28"/>
                      <a:pt x="100" y="0"/>
                      <a:pt x="65" y="0"/>
                    </a:cubicBezTo>
                    <a:close/>
                    <a:moveTo>
                      <a:pt x="65" y="122"/>
                    </a:moveTo>
                    <a:cubicBezTo>
                      <a:pt x="32" y="122"/>
                      <a:pt x="6" y="96"/>
                      <a:pt x="6" y="64"/>
                    </a:cubicBezTo>
                    <a:cubicBezTo>
                      <a:pt x="6" y="32"/>
                      <a:pt x="32" y="5"/>
                      <a:pt x="65" y="5"/>
                    </a:cubicBezTo>
                    <a:cubicBezTo>
                      <a:pt x="97" y="5"/>
                      <a:pt x="123" y="32"/>
                      <a:pt x="123" y="64"/>
                    </a:cubicBezTo>
                    <a:cubicBezTo>
                      <a:pt x="123" y="96"/>
                      <a:pt x="97" y="122"/>
                      <a:pt x="65" y="122"/>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2" name="组合 1">
            <a:extLst>
              <a:ext uri="{FF2B5EF4-FFF2-40B4-BE49-F238E27FC236}">
                <a16:creationId xmlns:a16="http://schemas.microsoft.com/office/drawing/2014/main" id="{9A331D48-8B2B-4858-8A99-B9D948AFC906}"/>
              </a:ext>
            </a:extLst>
          </p:cNvPr>
          <p:cNvGrpSpPr/>
          <p:nvPr/>
        </p:nvGrpSpPr>
        <p:grpSpPr>
          <a:xfrm>
            <a:off x="511904" y="3985758"/>
            <a:ext cx="1080000" cy="1080000"/>
            <a:chOff x="511904" y="3985758"/>
            <a:chExt cx="1080000" cy="1080000"/>
          </a:xfrm>
        </p:grpSpPr>
        <p:sp>
          <p:nvSpPr>
            <p:cNvPr id="312" name="椭圆 311">
              <a:extLst>
                <a:ext uri="{FF2B5EF4-FFF2-40B4-BE49-F238E27FC236}">
                  <a16:creationId xmlns:a16="http://schemas.microsoft.com/office/drawing/2014/main" id="{59F898FC-0E1E-4466-8BDA-5FD6DC8B0CA3}"/>
                </a:ext>
              </a:extLst>
            </p:cNvPr>
            <p:cNvSpPr/>
            <p:nvPr/>
          </p:nvSpPr>
          <p:spPr>
            <a:xfrm>
              <a:off x="511904" y="3985758"/>
              <a:ext cx="1080000" cy="1080000"/>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05" name="Group 41">
              <a:extLst>
                <a:ext uri="{FF2B5EF4-FFF2-40B4-BE49-F238E27FC236}">
                  <a16:creationId xmlns:a16="http://schemas.microsoft.com/office/drawing/2014/main" id="{DEE5C1F3-EE14-411B-91E8-7902CF86955D}"/>
                </a:ext>
              </a:extLst>
            </p:cNvPr>
            <p:cNvGrpSpPr/>
            <p:nvPr/>
          </p:nvGrpSpPr>
          <p:grpSpPr>
            <a:xfrm>
              <a:off x="691534" y="4201061"/>
              <a:ext cx="726744" cy="719594"/>
              <a:chOff x="1634612" y="5142426"/>
              <a:chExt cx="402664" cy="398704"/>
            </a:xfrm>
            <a:solidFill>
              <a:schemeClr val="bg1"/>
            </a:solidFill>
          </p:grpSpPr>
          <p:sp>
            <p:nvSpPr>
              <p:cNvPr id="306" name="Freeform 38">
                <a:extLst>
                  <a:ext uri="{FF2B5EF4-FFF2-40B4-BE49-F238E27FC236}">
                    <a16:creationId xmlns:a16="http://schemas.microsoft.com/office/drawing/2014/main" id="{0DD07F30-49C2-4A23-AF49-A4CD921D7B06}"/>
                  </a:ext>
                </a:extLst>
              </p:cNvPr>
              <p:cNvSpPr>
                <a:spLocks noEditPoints="1"/>
              </p:cNvSpPr>
              <p:nvPr/>
            </p:nvSpPr>
            <p:spPr bwMode="auto">
              <a:xfrm>
                <a:off x="1634612" y="5179392"/>
                <a:ext cx="368339" cy="361738"/>
              </a:xfrm>
              <a:custGeom>
                <a:avLst/>
                <a:gdLst>
                  <a:gd name="T0" fmla="*/ 84 w 118"/>
                  <a:gd name="T1" fmla="*/ 3 h 116"/>
                  <a:gd name="T2" fmla="*/ 77 w 118"/>
                  <a:gd name="T3" fmla="*/ 0 h 116"/>
                  <a:gd name="T4" fmla="*/ 70 w 118"/>
                  <a:gd name="T5" fmla="*/ 3 h 116"/>
                  <a:gd name="T6" fmla="*/ 64 w 118"/>
                  <a:gd name="T7" fmla="*/ 9 h 116"/>
                  <a:gd name="T8" fmla="*/ 61 w 118"/>
                  <a:gd name="T9" fmla="*/ 16 h 116"/>
                  <a:gd name="T10" fmla="*/ 62 w 118"/>
                  <a:gd name="T11" fmla="*/ 21 h 116"/>
                  <a:gd name="T12" fmla="*/ 8 w 118"/>
                  <a:gd name="T13" fmla="*/ 43 h 116"/>
                  <a:gd name="T14" fmla="*/ 1 w 118"/>
                  <a:gd name="T15" fmla="*/ 51 h 116"/>
                  <a:gd name="T16" fmla="*/ 5 w 118"/>
                  <a:gd name="T17" fmla="*/ 62 h 116"/>
                  <a:gd name="T18" fmla="*/ 55 w 118"/>
                  <a:gd name="T19" fmla="*/ 112 h 116"/>
                  <a:gd name="T20" fmla="*/ 64 w 118"/>
                  <a:gd name="T21" fmla="*/ 116 h 116"/>
                  <a:gd name="T22" fmla="*/ 64 w 118"/>
                  <a:gd name="T23" fmla="*/ 116 h 116"/>
                  <a:gd name="T24" fmla="*/ 66 w 118"/>
                  <a:gd name="T25" fmla="*/ 116 h 116"/>
                  <a:gd name="T26" fmla="*/ 75 w 118"/>
                  <a:gd name="T27" fmla="*/ 108 h 116"/>
                  <a:gd name="T28" fmla="*/ 96 w 118"/>
                  <a:gd name="T29" fmla="*/ 55 h 116"/>
                  <a:gd name="T30" fmla="*/ 102 w 118"/>
                  <a:gd name="T31" fmla="*/ 57 h 116"/>
                  <a:gd name="T32" fmla="*/ 109 w 118"/>
                  <a:gd name="T33" fmla="*/ 54 h 116"/>
                  <a:gd name="T34" fmla="*/ 115 w 118"/>
                  <a:gd name="T35" fmla="*/ 48 h 116"/>
                  <a:gd name="T36" fmla="*/ 118 w 118"/>
                  <a:gd name="T37" fmla="*/ 41 h 116"/>
                  <a:gd name="T38" fmla="*/ 115 w 118"/>
                  <a:gd name="T39" fmla="*/ 34 h 116"/>
                  <a:gd name="T40" fmla="*/ 84 w 118"/>
                  <a:gd name="T41" fmla="*/ 3 h 116"/>
                  <a:gd name="T42" fmla="*/ 68 w 118"/>
                  <a:gd name="T43" fmla="*/ 105 h 116"/>
                  <a:gd name="T44" fmla="*/ 65 w 118"/>
                  <a:gd name="T45" fmla="*/ 108 h 116"/>
                  <a:gd name="T46" fmla="*/ 64 w 118"/>
                  <a:gd name="T47" fmla="*/ 108 h 116"/>
                  <a:gd name="T48" fmla="*/ 61 w 118"/>
                  <a:gd name="T49" fmla="*/ 107 h 116"/>
                  <a:gd name="T50" fmla="*/ 10 w 118"/>
                  <a:gd name="T51" fmla="*/ 56 h 116"/>
                  <a:gd name="T52" fmla="*/ 9 w 118"/>
                  <a:gd name="T53" fmla="*/ 53 h 116"/>
                  <a:gd name="T54" fmla="*/ 11 w 118"/>
                  <a:gd name="T55" fmla="*/ 50 h 116"/>
                  <a:gd name="T56" fmla="*/ 36 w 118"/>
                  <a:gd name="T57" fmla="*/ 40 h 116"/>
                  <a:gd name="T58" fmla="*/ 87 w 118"/>
                  <a:gd name="T59" fmla="*/ 58 h 116"/>
                  <a:gd name="T60" fmla="*/ 68 w 118"/>
                  <a:gd name="T61" fmla="*/ 105 h 116"/>
                  <a:gd name="T62" fmla="*/ 109 w 118"/>
                  <a:gd name="T63" fmla="*/ 42 h 116"/>
                  <a:gd name="T64" fmla="*/ 103 w 118"/>
                  <a:gd name="T65" fmla="*/ 48 h 116"/>
                  <a:gd name="T66" fmla="*/ 100 w 118"/>
                  <a:gd name="T67" fmla="*/ 48 h 116"/>
                  <a:gd name="T68" fmla="*/ 93 w 118"/>
                  <a:gd name="T69" fmla="*/ 41 h 116"/>
                  <a:gd name="T70" fmla="*/ 88 w 118"/>
                  <a:gd name="T71" fmla="*/ 55 h 116"/>
                  <a:gd name="T72" fmla="*/ 88 w 118"/>
                  <a:gd name="T73" fmla="*/ 54 h 116"/>
                  <a:gd name="T74" fmla="*/ 53 w 118"/>
                  <a:gd name="T75" fmla="*/ 39 h 116"/>
                  <a:gd name="T76" fmla="*/ 42 w 118"/>
                  <a:gd name="T77" fmla="*/ 38 h 116"/>
                  <a:gd name="T78" fmla="*/ 76 w 118"/>
                  <a:gd name="T79" fmla="*/ 24 h 116"/>
                  <a:gd name="T80" fmla="*/ 70 w 118"/>
                  <a:gd name="T81" fmla="*/ 17 h 116"/>
                  <a:gd name="T82" fmla="*/ 70 w 118"/>
                  <a:gd name="T83" fmla="*/ 14 h 116"/>
                  <a:gd name="T84" fmla="*/ 75 w 118"/>
                  <a:gd name="T85" fmla="*/ 9 h 116"/>
                  <a:gd name="T86" fmla="*/ 78 w 118"/>
                  <a:gd name="T87" fmla="*/ 9 h 116"/>
                  <a:gd name="T88" fmla="*/ 109 w 118"/>
                  <a:gd name="T89" fmla="*/ 39 h 116"/>
                  <a:gd name="T90" fmla="*/ 109 w 118"/>
                  <a:gd name="T91" fmla="*/ 42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18" h="116">
                    <a:moveTo>
                      <a:pt x="84" y="3"/>
                    </a:moveTo>
                    <a:cubicBezTo>
                      <a:pt x="82" y="1"/>
                      <a:pt x="79" y="0"/>
                      <a:pt x="77" y="0"/>
                    </a:cubicBezTo>
                    <a:cubicBezTo>
                      <a:pt x="74" y="0"/>
                      <a:pt x="71" y="1"/>
                      <a:pt x="70" y="3"/>
                    </a:cubicBezTo>
                    <a:cubicBezTo>
                      <a:pt x="64" y="9"/>
                      <a:pt x="64" y="9"/>
                      <a:pt x="64" y="9"/>
                    </a:cubicBezTo>
                    <a:cubicBezTo>
                      <a:pt x="62" y="10"/>
                      <a:pt x="61" y="13"/>
                      <a:pt x="61" y="16"/>
                    </a:cubicBezTo>
                    <a:cubicBezTo>
                      <a:pt x="61" y="18"/>
                      <a:pt x="62" y="19"/>
                      <a:pt x="62" y="21"/>
                    </a:cubicBezTo>
                    <a:cubicBezTo>
                      <a:pt x="8" y="43"/>
                      <a:pt x="8" y="43"/>
                      <a:pt x="8" y="43"/>
                    </a:cubicBezTo>
                    <a:cubicBezTo>
                      <a:pt x="5" y="44"/>
                      <a:pt x="2" y="48"/>
                      <a:pt x="1" y="51"/>
                    </a:cubicBezTo>
                    <a:cubicBezTo>
                      <a:pt x="0" y="55"/>
                      <a:pt x="2" y="59"/>
                      <a:pt x="5" y="62"/>
                    </a:cubicBezTo>
                    <a:cubicBezTo>
                      <a:pt x="55" y="112"/>
                      <a:pt x="55" y="112"/>
                      <a:pt x="55" y="112"/>
                    </a:cubicBezTo>
                    <a:cubicBezTo>
                      <a:pt x="58" y="115"/>
                      <a:pt x="61" y="116"/>
                      <a:pt x="64" y="116"/>
                    </a:cubicBezTo>
                    <a:cubicBezTo>
                      <a:pt x="64" y="116"/>
                      <a:pt x="64" y="116"/>
                      <a:pt x="64" y="116"/>
                    </a:cubicBezTo>
                    <a:cubicBezTo>
                      <a:pt x="65" y="116"/>
                      <a:pt x="66" y="116"/>
                      <a:pt x="66" y="116"/>
                    </a:cubicBezTo>
                    <a:cubicBezTo>
                      <a:pt x="70" y="115"/>
                      <a:pt x="74" y="112"/>
                      <a:pt x="75" y="108"/>
                    </a:cubicBezTo>
                    <a:cubicBezTo>
                      <a:pt x="96" y="55"/>
                      <a:pt x="96" y="55"/>
                      <a:pt x="96" y="55"/>
                    </a:cubicBezTo>
                    <a:cubicBezTo>
                      <a:pt x="98" y="56"/>
                      <a:pt x="100" y="57"/>
                      <a:pt x="102" y="57"/>
                    </a:cubicBezTo>
                    <a:cubicBezTo>
                      <a:pt x="105" y="57"/>
                      <a:pt x="107" y="56"/>
                      <a:pt x="109" y="54"/>
                    </a:cubicBezTo>
                    <a:cubicBezTo>
                      <a:pt x="115" y="48"/>
                      <a:pt x="115" y="48"/>
                      <a:pt x="115" y="48"/>
                    </a:cubicBezTo>
                    <a:cubicBezTo>
                      <a:pt x="117" y="46"/>
                      <a:pt x="118" y="44"/>
                      <a:pt x="118" y="41"/>
                    </a:cubicBezTo>
                    <a:cubicBezTo>
                      <a:pt x="118" y="38"/>
                      <a:pt x="117" y="36"/>
                      <a:pt x="115" y="34"/>
                    </a:cubicBezTo>
                    <a:lnTo>
                      <a:pt x="84" y="3"/>
                    </a:lnTo>
                    <a:close/>
                    <a:moveTo>
                      <a:pt x="68" y="105"/>
                    </a:moveTo>
                    <a:cubicBezTo>
                      <a:pt x="67" y="107"/>
                      <a:pt x="66" y="108"/>
                      <a:pt x="65" y="108"/>
                    </a:cubicBezTo>
                    <a:cubicBezTo>
                      <a:pt x="64" y="108"/>
                      <a:pt x="64" y="108"/>
                      <a:pt x="64" y="108"/>
                    </a:cubicBezTo>
                    <a:cubicBezTo>
                      <a:pt x="63" y="108"/>
                      <a:pt x="62" y="108"/>
                      <a:pt x="61" y="107"/>
                    </a:cubicBezTo>
                    <a:cubicBezTo>
                      <a:pt x="10" y="56"/>
                      <a:pt x="10" y="56"/>
                      <a:pt x="10" y="56"/>
                    </a:cubicBezTo>
                    <a:cubicBezTo>
                      <a:pt x="9" y="56"/>
                      <a:pt x="9" y="54"/>
                      <a:pt x="9" y="53"/>
                    </a:cubicBezTo>
                    <a:cubicBezTo>
                      <a:pt x="9" y="52"/>
                      <a:pt x="10" y="51"/>
                      <a:pt x="11" y="50"/>
                    </a:cubicBezTo>
                    <a:cubicBezTo>
                      <a:pt x="36" y="40"/>
                      <a:pt x="36" y="40"/>
                      <a:pt x="36" y="40"/>
                    </a:cubicBezTo>
                    <a:cubicBezTo>
                      <a:pt x="53" y="46"/>
                      <a:pt x="70" y="40"/>
                      <a:pt x="87" y="58"/>
                    </a:cubicBezTo>
                    <a:lnTo>
                      <a:pt x="68" y="105"/>
                    </a:lnTo>
                    <a:close/>
                    <a:moveTo>
                      <a:pt x="109" y="42"/>
                    </a:moveTo>
                    <a:cubicBezTo>
                      <a:pt x="103" y="48"/>
                      <a:pt x="103" y="48"/>
                      <a:pt x="103" y="48"/>
                    </a:cubicBezTo>
                    <a:cubicBezTo>
                      <a:pt x="103" y="49"/>
                      <a:pt x="101" y="49"/>
                      <a:pt x="100" y="48"/>
                    </a:cubicBezTo>
                    <a:cubicBezTo>
                      <a:pt x="93" y="41"/>
                      <a:pt x="93" y="41"/>
                      <a:pt x="93" y="41"/>
                    </a:cubicBezTo>
                    <a:cubicBezTo>
                      <a:pt x="88" y="55"/>
                      <a:pt x="88" y="55"/>
                      <a:pt x="88" y="55"/>
                    </a:cubicBezTo>
                    <a:cubicBezTo>
                      <a:pt x="88" y="54"/>
                      <a:pt x="88" y="54"/>
                      <a:pt x="88" y="54"/>
                    </a:cubicBezTo>
                    <a:cubicBezTo>
                      <a:pt x="76" y="42"/>
                      <a:pt x="64" y="41"/>
                      <a:pt x="53" y="39"/>
                    </a:cubicBezTo>
                    <a:cubicBezTo>
                      <a:pt x="49" y="39"/>
                      <a:pt x="46" y="38"/>
                      <a:pt x="42" y="38"/>
                    </a:cubicBezTo>
                    <a:cubicBezTo>
                      <a:pt x="76" y="24"/>
                      <a:pt x="76" y="24"/>
                      <a:pt x="76" y="24"/>
                    </a:cubicBezTo>
                    <a:cubicBezTo>
                      <a:pt x="70" y="17"/>
                      <a:pt x="70" y="17"/>
                      <a:pt x="70" y="17"/>
                    </a:cubicBezTo>
                    <a:cubicBezTo>
                      <a:pt x="69" y="16"/>
                      <a:pt x="69" y="15"/>
                      <a:pt x="70" y="14"/>
                    </a:cubicBezTo>
                    <a:cubicBezTo>
                      <a:pt x="75" y="9"/>
                      <a:pt x="75" y="9"/>
                      <a:pt x="75" y="9"/>
                    </a:cubicBezTo>
                    <a:cubicBezTo>
                      <a:pt x="76" y="8"/>
                      <a:pt x="77" y="8"/>
                      <a:pt x="78" y="9"/>
                    </a:cubicBezTo>
                    <a:cubicBezTo>
                      <a:pt x="109" y="39"/>
                      <a:pt x="109" y="39"/>
                      <a:pt x="109" y="39"/>
                    </a:cubicBezTo>
                    <a:cubicBezTo>
                      <a:pt x="110" y="40"/>
                      <a:pt x="110" y="42"/>
                      <a:pt x="109" y="4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307" name="Freeform 39">
                <a:extLst>
                  <a:ext uri="{FF2B5EF4-FFF2-40B4-BE49-F238E27FC236}">
                    <a16:creationId xmlns:a16="http://schemas.microsoft.com/office/drawing/2014/main" id="{48DA1F4A-B6D9-40A7-A974-6F2CAE4710F7}"/>
                  </a:ext>
                </a:extLst>
              </p:cNvPr>
              <p:cNvSpPr>
                <a:spLocks noEditPoints="1"/>
              </p:cNvSpPr>
              <p:nvPr/>
            </p:nvSpPr>
            <p:spPr bwMode="auto">
              <a:xfrm>
                <a:off x="1811520" y="5341778"/>
                <a:ext cx="63370" cy="62050"/>
              </a:xfrm>
              <a:custGeom>
                <a:avLst/>
                <a:gdLst>
                  <a:gd name="T0" fmla="*/ 10 w 20"/>
                  <a:gd name="T1" fmla="*/ 20 h 20"/>
                  <a:gd name="T2" fmla="*/ 20 w 20"/>
                  <a:gd name="T3" fmla="*/ 10 h 20"/>
                  <a:gd name="T4" fmla="*/ 10 w 20"/>
                  <a:gd name="T5" fmla="*/ 0 h 20"/>
                  <a:gd name="T6" fmla="*/ 0 w 20"/>
                  <a:gd name="T7" fmla="*/ 10 h 20"/>
                  <a:gd name="T8" fmla="*/ 10 w 20"/>
                  <a:gd name="T9" fmla="*/ 20 h 20"/>
                  <a:gd name="T10" fmla="*/ 10 w 20"/>
                  <a:gd name="T11" fmla="*/ 4 h 20"/>
                  <a:gd name="T12" fmla="*/ 16 w 20"/>
                  <a:gd name="T13" fmla="*/ 10 h 20"/>
                  <a:gd name="T14" fmla="*/ 10 w 20"/>
                  <a:gd name="T15" fmla="*/ 16 h 20"/>
                  <a:gd name="T16" fmla="*/ 4 w 20"/>
                  <a:gd name="T17" fmla="*/ 10 h 20"/>
                  <a:gd name="T18" fmla="*/ 10 w 20"/>
                  <a:gd name="T19" fmla="*/ 4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 h="20">
                    <a:moveTo>
                      <a:pt x="10" y="20"/>
                    </a:moveTo>
                    <a:cubicBezTo>
                      <a:pt x="16" y="20"/>
                      <a:pt x="20" y="16"/>
                      <a:pt x="20" y="10"/>
                    </a:cubicBezTo>
                    <a:cubicBezTo>
                      <a:pt x="20" y="4"/>
                      <a:pt x="16" y="0"/>
                      <a:pt x="10" y="0"/>
                    </a:cubicBezTo>
                    <a:cubicBezTo>
                      <a:pt x="4" y="0"/>
                      <a:pt x="0" y="4"/>
                      <a:pt x="0" y="10"/>
                    </a:cubicBezTo>
                    <a:cubicBezTo>
                      <a:pt x="0" y="16"/>
                      <a:pt x="4" y="20"/>
                      <a:pt x="10" y="20"/>
                    </a:cubicBezTo>
                    <a:close/>
                    <a:moveTo>
                      <a:pt x="10" y="4"/>
                    </a:moveTo>
                    <a:cubicBezTo>
                      <a:pt x="13" y="4"/>
                      <a:pt x="16" y="7"/>
                      <a:pt x="16" y="10"/>
                    </a:cubicBezTo>
                    <a:cubicBezTo>
                      <a:pt x="16" y="13"/>
                      <a:pt x="13" y="16"/>
                      <a:pt x="10" y="16"/>
                    </a:cubicBezTo>
                    <a:cubicBezTo>
                      <a:pt x="7" y="16"/>
                      <a:pt x="4" y="13"/>
                      <a:pt x="4" y="10"/>
                    </a:cubicBezTo>
                    <a:cubicBezTo>
                      <a:pt x="4" y="7"/>
                      <a:pt x="7" y="4"/>
                      <a:pt x="10"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308" name="Freeform 40">
                <a:extLst>
                  <a:ext uri="{FF2B5EF4-FFF2-40B4-BE49-F238E27FC236}">
                    <a16:creationId xmlns:a16="http://schemas.microsoft.com/office/drawing/2014/main" id="{CB3E472A-A3E7-4B5B-A784-157D79332055}"/>
                  </a:ext>
                </a:extLst>
              </p:cNvPr>
              <p:cNvSpPr>
                <a:spLocks noEditPoints="1"/>
              </p:cNvSpPr>
              <p:nvPr/>
            </p:nvSpPr>
            <p:spPr bwMode="auto">
              <a:xfrm>
                <a:off x="1975226" y="5142426"/>
                <a:ext cx="62050" cy="62050"/>
              </a:xfrm>
              <a:custGeom>
                <a:avLst/>
                <a:gdLst>
                  <a:gd name="T0" fmla="*/ 10 w 20"/>
                  <a:gd name="T1" fmla="*/ 0 h 20"/>
                  <a:gd name="T2" fmla="*/ 0 w 20"/>
                  <a:gd name="T3" fmla="*/ 10 h 20"/>
                  <a:gd name="T4" fmla="*/ 10 w 20"/>
                  <a:gd name="T5" fmla="*/ 20 h 20"/>
                  <a:gd name="T6" fmla="*/ 20 w 20"/>
                  <a:gd name="T7" fmla="*/ 10 h 20"/>
                  <a:gd name="T8" fmla="*/ 10 w 20"/>
                  <a:gd name="T9" fmla="*/ 0 h 20"/>
                  <a:gd name="T10" fmla="*/ 10 w 20"/>
                  <a:gd name="T11" fmla="*/ 16 h 20"/>
                  <a:gd name="T12" fmla="*/ 4 w 20"/>
                  <a:gd name="T13" fmla="*/ 10 h 20"/>
                  <a:gd name="T14" fmla="*/ 10 w 20"/>
                  <a:gd name="T15" fmla="*/ 4 h 20"/>
                  <a:gd name="T16" fmla="*/ 16 w 20"/>
                  <a:gd name="T17" fmla="*/ 10 h 20"/>
                  <a:gd name="T18" fmla="*/ 10 w 20"/>
                  <a:gd name="T19" fmla="*/ 16 h 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0" h="20">
                    <a:moveTo>
                      <a:pt x="10" y="0"/>
                    </a:moveTo>
                    <a:cubicBezTo>
                      <a:pt x="4" y="0"/>
                      <a:pt x="0" y="4"/>
                      <a:pt x="0" y="10"/>
                    </a:cubicBezTo>
                    <a:cubicBezTo>
                      <a:pt x="0" y="16"/>
                      <a:pt x="4" y="20"/>
                      <a:pt x="10" y="20"/>
                    </a:cubicBezTo>
                    <a:cubicBezTo>
                      <a:pt x="16" y="20"/>
                      <a:pt x="20" y="16"/>
                      <a:pt x="20" y="10"/>
                    </a:cubicBezTo>
                    <a:cubicBezTo>
                      <a:pt x="20" y="4"/>
                      <a:pt x="16" y="0"/>
                      <a:pt x="10" y="0"/>
                    </a:cubicBezTo>
                    <a:close/>
                    <a:moveTo>
                      <a:pt x="10" y="16"/>
                    </a:moveTo>
                    <a:cubicBezTo>
                      <a:pt x="7" y="16"/>
                      <a:pt x="4" y="13"/>
                      <a:pt x="4" y="10"/>
                    </a:cubicBezTo>
                    <a:cubicBezTo>
                      <a:pt x="4" y="7"/>
                      <a:pt x="7" y="4"/>
                      <a:pt x="10" y="4"/>
                    </a:cubicBezTo>
                    <a:cubicBezTo>
                      <a:pt x="13" y="4"/>
                      <a:pt x="16" y="7"/>
                      <a:pt x="16" y="10"/>
                    </a:cubicBezTo>
                    <a:cubicBezTo>
                      <a:pt x="16" y="13"/>
                      <a:pt x="13" y="16"/>
                      <a:pt x="10"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309" name="Freeform 41">
                <a:extLst>
                  <a:ext uri="{FF2B5EF4-FFF2-40B4-BE49-F238E27FC236}">
                    <a16:creationId xmlns:a16="http://schemas.microsoft.com/office/drawing/2014/main" id="{AECF8234-6FDC-4142-B835-476F3AF8759C}"/>
                  </a:ext>
                </a:extLst>
              </p:cNvPr>
              <p:cNvSpPr>
                <a:spLocks noEditPoints="1"/>
              </p:cNvSpPr>
              <p:nvPr/>
            </p:nvSpPr>
            <p:spPr bwMode="auto">
              <a:xfrm>
                <a:off x="1737588" y="5329896"/>
                <a:ext cx="48848" cy="48848"/>
              </a:xfrm>
              <a:custGeom>
                <a:avLst/>
                <a:gdLst>
                  <a:gd name="T0" fmla="*/ 0 w 16"/>
                  <a:gd name="T1" fmla="*/ 8 h 16"/>
                  <a:gd name="T2" fmla="*/ 8 w 16"/>
                  <a:gd name="T3" fmla="*/ 16 h 16"/>
                  <a:gd name="T4" fmla="*/ 16 w 16"/>
                  <a:gd name="T5" fmla="*/ 8 h 16"/>
                  <a:gd name="T6" fmla="*/ 8 w 16"/>
                  <a:gd name="T7" fmla="*/ 0 h 16"/>
                  <a:gd name="T8" fmla="*/ 0 w 16"/>
                  <a:gd name="T9" fmla="*/ 8 h 16"/>
                  <a:gd name="T10" fmla="*/ 8 w 16"/>
                  <a:gd name="T11" fmla="*/ 4 h 16"/>
                  <a:gd name="T12" fmla="*/ 12 w 16"/>
                  <a:gd name="T13" fmla="*/ 8 h 16"/>
                  <a:gd name="T14" fmla="*/ 8 w 16"/>
                  <a:gd name="T15" fmla="*/ 12 h 16"/>
                  <a:gd name="T16" fmla="*/ 4 w 16"/>
                  <a:gd name="T17" fmla="*/ 8 h 16"/>
                  <a:gd name="T18" fmla="*/ 8 w 16"/>
                  <a:gd name="T19" fmla="*/ 4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6">
                    <a:moveTo>
                      <a:pt x="0" y="8"/>
                    </a:moveTo>
                    <a:cubicBezTo>
                      <a:pt x="0" y="12"/>
                      <a:pt x="4" y="16"/>
                      <a:pt x="8" y="16"/>
                    </a:cubicBezTo>
                    <a:cubicBezTo>
                      <a:pt x="12" y="16"/>
                      <a:pt x="16" y="12"/>
                      <a:pt x="16" y="8"/>
                    </a:cubicBezTo>
                    <a:cubicBezTo>
                      <a:pt x="16" y="4"/>
                      <a:pt x="12" y="0"/>
                      <a:pt x="8" y="0"/>
                    </a:cubicBezTo>
                    <a:cubicBezTo>
                      <a:pt x="4" y="0"/>
                      <a:pt x="0" y="4"/>
                      <a:pt x="0" y="8"/>
                    </a:cubicBezTo>
                    <a:close/>
                    <a:moveTo>
                      <a:pt x="8" y="4"/>
                    </a:moveTo>
                    <a:cubicBezTo>
                      <a:pt x="10" y="4"/>
                      <a:pt x="12" y="6"/>
                      <a:pt x="12" y="8"/>
                    </a:cubicBezTo>
                    <a:cubicBezTo>
                      <a:pt x="12" y="10"/>
                      <a:pt x="10" y="12"/>
                      <a:pt x="8" y="12"/>
                    </a:cubicBezTo>
                    <a:cubicBezTo>
                      <a:pt x="6" y="12"/>
                      <a:pt x="4" y="10"/>
                      <a:pt x="4" y="8"/>
                    </a:cubicBezTo>
                    <a:cubicBezTo>
                      <a:pt x="4" y="6"/>
                      <a:pt x="6" y="4"/>
                      <a:pt x="8"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310" name="Oval 42">
                <a:extLst>
                  <a:ext uri="{FF2B5EF4-FFF2-40B4-BE49-F238E27FC236}">
                    <a16:creationId xmlns:a16="http://schemas.microsoft.com/office/drawing/2014/main" id="{EBE23448-3AE3-4468-B324-E050C183FD68}"/>
                  </a:ext>
                </a:extLst>
              </p:cNvPr>
              <p:cNvSpPr>
                <a:spLocks noChangeArrowheads="1"/>
              </p:cNvSpPr>
              <p:nvPr/>
            </p:nvSpPr>
            <p:spPr bwMode="auto">
              <a:xfrm>
                <a:off x="1786436" y="5417030"/>
                <a:ext cx="25084" cy="2508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sp>
            <p:nvSpPr>
              <p:cNvPr id="311" name="Oval 43">
                <a:extLst>
                  <a:ext uri="{FF2B5EF4-FFF2-40B4-BE49-F238E27FC236}">
                    <a16:creationId xmlns:a16="http://schemas.microsoft.com/office/drawing/2014/main" id="{8BE3C8EA-66DC-4010-8195-A89D7BB8AA5E}"/>
                  </a:ext>
                </a:extLst>
              </p:cNvPr>
              <p:cNvSpPr>
                <a:spLocks noChangeArrowheads="1"/>
              </p:cNvSpPr>
              <p:nvPr/>
            </p:nvSpPr>
            <p:spPr bwMode="auto">
              <a:xfrm>
                <a:off x="1987108" y="5229560"/>
                <a:ext cx="25084" cy="2508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solidFill>
                    <a:schemeClr val="bg1"/>
                  </a:solidFill>
                  <a:cs typeface="+mn-ea"/>
                  <a:sym typeface="+mn-lt"/>
                </a:endParaRPr>
              </a:p>
            </p:txBody>
          </p:sp>
        </p:grpSp>
      </p:grpSp>
      <p:sp>
        <p:nvSpPr>
          <p:cNvPr id="315" name="椭圆 314">
            <a:extLst>
              <a:ext uri="{FF2B5EF4-FFF2-40B4-BE49-F238E27FC236}">
                <a16:creationId xmlns:a16="http://schemas.microsoft.com/office/drawing/2014/main" id="{95238929-4D9E-4A6F-ACF2-8876995BD371}"/>
              </a:ext>
            </a:extLst>
          </p:cNvPr>
          <p:cNvSpPr/>
          <p:nvPr/>
        </p:nvSpPr>
        <p:spPr>
          <a:xfrm>
            <a:off x="10676807" y="5425532"/>
            <a:ext cx="1080000" cy="10800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23" name="Group 58">
            <a:extLst>
              <a:ext uri="{FF2B5EF4-FFF2-40B4-BE49-F238E27FC236}">
                <a16:creationId xmlns:a16="http://schemas.microsoft.com/office/drawing/2014/main" id="{5E7DAB2B-01EB-4627-B8B6-3841F015FCEE}"/>
              </a:ext>
            </a:extLst>
          </p:cNvPr>
          <p:cNvGrpSpPr/>
          <p:nvPr/>
        </p:nvGrpSpPr>
        <p:grpSpPr>
          <a:xfrm>
            <a:off x="10885917" y="5634642"/>
            <a:ext cx="661781" cy="661781"/>
            <a:chOff x="837205" y="3542332"/>
            <a:chExt cx="400024" cy="400024"/>
          </a:xfrm>
          <a:solidFill>
            <a:schemeClr val="bg1"/>
          </a:solidFill>
        </p:grpSpPr>
        <p:sp>
          <p:nvSpPr>
            <p:cNvPr id="324" name="Freeform 85">
              <a:extLst>
                <a:ext uri="{FF2B5EF4-FFF2-40B4-BE49-F238E27FC236}">
                  <a16:creationId xmlns:a16="http://schemas.microsoft.com/office/drawing/2014/main" id="{FA221919-3CE0-4A0B-975A-5BD530E85ABE}"/>
                </a:ext>
              </a:extLst>
            </p:cNvPr>
            <p:cNvSpPr>
              <a:spLocks noEditPoints="1"/>
            </p:cNvSpPr>
            <p:nvPr/>
          </p:nvSpPr>
          <p:spPr bwMode="auto">
            <a:xfrm>
              <a:off x="837205" y="3542332"/>
              <a:ext cx="400024" cy="400024"/>
            </a:xfrm>
            <a:custGeom>
              <a:avLst/>
              <a:gdLst>
                <a:gd name="T0" fmla="*/ 116 w 128"/>
                <a:gd name="T1" fmla="*/ 0 h 128"/>
                <a:gd name="T2" fmla="*/ 28 w 128"/>
                <a:gd name="T3" fmla="*/ 0 h 128"/>
                <a:gd name="T4" fmla="*/ 16 w 128"/>
                <a:gd name="T5" fmla="*/ 12 h 128"/>
                <a:gd name="T6" fmla="*/ 16 w 128"/>
                <a:gd name="T7" fmla="*/ 20 h 128"/>
                <a:gd name="T8" fmla="*/ 12 w 128"/>
                <a:gd name="T9" fmla="*/ 20 h 128"/>
                <a:gd name="T10" fmla="*/ 0 w 128"/>
                <a:gd name="T11" fmla="*/ 32 h 128"/>
                <a:gd name="T12" fmla="*/ 0 w 128"/>
                <a:gd name="T13" fmla="*/ 112 h 128"/>
                <a:gd name="T14" fmla="*/ 16 w 128"/>
                <a:gd name="T15" fmla="*/ 128 h 128"/>
                <a:gd name="T16" fmla="*/ 112 w 128"/>
                <a:gd name="T17" fmla="*/ 128 h 128"/>
                <a:gd name="T18" fmla="*/ 128 w 128"/>
                <a:gd name="T19" fmla="*/ 112 h 128"/>
                <a:gd name="T20" fmla="*/ 128 w 128"/>
                <a:gd name="T21" fmla="*/ 12 h 128"/>
                <a:gd name="T22" fmla="*/ 116 w 128"/>
                <a:gd name="T23" fmla="*/ 0 h 128"/>
                <a:gd name="T24" fmla="*/ 120 w 128"/>
                <a:gd name="T25" fmla="*/ 112 h 128"/>
                <a:gd name="T26" fmla="*/ 112 w 128"/>
                <a:gd name="T27" fmla="*/ 120 h 128"/>
                <a:gd name="T28" fmla="*/ 16 w 128"/>
                <a:gd name="T29" fmla="*/ 120 h 128"/>
                <a:gd name="T30" fmla="*/ 8 w 128"/>
                <a:gd name="T31" fmla="*/ 112 h 128"/>
                <a:gd name="T32" fmla="*/ 8 w 128"/>
                <a:gd name="T33" fmla="*/ 32 h 128"/>
                <a:gd name="T34" fmla="*/ 12 w 128"/>
                <a:gd name="T35" fmla="*/ 28 h 128"/>
                <a:gd name="T36" fmla="*/ 16 w 128"/>
                <a:gd name="T37" fmla="*/ 28 h 128"/>
                <a:gd name="T38" fmla="*/ 16 w 128"/>
                <a:gd name="T39" fmla="*/ 108 h 128"/>
                <a:gd name="T40" fmla="*/ 20 w 128"/>
                <a:gd name="T41" fmla="*/ 112 h 128"/>
                <a:gd name="T42" fmla="*/ 24 w 128"/>
                <a:gd name="T43" fmla="*/ 108 h 128"/>
                <a:gd name="T44" fmla="*/ 24 w 128"/>
                <a:gd name="T45" fmla="*/ 12 h 128"/>
                <a:gd name="T46" fmla="*/ 28 w 128"/>
                <a:gd name="T47" fmla="*/ 8 h 128"/>
                <a:gd name="T48" fmla="*/ 116 w 128"/>
                <a:gd name="T49" fmla="*/ 8 h 128"/>
                <a:gd name="T50" fmla="*/ 120 w 128"/>
                <a:gd name="T51" fmla="*/ 12 h 128"/>
                <a:gd name="T52" fmla="*/ 120 w 128"/>
                <a:gd name="T53" fmla="*/ 112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8" h="128">
                  <a:moveTo>
                    <a:pt x="116" y="0"/>
                  </a:moveTo>
                  <a:cubicBezTo>
                    <a:pt x="28" y="0"/>
                    <a:pt x="28" y="0"/>
                    <a:pt x="28" y="0"/>
                  </a:cubicBezTo>
                  <a:cubicBezTo>
                    <a:pt x="21" y="0"/>
                    <a:pt x="16" y="5"/>
                    <a:pt x="16" y="12"/>
                  </a:cubicBezTo>
                  <a:cubicBezTo>
                    <a:pt x="16" y="20"/>
                    <a:pt x="16" y="20"/>
                    <a:pt x="16" y="20"/>
                  </a:cubicBezTo>
                  <a:cubicBezTo>
                    <a:pt x="12" y="20"/>
                    <a:pt x="12" y="20"/>
                    <a:pt x="12" y="20"/>
                  </a:cubicBezTo>
                  <a:cubicBezTo>
                    <a:pt x="5" y="20"/>
                    <a:pt x="0" y="25"/>
                    <a:pt x="0" y="32"/>
                  </a:cubicBezTo>
                  <a:cubicBezTo>
                    <a:pt x="0" y="112"/>
                    <a:pt x="0" y="112"/>
                    <a:pt x="0" y="112"/>
                  </a:cubicBezTo>
                  <a:cubicBezTo>
                    <a:pt x="0" y="121"/>
                    <a:pt x="7" y="128"/>
                    <a:pt x="16" y="128"/>
                  </a:cubicBezTo>
                  <a:cubicBezTo>
                    <a:pt x="112" y="128"/>
                    <a:pt x="112" y="128"/>
                    <a:pt x="112" y="128"/>
                  </a:cubicBezTo>
                  <a:cubicBezTo>
                    <a:pt x="121" y="128"/>
                    <a:pt x="128" y="121"/>
                    <a:pt x="128" y="112"/>
                  </a:cubicBezTo>
                  <a:cubicBezTo>
                    <a:pt x="128" y="12"/>
                    <a:pt x="128" y="12"/>
                    <a:pt x="128" y="12"/>
                  </a:cubicBezTo>
                  <a:cubicBezTo>
                    <a:pt x="128" y="5"/>
                    <a:pt x="123" y="0"/>
                    <a:pt x="116" y="0"/>
                  </a:cubicBezTo>
                  <a:close/>
                  <a:moveTo>
                    <a:pt x="120" y="112"/>
                  </a:moveTo>
                  <a:cubicBezTo>
                    <a:pt x="120" y="116"/>
                    <a:pt x="116" y="120"/>
                    <a:pt x="112" y="120"/>
                  </a:cubicBezTo>
                  <a:cubicBezTo>
                    <a:pt x="16" y="120"/>
                    <a:pt x="16" y="120"/>
                    <a:pt x="16" y="120"/>
                  </a:cubicBezTo>
                  <a:cubicBezTo>
                    <a:pt x="12" y="120"/>
                    <a:pt x="8" y="116"/>
                    <a:pt x="8" y="112"/>
                  </a:cubicBezTo>
                  <a:cubicBezTo>
                    <a:pt x="8" y="32"/>
                    <a:pt x="8" y="32"/>
                    <a:pt x="8" y="32"/>
                  </a:cubicBezTo>
                  <a:cubicBezTo>
                    <a:pt x="8" y="30"/>
                    <a:pt x="10" y="28"/>
                    <a:pt x="12" y="28"/>
                  </a:cubicBezTo>
                  <a:cubicBezTo>
                    <a:pt x="16" y="28"/>
                    <a:pt x="16" y="28"/>
                    <a:pt x="16" y="28"/>
                  </a:cubicBezTo>
                  <a:cubicBezTo>
                    <a:pt x="16" y="108"/>
                    <a:pt x="16" y="108"/>
                    <a:pt x="16" y="108"/>
                  </a:cubicBezTo>
                  <a:cubicBezTo>
                    <a:pt x="16" y="110"/>
                    <a:pt x="18" y="112"/>
                    <a:pt x="20" y="112"/>
                  </a:cubicBezTo>
                  <a:cubicBezTo>
                    <a:pt x="22" y="112"/>
                    <a:pt x="24" y="110"/>
                    <a:pt x="24" y="108"/>
                  </a:cubicBezTo>
                  <a:cubicBezTo>
                    <a:pt x="24" y="12"/>
                    <a:pt x="24" y="12"/>
                    <a:pt x="24" y="12"/>
                  </a:cubicBezTo>
                  <a:cubicBezTo>
                    <a:pt x="24" y="10"/>
                    <a:pt x="26" y="8"/>
                    <a:pt x="28" y="8"/>
                  </a:cubicBezTo>
                  <a:cubicBezTo>
                    <a:pt x="116" y="8"/>
                    <a:pt x="116" y="8"/>
                    <a:pt x="116" y="8"/>
                  </a:cubicBezTo>
                  <a:cubicBezTo>
                    <a:pt x="118" y="8"/>
                    <a:pt x="120" y="10"/>
                    <a:pt x="120" y="12"/>
                  </a:cubicBezTo>
                  <a:lnTo>
                    <a:pt x="120" y="112"/>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25" name="Freeform 86">
              <a:extLst>
                <a:ext uri="{FF2B5EF4-FFF2-40B4-BE49-F238E27FC236}">
                  <a16:creationId xmlns:a16="http://schemas.microsoft.com/office/drawing/2014/main" id="{02A59A24-A7C8-4CE3-AA53-10C307FBDDA2}"/>
                </a:ext>
              </a:extLst>
            </p:cNvPr>
            <p:cNvSpPr>
              <a:spLocks/>
            </p:cNvSpPr>
            <p:nvPr/>
          </p:nvSpPr>
          <p:spPr bwMode="auto">
            <a:xfrm>
              <a:off x="1074843" y="3692836"/>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26" name="Freeform 87">
              <a:extLst>
                <a:ext uri="{FF2B5EF4-FFF2-40B4-BE49-F238E27FC236}">
                  <a16:creationId xmlns:a16="http://schemas.microsoft.com/office/drawing/2014/main" id="{ADF4F03E-BDC6-45C9-9B61-5135FB564CCA}"/>
                </a:ext>
              </a:extLst>
            </p:cNvPr>
            <p:cNvSpPr>
              <a:spLocks/>
            </p:cNvSpPr>
            <p:nvPr/>
          </p:nvSpPr>
          <p:spPr bwMode="auto">
            <a:xfrm>
              <a:off x="1074843" y="3655870"/>
              <a:ext cx="112218" cy="1188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27" name="Freeform 88">
              <a:extLst>
                <a:ext uri="{FF2B5EF4-FFF2-40B4-BE49-F238E27FC236}">
                  <a16:creationId xmlns:a16="http://schemas.microsoft.com/office/drawing/2014/main" id="{CEC92CB1-EDF8-4089-B632-AF5B2DB47859}"/>
                </a:ext>
              </a:extLst>
            </p:cNvPr>
            <p:cNvSpPr>
              <a:spLocks/>
            </p:cNvSpPr>
            <p:nvPr/>
          </p:nvSpPr>
          <p:spPr bwMode="auto">
            <a:xfrm>
              <a:off x="1074843" y="3617583"/>
              <a:ext cx="112218" cy="13202"/>
            </a:xfrm>
            <a:custGeom>
              <a:avLst/>
              <a:gdLst>
                <a:gd name="T0" fmla="*/ 2 w 36"/>
                <a:gd name="T1" fmla="*/ 4 h 4"/>
                <a:gd name="T2" fmla="*/ 34 w 36"/>
                <a:gd name="T3" fmla="*/ 4 h 4"/>
                <a:gd name="T4" fmla="*/ 36 w 36"/>
                <a:gd name="T5" fmla="*/ 2 h 4"/>
                <a:gd name="T6" fmla="*/ 34 w 36"/>
                <a:gd name="T7" fmla="*/ 0 h 4"/>
                <a:gd name="T8" fmla="*/ 2 w 36"/>
                <a:gd name="T9" fmla="*/ 0 h 4"/>
                <a:gd name="T10" fmla="*/ 0 w 36"/>
                <a:gd name="T11" fmla="*/ 2 h 4"/>
                <a:gd name="T12" fmla="*/ 2 w 36"/>
                <a:gd name="T13" fmla="*/ 4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2" y="4"/>
                  </a:moveTo>
                  <a:cubicBezTo>
                    <a:pt x="34" y="4"/>
                    <a:pt x="34" y="4"/>
                    <a:pt x="34" y="4"/>
                  </a:cubicBezTo>
                  <a:cubicBezTo>
                    <a:pt x="35" y="4"/>
                    <a:pt x="36" y="3"/>
                    <a:pt x="36" y="2"/>
                  </a:cubicBezTo>
                  <a:cubicBezTo>
                    <a:pt x="36" y="1"/>
                    <a:pt x="35" y="0"/>
                    <a:pt x="34" y="0"/>
                  </a:cubicBezTo>
                  <a:cubicBezTo>
                    <a:pt x="2" y="0"/>
                    <a:pt x="2" y="0"/>
                    <a:pt x="2" y="0"/>
                  </a:cubicBezTo>
                  <a:cubicBezTo>
                    <a:pt x="1" y="0"/>
                    <a:pt x="0" y="1"/>
                    <a:pt x="0" y="2"/>
                  </a:cubicBezTo>
                  <a:cubicBezTo>
                    <a:pt x="0" y="3"/>
                    <a:pt x="1" y="4"/>
                    <a:pt x="2" y="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28" name="Freeform 89">
              <a:extLst>
                <a:ext uri="{FF2B5EF4-FFF2-40B4-BE49-F238E27FC236}">
                  <a16:creationId xmlns:a16="http://schemas.microsoft.com/office/drawing/2014/main" id="{D3BF0A68-C1C6-4E9A-A448-ABD7680F60E8}"/>
                </a:ext>
              </a:extLst>
            </p:cNvPr>
            <p:cNvSpPr>
              <a:spLocks/>
            </p:cNvSpPr>
            <p:nvPr/>
          </p:nvSpPr>
          <p:spPr bwMode="auto">
            <a:xfrm>
              <a:off x="937541"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29" name="Freeform 90">
              <a:extLst>
                <a:ext uri="{FF2B5EF4-FFF2-40B4-BE49-F238E27FC236}">
                  <a16:creationId xmlns:a16="http://schemas.microsoft.com/office/drawing/2014/main" id="{798D247F-276C-4A51-9435-C07BDA384270}"/>
                </a:ext>
              </a:extLst>
            </p:cNvPr>
            <p:cNvSpPr>
              <a:spLocks/>
            </p:cNvSpPr>
            <p:nvPr/>
          </p:nvSpPr>
          <p:spPr bwMode="auto">
            <a:xfrm>
              <a:off x="937541"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0" name="Freeform 91">
              <a:extLst>
                <a:ext uri="{FF2B5EF4-FFF2-40B4-BE49-F238E27FC236}">
                  <a16:creationId xmlns:a16="http://schemas.microsoft.com/office/drawing/2014/main" id="{74C8F1F7-FEA0-4028-BA20-613626F5F625}"/>
                </a:ext>
              </a:extLst>
            </p:cNvPr>
            <p:cNvSpPr>
              <a:spLocks/>
            </p:cNvSpPr>
            <p:nvPr/>
          </p:nvSpPr>
          <p:spPr bwMode="auto">
            <a:xfrm>
              <a:off x="937541"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1" name="Freeform 92">
              <a:extLst>
                <a:ext uri="{FF2B5EF4-FFF2-40B4-BE49-F238E27FC236}">
                  <a16:creationId xmlns:a16="http://schemas.microsoft.com/office/drawing/2014/main" id="{28F5F056-AF23-475C-B43E-C9BE36DDB8E9}"/>
                </a:ext>
              </a:extLst>
            </p:cNvPr>
            <p:cNvSpPr>
              <a:spLocks/>
            </p:cNvSpPr>
            <p:nvPr/>
          </p:nvSpPr>
          <p:spPr bwMode="auto">
            <a:xfrm>
              <a:off x="1074843" y="3880306"/>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2" name="Freeform 93">
              <a:extLst>
                <a:ext uri="{FF2B5EF4-FFF2-40B4-BE49-F238E27FC236}">
                  <a16:creationId xmlns:a16="http://schemas.microsoft.com/office/drawing/2014/main" id="{E7106B55-1384-4F3E-950C-6C798417DEA0}"/>
                </a:ext>
              </a:extLst>
            </p:cNvPr>
            <p:cNvSpPr>
              <a:spLocks/>
            </p:cNvSpPr>
            <p:nvPr/>
          </p:nvSpPr>
          <p:spPr bwMode="auto">
            <a:xfrm>
              <a:off x="1074843" y="3843340"/>
              <a:ext cx="112218" cy="1188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3" name="Freeform 94">
              <a:extLst>
                <a:ext uri="{FF2B5EF4-FFF2-40B4-BE49-F238E27FC236}">
                  <a16:creationId xmlns:a16="http://schemas.microsoft.com/office/drawing/2014/main" id="{1E88E18B-7CAE-4ACE-8061-223F0FCF797F}"/>
                </a:ext>
              </a:extLst>
            </p:cNvPr>
            <p:cNvSpPr>
              <a:spLocks/>
            </p:cNvSpPr>
            <p:nvPr/>
          </p:nvSpPr>
          <p:spPr bwMode="auto">
            <a:xfrm>
              <a:off x="1074843" y="3805053"/>
              <a:ext cx="112218" cy="13202"/>
            </a:xfrm>
            <a:custGeom>
              <a:avLst/>
              <a:gdLst>
                <a:gd name="T0" fmla="*/ 34 w 36"/>
                <a:gd name="T1" fmla="*/ 0 h 4"/>
                <a:gd name="T2" fmla="*/ 2 w 36"/>
                <a:gd name="T3" fmla="*/ 0 h 4"/>
                <a:gd name="T4" fmla="*/ 0 w 36"/>
                <a:gd name="T5" fmla="*/ 2 h 4"/>
                <a:gd name="T6" fmla="*/ 2 w 36"/>
                <a:gd name="T7" fmla="*/ 4 h 4"/>
                <a:gd name="T8" fmla="*/ 34 w 36"/>
                <a:gd name="T9" fmla="*/ 4 h 4"/>
                <a:gd name="T10" fmla="*/ 36 w 36"/>
                <a:gd name="T11" fmla="*/ 2 h 4"/>
                <a:gd name="T12" fmla="*/ 34 w 36"/>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36" h="4">
                  <a:moveTo>
                    <a:pt x="34" y="0"/>
                  </a:moveTo>
                  <a:cubicBezTo>
                    <a:pt x="2" y="0"/>
                    <a:pt x="2" y="0"/>
                    <a:pt x="2" y="0"/>
                  </a:cubicBezTo>
                  <a:cubicBezTo>
                    <a:pt x="1" y="0"/>
                    <a:pt x="0" y="1"/>
                    <a:pt x="0" y="2"/>
                  </a:cubicBezTo>
                  <a:cubicBezTo>
                    <a:pt x="0" y="3"/>
                    <a:pt x="1" y="4"/>
                    <a:pt x="2" y="4"/>
                  </a:cubicBezTo>
                  <a:cubicBezTo>
                    <a:pt x="34" y="4"/>
                    <a:pt x="34" y="4"/>
                    <a:pt x="34" y="4"/>
                  </a:cubicBezTo>
                  <a:cubicBezTo>
                    <a:pt x="35" y="4"/>
                    <a:pt x="36" y="3"/>
                    <a:pt x="36" y="2"/>
                  </a:cubicBezTo>
                  <a:cubicBezTo>
                    <a:pt x="36" y="1"/>
                    <a:pt x="35" y="0"/>
                    <a:pt x="34"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4" name="Freeform 95">
              <a:extLst>
                <a:ext uri="{FF2B5EF4-FFF2-40B4-BE49-F238E27FC236}">
                  <a16:creationId xmlns:a16="http://schemas.microsoft.com/office/drawing/2014/main" id="{274C2AF5-CEBF-4382-8510-1FB069A24403}"/>
                </a:ext>
              </a:extLst>
            </p:cNvPr>
            <p:cNvSpPr>
              <a:spLocks/>
            </p:cNvSpPr>
            <p:nvPr/>
          </p:nvSpPr>
          <p:spPr bwMode="auto">
            <a:xfrm>
              <a:off x="937541" y="3729802"/>
              <a:ext cx="249520" cy="1320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35" name="Freeform 96">
              <a:extLst>
                <a:ext uri="{FF2B5EF4-FFF2-40B4-BE49-F238E27FC236}">
                  <a16:creationId xmlns:a16="http://schemas.microsoft.com/office/drawing/2014/main" id="{ED801059-E710-42E9-AD27-0ECFBEE6553A}"/>
                </a:ext>
              </a:extLst>
            </p:cNvPr>
            <p:cNvSpPr>
              <a:spLocks/>
            </p:cNvSpPr>
            <p:nvPr/>
          </p:nvSpPr>
          <p:spPr bwMode="auto">
            <a:xfrm>
              <a:off x="937541" y="3768087"/>
              <a:ext cx="249520" cy="11882"/>
            </a:xfrm>
            <a:custGeom>
              <a:avLst/>
              <a:gdLst>
                <a:gd name="T0" fmla="*/ 78 w 80"/>
                <a:gd name="T1" fmla="*/ 0 h 4"/>
                <a:gd name="T2" fmla="*/ 2 w 80"/>
                <a:gd name="T3" fmla="*/ 0 h 4"/>
                <a:gd name="T4" fmla="*/ 0 w 80"/>
                <a:gd name="T5" fmla="*/ 2 h 4"/>
                <a:gd name="T6" fmla="*/ 2 w 80"/>
                <a:gd name="T7" fmla="*/ 4 h 4"/>
                <a:gd name="T8" fmla="*/ 78 w 80"/>
                <a:gd name="T9" fmla="*/ 4 h 4"/>
                <a:gd name="T10" fmla="*/ 80 w 80"/>
                <a:gd name="T11" fmla="*/ 2 h 4"/>
                <a:gd name="T12" fmla="*/ 78 w 80"/>
                <a:gd name="T13" fmla="*/ 0 h 4"/>
              </a:gdLst>
              <a:ahLst/>
              <a:cxnLst>
                <a:cxn ang="0">
                  <a:pos x="T0" y="T1"/>
                </a:cxn>
                <a:cxn ang="0">
                  <a:pos x="T2" y="T3"/>
                </a:cxn>
                <a:cxn ang="0">
                  <a:pos x="T4" y="T5"/>
                </a:cxn>
                <a:cxn ang="0">
                  <a:pos x="T6" y="T7"/>
                </a:cxn>
                <a:cxn ang="0">
                  <a:pos x="T8" y="T9"/>
                </a:cxn>
                <a:cxn ang="0">
                  <a:pos x="T10" y="T11"/>
                </a:cxn>
                <a:cxn ang="0">
                  <a:pos x="T12" y="T13"/>
                </a:cxn>
              </a:cxnLst>
              <a:rect l="0" t="0" r="r" b="b"/>
              <a:pathLst>
                <a:path w="80" h="4">
                  <a:moveTo>
                    <a:pt x="78" y="0"/>
                  </a:moveTo>
                  <a:cubicBezTo>
                    <a:pt x="2" y="0"/>
                    <a:pt x="2" y="0"/>
                    <a:pt x="2" y="0"/>
                  </a:cubicBezTo>
                  <a:cubicBezTo>
                    <a:pt x="1" y="0"/>
                    <a:pt x="0" y="1"/>
                    <a:pt x="0" y="2"/>
                  </a:cubicBezTo>
                  <a:cubicBezTo>
                    <a:pt x="0" y="3"/>
                    <a:pt x="1" y="4"/>
                    <a:pt x="2" y="4"/>
                  </a:cubicBezTo>
                  <a:cubicBezTo>
                    <a:pt x="78" y="4"/>
                    <a:pt x="78" y="4"/>
                    <a:pt x="78" y="4"/>
                  </a:cubicBezTo>
                  <a:cubicBezTo>
                    <a:pt x="79" y="4"/>
                    <a:pt x="80" y="3"/>
                    <a:pt x="80" y="2"/>
                  </a:cubicBezTo>
                  <a:cubicBezTo>
                    <a:pt x="80" y="1"/>
                    <a:pt x="79" y="0"/>
                    <a:pt x="78"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dirty="0">
                <a:cs typeface="+mn-ea"/>
                <a:sym typeface="+mn-lt"/>
              </a:endParaRPr>
            </a:p>
          </p:txBody>
        </p:sp>
        <p:sp>
          <p:nvSpPr>
            <p:cNvPr id="336" name="Freeform 97">
              <a:extLst>
                <a:ext uri="{FF2B5EF4-FFF2-40B4-BE49-F238E27FC236}">
                  <a16:creationId xmlns:a16="http://schemas.microsoft.com/office/drawing/2014/main" id="{F058BFD3-C82C-472C-BA56-D02DFCA32279}"/>
                </a:ext>
              </a:extLst>
            </p:cNvPr>
            <p:cNvSpPr>
              <a:spLocks noEditPoints="1"/>
            </p:cNvSpPr>
            <p:nvPr/>
          </p:nvSpPr>
          <p:spPr bwMode="auto">
            <a:xfrm>
              <a:off x="937541" y="3592500"/>
              <a:ext cx="112218" cy="112218"/>
            </a:xfrm>
            <a:custGeom>
              <a:avLst/>
              <a:gdLst>
                <a:gd name="T0" fmla="*/ 4 w 36"/>
                <a:gd name="T1" fmla="*/ 36 h 36"/>
                <a:gd name="T2" fmla="*/ 32 w 36"/>
                <a:gd name="T3" fmla="*/ 36 h 36"/>
                <a:gd name="T4" fmla="*/ 36 w 36"/>
                <a:gd name="T5" fmla="*/ 32 h 36"/>
                <a:gd name="T6" fmla="*/ 36 w 36"/>
                <a:gd name="T7" fmla="*/ 4 h 36"/>
                <a:gd name="T8" fmla="*/ 32 w 36"/>
                <a:gd name="T9" fmla="*/ 0 h 36"/>
                <a:gd name="T10" fmla="*/ 4 w 36"/>
                <a:gd name="T11" fmla="*/ 0 h 36"/>
                <a:gd name="T12" fmla="*/ 0 w 36"/>
                <a:gd name="T13" fmla="*/ 4 h 36"/>
                <a:gd name="T14" fmla="*/ 0 w 36"/>
                <a:gd name="T15" fmla="*/ 32 h 36"/>
                <a:gd name="T16" fmla="*/ 4 w 36"/>
                <a:gd name="T17" fmla="*/ 36 h 36"/>
                <a:gd name="T18" fmla="*/ 8 w 36"/>
                <a:gd name="T19" fmla="*/ 8 h 36"/>
                <a:gd name="T20" fmla="*/ 28 w 36"/>
                <a:gd name="T21" fmla="*/ 8 h 36"/>
                <a:gd name="T22" fmla="*/ 28 w 36"/>
                <a:gd name="T23" fmla="*/ 28 h 36"/>
                <a:gd name="T24" fmla="*/ 8 w 36"/>
                <a:gd name="T25" fmla="*/ 28 h 36"/>
                <a:gd name="T26" fmla="*/ 8 w 36"/>
                <a:gd name="T27" fmla="*/ 8 h 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6" h="36">
                  <a:moveTo>
                    <a:pt x="4" y="36"/>
                  </a:moveTo>
                  <a:cubicBezTo>
                    <a:pt x="32" y="36"/>
                    <a:pt x="32" y="36"/>
                    <a:pt x="32" y="36"/>
                  </a:cubicBezTo>
                  <a:cubicBezTo>
                    <a:pt x="34" y="36"/>
                    <a:pt x="36" y="34"/>
                    <a:pt x="36" y="32"/>
                  </a:cubicBezTo>
                  <a:cubicBezTo>
                    <a:pt x="36" y="4"/>
                    <a:pt x="36" y="4"/>
                    <a:pt x="36" y="4"/>
                  </a:cubicBezTo>
                  <a:cubicBezTo>
                    <a:pt x="36" y="2"/>
                    <a:pt x="34" y="0"/>
                    <a:pt x="32" y="0"/>
                  </a:cubicBezTo>
                  <a:cubicBezTo>
                    <a:pt x="4" y="0"/>
                    <a:pt x="4" y="0"/>
                    <a:pt x="4" y="0"/>
                  </a:cubicBezTo>
                  <a:cubicBezTo>
                    <a:pt x="2" y="0"/>
                    <a:pt x="0" y="2"/>
                    <a:pt x="0" y="4"/>
                  </a:cubicBezTo>
                  <a:cubicBezTo>
                    <a:pt x="0" y="32"/>
                    <a:pt x="0" y="32"/>
                    <a:pt x="0" y="32"/>
                  </a:cubicBezTo>
                  <a:cubicBezTo>
                    <a:pt x="0" y="34"/>
                    <a:pt x="2" y="36"/>
                    <a:pt x="4" y="36"/>
                  </a:cubicBezTo>
                  <a:close/>
                  <a:moveTo>
                    <a:pt x="8" y="8"/>
                  </a:moveTo>
                  <a:cubicBezTo>
                    <a:pt x="28" y="8"/>
                    <a:pt x="28" y="8"/>
                    <a:pt x="28" y="8"/>
                  </a:cubicBezTo>
                  <a:cubicBezTo>
                    <a:pt x="28" y="28"/>
                    <a:pt x="28" y="28"/>
                    <a:pt x="28" y="28"/>
                  </a:cubicBezTo>
                  <a:cubicBezTo>
                    <a:pt x="8" y="28"/>
                    <a:pt x="8" y="28"/>
                    <a:pt x="8" y="28"/>
                  </a:cubicBezTo>
                  <a:lnTo>
                    <a:pt x="8"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nvGrpSpPr>
          <p:cNvPr id="343" name="组合 342">
            <a:extLst>
              <a:ext uri="{FF2B5EF4-FFF2-40B4-BE49-F238E27FC236}">
                <a16:creationId xmlns:a16="http://schemas.microsoft.com/office/drawing/2014/main" id="{C85095E1-AA2F-4E90-BF5C-7C6E00FD9BDA}"/>
              </a:ext>
            </a:extLst>
          </p:cNvPr>
          <p:cNvGrpSpPr/>
          <p:nvPr/>
        </p:nvGrpSpPr>
        <p:grpSpPr>
          <a:xfrm>
            <a:off x="10676807" y="2493832"/>
            <a:ext cx="1080000" cy="1080000"/>
            <a:chOff x="10551321" y="2739535"/>
            <a:chExt cx="1080000" cy="1080000"/>
          </a:xfrm>
        </p:grpSpPr>
        <p:sp>
          <p:nvSpPr>
            <p:cNvPr id="342" name="椭圆 341">
              <a:extLst>
                <a:ext uri="{FF2B5EF4-FFF2-40B4-BE49-F238E27FC236}">
                  <a16:creationId xmlns:a16="http://schemas.microsoft.com/office/drawing/2014/main" id="{62F7AB8F-9FF1-438B-9A26-37606E572E5D}"/>
                </a:ext>
              </a:extLst>
            </p:cNvPr>
            <p:cNvSpPr/>
            <p:nvPr/>
          </p:nvSpPr>
          <p:spPr>
            <a:xfrm>
              <a:off x="10551321" y="2739535"/>
              <a:ext cx="1080000" cy="10800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38" name="Group 53">
              <a:extLst>
                <a:ext uri="{FF2B5EF4-FFF2-40B4-BE49-F238E27FC236}">
                  <a16:creationId xmlns:a16="http://schemas.microsoft.com/office/drawing/2014/main" id="{F0393B21-ECEB-4910-9985-80700AE31205}"/>
                </a:ext>
              </a:extLst>
            </p:cNvPr>
            <p:cNvGrpSpPr/>
            <p:nvPr/>
          </p:nvGrpSpPr>
          <p:grpSpPr>
            <a:xfrm>
              <a:off x="10791659" y="2979873"/>
              <a:ext cx="599324" cy="599324"/>
              <a:chOff x="1637252" y="4342379"/>
              <a:chExt cx="400024" cy="400024"/>
            </a:xfrm>
            <a:solidFill>
              <a:schemeClr val="bg1"/>
            </a:solidFill>
          </p:grpSpPr>
          <p:sp>
            <p:nvSpPr>
              <p:cNvPr id="339" name="Freeform 57">
                <a:extLst>
                  <a:ext uri="{FF2B5EF4-FFF2-40B4-BE49-F238E27FC236}">
                    <a16:creationId xmlns:a16="http://schemas.microsoft.com/office/drawing/2014/main" id="{CF7EC66F-3C1D-431D-8AB5-2A2054D7C83C}"/>
                  </a:ext>
                </a:extLst>
              </p:cNvPr>
              <p:cNvSpPr>
                <a:spLocks noEditPoints="1"/>
              </p:cNvSpPr>
              <p:nvPr/>
            </p:nvSpPr>
            <p:spPr bwMode="auto">
              <a:xfrm>
                <a:off x="1637252" y="4342379"/>
                <a:ext cx="125420" cy="400024"/>
              </a:xfrm>
              <a:custGeom>
                <a:avLst/>
                <a:gdLst>
                  <a:gd name="T0" fmla="*/ 32 w 40"/>
                  <a:gd name="T1" fmla="*/ 24 h 128"/>
                  <a:gd name="T2" fmla="*/ 32 w 40"/>
                  <a:gd name="T3" fmla="*/ 12 h 128"/>
                  <a:gd name="T4" fmla="*/ 20 w 40"/>
                  <a:gd name="T5" fmla="*/ 0 h 128"/>
                  <a:gd name="T6" fmla="*/ 8 w 40"/>
                  <a:gd name="T7" fmla="*/ 12 h 128"/>
                  <a:gd name="T8" fmla="*/ 8 w 40"/>
                  <a:gd name="T9" fmla="*/ 24 h 128"/>
                  <a:gd name="T10" fmla="*/ 0 w 40"/>
                  <a:gd name="T11" fmla="*/ 40 h 128"/>
                  <a:gd name="T12" fmla="*/ 8 w 40"/>
                  <a:gd name="T13" fmla="*/ 56 h 128"/>
                  <a:gd name="T14" fmla="*/ 8 w 40"/>
                  <a:gd name="T15" fmla="*/ 116 h 128"/>
                  <a:gd name="T16" fmla="*/ 20 w 40"/>
                  <a:gd name="T17" fmla="*/ 128 h 128"/>
                  <a:gd name="T18" fmla="*/ 32 w 40"/>
                  <a:gd name="T19" fmla="*/ 116 h 128"/>
                  <a:gd name="T20" fmla="*/ 32 w 40"/>
                  <a:gd name="T21" fmla="*/ 56 h 128"/>
                  <a:gd name="T22" fmla="*/ 40 w 40"/>
                  <a:gd name="T23" fmla="*/ 40 h 128"/>
                  <a:gd name="T24" fmla="*/ 32 w 40"/>
                  <a:gd name="T25" fmla="*/ 24 h 128"/>
                  <a:gd name="T26" fmla="*/ 16 w 40"/>
                  <a:gd name="T27" fmla="*/ 12 h 128"/>
                  <a:gd name="T28" fmla="*/ 20 w 40"/>
                  <a:gd name="T29" fmla="*/ 8 h 128"/>
                  <a:gd name="T30" fmla="*/ 24 w 40"/>
                  <a:gd name="T31" fmla="*/ 12 h 128"/>
                  <a:gd name="T32" fmla="*/ 24 w 40"/>
                  <a:gd name="T33" fmla="*/ 20 h 128"/>
                  <a:gd name="T34" fmla="*/ 20 w 40"/>
                  <a:gd name="T35" fmla="*/ 20 h 128"/>
                  <a:gd name="T36" fmla="*/ 16 w 40"/>
                  <a:gd name="T37" fmla="*/ 20 h 128"/>
                  <a:gd name="T38" fmla="*/ 16 w 40"/>
                  <a:gd name="T39" fmla="*/ 12 h 128"/>
                  <a:gd name="T40" fmla="*/ 24 w 40"/>
                  <a:gd name="T41" fmla="*/ 116 h 128"/>
                  <a:gd name="T42" fmla="*/ 20 w 40"/>
                  <a:gd name="T43" fmla="*/ 120 h 128"/>
                  <a:gd name="T44" fmla="*/ 16 w 40"/>
                  <a:gd name="T45" fmla="*/ 116 h 128"/>
                  <a:gd name="T46" fmla="*/ 16 w 40"/>
                  <a:gd name="T47" fmla="*/ 60 h 128"/>
                  <a:gd name="T48" fmla="*/ 20 w 40"/>
                  <a:gd name="T49" fmla="*/ 60 h 128"/>
                  <a:gd name="T50" fmla="*/ 24 w 40"/>
                  <a:gd name="T51" fmla="*/ 60 h 128"/>
                  <a:gd name="T52" fmla="*/ 24 w 40"/>
                  <a:gd name="T53" fmla="*/ 116 h 128"/>
                  <a:gd name="T54" fmla="*/ 31 w 40"/>
                  <a:gd name="T55" fmla="*/ 43 h 128"/>
                  <a:gd name="T56" fmla="*/ 31 w 40"/>
                  <a:gd name="T57" fmla="*/ 44 h 128"/>
                  <a:gd name="T58" fmla="*/ 30 w 40"/>
                  <a:gd name="T59" fmla="*/ 47 h 128"/>
                  <a:gd name="T60" fmla="*/ 30 w 40"/>
                  <a:gd name="T61" fmla="*/ 47 h 128"/>
                  <a:gd name="T62" fmla="*/ 27 w 40"/>
                  <a:gd name="T63" fmla="*/ 50 h 128"/>
                  <a:gd name="T64" fmla="*/ 27 w 40"/>
                  <a:gd name="T65" fmla="*/ 50 h 128"/>
                  <a:gd name="T66" fmla="*/ 24 w 40"/>
                  <a:gd name="T67" fmla="*/ 51 h 128"/>
                  <a:gd name="T68" fmla="*/ 20 w 40"/>
                  <a:gd name="T69" fmla="*/ 52 h 128"/>
                  <a:gd name="T70" fmla="*/ 16 w 40"/>
                  <a:gd name="T71" fmla="*/ 51 h 128"/>
                  <a:gd name="T72" fmla="*/ 13 w 40"/>
                  <a:gd name="T73" fmla="*/ 50 h 128"/>
                  <a:gd name="T74" fmla="*/ 13 w 40"/>
                  <a:gd name="T75" fmla="*/ 50 h 128"/>
                  <a:gd name="T76" fmla="*/ 10 w 40"/>
                  <a:gd name="T77" fmla="*/ 47 h 128"/>
                  <a:gd name="T78" fmla="*/ 10 w 40"/>
                  <a:gd name="T79" fmla="*/ 47 h 128"/>
                  <a:gd name="T80" fmla="*/ 9 w 40"/>
                  <a:gd name="T81" fmla="*/ 44 h 128"/>
                  <a:gd name="T82" fmla="*/ 9 w 40"/>
                  <a:gd name="T83" fmla="*/ 43 h 128"/>
                  <a:gd name="T84" fmla="*/ 8 w 40"/>
                  <a:gd name="T85" fmla="*/ 40 h 128"/>
                  <a:gd name="T86" fmla="*/ 9 w 40"/>
                  <a:gd name="T87" fmla="*/ 37 h 128"/>
                  <a:gd name="T88" fmla="*/ 9 w 40"/>
                  <a:gd name="T89" fmla="*/ 36 h 128"/>
                  <a:gd name="T90" fmla="*/ 10 w 40"/>
                  <a:gd name="T91" fmla="*/ 33 h 128"/>
                  <a:gd name="T92" fmla="*/ 10 w 40"/>
                  <a:gd name="T93" fmla="*/ 33 h 128"/>
                  <a:gd name="T94" fmla="*/ 13 w 40"/>
                  <a:gd name="T95" fmla="*/ 30 h 128"/>
                  <a:gd name="T96" fmla="*/ 13 w 40"/>
                  <a:gd name="T97" fmla="*/ 30 h 128"/>
                  <a:gd name="T98" fmla="*/ 16 w 40"/>
                  <a:gd name="T99" fmla="*/ 29 h 128"/>
                  <a:gd name="T100" fmla="*/ 20 w 40"/>
                  <a:gd name="T101" fmla="*/ 28 h 128"/>
                  <a:gd name="T102" fmla="*/ 24 w 40"/>
                  <a:gd name="T103" fmla="*/ 29 h 128"/>
                  <a:gd name="T104" fmla="*/ 27 w 40"/>
                  <a:gd name="T105" fmla="*/ 30 h 128"/>
                  <a:gd name="T106" fmla="*/ 27 w 40"/>
                  <a:gd name="T107" fmla="*/ 30 h 128"/>
                  <a:gd name="T108" fmla="*/ 30 w 40"/>
                  <a:gd name="T109" fmla="*/ 33 h 128"/>
                  <a:gd name="T110" fmla="*/ 30 w 40"/>
                  <a:gd name="T111" fmla="*/ 33 h 128"/>
                  <a:gd name="T112" fmla="*/ 31 w 40"/>
                  <a:gd name="T113" fmla="*/ 36 h 128"/>
                  <a:gd name="T114" fmla="*/ 31 w 40"/>
                  <a:gd name="T115" fmla="*/ 37 h 128"/>
                  <a:gd name="T116" fmla="*/ 32 w 40"/>
                  <a:gd name="T117" fmla="*/ 40 h 128"/>
                  <a:gd name="T118" fmla="*/ 31 w 40"/>
                  <a:gd name="T119" fmla="*/ 4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24"/>
                    </a:moveTo>
                    <a:cubicBezTo>
                      <a:pt x="32" y="12"/>
                      <a:pt x="32" y="12"/>
                      <a:pt x="32" y="12"/>
                    </a:cubicBezTo>
                    <a:cubicBezTo>
                      <a:pt x="32" y="5"/>
                      <a:pt x="27" y="0"/>
                      <a:pt x="20" y="0"/>
                    </a:cubicBezTo>
                    <a:cubicBezTo>
                      <a:pt x="13" y="0"/>
                      <a:pt x="8" y="5"/>
                      <a:pt x="8" y="12"/>
                    </a:cubicBezTo>
                    <a:cubicBezTo>
                      <a:pt x="8" y="24"/>
                      <a:pt x="8" y="24"/>
                      <a:pt x="8" y="24"/>
                    </a:cubicBezTo>
                    <a:cubicBezTo>
                      <a:pt x="3" y="28"/>
                      <a:pt x="0" y="33"/>
                      <a:pt x="0" y="40"/>
                    </a:cubicBezTo>
                    <a:cubicBezTo>
                      <a:pt x="0" y="47"/>
                      <a:pt x="3" y="52"/>
                      <a:pt x="8" y="56"/>
                    </a:cubicBezTo>
                    <a:cubicBezTo>
                      <a:pt x="8" y="116"/>
                      <a:pt x="8" y="116"/>
                      <a:pt x="8" y="116"/>
                    </a:cubicBezTo>
                    <a:cubicBezTo>
                      <a:pt x="8" y="123"/>
                      <a:pt x="13" y="128"/>
                      <a:pt x="20" y="128"/>
                    </a:cubicBezTo>
                    <a:cubicBezTo>
                      <a:pt x="27" y="128"/>
                      <a:pt x="32" y="123"/>
                      <a:pt x="32" y="116"/>
                    </a:cubicBezTo>
                    <a:cubicBezTo>
                      <a:pt x="32" y="56"/>
                      <a:pt x="32" y="56"/>
                      <a:pt x="32" y="56"/>
                    </a:cubicBezTo>
                    <a:cubicBezTo>
                      <a:pt x="37" y="52"/>
                      <a:pt x="40" y="47"/>
                      <a:pt x="40" y="40"/>
                    </a:cubicBezTo>
                    <a:cubicBezTo>
                      <a:pt x="40" y="33"/>
                      <a:pt x="37" y="28"/>
                      <a:pt x="32" y="24"/>
                    </a:cubicBezTo>
                    <a:close/>
                    <a:moveTo>
                      <a:pt x="16" y="12"/>
                    </a:moveTo>
                    <a:cubicBezTo>
                      <a:pt x="16" y="10"/>
                      <a:pt x="18" y="8"/>
                      <a:pt x="20" y="8"/>
                    </a:cubicBezTo>
                    <a:cubicBezTo>
                      <a:pt x="22" y="8"/>
                      <a:pt x="24" y="10"/>
                      <a:pt x="24" y="12"/>
                    </a:cubicBezTo>
                    <a:cubicBezTo>
                      <a:pt x="24" y="20"/>
                      <a:pt x="24" y="20"/>
                      <a:pt x="24" y="20"/>
                    </a:cubicBezTo>
                    <a:cubicBezTo>
                      <a:pt x="23" y="20"/>
                      <a:pt x="21" y="20"/>
                      <a:pt x="20" y="20"/>
                    </a:cubicBezTo>
                    <a:cubicBezTo>
                      <a:pt x="19" y="20"/>
                      <a:pt x="17" y="20"/>
                      <a:pt x="16" y="20"/>
                    </a:cubicBezTo>
                    <a:lnTo>
                      <a:pt x="16" y="12"/>
                    </a:lnTo>
                    <a:close/>
                    <a:moveTo>
                      <a:pt x="24" y="116"/>
                    </a:moveTo>
                    <a:cubicBezTo>
                      <a:pt x="24" y="118"/>
                      <a:pt x="22" y="120"/>
                      <a:pt x="20" y="120"/>
                    </a:cubicBezTo>
                    <a:cubicBezTo>
                      <a:pt x="18" y="120"/>
                      <a:pt x="16" y="118"/>
                      <a:pt x="16" y="116"/>
                    </a:cubicBezTo>
                    <a:cubicBezTo>
                      <a:pt x="16" y="60"/>
                      <a:pt x="16" y="60"/>
                      <a:pt x="16" y="60"/>
                    </a:cubicBezTo>
                    <a:cubicBezTo>
                      <a:pt x="17" y="60"/>
                      <a:pt x="19" y="60"/>
                      <a:pt x="20" y="60"/>
                    </a:cubicBezTo>
                    <a:cubicBezTo>
                      <a:pt x="21" y="60"/>
                      <a:pt x="23" y="60"/>
                      <a:pt x="24" y="60"/>
                    </a:cubicBezTo>
                    <a:lnTo>
                      <a:pt x="24" y="116"/>
                    </a:lnTo>
                    <a:close/>
                    <a:moveTo>
                      <a:pt x="31" y="43"/>
                    </a:moveTo>
                    <a:cubicBezTo>
                      <a:pt x="31" y="44"/>
                      <a:pt x="31" y="44"/>
                      <a:pt x="31" y="44"/>
                    </a:cubicBezTo>
                    <a:cubicBezTo>
                      <a:pt x="31" y="45"/>
                      <a:pt x="30" y="46"/>
                      <a:pt x="30" y="47"/>
                    </a:cubicBezTo>
                    <a:cubicBezTo>
                      <a:pt x="30" y="47"/>
                      <a:pt x="30" y="47"/>
                      <a:pt x="30" y="47"/>
                    </a:cubicBezTo>
                    <a:cubicBezTo>
                      <a:pt x="29" y="48"/>
                      <a:pt x="28" y="49"/>
                      <a:pt x="27" y="50"/>
                    </a:cubicBezTo>
                    <a:cubicBezTo>
                      <a:pt x="27" y="50"/>
                      <a:pt x="27" y="50"/>
                      <a:pt x="27" y="50"/>
                    </a:cubicBezTo>
                    <a:cubicBezTo>
                      <a:pt x="26" y="50"/>
                      <a:pt x="25" y="51"/>
                      <a:pt x="24" y="51"/>
                    </a:cubicBezTo>
                    <a:cubicBezTo>
                      <a:pt x="23" y="52"/>
                      <a:pt x="21" y="52"/>
                      <a:pt x="20" y="52"/>
                    </a:cubicBezTo>
                    <a:cubicBezTo>
                      <a:pt x="19" y="52"/>
                      <a:pt x="17" y="52"/>
                      <a:pt x="16" y="51"/>
                    </a:cubicBezTo>
                    <a:cubicBezTo>
                      <a:pt x="15" y="51"/>
                      <a:pt x="14" y="50"/>
                      <a:pt x="13" y="50"/>
                    </a:cubicBezTo>
                    <a:cubicBezTo>
                      <a:pt x="13" y="50"/>
                      <a:pt x="13" y="50"/>
                      <a:pt x="13" y="50"/>
                    </a:cubicBezTo>
                    <a:cubicBezTo>
                      <a:pt x="12" y="49"/>
                      <a:pt x="11" y="48"/>
                      <a:pt x="10" y="47"/>
                    </a:cubicBezTo>
                    <a:cubicBezTo>
                      <a:pt x="10" y="47"/>
                      <a:pt x="10" y="47"/>
                      <a:pt x="10" y="47"/>
                    </a:cubicBezTo>
                    <a:cubicBezTo>
                      <a:pt x="10" y="46"/>
                      <a:pt x="9" y="45"/>
                      <a:pt x="9" y="44"/>
                    </a:cubicBezTo>
                    <a:cubicBezTo>
                      <a:pt x="9" y="44"/>
                      <a:pt x="9" y="44"/>
                      <a:pt x="9" y="43"/>
                    </a:cubicBezTo>
                    <a:cubicBezTo>
                      <a:pt x="8" y="42"/>
                      <a:pt x="8" y="41"/>
                      <a:pt x="8" y="40"/>
                    </a:cubicBezTo>
                    <a:cubicBezTo>
                      <a:pt x="8" y="39"/>
                      <a:pt x="8" y="38"/>
                      <a:pt x="9" y="37"/>
                    </a:cubicBezTo>
                    <a:cubicBezTo>
                      <a:pt x="9" y="36"/>
                      <a:pt x="9" y="36"/>
                      <a:pt x="9" y="36"/>
                    </a:cubicBezTo>
                    <a:cubicBezTo>
                      <a:pt x="9" y="35"/>
                      <a:pt x="10" y="34"/>
                      <a:pt x="10" y="33"/>
                    </a:cubicBezTo>
                    <a:cubicBezTo>
                      <a:pt x="10" y="33"/>
                      <a:pt x="10" y="33"/>
                      <a:pt x="10" y="33"/>
                    </a:cubicBezTo>
                    <a:cubicBezTo>
                      <a:pt x="11" y="32"/>
                      <a:pt x="12" y="31"/>
                      <a:pt x="13" y="30"/>
                    </a:cubicBezTo>
                    <a:cubicBezTo>
                      <a:pt x="13" y="30"/>
                      <a:pt x="13" y="30"/>
                      <a:pt x="13" y="30"/>
                    </a:cubicBezTo>
                    <a:cubicBezTo>
                      <a:pt x="14" y="30"/>
                      <a:pt x="15" y="29"/>
                      <a:pt x="16" y="29"/>
                    </a:cubicBezTo>
                    <a:cubicBezTo>
                      <a:pt x="17" y="28"/>
                      <a:pt x="19" y="28"/>
                      <a:pt x="20" y="28"/>
                    </a:cubicBezTo>
                    <a:cubicBezTo>
                      <a:pt x="21" y="28"/>
                      <a:pt x="23" y="28"/>
                      <a:pt x="24" y="29"/>
                    </a:cubicBezTo>
                    <a:cubicBezTo>
                      <a:pt x="25" y="29"/>
                      <a:pt x="26" y="30"/>
                      <a:pt x="27" y="30"/>
                    </a:cubicBezTo>
                    <a:cubicBezTo>
                      <a:pt x="27" y="30"/>
                      <a:pt x="27" y="30"/>
                      <a:pt x="27" y="30"/>
                    </a:cubicBezTo>
                    <a:cubicBezTo>
                      <a:pt x="28" y="31"/>
                      <a:pt x="29" y="32"/>
                      <a:pt x="30" y="33"/>
                    </a:cubicBezTo>
                    <a:cubicBezTo>
                      <a:pt x="30" y="33"/>
                      <a:pt x="30" y="33"/>
                      <a:pt x="30" y="33"/>
                    </a:cubicBezTo>
                    <a:cubicBezTo>
                      <a:pt x="30" y="34"/>
                      <a:pt x="31" y="35"/>
                      <a:pt x="31" y="36"/>
                    </a:cubicBezTo>
                    <a:cubicBezTo>
                      <a:pt x="31" y="36"/>
                      <a:pt x="31" y="36"/>
                      <a:pt x="31" y="37"/>
                    </a:cubicBezTo>
                    <a:cubicBezTo>
                      <a:pt x="32" y="38"/>
                      <a:pt x="32" y="39"/>
                      <a:pt x="32" y="40"/>
                    </a:cubicBezTo>
                    <a:cubicBezTo>
                      <a:pt x="32" y="41"/>
                      <a:pt x="32" y="42"/>
                      <a:pt x="3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40" name="Freeform 58">
                <a:extLst>
                  <a:ext uri="{FF2B5EF4-FFF2-40B4-BE49-F238E27FC236}">
                    <a16:creationId xmlns:a16="http://schemas.microsoft.com/office/drawing/2014/main" id="{697A09AC-7DE1-40C4-9765-866EF4E9E222}"/>
                  </a:ext>
                </a:extLst>
              </p:cNvPr>
              <p:cNvSpPr>
                <a:spLocks noEditPoints="1"/>
              </p:cNvSpPr>
              <p:nvPr/>
            </p:nvSpPr>
            <p:spPr bwMode="auto">
              <a:xfrm>
                <a:off x="1911856" y="4342379"/>
                <a:ext cx="125420" cy="400024"/>
              </a:xfrm>
              <a:custGeom>
                <a:avLst/>
                <a:gdLst>
                  <a:gd name="T0" fmla="*/ 32 w 40"/>
                  <a:gd name="T1" fmla="*/ 24 h 128"/>
                  <a:gd name="T2" fmla="*/ 32 w 40"/>
                  <a:gd name="T3" fmla="*/ 12 h 128"/>
                  <a:gd name="T4" fmla="*/ 20 w 40"/>
                  <a:gd name="T5" fmla="*/ 0 h 128"/>
                  <a:gd name="T6" fmla="*/ 8 w 40"/>
                  <a:gd name="T7" fmla="*/ 12 h 128"/>
                  <a:gd name="T8" fmla="*/ 8 w 40"/>
                  <a:gd name="T9" fmla="*/ 24 h 128"/>
                  <a:gd name="T10" fmla="*/ 0 w 40"/>
                  <a:gd name="T11" fmla="*/ 40 h 128"/>
                  <a:gd name="T12" fmla="*/ 8 w 40"/>
                  <a:gd name="T13" fmla="*/ 56 h 128"/>
                  <a:gd name="T14" fmla="*/ 8 w 40"/>
                  <a:gd name="T15" fmla="*/ 116 h 128"/>
                  <a:gd name="T16" fmla="*/ 20 w 40"/>
                  <a:gd name="T17" fmla="*/ 128 h 128"/>
                  <a:gd name="T18" fmla="*/ 32 w 40"/>
                  <a:gd name="T19" fmla="*/ 116 h 128"/>
                  <a:gd name="T20" fmla="*/ 32 w 40"/>
                  <a:gd name="T21" fmla="*/ 56 h 128"/>
                  <a:gd name="T22" fmla="*/ 40 w 40"/>
                  <a:gd name="T23" fmla="*/ 40 h 128"/>
                  <a:gd name="T24" fmla="*/ 32 w 40"/>
                  <a:gd name="T25" fmla="*/ 24 h 128"/>
                  <a:gd name="T26" fmla="*/ 16 w 40"/>
                  <a:gd name="T27" fmla="*/ 12 h 128"/>
                  <a:gd name="T28" fmla="*/ 20 w 40"/>
                  <a:gd name="T29" fmla="*/ 8 h 128"/>
                  <a:gd name="T30" fmla="*/ 24 w 40"/>
                  <a:gd name="T31" fmla="*/ 12 h 128"/>
                  <a:gd name="T32" fmla="*/ 24 w 40"/>
                  <a:gd name="T33" fmla="*/ 20 h 128"/>
                  <a:gd name="T34" fmla="*/ 20 w 40"/>
                  <a:gd name="T35" fmla="*/ 20 h 128"/>
                  <a:gd name="T36" fmla="*/ 16 w 40"/>
                  <a:gd name="T37" fmla="*/ 20 h 128"/>
                  <a:gd name="T38" fmla="*/ 16 w 40"/>
                  <a:gd name="T39" fmla="*/ 12 h 128"/>
                  <a:gd name="T40" fmla="*/ 24 w 40"/>
                  <a:gd name="T41" fmla="*/ 116 h 128"/>
                  <a:gd name="T42" fmla="*/ 20 w 40"/>
                  <a:gd name="T43" fmla="*/ 120 h 128"/>
                  <a:gd name="T44" fmla="*/ 16 w 40"/>
                  <a:gd name="T45" fmla="*/ 116 h 128"/>
                  <a:gd name="T46" fmla="*/ 16 w 40"/>
                  <a:gd name="T47" fmla="*/ 60 h 128"/>
                  <a:gd name="T48" fmla="*/ 20 w 40"/>
                  <a:gd name="T49" fmla="*/ 60 h 128"/>
                  <a:gd name="T50" fmla="*/ 24 w 40"/>
                  <a:gd name="T51" fmla="*/ 60 h 128"/>
                  <a:gd name="T52" fmla="*/ 24 w 40"/>
                  <a:gd name="T53" fmla="*/ 116 h 128"/>
                  <a:gd name="T54" fmla="*/ 31 w 40"/>
                  <a:gd name="T55" fmla="*/ 43 h 128"/>
                  <a:gd name="T56" fmla="*/ 31 w 40"/>
                  <a:gd name="T57" fmla="*/ 44 h 128"/>
                  <a:gd name="T58" fmla="*/ 30 w 40"/>
                  <a:gd name="T59" fmla="*/ 47 h 128"/>
                  <a:gd name="T60" fmla="*/ 30 w 40"/>
                  <a:gd name="T61" fmla="*/ 47 h 128"/>
                  <a:gd name="T62" fmla="*/ 27 w 40"/>
                  <a:gd name="T63" fmla="*/ 50 h 128"/>
                  <a:gd name="T64" fmla="*/ 27 w 40"/>
                  <a:gd name="T65" fmla="*/ 50 h 128"/>
                  <a:gd name="T66" fmla="*/ 24 w 40"/>
                  <a:gd name="T67" fmla="*/ 51 h 128"/>
                  <a:gd name="T68" fmla="*/ 20 w 40"/>
                  <a:gd name="T69" fmla="*/ 52 h 128"/>
                  <a:gd name="T70" fmla="*/ 16 w 40"/>
                  <a:gd name="T71" fmla="*/ 51 h 128"/>
                  <a:gd name="T72" fmla="*/ 13 w 40"/>
                  <a:gd name="T73" fmla="*/ 50 h 128"/>
                  <a:gd name="T74" fmla="*/ 13 w 40"/>
                  <a:gd name="T75" fmla="*/ 50 h 128"/>
                  <a:gd name="T76" fmla="*/ 10 w 40"/>
                  <a:gd name="T77" fmla="*/ 47 h 128"/>
                  <a:gd name="T78" fmla="*/ 10 w 40"/>
                  <a:gd name="T79" fmla="*/ 47 h 128"/>
                  <a:gd name="T80" fmla="*/ 9 w 40"/>
                  <a:gd name="T81" fmla="*/ 44 h 128"/>
                  <a:gd name="T82" fmla="*/ 9 w 40"/>
                  <a:gd name="T83" fmla="*/ 43 h 128"/>
                  <a:gd name="T84" fmla="*/ 8 w 40"/>
                  <a:gd name="T85" fmla="*/ 40 h 128"/>
                  <a:gd name="T86" fmla="*/ 9 w 40"/>
                  <a:gd name="T87" fmla="*/ 37 h 128"/>
                  <a:gd name="T88" fmla="*/ 9 w 40"/>
                  <a:gd name="T89" fmla="*/ 36 h 128"/>
                  <a:gd name="T90" fmla="*/ 10 w 40"/>
                  <a:gd name="T91" fmla="*/ 33 h 128"/>
                  <a:gd name="T92" fmla="*/ 10 w 40"/>
                  <a:gd name="T93" fmla="*/ 33 h 128"/>
                  <a:gd name="T94" fmla="*/ 13 w 40"/>
                  <a:gd name="T95" fmla="*/ 30 h 128"/>
                  <a:gd name="T96" fmla="*/ 13 w 40"/>
                  <a:gd name="T97" fmla="*/ 30 h 128"/>
                  <a:gd name="T98" fmla="*/ 16 w 40"/>
                  <a:gd name="T99" fmla="*/ 29 h 128"/>
                  <a:gd name="T100" fmla="*/ 20 w 40"/>
                  <a:gd name="T101" fmla="*/ 28 h 128"/>
                  <a:gd name="T102" fmla="*/ 24 w 40"/>
                  <a:gd name="T103" fmla="*/ 29 h 128"/>
                  <a:gd name="T104" fmla="*/ 27 w 40"/>
                  <a:gd name="T105" fmla="*/ 30 h 128"/>
                  <a:gd name="T106" fmla="*/ 27 w 40"/>
                  <a:gd name="T107" fmla="*/ 30 h 128"/>
                  <a:gd name="T108" fmla="*/ 30 w 40"/>
                  <a:gd name="T109" fmla="*/ 33 h 128"/>
                  <a:gd name="T110" fmla="*/ 30 w 40"/>
                  <a:gd name="T111" fmla="*/ 33 h 128"/>
                  <a:gd name="T112" fmla="*/ 31 w 40"/>
                  <a:gd name="T113" fmla="*/ 36 h 128"/>
                  <a:gd name="T114" fmla="*/ 31 w 40"/>
                  <a:gd name="T115" fmla="*/ 37 h 128"/>
                  <a:gd name="T116" fmla="*/ 32 w 40"/>
                  <a:gd name="T117" fmla="*/ 40 h 128"/>
                  <a:gd name="T118" fmla="*/ 31 w 40"/>
                  <a:gd name="T119" fmla="*/ 43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24"/>
                    </a:moveTo>
                    <a:cubicBezTo>
                      <a:pt x="32" y="12"/>
                      <a:pt x="32" y="12"/>
                      <a:pt x="32" y="12"/>
                    </a:cubicBezTo>
                    <a:cubicBezTo>
                      <a:pt x="32" y="5"/>
                      <a:pt x="27" y="0"/>
                      <a:pt x="20" y="0"/>
                    </a:cubicBezTo>
                    <a:cubicBezTo>
                      <a:pt x="13" y="0"/>
                      <a:pt x="8" y="5"/>
                      <a:pt x="8" y="12"/>
                    </a:cubicBezTo>
                    <a:cubicBezTo>
                      <a:pt x="8" y="24"/>
                      <a:pt x="8" y="24"/>
                      <a:pt x="8" y="24"/>
                    </a:cubicBezTo>
                    <a:cubicBezTo>
                      <a:pt x="3" y="28"/>
                      <a:pt x="0" y="33"/>
                      <a:pt x="0" y="40"/>
                    </a:cubicBezTo>
                    <a:cubicBezTo>
                      <a:pt x="0" y="47"/>
                      <a:pt x="3" y="52"/>
                      <a:pt x="8" y="56"/>
                    </a:cubicBezTo>
                    <a:cubicBezTo>
                      <a:pt x="8" y="116"/>
                      <a:pt x="8" y="116"/>
                      <a:pt x="8" y="116"/>
                    </a:cubicBezTo>
                    <a:cubicBezTo>
                      <a:pt x="8" y="123"/>
                      <a:pt x="13" y="128"/>
                      <a:pt x="20" y="128"/>
                    </a:cubicBezTo>
                    <a:cubicBezTo>
                      <a:pt x="27" y="128"/>
                      <a:pt x="32" y="123"/>
                      <a:pt x="32" y="116"/>
                    </a:cubicBezTo>
                    <a:cubicBezTo>
                      <a:pt x="32" y="56"/>
                      <a:pt x="32" y="56"/>
                      <a:pt x="32" y="56"/>
                    </a:cubicBezTo>
                    <a:cubicBezTo>
                      <a:pt x="37" y="52"/>
                      <a:pt x="40" y="47"/>
                      <a:pt x="40" y="40"/>
                    </a:cubicBezTo>
                    <a:cubicBezTo>
                      <a:pt x="40" y="33"/>
                      <a:pt x="37" y="28"/>
                      <a:pt x="32" y="24"/>
                    </a:cubicBezTo>
                    <a:close/>
                    <a:moveTo>
                      <a:pt x="16" y="12"/>
                    </a:moveTo>
                    <a:cubicBezTo>
                      <a:pt x="16" y="10"/>
                      <a:pt x="18" y="8"/>
                      <a:pt x="20" y="8"/>
                    </a:cubicBezTo>
                    <a:cubicBezTo>
                      <a:pt x="22" y="8"/>
                      <a:pt x="24" y="10"/>
                      <a:pt x="24" y="12"/>
                    </a:cubicBezTo>
                    <a:cubicBezTo>
                      <a:pt x="24" y="20"/>
                      <a:pt x="24" y="20"/>
                      <a:pt x="24" y="20"/>
                    </a:cubicBezTo>
                    <a:cubicBezTo>
                      <a:pt x="23" y="20"/>
                      <a:pt x="21" y="20"/>
                      <a:pt x="20" y="20"/>
                    </a:cubicBezTo>
                    <a:cubicBezTo>
                      <a:pt x="19" y="20"/>
                      <a:pt x="17" y="20"/>
                      <a:pt x="16" y="20"/>
                    </a:cubicBezTo>
                    <a:lnTo>
                      <a:pt x="16" y="12"/>
                    </a:lnTo>
                    <a:close/>
                    <a:moveTo>
                      <a:pt x="24" y="116"/>
                    </a:moveTo>
                    <a:cubicBezTo>
                      <a:pt x="24" y="118"/>
                      <a:pt x="22" y="120"/>
                      <a:pt x="20" y="120"/>
                    </a:cubicBezTo>
                    <a:cubicBezTo>
                      <a:pt x="18" y="120"/>
                      <a:pt x="16" y="118"/>
                      <a:pt x="16" y="116"/>
                    </a:cubicBezTo>
                    <a:cubicBezTo>
                      <a:pt x="16" y="60"/>
                      <a:pt x="16" y="60"/>
                      <a:pt x="16" y="60"/>
                    </a:cubicBezTo>
                    <a:cubicBezTo>
                      <a:pt x="17" y="60"/>
                      <a:pt x="19" y="60"/>
                      <a:pt x="20" y="60"/>
                    </a:cubicBezTo>
                    <a:cubicBezTo>
                      <a:pt x="21" y="60"/>
                      <a:pt x="23" y="60"/>
                      <a:pt x="24" y="60"/>
                    </a:cubicBezTo>
                    <a:lnTo>
                      <a:pt x="24" y="116"/>
                    </a:lnTo>
                    <a:close/>
                    <a:moveTo>
                      <a:pt x="31" y="43"/>
                    </a:moveTo>
                    <a:cubicBezTo>
                      <a:pt x="31" y="44"/>
                      <a:pt x="31" y="44"/>
                      <a:pt x="31" y="44"/>
                    </a:cubicBezTo>
                    <a:cubicBezTo>
                      <a:pt x="31" y="45"/>
                      <a:pt x="30" y="46"/>
                      <a:pt x="30" y="47"/>
                    </a:cubicBezTo>
                    <a:cubicBezTo>
                      <a:pt x="30" y="47"/>
                      <a:pt x="30" y="47"/>
                      <a:pt x="30" y="47"/>
                    </a:cubicBezTo>
                    <a:cubicBezTo>
                      <a:pt x="29" y="48"/>
                      <a:pt x="28" y="49"/>
                      <a:pt x="27" y="50"/>
                    </a:cubicBezTo>
                    <a:cubicBezTo>
                      <a:pt x="27" y="50"/>
                      <a:pt x="27" y="50"/>
                      <a:pt x="27" y="50"/>
                    </a:cubicBezTo>
                    <a:cubicBezTo>
                      <a:pt x="26" y="50"/>
                      <a:pt x="25" y="51"/>
                      <a:pt x="24" y="51"/>
                    </a:cubicBezTo>
                    <a:cubicBezTo>
                      <a:pt x="23" y="52"/>
                      <a:pt x="21" y="52"/>
                      <a:pt x="20" y="52"/>
                    </a:cubicBezTo>
                    <a:cubicBezTo>
                      <a:pt x="19" y="52"/>
                      <a:pt x="17" y="52"/>
                      <a:pt x="16" y="51"/>
                    </a:cubicBezTo>
                    <a:cubicBezTo>
                      <a:pt x="15" y="51"/>
                      <a:pt x="14" y="50"/>
                      <a:pt x="13" y="50"/>
                    </a:cubicBezTo>
                    <a:cubicBezTo>
                      <a:pt x="13" y="50"/>
                      <a:pt x="13" y="50"/>
                      <a:pt x="13" y="50"/>
                    </a:cubicBezTo>
                    <a:cubicBezTo>
                      <a:pt x="12" y="49"/>
                      <a:pt x="11" y="48"/>
                      <a:pt x="10" y="47"/>
                    </a:cubicBezTo>
                    <a:cubicBezTo>
                      <a:pt x="10" y="47"/>
                      <a:pt x="10" y="47"/>
                      <a:pt x="10" y="47"/>
                    </a:cubicBezTo>
                    <a:cubicBezTo>
                      <a:pt x="10" y="46"/>
                      <a:pt x="9" y="45"/>
                      <a:pt x="9" y="44"/>
                    </a:cubicBezTo>
                    <a:cubicBezTo>
                      <a:pt x="9" y="44"/>
                      <a:pt x="9" y="44"/>
                      <a:pt x="9" y="43"/>
                    </a:cubicBezTo>
                    <a:cubicBezTo>
                      <a:pt x="8" y="42"/>
                      <a:pt x="8" y="41"/>
                      <a:pt x="8" y="40"/>
                    </a:cubicBezTo>
                    <a:cubicBezTo>
                      <a:pt x="8" y="39"/>
                      <a:pt x="8" y="38"/>
                      <a:pt x="9" y="37"/>
                    </a:cubicBezTo>
                    <a:cubicBezTo>
                      <a:pt x="9" y="36"/>
                      <a:pt x="9" y="36"/>
                      <a:pt x="9" y="36"/>
                    </a:cubicBezTo>
                    <a:cubicBezTo>
                      <a:pt x="9" y="35"/>
                      <a:pt x="10" y="34"/>
                      <a:pt x="10" y="33"/>
                    </a:cubicBezTo>
                    <a:cubicBezTo>
                      <a:pt x="10" y="33"/>
                      <a:pt x="10" y="33"/>
                      <a:pt x="10" y="33"/>
                    </a:cubicBezTo>
                    <a:cubicBezTo>
                      <a:pt x="11" y="32"/>
                      <a:pt x="12" y="31"/>
                      <a:pt x="13" y="30"/>
                    </a:cubicBezTo>
                    <a:cubicBezTo>
                      <a:pt x="13" y="30"/>
                      <a:pt x="13" y="30"/>
                      <a:pt x="13" y="30"/>
                    </a:cubicBezTo>
                    <a:cubicBezTo>
                      <a:pt x="14" y="30"/>
                      <a:pt x="15" y="29"/>
                      <a:pt x="16" y="29"/>
                    </a:cubicBezTo>
                    <a:cubicBezTo>
                      <a:pt x="17" y="28"/>
                      <a:pt x="19" y="28"/>
                      <a:pt x="20" y="28"/>
                    </a:cubicBezTo>
                    <a:cubicBezTo>
                      <a:pt x="21" y="28"/>
                      <a:pt x="23" y="28"/>
                      <a:pt x="24" y="29"/>
                    </a:cubicBezTo>
                    <a:cubicBezTo>
                      <a:pt x="25" y="29"/>
                      <a:pt x="26" y="30"/>
                      <a:pt x="27" y="30"/>
                    </a:cubicBezTo>
                    <a:cubicBezTo>
                      <a:pt x="27" y="30"/>
                      <a:pt x="27" y="30"/>
                      <a:pt x="27" y="30"/>
                    </a:cubicBezTo>
                    <a:cubicBezTo>
                      <a:pt x="28" y="31"/>
                      <a:pt x="29" y="32"/>
                      <a:pt x="30" y="33"/>
                    </a:cubicBezTo>
                    <a:cubicBezTo>
                      <a:pt x="30" y="33"/>
                      <a:pt x="30" y="33"/>
                      <a:pt x="30" y="33"/>
                    </a:cubicBezTo>
                    <a:cubicBezTo>
                      <a:pt x="30" y="34"/>
                      <a:pt x="31" y="35"/>
                      <a:pt x="31" y="36"/>
                    </a:cubicBezTo>
                    <a:cubicBezTo>
                      <a:pt x="31" y="36"/>
                      <a:pt x="31" y="36"/>
                      <a:pt x="31" y="37"/>
                    </a:cubicBezTo>
                    <a:cubicBezTo>
                      <a:pt x="32" y="38"/>
                      <a:pt x="32" y="39"/>
                      <a:pt x="32" y="40"/>
                    </a:cubicBezTo>
                    <a:cubicBezTo>
                      <a:pt x="32" y="41"/>
                      <a:pt x="32" y="42"/>
                      <a:pt x="31" y="4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sp>
            <p:nvSpPr>
              <p:cNvPr id="341" name="Freeform 59">
                <a:extLst>
                  <a:ext uri="{FF2B5EF4-FFF2-40B4-BE49-F238E27FC236}">
                    <a16:creationId xmlns:a16="http://schemas.microsoft.com/office/drawing/2014/main" id="{52FB035D-3D9F-428D-83F8-9BF5BB9AE9C1}"/>
                  </a:ext>
                </a:extLst>
              </p:cNvPr>
              <p:cNvSpPr>
                <a:spLocks noEditPoints="1"/>
              </p:cNvSpPr>
              <p:nvPr/>
            </p:nvSpPr>
            <p:spPr bwMode="auto">
              <a:xfrm>
                <a:off x="1774554" y="4342379"/>
                <a:ext cx="125420" cy="400024"/>
              </a:xfrm>
              <a:custGeom>
                <a:avLst/>
                <a:gdLst>
                  <a:gd name="T0" fmla="*/ 32 w 40"/>
                  <a:gd name="T1" fmla="*/ 72 h 128"/>
                  <a:gd name="T2" fmla="*/ 32 w 40"/>
                  <a:gd name="T3" fmla="*/ 12 h 128"/>
                  <a:gd name="T4" fmla="*/ 20 w 40"/>
                  <a:gd name="T5" fmla="*/ 0 h 128"/>
                  <a:gd name="T6" fmla="*/ 8 w 40"/>
                  <a:gd name="T7" fmla="*/ 12 h 128"/>
                  <a:gd name="T8" fmla="*/ 8 w 40"/>
                  <a:gd name="T9" fmla="*/ 72 h 128"/>
                  <a:gd name="T10" fmla="*/ 0 w 40"/>
                  <a:gd name="T11" fmla="*/ 88 h 128"/>
                  <a:gd name="T12" fmla="*/ 8 w 40"/>
                  <a:gd name="T13" fmla="*/ 104 h 128"/>
                  <a:gd name="T14" fmla="*/ 8 w 40"/>
                  <a:gd name="T15" fmla="*/ 116 h 128"/>
                  <a:gd name="T16" fmla="*/ 20 w 40"/>
                  <a:gd name="T17" fmla="*/ 128 h 128"/>
                  <a:gd name="T18" fmla="*/ 32 w 40"/>
                  <a:gd name="T19" fmla="*/ 116 h 128"/>
                  <a:gd name="T20" fmla="*/ 32 w 40"/>
                  <a:gd name="T21" fmla="*/ 104 h 128"/>
                  <a:gd name="T22" fmla="*/ 40 w 40"/>
                  <a:gd name="T23" fmla="*/ 88 h 128"/>
                  <a:gd name="T24" fmla="*/ 32 w 40"/>
                  <a:gd name="T25" fmla="*/ 72 h 128"/>
                  <a:gd name="T26" fmla="*/ 16 w 40"/>
                  <a:gd name="T27" fmla="*/ 12 h 128"/>
                  <a:gd name="T28" fmla="*/ 20 w 40"/>
                  <a:gd name="T29" fmla="*/ 8 h 128"/>
                  <a:gd name="T30" fmla="*/ 24 w 40"/>
                  <a:gd name="T31" fmla="*/ 12 h 128"/>
                  <a:gd name="T32" fmla="*/ 24 w 40"/>
                  <a:gd name="T33" fmla="*/ 68 h 128"/>
                  <a:gd name="T34" fmla="*/ 20 w 40"/>
                  <a:gd name="T35" fmla="*/ 68 h 128"/>
                  <a:gd name="T36" fmla="*/ 16 w 40"/>
                  <a:gd name="T37" fmla="*/ 68 h 128"/>
                  <a:gd name="T38" fmla="*/ 16 w 40"/>
                  <a:gd name="T39" fmla="*/ 12 h 128"/>
                  <a:gd name="T40" fmla="*/ 24 w 40"/>
                  <a:gd name="T41" fmla="*/ 116 h 128"/>
                  <a:gd name="T42" fmla="*/ 20 w 40"/>
                  <a:gd name="T43" fmla="*/ 120 h 128"/>
                  <a:gd name="T44" fmla="*/ 16 w 40"/>
                  <a:gd name="T45" fmla="*/ 116 h 128"/>
                  <a:gd name="T46" fmla="*/ 16 w 40"/>
                  <a:gd name="T47" fmla="*/ 108 h 128"/>
                  <a:gd name="T48" fmla="*/ 20 w 40"/>
                  <a:gd name="T49" fmla="*/ 108 h 128"/>
                  <a:gd name="T50" fmla="*/ 24 w 40"/>
                  <a:gd name="T51" fmla="*/ 108 h 128"/>
                  <a:gd name="T52" fmla="*/ 24 w 40"/>
                  <a:gd name="T53" fmla="*/ 116 h 128"/>
                  <a:gd name="T54" fmla="*/ 31 w 40"/>
                  <a:gd name="T55" fmla="*/ 91 h 128"/>
                  <a:gd name="T56" fmla="*/ 31 w 40"/>
                  <a:gd name="T57" fmla="*/ 92 h 128"/>
                  <a:gd name="T58" fmla="*/ 30 w 40"/>
                  <a:gd name="T59" fmla="*/ 95 h 128"/>
                  <a:gd name="T60" fmla="*/ 30 w 40"/>
                  <a:gd name="T61" fmla="*/ 95 h 128"/>
                  <a:gd name="T62" fmla="*/ 27 w 40"/>
                  <a:gd name="T63" fmla="*/ 98 h 128"/>
                  <a:gd name="T64" fmla="*/ 27 w 40"/>
                  <a:gd name="T65" fmla="*/ 98 h 128"/>
                  <a:gd name="T66" fmla="*/ 24 w 40"/>
                  <a:gd name="T67" fmla="*/ 99 h 128"/>
                  <a:gd name="T68" fmla="*/ 20 w 40"/>
                  <a:gd name="T69" fmla="*/ 100 h 128"/>
                  <a:gd name="T70" fmla="*/ 16 w 40"/>
                  <a:gd name="T71" fmla="*/ 99 h 128"/>
                  <a:gd name="T72" fmla="*/ 13 w 40"/>
                  <a:gd name="T73" fmla="*/ 98 h 128"/>
                  <a:gd name="T74" fmla="*/ 13 w 40"/>
                  <a:gd name="T75" fmla="*/ 98 h 128"/>
                  <a:gd name="T76" fmla="*/ 10 w 40"/>
                  <a:gd name="T77" fmla="*/ 95 h 128"/>
                  <a:gd name="T78" fmla="*/ 10 w 40"/>
                  <a:gd name="T79" fmla="*/ 95 h 128"/>
                  <a:gd name="T80" fmla="*/ 9 w 40"/>
                  <a:gd name="T81" fmla="*/ 92 h 128"/>
                  <a:gd name="T82" fmla="*/ 9 w 40"/>
                  <a:gd name="T83" fmla="*/ 91 h 128"/>
                  <a:gd name="T84" fmla="*/ 8 w 40"/>
                  <a:gd name="T85" fmla="*/ 88 h 128"/>
                  <a:gd name="T86" fmla="*/ 9 w 40"/>
                  <a:gd name="T87" fmla="*/ 85 h 128"/>
                  <a:gd name="T88" fmla="*/ 9 w 40"/>
                  <a:gd name="T89" fmla="*/ 84 h 128"/>
                  <a:gd name="T90" fmla="*/ 10 w 40"/>
                  <a:gd name="T91" fmla="*/ 81 h 128"/>
                  <a:gd name="T92" fmla="*/ 10 w 40"/>
                  <a:gd name="T93" fmla="*/ 81 h 128"/>
                  <a:gd name="T94" fmla="*/ 13 w 40"/>
                  <a:gd name="T95" fmla="*/ 78 h 128"/>
                  <a:gd name="T96" fmla="*/ 13 w 40"/>
                  <a:gd name="T97" fmla="*/ 78 h 128"/>
                  <a:gd name="T98" fmla="*/ 16 w 40"/>
                  <a:gd name="T99" fmla="*/ 77 h 128"/>
                  <a:gd name="T100" fmla="*/ 20 w 40"/>
                  <a:gd name="T101" fmla="*/ 76 h 128"/>
                  <a:gd name="T102" fmla="*/ 24 w 40"/>
                  <a:gd name="T103" fmla="*/ 77 h 128"/>
                  <a:gd name="T104" fmla="*/ 27 w 40"/>
                  <a:gd name="T105" fmla="*/ 78 h 128"/>
                  <a:gd name="T106" fmla="*/ 27 w 40"/>
                  <a:gd name="T107" fmla="*/ 78 h 128"/>
                  <a:gd name="T108" fmla="*/ 30 w 40"/>
                  <a:gd name="T109" fmla="*/ 81 h 128"/>
                  <a:gd name="T110" fmla="*/ 30 w 40"/>
                  <a:gd name="T111" fmla="*/ 81 h 128"/>
                  <a:gd name="T112" fmla="*/ 31 w 40"/>
                  <a:gd name="T113" fmla="*/ 84 h 128"/>
                  <a:gd name="T114" fmla="*/ 31 w 40"/>
                  <a:gd name="T115" fmla="*/ 85 h 128"/>
                  <a:gd name="T116" fmla="*/ 32 w 40"/>
                  <a:gd name="T117" fmla="*/ 88 h 128"/>
                  <a:gd name="T118" fmla="*/ 31 w 40"/>
                  <a:gd name="T119" fmla="*/ 91 h 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0" h="128">
                    <a:moveTo>
                      <a:pt x="32" y="72"/>
                    </a:moveTo>
                    <a:cubicBezTo>
                      <a:pt x="32" y="12"/>
                      <a:pt x="32" y="12"/>
                      <a:pt x="32" y="12"/>
                    </a:cubicBezTo>
                    <a:cubicBezTo>
                      <a:pt x="32" y="5"/>
                      <a:pt x="27" y="0"/>
                      <a:pt x="20" y="0"/>
                    </a:cubicBezTo>
                    <a:cubicBezTo>
                      <a:pt x="13" y="0"/>
                      <a:pt x="8" y="5"/>
                      <a:pt x="8" y="12"/>
                    </a:cubicBezTo>
                    <a:cubicBezTo>
                      <a:pt x="8" y="72"/>
                      <a:pt x="8" y="72"/>
                      <a:pt x="8" y="72"/>
                    </a:cubicBezTo>
                    <a:cubicBezTo>
                      <a:pt x="3" y="76"/>
                      <a:pt x="0" y="81"/>
                      <a:pt x="0" y="88"/>
                    </a:cubicBezTo>
                    <a:cubicBezTo>
                      <a:pt x="0" y="95"/>
                      <a:pt x="3" y="100"/>
                      <a:pt x="8" y="104"/>
                    </a:cubicBezTo>
                    <a:cubicBezTo>
                      <a:pt x="8" y="116"/>
                      <a:pt x="8" y="116"/>
                      <a:pt x="8" y="116"/>
                    </a:cubicBezTo>
                    <a:cubicBezTo>
                      <a:pt x="8" y="123"/>
                      <a:pt x="13" y="128"/>
                      <a:pt x="20" y="128"/>
                    </a:cubicBezTo>
                    <a:cubicBezTo>
                      <a:pt x="27" y="128"/>
                      <a:pt x="32" y="123"/>
                      <a:pt x="32" y="116"/>
                    </a:cubicBezTo>
                    <a:cubicBezTo>
                      <a:pt x="32" y="104"/>
                      <a:pt x="32" y="104"/>
                      <a:pt x="32" y="104"/>
                    </a:cubicBezTo>
                    <a:cubicBezTo>
                      <a:pt x="37" y="100"/>
                      <a:pt x="40" y="95"/>
                      <a:pt x="40" y="88"/>
                    </a:cubicBezTo>
                    <a:cubicBezTo>
                      <a:pt x="40" y="81"/>
                      <a:pt x="37" y="76"/>
                      <a:pt x="32" y="72"/>
                    </a:cubicBezTo>
                    <a:close/>
                    <a:moveTo>
                      <a:pt x="16" y="12"/>
                    </a:moveTo>
                    <a:cubicBezTo>
                      <a:pt x="16" y="10"/>
                      <a:pt x="18" y="8"/>
                      <a:pt x="20" y="8"/>
                    </a:cubicBezTo>
                    <a:cubicBezTo>
                      <a:pt x="22" y="8"/>
                      <a:pt x="24" y="10"/>
                      <a:pt x="24" y="12"/>
                    </a:cubicBezTo>
                    <a:cubicBezTo>
                      <a:pt x="24" y="68"/>
                      <a:pt x="24" y="68"/>
                      <a:pt x="24" y="68"/>
                    </a:cubicBezTo>
                    <a:cubicBezTo>
                      <a:pt x="23" y="68"/>
                      <a:pt x="21" y="68"/>
                      <a:pt x="20" y="68"/>
                    </a:cubicBezTo>
                    <a:cubicBezTo>
                      <a:pt x="19" y="68"/>
                      <a:pt x="17" y="68"/>
                      <a:pt x="16" y="68"/>
                    </a:cubicBezTo>
                    <a:lnTo>
                      <a:pt x="16" y="12"/>
                    </a:lnTo>
                    <a:close/>
                    <a:moveTo>
                      <a:pt x="24" y="116"/>
                    </a:moveTo>
                    <a:cubicBezTo>
                      <a:pt x="24" y="118"/>
                      <a:pt x="22" y="120"/>
                      <a:pt x="20" y="120"/>
                    </a:cubicBezTo>
                    <a:cubicBezTo>
                      <a:pt x="18" y="120"/>
                      <a:pt x="16" y="118"/>
                      <a:pt x="16" y="116"/>
                    </a:cubicBezTo>
                    <a:cubicBezTo>
                      <a:pt x="16" y="108"/>
                      <a:pt x="16" y="108"/>
                      <a:pt x="16" y="108"/>
                    </a:cubicBezTo>
                    <a:cubicBezTo>
                      <a:pt x="17" y="108"/>
                      <a:pt x="19" y="108"/>
                      <a:pt x="20" y="108"/>
                    </a:cubicBezTo>
                    <a:cubicBezTo>
                      <a:pt x="21" y="108"/>
                      <a:pt x="23" y="108"/>
                      <a:pt x="24" y="108"/>
                    </a:cubicBezTo>
                    <a:lnTo>
                      <a:pt x="24" y="116"/>
                    </a:lnTo>
                    <a:close/>
                    <a:moveTo>
                      <a:pt x="31" y="91"/>
                    </a:moveTo>
                    <a:cubicBezTo>
                      <a:pt x="31" y="92"/>
                      <a:pt x="31" y="92"/>
                      <a:pt x="31" y="92"/>
                    </a:cubicBezTo>
                    <a:cubicBezTo>
                      <a:pt x="31" y="93"/>
                      <a:pt x="30" y="94"/>
                      <a:pt x="30" y="95"/>
                    </a:cubicBezTo>
                    <a:cubicBezTo>
                      <a:pt x="30" y="95"/>
                      <a:pt x="30" y="95"/>
                      <a:pt x="30" y="95"/>
                    </a:cubicBezTo>
                    <a:cubicBezTo>
                      <a:pt x="29" y="96"/>
                      <a:pt x="28" y="97"/>
                      <a:pt x="27" y="98"/>
                    </a:cubicBezTo>
                    <a:cubicBezTo>
                      <a:pt x="27" y="98"/>
                      <a:pt x="27" y="98"/>
                      <a:pt x="27" y="98"/>
                    </a:cubicBezTo>
                    <a:cubicBezTo>
                      <a:pt x="26" y="98"/>
                      <a:pt x="25" y="99"/>
                      <a:pt x="24" y="99"/>
                    </a:cubicBezTo>
                    <a:cubicBezTo>
                      <a:pt x="23" y="100"/>
                      <a:pt x="21" y="100"/>
                      <a:pt x="20" y="100"/>
                    </a:cubicBezTo>
                    <a:cubicBezTo>
                      <a:pt x="19" y="100"/>
                      <a:pt x="17" y="100"/>
                      <a:pt x="16" y="99"/>
                    </a:cubicBezTo>
                    <a:cubicBezTo>
                      <a:pt x="15" y="99"/>
                      <a:pt x="14" y="98"/>
                      <a:pt x="13" y="98"/>
                    </a:cubicBezTo>
                    <a:cubicBezTo>
                      <a:pt x="13" y="98"/>
                      <a:pt x="13" y="98"/>
                      <a:pt x="13" y="98"/>
                    </a:cubicBezTo>
                    <a:cubicBezTo>
                      <a:pt x="12" y="97"/>
                      <a:pt x="11" y="96"/>
                      <a:pt x="10" y="95"/>
                    </a:cubicBezTo>
                    <a:cubicBezTo>
                      <a:pt x="10" y="95"/>
                      <a:pt x="10" y="95"/>
                      <a:pt x="10" y="95"/>
                    </a:cubicBezTo>
                    <a:cubicBezTo>
                      <a:pt x="10" y="94"/>
                      <a:pt x="9" y="93"/>
                      <a:pt x="9" y="92"/>
                    </a:cubicBezTo>
                    <a:cubicBezTo>
                      <a:pt x="9" y="92"/>
                      <a:pt x="9" y="92"/>
                      <a:pt x="9" y="91"/>
                    </a:cubicBezTo>
                    <a:cubicBezTo>
                      <a:pt x="8" y="90"/>
                      <a:pt x="8" y="89"/>
                      <a:pt x="8" y="88"/>
                    </a:cubicBezTo>
                    <a:cubicBezTo>
                      <a:pt x="8" y="87"/>
                      <a:pt x="8" y="86"/>
                      <a:pt x="9" y="85"/>
                    </a:cubicBezTo>
                    <a:cubicBezTo>
                      <a:pt x="9" y="84"/>
                      <a:pt x="9" y="84"/>
                      <a:pt x="9" y="84"/>
                    </a:cubicBezTo>
                    <a:cubicBezTo>
                      <a:pt x="9" y="83"/>
                      <a:pt x="10" y="82"/>
                      <a:pt x="10" y="81"/>
                    </a:cubicBezTo>
                    <a:cubicBezTo>
                      <a:pt x="10" y="81"/>
                      <a:pt x="10" y="81"/>
                      <a:pt x="10" y="81"/>
                    </a:cubicBezTo>
                    <a:cubicBezTo>
                      <a:pt x="11" y="80"/>
                      <a:pt x="12" y="79"/>
                      <a:pt x="13" y="78"/>
                    </a:cubicBezTo>
                    <a:cubicBezTo>
                      <a:pt x="13" y="78"/>
                      <a:pt x="13" y="78"/>
                      <a:pt x="13" y="78"/>
                    </a:cubicBezTo>
                    <a:cubicBezTo>
                      <a:pt x="14" y="78"/>
                      <a:pt x="15" y="77"/>
                      <a:pt x="16" y="77"/>
                    </a:cubicBezTo>
                    <a:cubicBezTo>
                      <a:pt x="17" y="76"/>
                      <a:pt x="19" y="76"/>
                      <a:pt x="20" y="76"/>
                    </a:cubicBezTo>
                    <a:cubicBezTo>
                      <a:pt x="21" y="76"/>
                      <a:pt x="23" y="76"/>
                      <a:pt x="24" y="77"/>
                    </a:cubicBezTo>
                    <a:cubicBezTo>
                      <a:pt x="25" y="77"/>
                      <a:pt x="26" y="78"/>
                      <a:pt x="27" y="78"/>
                    </a:cubicBezTo>
                    <a:cubicBezTo>
                      <a:pt x="27" y="78"/>
                      <a:pt x="27" y="78"/>
                      <a:pt x="27" y="78"/>
                    </a:cubicBezTo>
                    <a:cubicBezTo>
                      <a:pt x="28" y="79"/>
                      <a:pt x="29" y="80"/>
                      <a:pt x="30" y="81"/>
                    </a:cubicBezTo>
                    <a:cubicBezTo>
                      <a:pt x="30" y="81"/>
                      <a:pt x="30" y="81"/>
                      <a:pt x="30" y="81"/>
                    </a:cubicBezTo>
                    <a:cubicBezTo>
                      <a:pt x="30" y="82"/>
                      <a:pt x="31" y="83"/>
                      <a:pt x="31" y="84"/>
                    </a:cubicBezTo>
                    <a:cubicBezTo>
                      <a:pt x="31" y="84"/>
                      <a:pt x="31" y="84"/>
                      <a:pt x="31" y="85"/>
                    </a:cubicBezTo>
                    <a:cubicBezTo>
                      <a:pt x="32" y="86"/>
                      <a:pt x="32" y="87"/>
                      <a:pt x="32" y="88"/>
                    </a:cubicBezTo>
                    <a:cubicBezTo>
                      <a:pt x="32" y="89"/>
                      <a:pt x="32" y="90"/>
                      <a:pt x="31" y="9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cs typeface="+mn-ea"/>
                  <a:sym typeface="+mn-lt"/>
                </a:endParaRPr>
              </a:p>
            </p:txBody>
          </p:sp>
        </p:grpSp>
      </p:grpSp>
      <p:grpSp>
        <p:nvGrpSpPr>
          <p:cNvPr id="7" name="组合 6">
            <a:extLst>
              <a:ext uri="{FF2B5EF4-FFF2-40B4-BE49-F238E27FC236}">
                <a16:creationId xmlns:a16="http://schemas.microsoft.com/office/drawing/2014/main" id="{67CD97A4-2D3B-403E-BC8F-D4224C62FD68}"/>
              </a:ext>
            </a:extLst>
          </p:cNvPr>
          <p:cNvGrpSpPr/>
          <p:nvPr/>
        </p:nvGrpSpPr>
        <p:grpSpPr>
          <a:xfrm>
            <a:off x="537773" y="1036460"/>
            <a:ext cx="1080000" cy="1080000"/>
            <a:chOff x="537773" y="1036460"/>
            <a:chExt cx="1080000" cy="1080000"/>
          </a:xfrm>
        </p:grpSpPr>
        <p:sp>
          <p:nvSpPr>
            <p:cNvPr id="348" name="椭圆 347">
              <a:extLst>
                <a:ext uri="{FF2B5EF4-FFF2-40B4-BE49-F238E27FC236}">
                  <a16:creationId xmlns:a16="http://schemas.microsoft.com/office/drawing/2014/main" id="{303569FB-D32D-42DA-89A1-74A1098EFEEB}"/>
                </a:ext>
              </a:extLst>
            </p:cNvPr>
            <p:cNvSpPr/>
            <p:nvPr/>
          </p:nvSpPr>
          <p:spPr>
            <a:xfrm>
              <a:off x="537773" y="1036460"/>
              <a:ext cx="1080000" cy="1080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44" name="组合 343">
              <a:extLst>
                <a:ext uri="{FF2B5EF4-FFF2-40B4-BE49-F238E27FC236}">
                  <a16:creationId xmlns:a16="http://schemas.microsoft.com/office/drawing/2014/main" id="{CE7DE113-DCFB-4D82-82F0-3C145D577D11}"/>
                </a:ext>
              </a:extLst>
            </p:cNvPr>
            <p:cNvGrpSpPr/>
            <p:nvPr/>
          </p:nvGrpSpPr>
          <p:grpSpPr>
            <a:xfrm>
              <a:off x="727420" y="1272634"/>
              <a:ext cx="700706" cy="607653"/>
              <a:chOff x="2823379" y="4598624"/>
              <a:chExt cx="226674" cy="196572"/>
            </a:xfrm>
            <a:solidFill>
              <a:schemeClr val="bg1"/>
            </a:solidFill>
          </p:grpSpPr>
          <p:sp>
            <p:nvSpPr>
              <p:cNvPr id="345" name="Freeform 86">
                <a:extLst>
                  <a:ext uri="{FF2B5EF4-FFF2-40B4-BE49-F238E27FC236}">
                    <a16:creationId xmlns:a16="http://schemas.microsoft.com/office/drawing/2014/main" id="{09C26B19-D182-4396-9930-FB9222571EB2}"/>
                  </a:ext>
                </a:extLst>
              </p:cNvPr>
              <p:cNvSpPr>
                <a:spLocks noEditPoints="1"/>
              </p:cNvSpPr>
              <p:nvPr/>
            </p:nvSpPr>
            <p:spPr bwMode="auto">
              <a:xfrm>
                <a:off x="2823379" y="4602273"/>
                <a:ext cx="85287" cy="149595"/>
              </a:xfrm>
              <a:custGeom>
                <a:avLst/>
                <a:gdLst>
                  <a:gd name="T0" fmla="*/ 47 w 79"/>
                  <a:gd name="T1" fmla="*/ 63 h 139"/>
                  <a:gd name="T2" fmla="*/ 59 w 79"/>
                  <a:gd name="T3" fmla="*/ 60 h 139"/>
                  <a:gd name="T4" fmla="*/ 54 w 79"/>
                  <a:gd name="T5" fmla="*/ 38 h 139"/>
                  <a:gd name="T6" fmla="*/ 66 w 79"/>
                  <a:gd name="T7" fmla="*/ 6 h 139"/>
                  <a:gd name="T8" fmla="*/ 47 w 79"/>
                  <a:gd name="T9" fmla="*/ 0 h 139"/>
                  <a:gd name="T10" fmla="*/ 16 w 79"/>
                  <a:gd name="T11" fmla="*/ 31 h 139"/>
                  <a:gd name="T12" fmla="*/ 47 w 79"/>
                  <a:gd name="T13" fmla="*/ 63 h 139"/>
                  <a:gd name="T14" fmla="*/ 79 w 79"/>
                  <a:gd name="T15" fmla="*/ 86 h 139"/>
                  <a:gd name="T16" fmla="*/ 53 w 79"/>
                  <a:gd name="T17" fmla="*/ 74 h 139"/>
                  <a:gd name="T18" fmla="*/ 37 w 79"/>
                  <a:gd name="T19" fmla="*/ 74 h 139"/>
                  <a:gd name="T20" fmla="*/ 15 w 79"/>
                  <a:gd name="T21" fmla="*/ 86 h 139"/>
                  <a:gd name="T22" fmla="*/ 1 w 79"/>
                  <a:gd name="T23" fmla="*/ 128 h 139"/>
                  <a:gd name="T24" fmla="*/ 1 w 79"/>
                  <a:gd name="T25" fmla="*/ 131 h 139"/>
                  <a:gd name="T26" fmla="*/ 7 w 79"/>
                  <a:gd name="T27" fmla="*/ 139 h 139"/>
                  <a:gd name="T28" fmla="*/ 42 w 79"/>
                  <a:gd name="T29" fmla="*/ 139 h 139"/>
                  <a:gd name="T30" fmla="*/ 55 w 79"/>
                  <a:gd name="T31" fmla="*/ 104 h 139"/>
                  <a:gd name="T32" fmla="*/ 79 w 79"/>
                  <a:gd name="T33" fmla="*/ 87 h 139"/>
                  <a:gd name="T34" fmla="*/ 79 w 79"/>
                  <a:gd name="T35" fmla="*/ 86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79" h="139">
                    <a:moveTo>
                      <a:pt x="47" y="63"/>
                    </a:moveTo>
                    <a:cubicBezTo>
                      <a:pt x="52" y="63"/>
                      <a:pt x="56" y="62"/>
                      <a:pt x="59" y="60"/>
                    </a:cubicBezTo>
                    <a:cubicBezTo>
                      <a:pt x="56" y="54"/>
                      <a:pt x="54" y="46"/>
                      <a:pt x="54" y="38"/>
                    </a:cubicBezTo>
                    <a:cubicBezTo>
                      <a:pt x="54" y="26"/>
                      <a:pt x="58" y="15"/>
                      <a:pt x="66" y="6"/>
                    </a:cubicBezTo>
                    <a:cubicBezTo>
                      <a:pt x="60" y="2"/>
                      <a:pt x="54" y="0"/>
                      <a:pt x="47" y="0"/>
                    </a:cubicBezTo>
                    <a:cubicBezTo>
                      <a:pt x="30" y="0"/>
                      <a:pt x="16" y="14"/>
                      <a:pt x="16" y="31"/>
                    </a:cubicBezTo>
                    <a:cubicBezTo>
                      <a:pt x="16" y="49"/>
                      <a:pt x="30" y="63"/>
                      <a:pt x="47" y="63"/>
                    </a:cubicBezTo>
                    <a:close/>
                    <a:moveTo>
                      <a:pt x="79" y="86"/>
                    </a:moveTo>
                    <a:cubicBezTo>
                      <a:pt x="72" y="74"/>
                      <a:pt x="53" y="74"/>
                      <a:pt x="53" y="74"/>
                    </a:cubicBezTo>
                    <a:cubicBezTo>
                      <a:pt x="37" y="74"/>
                      <a:pt x="37" y="74"/>
                      <a:pt x="37" y="74"/>
                    </a:cubicBezTo>
                    <a:cubicBezTo>
                      <a:pt x="37" y="74"/>
                      <a:pt x="23" y="74"/>
                      <a:pt x="15" y="86"/>
                    </a:cubicBezTo>
                    <a:cubicBezTo>
                      <a:pt x="11" y="92"/>
                      <a:pt x="4" y="116"/>
                      <a:pt x="1" y="128"/>
                    </a:cubicBezTo>
                    <a:cubicBezTo>
                      <a:pt x="1" y="130"/>
                      <a:pt x="1" y="131"/>
                      <a:pt x="1" y="131"/>
                    </a:cubicBezTo>
                    <a:cubicBezTo>
                      <a:pt x="0" y="135"/>
                      <a:pt x="2" y="139"/>
                      <a:pt x="7" y="139"/>
                    </a:cubicBezTo>
                    <a:cubicBezTo>
                      <a:pt x="42" y="139"/>
                      <a:pt x="42" y="139"/>
                      <a:pt x="42" y="139"/>
                    </a:cubicBezTo>
                    <a:cubicBezTo>
                      <a:pt x="45" y="126"/>
                      <a:pt x="50" y="110"/>
                      <a:pt x="55" y="104"/>
                    </a:cubicBezTo>
                    <a:cubicBezTo>
                      <a:pt x="62" y="94"/>
                      <a:pt x="71" y="89"/>
                      <a:pt x="79" y="87"/>
                    </a:cubicBezTo>
                    <a:lnTo>
                      <a:pt x="79" y="8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46" name="Freeform 87">
                <a:extLst>
                  <a:ext uri="{FF2B5EF4-FFF2-40B4-BE49-F238E27FC236}">
                    <a16:creationId xmlns:a16="http://schemas.microsoft.com/office/drawing/2014/main" id="{8BABEA19-83B7-4FA0-B0A1-E7C83CD5AD73}"/>
                  </a:ext>
                </a:extLst>
              </p:cNvPr>
              <p:cNvSpPr>
                <a:spLocks noEditPoints="1"/>
              </p:cNvSpPr>
              <p:nvPr/>
            </p:nvSpPr>
            <p:spPr bwMode="auto">
              <a:xfrm>
                <a:off x="2962485" y="4602273"/>
                <a:ext cx="87568" cy="149595"/>
              </a:xfrm>
              <a:custGeom>
                <a:avLst/>
                <a:gdLst>
                  <a:gd name="T0" fmla="*/ 80 w 81"/>
                  <a:gd name="T1" fmla="*/ 131 h 139"/>
                  <a:gd name="T2" fmla="*/ 79 w 81"/>
                  <a:gd name="T3" fmla="*/ 129 h 139"/>
                  <a:gd name="T4" fmla="*/ 64 w 81"/>
                  <a:gd name="T5" fmla="*/ 86 h 139"/>
                  <a:gd name="T6" fmla="*/ 38 w 81"/>
                  <a:gd name="T7" fmla="*/ 74 h 139"/>
                  <a:gd name="T8" fmla="*/ 23 w 81"/>
                  <a:gd name="T9" fmla="*/ 74 h 139"/>
                  <a:gd name="T10" fmla="*/ 1 w 81"/>
                  <a:gd name="T11" fmla="*/ 86 h 139"/>
                  <a:gd name="T12" fmla="*/ 0 w 81"/>
                  <a:gd name="T13" fmla="*/ 88 h 139"/>
                  <a:gd name="T14" fmla="*/ 24 w 81"/>
                  <a:gd name="T15" fmla="*/ 105 h 139"/>
                  <a:gd name="T16" fmla="*/ 38 w 81"/>
                  <a:gd name="T17" fmla="*/ 139 h 139"/>
                  <a:gd name="T18" fmla="*/ 74 w 81"/>
                  <a:gd name="T19" fmla="*/ 139 h 139"/>
                  <a:gd name="T20" fmla="*/ 80 w 81"/>
                  <a:gd name="T21" fmla="*/ 131 h 139"/>
                  <a:gd name="T22" fmla="*/ 21 w 81"/>
                  <a:gd name="T23" fmla="*/ 60 h 139"/>
                  <a:gd name="T24" fmla="*/ 33 w 81"/>
                  <a:gd name="T25" fmla="*/ 63 h 139"/>
                  <a:gd name="T26" fmla="*/ 64 w 81"/>
                  <a:gd name="T27" fmla="*/ 31 h 139"/>
                  <a:gd name="T28" fmla="*/ 33 w 81"/>
                  <a:gd name="T29" fmla="*/ 0 h 139"/>
                  <a:gd name="T30" fmla="*/ 15 w 81"/>
                  <a:gd name="T31" fmla="*/ 6 h 139"/>
                  <a:gd name="T32" fmla="*/ 26 w 81"/>
                  <a:gd name="T33" fmla="*/ 38 h 139"/>
                  <a:gd name="T34" fmla="*/ 21 w 81"/>
                  <a:gd name="T35" fmla="*/ 6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1" h="139">
                    <a:moveTo>
                      <a:pt x="80" y="131"/>
                    </a:moveTo>
                    <a:cubicBezTo>
                      <a:pt x="79" y="129"/>
                      <a:pt x="79" y="129"/>
                      <a:pt x="79" y="129"/>
                    </a:cubicBezTo>
                    <a:cubicBezTo>
                      <a:pt x="77" y="118"/>
                      <a:pt x="69" y="92"/>
                      <a:pt x="64" y="86"/>
                    </a:cubicBezTo>
                    <a:cubicBezTo>
                      <a:pt x="58" y="74"/>
                      <a:pt x="38" y="74"/>
                      <a:pt x="38" y="74"/>
                    </a:cubicBezTo>
                    <a:cubicBezTo>
                      <a:pt x="23" y="74"/>
                      <a:pt x="23" y="74"/>
                      <a:pt x="23" y="74"/>
                    </a:cubicBezTo>
                    <a:cubicBezTo>
                      <a:pt x="23" y="74"/>
                      <a:pt x="9" y="74"/>
                      <a:pt x="1" y="86"/>
                    </a:cubicBezTo>
                    <a:cubicBezTo>
                      <a:pt x="1" y="86"/>
                      <a:pt x="0" y="87"/>
                      <a:pt x="0" y="88"/>
                    </a:cubicBezTo>
                    <a:cubicBezTo>
                      <a:pt x="9" y="90"/>
                      <a:pt x="19" y="95"/>
                      <a:pt x="24" y="105"/>
                    </a:cubicBezTo>
                    <a:cubicBezTo>
                      <a:pt x="29" y="111"/>
                      <a:pt x="34" y="126"/>
                      <a:pt x="38" y="139"/>
                    </a:cubicBezTo>
                    <a:cubicBezTo>
                      <a:pt x="74" y="139"/>
                      <a:pt x="74" y="139"/>
                      <a:pt x="74" y="139"/>
                    </a:cubicBezTo>
                    <a:cubicBezTo>
                      <a:pt x="78" y="139"/>
                      <a:pt x="81" y="135"/>
                      <a:pt x="80" y="131"/>
                    </a:cubicBezTo>
                    <a:close/>
                    <a:moveTo>
                      <a:pt x="21" y="60"/>
                    </a:moveTo>
                    <a:cubicBezTo>
                      <a:pt x="24" y="62"/>
                      <a:pt x="29" y="63"/>
                      <a:pt x="33" y="63"/>
                    </a:cubicBezTo>
                    <a:cubicBezTo>
                      <a:pt x="50" y="63"/>
                      <a:pt x="64" y="49"/>
                      <a:pt x="64" y="31"/>
                    </a:cubicBezTo>
                    <a:cubicBezTo>
                      <a:pt x="64" y="14"/>
                      <a:pt x="50" y="0"/>
                      <a:pt x="33" y="0"/>
                    </a:cubicBezTo>
                    <a:cubicBezTo>
                      <a:pt x="26" y="0"/>
                      <a:pt x="20" y="2"/>
                      <a:pt x="15" y="6"/>
                    </a:cubicBezTo>
                    <a:cubicBezTo>
                      <a:pt x="22" y="15"/>
                      <a:pt x="26" y="26"/>
                      <a:pt x="26" y="38"/>
                    </a:cubicBezTo>
                    <a:cubicBezTo>
                      <a:pt x="26" y="46"/>
                      <a:pt x="24" y="54"/>
                      <a:pt x="21" y="6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sp>
            <p:nvSpPr>
              <p:cNvPr id="347" name="Freeform 88">
                <a:extLst>
                  <a:ext uri="{FF2B5EF4-FFF2-40B4-BE49-F238E27FC236}">
                    <a16:creationId xmlns:a16="http://schemas.microsoft.com/office/drawing/2014/main" id="{59875F14-DBF5-4793-9C66-406BC919C5A6}"/>
                  </a:ext>
                </a:extLst>
              </p:cNvPr>
              <p:cNvSpPr>
                <a:spLocks noEditPoints="1"/>
              </p:cNvSpPr>
              <p:nvPr/>
            </p:nvSpPr>
            <p:spPr bwMode="auto">
              <a:xfrm>
                <a:off x="2868987" y="4598624"/>
                <a:ext cx="135913" cy="196572"/>
              </a:xfrm>
              <a:custGeom>
                <a:avLst/>
                <a:gdLst>
                  <a:gd name="T0" fmla="*/ 63 w 126"/>
                  <a:gd name="T1" fmla="*/ 82 h 182"/>
                  <a:gd name="T2" fmla="*/ 104 w 126"/>
                  <a:gd name="T3" fmla="*/ 41 h 182"/>
                  <a:gd name="T4" fmla="*/ 63 w 126"/>
                  <a:gd name="T5" fmla="*/ 0 h 182"/>
                  <a:gd name="T6" fmla="*/ 21 w 126"/>
                  <a:gd name="T7" fmla="*/ 41 h 182"/>
                  <a:gd name="T8" fmla="*/ 63 w 126"/>
                  <a:gd name="T9" fmla="*/ 82 h 182"/>
                  <a:gd name="T10" fmla="*/ 124 w 126"/>
                  <a:gd name="T11" fmla="*/ 172 h 182"/>
                  <a:gd name="T12" fmla="*/ 124 w 126"/>
                  <a:gd name="T13" fmla="*/ 169 h 182"/>
                  <a:gd name="T14" fmla="*/ 104 w 126"/>
                  <a:gd name="T15" fmla="*/ 113 h 182"/>
                  <a:gd name="T16" fmla="*/ 70 w 126"/>
                  <a:gd name="T17" fmla="*/ 97 h 182"/>
                  <a:gd name="T18" fmla="*/ 50 w 126"/>
                  <a:gd name="T19" fmla="*/ 97 h 182"/>
                  <a:gd name="T20" fmla="*/ 20 w 126"/>
                  <a:gd name="T21" fmla="*/ 112 h 182"/>
                  <a:gd name="T22" fmla="*/ 2 w 126"/>
                  <a:gd name="T23" fmla="*/ 168 h 182"/>
                  <a:gd name="T24" fmla="*/ 1 w 126"/>
                  <a:gd name="T25" fmla="*/ 171 h 182"/>
                  <a:gd name="T26" fmla="*/ 10 w 126"/>
                  <a:gd name="T27" fmla="*/ 182 h 182"/>
                  <a:gd name="T28" fmla="*/ 116 w 126"/>
                  <a:gd name="T29" fmla="*/ 182 h 182"/>
                  <a:gd name="T30" fmla="*/ 124 w 126"/>
                  <a:gd name="T31" fmla="*/ 172 h 1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26" h="182">
                    <a:moveTo>
                      <a:pt x="63" y="82"/>
                    </a:moveTo>
                    <a:cubicBezTo>
                      <a:pt x="85" y="82"/>
                      <a:pt x="104" y="64"/>
                      <a:pt x="104" y="41"/>
                    </a:cubicBezTo>
                    <a:cubicBezTo>
                      <a:pt x="104" y="18"/>
                      <a:pt x="85" y="0"/>
                      <a:pt x="63" y="0"/>
                    </a:cubicBezTo>
                    <a:cubicBezTo>
                      <a:pt x="40" y="0"/>
                      <a:pt x="21" y="18"/>
                      <a:pt x="21" y="41"/>
                    </a:cubicBezTo>
                    <a:cubicBezTo>
                      <a:pt x="21" y="64"/>
                      <a:pt x="40" y="82"/>
                      <a:pt x="63" y="82"/>
                    </a:cubicBezTo>
                    <a:close/>
                    <a:moveTo>
                      <a:pt x="124" y="172"/>
                    </a:moveTo>
                    <a:cubicBezTo>
                      <a:pt x="124" y="169"/>
                      <a:pt x="124" y="169"/>
                      <a:pt x="124" y="169"/>
                    </a:cubicBezTo>
                    <a:cubicBezTo>
                      <a:pt x="120" y="155"/>
                      <a:pt x="110" y="121"/>
                      <a:pt x="104" y="113"/>
                    </a:cubicBezTo>
                    <a:cubicBezTo>
                      <a:pt x="95" y="97"/>
                      <a:pt x="70" y="97"/>
                      <a:pt x="70" y="97"/>
                    </a:cubicBezTo>
                    <a:cubicBezTo>
                      <a:pt x="50" y="97"/>
                      <a:pt x="50" y="97"/>
                      <a:pt x="50" y="97"/>
                    </a:cubicBezTo>
                    <a:cubicBezTo>
                      <a:pt x="50" y="97"/>
                      <a:pt x="31" y="97"/>
                      <a:pt x="20" y="112"/>
                    </a:cubicBezTo>
                    <a:cubicBezTo>
                      <a:pt x="15" y="120"/>
                      <a:pt x="6" y="152"/>
                      <a:pt x="2" y="168"/>
                    </a:cubicBezTo>
                    <a:cubicBezTo>
                      <a:pt x="2" y="170"/>
                      <a:pt x="1" y="171"/>
                      <a:pt x="1" y="171"/>
                    </a:cubicBezTo>
                    <a:cubicBezTo>
                      <a:pt x="0" y="177"/>
                      <a:pt x="4" y="182"/>
                      <a:pt x="10" y="182"/>
                    </a:cubicBezTo>
                    <a:cubicBezTo>
                      <a:pt x="116" y="182"/>
                      <a:pt x="116" y="182"/>
                      <a:pt x="116" y="182"/>
                    </a:cubicBezTo>
                    <a:cubicBezTo>
                      <a:pt x="122" y="182"/>
                      <a:pt x="126" y="177"/>
                      <a:pt x="124" y="17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grpSp>
        <p:nvGrpSpPr>
          <p:cNvPr id="352" name="组合 351">
            <a:extLst>
              <a:ext uri="{FF2B5EF4-FFF2-40B4-BE49-F238E27FC236}">
                <a16:creationId xmlns:a16="http://schemas.microsoft.com/office/drawing/2014/main" id="{7068351F-1CAA-4713-B4E0-FB18756DE059}"/>
              </a:ext>
            </a:extLst>
          </p:cNvPr>
          <p:cNvGrpSpPr/>
          <p:nvPr/>
        </p:nvGrpSpPr>
        <p:grpSpPr>
          <a:xfrm>
            <a:off x="10671836" y="1036460"/>
            <a:ext cx="1080000" cy="1080000"/>
            <a:chOff x="10594629" y="1093420"/>
            <a:chExt cx="1080000" cy="1080000"/>
          </a:xfrm>
        </p:grpSpPr>
        <p:sp>
          <p:nvSpPr>
            <p:cNvPr id="351" name="椭圆 350">
              <a:extLst>
                <a:ext uri="{FF2B5EF4-FFF2-40B4-BE49-F238E27FC236}">
                  <a16:creationId xmlns:a16="http://schemas.microsoft.com/office/drawing/2014/main" id="{C48F29A4-FC51-49DD-8785-9D3F8A7AC6F9}"/>
                </a:ext>
              </a:extLst>
            </p:cNvPr>
            <p:cNvSpPr/>
            <p:nvPr/>
          </p:nvSpPr>
          <p:spPr>
            <a:xfrm>
              <a:off x="10594629" y="1093420"/>
              <a:ext cx="1080000" cy="10800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50" name="Freeform 187">
              <a:extLst>
                <a:ext uri="{FF2B5EF4-FFF2-40B4-BE49-F238E27FC236}">
                  <a16:creationId xmlns:a16="http://schemas.microsoft.com/office/drawing/2014/main" id="{BD77DDCF-537B-4E44-A788-64344E6E9745}"/>
                </a:ext>
              </a:extLst>
            </p:cNvPr>
            <p:cNvSpPr>
              <a:spLocks noEditPoints="1"/>
            </p:cNvSpPr>
            <p:nvPr/>
          </p:nvSpPr>
          <p:spPr bwMode="auto">
            <a:xfrm>
              <a:off x="10789724" y="1316365"/>
              <a:ext cx="689810" cy="634111"/>
            </a:xfrm>
            <a:custGeom>
              <a:avLst/>
              <a:gdLst>
                <a:gd name="T0" fmla="*/ 107 w 204"/>
                <a:gd name="T1" fmla="*/ 0 h 188"/>
                <a:gd name="T2" fmla="*/ 0 w 204"/>
                <a:gd name="T3" fmla="*/ 78 h 188"/>
                <a:gd name="T4" fmla="*/ 39 w 204"/>
                <a:gd name="T5" fmla="*/ 139 h 188"/>
                <a:gd name="T6" fmla="*/ 14 w 204"/>
                <a:gd name="T7" fmla="*/ 181 h 188"/>
                <a:gd name="T8" fmla="*/ 86 w 204"/>
                <a:gd name="T9" fmla="*/ 153 h 188"/>
                <a:gd name="T10" fmla="*/ 107 w 204"/>
                <a:gd name="T11" fmla="*/ 156 h 188"/>
                <a:gd name="T12" fmla="*/ 204 w 204"/>
                <a:gd name="T13" fmla="*/ 78 h 188"/>
                <a:gd name="T14" fmla="*/ 107 w 204"/>
                <a:gd name="T15" fmla="*/ 0 h 188"/>
                <a:gd name="T16" fmla="*/ 56 w 204"/>
                <a:gd name="T17" fmla="*/ 93 h 188"/>
                <a:gd name="T18" fmla="*/ 42 w 204"/>
                <a:gd name="T19" fmla="*/ 78 h 188"/>
                <a:gd name="T20" fmla="*/ 56 w 204"/>
                <a:gd name="T21" fmla="*/ 64 h 188"/>
                <a:gd name="T22" fmla="*/ 71 w 204"/>
                <a:gd name="T23" fmla="*/ 78 h 188"/>
                <a:gd name="T24" fmla="*/ 56 w 204"/>
                <a:gd name="T25" fmla="*/ 93 h 188"/>
                <a:gd name="T26" fmla="*/ 103 w 204"/>
                <a:gd name="T27" fmla="*/ 93 h 188"/>
                <a:gd name="T28" fmla="*/ 89 w 204"/>
                <a:gd name="T29" fmla="*/ 78 h 188"/>
                <a:gd name="T30" fmla="*/ 103 w 204"/>
                <a:gd name="T31" fmla="*/ 64 h 188"/>
                <a:gd name="T32" fmla="*/ 117 w 204"/>
                <a:gd name="T33" fmla="*/ 78 h 188"/>
                <a:gd name="T34" fmla="*/ 103 w 204"/>
                <a:gd name="T35" fmla="*/ 93 h 188"/>
                <a:gd name="T36" fmla="*/ 150 w 204"/>
                <a:gd name="T37" fmla="*/ 93 h 188"/>
                <a:gd name="T38" fmla="*/ 136 w 204"/>
                <a:gd name="T39" fmla="*/ 78 h 188"/>
                <a:gd name="T40" fmla="*/ 150 w 204"/>
                <a:gd name="T41" fmla="*/ 64 h 188"/>
                <a:gd name="T42" fmla="*/ 164 w 204"/>
                <a:gd name="T43" fmla="*/ 78 h 188"/>
                <a:gd name="T44" fmla="*/ 150 w 204"/>
                <a:gd name="T45" fmla="*/ 93 h 1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4" h="188">
                  <a:moveTo>
                    <a:pt x="107" y="0"/>
                  </a:moveTo>
                  <a:cubicBezTo>
                    <a:pt x="47" y="0"/>
                    <a:pt x="0" y="35"/>
                    <a:pt x="0" y="78"/>
                  </a:cubicBezTo>
                  <a:cubicBezTo>
                    <a:pt x="0" y="103"/>
                    <a:pt x="15" y="125"/>
                    <a:pt x="39" y="139"/>
                  </a:cubicBezTo>
                  <a:cubicBezTo>
                    <a:pt x="45" y="142"/>
                    <a:pt x="45" y="167"/>
                    <a:pt x="14" y="181"/>
                  </a:cubicBezTo>
                  <a:cubicBezTo>
                    <a:pt x="14" y="181"/>
                    <a:pt x="58" y="188"/>
                    <a:pt x="86" y="153"/>
                  </a:cubicBezTo>
                  <a:cubicBezTo>
                    <a:pt x="93" y="154"/>
                    <a:pt x="100" y="156"/>
                    <a:pt x="107" y="156"/>
                  </a:cubicBezTo>
                  <a:cubicBezTo>
                    <a:pt x="167" y="156"/>
                    <a:pt x="204" y="122"/>
                    <a:pt x="204" y="78"/>
                  </a:cubicBezTo>
                  <a:cubicBezTo>
                    <a:pt x="204" y="35"/>
                    <a:pt x="167" y="0"/>
                    <a:pt x="107" y="0"/>
                  </a:cubicBezTo>
                  <a:close/>
                  <a:moveTo>
                    <a:pt x="56" y="93"/>
                  </a:moveTo>
                  <a:cubicBezTo>
                    <a:pt x="48" y="93"/>
                    <a:pt x="42" y="86"/>
                    <a:pt x="42" y="78"/>
                  </a:cubicBezTo>
                  <a:cubicBezTo>
                    <a:pt x="42" y="70"/>
                    <a:pt x="48" y="64"/>
                    <a:pt x="56" y="64"/>
                  </a:cubicBezTo>
                  <a:cubicBezTo>
                    <a:pt x="64" y="64"/>
                    <a:pt x="71" y="70"/>
                    <a:pt x="71" y="78"/>
                  </a:cubicBezTo>
                  <a:cubicBezTo>
                    <a:pt x="71" y="86"/>
                    <a:pt x="64" y="93"/>
                    <a:pt x="56" y="93"/>
                  </a:cubicBezTo>
                  <a:close/>
                  <a:moveTo>
                    <a:pt x="103" y="93"/>
                  </a:moveTo>
                  <a:cubicBezTo>
                    <a:pt x="95" y="93"/>
                    <a:pt x="89" y="86"/>
                    <a:pt x="89" y="78"/>
                  </a:cubicBezTo>
                  <a:cubicBezTo>
                    <a:pt x="89" y="70"/>
                    <a:pt x="95" y="64"/>
                    <a:pt x="103" y="64"/>
                  </a:cubicBezTo>
                  <a:cubicBezTo>
                    <a:pt x="111" y="64"/>
                    <a:pt x="117" y="70"/>
                    <a:pt x="117" y="78"/>
                  </a:cubicBezTo>
                  <a:cubicBezTo>
                    <a:pt x="117" y="86"/>
                    <a:pt x="111" y="93"/>
                    <a:pt x="103" y="93"/>
                  </a:cubicBezTo>
                  <a:close/>
                  <a:moveTo>
                    <a:pt x="150" y="93"/>
                  </a:moveTo>
                  <a:cubicBezTo>
                    <a:pt x="142" y="93"/>
                    <a:pt x="136" y="86"/>
                    <a:pt x="136" y="78"/>
                  </a:cubicBezTo>
                  <a:cubicBezTo>
                    <a:pt x="136" y="70"/>
                    <a:pt x="142" y="64"/>
                    <a:pt x="150" y="64"/>
                  </a:cubicBezTo>
                  <a:cubicBezTo>
                    <a:pt x="158" y="64"/>
                    <a:pt x="164" y="70"/>
                    <a:pt x="164" y="78"/>
                  </a:cubicBezTo>
                  <a:cubicBezTo>
                    <a:pt x="164" y="86"/>
                    <a:pt x="158" y="93"/>
                    <a:pt x="150" y="93"/>
                  </a:cubicBez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55" name="组合 354">
            <a:extLst>
              <a:ext uri="{FF2B5EF4-FFF2-40B4-BE49-F238E27FC236}">
                <a16:creationId xmlns:a16="http://schemas.microsoft.com/office/drawing/2014/main" id="{0BA5D8D4-7510-469A-A9BE-4CFCB24370AD}"/>
              </a:ext>
            </a:extLst>
          </p:cNvPr>
          <p:cNvGrpSpPr/>
          <p:nvPr/>
        </p:nvGrpSpPr>
        <p:grpSpPr>
          <a:xfrm>
            <a:off x="537773" y="2511961"/>
            <a:ext cx="1080000" cy="1080000"/>
            <a:chOff x="537773" y="2511961"/>
            <a:chExt cx="1080000" cy="1080000"/>
          </a:xfrm>
        </p:grpSpPr>
        <p:sp>
          <p:nvSpPr>
            <p:cNvPr id="354" name="椭圆 353">
              <a:extLst>
                <a:ext uri="{FF2B5EF4-FFF2-40B4-BE49-F238E27FC236}">
                  <a16:creationId xmlns:a16="http://schemas.microsoft.com/office/drawing/2014/main" id="{8CC1FAF9-6D69-45C1-BE87-62A18FF0B891}"/>
                </a:ext>
              </a:extLst>
            </p:cNvPr>
            <p:cNvSpPr/>
            <p:nvPr/>
          </p:nvSpPr>
          <p:spPr>
            <a:xfrm>
              <a:off x="537773" y="2511961"/>
              <a:ext cx="1080000" cy="10800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53" name="Freeform 307">
              <a:extLst>
                <a:ext uri="{FF2B5EF4-FFF2-40B4-BE49-F238E27FC236}">
                  <a16:creationId xmlns:a16="http://schemas.microsoft.com/office/drawing/2014/main" id="{BA25488B-BFCA-4AE2-9289-635D9C2FE236}"/>
                </a:ext>
              </a:extLst>
            </p:cNvPr>
            <p:cNvSpPr>
              <a:spLocks noEditPoints="1"/>
            </p:cNvSpPr>
            <p:nvPr/>
          </p:nvSpPr>
          <p:spPr bwMode="auto">
            <a:xfrm>
              <a:off x="692249" y="2666439"/>
              <a:ext cx="771048" cy="771044"/>
            </a:xfrm>
            <a:custGeom>
              <a:avLst/>
              <a:gdLst>
                <a:gd name="T0" fmla="*/ 198 w 202"/>
                <a:gd name="T1" fmla="*/ 97 h 202"/>
                <a:gd name="T2" fmla="*/ 175 w 202"/>
                <a:gd name="T3" fmla="*/ 97 h 202"/>
                <a:gd name="T4" fmla="*/ 105 w 202"/>
                <a:gd name="T5" fmla="*/ 27 h 202"/>
                <a:gd name="T6" fmla="*/ 105 w 202"/>
                <a:gd name="T7" fmla="*/ 4 h 202"/>
                <a:gd name="T8" fmla="*/ 101 w 202"/>
                <a:gd name="T9" fmla="*/ 0 h 202"/>
                <a:gd name="T10" fmla="*/ 97 w 202"/>
                <a:gd name="T11" fmla="*/ 4 h 202"/>
                <a:gd name="T12" fmla="*/ 97 w 202"/>
                <a:gd name="T13" fmla="*/ 27 h 202"/>
                <a:gd name="T14" fmla="*/ 28 w 202"/>
                <a:gd name="T15" fmla="*/ 97 h 202"/>
                <a:gd name="T16" fmla="*/ 4 w 202"/>
                <a:gd name="T17" fmla="*/ 97 h 202"/>
                <a:gd name="T18" fmla="*/ 0 w 202"/>
                <a:gd name="T19" fmla="*/ 101 h 202"/>
                <a:gd name="T20" fmla="*/ 4 w 202"/>
                <a:gd name="T21" fmla="*/ 105 h 202"/>
                <a:gd name="T22" fmla="*/ 28 w 202"/>
                <a:gd name="T23" fmla="*/ 105 h 202"/>
                <a:gd name="T24" fmla="*/ 97 w 202"/>
                <a:gd name="T25" fmla="*/ 174 h 202"/>
                <a:gd name="T26" fmla="*/ 97 w 202"/>
                <a:gd name="T27" fmla="*/ 198 h 202"/>
                <a:gd name="T28" fmla="*/ 101 w 202"/>
                <a:gd name="T29" fmla="*/ 202 h 202"/>
                <a:gd name="T30" fmla="*/ 105 w 202"/>
                <a:gd name="T31" fmla="*/ 198 h 202"/>
                <a:gd name="T32" fmla="*/ 105 w 202"/>
                <a:gd name="T33" fmla="*/ 174 h 202"/>
                <a:gd name="T34" fmla="*/ 175 w 202"/>
                <a:gd name="T35" fmla="*/ 105 h 202"/>
                <a:gd name="T36" fmla="*/ 198 w 202"/>
                <a:gd name="T37" fmla="*/ 105 h 202"/>
                <a:gd name="T38" fmla="*/ 202 w 202"/>
                <a:gd name="T39" fmla="*/ 101 h 202"/>
                <a:gd name="T40" fmla="*/ 198 w 202"/>
                <a:gd name="T41" fmla="*/ 97 h 202"/>
                <a:gd name="T42" fmla="*/ 105 w 202"/>
                <a:gd name="T43" fmla="*/ 166 h 202"/>
                <a:gd name="T44" fmla="*/ 105 w 202"/>
                <a:gd name="T45" fmla="*/ 141 h 202"/>
                <a:gd name="T46" fmla="*/ 101 w 202"/>
                <a:gd name="T47" fmla="*/ 137 h 202"/>
                <a:gd name="T48" fmla="*/ 97 w 202"/>
                <a:gd name="T49" fmla="*/ 141 h 202"/>
                <a:gd name="T50" fmla="*/ 97 w 202"/>
                <a:gd name="T51" fmla="*/ 166 h 202"/>
                <a:gd name="T52" fmla="*/ 36 w 202"/>
                <a:gd name="T53" fmla="*/ 105 h 202"/>
                <a:gd name="T54" fmla="*/ 61 w 202"/>
                <a:gd name="T55" fmla="*/ 105 h 202"/>
                <a:gd name="T56" fmla="*/ 65 w 202"/>
                <a:gd name="T57" fmla="*/ 101 h 202"/>
                <a:gd name="T58" fmla="*/ 61 w 202"/>
                <a:gd name="T59" fmla="*/ 97 h 202"/>
                <a:gd name="T60" fmla="*/ 36 w 202"/>
                <a:gd name="T61" fmla="*/ 97 h 202"/>
                <a:gd name="T62" fmla="*/ 97 w 202"/>
                <a:gd name="T63" fmla="*/ 35 h 202"/>
                <a:gd name="T64" fmla="*/ 97 w 202"/>
                <a:gd name="T65" fmla="*/ 61 h 202"/>
                <a:gd name="T66" fmla="*/ 101 w 202"/>
                <a:gd name="T67" fmla="*/ 65 h 202"/>
                <a:gd name="T68" fmla="*/ 105 w 202"/>
                <a:gd name="T69" fmla="*/ 61 h 202"/>
                <a:gd name="T70" fmla="*/ 105 w 202"/>
                <a:gd name="T71" fmla="*/ 35 h 202"/>
                <a:gd name="T72" fmla="*/ 167 w 202"/>
                <a:gd name="T73" fmla="*/ 97 h 202"/>
                <a:gd name="T74" fmla="*/ 141 w 202"/>
                <a:gd name="T75" fmla="*/ 97 h 202"/>
                <a:gd name="T76" fmla="*/ 137 w 202"/>
                <a:gd name="T77" fmla="*/ 101 h 202"/>
                <a:gd name="T78" fmla="*/ 141 w 202"/>
                <a:gd name="T79" fmla="*/ 105 h 202"/>
                <a:gd name="T80" fmla="*/ 167 w 202"/>
                <a:gd name="T81" fmla="*/ 105 h 202"/>
                <a:gd name="T82" fmla="*/ 105 w 202"/>
                <a:gd name="T83" fmla="*/ 16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202" h="202">
                  <a:moveTo>
                    <a:pt x="198" y="97"/>
                  </a:moveTo>
                  <a:cubicBezTo>
                    <a:pt x="175" y="97"/>
                    <a:pt x="175" y="97"/>
                    <a:pt x="175" y="97"/>
                  </a:cubicBezTo>
                  <a:cubicBezTo>
                    <a:pt x="173" y="59"/>
                    <a:pt x="143" y="29"/>
                    <a:pt x="105" y="27"/>
                  </a:cubicBezTo>
                  <a:cubicBezTo>
                    <a:pt x="105" y="4"/>
                    <a:pt x="105" y="4"/>
                    <a:pt x="105" y="4"/>
                  </a:cubicBezTo>
                  <a:cubicBezTo>
                    <a:pt x="105" y="1"/>
                    <a:pt x="103" y="0"/>
                    <a:pt x="101" y="0"/>
                  </a:cubicBezTo>
                  <a:cubicBezTo>
                    <a:pt x="99" y="0"/>
                    <a:pt x="97" y="1"/>
                    <a:pt x="97" y="4"/>
                  </a:cubicBezTo>
                  <a:cubicBezTo>
                    <a:pt x="97" y="27"/>
                    <a:pt x="97" y="27"/>
                    <a:pt x="97" y="27"/>
                  </a:cubicBezTo>
                  <a:cubicBezTo>
                    <a:pt x="60" y="29"/>
                    <a:pt x="30" y="59"/>
                    <a:pt x="28" y="97"/>
                  </a:cubicBezTo>
                  <a:cubicBezTo>
                    <a:pt x="4" y="97"/>
                    <a:pt x="4" y="97"/>
                    <a:pt x="4" y="97"/>
                  </a:cubicBezTo>
                  <a:cubicBezTo>
                    <a:pt x="2" y="97"/>
                    <a:pt x="0" y="98"/>
                    <a:pt x="0" y="101"/>
                  </a:cubicBezTo>
                  <a:cubicBezTo>
                    <a:pt x="0" y="103"/>
                    <a:pt x="2" y="105"/>
                    <a:pt x="4" y="105"/>
                  </a:cubicBezTo>
                  <a:cubicBezTo>
                    <a:pt x="28" y="105"/>
                    <a:pt x="28" y="105"/>
                    <a:pt x="28" y="105"/>
                  </a:cubicBezTo>
                  <a:cubicBezTo>
                    <a:pt x="30" y="142"/>
                    <a:pt x="60" y="172"/>
                    <a:pt x="97" y="174"/>
                  </a:cubicBezTo>
                  <a:cubicBezTo>
                    <a:pt x="97" y="198"/>
                    <a:pt x="97" y="198"/>
                    <a:pt x="97" y="198"/>
                  </a:cubicBezTo>
                  <a:cubicBezTo>
                    <a:pt x="97" y="200"/>
                    <a:pt x="99" y="202"/>
                    <a:pt x="101" y="202"/>
                  </a:cubicBezTo>
                  <a:cubicBezTo>
                    <a:pt x="103" y="202"/>
                    <a:pt x="105" y="200"/>
                    <a:pt x="105" y="198"/>
                  </a:cubicBezTo>
                  <a:cubicBezTo>
                    <a:pt x="105" y="174"/>
                    <a:pt x="105" y="174"/>
                    <a:pt x="105" y="174"/>
                  </a:cubicBezTo>
                  <a:cubicBezTo>
                    <a:pt x="143" y="172"/>
                    <a:pt x="173" y="142"/>
                    <a:pt x="175" y="105"/>
                  </a:cubicBezTo>
                  <a:cubicBezTo>
                    <a:pt x="198" y="105"/>
                    <a:pt x="198" y="105"/>
                    <a:pt x="198" y="105"/>
                  </a:cubicBezTo>
                  <a:cubicBezTo>
                    <a:pt x="201" y="105"/>
                    <a:pt x="202" y="103"/>
                    <a:pt x="202" y="101"/>
                  </a:cubicBezTo>
                  <a:cubicBezTo>
                    <a:pt x="202" y="98"/>
                    <a:pt x="201" y="97"/>
                    <a:pt x="198" y="97"/>
                  </a:cubicBezTo>
                  <a:close/>
                  <a:moveTo>
                    <a:pt x="105" y="166"/>
                  </a:moveTo>
                  <a:cubicBezTo>
                    <a:pt x="105" y="141"/>
                    <a:pt x="105" y="141"/>
                    <a:pt x="105" y="141"/>
                  </a:cubicBezTo>
                  <a:cubicBezTo>
                    <a:pt x="105" y="139"/>
                    <a:pt x="103" y="137"/>
                    <a:pt x="101" y="137"/>
                  </a:cubicBezTo>
                  <a:cubicBezTo>
                    <a:pt x="99" y="137"/>
                    <a:pt x="97" y="139"/>
                    <a:pt x="97" y="141"/>
                  </a:cubicBezTo>
                  <a:cubicBezTo>
                    <a:pt x="97" y="166"/>
                    <a:pt x="97" y="166"/>
                    <a:pt x="97" y="166"/>
                  </a:cubicBezTo>
                  <a:cubicBezTo>
                    <a:pt x="64" y="164"/>
                    <a:pt x="38" y="138"/>
                    <a:pt x="36" y="105"/>
                  </a:cubicBezTo>
                  <a:cubicBezTo>
                    <a:pt x="61" y="105"/>
                    <a:pt x="61" y="105"/>
                    <a:pt x="61" y="105"/>
                  </a:cubicBezTo>
                  <a:cubicBezTo>
                    <a:pt x="63" y="105"/>
                    <a:pt x="65" y="103"/>
                    <a:pt x="65" y="101"/>
                  </a:cubicBezTo>
                  <a:cubicBezTo>
                    <a:pt x="65" y="98"/>
                    <a:pt x="63" y="97"/>
                    <a:pt x="61" y="97"/>
                  </a:cubicBezTo>
                  <a:cubicBezTo>
                    <a:pt x="36" y="97"/>
                    <a:pt x="36" y="97"/>
                    <a:pt x="36" y="97"/>
                  </a:cubicBezTo>
                  <a:cubicBezTo>
                    <a:pt x="38" y="64"/>
                    <a:pt x="64" y="37"/>
                    <a:pt x="97" y="35"/>
                  </a:cubicBezTo>
                  <a:cubicBezTo>
                    <a:pt x="97" y="61"/>
                    <a:pt x="97" y="61"/>
                    <a:pt x="97" y="61"/>
                  </a:cubicBezTo>
                  <a:cubicBezTo>
                    <a:pt x="97" y="63"/>
                    <a:pt x="99" y="65"/>
                    <a:pt x="101" y="65"/>
                  </a:cubicBezTo>
                  <a:cubicBezTo>
                    <a:pt x="103" y="65"/>
                    <a:pt x="105" y="63"/>
                    <a:pt x="105" y="61"/>
                  </a:cubicBezTo>
                  <a:cubicBezTo>
                    <a:pt x="105" y="35"/>
                    <a:pt x="105" y="35"/>
                    <a:pt x="105" y="35"/>
                  </a:cubicBezTo>
                  <a:cubicBezTo>
                    <a:pt x="138" y="37"/>
                    <a:pt x="165" y="64"/>
                    <a:pt x="167" y="97"/>
                  </a:cubicBezTo>
                  <a:cubicBezTo>
                    <a:pt x="141" y="97"/>
                    <a:pt x="141" y="97"/>
                    <a:pt x="141" y="97"/>
                  </a:cubicBezTo>
                  <a:cubicBezTo>
                    <a:pt x="139" y="97"/>
                    <a:pt x="137" y="98"/>
                    <a:pt x="137" y="101"/>
                  </a:cubicBezTo>
                  <a:cubicBezTo>
                    <a:pt x="137" y="103"/>
                    <a:pt x="139" y="105"/>
                    <a:pt x="141" y="105"/>
                  </a:cubicBezTo>
                  <a:cubicBezTo>
                    <a:pt x="167" y="105"/>
                    <a:pt x="167" y="105"/>
                    <a:pt x="167" y="105"/>
                  </a:cubicBezTo>
                  <a:cubicBezTo>
                    <a:pt x="165" y="138"/>
                    <a:pt x="138" y="164"/>
                    <a:pt x="105" y="166"/>
                  </a:cubicBezTo>
                  <a:close/>
                </a:path>
              </a:pathLst>
            </a:custGeom>
            <a:solidFill>
              <a:schemeClr val="bg1"/>
            </a:solidFill>
            <a:ln w="28575">
              <a:solidFill>
                <a:schemeClr val="bg1"/>
              </a:solid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a:solidFill>
                  <a:prstClr val="black"/>
                </a:solidFill>
                <a:latin typeface="Segoe UI Light"/>
                <a:ea typeface="微软雅黑"/>
              </a:endParaRPr>
            </a:p>
          </p:txBody>
        </p:sp>
      </p:grpSp>
      <p:grpSp>
        <p:nvGrpSpPr>
          <p:cNvPr id="358" name="组合 357">
            <a:extLst>
              <a:ext uri="{FF2B5EF4-FFF2-40B4-BE49-F238E27FC236}">
                <a16:creationId xmlns:a16="http://schemas.microsoft.com/office/drawing/2014/main" id="{846BDA08-DBE1-4EBF-B41B-4F9720342F81}"/>
              </a:ext>
            </a:extLst>
          </p:cNvPr>
          <p:cNvGrpSpPr/>
          <p:nvPr/>
        </p:nvGrpSpPr>
        <p:grpSpPr>
          <a:xfrm>
            <a:off x="10668912" y="3980385"/>
            <a:ext cx="1080000" cy="1080000"/>
            <a:chOff x="10671836" y="3980385"/>
            <a:chExt cx="1080000" cy="1080000"/>
          </a:xfrm>
        </p:grpSpPr>
        <p:sp>
          <p:nvSpPr>
            <p:cNvPr id="357" name="椭圆 356">
              <a:extLst>
                <a:ext uri="{FF2B5EF4-FFF2-40B4-BE49-F238E27FC236}">
                  <a16:creationId xmlns:a16="http://schemas.microsoft.com/office/drawing/2014/main" id="{1704119C-5F0B-4B8C-9F4D-FF5AC2916800}"/>
                </a:ext>
              </a:extLst>
            </p:cNvPr>
            <p:cNvSpPr/>
            <p:nvPr/>
          </p:nvSpPr>
          <p:spPr>
            <a:xfrm>
              <a:off x="10671836" y="3980385"/>
              <a:ext cx="1080000" cy="10800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6" name="Freeform 15">
              <a:extLst>
                <a:ext uri="{FF2B5EF4-FFF2-40B4-BE49-F238E27FC236}">
                  <a16:creationId xmlns:a16="http://schemas.microsoft.com/office/drawing/2014/main" id="{7C29C0C4-634E-46A3-8A4F-86175062F6FB}"/>
                </a:ext>
              </a:extLst>
            </p:cNvPr>
            <p:cNvSpPr>
              <a:spLocks noEditPoints="1"/>
            </p:cNvSpPr>
            <p:nvPr/>
          </p:nvSpPr>
          <p:spPr bwMode="auto">
            <a:xfrm>
              <a:off x="10858195" y="4240789"/>
              <a:ext cx="707283" cy="559193"/>
            </a:xfrm>
            <a:custGeom>
              <a:avLst/>
              <a:gdLst>
                <a:gd name="T0" fmla="*/ 576 w 917"/>
                <a:gd name="T1" fmla="*/ 114 h 725"/>
                <a:gd name="T2" fmla="*/ 580 w 917"/>
                <a:gd name="T3" fmla="*/ 37 h 725"/>
                <a:gd name="T4" fmla="*/ 617 w 917"/>
                <a:gd name="T5" fmla="*/ 0 h 725"/>
                <a:gd name="T6" fmla="*/ 917 w 917"/>
                <a:gd name="T7" fmla="*/ 0 h 725"/>
                <a:gd name="T8" fmla="*/ 917 w 917"/>
                <a:gd name="T9" fmla="*/ 686 h 725"/>
                <a:gd name="T10" fmla="*/ 879 w 917"/>
                <a:gd name="T11" fmla="*/ 725 h 725"/>
                <a:gd name="T12" fmla="*/ 580 w 917"/>
                <a:gd name="T13" fmla="*/ 725 h 725"/>
                <a:gd name="T14" fmla="*/ 580 w 917"/>
                <a:gd name="T15" fmla="*/ 587 h 725"/>
                <a:gd name="T16" fmla="*/ 414 w 917"/>
                <a:gd name="T17" fmla="*/ 587 h 725"/>
                <a:gd name="T18" fmla="*/ 452 w 917"/>
                <a:gd name="T19" fmla="*/ 664 h 725"/>
                <a:gd name="T20" fmla="*/ 140 w 917"/>
                <a:gd name="T21" fmla="*/ 723 h 725"/>
                <a:gd name="T22" fmla="*/ 186 w 917"/>
                <a:gd name="T23" fmla="*/ 664 h 725"/>
                <a:gd name="T24" fmla="*/ 38 w 917"/>
                <a:gd name="T25" fmla="*/ 587 h 725"/>
                <a:gd name="T26" fmla="*/ 0 w 917"/>
                <a:gd name="T27" fmla="*/ 550 h 725"/>
                <a:gd name="T28" fmla="*/ 0 w 917"/>
                <a:gd name="T29" fmla="*/ 114 h 725"/>
                <a:gd name="T30" fmla="*/ 38 w 917"/>
                <a:gd name="T31" fmla="*/ 114 h 725"/>
                <a:gd name="T32" fmla="*/ 201 w 917"/>
                <a:gd name="T33" fmla="*/ 453 h 725"/>
                <a:gd name="T34" fmla="*/ 160 w 917"/>
                <a:gd name="T35" fmla="*/ 327 h 725"/>
                <a:gd name="T36" fmla="*/ 160 w 917"/>
                <a:gd name="T37" fmla="*/ 453 h 725"/>
                <a:gd name="T38" fmla="*/ 450 w 917"/>
                <a:gd name="T39" fmla="*/ 453 h 725"/>
                <a:gd name="T40" fmla="*/ 408 w 917"/>
                <a:gd name="T41" fmla="*/ 242 h 725"/>
                <a:gd name="T42" fmla="*/ 408 w 917"/>
                <a:gd name="T43" fmla="*/ 453 h 725"/>
                <a:gd name="T44" fmla="*/ 387 w 917"/>
                <a:gd name="T45" fmla="*/ 453 h 725"/>
                <a:gd name="T46" fmla="*/ 347 w 917"/>
                <a:gd name="T47" fmla="*/ 374 h 725"/>
                <a:gd name="T48" fmla="*/ 347 w 917"/>
                <a:gd name="T49" fmla="*/ 453 h 725"/>
                <a:gd name="T50" fmla="*/ 325 w 917"/>
                <a:gd name="T51" fmla="*/ 453 h 725"/>
                <a:gd name="T52" fmla="*/ 284 w 917"/>
                <a:gd name="T53" fmla="*/ 351 h 725"/>
                <a:gd name="T54" fmla="*/ 284 w 917"/>
                <a:gd name="T55" fmla="*/ 453 h 725"/>
                <a:gd name="T56" fmla="*/ 264 w 917"/>
                <a:gd name="T57" fmla="*/ 453 h 725"/>
                <a:gd name="T58" fmla="*/ 223 w 917"/>
                <a:gd name="T59" fmla="*/ 296 h 725"/>
                <a:gd name="T60" fmla="*/ 223 w 917"/>
                <a:gd name="T61" fmla="*/ 453 h 725"/>
                <a:gd name="T62" fmla="*/ 840 w 917"/>
                <a:gd name="T63" fmla="*/ 254 h 725"/>
                <a:gd name="T64" fmla="*/ 694 w 917"/>
                <a:gd name="T65" fmla="*/ 207 h 725"/>
                <a:gd name="T66" fmla="*/ 840 w 917"/>
                <a:gd name="T67" fmla="*/ 134 h 725"/>
                <a:gd name="T68" fmla="*/ 655 w 917"/>
                <a:gd name="T69" fmla="*/ 75 h 725"/>
                <a:gd name="T70" fmla="*/ 840 w 917"/>
                <a:gd name="T71" fmla="*/ 648 h 725"/>
                <a:gd name="T72" fmla="*/ 694 w 917"/>
                <a:gd name="T73" fmla="*/ 327 h 725"/>
                <a:gd name="T74" fmla="*/ 694 w 917"/>
                <a:gd name="T75" fmla="*/ 254 h 725"/>
                <a:gd name="T76" fmla="*/ 75 w 917"/>
                <a:gd name="T77" fmla="*/ 189 h 725"/>
                <a:gd name="T78" fmla="*/ 540 w 917"/>
                <a:gd name="T79" fmla="*/ 512 h 7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917" h="725">
                  <a:moveTo>
                    <a:pt x="38" y="114"/>
                  </a:moveTo>
                  <a:lnTo>
                    <a:pt x="576" y="114"/>
                  </a:lnTo>
                  <a:lnTo>
                    <a:pt x="580" y="114"/>
                  </a:lnTo>
                  <a:lnTo>
                    <a:pt x="580" y="37"/>
                  </a:lnTo>
                  <a:lnTo>
                    <a:pt x="580" y="0"/>
                  </a:lnTo>
                  <a:lnTo>
                    <a:pt x="617" y="0"/>
                  </a:lnTo>
                  <a:lnTo>
                    <a:pt x="879" y="0"/>
                  </a:lnTo>
                  <a:lnTo>
                    <a:pt x="917" y="0"/>
                  </a:lnTo>
                  <a:lnTo>
                    <a:pt x="917" y="37"/>
                  </a:lnTo>
                  <a:lnTo>
                    <a:pt x="917" y="686"/>
                  </a:lnTo>
                  <a:lnTo>
                    <a:pt x="917" y="725"/>
                  </a:lnTo>
                  <a:lnTo>
                    <a:pt x="879" y="725"/>
                  </a:lnTo>
                  <a:lnTo>
                    <a:pt x="617" y="725"/>
                  </a:lnTo>
                  <a:lnTo>
                    <a:pt x="580" y="725"/>
                  </a:lnTo>
                  <a:lnTo>
                    <a:pt x="580" y="686"/>
                  </a:lnTo>
                  <a:lnTo>
                    <a:pt x="580" y="587"/>
                  </a:lnTo>
                  <a:lnTo>
                    <a:pt x="576" y="587"/>
                  </a:lnTo>
                  <a:lnTo>
                    <a:pt x="414" y="587"/>
                  </a:lnTo>
                  <a:lnTo>
                    <a:pt x="414" y="664"/>
                  </a:lnTo>
                  <a:lnTo>
                    <a:pt x="452" y="664"/>
                  </a:lnTo>
                  <a:lnTo>
                    <a:pt x="452" y="723"/>
                  </a:lnTo>
                  <a:lnTo>
                    <a:pt x="140" y="723"/>
                  </a:lnTo>
                  <a:lnTo>
                    <a:pt x="140" y="664"/>
                  </a:lnTo>
                  <a:lnTo>
                    <a:pt x="186" y="664"/>
                  </a:lnTo>
                  <a:lnTo>
                    <a:pt x="186" y="587"/>
                  </a:lnTo>
                  <a:lnTo>
                    <a:pt x="38" y="587"/>
                  </a:lnTo>
                  <a:lnTo>
                    <a:pt x="0" y="587"/>
                  </a:lnTo>
                  <a:lnTo>
                    <a:pt x="0" y="550"/>
                  </a:lnTo>
                  <a:lnTo>
                    <a:pt x="0" y="150"/>
                  </a:lnTo>
                  <a:lnTo>
                    <a:pt x="0" y="114"/>
                  </a:lnTo>
                  <a:lnTo>
                    <a:pt x="38" y="114"/>
                  </a:lnTo>
                  <a:lnTo>
                    <a:pt x="38" y="114"/>
                  </a:lnTo>
                  <a:close/>
                  <a:moveTo>
                    <a:pt x="160" y="453"/>
                  </a:moveTo>
                  <a:lnTo>
                    <a:pt x="201" y="453"/>
                  </a:lnTo>
                  <a:lnTo>
                    <a:pt x="201" y="327"/>
                  </a:lnTo>
                  <a:lnTo>
                    <a:pt x="160" y="327"/>
                  </a:lnTo>
                  <a:lnTo>
                    <a:pt x="160" y="453"/>
                  </a:lnTo>
                  <a:lnTo>
                    <a:pt x="160" y="453"/>
                  </a:lnTo>
                  <a:close/>
                  <a:moveTo>
                    <a:pt x="408" y="453"/>
                  </a:moveTo>
                  <a:lnTo>
                    <a:pt x="450" y="453"/>
                  </a:lnTo>
                  <a:lnTo>
                    <a:pt x="450" y="242"/>
                  </a:lnTo>
                  <a:lnTo>
                    <a:pt x="408" y="242"/>
                  </a:lnTo>
                  <a:lnTo>
                    <a:pt x="408" y="453"/>
                  </a:lnTo>
                  <a:lnTo>
                    <a:pt x="408" y="453"/>
                  </a:lnTo>
                  <a:close/>
                  <a:moveTo>
                    <a:pt x="347" y="453"/>
                  </a:moveTo>
                  <a:lnTo>
                    <a:pt x="387" y="453"/>
                  </a:lnTo>
                  <a:lnTo>
                    <a:pt x="387" y="374"/>
                  </a:lnTo>
                  <a:lnTo>
                    <a:pt x="347" y="374"/>
                  </a:lnTo>
                  <a:lnTo>
                    <a:pt x="347" y="453"/>
                  </a:lnTo>
                  <a:lnTo>
                    <a:pt x="347" y="453"/>
                  </a:lnTo>
                  <a:close/>
                  <a:moveTo>
                    <a:pt x="284" y="453"/>
                  </a:moveTo>
                  <a:lnTo>
                    <a:pt x="325" y="453"/>
                  </a:lnTo>
                  <a:lnTo>
                    <a:pt x="325" y="351"/>
                  </a:lnTo>
                  <a:lnTo>
                    <a:pt x="284" y="351"/>
                  </a:lnTo>
                  <a:lnTo>
                    <a:pt x="284" y="453"/>
                  </a:lnTo>
                  <a:lnTo>
                    <a:pt x="284" y="453"/>
                  </a:lnTo>
                  <a:close/>
                  <a:moveTo>
                    <a:pt x="223" y="453"/>
                  </a:moveTo>
                  <a:lnTo>
                    <a:pt x="264" y="453"/>
                  </a:lnTo>
                  <a:lnTo>
                    <a:pt x="264" y="296"/>
                  </a:lnTo>
                  <a:lnTo>
                    <a:pt x="223" y="296"/>
                  </a:lnTo>
                  <a:lnTo>
                    <a:pt x="223" y="453"/>
                  </a:lnTo>
                  <a:lnTo>
                    <a:pt x="223" y="453"/>
                  </a:lnTo>
                  <a:close/>
                  <a:moveTo>
                    <a:pt x="694" y="254"/>
                  </a:moveTo>
                  <a:lnTo>
                    <a:pt x="840" y="254"/>
                  </a:lnTo>
                  <a:lnTo>
                    <a:pt x="840" y="207"/>
                  </a:lnTo>
                  <a:lnTo>
                    <a:pt x="694" y="207"/>
                  </a:lnTo>
                  <a:lnTo>
                    <a:pt x="694" y="134"/>
                  </a:lnTo>
                  <a:lnTo>
                    <a:pt x="840" y="134"/>
                  </a:lnTo>
                  <a:lnTo>
                    <a:pt x="840" y="75"/>
                  </a:lnTo>
                  <a:lnTo>
                    <a:pt x="655" y="75"/>
                  </a:lnTo>
                  <a:lnTo>
                    <a:pt x="655" y="648"/>
                  </a:lnTo>
                  <a:lnTo>
                    <a:pt x="840" y="648"/>
                  </a:lnTo>
                  <a:lnTo>
                    <a:pt x="840" y="327"/>
                  </a:lnTo>
                  <a:lnTo>
                    <a:pt x="694" y="327"/>
                  </a:lnTo>
                  <a:lnTo>
                    <a:pt x="694" y="254"/>
                  </a:lnTo>
                  <a:lnTo>
                    <a:pt x="694" y="254"/>
                  </a:lnTo>
                  <a:close/>
                  <a:moveTo>
                    <a:pt x="540" y="189"/>
                  </a:moveTo>
                  <a:lnTo>
                    <a:pt x="75" y="189"/>
                  </a:lnTo>
                  <a:lnTo>
                    <a:pt x="75" y="512"/>
                  </a:lnTo>
                  <a:lnTo>
                    <a:pt x="540" y="512"/>
                  </a:lnTo>
                  <a:lnTo>
                    <a:pt x="540" y="189"/>
                  </a:ln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sz="1350" dirty="0">
                <a:solidFill>
                  <a:prstClr val="black"/>
                </a:solidFill>
                <a:latin typeface="Impact"/>
                <a:ea typeface="微软雅黑"/>
              </a:endParaRPr>
            </a:p>
          </p:txBody>
        </p:sp>
      </p:grpSp>
      <p:grpSp>
        <p:nvGrpSpPr>
          <p:cNvPr id="8" name="组合 7">
            <a:extLst>
              <a:ext uri="{FF2B5EF4-FFF2-40B4-BE49-F238E27FC236}">
                <a16:creationId xmlns:a16="http://schemas.microsoft.com/office/drawing/2014/main" id="{8F3F7341-0E6D-431E-BF79-9CFFA9AF4679}"/>
              </a:ext>
            </a:extLst>
          </p:cNvPr>
          <p:cNvGrpSpPr/>
          <p:nvPr/>
        </p:nvGrpSpPr>
        <p:grpSpPr>
          <a:xfrm>
            <a:off x="2164432" y="1028910"/>
            <a:ext cx="1085429" cy="1080000"/>
            <a:chOff x="2164432" y="1028910"/>
            <a:chExt cx="1085429" cy="1080000"/>
          </a:xfrm>
        </p:grpSpPr>
        <p:sp>
          <p:nvSpPr>
            <p:cNvPr id="246" name="Oval 733">
              <a:extLst>
                <a:ext uri="{FF2B5EF4-FFF2-40B4-BE49-F238E27FC236}">
                  <a16:creationId xmlns:a16="http://schemas.microsoft.com/office/drawing/2014/main" id="{826D4DBD-AEA5-454D-8C48-74555D569069}"/>
                </a:ext>
              </a:extLst>
            </p:cNvPr>
            <p:cNvSpPr>
              <a:spLocks noChangeArrowheads="1"/>
            </p:cNvSpPr>
            <p:nvPr/>
          </p:nvSpPr>
          <p:spPr bwMode="auto">
            <a:xfrm>
              <a:off x="2164432" y="1028910"/>
              <a:ext cx="1085429" cy="1080000"/>
            </a:xfrm>
            <a:prstGeom prst="ellipse">
              <a:avLst/>
            </a:prstGeom>
            <a:solidFill>
              <a:schemeClr val="accent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dirty="0">
                <a:solidFill>
                  <a:prstClr val="black"/>
                </a:solidFill>
                <a:latin typeface="Segoe UI Light"/>
                <a:ea typeface="微软雅黑"/>
              </a:endParaRPr>
            </a:p>
          </p:txBody>
        </p:sp>
        <p:sp>
          <p:nvSpPr>
            <p:cNvPr id="362" name="Freeform 12">
              <a:extLst>
                <a:ext uri="{FF2B5EF4-FFF2-40B4-BE49-F238E27FC236}">
                  <a16:creationId xmlns:a16="http://schemas.microsoft.com/office/drawing/2014/main" id="{256F37CF-DF93-4E6A-9980-85B156715E2C}"/>
                </a:ext>
              </a:extLst>
            </p:cNvPr>
            <p:cNvSpPr>
              <a:spLocks noEditPoints="1"/>
            </p:cNvSpPr>
            <p:nvPr/>
          </p:nvSpPr>
          <p:spPr bwMode="auto">
            <a:xfrm>
              <a:off x="2353969" y="1187430"/>
              <a:ext cx="706354" cy="762960"/>
            </a:xfrm>
            <a:custGeom>
              <a:avLst/>
              <a:gdLst>
                <a:gd name="T0" fmla="*/ 58 w 861"/>
                <a:gd name="T1" fmla="*/ 58 h 930"/>
                <a:gd name="T2" fmla="*/ 144 w 861"/>
                <a:gd name="T3" fmla="*/ 62 h 930"/>
                <a:gd name="T4" fmla="*/ 229 w 861"/>
                <a:gd name="T5" fmla="*/ 56 h 930"/>
                <a:gd name="T6" fmla="*/ 275 w 861"/>
                <a:gd name="T7" fmla="*/ 48 h 930"/>
                <a:gd name="T8" fmla="*/ 367 w 861"/>
                <a:gd name="T9" fmla="*/ 25 h 930"/>
                <a:gd name="T10" fmla="*/ 431 w 861"/>
                <a:gd name="T11" fmla="*/ 0 h 930"/>
                <a:gd name="T12" fmla="*/ 448 w 861"/>
                <a:gd name="T13" fmla="*/ 6 h 930"/>
                <a:gd name="T14" fmla="*/ 542 w 861"/>
                <a:gd name="T15" fmla="*/ 37 h 930"/>
                <a:gd name="T16" fmla="*/ 632 w 861"/>
                <a:gd name="T17" fmla="*/ 56 h 930"/>
                <a:gd name="T18" fmla="*/ 675 w 861"/>
                <a:gd name="T19" fmla="*/ 60 h 930"/>
                <a:gd name="T20" fmla="*/ 761 w 861"/>
                <a:gd name="T21" fmla="*/ 60 h 930"/>
                <a:gd name="T22" fmla="*/ 861 w 861"/>
                <a:gd name="T23" fmla="*/ 50 h 930"/>
                <a:gd name="T24" fmla="*/ 859 w 861"/>
                <a:gd name="T25" fmla="*/ 117 h 930"/>
                <a:gd name="T26" fmla="*/ 851 w 861"/>
                <a:gd name="T27" fmla="*/ 309 h 930"/>
                <a:gd name="T28" fmla="*/ 826 w 861"/>
                <a:gd name="T29" fmla="*/ 469 h 930"/>
                <a:gd name="T30" fmla="*/ 788 w 861"/>
                <a:gd name="T31" fmla="*/ 601 h 930"/>
                <a:gd name="T32" fmla="*/ 765 w 861"/>
                <a:gd name="T33" fmla="*/ 655 h 930"/>
                <a:gd name="T34" fmla="*/ 740 w 861"/>
                <a:gd name="T35" fmla="*/ 705 h 930"/>
                <a:gd name="T36" fmla="*/ 725 w 861"/>
                <a:gd name="T37" fmla="*/ 728 h 930"/>
                <a:gd name="T38" fmla="*/ 694 w 861"/>
                <a:gd name="T39" fmla="*/ 772 h 930"/>
                <a:gd name="T40" fmla="*/ 661 w 861"/>
                <a:gd name="T41" fmla="*/ 809 h 930"/>
                <a:gd name="T42" fmla="*/ 625 w 861"/>
                <a:gd name="T43" fmla="*/ 840 h 930"/>
                <a:gd name="T44" fmla="*/ 567 w 861"/>
                <a:gd name="T45" fmla="*/ 878 h 930"/>
                <a:gd name="T46" fmla="*/ 486 w 861"/>
                <a:gd name="T47" fmla="*/ 915 h 930"/>
                <a:gd name="T48" fmla="*/ 431 w 861"/>
                <a:gd name="T49" fmla="*/ 930 h 930"/>
                <a:gd name="T50" fmla="*/ 419 w 861"/>
                <a:gd name="T51" fmla="*/ 928 h 930"/>
                <a:gd name="T52" fmla="*/ 333 w 861"/>
                <a:gd name="T53" fmla="*/ 899 h 930"/>
                <a:gd name="T54" fmla="*/ 254 w 861"/>
                <a:gd name="T55" fmla="*/ 853 h 930"/>
                <a:gd name="T56" fmla="*/ 219 w 861"/>
                <a:gd name="T57" fmla="*/ 824 h 930"/>
                <a:gd name="T58" fmla="*/ 183 w 861"/>
                <a:gd name="T59" fmla="*/ 790 h 930"/>
                <a:gd name="T60" fmla="*/ 152 w 861"/>
                <a:gd name="T61" fmla="*/ 751 h 930"/>
                <a:gd name="T62" fmla="*/ 123 w 861"/>
                <a:gd name="T63" fmla="*/ 705 h 930"/>
                <a:gd name="T64" fmla="*/ 108 w 861"/>
                <a:gd name="T65" fmla="*/ 680 h 930"/>
                <a:gd name="T66" fmla="*/ 83 w 861"/>
                <a:gd name="T67" fmla="*/ 628 h 930"/>
                <a:gd name="T68" fmla="*/ 52 w 861"/>
                <a:gd name="T69" fmla="*/ 538 h 930"/>
                <a:gd name="T70" fmla="*/ 21 w 861"/>
                <a:gd name="T71" fmla="*/ 392 h 930"/>
                <a:gd name="T72" fmla="*/ 4 w 861"/>
                <a:gd name="T73" fmla="*/ 217 h 930"/>
                <a:gd name="T74" fmla="*/ 0 w 861"/>
                <a:gd name="T75" fmla="*/ 50 h 930"/>
                <a:gd name="T76" fmla="*/ 58 w 861"/>
                <a:gd name="T77" fmla="*/ 58 h 930"/>
                <a:gd name="T78" fmla="*/ 717 w 861"/>
                <a:gd name="T79" fmla="*/ 473 h 930"/>
                <a:gd name="T80" fmla="*/ 732 w 861"/>
                <a:gd name="T81" fmla="*/ 411 h 930"/>
                <a:gd name="T82" fmla="*/ 751 w 861"/>
                <a:gd name="T83" fmla="*/ 263 h 930"/>
                <a:gd name="T84" fmla="*/ 755 w 861"/>
                <a:gd name="T85" fmla="*/ 177 h 930"/>
                <a:gd name="T86" fmla="*/ 688 w 861"/>
                <a:gd name="T87" fmla="*/ 177 h 930"/>
                <a:gd name="T88" fmla="*/ 619 w 861"/>
                <a:gd name="T89" fmla="*/ 171 h 930"/>
                <a:gd name="T90" fmla="*/ 573 w 861"/>
                <a:gd name="T91" fmla="*/ 165 h 930"/>
                <a:gd name="T92" fmla="*/ 479 w 861"/>
                <a:gd name="T93" fmla="*/ 140 h 930"/>
                <a:gd name="T94" fmla="*/ 431 w 861"/>
                <a:gd name="T95" fmla="*/ 473 h 930"/>
                <a:gd name="T96" fmla="*/ 431 w 861"/>
                <a:gd name="T97" fmla="*/ 811 h 930"/>
                <a:gd name="T98" fmla="*/ 144 w 861"/>
                <a:gd name="T99" fmla="*/ 473 h 930"/>
                <a:gd name="T100" fmla="*/ 158 w 861"/>
                <a:gd name="T101" fmla="*/ 521 h 930"/>
                <a:gd name="T102" fmla="*/ 190 w 861"/>
                <a:gd name="T103" fmla="*/ 607 h 930"/>
                <a:gd name="T104" fmla="*/ 208 w 861"/>
                <a:gd name="T105" fmla="*/ 642 h 930"/>
                <a:gd name="T106" fmla="*/ 254 w 861"/>
                <a:gd name="T107" fmla="*/ 705 h 930"/>
                <a:gd name="T108" fmla="*/ 308 w 861"/>
                <a:gd name="T109" fmla="*/ 753 h 930"/>
                <a:gd name="T110" fmla="*/ 367 w 861"/>
                <a:gd name="T111" fmla="*/ 788 h 930"/>
                <a:gd name="T112" fmla="*/ 431 w 861"/>
                <a:gd name="T113" fmla="*/ 811 h 9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61" h="930">
                  <a:moveTo>
                    <a:pt x="58" y="58"/>
                  </a:moveTo>
                  <a:lnTo>
                    <a:pt x="58" y="58"/>
                  </a:lnTo>
                  <a:lnTo>
                    <a:pt x="100" y="60"/>
                  </a:lnTo>
                  <a:lnTo>
                    <a:pt x="144" y="62"/>
                  </a:lnTo>
                  <a:lnTo>
                    <a:pt x="185" y="60"/>
                  </a:lnTo>
                  <a:lnTo>
                    <a:pt x="229" y="56"/>
                  </a:lnTo>
                  <a:lnTo>
                    <a:pt x="229" y="56"/>
                  </a:lnTo>
                  <a:lnTo>
                    <a:pt x="275" y="48"/>
                  </a:lnTo>
                  <a:lnTo>
                    <a:pt x="321" y="37"/>
                  </a:lnTo>
                  <a:lnTo>
                    <a:pt x="367" y="25"/>
                  </a:lnTo>
                  <a:lnTo>
                    <a:pt x="413" y="6"/>
                  </a:lnTo>
                  <a:lnTo>
                    <a:pt x="431" y="0"/>
                  </a:lnTo>
                  <a:lnTo>
                    <a:pt x="448" y="6"/>
                  </a:lnTo>
                  <a:lnTo>
                    <a:pt x="448" y="6"/>
                  </a:lnTo>
                  <a:lnTo>
                    <a:pt x="494" y="25"/>
                  </a:lnTo>
                  <a:lnTo>
                    <a:pt x="542" y="37"/>
                  </a:lnTo>
                  <a:lnTo>
                    <a:pt x="586" y="48"/>
                  </a:lnTo>
                  <a:lnTo>
                    <a:pt x="632" y="56"/>
                  </a:lnTo>
                  <a:lnTo>
                    <a:pt x="632" y="56"/>
                  </a:lnTo>
                  <a:lnTo>
                    <a:pt x="675" y="60"/>
                  </a:lnTo>
                  <a:lnTo>
                    <a:pt x="719" y="62"/>
                  </a:lnTo>
                  <a:lnTo>
                    <a:pt x="761" y="60"/>
                  </a:lnTo>
                  <a:lnTo>
                    <a:pt x="803" y="58"/>
                  </a:lnTo>
                  <a:lnTo>
                    <a:pt x="861" y="50"/>
                  </a:lnTo>
                  <a:lnTo>
                    <a:pt x="859" y="117"/>
                  </a:lnTo>
                  <a:lnTo>
                    <a:pt x="859" y="117"/>
                  </a:lnTo>
                  <a:lnTo>
                    <a:pt x="857" y="217"/>
                  </a:lnTo>
                  <a:lnTo>
                    <a:pt x="851" y="309"/>
                  </a:lnTo>
                  <a:lnTo>
                    <a:pt x="840" y="392"/>
                  </a:lnTo>
                  <a:lnTo>
                    <a:pt x="826" y="469"/>
                  </a:lnTo>
                  <a:lnTo>
                    <a:pt x="809" y="538"/>
                  </a:lnTo>
                  <a:lnTo>
                    <a:pt x="788" y="601"/>
                  </a:lnTo>
                  <a:lnTo>
                    <a:pt x="778" y="628"/>
                  </a:lnTo>
                  <a:lnTo>
                    <a:pt x="765" y="655"/>
                  </a:lnTo>
                  <a:lnTo>
                    <a:pt x="753" y="680"/>
                  </a:lnTo>
                  <a:lnTo>
                    <a:pt x="740" y="705"/>
                  </a:lnTo>
                  <a:lnTo>
                    <a:pt x="740" y="705"/>
                  </a:lnTo>
                  <a:lnTo>
                    <a:pt x="725" y="728"/>
                  </a:lnTo>
                  <a:lnTo>
                    <a:pt x="709" y="751"/>
                  </a:lnTo>
                  <a:lnTo>
                    <a:pt x="694" y="772"/>
                  </a:lnTo>
                  <a:lnTo>
                    <a:pt x="678" y="790"/>
                  </a:lnTo>
                  <a:lnTo>
                    <a:pt x="661" y="809"/>
                  </a:lnTo>
                  <a:lnTo>
                    <a:pt x="642" y="824"/>
                  </a:lnTo>
                  <a:lnTo>
                    <a:pt x="625" y="840"/>
                  </a:lnTo>
                  <a:lnTo>
                    <a:pt x="607" y="853"/>
                  </a:lnTo>
                  <a:lnTo>
                    <a:pt x="567" y="878"/>
                  </a:lnTo>
                  <a:lnTo>
                    <a:pt x="527" y="899"/>
                  </a:lnTo>
                  <a:lnTo>
                    <a:pt x="486" y="915"/>
                  </a:lnTo>
                  <a:lnTo>
                    <a:pt x="442" y="928"/>
                  </a:lnTo>
                  <a:lnTo>
                    <a:pt x="431" y="930"/>
                  </a:lnTo>
                  <a:lnTo>
                    <a:pt x="419" y="928"/>
                  </a:lnTo>
                  <a:lnTo>
                    <a:pt x="419" y="928"/>
                  </a:lnTo>
                  <a:lnTo>
                    <a:pt x="375" y="915"/>
                  </a:lnTo>
                  <a:lnTo>
                    <a:pt x="333" y="899"/>
                  </a:lnTo>
                  <a:lnTo>
                    <a:pt x="294" y="878"/>
                  </a:lnTo>
                  <a:lnTo>
                    <a:pt x="254" y="853"/>
                  </a:lnTo>
                  <a:lnTo>
                    <a:pt x="235" y="840"/>
                  </a:lnTo>
                  <a:lnTo>
                    <a:pt x="219" y="824"/>
                  </a:lnTo>
                  <a:lnTo>
                    <a:pt x="200" y="809"/>
                  </a:lnTo>
                  <a:lnTo>
                    <a:pt x="183" y="790"/>
                  </a:lnTo>
                  <a:lnTo>
                    <a:pt x="167" y="772"/>
                  </a:lnTo>
                  <a:lnTo>
                    <a:pt x="152" y="751"/>
                  </a:lnTo>
                  <a:lnTo>
                    <a:pt x="137" y="728"/>
                  </a:lnTo>
                  <a:lnTo>
                    <a:pt x="123" y="705"/>
                  </a:lnTo>
                  <a:lnTo>
                    <a:pt x="123" y="705"/>
                  </a:lnTo>
                  <a:lnTo>
                    <a:pt x="108" y="680"/>
                  </a:lnTo>
                  <a:lnTo>
                    <a:pt x="96" y="655"/>
                  </a:lnTo>
                  <a:lnTo>
                    <a:pt x="83" y="628"/>
                  </a:lnTo>
                  <a:lnTo>
                    <a:pt x="73" y="601"/>
                  </a:lnTo>
                  <a:lnTo>
                    <a:pt x="52" y="538"/>
                  </a:lnTo>
                  <a:lnTo>
                    <a:pt x="35" y="469"/>
                  </a:lnTo>
                  <a:lnTo>
                    <a:pt x="21" y="392"/>
                  </a:lnTo>
                  <a:lnTo>
                    <a:pt x="10" y="309"/>
                  </a:lnTo>
                  <a:lnTo>
                    <a:pt x="4" y="217"/>
                  </a:lnTo>
                  <a:lnTo>
                    <a:pt x="2" y="117"/>
                  </a:lnTo>
                  <a:lnTo>
                    <a:pt x="0" y="50"/>
                  </a:lnTo>
                  <a:lnTo>
                    <a:pt x="58" y="58"/>
                  </a:lnTo>
                  <a:lnTo>
                    <a:pt x="58" y="58"/>
                  </a:lnTo>
                  <a:close/>
                  <a:moveTo>
                    <a:pt x="431" y="473"/>
                  </a:moveTo>
                  <a:lnTo>
                    <a:pt x="717" y="473"/>
                  </a:lnTo>
                  <a:lnTo>
                    <a:pt x="717" y="473"/>
                  </a:lnTo>
                  <a:lnTo>
                    <a:pt x="732" y="411"/>
                  </a:lnTo>
                  <a:lnTo>
                    <a:pt x="742" y="340"/>
                  </a:lnTo>
                  <a:lnTo>
                    <a:pt x="751" y="263"/>
                  </a:lnTo>
                  <a:lnTo>
                    <a:pt x="755" y="177"/>
                  </a:lnTo>
                  <a:lnTo>
                    <a:pt x="755" y="177"/>
                  </a:lnTo>
                  <a:lnTo>
                    <a:pt x="721" y="179"/>
                  </a:lnTo>
                  <a:lnTo>
                    <a:pt x="688" y="177"/>
                  </a:lnTo>
                  <a:lnTo>
                    <a:pt x="653" y="175"/>
                  </a:lnTo>
                  <a:lnTo>
                    <a:pt x="619" y="171"/>
                  </a:lnTo>
                  <a:lnTo>
                    <a:pt x="619" y="171"/>
                  </a:lnTo>
                  <a:lnTo>
                    <a:pt x="573" y="165"/>
                  </a:lnTo>
                  <a:lnTo>
                    <a:pt x="525" y="154"/>
                  </a:lnTo>
                  <a:lnTo>
                    <a:pt x="479" y="140"/>
                  </a:lnTo>
                  <a:lnTo>
                    <a:pt x="431" y="123"/>
                  </a:lnTo>
                  <a:lnTo>
                    <a:pt x="431" y="473"/>
                  </a:lnTo>
                  <a:lnTo>
                    <a:pt x="431" y="473"/>
                  </a:lnTo>
                  <a:close/>
                  <a:moveTo>
                    <a:pt x="431" y="811"/>
                  </a:moveTo>
                  <a:lnTo>
                    <a:pt x="431" y="473"/>
                  </a:lnTo>
                  <a:lnTo>
                    <a:pt x="144" y="473"/>
                  </a:lnTo>
                  <a:lnTo>
                    <a:pt x="144" y="473"/>
                  </a:lnTo>
                  <a:lnTo>
                    <a:pt x="158" y="521"/>
                  </a:lnTo>
                  <a:lnTo>
                    <a:pt x="173" y="567"/>
                  </a:lnTo>
                  <a:lnTo>
                    <a:pt x="190" y="607"/>
                  </a:lnTo>
                  <a:lnTo>
                    <a:pt x="208" y="642"/>
                  </a:lnTo>
                  <a:lnTo>
                    <a:pt x="208" y="642"/>
                  </a:lnTo>
                  <a:lnTo>
                    <a:pt x="231" y="676"/>
                  </a:lnTo>
                  <a:lnTo>
                    <a:pt x="254" y="705"/>
                  </a:lnTo>
                  <a:lnTo>
                    <a:pt x="281" y="732"/>
                  </a:lnTo>
                  <a:lnTo>
                    <a:pt x="308" y="753"/>
                  </a:lnTo>
                  <a:lnTo>
                    <a:pt x="338" y="772"/>
                  </a:lnTo>
                  <a:lnTo>
                    <a:pt x="367" y="788"/>
                  </a:lnTo>
                  <a:lnTo>
                    <a:pt x="398" y="801"/>
                  </a:lnTo>
                  <a:lnTo>
                    <a:pt x="431" y="811"/>
                  </a:lnTo>
                  <a:lnTo>
                    <a:pt x="431" y="811"/>
                  </a:lnTo>
                  <a:close/>
                </a:path>
              </a:pathLst>
            </a:custGeom>
            <a:solidFill>
              <a:schemeClr val="bg1"/>
            </a:solidFill>
            <a:ln>
              <a:noFill/>
            </a:ln>
          </p:spPr>
          <p:txBody>
            <a:bodyPr vert="horz" wrap="square" lIns="68580" tIns="34290" rIns="68580" bIns="34290" numCol="1" anchor="t" anchorCtr="0" compatLnSpc="1">
              <a:prstTxWarp prst="textNoShape">
                <a:avLst/>
              </a:prstTxWarp>
            </a:bodyPr>
            <a:lstStyle/>
            <a:p>
              <a:pPr fontAlgn="auto">
                <a:spcBef>
                  <a:spcPts val="0"/>
                </a:spcBef>
                <a:spcAft>
                  <a:spcPts val="0"/>
                </a:spcAft>
              </a:pPr>
              <a:endParaRPr lang="zh-CN" altLang="en-US" sz="1350">
                <a:solidFill>
                  <a:prstClr val="black"/>
                </a:solidFill>
                <a:latin typeface="Impact"/>
                <a:ea typeface="微软雅黑"/>
              </a:endParaRPr>
            </a:p>
          </p:txBody>
        </p:sp>
      </p:grpSp>
      <p:sp>
        <p:nvSpPr>
          <p:cNvPr id="6" name="标题 5">
            <a:extLst>
              <a:ext uri="{FF2B5EF4-FFF2-40B4-BE49-F238E27FC236}">
                <a16:creationId xmlns:a16="http://schemas.microsoft.com/office/drawing/2014/main" id="{35160FA9-1F7A-4306-A04C-C84F8EC11478}"/>
              </a:ext>
            </a:extLst>
          </p:cNvPr>
          <p:cNvSpPr>
            <a:spLocks noGrp="1"/>
          </p:cNvSpPr>
          <p:nvPr>
            <p:ph type="title"/>
          </p:nvPr>
        </p:nvSpPr>
        <p:spPr/>
        <p:txBody>
          <a:bodyPr>
            <a:normAutofit/>
          </a:bodyPr>
          <a:lstStyle/>
          <a:p>
            <a:r>
              <a:rPr lang="zh-CN" altLang="en-US" dirty="0"/>
              <a:t>底色可拆分，转变</a:t>
            </a:r>
          </a:p>
        </p:txBody>
      </p:sp>
      <p:sp>
        <p:nvSpPr>
          <p:cNvPr id="360" name="椭圆 359">
            <a:extLst>
              <a:ext uri="{FF2B5EF4-FFF2-40B4-BE49-F238E27FC236}">
                <a16:creationId xmlns:a16="http://schemas.microsoft.com/office/drawing/2014/main" id="{D7CE3F55-4C22-4476-8557-12F42645316D}"/>
              </a:ext>
            </a:extLst>
          </p:cNvPr>
          <p:cNvSpPr/>
          <p:nvPr/>
        </p:nvSpPr>
        <p:spPr>
          <a:xfrm>
            <a:off x="522740" y="5481322"/>
            <a:ext cx="1080000" cy="1080000"/>
          </a:xfrm>
          <a:prstGeom prst="ellipse">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73" name="组合 272">
            <a:extLst>
              <a:ext uri="{FF2B5EF4-FFF2-40B4-BE49-F238E27FC236}">
                <a16:creationId xmlns:a16="http://schemas.microsoft.com/office/drawing/2014/main" id="{EEE276F4-6DCE-4603-B991-A8DD5E40BE85}"/>
              </a:ext>
            </a:extLst>
          </p:cNvPr>
          <p:cNvGrpSpPr/>
          <p:nvPr/>
        </p:nvGrpSpPr>
        <p:grpSpPr>
          <a:xfrm>
            <a:off x="718118" y="5684870"/>
            <a:ext cx="692560" cy="692561"/>
            <a:chOff x="4446032" y="4426318"/>
            <a:chExt cx="819291" cy="819292"/>
          </a:xfrm>
        </p:grpSpPr>
        <p:sp>
          <p:nvSpPr>
            <p:cNvPr id="274" name="Freeform 5">
              <a:extLst>
                <a:ext uri="{FF2B5EF4-FFF2-40B4-BE49-F238E27FC236}">
                  <a16:creationId xmlns:a16="http://schemas.microsoft.com/office/drawing/2014/main" id="{D96F7E78-7EBD-4506-981F-31D461BEB166}"/>
                </a:ext>
              </a:extLst>
            </p:cNvPr>
            <p:cNvSpPr>
              <a:spLocks/>
            </p:cNvSpPr>
            <p:nvPr/>
          </p:nvSpPr>
          <p:spPr bwMode="auto">
            <a:xfrm>
              <a:off x="4446032" y="4999648"/>
              <a:ext cx="219214" cy="99432"/>
            </a:xfrm>
            <a:custGeom>
              <a:avLst/>
              <a:gdLst>
                <a:gd name="T0" fmla="*/ 708 w 713"/>
                <a:gd name="T1" fmla="*/ 45 h 323"/>
                <a:gd name="T2" fmla="*/ 711 w 713"/>
                <a:gd name="T3" fmla="*/ 12 h 323"/>
                <a:gd name="T4" fmla="*/ 697 w 713"/>
                <a:gd name="T5" fmla="*/ 1 h 323"/>
                <a:gd name="T6" fmla="*/ 11 w 713"/>
                <a:gd name="T7" fmla="*/ 270 h 323"/>
                <a:gd name="T8" fmla="*/ 11 w 713"/>
                <a:gd name="T9" fmla="*/ 312 h 323"/>
                <a:gd name="T10" fmla="*/ 53 w 713"/>
                <a:gd name="T11" fmla="*/ 312 h 323"/>
                <a:gd name="T12" fmla="*/ 693 w 713"/>
                <a:gd name="T13" fmla="*/ 61 h 323"/>
                <a:gd name="T14" fmla="*/ 708 w 713"/>
                <a:gd name="T15" fmla="*/ 45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3" h="323">
                  <a:moveTo>
                    <a:pt x="708" y="45"/>
                  </a:moveTo>
                  <a:cubicBezTo>
                    <a:pt x="709" y="34"/>
                    <a:pt x="710" y="23"/>
                    <a:pt x="711" y="12"/>
                  </a:cubicBezTo>
                  <a:cubicBezTo>
                    <a:pt x="713" y="0"/>
                    <a:pt x="703" y="0"/>
                    <a:pt x="697" y="1"/>
                  </a:cubicBezTo>
                  <a:cubicBezTo>
                    <a:pt x="448" y="29"/>
                    <a:pt x="202" y="80"/>
                    <a:pt x="11" y="270"/>
                  </a:cubicBezTo>
                  <a:cubicBezTo>
                    <a:pt x="0" y="281"/>
                    <a:pt x="0" y="300"/>
                    <a:pt x="11" y="312"/>
                  </a:cubicBezTo>
                  <a:cubicBezTo>
                    <a:pt x="23" y="323"/>
                    <a:pt x="42" y="323"/>
                    <a:pt x="53" y="312"/>
                  </a:cubicBezTo>
                  <a:cubicBezTo>
                    <a:pt x="216" y="148"/>
                    <a:pt x="438" y="92"/>
                    <a:pt x="693" y="61"/>
                  </a:cubicBezTo>
                  <a:cubicBezTo>
                    <a:pt x="704" y="60"/>
                    <a:pt x="707" y="53"/>
                    <a:pt x="708" y="4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75" name="Freeform 6">
              <a:extLst>
                <a:ext uri="{FF2B5EF4-FFF2-40B4-BE49-F238E27FC236}">
                  <a16:creationId xmlns:a16="http://schemas.microsoft.com/office/drawing/2014/main" id="{C2E8F6F2-985F-4708-AB58-5A9292CE57D4}"/>
                </a:ext>
              </a:extLst>
            </p:cNvPr>
            <p:cNvSpPr>
              <a:spLocks/>
            </p:cNvSpPr>
            <p:nvPr/>
          </p:nvSpPr>
          <p:spPr bwMode="auto">
            <a:xfrm>
              <a:off x="4716997" y="4426318"/>
              <a:ext cx="401796" cy="586122"/>
            </a:xfrm>
            <a:custGeom>
              <a:avLst/>
              <a:gdLst>
                <a:gd name="T0" fmla="*/ 1294 w 1306"/>
                <a:gd name="T1" fmla="*/ 11 h 1904"/>
                <a:gd name="T2" fmla="*/ 1252 w 1306"/>
                <a:gd name="T3" fmla="*/ 11 h 1904"/>
                <a:gd name="T4" fmla="*/ 968 w 1306"/>
                <a:gd name="T5" fmla="*/ 841 h 1904"/>
                <a:gd name="T6" fmla="*/ 728 w 1306"/>
                <a:gd name="T7" fmla="*/ 1607 h 1904"/>
                <a:gd name="T8" fmla="*/ 6 w 1306"/>
                <a:gd name="T9" fmla="*/ 1843 h 1904"/>
                <a:gd name="T10" fmla="*/ 0 w 1306"/>
                <a:gd name="T11" fmla="*/ 1904 h 1904"/>
                <a:gd name="T12" fmla="*/ 10 w 1306"/>
                <a:gd name="T13" fmla="*/ 1903 h 1904"/>
                <a:gd name="T14" fmla="*/ 770 w 1306"/>
                <a:gd name="T15" fmla="*/ 1650 h 1904"/>
                <a:gd name="T16" fmla="*/ 1023 w 1306"/>
                <a:gd name="T17" fmla="*/ 890 h 1904"/>
                <a:gd name="T18" fmla="*/ 1027 w 1306"/>
                <a:gd name="T19" fmla="*/ 847 h 1904"/>
                <a:gd name="T20" fmla="*/ 1294 w 1306"/>
                <a:gd name="T21" fmla="*/ 53 h 1904"/>
                <a:gd name="T22" fmla="*/ 1294 w 1306"/>
                <a:gd name="T23" fmla="*/ 11 h 19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06" h="1904">
                  <a:moveTo>
                    <a:pt x="1294" y="11"/>
                  </a:moveTo>
                  <a:cubicBezTo>
                    <a:pt x="1282" y="0"/>
                    <a:pt x="1264" y="0"/>
                    <a:pt x="1252" y="11"/>
                  </a:cubicBezTo>
                  <a:cubicBezTo>
                    <a:pt x="1027" y="238"/>
                    <a:pt x="997" y="543"/>
                    <a:pt x="968" y="841"/>
                  </a:cubicBezTo>
                  <a:cubicBezTo>
                    <a:pt x="942" y="1127"/>
                    <a:pt x="914" y="1424"/>
                    <a:pt x="728" y="1607"/>
                  </a:cubicBezTo>
                  <a:cubicBezTo>
                    <a:pt x="554" y="1784"/>
                    <a:pt x="279" y="1818"/>
                    <a:pt x="6" y="1843"/>
                  </a:cubicBezTo>
                  <a:cubicBezTo>
                    <a:pt x="4" y="1863"/>
                    <a:pt x="2" y="1883"/>
                    <a:pt x="0" y="1904"/>
                  </a:cubicBezTo>
                  <a:cubicBezTo>
                    <a:pt x="10" y="1903"/>
                    <a:pt x="10" y="1903"/>
                    <a:pt x="10" y="1903"/>
                  </a:cubicBezTo>
                  <a:cubicBezTo>
                    <a:pt x="285" y="1876"/>
                    <a:pt x="569" y="1848"/>
                    <a:pt x="770" y="1650"/>
                  </a:cubicBezTo>
                  <a:cubicBezTo>
                    <a:pt x="968" y="1449"/>
                    <a:pt x="996" y="1165"/>
                    <a:pt x="1023" y="890"/>
                  </a:cubicBezTo>
                  <a:cubicBezTo>
                    <a:pt x="1027" y="847"/>
                    <a:pt x="1027" y="847"/>
                    <a:pt x="1027" y="847"/>
                  </a:cubicBezTo>
                  <a:cubicBezTo>
                    <a:pt x="1057" y="528"/>
                    <a:pt x="1097" y="248"/>
                    <a:pt x="1294" y="53"/>
                  </a:cubicBezTo>
                  <a:cubicBezTo>
                    <a:pt x="1306" y="42"/>
                    <a:pt x="1306" y="23"/>
                    <a:pt x="1294" y="1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76" name="Freeform 7">
              <a:extLst>
                <a:ext uri="{FF2B5EF4-FFF2-40B4-BE49-F238E27FC236}">
                  <a16:creationId xmlns:a16="http://schemas.microsoft.com/office/drawing/2014/main" id="{60F8987A-9F54-4804-9EC3-17D689A03AFE}"/>
                </a:ext>
              </a:extLst>
            </p:cNvPr>
            <p:cNvSpPr>
              <a:spLocks/>
            </p:cNvSpPr>
            <p:nvPr/>
          </p:nvSpPr>
          <p:spPr bwMode="auto">
            <a:xfrm>
              <a:off x="4592562" y="4658325"/>
              <a:ext cx="412844" cy="587285"/>
            </a:xfrm>
            <a:custGeom>
              <a:avLst/>
              <a:gdLst>
                <a:gd name="T0" fmla="*/ 257 w 1342"/>
                <a:gd name="T1" fmla="*/ 1260 h 1909"/>
                <a:gd name="T2" fmla="*/ 12 w 1342"/>
                <a:gd name="T3" fmla="*/ 1855 h 1909"/>
                <a:gd name="T4" fmla="*/ 12 w 1342"/>
                <a:gd name="T5" fmla="*/ 1897 h 1909"/>
                <a:gd name="T6" fmla="*/ 54 w 1342"/>
                <a:gd name="T7" fmla="*/ 1897 h 1909"/>
                <a:gd name="T8" fmla="*/ 318 w 1342"/>
                <a:gd name="T9" fmla="*/ 1253 h 1909"/>
                <a:gd name="T10" fmla="*/ 339 w 1342"/>
                <a:gd name="T11" fmla="*/ 1059 h 1909"/>
                <a:gd name="T12" fmla="*/ 578 w 1342"/>
                <a:gd name="T13" fmla="*/ 301 h 1909"/>
                <a:gd name="T14" fmla="*/ 1327 w 1342"/>
                <a:gd name="T15" fmla="*/ 62 h 1909"/>
                <a:gd name="T16" fmla="*/ 1338 w 1342"/>
                <a:gd name="T17" fmla="*/ 50 h 1909"/>
                <a:gd name="T18" fmla="*/ 1342 w 1342"/>
                <a:gd name="T19" fmla="*/ 12 h 1909"/>
                <a:gd name="T20" fmla="*/ 1333 w 1342"/>
                <a:gd name="T21" fmla="*/ 2 h 1909"/>
                <a:gd name="T22" fmla="*/ 1295 w 1342"/>
                <a:gd name="T23" fmla="*/ 6 h 1909"/>
                <a:gd name="T24" fmla="*/ 536 w 1342"/>
                <a:gd name="T25" fmla="*/ 259 h 1909"/>
                <a:gd name="T26" fmla="*/ 283 w 1342"/>
                <a:gd name="T27" fmla="*/ 1018 h 1909"/>
                <a:gd name="T28" fmla="*/ 257 w 1342"/>
                <a:gd name="T29" fmla="*/ 1260 h 19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342" h="1909">
                  <a:moveTo>
                    <a:pt x="257" y="1260"/>
                  </a:moveTo>
                  <a:cubicBezTo>
                    <a:pt x="224" y="1496"/>
                    <a:pt x="166" y="1702"/>
                    <a:pt x="12" y="1855"/>
                  </a:cubicBezTo>
                  <a:cubicBezTo>
                    <a:pt x="0" y="1867"/>
                    <a:pt x="0" y="1886"/>
                    <a:pt x="12" y="1897"/>
                  </a:cubicBezTo>
                  <a:cubicBezTo>
                    <a:pt x="24" y="1909"/>
                    <a:pt x="42" y="1909"/>
                    <a:pt x="54" y="1897"/>
                  </a:cubicBezTo>
                  <a:cubicBezTo>
                    <a:pt x="232" y="1718"/>
                    <a:pt x="288" y="1489"/>
                    <a:pt x="318" y="1253"/>
                  </a:cubicBezTo>
                  <a:cubicBezTo>
                    <a:pt x="339" y="1059"/>
                    <a:pt x="339" y="1059"/>
                    <a:pt x="339" y="1059"/>
                  </a:cubicBezTo>
                  <a:cubicBezTo>
                    <a:pt x="365" y="775"/>
                    <a:pt x="394" y="483"/>
                    <a:pt x="578" y="301"/>
                  </a:cubicBezTo>
                  <a:cubicBezTo>
                    <a:pt x="758" y="119"/>
                    <a:pt x="1045" y="88"/>
                    <a:pt x="1327" y="62"/>
                  </a:cubicBezTo>
                  <a:cubicBezTo>
                    <a:pt x="1330" y="62"/>
                    <a:pt x="1337" y="54"/>
                    <a:pt x="1338" y="50"/>
                  </a:cubicBezTo>
                  <a:cubicBezTo>
                    <a:pt x="1339" y="38"/>
                    <a:pt x="1340" y="25"/>
                    <a:pt x="1342" y="12"/>
                  </a:cubicBezTo>
                  <a:cubicBezTo>
                    <a:pt x="1342" y="4"/>
                    <a:pt x="1338" y="0"/>
                    <a:pt x="1333" y="2"/>
                  </a:cubicBezTo>
                  <a:cubicBezTo>
                    <a:pt x="1295" y="6"/>
                    <a:pt x="1295" y="6"/>
                    <a:pt x="1295" y="6"/>
                  </a:cubicBezTo>
                  <a:cubicBezTo>
                    <a:pt x="1021" y="33"/>
                    <a:pt x="737" y="60"/>
                    <a:pt x="536" y="259"/>
                  </a:cubicBezTo>
                  <a:cubicBezTo>
                    <a:pt x="338" y="460"/>
                    <a:pt x="310" y="743"/>
                    <a:pt x="283" y="1018"/>
                  </a:cubicBezTo>
                  <a:lnTo>
                    <a:pt x="257" y="1260"/>
                  </a:ln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277" name="Freeform 8">
              <a:extLst>
                <a:ext uri="{FF2B5EF4-FFF2-40B4-BE49-F238E27FC236}">
                  <a16:creationId xmlns:a16="http://schemas.microsoft.com/office/drawing/2014/main" id="{57AF7F93-038B-44B8-824C-FAAB884B8E54}"/>
                </a:ext>
              </a:extLst>
            </p:cNvPr>
            <p:cNvSpPr>
              <a:spLocks/>
            </p:cNvSpPr>
            <p:nvPr/>
          </p:nvSpPr>
          <p:spPr bwMode="auto">
            <a:xfrm>
              <a:off x="4861783" y="4717635"/>
              <a:ext cx="115712" cy="113968"/>
            </a:xfrm>
            <a:custGeom>
              <a:avLst/>
              <a:gdLst>
                <a:gd name="T0" fmla="*/ 365 w 376"/>
                <a:gd name="T1" fmla="*/ 356 h 371"/>
                <a:gd name="T2" fmla="*/ 372 w 376"/>
                <a:gd name="T3" fmla="*/ 331 h 371"/>
                <a:gd name="T4" fmla="*/ 360 w 376"/>
                <a:gd name="T5" fmla="*/ 294 h 371"/>
                <a:gd name="T6" fmla="*/ 80 w 376"/>
                <a:gd name="T7" fmla="*/ 14 h 371"/>
                <a:gd name="T8" fmla="*/ 44 w 376"/>
                <a:gd name="T9" fmla="*/ 3 h 371"/>
                <a:gd name="T10" fmla="*/ 18 w 376"/>
                <a:gd name="T11" fmla="*/ 11 h 371"/>
                <a:gd name="T12" fmla="*/ 14 w 376"/>
                <a:gd name="T13" fmla="*/ 36 h 371"/>
                <a:gd name="T14" fmla="*/ 336 w 376"/>
                <a:gd name="T15" fmla="*/ 358 h 371"/>
                <a:gd name="T16" fmla="*/ 365 w 376"/>
                <a:gd name="T17" fmla="*/ 356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76" h="371">
                  <a:moveTo>
                    <a:pt x="365" y="356"/>
                  </a:moveTo>
                  <a:cubicBezTo>
                    <a:pt x="367" y="348"/>
                    <a:pt x="370" y="339"/>
                    <a:pt x="372" y="331"/>
                  </a:cubicBezTo>
                  <a:cubicBezTo>
                    <a:pt x="376" y="318"/>
                    <a:pt x="375" y="309"/>
                    <a:pt x="360" y="294"/>
                  </a:cubicBezTo>
                  <a:cubicBezTo>
                    <a:pt x="298" y="232"/>
                    <a:pt x="93" y="27"/>
                    <a:pt x="80" y="14"/>
                  </a:cubicBezTo>
                  <a:cubicBezTo>
                    <a:pt x="65" y="0"/>
                    <a:pt x="51" y="1"/>
                    <a:pt x="44" y="3"/>
                  </a:cubicBezTo>
                  <a:cubicBezTo>
                    <a:pt x="35" y="6"/>
                    <a:pt x="26" y="8"/>
                    <a:pt x="18" y="11"/>
                  </a:cubicBezTo>
                  <a:cubicBezTo>
                    <a:pt x="11" y="14"/>
                    <a:pt x="0" y="23"/>
                    <a:pt x="14" y="36"/>
                  </a:cubicBezTo>
                  <a:cubicBezTo>
                    <a:pt x="26" y="48"/>
                    <a:pt x="263" y="285"/>
                    <a:pt x="336" y="358"/>
                  </a:cubicBezTo>
                  <a:cubicBezTo>
                    <a:pt x="349" y="371"/>
                    <a:pt x="362" y="364"/>
                    <a:pt x="365" y="356"/>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01" name="Freeform 10">
              <a:extLst>
                <a:ext uri="{FF2B5EF4-FFF2-40B4-BE49-F238E27FC236}">
                  <a16:creationId xmlns:a16="http://schemas.microsoft.com/office/drawing/2014/main" id="{03001B73-B64C-4893-A69F-EFF202BB7572}"/>
                </a:ext>
              </a:extLst>
            </p:cNvPr>
            <p:cNvSpPr>
              <a:spLocks/>
            </p:cNvSpPr>
            <p:nvPr/>
          </p:nvSpPr>
          <p:spPr bwMode="auto">
            <a:xfrm>
              <a:off x="4786192" y="4758338"/>
              <a:ext cx="154089" cy="151764"/>
            </a:xfrm>
            <a:custGeom>
              <a:avLst/>
              <a:gdLst>
                <a:gd name="T0" fmla="*/ 475 w 499"/>
                <a:gd name="T1" fmla="*/ 479 h 493"/>
                <a:gd name="T2" fmla="*/ 484 w 499"/>
                <a:gd name="T3" fmla="*/ 469 h 493"/>
                <a:gd name="T4" fmla="*/ 480 w 499"/>
                <a:gd name="T5" fmla="*/ 435 h 493"/>
                <a:gd name="T6" fmla="*/ 58 w 499"/>
                <a:gd name="T7" fmla="*/ 12 h 493"/>
                <a:gd name="T8" fmla="*/ 33 w 499"/>
                <a:gd name="T9" fmla="*/ 5 h 493"/>
                <a:gd name="T10" fmla="*/ 9 w 499"/>
                <a:gd name="T11" fmla="*/ 28 h 493"/>
                <a:gd name="T12" fmla="*/ 13 w 499"/>
                <a:gd name="T13" fmla="*/ 55 h 493"/>
                <a:gd name="T14" fmla="*/ 438 w 499"/>
                <a:gd name="T15" fmla="*/ 480 h 493"/>
                <a:gd name="T16" fmla="*/ 475 w 499"/>
                <a:gd name="T17" fmla="*/ 479 h 4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99" h="493">
                  <a:moveTo>
                    <a:pt x="475" y="479"/>
                  </a:moveTo>
                  <a:cubicBezTo>
                    <a:pt x="478" y="476"/>
                    <a:pt x="481" y="472"/>
                    <a:pt x="484" y="469"/>
                  </a:cubicBezTo>
                  <a:cubicBezTo>
                    <a:pt x="499" y="452"/>
                    <a:pt x="490" y="445"/>
                    <a:pt x="480" y="435"/>
                  </a:cubicBezTo>
                  <a:cubicBezTo>
                    <a:pt x="480" y="435"/>
                    <a:pt x="71" y="24"/>
                    <a:pt x="58" y="12"/>
                  </a:cubicBezTo>
                  <a:cubicBezTo>
                    <a:pt x="45" y="0"/>
                    <a:pt x="36" y="2"/>
                    <a:pt x="33" y="5"/>
                  </a:cubicBezTo>
                  <a:cubicBezTo>
                    <a:pt x="25" y="13"/>
                    <a:pt x="17" y="20"/>
                    <a:pt x="9" y="28"/>
                  </a:cubicBezTo>
                  <a:cubicBezTo>
                    <a:pt x="5" y="32"/>
                    <a:pt x="0" y="41"/>
                    <a:pt x="13" y="55"/>
                  </a:cubicBezTo>
                  <a:cubicBezTo>
                    <a:pt x="26" y="69"/>
                    <a:pt x="438" y="480"/>
                    <a:pt x="438" y="480"/>
                  </a:cubicBezTo>
                  <a:cubicBezTo>
                    <a:pt x="446" y="488"/>
                    <a:pt x="462" y="493"/>
                    <a:pt x="475" y="479"/>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black"/>
                </a:solidFill>
                <a:effectLst/>
                <a:uLnTx/>
                <a:uFillTx/>
                <a:latin typeface="Arial"/>
                <a:ea typeface="微软雅黑"/>
                <a:cs typeface="+mn-cs"/>
              </a:endParaRPr>
            </a:p>
          </p:txBody>
        </p:sp>
        <p:sp>
          <p:nvSpPr>
            <p:cNvPr id="302" name="Freeform 12">
              <a:extLst>
                <a:ext uri="{FF2B5EF4-FFF2-40B4-BE49-F238E27FC236}">
                  <a16:creationId xmlns:a16="http://schemas.microsoft.com/office/drawing/2014/main" id="{AC456319-A2D5-4608-9B61-322799EC8F80}"/>
                </a:ext>
              </a:extLst>
            </p:cNvPr>
            <p:cNvSpPr>
              <a:spLocks/>
            </p:cNvSpPr>
            <p:nvPr/>
          </p:nvSpPr>
          <p:spPr bwMode="auto">
            <a:xfrm>
              <a:off x="4743163" y="4831021"/>
              <a:ext cx="123272" cy="121528"/>
            </a:xfrm>
            <a:custGeom>
              <a:avLst/>
              <a:gdLst>
                <a:gd name="T0" fmla="*/ 355 w 401"/>
                <a:gd name="T1" fmla="*/ 393 h 395"/>
                <a:gd name="T2" fmla="*/ 383 w 401"/>
                <a:gd name="T3" fmla="*/ 383 h 395"/>
                <a:gd name="T4" fmla="*/ 384 w 401"/>
                <a:gd name="T5" fmla="*/ 356 h 395"/>
                <a:gd name="T6" fmla="*/ 40 w 401"/>
                <a:gd name="T7" fmla="*/ 12 h 395"/>
                <a:gd name="T8" fmla="*/ 13 w 401"/>
                <a:gd name="T9" fmla="*/ 12 h 395"/>
                <a:gd name="T10" fmla="*/ 2 w 401"/>
                <a:gd name="T11" fmla="*/ 40 h 395"/>
                <a:gd name="T12" fmla="*/ 11 w 401"/>
                <a:gd name="T13" fmla="*/ 71 h 395"/>
                <a:gd name="T14" fmla="*/ 318 w 401"/>
                <a:gd name="T15" fmla="*/ 378 h 395"/>
                <a:gd name="T16" fmla="*/ 355 w 401"/>
                <a:gd name="T17" fmla="*/ 393 h 3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401" h="395">
                  <a:moveTo>
                    <a:pt x="355" y="393"/>
                  </a:moveTo>
                  <a:cubicBezTo>
                    <a:pt x="365" y="390"/>
                    <a:pt x="374" y="387"/>
                    <a:pt x="383" y="383"/>
                  </a:cubicBezTo>
                  <a:cubicBezTo>
                    <a:pt x="390" y="381"/>
                    <a:pt x="401" y="373"/>
                    <a:pt x="384" y="356"/>
                  </a:cubicBezTo>
                  <a:cubicBezTo>
                    <a:pt x="367" y="339"/>
                    <a:pt x="40" y="12"/>
                    <a:pt x="40" y="12"/>
                  </a:cubicBezTo>
                  <a:cubicBezTo>
                    <a:pt x="31" y="3"/>
                    <a:pt x="17" y="0"/>
                    <a:pt x="13" y="12"/>
                  </a:cubicBezTo>
                  <a:cubicBezTo>
                    <a:pt x="9" y="21"/>
                    <a:pt x="6" y="31"/>
                    <a:pt x="2" y="40"/>
                  </a:cubicBezTo>
                  <a:cubicBezTo>
                    <a:pt x="1" y="46"/>
                    <a:pt x="0" y="59"/>
                    <a:pt x="11" y="71"/>
                  </a:cubicBezTo>
                  <a:cubicBezTo>
                    <a:pt x="20" y="82"/>
                    <a:pt x="248" y="309"/>
                    <a:pt x="318" y="378"/>
                  </a:cubicBezTo>
                  <a:cubicBezTo>
                    <a:pt x="331" y="391"/>
                    <a:pt x="349" y="395"/>
                    <a:pt x="355" y="393"/>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03" name="Freeform 13">
              <a:extLst>
                <a:ext uri="{FF2B5EF4-FFF2-40B4-BE49-F238E27FC236}">
                  <a16:creationId xmlns:a16="http://schemas.microsoft.com/office/drawing/2014/main" id="{E92F6AA5-FCEF-46B4-9A11-2181CF1B59F2}"/>
                </a:ext>
              </a:extLst>
            </p:cNvPr>
            <p:cNvSpPr>
              <a:spLocks/>
            </p:cNvSpPr>
            <p:nvPr/>
          </p:nvSpPr>
          <p:spPr bwMode="auto">
            <a:xfrm>
              <a:off x="5110071" y="4475743"/>
              <a:ext cx="109898" cy="109316"/>
            </a:xfrm>
            <a:custGeom>
              <a:avLst/>
              <a:gdLst>
                <a:gd name="T0" fmla="*/ 356 w 356"/>
                <a:gd name="T1" fmla="*/ 318 h 356"/>
                <a:gd name="T2" fmla="*/ 38 w 356"/>
                <a:gd name="T3" fmla="*/ 0 h 356"/>
                <a:gd name="T4" fmla="*/ 0 w 356"/>
                <a:gd name="T5" fmla="*/ 50 h 356"/>
                <a:gd name="T6" fmla="*/ 306 w 356"/>
                <a:gd name="T7" fmla="*/ 356 h 356"/>
                <a:gd name="T8" fmla="*/ 356 w 356"/>
                <a:gd name="T9" fmla="*/ 318 h 356"/>
              </a:gdLst>
              <a:ahLst/>
              <a:cxnLst>
                <a:cxn ang="0">
                  <a:pos x="T0" y="T1"/>
                </a:cxn>
                <a:cxn ang="0">
                  <a:pos x="T2" y="T3"/>
                </a:cxn>
                <a:cxn ang="0">
                  <a:pos x="T4" y="T5"/>
                </a:cxn>
                <a:cxn ang="0">
                  <a:pos x="T6" y="T7"/>
                </a:cxn>
                <a:cxn ang="0">
                  <a:pos x="T8" y="T9"/>
                </a:cxn>
              </a:cxnLst>
              <a:rect l="0" t="0" r="r" b="b"/>
              <a:pathLst>
                <a:path w="356" h="356">
                  <a:moveTo>
                    <a:pt x="356" y="318"/>
                  </a:moveTo>
                  <a:cubicBezTo>
                    <a:pt x="38" y="0"/>
                    <a:pt x="38" y="0"/>
                    <a:pt x="38" y="0"/>
                  </a:cubicBezTo>
                  <a:cubicBezTo>
                    <a:pt x="24" y="16"/>
                    <a:pt x="12" y="33"/>
                    <a:pt x="0" y="50"/>
                  </a:cubicBezTo>
                  <a:cubicBezTo>
                    <a:pt x="306" y="356"/>
                    <a:pt x="306" y="356"/>
                    <a:pt x="306" y="356"/>
                  </a:cubicBezTo>
                  <a:cubicBezTo>
                    <a:pt x="323" y="345"/>
                    <a:pt x="340" y="332"/>
                    <a:pt x="356" y="318"/>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04" name="Freeform 14">
              <a:extLst>
                <a:ext uri="{FF2B5EF4-FFF2-40B4-BE49-F238E27FC236}">
                  <a16:creationId xmlns:a16="http://schemas.microsoft.com/office/drawing/2014/main" id="{4DCF6D1D-442C-44D4-B4E0-7AC943434423}"/>
                </a:ext>
              </a:extLst>
            </p:cNvPr>
            <p:cNvSpPr>
              <a:spLocks/>
            </p:cNvSpPr>
            <p:nvPr/>
          </p:nvSpPr>
          <p:spPr bwMode="auto">
            <a:xfrm>
              <a:off x="5072857" y="4554823"/>
              <a:ext cx="68032" cy="68032"/>
            </a:xfrm>
            <a:custGeom>
              <a:avLst/>
              <a:gdLst>
                <a:gd name="T0" fmla="*/ 221 w 221"/>
                <a:gd name="T1" fmla="*/ 201 h 221"/>
                <a:gd name="T2" fmla="*/ 20 w 221"/>
                <a:gd name="T3" fmla="*/ 0 h 221"/>
                <a:gd name="T4" fmla="*/ 0 w 221"/>
                <a:gd name="T5" fmla="*/ 68 h 221"/>
                <a:gd name="T6" fmla="*/ 152 w 221"/>
                <a:gd name="T7" fmla="*/ 221 h 221"/>
                <a:gd name="T8" fmla="*/ 221 w 221"/>
                <a:gd name="T9" fmla="*/ 201 h 221"/>
              </a:gdLst>
              <a:ahLst/>
              <a:cxnLst>
                <a:cxn ang="0">
                  <a:pos x="T0" y="T1"/>
                </a:cxn>
                <a:cxn ang="0">
                  <a:pos x="T2" y="T3"/>
                </a:cxn>
                <a:cxn ang="0">
                  <a:pos x="T4" y="T5"/>
                </a:cxn>
                <a:cxn ang="0">
                  <a:pos x="T6" y="T7"/>
                </a:cxn>
                <a:cxn ang="0">
                  <a:pos x="T8" y="T9"/>
                </a:cxn>
              </a:cxnLst>
              <a:rect l="0" t="0" r="r" b="b"/>
              <a:pathLst>
                <a:path w="221" h="221">
                  <a:moveTo>
                    <a:pt x="221" y="201"/>
                  </a:moveTo>
                  <a:cubicBezTo>
                    <a:pt x="20" y="0"/>
                    <a:pt x="20" y="0"/>
                    <a:pt x="20" y="0"/>
                  </a:cubicBezTo>
                  <a:cubicBezTo>
                    <a:pt x="13" y="22"/>
                    <a:pt x="6" y="45"/>
                    <a:pt x="0" y="68"/>
                  </a:cubicBezTo>
                  <a:cubicBezTo>
                    <a:pt x="152" y="221"/>
                    <a:pt x="152" y="221"/>
                    <a:pt x="152" y="221"/>
                  </a:cubicBezTo>
                  <a:cubicBezTo>
                    <a:pt x="176" y="214"/>
                    <a:pt x="199" y="208"/>
                    <a:pt x="221" y="201"/>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13" name="Freeform 15">
              <a:extLst>
                <a:ext uri="{FF2B5EF4-FFF2-40B4-BE49-F238E27FC236}">
                  <a16:creationId xmlns:a16="http://schemas.microsoft.com/office/drawing/2014/main" id="{DABE89D1-9E98-4967-B9B3-FE9754054527}"/>
                </a:ext>
              </a:extLst>
            </p:cNvPr>
            <p:cNvSpPr>
              <a:spLocks/>
            </p:cNvSpPr>
            <p:nvPr/>
          </p:nvSpPr>
          <p:spPr bwMode="auto">
            <a:xfrm>
              <a:off x="4587910" y="5051399"/>
              <a:ext cx="59891" cy="59892"/>
            </a:xfrm>
            <a:custGeom>
              <a:avLst/>
              <a:gdLst>
                <a:gd name="T0" fmla="*/ 181 w 195"/>
                <a:gd name="T1" fmla="*/ 175 h 195"/>
                <a:gd name="T2" fmla="*/ 189 w 195"/>
                <a:gd name="T3" fmla="*/ 145 h 195"/>
                <a:gd name="T4" fmla="*/ 180 w 195"/>
                <a:gd name="T5" fmla="*/ 113 h 195"/>
                <a:gd name="T6" fmla="*/ 82 w 195"/>
                <a:gd name="T7" fmla="*/ 15 h 195"/>
                <a:gd name="T8" fmla="*/ 50 w 195"/>
                <a:gd name="T9" fmla="*/ 2 h 195"/>
                <a:gd name="T10" fmla="*/ 12 w 195"/>
                <a:gd name="T11" fmla="*/ 12 h 195"/>
                <a:gd name="T12" fmla="*/ 10 w 195"/>
                <a:gd name="T13" fmla="*/ 31 h 195"/>
                <a:gd name="T14" fmla="*/ 159 w 195"/>
                <a:gd name="T15" fmla="*/ 180 h 195"/>
                <a:gd name="T16" fmla="*/ 181 w 195"/>
                <a:gd name="T17" fmla="*/ 175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95" h="195">
                  <a:moveTo>
                    <a:pt x="181" y="175"/>
                  </a:moveTo>
                  <a:cubicBezTo>
                    <a:pt x="184" y="165"/>
                    <a:pt x="187" y="155"/>
                    <a:pt x="189" y="145"/>
                  </a:cubicBezTo>
                  <a:cubicBezTo>
                    <a:pt x="191" y="139"/>
                    <a:pt x="195" y="129"/>
                    <a:pt x="180" y="113"/>
                  </a:cubicBezTo>
                  <a:cubicBezTo>
                    <a:pt x="170" y="102"/>
                    <a:pt x="111" y="44"/>
                    <a:pt x="82" y="15"/>
                  </a:cubicBezTo>
                  <a:cubicBezTo>
                    <a:pt x="70" y="3"/>
                    <a:pt x="61" y="0"/>
                    <a:pt x="50" y="2"/>
                  </a:cubicBezTo>
                  <a:cubicBezTo>
                    <a:pt x="37" y="5"/>
                    <a:pt x="24" y="9"/>
                    <a:pt x="12" y="12"/>
                  </a:cubicBezTo>
                  <a:cubicBezTo>
                    <a:pt x="0" y="16"/>
                    <a:pt x="2" y="23"/>
                    <a:pt x="10" y="31"/>
                  </a:cubicBezTo>
                  <a:cubicBezTo>
                    <a:pt x="48" y="68"/>
                    <a:pt x="148" y="167"/>
                    <a:pt x="159" y="180"/>
                  </a:cubicBezTo>
                  <a:cubicBezTo>
                    <a:pt x="172" y="195"/>
                    <a:pt x="179" y="182"/>
                    <a:pt x="181" y="17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14" name="Freeform 16">
              <a:extLst>
                <a:ext uri="{FF2B5EF4-FFF2-40B4-BE49-F238E27FC236}">
                  <a16:creationId xmlns:a16="http://schemas.microsoft.com/office/drawing/2014/main" id="{07C93E33-1BAF-4D79-AA29-96C88E62CA96}"/>
                </a:ext>
              </a:extLst>
            </p:cNvPr>
            <p:cNvSpPr>
              <a:spLocks/>
            </p:cNvSpPr>
            <p:nvPr/>
          </p:nvSpPr>
          <p:spPr bwMode="auto">
            <a:xfrm>
              <a:off x="4505923" y="5086868"/>
              <a:ext cx="105828" cy="105828"/>
            </a:xfrm>
            <a:custGeom>
              <a:avLst/>
              <a:gdLst>
                <a:gd name="T0" fmla="*/ 324 w 344"/>
                <a:gd name="T1" fmla="*/ 335 h 344"/>
                <a:gd name="T2" fmla="*/ 339 w 344"/>
                <a:gd name="T3" fmla="*/ 313 h 344"/>
                <a:gd name="T4" fmla="*/ 335 w 344"/>
                <a:gd name="T5" fmla="*/ 282 h 344"/>
                <a:gd name="T6" fmla="*/ 65 w 344"/>
                <a:gd name="T7" fmla="*/ 12 h 344"/>
                <a:gd name="T8" fmla="*/ 36 w 344"/>
                <a:gd name="T9" fmla="*/ 4 h 344"/>
                <a:gd name="T10" fmla="*/ 12 w 344"/>
                <a:gd name="T11" fmla="*/ 21 h 344"/>
                <a:gd name="T12" fmla="*/ 11 w 344"/>
                <a:gd name="T13" fmla="*/ 46 h 344"/>
                <a:gd name="T14" fmla="*/ 300 w 344"/>
                <a:gd name="T15" fmla="*/ 335 h 344"/>
                <a:gd name="T16" fmla="*/ 324 w 344"/>
                <a:gd name="T17" fmla="*/ 335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44" h="344">
                  <a:moveTo>
                    <a:pt x="324" y="335"/>
                  </a:moveTo>
                  <a:cubicBezTo>
                    <a:pt x="329" y="327"/>
                    <a:pt x="334" y="320"/>
                    <a:pt x="339" y="313"/>
                  </a:cubicBezTo>
                  <a:cubicBezTo>
                    <a:pt x="342" y="307"/>
                    <a:pt x="344" y="291"/>
                    <a:pt x="335" y="282"/>
                  </a:cubicBezTo>
                  <a:cubicBezTo>
                    <a:pt x="279" y="226"/>
                    <a:pt x="77" y="23"/>
                    <a:pt x="65" y="12"/>
                  </a:cubicBezTo>
                  <a:cubicBezTo>
                    <a:pt x="52" y="0"/>
                    <a:pt x="40" y="1"/>
                    <a:pt x="36" y="4"/>
                  </a:cubicBezTo>
                  <a:cubicBezTo>
                    <a:pt x="28" y="10"/>
                    <a:pt x="20" y="15"/>
                    <a:pt x="12" y="21"/>
                  </a:cubicBezTo>
                  <a:cubicBezTo>
                    <a:pt x="7" y="25"/>
                    <a:pt x="0" y="34"/>
                    <a:pt x="11" y="46"/>
                  </a:cubicBezTo>
                  <a:cubicBezTo>
                    <a:pt x="21" y="57"/>
                    <a:pt x="242" y="277"/>
                    <a:pt x="300" y="335"/>
                  </a:cubicBezTo>
                  <a:cubicBezTo>
                    <a:pt x="309" y="344"/>
                    <a:pt x="321" y="339"/>
                    <a:pt x="324" y="335"/>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sp>
          <p:nvSpPr>
            <p:cNvPr id="316" name="Freeform 17">
              <a:extLst>
                <a:ext uri="{FF2B5EF4-FFF2-40B4-BE49-F238E27FC236}">
                  <a16:creationId xmlns:a16="http://schemas.microsoft.com/office/drawing/2014/main" id="{662BC690-1262-470F-A14E-49C35F7D17BC}"/>
                </a:ext>
              </a:extLst>
            </p:cNvPr>
            <p:cNvSpPr>
              <a:spLocks/>
            </p:cNvSpPr>
            <p:nvPr/>
          </p:nvSpPr>
          <p:spPr bwMode="auto">
            <a:xfrm>
              <a:off x="5063553" y="4572849"/>
              <a:ext cx="201770" cy="97687"/>
            </a:xfrm>
            <a:custGeom>
              <a:avLst/>
              <a:gdLst>
                <a:gd name="T0" fmla="*/ 644 w 655"/>
                <a:gd name="T1" fmla="*/ 12 h 317"/>
                <a:gd name="T2" fmla="*/ 602 w 655"/>
                <a:gd name="T3" fmla="*/ 12 h 317"/>
                <a:gd name="T4" fmla="*/ 34 w 655"/>
                <a:gd name="T5" fmla="*/ 253 h 317"/>
                <a:gd name="T6" fmla="*/ 4 w 655"/>
                <a:gd name="T7" fmla="*/ 276 h 317"/>
                <a:gd name="T8" fmla="*/ 2 w 655"/>
                <a:gd name="T9" fmla="*/ 293 h 317"/>
                <a:gd name="T10" fmla="*/ 27 w 655"/>
                <a:gd name="T11" fmla="*/ 314 h 317"/>
                <a:gd name="T12" fmla="*/ 644 w 655"/>
                <a:gd name="T13" fmla="*/ 54 h 317"/>
                <a:gd name="T14" fmla="*/ 644 w 655"/>
                <a:gd name="T15" fmla="*/ 12 h 3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5" h="317">
                  <a:moveTo>
                    <a:pt x="644" y="12"/>
                  </a:moveTo>
                  <a:cubicBezTo>
                    <a:pt x="632" y="0"/>
                    <a:pt x="613" y="0"/>
                    <a:pt x="602" y="12"/>
                  </a:cubicBezTo>
                  <a:cubicBezTo>
                    <a:pt x="454" y="160"/>
                    <a:pt x="258" y="220"/>
                    <a:pt x="34" y="253"/>
                  </a:cubicBezTo>
                  <a:cubicBezTo>
                    <a:pt x="11" y="256"/>
                    <a:pt x="6" y="260"/>
                    <a:pt x="4" y="276"/>
                  </a:cubicBezTo>
                  <a:cubicBezTo>
                    <a:pt x="4" y="282"/>
                    <a:pt x="3" y="288"/>
                    <a:pt x="2" y="293"/>
                  </a:cubicBezTo>
                  <a:cubicBezTo>
                    <a:pt x="0" y="310"/>
                    <a:pt x="8" y="317"/>
                    <a:pt x="27" y="314"/>
                  </a:cubicBezTo>
                  <a:cubicBezTo>
                    <a:pt x="252" y="283"/>
                    <a:pt x="471" y="225"/>
                    <a:pt x="644" y="54"/>
                  </a:cubicBezTo>
                  <a:cubicBezTo>
                    <a:pt x="655" y="42"/>
                    <a:pt x="655" y="23"/>
                    <a:pt x="644" y="12"/>
                  </a:cubicBezTo>
                  <a:close/>
                </a:path>
              </a:pathLst>
            </a:custGeom>
            <a:solidFill>
              <a:schemeClr val="bg1"/>
            </a:solidFill>
            <a:ln w="19050">
              <a:solidFill>
                <a:schemeClr val="bg1"/>
              </a:solidFill>
              <a:round/>
              <a:headEnd/>
              <a:tailEnd/>
            </a:ln>
          </p:spPr>
          <p:txBody>
            <a:bodyPr vert="horz" wrap="square" lIns="91440" tIns="45720" rIns="91440" bIns="45720" numCol="1" anchor="t" anchorCtr="0" compatLnSpc="1">
              <a:prstTxWarp prst="textNoShape">
                <a:avLst/>
              </a:prstTxWarp>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Arial"/>
                <a:ea typeface="微软雅黑"/>
                <a:cs typeface="+mn-cs"/>
              </a:endParaRPr>
            </a:p>
          </p:txBody>
        </p:sp>
      </p:grpSp>
      <p:grpSp>
        <p:nvGrpSpPr>
          <p:cNvPr id="256" name="组合 255">
            <a:extLst>
              <a:ext uri="{FF2B5EF4-FFF2-40B4-BE49-F238E27FC236}">
                <a16:creationId xmlns:a16="http://schemas.microsoft.com/office/drawing/2014/main" id="{4E88A063-A0B1-462A-83EA-FC9DA5A563DE}"/>
              </a:ext>
            </a:extLst>
          </p:cNvPr>
          <p:cNvGrpSpPr/>
          <p:nvPr/>
        </p:nvGrpSpPr>
        <p:grpSpPr>
          <a:xfrm>
            <a:off x="-491832" y="1587"/>
            <a:ext cx="273269" cy="2129816"/>
            <a:chOff x="11681691" y="1513398"/>
            <a:chExt cx="273269" cy="2129816"/>
          </a:xfrm>
        </p:grpSpPr>
        <p:sp>
          <p:nvSpPr>
            <p:cNvPr id="263" name="矩形 262">
              <a:extLst>
                <a:ext uri="{FF2B5EF4-FFF2-40B4-BE49-F238E27FC236}">
                  <a16:creationId xmlns:a16="http://schemas.microsoft.com/office/drawing/2014/main" id="{24ABDF96-4FD4-4E55-8902-A471C95C8C1E}"/>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4" name="矩形 263">
              <a:extLst>
                <a:ext uri="{FF2B5EF4-FFF2-40B4-BE49-F238E27FC236}">
                  <a16:creationId xmlns:a16="http://schemas.microsoft.com/office/drawing/2014/main" id="{5E8CEEC9-3F4F-4027-885C-9B058BFEB59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8" name="矩形 267">
              <a:extLst>
                <a:ext uri="{FF2B5EF4-FFF2-40B4-BE49-F238E27FC236}">
                  <a16:creationId xmlns:a16="http://schemas.microsoft.com/office/drawing/2014/main" id="{EF8BBCAC-E50A-4933-AF14-1C579BFB8863}"/>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8" name="矩形 277">
              <a:extLst>
                <a:ext uri="{FF2B5EF4-FFF2-40B4-BE49-F238E27FC236}">
                  <a16:creationId xmlns:a16="http://schemas.microsoft.com/office/drawing/2014/main" id="{5B421C6C-A1F0-40F5-9C83-50978FE53214}"/>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4" name="矩形 283">
              <a:extLst>
                <a:ext uri="{FF2B5EF4-FFF2-40B4-BE49-F238E27FC236}">
                  <a16:creationId xmlns:a16="http://schemas.microsoft.com/office/drawing/2014/main" id="{792DA271-513A-4521-8C59-E9ECAFD880B4}"/>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2" name="矩形 291">
              <a:extLst>
                <a:ext uri="{FF2B5EF4-FFF2-40B4-BE49-F238E27FC236}">
                  <a16:creationId xmlns:a16="http://schemas.microsoft.com/office/drawing/2014/main" id="{F1BAD111-38D7-401A-BB97-14CEB83F71D5}"/>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0" name="矩形 299">
              <a:extLst>
                <a:ext uri="{FF2B5EF4-FFF2-40B4-BE49-F238E27FC236}">
                  <a16:creationId xmlns:a16="http://schemas.microsoft.com/office/drawing/2014/main" id="{25A231EB-A5E5-4A75-9C07-780D9F7F9AE9}"/>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428622940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06D204E-7D15-4C8C-9344-6E0F41DD3697}"/>
              </a:ext>
            </a:extLst>
          </p:cNvPr>
          <p:cNvSpPr>
            <a:spLocks noGrp="1"/>
          </p:cNvSpPr>
          <p:nvPr>
            <p:ph type="title"/>
          </p:nvPr>
        </p:nvSpPr>
        <p:spPr/>
        <p:txBody>
          <a:bodyPr/>
          <a:lstStyle/>
          <a:p>
            <a:endParaRPr lang="zh-CN" altLang="en-US"/>
          </a:p>
        </p:txBody>
      </p:sp>
      <p:grpSp>
        <p:nvGrpSpPr>
          <p:cNvPr id="4" name="组合 3">
            <a:extLst>
              <a:ext uri="{FF2B5EF4-FFF2-40B4-BE49-F238E27FC236}">
                <a16:creationId xmlns:a16="http://schemas.microsoft.com/office/drawing/2014/main" id="{57F2B818-C7BB-47FA-ABA5-06D7A9635856}"/>
              </a:ext>
            </a:extLst>
          </p:cNvPr>
          <p:cNvGrpSpPr/>
          <p:nvPr/>
        </p:nvGrpSpPr>
        <p:grpSpPr>
          <a:xfrm>
            <a:off x="-491832" y="1587"/>
            <a:ext cx="273269" cy="2129816"/>
            <a:chOff x="11681691" y="1513398"/>
            <a:chExt cx="273269" cy="2129816"/>
          </a:xfrm>
        </p:grpSpPr>
        <p:sp>
          <p:nvSpPr>
            <p:cNvPr id="5" name="矩形 4">
              <a:extLst>
                <a:ext uri="{FF2B5EF4-FFF2-40B4-BE49-F238E27FC236}">
                  <a16:creationId xmlns:a16="http://schemas.microsoft.com/office/drawing/2014/main" id="{2F552480-848C-460F-8F3F-430194EBF387}"/>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6EBDB37E-23F9-45DB-9688-75C53FE17232}"/>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2FEB4C62-7177-451D-912A-42A4E9B1DCB2}"/>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43D1C513-9FE4-4B45-8913-75723E5667A9}"/>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40313F67-4A11-44BB-8D31-958D85B359A5}"/>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8D9A88FA-C47D-4F31-88D5-CA9886C86A7D}"/>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9EA2FBB2-51EA-4FE1-9B53-5A764431AF5B}"/>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152619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99B3CD1-EE34-4F37-B42E-7B441DE0DB91}"/>
              </a:ext>
            </a:extLst>
          </p:cNvPr>
          <p:cNvSpPr>
            <a:spLocks noGrp="1"/>
          </p:cNvSpPr>
          <p:nvPr>
            <p:ph type="title"/>
          </p:nvPr>
        </p:nvSpPr>
        <p:spPr/>
        <p:txBody>
          <a:bodyPr/>
          <a:lstStyle/>
          <a:p>
            <a:endParaRPr lang="zh-CN" altLang="en-US"/>
          </a:p>
        </p:txBody>
      </p:sp>
      <p:grpSp>
        <p:nvGrpSpPr>
          <p:cNvPr id="4" name="组合 3">
            <a:extLst>
              <a:ext uri="{FF2B5EF4-FFF2-40B4-BE49-F238E27FC236}">
                <a16:creationId xmlns:a16="http://schemas.microsoft.com/office/drawing/2014/main" id="{C0D34240-83EA-4E4B-A20B-953F98627ADD}"/>
              </a:ext>
            </a:extLst>
          </p:cNvPr>
          <p:cNvGrpSpPr/>
          <p:nvPr/>
        </p:nvGrpSpPr>
        <p:grpSpPr>
          <a:xfrm>
            <a:off x="-491832" y="1587"/>
            <a:ext cx="273269" cy="2129816"/>
            <a:chOff x="11681691" y="1513398"/>
            <a:chExt cx="273269" cy="2129816"/>
          </a:xfrm>
        </p:grpSpPr>
        <p:sp>
          <p:nvSpPr>
            <p:cNvPr id="5" name="矩形 4">
              <a:extLst>
                <a:ext uri="{FF2B5EF4-FFF2-40B4-BE49-F238E27FC236}">
                  <a16:creationId xmlns:a16="http://schemas.microsoft.com/office/drawing/2014/main" id="{842B27F6-F4EC-441C-9BCD-C894FDCFFB8F}"/>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00C5C2F2-B9AF-4916-8BED-EB1A28E5434A}"/>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80FBD709-1764-461A-8CC1-19D9F6EF67D7}"/>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D24097F1-C1D8-4457-9AD3-861D815F376B}"/>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E3625E1D-7F7B-4EB2-95C8-A88EA3C83436}"/>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99115713-EDFC-4DB8-B882-CDF5B32D5ECA}"/>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BDFD2559-188A-4065-85A9-23F1AF249114}"/>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8462938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304AA86-83D7-4479-9878-8168A1B103B4}"/>
              </a:ext>
            </a:extLst>
          </p:cNvPr>
          <p:cNvSpPr>
            <a:spLocks noGrp="1"/>
          </p:cNvSpPr>
          <p:nvPr>
            <p:ph type="title"/>
          </p:nvPr>
        </p:nvSpPr>
        <p:spPr/>
        <p:txBody>
          <a:bodyPr/>
          <a:lstStyle/>
          <a:p>
            <a:endParaRPr lang="zh-CN" altLang="en-US"/>
          </a:p>
        </p:txBody>
      </p:sp>
      <p:grpSp>
        <p:nvGrpSpPr>
          <p:cNvPr id="4" name="组合 3">
            <a:extLst>
              <a:ext uri="{FF2B5EF4-FFF2-40B4-BE49-F238E27FC236}">
                <a16:creationId xmlns:a16="http://schemas.microsoft.com/office/drawing/2014/main" id="{FD33B6CB-0864-4B72-9954-386FD0699D74}"/>
              </a:ext>
            </a:extLst>
          </p:cNvPr>
          <p:cNvGrpSpPr/>
          <p:nvPr/>
        </p:nvGrpSpPr>
        <p:grpSpPr>
          <a:xfrm>
            <a:off x="-491832" y="1587"/>
            <a:ext cx="273269" cy="2129816"/>
            <a:chOff x="11681691" y="1513398"/>
            <a:chExt cx="273269" cy="2129816"/>
          </a:xfrm>
        </p:grpSpPr>
        <p:sp>
          <p:nvSpPr>
            <p:cNvPr id="5" name="矩形 4">
              <a:extLst>
                <a:ext uri="{FF2B5EF4-FFF2-40B4-BE49-F238E27FC236}">
                  <a16:creationId xmlns:a16="http://schemas.microsoft.com/office/drawing/2014/main" id="{EBB182F3-6266-497B-913B-A002B3B3D079}"/>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8F28063D-9873-407D-B8D4-DDB6A4737A19}"/>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9C05EDC9-9BAF-4D15-9CE1-702C123CCCCA}"/>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AE3292E8-64D1-4941-B132-47D1FF8B7BDD}"/>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BB03316A-F549-4E9C-9D4F-F8ABB5E940AC}"/>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1F8C4DF3-F34F-4514-B429-BE7859857461}"/>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D0190DEA-B92D-4815-BAF5-54BE612BBAA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168629492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3873D4-46D4-4A59-8912-665427E765BC}"/>
              </a:ext>
            </a:extLst>
          </p:cNvPr>
          <p:cNvSpPr>
            <a:spLocks noGrp="1"/>
          </p:cNvSpPr>
          <p:nvPr>
            <p:ph type="title"/>
          </p:nvPr>
        </p:nvSpPr>
        <p:spPr/>
        <p:txBody>
          <a:bodyPr/>
          <a:lstStyle/>
          <a:p>
            <a:endParaRPr lang="zh-CN" altLang="en-US"/>
          </a:p>
        </p:txBody>
      </p:sp>
      <p:grpSp>
        <p:nvGrpSpPr>
          <p:cNvPr id="3" name="组合 2">
            <a:extLst>
              <a:ext uri="{FF2B5EF4-FFF2-40B4-BE49-F238E27FC236}">
                <a16:creationId xmlns:a16="http://schemas.microsoft.com/office/drawing/2014/main" id="{4246EA01-EE98-432D-A8C2-9ED40BDBF964}"/>
              </a:ext>
            </a:extLst>
          </p:cNvPr>
          <p:cNvGrpSpPr/>
          <p:nvPr/>
        </p:nvGrpSpPr>
        <p:grpSpPr>
          <a:xfrm>
            <a:off x="-491832" y="1587"/>
            <a:ext cx="273269" cy="2129816"/>
            <a:chOff x="11681691" y="1513398"/>
            <a:chExt cx="273269" cy="2129816"/>
          </a:xfrm>
        </p:grpSpPr>
        <p:sp>
          <p:nvSpPr>
            <p:cNvPr id="4" name="矩形 3">
              <a:extLst>
                <a:ext uri="{FF2B5EF4-FFF2-40B4-BE49-F238E27FC236}">
                  <a16:creationId xmlns:a16="http://schemas.microsoft.com/office/drawing/2014/main" id="{670AFF52-F232-4707-86C1-872BA7245723}"/>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49B2234C-CB20-4991-B45D-697725841413}"/>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AAB556FC-322A-4949-AA9D-2DD91C9B6B47}"/>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21C0B488-9462-444B-9D64-FE14F89FB6CD}"/>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C375329F-5EA2-4606-B9C8-15798718C4B0}"/>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F2559F0A-4653-4CFA-9269-36599D8438B0}"/>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D90814B5-3C91-4F4C-A2F9-68C33A22B8DE}"/>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59651121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2">
            <a:extLst>
              <a:ext uri="{FF2B5EF4-FFF2-40B4-BE49-F238E27FC236}">
                <a16:creationId xmlns:a16="http://schemas.microsoft.com/office/drawing/2014/main" id="{28DCD09D-1695-4384-8556-F83B407AF80A}"/>
              </a:ext>
            </a:extLst>
          </p:cNvPr>
          <p:cNvSpPr txBox="1">
            <a:spLocks/>
          </p:cNvSpPr>
          <p:nvPr/>
        </p:nvSpPr>
        <p:spPr>
          <a:xfrm>
            <a:off x="5804180" y="2881735"/>
            <a:ext cx="2079531" cy="881443"/>
          </a:xfrm>
          <a:prstGeom prst="rect">
            <a:avLst/>
          </a:prstGeom>
        </p:spPr>
        <p:txBody>
          <a:bodyPr vert="horz" lIns="91440" tIns="45720" rIns="91440" bIns="45720" rtlCol="0" anchor="ctr"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lnSpc>
                <a:spcPct val="100000"/>
              </a:lnSpc>
            </a:pPr>
            <a:r>
              <a:rPr lang="zh-CN" altLang="en-US" sz="4800" b="1" spc="400" dirty="0">
                <a:solidFill>
                  <a:schemeClr val="tx1">
                    <a:lumMod val="75000"/>
                    <a:lumOff val="25000"/>
                  </a:schemeClr>
                </a:solidFill>
                <a:latin typeface="微软雅黑" panose="020B0503020204020204" pitchFamily="34" charset="-122"/>
                <a:ea typeface="微软雅黑" panose="020B0503020204020204" pitchFamily="34" charset="-122"/>
              </a:rPr>
              <a:t>谢谢！</a:t>
            </a:r>
          </a:p>
        </p:txBody>
      </p:sp>
      <p:pic>
        <p:nvPicPr>
          <p:cNvPr id="47" name="图片 46">
            <a:extLst>
              <a:ext uri="{FF2B5EF4-FFF2-40B4-BE49-F238E27FC236}">
                <a16:creationId xmlns:a16="http://schemas.microsoft.com/office/drawing/2014/main" id="{F68292ED-0F50-44C6-84F5-A4DA74EF90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60977" y="2881735"/>
            <a:ext cx="2079531" cy="1094530"/>
          </a:xfrm>
          <a:prstGeom prst="rect">
            <a:avLst/>
          </a:prstGeom>
        </p:spPr>
      </p:pic>
      <p:grpSp>
        <p:nvGrpSpPr>
          <p:cNvPr id="4" name="组合 3">
            <a:extLst>
              <a:ext uri="{FF2B5EF4-FFF2-40B4-BE49-F238E27FC236}">
                <a16:creationId xmlns:a16="http://schemas.microsoft.com/office/drawing/2014/main" id="{3494077B-6163-4802-AC85-F7B1A5653099}"/>
              </a:ext>
            </a:extLst>
          </p:cNvPr>
          <p:cNvGrpSpPr/>
          <p:nvPr/>
        </p:nvGrpSpPr>
        <p:grpSpPr>
          <a:xfrm>
            <a:off x="-491832" y="1587"/>
            <a:ext cx="273269" cy="2129816"/>
            <a:chOff x="11681691" y="1513398"/>
            <a:chExt cx="273269" cy="2129816"/>
          </a:xfrm>
        </p:grpSpPr>
        <p:sp>
          <p:nvSpPr>
            <p:cNvPr id="5" name="矩形 4">
              <a:extLst>
                <a:ext uri="{FF2B5EF4-FFF2-40B4-BE49-F238E27FC236}">
                  <a16:creationId xmlns:a16="http://schemas.microsoft.com/office/drawing/2014/main" id="{42D88C4F-D727-44AA-881F-736DD2583B14}"/>
                </a:ext>
              </a:extLst>
            </p:cNvPr>
            <p:cNvSpPr/>
            <p:nvPr/>
          </p:nvSpPr>
          <p:spPr>
            <a:xfrm>
              <a:off x="11681691" y="1513398"/>
              <a:ext cx="273269" cy="25224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FA2A453E-0277-4310-BDEC-7B0DD7EDED1D}"/>
                </a:ext>
              </a:extLst>
            </p:cNvPr>
            <p:cNvSpPr/>
            <p:nvPr/>
          </p:nvSpPr>
          <p:spPr>
            <a:xfrm>
              <a:off x="11681691" y="1826326"/>
              <a:ext cx="273269" cy="25224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E09C9AC5-6862-4396-8B9D-DBAE8E3341AE}"/>
                </a:ext>
              </a:extLst>
            </p:cNvPr>
            <p:cNvSpPr/>
            <p:nvPr/>
          </p:nvSpPr>
          <p:spPr>
            <a:xfrm>
              <a:off x="11681691" y="2139254"/>
              <a:ext cx="273269" cy="25224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a:extLst>
                <a:ext uri="{FF2B5EF4-FFF2-40B4-BE49-F238E27FC236}">
                  <a16:creationId xmlns:a16="http://schemas.microsoft.com/office/drawing/2014/main" id="{70B7A37A-4C35-44FE-A0CA-90E63304FDB2}"/>
                </a:ext>
              </a:extLst>
            </p:cNvPr>
            <p:cNvSpPr/>
            <p:nvPr/>
          </p:nvSpPr>
          <p:spPr>
            <a:xfrm>
              <a:off x="11681691" y="2452182"/>
              <a:ext cx="273269" cy="252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a:extLst>
                <a:ext uri="{FF2B5EF4-FFF2-40B4-BE49-F238E27FC236}">
                  <a16:creationId xmlns:a16="http://schemas.microsoft.com/office/drawing/2014/main" id="{A3A19D94-E60D-4315-B697-726D387EAC28}"/>
                </a:ext>
              </a:extLst>
            </p:cNvPr>
            <p:cNvSpPr/>
            <p:nvPr/>
          </p:nvSpPr>
          <p:spPr>
            <a:xfrm>
              <a:off x="11681691" y="2765110"/>
              <a:ext cx="273269" cy="2522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5A79CD03-998A-42BA-9545-5A57BE645994}"/>
                </a:ext>
              </a:extLst>
            </p:cNvPr>
            <p:cNvSpPr/>
            <p:nvPr/>
          </p:nvSpPr>
          <p:spPr>
            <a:xfrm>
              <a:off x="11681691" y="3078038"/>
              <a:ext cx="273269" cy="25224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ADF222F6-209C-4F28-B104-E6E4F8C7413A}"/>
                </a:ext>
              </a:extLst>
            </p:cNvPr>
            <p:cNvSpPr/>
            <p:nvPr/>
          </p:nvSpPr>
          <p:spPr>
            <a:xfrm>
              <a:off x="11681691" y="3390966"/>
              <a:ext cx="273269" cy="252248"/>
            </a:xfrm>
            <a:prstGeom prst="rect">
              <a:avLst/>
            </a:prstGeom>
            <a:solidFill>
              <a:srgbClr val="D71B1B"/>
            </a:solidFill>
            <a:ln>
              <a:solidFill>
                <a:srgbClr val="D01A1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rgbClr val="C00000"/>
                </a:solidFill>
              </a:endParaRPr>
            </a:p>
          </p:txBody>
        </p:sp>
      </p:grpSp>
    </p:spTree>
    <p:extLst>
      <p:ext uri="{BB962C8B-B14F-4D97-AF65-F5344CB8AC3E}">
        <p14:creationId xmlns:p14="http://schemas.microsoft.com/office/powerpoint/2010/main" val="3305806905"/>
      </p:ext>
    </p:extLst>
  </p:cSld>
  <p:clrMapOvr>
    <a:masterClrMapping/>
  </p:clrMapOvr>
</p:sld>
</file>

<file path=ppt/slides/vr_business_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R001 年度任务甘特图（结构示例）</a:t>
            </a:r>
          </a:p>
        </p:txBody>
      </p:sp>
      <p:graphicFrame>
        <p:nvGraphicFramePr>
          <p:cNvPr id="101" name="Table 2">
            <a:extLst>
              <a:ext uri="{FF2B5EF4-FFF2-40B4-BE49-F238E27FC236}">
                <a16:creationId xmlns:a16="http://schemas.microsoft.com/office/drawing/2014/main" id="{639BE97F-7C59-4C69-C706-FE437642924B}"/>
              </a:ext>
            </a:extLst>
          </p:cNvPr>
          <p:cNvGraphicFramePr>
            <a:graphicFrameLocks noGrp="1"/>
          </p:cNvGraphicFramePr>
          <p:nvPr>
            <p:extLst>
              <p:ext uri="{D42A27DB-BD31-4B8C-83A1-F6EECF244321}">
                <p14:modId xmlns:p14="http://schemas.microsoft.com/office/powerpoint/2010/main" val="62817807"/>
              </p:ext>
            </p:extLst>
          </p:nvPr>
        </p:nvGraphicFramePr>
        <p:xfrm>
          <a:off x="793070" y="1238250"/>
          <a:ext cx="10605859" cy="5029200"/>
        </p:xfrm>
        <a:graphic>
          <a:graphicData uri="http://schemas.openxmlformats.org/drawingml/2006/table">
            <a:tbl>
              <a:tblPr firstRow="1" bandRow="1">
                <a:tableStyleId>{68D230F3-CF80-4859-8CE7-A43EE81993B5}</a:tableStyleId>
              </a:tblPr>
              <a:tblGrid>
                <a:gridCol w="1782689">
                  <a:extLst>
                    <a:ext uri="{9D8B030D-6E8A-4147-A177-3AD203B41FA5}">
                      <a16:colId xmlns:a16="http://schemas.microsoft.com/office/drawing/2014/main" val="3611461985"/>
                    </a:ext>
                  </a:extLst>
                </a:gridCol>
                <a:gridCol w="735264">
                  <a:extLst>
                    <a:ext uri="{9D8B030D-6E8A-4147-A177-3AD203B41FA5}">
                      <a16:colId xmlns:a16="http://schemas.microsoft.com/office/drawing/2014/main" val="2028836223"/>
                    </a:ext>
                  </a:extLst>
                </a:gridCol>
                <a:gridCol w="735264">
                  <a:extLst>
                    <a:ext uri="{9D8B030D-6E8A-4147-A177-3AD203B41FA5}">
                      <a16:colId xmlns:a16="http://schemas.microsoft.com/office/drawing/2014/main" val="1020637068"/>
                    </a:ext>
                  </a:extLst>
                </a:gridCol>
                <a:gridCol w="735264">
                  <a:extLst>
                    <a:ext uri="{9D8B030D-6E8A-4147-A177-3AD203B41FA5}">
                      <a16:colId xmlns:a16="http://schemas.microsoft.com/office/drawing/2014/main" val="2123487980"/>
                    </a:ext>
                  </a:extLst>
                </a:gridCol>
                <a:gridCol w="735264">
                  <a:extLst>
                    <a:ext uri="{9D8B030D-6E8A-4147-A177-3AD203B41FA5}">
                      <a16:colId xmlns:a16="http://schemas.microsoft.com/office/drawing/2014/main" val="872090345"/>
                    </a:ext>
                  </a:extLst>
                </a:gridCol>
                <a:gridCol w="735264">
                  <a:extLst>
                    <a:ext uri="{9D8B030D-6E8A-4147-A177-3AD203B41FA5}">
                      <a16:colId xmlns:a16="http://schemas.microsoft.com/office/drawing/2014/main" val="2468021825"/>
                    </a:ext>
                  </a:extLst>
                </a:gridCol>
                <a:gridCol w="735264">
                  <a:extLst>
                    <a:ext uri="{9D8B030D-6E8A-4147-A177-3AD203B41FA5}">
                      <a16:colId xmlns:a16="http://schemas.microsoft.com/office/drawing/2014/main" val="223209771"/>
                    </a:ext>
                  </a:extLst>
                </a:gridCol>
                <a:gridCol w="735264">
                  <a:extLst>
                    <a:ext uri="{9D8B030D-6E8A-4147-A177-3AD203B41FA5}">
                      <a16:colId xmlns:a16="http://schemas.microsoft.com/office/drawing/2014/main" val="2286554229"/>
                    </a:ext>
                  </a:extLst>
                </a:gridCol>
                <a:gridCol w="735264">
                  <a:extLst>
                    <a:ext uri="{9D8B030D-6E8A-4147-A177-3AD203B41FA5}">
                      <a16:colId xmlns:a16="http://schemas.microsoft.com/office/drawing/2014/main" val="908572416"/>
                    </a:ext>
                  </a:extLst>
                </a:gridCol>
                <a:gridCol w="735264">
                  <a:extLst>
                    <a:ext uri="{9D8B030D-6E8A-4147-A177-3AD203B41FA5}">
                      <a16:colId xmlns:a16="http://schemas.microsoft.com/office/drawing/2014/main" val="1167978337"/>
                    </a:ext>
                  </a:extLst>
                </a:gridCol>
                <a:gridCol w="735264">
                  <a:extLst>
                    <a:ext uri="{9D8B030D-6E8A-4147-A177-3AD203B41FA5}">
                      <a16:colId xmlns:a16="http://schemas.microsoft.com/office/drawing/2014/main" val="3463849895"/>
                    </a:ext>
                  </a:extLst>
                </a:gridCol>
                <a:gridCol w="735264">
                  <a:extLst>
                    <a:ext uri="{9D8B030D-6E8A-4147-A177-3AD203B41FA5}">
                      <a16:colId xmlns:a16="http://schemas.microsoft.com/office/drawing/2014/main" val="4024176771"/>
                    </a:ext>
                  </a:extLst>
                </a:gridCol>
                <a:gridCol w="735264">
                  <a:extLst>
                    <a:ext uri="{9D8B030D-6E8A-4147-A177-3AD203B41FA5}">
                      <a16:colId xmlns:a16="http://schemas.microsoft.com/office/drawing/2014/main" val="677546083"/>
                    </a:ext>
                  </a:extLst>
                </a:gridCol>
              </a:tblGrid>
              <a:tr h="539857">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1</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2</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3</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4</a:t>
                      </a:r>
                      <a:r>
                        <a:rPr lang="en-US" sz="1316" dirty="0">
                          <a:solidFill>
                            <a:srgbClr val="FFFFFF"/>
                          </a:solidFill>
                          <a:latin typeface="微软雅黑" panose="020B0503020204020204" pitchFamily="34" charset="-122"/>
                          <a:ea typeface="微软雅黑" panose="020B0503020204020204" pitchFamily="34" charset="-122"/>
                        </a:rPr>
                        <a:t>月</a:t>
                      </a: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5</a:t>
                      </a:r>
                      <a:r>
                        <a:rPr lang="en-US" sz="1316" dirty="0">
                          <a:solidFill>
                            <a:srgbClr val="FFFFFF"/>
                          </a:solidFill>
                          <a:latin typeface="微软雅黑" panose="020B0503020204020204" pitchFamily="34" charset="-122"/>
                          <a:ea typeface="微软雅黑" panose="020B0503020204020204" pitchFamily="34" charset="-122"/>
                        </a:rPr>
                        <a:t>月</a:t>
                      </a: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6</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7</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8</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9</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10</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11</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rgbClr val="336699"/>
                    </a:solidFill>
                  </a:tcPr>
                </a:tc>
                <a:tc>
                  <a:txBody>
                    <a:bodyPr/>
                    <a:lstStyle/>
                    <a:p>
                      <a:pPr algn="ctr"/>
                      <a:r>
                        <a:rPr lang="en-US" altLang="zh-CN" sz="1316" dirty="0">
                          <a:solidFill>
                            <a:srgbClr val="FFFFFF"/>
                          </a:solidFill>
                          <a:latin typeface="微软雅黑" panose="020B0503020204020204" pitchFamily="34" charset="-122"/>
                          <a:ea typeface="微软雅黑" panose="020B0503020204020204" pitchFamily="34" charset="-122"/>
                        </a:rPr>
                        <a:t>12</a:t>
                      </a:r>
                      <a:r>
                        <a:rPr lang="zh-CN" altLang="en-US" sz="1316" dirty="0">
                          <a:solidFill>
                            <a:srgbClr val="FFFFFF"/>
                          </a:solidFill>
                          <a:latin typeface="微软雅黑" panose="020B0503020204020204" pitchFamily="34" charset="-122"/>
                          <a:ea typeface="微软雅黑" panose="020B0503020204020204" pitchFamily="34" charset="-122"/>
                        </a:rPr>
                        <a:t>月</a:t>
                      </a:r>
                      <a:endParaRPr lang="en-US" altLang="zh-CN" sz="1316" dirty="0">
                        <a:solidFill>
                          <a:srgbClr val="FFFFFF"/>
                        </a:solidFill>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w="12700" cmpd="sng">
                      <a:noFill/>
                    </a:lnT>
                    <a:lnB w="12700" cmpd="sng">
                      <a:noFill/>
                    </a:lnB>
                    <a:lnTlToBr w="12700" cmpd="sng">
                      <a:noFill/>
                      <a:prstDash val="solid"/>
                    </a:lnTlToBr>
                    <a:lnBlToTr w="12700" cmpd="sng">
                      <a:noFill/>
                      <a:prstDash val="solid"/>
                    </a:lnBlToTr>
                    <a:solidFill>
                      <a:srgbClr val="336699"/>
                    </a:solidFill>
                  </a:tcPr>
                </a:tc>
                <a:extLst>
                  <a:ext uri="{0D108BD9-81ED-4DB2-BD59-A6C34878D82A}">
                    <a16:rowId xmlns:a16="http://schemas.microsoft.com/office/drawing/2014/main" val="2197699740"/>
                  </a:ext>
                </a:extLst>
              </a:tr>
              <a:tr h="539857">
                <a:tc>
                  <a:txBody>
                    <a:bodyPr/>
                    <a:lstStyle/>
                    <a:p>
                      <a:pPr algn="ctr"/>
                      <a:r>
                        <a:rPr lang="zh-CN" altLang="en-US" sz="1316" b="1" cap="all" baseline="0" dirty="0">
                          <a:solidFill>
                            <a:srgbClr val="336699"/>
                          </a:solidFill>
                          <a:latin typeface="微软雅黑" panose="020B0503020204020204" pitchFamily="34" charset="-122"/>
                          <a:ea typeface="微软雅黑" panose="020B0503020204020204" pitchFamily="34" charset="-122"/>
                        </a:rPr>
                        <a:t>项目计划</a:t>
                      </a:r>
                      <a:endParaRPr lang="en-US" sz="1316" b="1" cap="all" baseline="0"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w="12700" cmpd="sng">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w="12700" cmpd="sng">
                      <a:noFill/>
                    </a:lnT>
                    <a:lnB>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175760656"/>
                  </a:ext>
                </a:extLst>
              </a:tr>
              <a:tr h="340963">
                <a:tc>
                  <a:txBody>
                    <a:bodyPr/>
                    <a:lstStyle/>
                    <a:p>
                      <a:pPr algn="ctr"/>
                      <a:r>
                        <a:rPr lang="zh-CN" altLang="en-US" sz="1316" dirty="0">
                          <a:solidFill>
                            <a:srgbClr val="336699"/>
                          </a:solidFill>
                          <a:latin typeface="微软雅黑" panose="020B0503020204020204" pitchFamily="34" charset="-122"/>
                          <a:ea typeface="微软雅黑" panose="020B0503020204020204" pitchFamily="34" charset="-122"/>
                        </a:rPr>
                        <a:t>市场研究</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80694732"/>
                  </a:ext>
                </a:extLst>
              </a:tr>
              <a:tr h="48303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316" b="1" dirty="0">
                          <a:solidFill>
                            <a:srgbClr val="336699"/>
                          </a:solidFill>
                          <a:latin typeface="微软雅黑" panose="020B0503020204020204" pitchFamily="34" charset="-122"/>
                          <a:ea typeface="微软雅黑" panose="020B0503020204020204" pitchFamily="34" charset="-122"/>
                        </a:rPr>
                        <a:t>项目范围界定</a:t>
                      </a:r>
                      <a:endParaRPr lang="en-US" sz="1316" b="1"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2859553436"/>
                  </a:ext>
                </a:extLst>
              </a:tr>
              <a:tr h="34096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316" dirty="0">
                          <a:solidFill>
                            <a:srgbClr val="336699"/>
                          </a:solidFill>
                          <a:latin typeface="微软雅黑" panose="020B0503020204020204" pitchFamily="34" charset="-122"/>
                          <a:ea typeface="微软雅黑" panose="020B0503020204020204" pitchFamily="34" charset="-122"/>
                        </a:rPr>
                        <a:t>资源分配</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332017921"/>
                  </a:ext>
                </a:extLst>
              </a:tr>
              <a:tr h="539857">
                <a:tc>
                  <a:txBody>
                    <a:bodyPr/>
                    <a:lstStyle/>
                    <a:p>
                      <a:pPr algn="ctr"/>
                      <a:r>
                        <a:rPr lang="zh-CN" altLang="en-US" sz="1316" b="1" cap="all" baseline="0" dirty="0">
                          <a:solidFill>
                            <a:srgbClr val="336699"/>
                          </a:solidFill>
                          <a:latin typeface="微软雅黑" panose="020B0503020204020204" pitchFamily="34" charset="-122"/>
                          <a:ea typeface="微软雅黑" panose="020B0503020204020204" pitchFamily="34" charset="-122"/>
                        </a:rPr>
                        <a:t>项目启动</a:t>
                      </a:r>
                      <a:endParaRPr lang="en-US" sz="1316" b="1" cap="all" baseline="0"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1838814538"/>
                  </a:ext>
                </a:extLst>
              </a:tr>
              <a:tr h="340963">
                <a:tc>
                  <a:txBody>
                    <a:bodyPr/>
                    <a:lstStyle/>
                    <a:p>
                      <a:pPr algn="ctr"/>
                      <a:r>
                        <a:rPr lang="zh-CN" altLang="en-US" sz="1316" dirty="0">
                          <a:solidFill>
                            <a:srgbClr val="336699"/>
                          </a:solidFill>
                          <a:latin typeface="微软雅黑" panose="020B0503020204020204" pitchFamily="34" charset="-122"/>
                          <a:ea typeface="微软雅黑" panose="020B0503020204020204" pitchFamily="34" charset="-122"/>
                        </a:rPr>
                        <a:t>开发阶段</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198683174"/>
                  </a:ext>
                </a:extLst>
              </a:tr>
              <a:tr h="340963">
                <a:tc>
                  <a:txBody>
                    <a:bodyPr/>
                    <a:lstStyle/>
                    <a:p>
                      <a:pPr algn="ctr"/>
                      <a:r>
                        <a:rPr lang="en-US" sz="1316" dirty="0" err="1">
                          <a:solidFill>
                            <a:srgbClr val="336699"/>
                          </a:solidFill>
                          <a:latin typeface="微软雅黑" panose="020B0503020204020204" pitchFamily="34" charset="-122"/>
                          <a:ea typeface="微软雅黑" panose="020B0503020204020204" pitchFamily="34" charset="-122"/>
                        </a:rPr>
                        <a:t>产品品控</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1400899692"/>
                  </a:ext>
                </a:extLst>
              </a:tr>
              <a:tr h="340963">
                <a:tc>
                  <a:txBody>
                    <a:bodyPr/>
                    <a:lstStyle/>
                    <a:p>
                      <a:pPr algn="ctr"/>
                      <a:r>
                        <a:rPr lang="zh-CN" altLang="en-US" sz="1316" dirty="0">
                          <a:solidFill>
                            <a:srgbClr val="336699"/>
                          </a:solidFill>
                          <a:latin typeface="微软雅黑" panose="020B0503020204020204" pitchFamily="34" charset="-122"/>
                          <a:ea typeface="微软雅黑" panose="020B0503020204020204" pitchFamily="34" charset="-122"/>
                        </a:rPr>
                        <a:t>合规检查</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48960221"/>
                  </a:ext>
                </a:extLst>
              </a:tr>
              <a:tr h="539857">
                <a:tc>
                  <a:txBody>
                    <a:bodyPr/>
                    <a:lstStyle/>
                    <a:p>
                      <a:pPr algn="ctr"/>
                      <a:r>
                        <a:rPr lang="en-US" sz="1316" b="1" cap="all" baseline="0" dirty="0" err="1">
                          <a:solidFill>
                            <a:srgbClr val="336699"/>
                          </a:solidFill>
                          <a:latin typeface="微软雅黑" panose="020B0503020204020204" pitchFamily="34" charset="-122"/>
                          <a:ea typeface="微软雅黑" panose="020B0503020204020204" pitchFamily="34" charset="-122"/>
                        </a:rPr>
                        <a:t>项目结束</a:t>
                      </a:r>
                      <a:endParaRPr lang="en-US" sz="1316" b="1" cap="all" baseline="0"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2421409016"/>
                  </a:ext>
                </a:extLst>
              </a:tr>
              <a:tr h="340963">
                <a:tc>
                  <a:txBody>
                    <a:bodyPr/>
                    <a:lstStyle/>
                    <a:p>
                      <a:pPr algn="ctr"/>
                      <a:r>
                        <a:rPr lang="en-US" sz="1316" dirty="0" err="1">
                          <a:solidFill>
                            <a:srgbClr val="336699"/>
                          </a:solidFill>
                          <a:latin typeface="微软雅黑" panose="020B0503020204020204" pitchFamily="34" charset="-122"/>
                          <a:ea typeface="微软雅黑" panose="020B0503020204020204" pitchFamily="34" charset="-122"/>
                        </a:rPr>
                        <a:t>项目复盘</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52980717"/>
                  </a:ext>
                </a:extLst>
              </a:tr>
              <a:tr h="340963">
                <a:tc>
                  <a:txBody>
                    <a:bodyPr/>
                    <a:lstStyle/>
                    <a:p>
                      <a:pPr algn="ctr"/>
                      <a:r>
                        <a:rPr lang="en-US" sz="1316" dirty="0" err="1">
                          <a:solidFill>
                            <a:srgbClr val="336699"/>
                          </a:solidFill>
                          <a:latin typeface="微软雅黑" panose="020B0503020204020204" pitchFamily="34" charset="-122"/>
                          <a:ea typeface="微软雅黑" panose="020B0503020204020204" pitchFamily="34" charset="-122"/>
                        </a:rPr>
                        <a:t>项目总结</a:t>
                      </a:r>
                      <a:endParaRPr lang="en-US" sz="1316" dirty="0">
                        <a:solidFill>
                          <a:srgbClr val="336699"/>
                        </a:solidFill>
                        <a:latin typeface="微软雅黑" panose="020B0503020204020204" pitchFamily="34" charset="-122"/>
                        <a:ea typeface="微软雅黑" panose="020B0503020204020204" pitchFamily="34" charset="-122"/>
                      </a:endParaRPr>
                    </a:p>
                  </a:txBody>
                  <a:tcPr anchor="ctr">
                    <a:lnL>
                      <a:noFill/>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w="12700" cap="flat" cmpd="sng" algn="ctr">
                      <a:solidFill>
                        <a:srgbClr val="000000">
                          <a:alpha val="30196"/>
                        </a:srgbClr>
                      </a:solidFill>
                      <a:prstDash val="solid"/>
                      <a:round/>
                      <a:headEnd type="none" w="med" len="med"/>
                      <a:tailEnd type="none" w="med" len="med"/>
                    </a:lnR>
                    <a:lnT>
                      <a:noFill/>
                    </a:lnT>
                    <a:lnB w="12700" cmpd="sng">
                      <a:noFill/>
                    </a:lnB>
                    <a:lnTlToBr w="12700" cmpd="sng">
                      <a:noFill/>
                      <a:prstDash val="solid"/>
                    </a:lnTlToBr>
                    <a:lnBlToTr w="12700" cmpd="sng">
                      <a:noFill/>
                      <a:prstDash val="solid"/>
                    </a:lnBlToTr>
                    <a:solidFill>
                      <a:srgbClr val="F2F6F7"/>
                    </a:solidFill>
                  </a:tcPr>
                </a:tc>
                <a:tc>
                  <a:txBody>
                    <a:bodyPr/>
                    <a:lstStyle/>
                    <a:p>
                      <a:pPr algn="ctr"/>
                      <a:endParaRPr lang="en-US" sz="1316" dirty="0">
                        <a:latin typeface="微软雅黑" panose="020B0503020204020204" pitchFamily="34" charset="-122"/>
                        <a:ea typeface="微软雅黑" panose="020B0503020204020204" pitchFamily="34" charset="-122"/>
                      </a:endParaRPr>
                    </a:p>
                  </a:txBody>
                  <a:tcPr anchor="ctr">
                    <a:lnL w="12700" cap="flat" cmpd="sng" algn="ctr">
                      <a:solidFill>
                        <a:srgbClr val="000000">
                          <a:alpha val="30196"/>
                        </a:srgbClr>
                      </a:solidFill>
                      <a:prstDash val="solid"/>
                      <a:round/>
                      <a:headEnd type="none" w="med" len="med"/>
                      <a:tailEnd type="none" w="med" len="med"/>
                    </a:lnL>
                    <a:lnR>
                      <a:noFill/>
                    </a:lnR>
                    <a:lnT>
                      <a:noFill/>
                    </a:lnT>
                    <a:lnB w="12700" cmpd="sng">
                      <a:noFill/>
                    </a:lnB>
                    <a:lnTlToBr w="12700" cmpd="sng">
                      <a:noFill/>
                      <a:prstDash val="solid"/>
                    </a:lnTlToBr>
                    <a:lnBlToTr w="12700" cmpd="sng">
                      <a:noFill/>
                      <a:prstDash val="solid"/>
                    </a:lnBlToTr>
                    <a:solidFill>
                      <a:srgbClr val="F2F6F7"/>
                    </a:solidFill>
                  </a:tcPr>
                </a:tc>
                <a:extLst>
                  <a:ext uri="{0D108BD9-81ED-4DB2-BD59-A6C34878D82A}">
                    <a16:rowId xmlns:a16="http://schemas.microsoft.com/office/drawing/2014/main" val="4066011327"/>
                  </a:ext>
                </a:extLst>
              </a:tr>
            </a:tbl>
          </a:graphicData>
        </a:graphic>
      </p:graphicFrame>
      <p:sp>
        <p:nvSpPr>
          <p:cNvPr id="102" name="Rectangle: Rounded Corners 8">
            <a:extLst>
              <a:ext uri="{FF2B5EF4-FFF2-40B4-BE49-F238E27FC236}">
                <a16:creationId xmlns:a16="http://schemas.microsoft.com/office/drawing/2014/main" id="{B1C1B8D7-EA11-E7E5-680D-68D7D30DC819}"/>
              </a:ext>
            </a:extLst>
          </p:cNvPr>
          <p:cNvSpPr/>
          <p:nvPr/>
        </p:nvSpPr>
        <p:spPr>
          <a:xfrm>
            <a:off x="2665080" y="2357600"/>
            <a:ext cx="1190854" cy="257869"/>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3" name="Rectangle: Rounded Corners 11">
            <a:extLst>
              <a:ext uri="{FF2B5EF4-FFF2-40B4-BE49-F238E27FC236}">
                <a16:creationId xmlns:a16="http://schemas.microsoft.com/office/drawing/2014/main" id="{6A9EFF94-0445-34F9-7297-D01C040C8CEF}"/>
              </a:ext>
            </a:extLst>
          </p:cNvPr>
          <p:cNvSpPr/>
          <p:nvPr/>
        </p:nvSpPr>
        <p:spPr>
          <a:xfrm>
            <a:off x="3848649" y="2767159"/>
            <a:ext cx="716303" cy="257869"/>
          </a:xfrm>
          <a:prstGeom prst="roundRect">
            <a:avLst>
              <a:gd name="adj" fmla="val 50000"/>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4" name="Rectangle: Rounded Corners 12">
            <a:extLst>
              <a:ext uri="{FF2B5EF4-FFF2-40B4-BE49-F238E27FC236}">
                <a16:creationId xmlns:a16="http://schemas.microsoft.com/office/drawing/2014/main" id="{CEF1F396-70A2-75A8-104C-A254BD44EC5E}"/>
              </a:ext>
            </a:extLst>
          </p:cNvPr>
          <p:cNvSpPr/>
          <p:nvPr/>
        </p:nvSpPr>
        <p:spPr>
          <a:xfrm>
            <a:off x="4564952" y="3621965"/>
            <a:ext cx="2066088" cy="25786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5" name="Rectangle: Rounded Corners 13">
            <a:extLst>
              <a:ext uri="{FF2B5EF4-FFF2-40B4-BE49-F238E27FC236}">
                <a16:creationId xmlns:a16="http://schemas.microsoft.com/office/drawing/2014/main" id="{CE9DBEA5-D69B-3EDD-7BE3-2D71651A17FD}"/>
              </a:ext>
            </a:extLst>
          </p:cNvPr>
          <p:cNvSpPr/>
          <p:nvPr/>
        </p:nvSpPr>
        <p:spPr>
          <a:xfrm>
            <a:off x="5635455" y="4062733"/>
            <a:ext cx="2233445" cy="25786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6" name="Rectangle: Rounded Corners 14">
            <a:extLst>
              <a:ext uri="{FF2B5EF4-FFF2-40B4-BE49-F238E27FC236}">
                <a16:creationId xmlns:a16="http://schemas.microsoft.com/office/drawing/2014/main" id="{33B469C5-51D7-0279-A471-F1211C88C6F4}"/>
              </a:ext>
            </a:extLst>
          </p:cNvPr>
          <p:cNvSpPr/>
          <p:nvPr/>
        </p:nvSpPr>
        <p:spPr>
          <a:xfrm>
            <a:off x="7868900" y="4405649"/>
            <a:ext cx="794649" cy="25786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7" name="Rectangle: Rounded Corners 15">
            <a:extLst>
              <a:ext uri="{FF2B5EF4-FFF2-40B4-BE49-F238E27FC236}">
                <a16:creationId xmlns:a16="http://schemas.microsoft.com/office/drawing/2014/main" id="{CFC3C98B-CC68-3111-6AAF-4E337AB64252}"/>
              </a:ext>
            </a:extLst>
          </p:cNvPr>
          <p:cNvSpPr/>
          <p:nvPr/>
        </p:nvSpPr>
        <p:spPr>
          <a:xfrm>
            <a:off x="8663548" y="5189525"/>
            <a:ext cx="1281064" cy="257869"/>
          </a:xfrm>
          <a:prstGeom prst="roundRect">
            <a:avLst>
              <a:gd name="adj" fmla="val 50000"/>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8" name="Rectangle: Rounded Corners 16">
            <a:extLst>
              <a:ext uri="{FF2B5EF4-FFF2-40B4-BE49-F238E27FC236}">
                <a16:creationId xmlns:a16="http://schemas.microsoft.com/office/drawing/2014/main" id="{EFCB6FD5-A8FB-7C56-053E-51B3B77872EA}"/>
              </a:ext>
            </a:extLst>
          </p:cNvPr>
          <p:cNvSpPr/>
          <p:nvPr/>
        </p:nvSpPr>
        <p:spPr>
          <a:xfrm>
            <a:off x="8899183" y="5623896"/>
            <a:ext cx="1396193" cy="257869"/>
          </a:xfrm>
          <a:prstGeom prst="roundRect">
            <a:avLst>
              <a:gd name="adj" fmla="val 50000"/>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9" name="Rectangle: Rounded Corners 17">
            <a:extLst>
              <a:ext uri="{FF2B5EF4-FFF2-40B4-BE49-F238E27FC236}">
                <a16:creationId xmlns:a16="http://schemas.microsoft.com/office/drawing/2014/main" id="{A322DCC5-957D-8B16-A887-7B0D8D6C1A68}"/>
              </a:ext>
            </a:extLst>
          </p:cNvPr>
          <p:cNvSpPr/>
          <p:nvPr/>
        </p:nvSpPr>
        <p:spPr>
          <a:xfrm>
            <a:off x="10295375" y="5971197"/>
            <a:ext cx="1103555" cy="257869"/>
          </a:xfrm>
          <a:prstGeom prst="roundRect">
            <a:avLst>
              <a:gd name="adj" fmla="val 50000"/>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0" name="Rectangle: Rounded Corners 18">
            <a:extLst>
              <a:ext uri="{FF2B5EF4-FFF2-40B4-BE49-F238E27FC236}">
                <a16:creationId xmlns:a16="http://schemas.microsoft.com/office/drawing/2014/main" id="{2E1CE3C5-B16D-015F-37C8-50A6FDBE00B8}"/>
              </a:ext>
            </a:extLst>
          </p:cNvPr>
          <p:cNvSpPr/>
          <p:nvPr/>
        </p:nvSpPr>
        <p:spPr>
          <a:xfrm>
            <a:off x="2657795" y="1911742"/>
            <a:ext cx="1907156" cy="257869"/>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1" name="Rectangle: Rounded Corners 19">
            <a:extLst>
              <a:ext uri="{FF2B5EF4-FFF2-40B4-BE49-F238E27FC236}">
                <a16:creationId xmlns:a16="http://schemas.microsoft.com/office/drawing/2014/main" id="{30B95A6A-6A36-4394-2B80-286C272AF76F}"/>
              </a:ext>
            </a:extLst>
          </p:cNvPr>
          <p:cNvSpPr/>
          <p:nvPr/>
        </p:nvSpPr>
        <p:spPr>
          <a:xfrm>
            <a:off x="4564952" y="3182805"/>
            <a:ext cx="4098596" cy="257869"/>
          </a:xfrm>
          <a:prstGeom prst="roundRect">
            <a:avLst>
              <a:gd name="adj" fmla="val 50000"/>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2" name="Rectangle: Rounded Corners 20">
            <a:extLst>
              <a:ext uri="{FF2B5EF4-FFF2-40B4-BE49-F238E27FC236}">
                <a16:creationId xmlns:a16="http://schemas.microsoft.com/office/drawing/2014/main" id="{B7B005D0-21A8-89F0-4F5C-447EA7EB2534}"/>
              </a:ext>
            </a:extLst>
          </p:cNvPr>
          <p:cNvSpPr/>
          <p:nvPr/>
        </p:nvSpPr>
        <p:spPr>
          <a:xfrm>
            <a:off x="8662432" y="4748647"/>
            <a:ext cx="2736498" cy="25786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3" name="TextBox 25">
            <a:extLst>
              <a:ext uri="{FF2B5EF4-FFF2-40B4-BE49-F238E27FC236}">
                <a16:creationId xmlns:a16="http://schemas.microsoft.com/office/drawing/2014/main" id="{311BBDE6-6925-F5B4-132F-549192287933}"/>
              </a:ext>
            </a:extLst>
          </p:cNvPr>
          <p:cNvSpPr txBox="1"/>
          <p:nvPr/>
        </p:nvSpPr>
        <p:spPr>
          <a:xfrm>
            <a:off x="4574183" y="1961114"/>
            <a:ext cx="1315799" cy="159125"/>
          </a:xfrm>
          <a:prstGeom prst="rect">
            <a:avLst/>
          </a:prstGeom>
          <a:noFill/>
        </p:spPr>
        <p:txBody>
          <a:bodyPr wrap="none" tIns="0" bIns="0" rtlCol="0" anchor="ctr">
            <a:spAutoFit/>
          </a:bodyPr>
          <a:lstStyle/>
          <a:p>
            <a:r>
              <a:rPr lang="en-US" altLang="zh-CN" sz="1034" b="1" cap="all" dirty="0">
                <a:latin typeface="微软雅黑" panose="020B0503020204020204" pitchFamily="34" charset="-122"/>
                <a:ea typeface="微软雅黑" panose="020B0503020204020204" pitchFamily="34" charset="-122"/>
              </a:rPr>
              <a:t>1</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1</a:t>
            </a:r>
            <a:r>
              <a:rPr lang="zh-CN" altLang="en-US" sz="1034" b="1" cap="all" dirty="0">
                <a:latin typeface="微软雅黑" panose="020B0503020204020204" pitchFamily="34" charset="-122"/>
                <a:ea typeface="微软雅黑" panose="020B0503020204020204" pitchFamily="34" charset="-122"/>
              </a:rPr>
              <a:t>日</a:t>
            </a:r>
            <a:r>
              <a:rPr lang="en-US" altLang="zh-CN" sz="1034" b="1" cap="all" dirty="0">
                <a:latin typeface="微软雅黑" panose="020B0503020204020204" pitchFamily="34" charset="-122"/>
                <a:ea typeface="微软雅黑" panose="020B0503020204020204" pitchFamily="34" charset="-122"/>
              </a:rPr>
              <a:t>——3</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3</a:t>
            </a:r>
            <a:r>
              <a:rPr lang="zh-CN" altLang="en-US" sz="1034" b="1" cap="all" dirty="0">
                <a:latin typeface="微软雅黑" panose="020B0503020204020204" pitchFamily="34" charset="-122"/>
                <a:ea typeface="微软雅黑" panose="020B0503020204020204" pitchFamily="34" charset="-122"/>
              </a:rPr>
              <a:t>日</a:t>
            </a:r>
            <a:endParaRPr lang="en-US" sz="1034" b="1" cap="all" dirty="0">
              <a:latin typeface="微软雅黑" panose="020B0503020204020204" pitchFamily="34" charset="-122"/>
              <a:ea typeface="微软雅黑" panose="020B0503020204020204" pitchFamily="34" charset="-122"/>
            </a:endParaRPr>
          </a:p>
        </p:txBody>
      </p:sp>
      <p:sp>
        <p:nvSpPr>
          <p:cNvPr id="114" name="TextBox 25">
            <a:extLst>
              <a:ext uri="{FF2B5EF4-FFF2-40B4-BE49-F238E27FC236}">
                <a16:creationId xmlns:a16="http://schemas.microsoft.com/office/drawing/2014/main" id="{1FA50217-55D1-4872-3346-9731B4939EF6}"/>
              </a:ext>
            </a:extLst>
          </p:cNvPr>
          <p:cNvSpPr txBox="1"/>
          <p:nvPr/>
        </p:nvSpPr>
        <p:spPr>
          <a:xfrm>
            <a:off x="3863837" y="2405403"/>
            <a:ext cx="1315799"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1</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1</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——2</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2</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15" name="TextBox 25">
            <a:extLst>
              <a:ext uri="{FF2B5EF4-FFF2-40B4-BE49-F238E27FC236}">
                <a16:creationId xmlns:a16="http://schemas.microsoft.com/office/drawing/2014/main" id="{433E3CB7-4452-B6DE-AF09-2247734D6EDD}"/>
              </a:ext>
            </a:extLst>
          </p:cNvPr>
          <p:cNvSpPr txBox="1"/>
          <p:nvPr/>
        </p:nvSpPr>
        <p:spPr>
          <a:xfrm>
            <a:off x="4577712" y="2813393"/>
            <a:ext cx="1315799"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2</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2</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——3</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3</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16" name="TextBox 25">
            <a:extLst>
              <a:ext uri="{FF2B5EF4-FFF2-40B4-BE49-F238E27FC236}">
                <a16:creationId xmlns:a16="http://schemas.microsoft.com/office/drawing/2014/main" id="{3092358A-84C2-8BE9-35DE-38B6ADE55265}"/>
              </a:ext>
            </a:extLst>
          </p:cNvPr>
          <p:cNvSpPr txBox="1"/>
          <p:nvPr/>
        </p:nvSpPr>
        <p:spPr>
          <a:xfrm>
            <a:off x="8668185" y="3229944"/>
            <a:ext cx="1315799" cy="159125"/>
          </a:xfrm>
          <a:prstGeom prst="rect">
            <a:avLst/>
          </a:prstGeom>
          <a:noFill/>
        </p:spPr>
        <p:txBody>
          <a:bodyPr wrap="none" tIns="0" bIns="0" rtlCol="0" anchor="ctr">
            <a:spAutoFit/>
          </a:bodyPr>
          <a:lstStyle/>
          <a:p>
            <a:r>
              <a:rPr lang="en-US" altLang="zh-CN" sz="1034" b="1" cap="all" dirty="0">
                <a:latin typeface="微软雅黑" panose="020B0503020204020204" pitchFamily="34" charset="-122"/>
                <a:ea typeface="微软雅黑" panose="020B0503020204020204" pitchFamily="34" charset="-122"/>
              </a:rPr>
              <a:t>3</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3</a:t>
            </a:r>
            <a:r>
              <a:rPr lang="zh-CN" altLang="en-US" sz="1034" b="1" cap="all" dirty="0">
                <a:latin typeface="微软雅黑" panose="020B0503020204020204" pitchFamily="34" charset="-122"/>
                <a:ea typeface="微软雅黑" panose="020B0503020204020204" pitchFamily="34" charset="-122"/>
              </a:rPr>
              <a:t>日</a:t>
            </a:r>
            <a:r>
              <a:rPr lang="en-US" altLang="zh-CN" sz="1034" b="1" cap="all" dirty="0">
                <a:latin typeface="微软雅黑" panose="020B0503020204020204" pitchFamily="34" charset="-122"/>
                <a:ea typeface="微软雅黑" panose="020B0503020204020204" pitchFamily="34" charset="-122"/>
              </a:rPr>
              <a:t>——8</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8</a:t>
            </a:r>
            <a:r>
              <a:rPr lang="zh-CN" altLang="en-US" sz="1034" b="1" cap="all" dirty="0">
                <a:latin typeface="微软雅黑" panose="020B0503020204020204" pitchFamily="34" charset="-122"/>
                <a:ea typeface="微软雅黑" panose="020B0503020204020204" pitchFamily="34" charset="-122"/>
              </a:rPr>
              <a:t>日</a:t>
            </a:r>
            <a:endParaRPr lang="en-US" sz="1034" b="1" cap="all" dirty="0">
              <a:latin typeface="微软雅黑" panose="020B0503020204020204" pitchFamily="34" charset="-122"/>
              <a:ea typeface="微软雅黑" panose="020B0503020204020204" pitchFamily="34" charset="-122"/>
            </a:endParaRPr>
          </a:p>
        </p:txBody>
      </p:sp>
      <p:sp>
        <p:nvSpPr>
          <p:cNvPr id="117" name="TextBox 25">
            <a:extLst>
              <a:ext uri="{FF2B5EF4-FFF2-40B4-BE49-F238E27FC236}">
                <a16:creationId xmlns:a16="http://schemas.microsoft.com/office/drawing/2014/main" id="{F890DA4E-8166-4C71-C9D3-FEA925898891}"/>
              </a:ext>
            </a:extLst>
          </p:cNvPr>
          <p:cNvSpPr txBox="1"/>
          <p:nvPr/>
        </p:nvSpPr>
        <p:spPr>
          <a:xfrm>
            <a:off x="6633574" y="3676234"/>
            <a:ext cx="1303745"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3</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3</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——5</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5</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18" name="TextBox 25">
            <a:extLst>
              <a:ext uri="{FF2B5EF4-FFF2-40B4-BE49-F238E27FC236}">
                <a16:creationId xmlns:a16="http://schemas.microsoft.com/office/drawing/2014/main" id="{52BE9B13-C9D2-A024-DC89-A7CCA01B8756}"/>
              </a:ext>
            </a:extLst>
          </p:cNvPr>
          <p:cNvSpPr txBox="1"/>
          <p:nvPr/>
        </p:nvSpPr>
        <p:spPr>
          <a:xfrm>
            <a:off x="7865320" y="4112084"/>
            <a:ext cx="1303745"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5</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5</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——8</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8</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19" name="TextBox 25">
            <a:extLst>
              <a:ext uri="{FF2B5EF4-FFF2-40B4-BE49-F238E27FC236}">
                <a16:creationId xmlns:a16="http://schemas.microsoft.com/office/drawing/2014/main" id="{3F97D48D-580E-A89F-6F10-925F054C77B8}"/>
              </a:ext>
            </a:extLst>
          </p:cNvPr>
          <p:cNvSpPr txBox="1"/>
          <p:nvPr/>
        </p:nvSpPr>
        <p:spPr>
          <a:xfrm>
            <a:off x="8653991" y="4450458"/>
            <a:ext cx="1303745"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8</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8</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——9</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9</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20" name="TextBox 25">
            <a:extLst>
              <a:ext uri="{FF2B5EF4-FFF2-40B4-BE49-F238E27FC236}">
                <a16:creationId xmlns:a16="http://schemas.microsoft.com/office/drawing/2014/main" id="{A9A081A3-9C51-8221-D0CE-56AE94AC9D50}"/>
              </a:ext>
            </a:extLst>
          </p:cNvPr>
          <p:cNvSpPr txBox="1"/>
          <p:nvPr/>
        </p:nvSpPr>
        <p:spPr>
          <a:xfrm>
            <a:off x="7207089" y="4805654"/>
            <a:ext cx="1460459"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9</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9</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——12</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12</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21" name="TextBox 25">
            <a:extLst>
              <a:ext uri="{FF2B5EF4-FFF2-40B4-BE49-F238E27FC236}">
                <a16:creationId xmlns:a16="http://schemas.microsoft.com/office/drawing/2014/main" id="{191CC557-C3E2-2EB8-960C-4A96D331793A}"/>
              </a:ext>
            </a:extLst>
          </p:cNvPr>
          <p:cNvSpPr txBox="1"/>
          <p:nvPr/>
        </p:nvSpPr>
        <p:spPr>
          <a:xfrm>
            <a:off x="7012707" y="5237491"/>
            <a:ext cx="1641284" cy="159125"/>
          </a:xfrm>
          <a:prstGeom prst="rect">
            <a:avLst/>
          </a:prstGeom>
          <a:noFill/>
        </p:spPr>
        <p:txBody>
          <a:bodyPr wrap="none" tIns="0" bIns="0" rtlCol="0" anchor="ctr">
            <a:spAutoFit/>
          </a:bodyPr>
          <a:lstStyle/>
          <a:p>
            <a:r>
              <a:rPr lang="en-US" altLang="zh-CN" sz="1034" b="1" cap="all" dirty="0">
                <a:latin typeface="微软雅黑" panose="020B0503020204020204" pitchFamily="34" charset="-122"/>
                <a:ea typeface="微软雅黑" panose="020B0503020204020204" pitchFamily="34" charset="-122"/>
              </a:rPr>
              <a:t>10</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10</a:t>
            </a:r>
            <a:r>
              <a:rPr lang="zh-CN" altLang="en-US" sz="1034" b="1" cap="all" dirty="0">
                <a:latin typeface="微软雅黑" panose="020B0503020204020204" pitchFamily="34" charset="-122"/>
                <a:ea typeface="微软雅黑" panose="020B0503020204020204" pitchFamily="34" charset="-122"/>
              </a:rPr>
              <a:t>日</a:t>
            </a:r>
            <a:r>
              <a:rPr lang="en-US" altLang="zh-CN" sz="1034" b="1" cap="all" dirty="0">
                <a:latin typeface="微软雅黑" panose="020B0503020204020204" pitchFamily="34" charset="-122"/>
                <a:ea typeface="微软雅黑" panose="020B0503020204020204" pitchFamily="34" charset="-122"/>
              </a:rPr>
              <a:t>——11</a:t>
            </a:r>
            <a:r>
              <a:rPr lang="zh-CN" altLang="en-US" sz="1034" b="1" cap="all" dirty="0">
                <a:latin typeface="微软雅黑" panose="020B0503020204020204" pitchFamily="34" charset="-122"/>
                <a:ea typeface="微软雅黑" panose="020B0503020204020204" pitchFamily="34" charset="-122"/>
              </a:rPr>
              <a:t>月</a:t>
            </a:r>
            <a:r>
              <a:rPr lang="en-US" altLang="zh-CN" sz="1034" b="1" cap="all" dirty="0">
                <a:latin typeface="微软雅黑" panose="020B0503020204020204" pitchFamily="34" charset="-122"/>
                <a:ea typeface="微软雅黑" panose="020B0503020204020204" pitchFamily="34" charset="-122"/>
              </a:rPr>
              <a:t>11</a:t>
            </a:r>
            <a:r>
              <a:rPr lang="zh-CN" altLang="en-US" sz="1034" b="1" cap="all" dirty="0">
                <a:latin typeface="微软雅黑" panose="020B0503020204020204" pitchFamily="34" charset="-122"/>
                <a:ea typeface="微软雅黑" panose="020B0503020204020204" pitchFamily="34" charset="-122"/>
              </a:rPr>
              <a:t>日</a:t>
            </a:r>
            <a:endParaRPr lang="en-US" sz="1034" b="1" cap="all" dirty="0">
              <a:latin typeface="微软雅黑" panose="020B0503020204020204" pitchFamily="34" charset="-122"/>
              <a:ea typeface="微软雅黑" panose="020B0503020204020204" pitchFamily="34" charset="-122"/>
            </a:endParaRPr>
          </a:p>
        </p:txBody>
      </p:sp>
      <p:sp>
        <p:nvSpPr>
          <p:cNvPr id="122" name="TextBox 25">
            <a:extLst>
              <a:ext uri="{FF2B5EF4-FFF2-40B4-BE49-F238E27FC236}">
                <a16:creationId xmlns:a16="http://schemas.microsoft.com/office/drawing/2014/main" id="{38639ECA-4069-6E87-A5B8-8F0A4FCEEEF2}"/>
              </a:ext>
            </a:extLst>
          </p:cNvPr>
          <p:cNvSpPr txBox="1"/>
          <p:nvPr/>
        </p:nvSpPr>
        <p:spPr>
          <a:xfrm>
            <a:off x="7285446" y="5678257"/>
            <a:ext cx="1617174"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10</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20</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——11</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30</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
        <p:nvSpPr>
          <p:cNvPr id="123" name="TextBox 25">
            <a:extLst>
              <a:ext uri="{FF2B5EF4-FFF2-40B4-BE49-F238E27FC236}">
                <a16:creationId xmlns:a16="http://schemas.microsoft.com/office/drawing/2014/main" id="{B0FACBBB-EB7C-E346-C2A4-FF4418B5CBE6}"/>
              </a:ext>
            </a:extLst>
          </p:cNvPr>
          <p:cNvSpPr txBox="1"/>
          <p:nvPr/>
        </p:nvSpPr>
        <p:spPr>
          <a:xfrm>
            <a:off x="8678201" y="6025493"/>
            <a:ext cx="1617174" cy="159125"/>
          </a:xfrm>
          <a:prstGeom prst="rect">
            <a:avLst/>
          </a:prstGeom>
          <a:noFill/>
        </p:spPr>
        <p:txBody>
          <a:bodyPr wrap="none" tIns="0" bIns="0" rtlCol="0" anchor="ctr">
            <a:spAutoFit/>
          </a:bodyPr>
          <a:lstStyle/>
          <a:p>
            <a:r>
              <a:rPr lang="en-US" altLang="zh-CN" sz="1034" cap="all" dirty="0">
                <a:latin typeface="微软雅黑" panose="020B0503020204020204" pitchFamily="34" charset="-122"/>
                <a:ea typeface="微软雅黑" panose="020B0503020204020204" pitchFamily="34" charset="-122"/>
              </a:rPr>
              <a:t>11</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11</a:t>
            </a:r>
            <a:r>
              <a:rPr lang="zh-CN" altLang="en-US" sz="1034" cap="all" dirty="0">
                <a:latin typeface="微软雅黑" panose="020B0503020204020204" pitchFamily="34" charset="-122"/>
                <a:ea typeface="微软雅黑" panose="020B0503020204020204" pitchFamily="34" charset="-122"/>
              </a:rPr>
              <a:t>日</a:t>
            </a:r>
            <a:r>
              <a:rPr lang="en-US" altLang="zh-CN" sz="1034" cap="all" dirty="0">
                <a:latin typeface="微软雅黑" panose="020B0503020204020204" pitchFamily="34" charset="-122"/>
                <a:ea typeface="微软雅黑" panose="020B0503020204020204" pitchFamily="34" charset="-122"/>
              </a:rPr>
              <a:t>——12</a:t>
            </a:r>
            <a:r>
              <a:rPr lang="zh-CN" altLang="en-US" sz="1034" cap="all" dirty="0">
                <a:latin typeface="微软雅黑" panose="020B0503020204020204" pitchFamily="34" charset="-122"/>
                <a:ea typeface="微软雅黑" panose="020B0503020204020204" pitchFamily="34" charset="-122"/>
              </a:rPr>
              <a:t>月</a:t>
            </a:r>
            <a:r>
              <a:rPr lang="en-US" altLang="zh-CN" sz="1034" cap="all" dirty="0">
                <a:latin typeface="微软雅黑" panose="020B0503020204020204" pitchFamily="34" charset="-122"/>
                <a:ea typeface="微软雅黑" panose="020B0503020204020204" pitchFamily="34" charset="-122"/>
              </a:rPr>
              <a:t>12</a:t>
            </a:r>
            <a:r>
              <a:rPr lang="zh-CN" altLang="en-US" sz="1034" cap="all" dirty="0">
                <a:latin typeface="微软雅黑" panose="020B0503020204020204" pitchFamily="34" charset="-122"/>
                <a:ea typeface="微软雅黑" panose="020B0503020204020204" pitchFamily="34" charset="-122"/>
              </a:rPr>
              <a:t>日</a:t>
            </a:r>
            <a:endParaRPr lang="en-US" sz="1034" cap="all"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R002 月度箭头排期（结构示例）</a:t>
            </a:r>
          </a:p>
        </p:txBody>
      </p:sp>
      <p:sp>
        <p:nvSpPr>
          <p:cNvPr id="101" name="Rounded Rectangle">
            <a:extLst>
              <a:ext uri="{FF2B5EF4-FFF2-40B4-BE49-F238E27FC236}">
                <a16:creationId xmlns:a16="http://schemas.microsoft.com/office/drawing/2014/main" id="{D49765DF-C50E-1CD2-397A-DA75C11E6855}"/>
              </a:ext>
            </a:extLst>
          </p:cNvPr>
          <p:cNvSpPr/>
          <p:nvPr/>
        </p:nvSpPr>
        <p:spPr>
          <a:xfrm>
            <a:off x="2598107" y="1252270"/>
            <a:ext cx="667844" cy="5001159"/>
          </a:xfrm>
          <a:prstGeom prst="roundRect">
            <a:avLst>
              <a:gd name="adj" fmla="val 14313"/>
            </a:avLst>
          </a:prstGeom>
          <a:solidFill>
            <a:srgbClr val="336699">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2" name="Shape">
            <a:extLst>
              <a:ext uri="{FF2B5EF4-FFF2-40B4-BE49-F238E27FC236}">
                <a16:creationId xmlns:a16="http://schemas.microsoft.com/office/drawing/2014/main" id="{8929DA69-46FB-8EA6-0741-FECF7281E699}"/>
              </a:ext>
            </a:extLst>
          </p:cNvPr>
          <p:cNvSpPr/>
          <p:nvPr/>
        </p:nvSpPr>
        <p:spPr>
          <a:xfrm>
            <a:off x="2598101" y="1252273"/>
            <a:ext cx="667918"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36699"/>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3" name="Placeholder text">
            <a:extLst>
              <a:ext uri="{FF2B5EF4-FFF2-40B4-BE49-F238E27FC236}">
                <a16:creationId xmlns:a16="http://schemas.microsoft.com/office/drawing/2014/main" id="{03DBBB81-6AFA-5DBC-CE94-083202C559F3}"/>
              </a:ext>
            </a:extLst>
          </p:cNvPr>
          <p:cNvSpPr txBox="1"/>
          <p:nvPr/>
        </p:nvSpPr>
        <p:spPr>
          <a:xfrm>
            <a:off x="2683736" y="1324308"/>
            <a:ext cx="497073"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1</a:t>
            </a:r>
            <a:r>
              <a:rPr lang="zh-CN" altLang="en-US" sz="1223" b="1" dirty="0">
                <a:solidFill>
                  <a:srgbClr val="FFFFFF"/>
                </a:solidFill>
                <a:latin typeface="微软雅黑" panose="020B0503020204020204" pitchFamily="34" charset="-122"/>
                <a:ea typeface="微软雅黑" panose="020B0503020204020204" pitchFamily="34" charset="-122"/>
              </a:rPr>
              <a:t>月</a:t>
            </a:r>
            <a:endParaRPr sz="1223" b="1" dirty="0">
              <a:solidFill>
                <a:srgbClr val="FFFFFF"/>
              </a:solidFill>
              <a:latin typeface="微软雅黑" panose="020B0503020204020204" pitchFamily="34" charset="-122"/>
              <a:ea typeface="微软雅黑" panose="020B0503020204020204" pitchFamily="34" charset="-122"/>
            </a:endParaRPr>
          </a:p>
        </p:txBody>
      </p:sp>
      <p:sp>
        <p:nvSpPr>
          <p:cNvPr id="104" name="Rounded Rectangle">
            <a:extLst>
              <a:ext uri="{FF2B5EF4-FFF2-40B4-BE49-F238E27FC236}">
                <a16:creationId xmlns:a16="http://schemas.microsoft.com/office/drawing/2014/main" id="{E62D11DE-AF70-2C33-A279-C0C78562EA4B}"/>
              </a:ext>
            </a:extLst>
          </p:cNvPr>
          <p:cNvSpPr/>
          <p:nvPr/>
        </p:nvSpPr>
        <p:spPr>
          <a:xfrm>
            <a:off x="3337689" y="1252270"/>
            <a:ext cx="667846" cy="5001159"/>
          </a:xfrm>
          <a:prstGeom prst="roundRect">
            <a:avLst>
              <a:gd name="adj" fmla="val 14313"/>
            </a:avLst>
          </a:prstGeom>
          <a:solidFill>
            <a:srgbClr val="336699">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5" name="Shape">
            <a:extLst>
              <a:ext uri="{FF2B5EF4-FFF2-40B4-BE49-F238E27FC236}">
                <a16:creationId xmlns:a16="http://schemas.microsoft.com/office/drawing/2014/main" id="{7AFDBA18-028C-C508-851D-A3922B3B4CD9}"/>
              </a:ext>
            </a:extLst>
          </p:cNvPr>
          <p:cNvSpPr/>
          <p:nvPr/>
        </p:nvSpPr>
        <p:spPr>
          <a:xfrm>
            <a:off x="3337682"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36699"/>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6" name="Placeholder text">
            <a:extLst>
              <a:ext uri="{FF2B5EF4-FFF2-40B4-BE49-F238E27FC236}">
                <a16:creationId xmlns:a16="http://schemas.microsoft.com/office/drawing/2014/main" id="{B22773BA-4961-D679-5BEE-667B0D08F65E}"/>
              </a:ext>
            </a:extLst>
          </p:cNvPr>
          <p:cNvSpPr txBox="1"/>
          <p:nvPr/>
        </p:nvSpPr>
        <p:spPr>
          <a:xfrm>
            <a:off x="3423317"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2</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07" name="Rounded Rectangle">
            <a:extLst>
              <a:ext uri="{FF2B5EF4-FFF2-40B4-BE49-F238E27FC236}">
                <a16:creationId xmlns:a16="http://schemas.microsoft.com/office/drawing/2014/main" id="{E18E2800-51FA-95F8-80F5-60491ED8D567}"/>
              </a:ext>
            </a:extLst>
          </p:cNvPr>
          <p:cNvSpPr/>
          <p:nvPr/>
        </p:nvSpPr>
        <p:spPr>
          <a:xfrm>
            <a:off x="4077272" y="1252270"/>
            <a:ext cx="667846" cy="5001159"/>
          </a:xfrm>
          <a:prstGeom prst="roundRect">
            <a:avLst>
              <a:gd name="adj" fmla="val 14313"/>
            </a:avLst>
          </a:prstGeom>
          <a:solidFill>
            <a:srgbClr val="3494BA">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8" name="Shape">
            <a:extLst>
              <a:ext uri="{FF2B5EF4-FFF2-40B4-BE49-F238E27FC236}">
                <a16:creationId xmlns:a16="http://schemas.microsoft.com/office/drawing/2014/main" id="{3CF7E245-0687-3592-EE95-2340F854501D}"/>
              </a:ext>
            </a:extLst>
          </p:cNvPr>
          <p:cNvSpPr/>
          <p:nvPr/>
        </p:nvSpPr>
        <p:spPr>
          <a:xfrm>
            <a:off x="4077266"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494BA"/>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09" name="Placeholder text">
            <a:extLst>
              <a:ext uri="{FF2B5EF4-FFF2-40B4-BE49-F238E27FC236}">
                <a16:creationId xmlns:a16="http://schemas.microsoft.com/office/drawing/2014/main" id="{15514222-7FC8-8B4E-EA38-AD3956D68439}"/>
              </a:ext>
            </a:extLst>
          </p:cNvPr>
          <p:cNvSpPr txBox="1"/>
          <p:nvPr/>
        </p:nvSpPr>
        <p:spPr>
          <a:xfrm>
            <a:off x="4162900"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3</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10" name="Rounded Rectangle">
            <a:extLst>
              <a:ext uri="{FF2B5EF4-FFF2-40B4-BE49-F238E27FC236}">
                <a16:creationId xmlns:a16="http://schemas.microsoft.com/office/drawing/2014/main" id="{A5C846B7-2BA4-4BA8-BC37-A1061620B8B0}"/>
              </a:ext>
            </a:extLst>
          </p:cNvPr>
          <p:cNvSpPr/>
          <p:nvPr/>
        </p:nvSpPr>
        <p:spPr>
          <a:xfrm>
            <a:off x="4816854" y="1252270"/>
            <a:ext cx="667844" cy="5001159"/>
          </a:xfrm>
          <a:prstGeom prst="roundRect">
            <a:avLst>
              <a:gd name="adj" fmla="val 14313"/>
            </a:avLst>
          </a:prstGeom>
          <a:solidFill>
            <a:srgbClr val="3494BA">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1" name="Shape">
            <a:extLst>
              <a:ext uri="{FF2B5EF4-FFF2-40B4-BE49-F238E27FC236}">
                <a16:creationId xmlns:a16="http://schemas.microsoft.com/office/drawing/2014/main" id="{FB54A30A-BC74-B528-B427-45CADA86C26B}"/>
              </a:ext>
            </a:extLst>
          </p:cNvPr>
          <p:cNvSpPr/>
          <p:nvPr/>
        </p:nvSpPr>
        <p:spPr>
          <a:xfrm>
            <a:off x="4816847" y="1252273"/>
            <a:ext cx="667918"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494BA"/>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2" name="Placeholder text">
            <a:extLst>
              <a:ext uri="{FF2B5EF4-FFF2-40B4-BE49-F238E27FC236}">
                <a16:creationId xmlns:a16="http://schemas.microsoft.com/office/drawing/2014/main" id="{92F6C0FE-1A0F-B3DE-ED55-785218004E2E}"/>
              </a:ext>
            </a:extLst>
          </p:cNvPr>
          <p:cNvSpPr txBox="1"/>
          <p:nvPr/>
        </p:nvSpPr>
        <p:spPr>
          <a:xfrm>
            <a:off x="4902482" y="1324308"/>
            <a:ext cx="497073"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4</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13" name="Rounded Rectangle">
            <a:extLst>
              <a:ext uri="{FF2B5EF4-FFF2-40B4-BE49-F238E27FC236}">
                <a16:creationId xmlns:a16="http://schemas.microsoft.com/office/drawing/2014/main" id="{457B5596-67C7-CBA4-7D51-847DFB935675}"/>
              </a:ext>
            </a:extLst>
          </p:cNvPr>
          <p:cNvSpPr/>
          <p:nvPr/>
        </p:nvSpPr>
        <p:spPr>
          <a:xfrm>
            <a:off x="5556436" y="1252270"/>
            <a:ext cx="667846" cy="5001159"/>
          </a:xfrm>
          <a:prstGeom prst="roundRect">
            <a:avLst>
              <a:gd name="adj" fmla="val 14313"/>
            </a:avLst>
          </a:prstGeom>
          <a:solidFill>
            <a:srgbClr val="3494BA">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4" name="Shape">
            <a:extLst>
              <a:ext uri="{FF2B5EF4-FFF2-40B4-BE49-F238E27FC236}">
                <a16:creationId xmlns:a16="http://schemas.microsoft.com/office/drawing/2014/main" id="{996A1219-66E1-A2AC-529B-268871AE103C}"/>
              </a:ext>
            </a:extLst>
          </p:cNvPr>
          <p:cNvSpPr/>
          <p:nvPr/>
        </p:nvSpPr>
        <p:spPr>
          <a:xfrm>
            <a:off x="5556430"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494BA"/>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5" name="Placeholder text">
            <a:extLst>
              <a:ext uri="{FF2B5EF4-FFF2-40B4-BE49-F238E27FC236}">
                <a16:creationId xmlns:a16="http://schemas.microsoft.com/office/drawing/2014/main" id="{1F343720-06A7-D317-17E4-27531B3ACE3A}"/>
              </a:ext>
            </a:extLst>
          </p:cNvPr>
          <p:cNvSpPr txBox="1"/>
          <p:nvPr/>
        </p:nvSpPr>
        <p:spPr>
          <a:xfrm>
            <a:off x="5642064"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5</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16" name="Rounded Rectangle">
            <a:extLst>
              <a:ext uri="{FF2B5EF4-FFF2-40B4-BE49-F238E27FC236}">
                <a16:creationId xmlns:a16="http://schemas.microsoft.com/office/drawing/2014/main" id="{8386A850-FA15-33C5-FABD-C1F622BA39AB}"/>
              </a:ext>
            </a:extLst>
          </p:cNvPr>
          <p:cNvSpPr/>
          <p:nvPr/>
        </p:nvSpPr>
        <p:spPr>
          <a:xfrm>
            <a:off x="6296019" y="1252270"/>
            <a:ext cx="667846" cy="5001159"/>
          </a:xfrm>
          <a:prstGeom prst="roundRect">
            <a:avLst>
              <a:gd name="adj" fmla="val 14313"/>
            </a:avLst>
          </a:prstGeom>
          <a:solidFill>
            <a:srgbClr val="58B6C0">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7" name="Shape">
            <a:extLst>
              <a:ext uri="{FF2B5EF4-FFF2-40B4-BE49-F238E27FC236}">
                <a16:creationId xmlns:a16="http://schemas.microsoft.com/office/drawing/2014/main" id="{21A36FC6-4694-8D47-463D-DB87B626C0F8}"/>
              </a:ext>
            </a:extLst>
          </p:cNvPr>
          <p:cNvSpPr/>
          <p:nvPr/>
        </p:nvSpPr>
        <p:spPr>
          <a:xfrm>
            <a:off x="6296012"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58B6C0"/>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18" name="Placeholder text">
            <a:extLst>
              <a:ext uri="{FF2B5EF4-FFF2-40B4-BE49-F238E27FC236}">
                <a16:creationId xmlns:a16="http://schemas.microsoft.com/office/drawing/2014/main" id="{5F5C2321-EE56-4DC5-CF29-0D93C294677B}"/>
              </a:ext>
            </a:extLst>
          </p:cNvPr>
          <p:cNvSpPr txBox="1"/>
          <p:nvPr/>
        </p:nvSpPr>
        <p:spPr>
          <a:xfrm>
            <a:off x="6381647"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6</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19" name="Rounded Rectangle">
            <a:extLst>
              <a:ext uri="{FF2B5EF4-FFF2-40B4-BE49-F238E27FC236}">
                <a16:creationId xmlns:a16="http://schemas.microsoft.com/office/drawing/2014/main" id="{F2D9F596-1986-0CBF-A373-32FC842ED5A9}"/>
              </a:ext>
            </a:extLst>
          </p:cNvPr>
          <p:cNvSpPr/>
          <p:nvPr/>
        </p:nvSpPr>
        <p:spPr>
          <a:xfrm>
            <a:off x="7035601" y="1252270"/>
            <a:ext cx="667846" cy="5001159"/>
          </a:xfrm>
          <a:prstGeom prst="roundRect">
            <a:avLst>
              <a:gd name="adj" fmla="val 14313"/>
            </a:avLst>
          </a:prstGeom>
          <a:solidFill>
            <a:srgbClr val="58B6C0">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0" name="Shape">
            <a:extLst>
              <a:ext uri="{FF2B5EF4-FFF2-40B4-BE49-F238E27FC236}">
                <a16:creationId xmlns:a16="http://schemas.microsoft.com/office/drawing/2014/main" id="{E5BDFFD8-CB9C-068D-A746-24BFC738B64E}"/>
              </a:ext>
            </a:extLst>
          </p:cNvPr>
          <p:cNvSpPr/>
          <p:nvPr/>
        </p:nvSpPr>
        <p:spPr>
          <a:xfrm>
            <a:off x="7035594"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58B6C0"/>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1" name="Placeholder text">
            <a:extLst>
              <a:ext uri="{FF2B5EF4-FFF2-40B4-BE49-F238E27FC236}">
                <a16:creationId xmlns:a16="http://schemas.microsoft.com/office/drawing/2014/main" id="{5AE64DC2-2B3F-AE28-C5FA-DCA000E8AAE9}"/>
              </a:ext>
            </a:extLst>
          </p:cNvPr>
          <p:cNvSpPr txBox="1"/>
          <p:nvPr/>
        </p:nvSpPr>
        <p:spPr>
          <a:xfrm>
            <a:off x="7121229"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7</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22" name="Rounded Rectangle">
            <a:extLst>
              <a:ext uri="{FF2B5EF4-FFF2-40B4-BE49-F238E27FC236}">
                <a16:creationId xmlns:a16="http://schemas.microsoft.com/office/drawing/2014/main" id="{E1814982-3E96-E2CF-FAC5-8D28D8FC0D7E}"/>
              </a:ext>
            </a:extLst>
          </p:cNvPr>
          <p:cNvSpPr/>
          <p:nvPr/>
        </p:nvSpPr>
        <p:spPr>
          <a:xfrm>
            <a:off x="7775183" y="1252270"/>
            <a:ext cx="667846" cy="5001159"/>
          </a:xfrm>
          <a:prstGeom prst="roundRect">
            <a:avLst>
              <a:gd name="adj" fmla="val 14313"/>
            </a:avLst>
          </a:prstGeom>
          <a:solidFill>
            <a:srgbClr val="58B6C0">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3" name="Shape">
            <a:extLst>
              <a:ext uri="{FF2B5EF4-FFF2-40B4-BE49-F238E27FC236}">
                <a16:creationId xmlns:a16="http://schemas.microsoft.com/office/drawing/2014/main" id="{93D47440-FC6F-80B3-48E4-8451F9703176}"/>
              </a:ext>
            </a:extLst>
          </p:cNvPr>
          <p:cNvSpPr/>
          <p:nvPr/>
        </p:nvSpPr>
        <p:spPr>
          <a:xfrm>
            <a:off x="7775176"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58B6C0"/>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4" name="Placeholder text">
            <a:extLst>
              <a:ext uri="{FF2B5EF4-FFF2-40B4-BE49-F238E27FC236}">
                <a16:creationId xmlns:a16="http://schemas.microsoft.com/office/drawing/2014/main" id="{202C8E4F-2585-151D-4A5F-937BEDCD56B7}"/>
              </a:ext>
            </a:extLst>
          </p:cNvPr>
          <p:cNvSpPr txBox="1"/>
          <p:nvPr/>
        </p:nvSpPr>
        <p:spPr>
          <a:xfrm>
            <a:off x="7860811"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8</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25" name="Rounded Rectangle">
            <a:extLst>
              <a:ext uri="{FF2B5EF4-FFF2-40B4-BE49-F238E27FC236}">
                <a16:creationId xmlns:a16="http://schemas.microsoft.com/office/drawing/2014/main" id="{B921CF25-C747-294B-C901-A82278E51CBD}"/>
              </a:ext>
            </a:extLst>
          </p:cNvPr>
          <p:cNvSpPr/>
          <p:nvPr/>
        </p:nvSpPr>
        <p:spPr>
          <a:xfrm>
            <a:off x="8514765" y="1252270"/>
            <a:ext cx="667846" cy="5001159"/>
          </a:xfrm>
          <a:prstGeom prst="roundRect">
            <a:avLst>
              <a:gd name="adj" fmla="val 14313"/>
            </a:avLst>
          </a:prstGeom>
          <a:solidFill>
            <a:srgbClr val="75BDA7">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6" name="Shape">
            <a:extLst>
              <a:ext uri="{FF2B5EF4-FFF2-40B4-BE49-F238E27FC236}">
                <a16:creationId xmlns:a16="http://schemas.microsoft.com/office/drawing/2014/main" id="{536E7EA0-F28E-9222-8C71-576CFF01CF69}"/>
              </a:ext>
            </a:extLst>
          </p:cNvPr>
          <p:cNvSpPr/>
          <p:nvPr/>
        </p:nvSpPr>
        <p:spPr>
          <a:xfrm>
            <a:off x="8514758"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75BDA7"/>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7" name="Placeholder text">
            <a:extLst>
              <a:ext uri="{FF2B5EF4-FFF2-40B4-BE49-F238E27FC236}">
                <a16:creationId xmlns:a16="http://schemas.microsoft.com/office/drawing/2014/main" id="{0F6DB37A-A424-AF20-3F96-D8AA8E65B64A}"/>
              </a:ext>
            </a:extLst>
          </p:cNvPr>
          <p:cNvSpPr txBox="1"/>
          <p:nvPr/>
        </p:nvSpPr>
        <p:spPr>
          <a:xfrm>
            <a:off x="8600393"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9</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28" name="Rounded Rectangle">
            <a:extLst>
              <a:ext uri="{FF2B5EF4-FFF2-40B4-BE49-F238E27FC236}">
                <a16:creationId xmlns:a16="http://schemas.microsoft.com/office/drawing/2014/main" id="{89FF8B19-B5D1-9E16-2EF7-602771FCE9E7}"/>
              </a:ext>
            </a:extLst>
          </p:cNvPr>
          <p:cNvSpPr/>
          <p:nvPr/>
        </p:nvSpPr>
        <p:spPr>
          <a:xfrm>
            <a:off x="9254347" y="1252270"/>
            <a:ext cx="667846" cy="5001159"/>
          </a:xfrm>
          <a:prstGeom prst="roundRect">
            <a:avLst>
              <a:gd name="adj" fmla="val 14313"/>
            </a:avLst>
          </a:prstGeom>
          <a:solidFill>
            <a:srgbClr val="75BDA7">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29" name="Shape">
            <a:extLst>
              <a:ext uri="{FF2B5EF4-FFF2-40B4-BE49-F238E27FC236}">
                <a16:creationId xmlns:a16="http://schemas.microsoft.com/office/drawing/2014/main" id="{D0566860-F37E-0120-B246-F27331C02DBF}"/>
              </a:ext>
            </a:extLst>
          </p:cNvPr>
          <p:cNvSpPr/>
          <p:nvPr/>
        </p:nvSpPr>
        <p:spPr>
          <a:xfrm>
            <a:off x="9254341"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75BDA7"/>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30" name="Placeholder text">
            <a:extLst>
              <a:ext uri="{FF2B5EF4-FFF2-40B4-BE49-F238E27FC236}">
                <a16:creationId xmlns:a16="http://schemas.microsoft.com/office/drawing/2014/main" id="{FAA031EF-808E-49AE-96EA-50BEAC737352}"/>
              </a:ext>
            </a:extLst>
          </p:cNvPr>
          <p:cNvSpPr txBox="1"/>
          <p:nvPr/>
        </p:nvSpPr>
        <p:spPr>
          <a:xfrm>
            <a:off x="9339975"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10</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31" name="Rounded Rectangle">
            <a:extLst>
              <a:ext uri="{FF2B5EF4-FFF2-40B4-BE49-F238E27FC236}">
                <a16:creationId xmlns:a16="http://schemas.microsoft.com/office/drawing/2014/main" id="{F3217F8C-F98B-7804-9856-6A8E5ECF1851}"/>
              </a:ext>
            </a:extLst>
          </p:cNvPr>
          <p:cNvSpPr/>
          <p:nvPr/>
        </p:nvSpPr>
        <p:spPr>
          <a:xfrm>
            <a:off x="9993930" y="1252270"/>
            <a:ext cx="667846" cy="5001159"/>
          </a:xfrm>
          <a:prstGeom prst="roundRect">
            <a:avLst>
              <a:gd name="adj" fmla="val 14313"/>
            </a:avLst>
          </a:prstGeom>
          <a:solidFill>
            <a:srgbClr val="75BDA7">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32" name="Shape">
            <a:extLst>
              <a:ext uri="{FF2B5EF4-FFF2-40B4-BE49-F238E27FC236}">
                <a16:creationId xmlns:a16="http://schemas.microsoft.com/office/drawing/2014/main" id="{1A318F59-D665-75E7-ED80-956AA3CCAD60}"/>
              </a:ext>
            </a:extLst>
          </p:cNvPr>
          <p:cNvSpPr/>
          <p:nvPr/>
        </p:nvSpPr>
        <p:spPr>
          <a:xfrm>
            <a:off x="9993923"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75BDA7"/>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33" name="Placeholder text">
            <a:extLst>
              <a:ext uri="{FF2B5EF4-FFF2-40B4-BE49-F238E27FC236}">
                <a16:creationId xmlns:a16="http://schemas.microsoft.com/office/drawing/2014/main" id="{A2F1F976-DDB7-42C2-75F5-B647439700C8}"/>
              </a:ext>
            </a:extLst>
          </p:cNvPr>
          <p:cNvSpPr txBox="1"/>
          <p:nvPr/>
        </p:nvSpPr>
        <p:spPr>
          <a:xfrm>
            <a:off x="10079558"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11</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34" name="Rounded Rectangle">
            <a:extLst>
              <a:ext uri="{FF2B5EF4-FFF2-40B4-BE49-F238E27FC236}">
                <a16:creationId xmlns:a16="http://schemas.microsoft.com/office/drawing/2014/main" id="{642B60FF-1C65-DF64-3966-5E14EA61F68A}"/>
              </a:ext>
            </a:extLst>
          </p:cNvPr>
          <p:cNvSpPr/>
          <p:nvPr/>
        </p:nvSpPr>
        <p:spPr>
          <a:xfrm>
            <a:off x="10733511" y="1252270"/>
            <a:ext cx="667846" cy="5001159"/>
          </a:xfrm>
          <a:prstGeom prst="roundRect">
            <a:avLst>
              <a:gd name="adj" fmla="val 14313"/>
            </a:avLst>
          </a:prstGeom>
          <a:solidFill>
            <a:srgbClr val="336699">
              <a:alpha val="20000"/>
            </a:srgbClr>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35" name="Shape">
            <a:extLst>
              <a:ext uri="{FF2B5EF4-FFF2-40B4-BE49-F238E27FC236}">
                <a16:creationId xmlns:a16="http://schemas.microsoft.com/office/drawing/2014/main" id="{A00E995F-8F5B-9070-C930-CE8D955BB758}"/>
              </a:ext>
            </a:extLst>
          </p:cNvPr>
          <p:cNvSpPr/>
          <p:nvPr/>
        </p:nvSpPr>
        <p:spPr>
          <a:xfrm>
            <a:off x="10733505" y="1252273"/>
            <a:ext cx="667920" cy="430004"/>
          </a:xfrm>
          <a:custGeom>
            <a:avLst/>
            <a:gdLst/>
            <a:ahLst/>
            <a:cxnLst>
              <a:cxn ang="0">
                <a:pos x="wd2" y="hd2"/>
              </a:cxn>
              <a:cxn ang="5400000">
                <a:pos x="wd2" y="hd2"/>
              </a:cxn>
              <a:cxn ang="10800000">
                <a:pos x="wd2" y="hd2"/>
              </a:cxn>
              <a:cxn ang="16200000">
                <a:pos x="wd2" y="hd2"/>
              </a:cxn>
            </a:cxnLst>
            <a:rect l="0" t="0" r="r" b="b"/>
            <a:pathLst>
              <a:path w="21600" h="21600" extrusionOk="0">
                <a:moveTo>
                  <a:pt x="4727" y="0"/>
                </a:moveTo>
                <a:cubicBezTo>
                  <a:pt x="3340" y="0"/>
                  <a:pt x="2506" y="0"/>
                  <a:pt x="1951" y="382"/>
                </a:cubicBezTo>
                <a:cubicBezTo>
                  <a:pt x="1152" y="861"/>
                  <a:pt x="523" y="1897"/>
                  <a:pt x="232" y="3215"/>
                </a:cubicBezTo>
                <a:cubicBezTo>
                  <a:pt x="0" y="4128"/>
                  <a:pt x="0" y="5503"/>
                  <a:pt x="0" y="7787"/>
                </a:cubicBezTo>
                <a:lnTo>
                  <a:pt x="0" y="21600"/>
                </a:lnTo>
                <a:lnTo>
                  <a:pt x="21600" y="21600"/>
                </a:lnTo>
                <a:lnTo>
                  <a:pt x="21600" y="7787"/>
                </a:lnTo>
                <a:cubicBezTo>
                  <a:pt x="21600" y="5503"/>
                  <a:pt x="21600" y="4128"/>
                  <a:pt x="21368" y="3215"/>
                </a:cubicBezTo>
                <a:cubicBezTo>
                  <a:pt x="21077" y="1897"/>
                  <a:pt x="20448" y="861"/>
                  <a:pt x="19649" y="382"/>
                </a:cubicBezTo>
                <a:cubicBezTo>
                  <a:pt x="19094" y="0"/>
                  <a:pt x="18260" y="0"/>
                  <a:pt x="16873" y="0"/>
                </a:cubicBezTo>
                <a:lnTo>
                  <a:pt x="4727" y="0"/>
                </a:lnTo>
                <a:close/>
              </a:path>
            </a:pathLst>
          </a:custGeom>
          <a:solidFill>
            <a:srgbClr val="336699"/>
          </a:solidFill>
          <a:ln w="12700" cap="flat">
            <a:noFill/>
            <a:miter lim="400000"/>
          </a:ln>
          <a:effectLst/>
        </p:spPr>
        <p:txBody>
          <a:bodyPr wrap="square" lIns="0" tIns="0" rIns="0" bIns="0" numCol="1" anchor="ctr">
            <a:noAutofit/>
          </a:bodyPr>
          <a:lstStyle/>
          <a:p>
            <a:endParaRPr sz="846">
              <a:solidFill>
                <a:srgbClr val="FFFFFF"/>
              </a:solidFill>
              <a:latin typeface="微软雅黑" panose="020B0503020204020204" pitchFamily="34" charset="-122"/>
              <a:ea typeface="微软雅黑" panose="020B0503020204020204" pitchFamily="34" charset="-122"/>
            </a:endParaRPr>
          </a:p>
        </p:txBody>
      </p:sp>
      <p:sp>
        <p:nvSpPr>
          <p:cNvPr id="136" name="Placeholder text">
            <a:extLst>
              <a:ext uri="{FF2B5EF4-FFF2-40B4-BE49-F238E27FC236}">
                <a16:creationId xmlns:a16="http://schemas.microsoft.com/office/drawing/2014/main" id="{8B39FCA9-4ECB-DAD8-57B2-5B2AD04DC12E}"/>
              </a:ext>
            </a:extLst>
          </p:cNvPr>
          <p:cNvSpPr txBox="1"/>
          <p:nvPr/>
        </p:nvSpPr>
        <p:spPr>
          <a:xfrm>
            <a:off x="10819139" y="1324308"/>
            <a:ext cx="497075" cy="236389"/>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defTabSz="457200">
              <a:defRPr sz="2445">
                <a:solidFill>
                  <a:srgbClr val="FFFFFF"/>
                </a:solidFill>
                <a:latin typeface="微软雅黑"/>
                <a:ea typeface="微软雅黑"/>
                <a:cs typeface="微软雅黑"/>
                <a:sym typeface="DM Sans Medium"/>
              </a:defRPr>
            </a:lvl1pPr>
          </a:lstStyle>
          <a:p>
            <a:pPr algn="ctr"/>
            <a:r>
              <a:rPr lang="en-US" altLang="zh-CN" sz="1223" b="1" dirty="0">
                <a:solidFill>
                  <a:srgbClr val="FFFFFF"/>
                </a:solidFill>
                <a:latin typeface="微软雅黑" panose="020B0503020204020204" pitchFamily="34" charset="-122"/>
                <a:ea typeface="微软雅黑" panose="020B0503020204020204" pitchFamily="34" charset="-122"/>
              </a:rPr>
              <a:t>12</a:t>
            </a:r>
            <a:r>
              <a:rPr lang="zh-CN" altLang="en-US" sz="1223" b="1" dirty="0">
                <a:solidFill>
                  <a:srgbClr val="FFFFFF"/>
                </a:solidFill>
                <a:latin typeface="微软雅黑" panose="020B0503020204020204" pitchFamily="34" charset="-122"/>
                <a:ea typeface="微软雅黑" panose="020B0503020204020204" pitchFamily="34" charset="-122"/>
              </a:rPr>
              <a:t>月</a:t>
            </a:r>
          </a:p>
        </p:txBody>
      </p:sp>
      <p:sp>
        <p:nvSpPr>
          <p:cNvPr id="137" name="Shape">
            <a:extLst>
              <a:ext uri="{FF2B5EF4-FFF2-40B4-BE49-F238E27FC236}">
                <a16:creationId xmlns:a16="http://schemas.microsoft.com/office/drawing/2014/main" id="{355FDC6D-47A3-0379-608A-A17779B188BB}"/>
              </a:ext>
            </a:extLst>
          </p:cNvPr>
          <p:cNvSpPr/>
          <p:nvPr/>
        </p:nvSpPr>
        <p:spPr>
          <a:xfrm>
            <a:off x="790575" y="1702118"/>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38" name="Placeholder text">
            <a:extLst>
              <a:ext uri="{FF2B5EF4-FFF2-40B4-BE49-F238E27FC236}">
                <a16:creationId xmlns:a16="http://schemas.microsoft.com/office/drawing/2014/main" id="{F55EEE20-DBA8-7C4F-6285-7F85667BBB83}"/>
              </a:ext>
            </a:extLst>
          </p:cNvPr>
          <p:cNvSpPr txBox="1"/>
          <p:nvPr/>
        </p:nvSpPr>
        <p:spPr>
          <a:xfrm>
            <a:off x="1145969" y="1775615"/>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01</a:t>
            </a:r>
            <a:endParaRPr sz="1223" b="1" dirty="0">
              <a:solidFill>
                <a:srgbClr val="FFFFFF"/>
              </a:solidFill>
              <a:latin typeface="微软雅黑" panose="020B0503020204020204" pitchFamily="34" charset="-122"/>
              <a:ea typeface="微软雅黑" panose="020B0503020204020204" pitchFamily="34" charset="-122"/>
            </a:endParaRPr>
          </a:p>
        </p:txBody>
      </p:sp>
      <p:sp>
        <p:nvSpPr>
          <p:cNvPr id="139" name="Shape">
            <a:extLst>
              <a:ext uri="{FF2B5EF4-FFF2-40B4-BE49-F238E27FC236}">
                <a16:creationId xmlns:a16="http://schemas.microsoft.com/office/drawing/2014/main" id="{4F6CD41B-8A05-8A2C-8007-70C7DA70671D}"/>
              </a:ext>
            </a:extLst>
          </p:cNvPr>
          <p:cNvSpPr/>
          <p:nvPr/>
        </p:nvSpPr>
        <p:spPr>
          <a:xfrm>
            <a:off x="790575" y="2206712"/>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40" name="Placeholder text">
            <a:extLst>
              <a:ext uri="{FF2B5EF4-FFF2-40B4-BE49-F238E27FC236}">
                <a16:creationId xmlns:a16="http://schemas.microsoft.com/office/drawing/2014/main" id="{FC4E277F-76C8-1B0D-45CE-AF047E4B5A1D}"/>
              </a:ext>
            </a:extLst>
          </p:cNvPr>
          <p:cNvSpPr txBox="1"/>
          <p:nvPr/>
        </p:nvSpPr>
        <p:spPr>
          <a:xfrm>
            <a:off x="1145969" y="2280209"/>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02</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41" name="Shape">
            <a:extLst>
              <a:ext uri="{FF2B5EF4-FFF2-40B4-BE49-F238E27FC236}">
                <a16:creationId xmlns:a16="http://schemas.microsoft.com/office/drawing/2014/main" id="{ED392AB9-6ACB-AA7F-3117-20263ACB86EF}"/>
              </a:ext>
            </a:extLst>
          </p:cNvPr>
          <p:cNvSpPr/>
          <p:nvPr/>
        </p:nvSpPr>
        <p:spPr>
          <a:xfrm>
            <a:off x="790575" y="2711305"/>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42" name="Placeholder text">
            <a:extLst>
              <a:ext uri="{FF2B5EF4-FFF2-40B4-BE49-F238E27FC236}">
                <a16:creationId xmlns:a16="http://schemas.microsoft.com/office/drawing/2014/main" id="{EF0DE484-74BF-9FC2-6000-DF4E5EED403D}"/>
              </a:ext>
            </a:extLst>
          </p:cNvPr>
          <p:cNvSpPr txBox="1"/>
          <p:nvPr/>
        </p:nvSpPr>
        <p:spPr>
          <a:xfrm>
            <a:off x="1145969" y="2784803"/>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03</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43" name="Shape">
            <a:extLst>
              <a:ext uri="{FF2B5EF4-FFF2-40B4-BE49-F238E27FC236}">
                <a16:creationId xmlns:a16="http://schemas.microsoft.com/office/drawing/2014/main" id="{9BCF2714-0D13-5555-4FCD-32B002A53469}"/>
              </a:ext>
            </a:extLst>
          </p:cNvPr>
          <p:cNvSpPr/>
          <p:nvPr/>
        </p:nvSpPr>
        <p:spPr>
          <a:xfrm>
            <a:off x="790575" y="3215898"/>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44" name="Placeholder text">
            <a:extLst>
              <a:ext uri="{FF2B5EF4-FFF2-40B4-BE49-F238E27FC236}">
                <a16:creationId xmlns:a16="http://schemas.microsoft.com/office/drawing/2014/main" id="{98CF893F-7489-1824-3373-0053FF307EE4}"/>
              </a:ext>
            </a:extLst>
          </p:cNvPr>
          <p:cNvSpPr txBox="1"/>
          <p:nvPr/>
        </p:nvSpPr>
        <p:spPr>
          <a:xfrm>
            <a:off x="1145969" y="3289396"/>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04</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45" name="Shape">
            <a:extLst>
              <a:ext uri="{FF2B5EF4-FFF2-40B4-BE49-F238E27FC236}">
                <a16:creationId xmlns:a16="http://schemas.microsoft.com/office/drawing/2014/main" id="{FDB1C629-460B-3BB7-29B4-9D5FC04FCF05}"/>
              </a:ext>
            </a:extLst>
          </p:cNvPr>
          <p:cNvSpPr/>
          <p:nvPr/>
        </p:nvSpPr>
        <p:spPr>
          <a:xfrm>
            <a:off x="790575" y="3720492"/>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46" name="Placeholder text">
            <a:extLst>
              <a:ext uri="{FF2B5EF4-FFF2-40B4-BE49-F238E27FC236}">
                <a16:creationId xmlns:a16="http://schemas.microsoft.com/office/drawing/2014/main" id="{7445C781-DE6E-BEF9-5B51-2AF2C4349C98}"/>
              </a:ext>
            </a:extLst>
          </p:cNvPr>
          <p:cNvSpPr txBox="1"/>
          <p:nvPr/>
        </p:nvSpPr>
        <p:spPr>
          <a:xfrm>
            <a:off x="1145969" y="3793989"/>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05</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47" name="Shape">
            <a:extLst>
              <a:ext uri="{FF2B5EF4-FFF2-40B4-BE49-F238E27FC236}">
                <a16:creationId xmlns:a16="http://schemas.microsoft.com/office/drawing/2014/main" id="{0512F1E2-6758-1E4A-E6CF-1EBBD1BF40F3}"/>
              </a:ext>
            </a:extLst>
          </p:cNvPr>
          <p:cNvSpPr/>
          <p:nvPr/>
        </p:nvSpPr>
        <p:spPr>
          <a:xfrm>
            <a:off x="790575" y="4225086"/>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48" name="Placeholder text">
            <a:extLst>
              <a:ext uri="{FF2B5EF4-FFF2-40B4-BE49-F238E27FC236}">
                <a16:creationId xmlns:a16="http://schemas.microsoft.com/office/drawing/2014/main" id="{CB2CC1C7-3D09-95BE-1CB5-D8BB6602B312}"/>
              </a:ext>
            </a:extLst>
          </p:cNvPr>
          <p:cNvSpPr txBox="1"/>
          <p:nvPr/>
        </p:nvSpPr>
        <p:spPr>
          <a:xfrm>
            <a:off x="1145969" y="4298583"/>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06</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49" name="Shape">
            <a:extLst>
              <a:ext uri="{FF2B5EF4-FFF2-40B4-BE49-F238E27FC236}">
                <a16:creationId xmlns:a16="http://schemas.microsoft.com/office/drawing/2014/main" id="{6BC94120-68E8-646B-59A2-11662553E59C}"/>
              </a:ext>
            </a:extLst>
          </p:cNvPr>
          <p:cNvSpPr/>
          <p:nvPr/>
        </p:nvSpPr>
        <p:spPr>
          <a:xfrm>
            <a:off x="790575" y="4729679"/>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50" name="Placeholder text">
            <a:extLst>
              <a:ext uri="{FF2B5EF4-FFF2-40B4-BE49-F238E27FC236}">
                <a16:creationId xmlns:a16="http://schemas.microsoft.com/office/drawing/2014/main" id="{1A8EB804-4F2B-F689-394D-38C3C094C4C5}"/>
              </a:ext>
            </a:extLst>
          </p:cNvPr>
          <p:cNvSpPr txBox="1"/>
          <p:nvPr/>
        </p:nvSpPr>
        <p:spPr>
          <a:xfrm>
            <a:off x="1145969" y="4803176"/>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07</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51" name="Shape">
            <a:extLst>
              <a:ext uri="{FF2B5EF4-FFF2-40B4-BE49-F238E27FC236}">
                <a16:creationId xmlns:a16="http://schemas.microsoft.com/office/drawing/2014/main" id="{8F095119-D7E3-E46D-B5A6-FE965AED38FA}"/>
              </a:ext>
            </a:extLst>
          </p:cNvPr>
          <p:cNvSpPr/>
          <p:nvPr/>
        </p:nvSpPr>
        <p:spPr>
          <a:xfrm>
            <a:off x="790575" y="5234272"/>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52" name="Placeholder text">
            <a:extLst>
              <a:ext uri="{FF2B5EF4-FFF2-40B4-BE49-F238E27FC236}">
                <a16:creationId xmlns:a16="http://schemas.microsoft.com/office/drawing/2014/main" id="{8A8C685E-90BC-4E95-8877-5D96503728CB}"/>
              </a:ext>
            </a:extLst>
          </p:cNvPr>
          <p:cNvSpPr txBox="1"/>
          <p:nvPr/>
        </p:nvSpPr>
        <p:spPr>
          <a:xfrm>
            <a:off x="1145969" y="5307770"/>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08</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sp>
        <p:nvSpPr>
          <p:cNvPr id="153" name="Shape">
            <a:extLst>
              <a:ext uri="{FF2B5EF4-FFF2-40B4-BE49-F238E27FC236}">
                <a16:creationId xmlns:a16="http://schemas.microsoft.com/office/drawing/2014/main" id="{B074A0FE-D767-B69C-277A-47985F332558}"/>
              </a:ext>
            </a:extLst>
          </p:cNvPr>
          <p:cNvSpPr/>
          <p:nvPr/>
        </p:nvSpPr>
        <p:spPr>
          <a:xfrm>
            <a:off x="790575" y="5738866"/>
            <a:ext cx="1730535" cy="430848"/>
          </a:xfrm>
          <a:custGeom>
            <a:avLst/>
            <a:gdLst/>
            <a:ahLst/>
            <a:cxnLst>
              <a:cxn ang="0">
                <a:pos x="wd2" y="hd2"/>
              </a:cxn>
              <a:cxn ang="5400000">
                <a:pos x="wd2" y="hd2"/>
              </a:cxn>
              <a:cxn ang="10800000">
                <a:pos x="wd2" y="hd2"/>
              </a:cxn>
              <a:cxn ang="16200000">
                <a:pos x="wd2" y="hd2"/>
              </a:cxn>
            </a:cxnLst>
            <a:rect l="0" t="0" r="r" b="b"/>
            <a:pathLst>
              <a:path w="21600" h="21600" extrusionOk="0">
                <a:moveTo>
                  <a:pt x="1824" y="0"/>
                </a:moveTo>
                <a:cubicBezTo>
                  <a:pt x="1557" y="0"/>
                  <a:pt x="1343" y="0"/>
                  <a:pt x="1168" y="48"/>
                </a:cubicBezTo>
                <a:cubicBezTo>
                  <a:pt x="994" y="96"/>
                  <a:pt x="860" y="191"/>
                  <a:pt x="753" y="381"/>
                </a:cubicBezTo>
                <a:cubicBezTo>
                  <a:pt x="599" y="620"/>
                  <a:pt x="461" y="999"/>
                  <a:pt x="348" y="1481"/>
                </a:cubicBezTo>
                <a:cubicBezTo>
                  <a:pt x="234" y="1964"/>
                  <a:pt x="146" y="2551"/>
                  <a:pt x="89" y="3208"/>
                </a:cubicBezTo>
                <a:cubicBezTo>
                  <a:pt x="45" y="3664"/>
                  <a:pt x="22" y="4235"/>
                  <a:pt x="11" y="4977"/>
                </a:cubicBezTo>
                <a:cubicBezTo>
                  <a:pt x="0" y="5719"/>
                  <a:pt x="0" y="6632"/>
                  <a:pt x="0" y="7772"/>
                </a:cubicBezTo>
                <a:lnTo>
                  <a:pt x="0" y="13828"/>
                </a:lnTo>
                <a:cubicBezTo>
                  <a:pt x="0" y="14968"/>
                  <a:pt x="0" y="15881"/>
                  <a:pt x="11" y="16623"/>
                </a:cubicBezTo>
                <a:cubicBezTo>
                  <a:pt x="22" y="17365"/>
                  <a:pt x="45" y="17936"/>
                  <a:pt x="89" y="18392"/>
                </a:cubicBezTo>
                <a:cubicBezTo>
                  <a:pt x="146" y="19049"/>
                  <a:pt x="234" y="19636"/>
                  <a:pt x="348" y="20119"/>
                </a:cubicBezTo>
                <a:cubicBezTo>
                  <a:pt x="461" y="20601"/>
                  <a:pt x="599" y="20980"/>
                  <a:pt x="753" y="21219"/>
                </a:cubicBezTo>
                <a:cubicBezTo>
                  <a:pt x="860" y="21409"/>
                  <a:pt x="994" y="21504"/>
                  <a:pt x="1168" y="21552"/>
                </a:cubicBezTo>
                <a:cubicBezTo>
                  <a:pt x="1343" y="21600"/>
                  <a:pt x="1557" y="21600"/>
                  <a:pt x="1824" y="21600"/>
                </a:cubicBezTo>
                <a:lnTo>
                  <a:pt x="21600" y="21600"/>
                </a:lnTo>
                <a:lnTo>
                  <a:pt x="21600" y="0"/>
                </a:lnTo>
                <a:lnTo>
                  <a:pt x="1824" y="0"/>
                </a:lnTo>
                <a:close/>
              </a:path>
            </a:pathLst>
          </a:custGeom>
          <a:solidFill>
            <a:srgbClr val="58B6C0"/>
          </a:solidFill>
          <a:ln w="12700">
            <a:miter lim="400000"/>
          </a:ln>
        </p:spPr>
        <p:txBody>
          <a:bodyPr lIns="0" tIns="0" rIns="0" bIns="0" anchor="ctr"/>
          <a:lstStyle/>
          <a:p>
            <a:endParaRPr sz="846">
              <a:latin typeface="微软雅黑" panose="020B0503020204020204" pitchFamily="34" charset="-122"/>
              <a:ea typeface="微软雅黑" panose="020B0503020204020204" pitchFamily="34" charset="-122"/>
            </a:endParaRPr>
          </a:p>
        </p:txBody>
      </p:sp>
      <p:sp>
        <p:nvSpPr>
          <p:cNvPr id="154" name="Placeholder text">
            <a:extLst>
              <a:ext uri="{FF2B5EF4-FFF2-40B4-BE49-F238E27FC236}">
                <a16:creationId xmlns:a16="http://schemas.microsoft.com/office/drawing/2014/main" id="{D6A8E591-CA4D-B181-E5C6-ED1BCB5824D8}"/>
              </a:ext>
            </a:extLst>
          </p:cNvPr>
          <p:cNvSpPr txBox="1"/>
          <p:nvPr/>
        </p:nvSpPr>
        <p:spPr>
          <a:xfrm>
            <a:off x="1145969" y="5805605"/>
            <a:ext cx="1034410" cy="23638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defTabSz="457200">
              <a:defRPr sz="2445">
                <a:solidFill>
                  <a:srgbClr val="000000"/>
                </a:solidFill>
                <a:latin typeface="微软雅黑"/>
                <a:ea typeface="微软雅黑"/>
                <a:cs typeface="微软雅黑"/>
                <a:sym typeface="DM Sans Medium"/>
              </a:defRPr>
            </a:lvl1pPr>
          </a:lstStyle>
          <a:p>
            <a:pPr algn="ctr"/>
            <a:r>
              <a:rPr lang="zh-CN" altLang="en-US" sz="1223" b="1" dirty="0">
                <a:solidFill>
                  <a:srgbClr val="FFFFFF"/>
                </a:solidFill>
                <a:latin typeface="微软雅黑" panose="020B0503020204020204" pitchFamily="34" charset="-122"/>
                <a:ea typeface="微软雅黑" panose="020B0503020204020204" pitchFamily="34" charset="-122"/>
              </a:rPr>
              <a:t>工作任务</a:t>
            </a:r>
            <a:r>
              <a:rPr lang="en-US" altLang="zh-CN" sz="1223" b="1" dirty="0">
                <a:solidFill>
                  <a:srgbClr val="FFFFFF"/>
                </a:solidFill>
                <a:latin typeface="微软雅黑" panose="020B0503020204020204" pitchFamily="34" charset="-122"/>
                <a:ea typeface="微软雅黑" panose="020B0503020204020204" pitchFamily="34" charset="-122"/>
              </a:rPr>
              <a:t>09</a:t>
            </a:r>
            <a:endParaRPr lang="zh-CN" altLang="en-US" sz="1223" b="1" dirty="0">
              <a:solidFill>
                <a:srgbClr val="FFFFFF"/>
              </a:solidFill>
              <a:latin typeface="微软雅黑" panose="020B0503020204020204" pitchFamily="34" charset="-122"/>
              <a:ea typeface="微软雅黑" panose="020B0503020204020204" pitchFamily="34" charset="-122"/>
            </a:endParaRPr>
          </a:p>
        </p:txBody>
      </p:sp>
      <p:grpSp>
        <p:nvGrpSpPr>
          <p:cNvPr id="155" name="Group">
            <a:extLst>
              <a:ext uri="{FF2B5EF4-FFF2-40B4-BE49-F238E27FC236}">
                <a16:creationId xmlns:a16="http://schemas.microsoft.com/office/drawing/2014/main" id="{4AA3D31D-FF68-EA83-E650-7E51C2512095}"/>
              </a:ext>
            </a:extLst>
          </p:cNvPr>
          <p:cNvGrpSpPr/>
          <p:nvPr/>
        </p:nvGrpSpPr>
        <p:grpSpPr>
          <a:xfrm>
            <a:off x="2682502" y="1762631"/>
            <a:ext cx="2062683" cy="309822"/>
            <a:chOff x="0" y="0"/>
            <a:chExt cx="4110794" cy="582200"/>
          </a:xfrm>
        </p:grpSpPr>
        <p:sp>
          <p:nvSpPr>
            <p:cNvPr id="156" name="Arrow">
              <a:extLst>
                <a:ext uri="{FF2B5EF4-FFF2-40B4-BE49-F238E27FC236}">
                  <a16:creationId xmlns:a16="http://schemas.microsoft.com/office/drawing/2014/main" id="{A0360AAC-DDC2-257D-8555-B958D08C50CB}"/>
                </a:ext>
              </a:extLst>
            </p:cNvPr>
            <p:cNvSpPr/>
            <p:nvPr/>
          </p:nvSpPr>
          <p:spPr>
            <a:xfrm>
              <a:off x="0" y="0"/>
              <a:ext cx="4110794" cy="582200"/>
            </a:xfrm>
            <a:prstGeom prst="rightArrow">
              <a:avLst>
                <a:gd name="adj1" fmla="val 100000"/>
                <a:gd name="adj2" fmla="val 72878"/>
              </a:avLst>
            </a:prstGeom>
            <a:solidFill>
              <a:srgbClr val="336699"/>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57" name="Calendar for the year 2023 by month. The first day of the week is Monday.">
              <a:extLst>
                <a:ext uri="{FF2B5EF4-FFF2-40B4-BE49-F238E27FC236}">
                  <a16:creationId xmlns:a16="http://schemas.microsoft.com/office/drawing/2014/main" id="{D02A3067-F161-FEF1-C687-600B8AADE2D7}"/>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endParaRPr sz="1000" dirty="0">
                <a:solidFill>
                  <a:srgbClr val="FFFFFF"/>
                </a:solidFill>
                <a:latin typeface="微软雅黑" panose="020B0503020204020204" pitchFamily="34" charset="-122"/>
                <a:ea typeface="微软雅黑" panose="020B0503020204020204" pitchFamily="34" charset="-122"/>
              </a:endParaRPr>
            </a:p>
          </p:txBody>
        </p:sp>
      </p:grpSp>
      <p:grpSp>
        <p:nvGrpSpPr>
          <p:cNvPr id="158" name="Group">
            <a:extLst>
              <a:ext uri="{FF2B5EF4-FFF2-40B4-BE49-F238E27FC236}">
                <a16:creationId xmlns:a16="http://schemas.microsoft.com/office/drawing/2014/main" id="{8614569B-D384-DD6C-D74F-43B538D09116}"/>
              </a:ext>
            </a:extLst>
          </p:cNvPr>
          <p:cNvGrpSpPr/>
          <p:nvPr/>
        </p:nvGrpSpPr>
        <p:grpSpPr>
          <a:xfrm>
            <a:off x="6708005" y="1762631"/>
            <a:ext cx="2062683" cy="309822"/>
            <a:chOff x="0" y="0"/>
            <a:chExt cx="4110794" cy="582200"/>
          </a:xfrm>
        </p:grpSpPr>
        <p:sp>
          <p:nvSpPr>
            <p:cNvPr id="159" name="Arrow">
              <a:extLst>
                <a:ext uri="{FF2B5EF4-FFF2-40B4-BE49-F238E27FC236}">
                  <a16:creationId xmlns:a16="http://schemas.microsoft.com/office/drawing/2014/main" id="{C5B0DF3D-BB68-0D8B-23E2-4CD674FEED29}"/>
                </a:ext>
              </a:extLst>
            </p:cNvPr>
            <p:cNvSpPr/>
            <p:nvPr/>
          </p:nvSpPr>
          <p:spPr>
            <a:xfrm>
              <a:off x="0" y="0"/>
              <a:ext cx="4110794" cy="582200"/>
            </a:xfrm>
            <a:prstGeom prst="rightArrow">
              <a:avLst>
                <a:gd name="adj1" fmla="val 100000"/>
                <a:gd name="adj2" fmla="val 72878"/>
              </a:avLst>
            </a:prstGeom>
            <a:solidFill>
              <a:srgbClr val="58B6C0"/>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60" name="Calendar for the year 2023 by month. The first day of the week is Monday.">
              <a:extLst>
                <a:ext uri="{FF2B5EF4-FFF2-40B4-BE49-F238E27FC236}">
                  <a16:creationId xmlns:a16="http://schemas.microsoft.com/office/drawing/2014/main" id="{C45A2924-8FC4-280C-0E38-9145AEBB7FB5}"/>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61" name="Group">
            <a:extLst>
              <a:ext uri="{FF2B5EF4-FFF2-40B4-BE49-F238E27FC236}">
                <a16:creationId xmlns:a16="http://schemas.microsoft.com/office/drawing/2014/main" id="{BA5AE4D8-0E51-B2B2-EED8-0EAB42960820}"/>
              </a:ext>
            </a:extLst>
          </p:cNvPr>
          <p:cNvGrpSpPr/>
          <p:nvPr/>
        </p:nvGrpSpPr>
        <p:grpSpPr>
          <a:xfrm>
            <a:off x="9522926" y="1762631"/>
            <a:ext cx="1759858" cy="309822"/>
            <a:chOff x="0" y="0"/>
            <a:chExt cx="3507284" cy="582200"/>
          </a:xfrm>
        </p:grpSpPr>
        <p:sp>
          <p:nvSpPr>
            <p:cNvPr id="162" name="Arrow">
              <a:extLst>
                <a:ext uri="{FF2B5EF4-FFF2-40B4-BE49-F238E27FC236}">
                  <a16:creationId xmlns:a16="http://schemas.microsoft.com/office/drawing/2014/main" id="{AED55802-8B5B-2DE1-0345-9F43675903C2}"/>
                </a:ext>
              </a:extLst>
            </p:cNvPr>
            <p:cNvSpPr/>
            <p:nvPr/>
          </p:nvSpPr>
          <p:spPr>
            <a:xfrm>
              <a:off x="0" y="0"/>
              <a:ext cx="3507284" cy="582200"/>
            </a:xfrm>
            <a:prstGeom prst="rightArrow">
              <a:avLst>
                <a:gd name="adj1" fmla="val 100000"/>
                <a:gd name="adj2" fmla="val 72878"/>
              </a:avLst>
            </a:prstGeom>
            <a:solidFill>
              <a:srgbClr val="75BDA7"/>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63" name="Calendar for the year 2023 by month. The first day of the week is Monday.">
              <a:extLst>
                <a:ext uri="{FF2B5EF4-FFF2-40B4-BE49-F238E27FC236}">
                  <a16:creationId xmlns:a16="http://schemas.microsoft.com/office/drawing/2014/main" id="{6FA7A15B-D0DB-1AA3-2EB4-55474864FF9F}"/>
                </a:ext>
              </a:extLst>
            </p:cNvPr>
            <p:cNvSpPr/>
            <p:nvPr/>
          </p:nvSpPr>
          <p:spPr>
            <a:xfrm>
              <a:off x="94843" y="94744"/>
              <a:ext cx="3029004"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64" name="Group">
            <a:extLst>
              <a:ext uri="{FF2B5EF4-FFF2-40B4-BE49-F238E27FC236}">
                <a16:creationId xmlns:a16="http://schemas.microsoft.com/office/drawing/2014/main" id="{66FC8304-DFE4-DBA3-9593-D6DA2D64A21F}"/>
              </a:ext>
            </a:extLst>
          </p:cNvPr>
          <p:cNvGrpSpPr/>
          <p:nvPr/>
        </p:nvGrpSpPr>
        <p:grpSpPr>
          <a:xfrm>
            <a:off x="3650904" y="2264370"/>
            <a:ext cx="2062683" cy="309822"/>
            <a:chOff x="0" y="0"/>
            <a:chExt cx="4110794" cy="582200"/>
          </a:xfrm>
        </p:grpSpPr>
        <p:sp>
          <p:nvSpPr>
            <p:cNvPr id="165" name="Arrow">
              <a:extLst>
                <a:ext uri="{FF2B5EF4-FFF2-40B4-BE49-F238E27FC236}">
                  <a16:creationId xmlns:a16="http://schemas.microsoft.com/office/drawing/2014/main" id="{07C338D6-1547-A2C8-C8BC-01B20A24B1D5}"/>
                </a:ext>
              </a:extLst>
            </p:cNvPr>
            <p:cNvSpPr/>
            <p:nvPr/>
          </p:nvSpPr>
          <p:spPr>
            <a:xfrm>
              <a:off x="0" y="0"/>
              <a:ext cx="4110794" cy="582200"/>
            </a:xfrm>
            <a:prstGeom prst="rightArrow">
              <a:avLst>
                <a:gd name="adj1" fmla="val 100000"/>
                <a:gd name="adj2" fmla="val 72878"/>
              </a:avLst>
            </a:prstGeom>
            <a:solidFill>
              <a:srgbClr val="3494BA"/>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66" name="Calendar for the year 2023 by month. The first day of the week is Monday.">
              <a:extLst>
                <a:ext uri="{FF2B5EF4-FFF2-40B4-BE49-F238E27FC236}">
                  <a16:creationId xmlns:a16="http://schemas.microsoft.com/office/drawing/2014/main" id="{310600E2-6C16-2D28-9939-1AF30AFF988F}"/>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sp>
        <p:nvSpPr>
          <p:cNvPr id="167" name="Arrow">
            <a:extLst>
              <a:ext uri="{FF2B5EF4-FFF2-40B4-BE49-F238E27FC236}">
                <a16:creationId xmlns:a16="http://schemas.microsoft.com/office/drawing/2014/main" id="{2F9E1F66-1253-AB2E-08ED-5EFFFA55F7A6}"/>
              </a:ext>
            </a:extLst>
          </p:cNvPr>
          <p:cNvSpPr/>
          <p:nvPr/>
        </p:nvSpPr>
        <p:spPr>
          <a:xfrm>
            <a:off x="7546357" y="2264370"/>
            <a:ext cx="2062682" cy="309822"/>
          </a:xfrm>
          <a:prstGeom prst="rightArrow">
            <a:avLst>
              <a:gd name="adj1" fmla="val 100000"/>
              <a:gd name="adj2" fmla="val 72878"/>
            </a:avLst>
          </a:prstGeom>
          <a:solidFill>
            <a:srgbClr val="58B6C0"/>
          </a:solidFill>
          <a:ln w="12700">
            <a:miter lim="400000"/>
          </a:ln>
        </p:spPr>
        <p:txBody>
          <a:bodyPr lIns="0" tIns="0" rIns="0" bIns="0" anchor="ctr"/>
          <a:lstStyle/>
          <a:p>
            <a:endParaRPr sz="846">
              <a:solidFill>
                <a:srgbClr val="FFFFFF"/>
              </a:solidFill>
              <a:latin typeface="微软雅黑" panose="020B0503020204020204" pitchFamily="34" charset="-122"/>
              <a:ea typeface="微软雅黑" panose="020B0503020204020204" pitchFamily="34" charset="-122"/>
            </a:endParaRPr>
          </a:p>
        </p:txBody>
      </p:sp>
      <p:grpSp>
        <p:nvGrpSpPr>
          <p:cNvPr id="168" name="Group">
            <a:extLst>
              <a:ext uri="{FF2B5EF4-FFF2-40B4-BE49-F238E27FC236}">
                <a16:creationId xmlns:a16="http://schemas.microsoft.com/office/drawing/2014/main" id="{A5A93044-8BE4-558E-B96F-668A265B79E4}"/>
              </a:ext>
            </a:extLst>
          </p:cNvPr>
          <p:cNvGrpSpPr/>
          <p:nvPr/>
        </p:nvGrpSpPr>
        <p:grpSpPr>
          <a:xfrm>
            <a:off x="9686940" y="2264370"/>
            <a:ext cx="1431380" cy="309822"/>
            <a:chOff x="0" y="0"/>
            <a:chExt cx="2852647" cy="582200"/>
          </a:xfrm>
        </p:grpSpPr>
        <p:sp>
          <p:nvSpPr>
            <p:cNvPr id="169" name="Arrow">
              <a:extLst>
                <a:ext uri="{FF2B5EF4-FFF2-40B4-BE49-F238E27FC236}">
                  <a16:creationId xmlns:a16="http://schemas.microsoft.com/office/drawing/2014/main" id="{38D4CBD9-2AEF-7104-162C-B9169454AB55}"/>
                </a:ext>
              </a:extLst>
            </p:cNvPr>
            <p:cNvSpPr/>
            <p:nvPr/>
          </p:nvSpPr>
          <p:spPr>
            <a:xfrm>
              <a:off x="0" y="0"/>
              <a:ext cx="2852647" cy="582200"/>
            </a:xfrm>
            <a:prstGeom prst="rightArrow">
              <a:avLst>
                <a:gd name="adj1" fmla="val 100000"/>
                <a:gd name="adj2" fmla="val 72878"/>
              </a:avLst>
            </a:prstGeom>
            <a:solidFill>
              <a:srgbClr val="75BDA7"/>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70" name="Calendar for the year 2023 by month. The first day of the week is Monday.">
              <a:extLst>
                <a:ext uri="{FF2B5EF4-FFF2-40B4-BE49-F238E27FC236}">
                  <a16:creationId xmlns:a16="http://schemas.microsoft.com/office/drawing/2014/main" id="{4A4686A7-13F2-02DD-3220-B65784CC0F0B}"/>
                </a:ext>
              </a:extLst>
            </p:cNvPr>
            <p:cNvSpPr/>
            <p:nvPr/>
          </p:nvSpPr>
          <p:spPr>
            <a:xfrm>
              <a:off x="94843" y="94744"/>
              <a:ext cx="2424248"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重点工作任务</a:t>
              </a:r>
              <a:endParaRPr sz="1000" dirty="0">
                <a:solidFill>
                  <a:srgbClr val="FFFFFF"/>
                </a:solidFill>
                <a:latin typeface="微软雅黑" panose="020B0503020204020204" pitchFamily="34" charset="-122"/>
                <a:ea typeface="微软雅黑" panose="020B0503020204020204" pitchFamily="34" charset="-122"/>
              </a:endParaRPr>
            </a:p>
          </p:txBody>
        </p:sp>
      </p:grpSp>
      <p:sp>
        <p:nvSpPr>
          <p:cNvPr id="171" name="Arrow">
            <a:extLst>
              <a:ext uri="{FF2B5EF4-FFF2-40B4-BE49-F238E27FC236}">
                <a16:creationId xmlns:a16="http://schemas.microsoft.com/office/drawing/2014/main" id="{A9DCF964-85D6-C965-2BFD-CDE2761E50D8}"/>
              </a:ext>
            </a:extLst>
          </p:cNvPr>
          <p:cNvSpPr/>
          <p:nvPr/>
        </p:nvSpPr>
        <p:spPr>
          <a:xfrm>
            <a:off x="10593956" y="2770695"/>
            <a:ext cx="695961" cy="309822"/>
          </a:xfrm>
          <a:prstGeom prst="rightArrow">
            <a:avLst>
              <a:gd name="adj1" fmla="val 100000"/>
              <a:gd name="adj2" fmla="val 72878"/>
            </a:avLst>
          </a:prstGeom>
          <a:solidFill>
            <a:srgbClr val="336699"/>
          </a:solidFill>
          <a:ln w="12700">
            <a:miter lim="400000"/>
          </a:ln>
        </p:spPr>
        <p:txBody>
          <a:bodyPr lIns="0" tIns="0" rIns="0" bIns="0" anchor="ctr"/>
          <a:lstStyle/>
          <a:p>
            <a:endParaRPr sz="846">
              <a:solidFill>
                <a:srgbClr val="FFFFFF"/>
              </a:solidFill>
              <a:latin typeface="微软雅黑" panose="020B0503020204020204" pitchFamily="34" charset="-122"/>
              <a:ea typeface="微软雅黑" panose="020B0503020204020204" pitchFamily="34" charset="-122"/>
            </a:endParaRPr>
          </a:p>
        </p:txBody>
      </p:sp>
      <p:grpSp>
        <p:nvGrpSpPr>
          <p:cNvPr id="172" name="Group">
            <a:extLst>
              <a:ext uri="{FF2B5EF4-FFF2-40B4-BE49-F238E27FC236}">
                <a16:creationId xmlns:a16="http://schemas.microsoft.com/office/drawing/2014/main" id="{CE6F8840-1D86-B826-A30A-1A5E723AD5B6}"/>
              </a:ext>
            </a:extLst>
          </p:cNvPr>
          <p:cNvGrpSpPr/>
          <p:nvPr/>
        </p:nvGrpSpPr>
        <p:grpSpPr>
          <a:xfrm>
            <a:off x="5206423" y="2770695"/>
            <a:ext cx="2062683" cy="309822"/>
            <a:chOff x="0" y="0"/>
            <a:chExt cx="4110794" cy="582200"/>
          </a:xfrm>
        </p:grpSpPr>
        <p:sp>
          <p:nvSpPr>
            <p:cNvPr id="173" name="Arrow">
              <a:extLst>
                <a:ext uri="{FF2B5EF4-FFF2-40B4-BE49-F238E27FC236}">
                  <a16:creationId xmlns:a16="http://schemas.microsoft.com/office/drawing/2014/main" id="{70F54030-9624-AF61-CB33-7B67EFE3C513}"/>
                </a:ext>
              </a:extLst>
            </p:cNvPr>
            <p:cNvSpPr/>
            <p:nvPr/>
          </p:nvSpPr>
          <p:spPr>
            <a:xfrm>
              <a:off x="0" y="0"/>
              <a:ext cx="4110794" cy="582200"/>
            </a:xfrm>
            <a:prstGeom prst="rightArrow">
              <a:avLst>
                <a:gd name="adj1" fmla="val 100000"/>
                <a:gd name="adj2" fmla="val 72878"/>
              </a:avLst>
            </a:prstGeom>
            <a:solidFill>
              <a:srgbClr val="3494BA"/>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74" name="Calendar for the year 2023 by month. The first day of the week is Monday.">
              <a:extLst>
                <a:ext uri="{FF2B5EF4-FFF2-40B4-BE49-F238E27FC236}">
                  <a16:creationId xmlns:a16="http://schemas.microsoft.com/office/drawing/2014/main" id="{A10EA72A-6717-593B-8682-AFAA3D547BB5}"/>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75" name="Group">
            <a:extLst>
              <a:ext uri="{FF2B5EF4-FFF2-40B4-BE49-F238E27FC236}">
                <a16:creationId xmlns:a16="http://schemas.microsoft.com/office/drawing/2014/main" id="{EE4A556B-0570-FDF4-0FB6-734DF0A36E15}"/>
              </a:ext>
            </a:extLst>
          </p:cNvPr>
          <p:cNvGrpSpPr/>
          <p:nvPr/>
        </p:nvGrpSpPr>
        <p:grpSpPr>
          <a:xfrm>
            <a:off x="3407411" y="3275914"/>
            <a:ext cx="1431380" cy="309822"/>
            <a:chOff x="0" y="0"/>
            <a:chExt cx="2852647" cy="582200"/>
          </a:xfrm>
        </p:grpSpPr>
        <p:sp>
          <p:nvSpPr>
            <p:cNvPr id="176" name="Arrow">
              <a:extLst>
                <a:ext uri="{FF2B5EF4-FFF2-40B4-BE49-F238E27FC236}">
                  <a16:creationId xmlns:a16="http://schemas.microsoft.com/office/drawing/2014/main" id="{6F1A15C7-E193-5176-BB05-6C42B9A43DF0}"/>
                </a:ext>
              </a:extLst>
            </p:cNvPr>
            <p:cNvSpPr/>
            <p:nvPr/>
          </p:nvSpPr>
          <p:spPr>
            <a:xfrm>
              <a:off x="0" y="0"/>
              <a:ext cx="2852647" cy="582200"/>
            </a:xfrm>
            <a:prstGeom prst="rightArrow">
              <a:avLst>
                <a:gd name="adj1" fmla="val 100000"/>
                <a:gd name="adj2" fmla="val 72878"/>
              </a:avLst>
            </a:prstGeom>
            <a:solidFill>
              <a:srgbClr val="336699"/>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77" name="Calendar for the year 2023 by month. The first day of the week is Monday.">
              <a:extLst>
                <a:ext uri="{FF2B5EF4-FFF2-40B4-BE49-F238E27FC236}">
                  <a16:creationId xmlns:a16="http://schemas.microsoft.com/office/drawing/2014/main" id="{5F48630E-218E-7B06-903D-6B046FC56DA7}"/>
                </a:ext>
              </a:extLst>
            </p:cNvPr>
            <p:cNvSpPr/>
            <p:nvPr/>
          </p:nvSpPr>
          <p:spPr>
            <a:xfrm>
              <a:off x="94843" y="94744"/>
              <a:ext cx="2424248"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重点工作任务</a:t>
              </a:r>
              <a:endParaRPr sz="1000" dirty="0">
                <a:solidFill>
                  <a:srgbClr val="FFFFFF"/>
                </a:solidFill>
                <a:latin typeface="微软雅黑" panose="020B0503020204020204" pitchFamily="34" charset="-122"/>
                <a:ea typeface="微软雅黑" panose="020B0503020204020204" pitchFamily="34" charset="-122"/>
              </a:endParaRPr>
            </a:p>
          </p:txBody>
        </p:sp>
      </p:grpSp>
      <p:grpSp>
        <p:nvGrpSpPr>
          <p:cNvPr id="178" name="Group">
            <a:extLst>
              <a:ext uri="{FF2B5EF4-FFF2-40B4-BE49-F238E27FC236}">
                <a16:creationId xmlns:a16="http://schemas.microsoft.com/office/drawing/2014/main" id="{71E3B51B-0164-12E6-C442-B60B74C1694E}"/>
              </a:ext>
            </a:extLst>
          </p:cNvPr>
          <p:cNvGrpSpPr/>
          <p:nvPr/>
        </p:nvGrpSpPr>
        <p:grpSpPr>
          <a:xfrm>
            <a:off x="8237029" y="3275914"/>
            <a:ext cx="2062683" cy="309822"/>
            <a:chOff x="0" y="0"/>
            <a:chExt cx="4110794" cy="582200"/>
          </a:xfrm>
        </p:grpSpPr>
        <p:sp>
          <p:nvSpPr>
            <p:cNvPr id="179" name="Arrow">
              <a:extLst>
                <a:ext uri="{FF2B5EF4-FFF2-40B4-BE49-F238E27FC236}">
                  <a16:creationId xmlns:a16="http://schemas.microsoft.com/office/drawing/2014/main" id="{98852BBB-4A3A-870B-972E-A3DA48CD6B0B}"/>
                </a:ext>
              </a:extLst>
            </p:cNvPr>
            <p:cNvSpPr/>
            <p:nvPr/>
          </p:nvSpPr>
          <p:spPr>
            <a:xfrm>
              <a:off x="0" y="0"/>
              <a:ext cx="4110794" cy="582200"/>
            </a:xfrm>
            <a:prstGeom prst="rightArrow">
              <a:avLst>
                <a:gd name="adj1" fmla="val 100000"/>
                <a:gd name="adj2" fmla="val 72878"/>
              </a:avLst>
            </a:prstGeom>
            <a:solidFill>
              <a:srgbClr val="75BDA7"/>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80" name="Calendar for the year 2023 by month. The first day of the week is Monday.">
              <a:extLst>
                <a:ext uri="{FF2B5EF4-FFF2-40B4-BE49-F238E27FC236}">
                  <a16:creationId xmlns:a16="http://schemas.microsoft.com/office/drawing/2014/main" id="{8E11852A-5016-B0B0-F309-7050C431AE49}"/>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sz="1000" dirty="0">
                  <a:solidFill>
                    <a:srgbClr val="FFFFFF"/>
                  </a:solidFill>
                  <a:latin typeface="微软雅黑" panose="020B0503020204020204" pitchFamily="34" charset="-122"/>
                  <a:ea typeface="微软雅黑" panose="020B0503020204020204" pitchFamily="34" charset="-122"/>
                </a:rPr>
                <a:t>填写阶段信息</a:t>
              </a:r>
            </a:p>
          </p:txBody>
        </p:sp>
      </p:grpSp>
      <p:grpSp>
        <p:nvGrpSpPr>
          <p:cNvPr id="181" name="Group">
            <a:extLst>
              <a:ext uri="{FF2B5EF4-FFF2-40B4-BE49-F238E27FC236}">
                <a16:creationId xmlns:a16="http://schemas.microsoft.com/office/drawing/2014/main" id="{29DDA1EF-F7CE-E609-B689-A857735F9984}"/>
              </a:ext>
            </a:extLst>
          </p:cNvPr>
          <p:cNvGrpSpPr/>
          <p:nvPr/>
        </p:nvGrpSpPr>
        <p:grpSpPr>
          <a:xfrm>
            <a:off x="4604690" y="3781130"/>
            <a:ext cx="2062683" cy="309822"/>
            <a:chOff x="0" y="0"/>
            <a:chExt cx="4110794" cy="582200"/>
          </a:xfrm>
        </p:grpSpPr>
        <p:sp>
          <p:nvSpPr>
            <p:cNvPr id="182" name="Arrow">
              <a:extLst>
                <a:ext uri="{FF2B5EF4-FFF2-40B4-BE49-F238E27FC236}">
                  <a16:creationId xmlns:a16="http://schemas.microsoft.com/office/drawing/2014/main" id="{5C14BCBC-6895-8690-455A-03AFB0AC7C76}"/>
                </a:ext>
              </a:extLst>
            </p:cNvPr>
            <p:cNvSpPr/>
            <p:nvPr/>
          </p:nvSpPr>
          <p:spPr>
            <a:xfrm>
              <a:off x="0" y="0"/>
              <a:ext cx="4110794" cy="582200"/>
            </a:xfrm>
            <a:prstGeom prst="rightArrow">
              <a:avLst>
                <a:gd name="adj1" fmla="val 100000"/>
                <a:gd name="adj2" fmla="val 72878"/>
              </a:avLst>
            </a:prstGeom>
            <a:solidFill>
              <a:srgbClr val="3494BA"/>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83" name="Calendar for the year 2023 by month. The first day of the week is Monday.">
              <a:extLst>
                <a:ext uri="{FF2B5EF4-FFF2-40B4-BE49-F238E27FC236}">
                  <a16:creationId xmlns:a16="http://schemas.microsoft.com/office/drawing/2014/main" id="{9DD0ACE7-DC19-45F6-C56F-28278D39F831}"/>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84" name="Group">
            <a:extLst>
              <a:ext uri="{FF2B5EF4-FFF2-40B4-BE49-F238E27FC236}">
                <a16:creationId xmlns:a16="http://schemas.microsoft.com/office/drawing/2014/main" id="{10C32485-9A6A-2AFB-A951-0469C7482253}"/>
              </a:ext>
            </a:extLst>
          </p:cNvPr>
          <p:cNvGrpSpPr/>
          <p:nvPr/>
        </p:nvGrpSpPr>
        <p:grpSpPr>
          <a:xfrm>
            <a:off x="6842296" y="3781130"/>
            <a:ext cx="1431379" cy="309822"/>
            <a:chOff x="0" y="0"/>
            <a:chExt cx="2852647" cy="582200"/>
          </a:xfrm>
        </p:grpSpPr>
        <p:sp>
          <p:nvSpPr>
            <p:cNvPr id="185" name="Arrow">
              <a:extLst>
                <a:ext uri="{FF2B5EF4-FFF2-40B4-BE49-F238E27FC236}">
                  <a16:creationId xmlns:a16="http://schemas.microsoft.com/office/drawing/2014/main" id="{06772E4F-3B3B-DEA8-E1D7-DBB1ECF6B396}"/>
                </a:ext>
              </a:extLst>
            </p:cNvPr>
            <p:cNvSpPr/>
            <p:nvPr/>
          </p:nvSpPr>
          <p:spPr>
            <a:xfrm>
              <a:off x="0" y="0"/>
              <a:ext cx="2852647" cy="582200"/>
            </a:xfrm>
            <a:prstGeom prst="rightArrow">
              <a:avLst>
                <a:gd name="adj1" fmla="val 100000"/>
                <a:gd name="adj2" fmla="val 72878"/>
              </a:avLst>
            </a:prstGeom>
            <a:solidFill>
              <a:srgbClr val="58B6C0"/>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86" name="Calendar for the year 2023 by month. The first day of the week is Monday.">
              <a:extLst>
                <a:ext uri="{FF2B5EF4-FFF2-40B4-BE49-F238E27FC236}">
                  <a16:creationId xmlns:a16="http://schemas.microsoft.com/office/drawing/2014/main" id="{0167BF74-C358-8139-7D66-BA666DDB1A16}"/>
                </a:ext>
              </a:extLst>
            </p:cNvPr>
            <p:cNvSpPr/>
            <p:nvPr/>
          </p:nvSpPr>
          <p:spPr>
            <a:xfrm>
              <a:off x="94843" y="94744"/>
              <a:ext cx="2424248"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重点工作任务</a:t>
              </a:r>
              <a:endParaRPr lang="en" sz="1000" dirty="0">
                <a:solidFill>
                  <a:srgbClr val="FFFFFF"/>
                </a:solidFill>
                <a:latin typeface="微软雅黑" panose="020B0503020204020204" pitchFamily="34" charset="-122"/>
                <a:ea typeface="微软雅黑" panose="020B0503020204020204" pitchFamily="34" charset="-122"/>
              </a:endParaRPr>
            </a:p>
          </p:txBody>
        </p:sp>
      </p:grpSp>
      <p:grpSp>
        <p:nvGrpSpPr>
          <p:cNvPr id="187" name="Group">
            <a:extLst>
              <a:ext uri="{FF2B5EF4-FFF2-40B4-BE49-F238E27FC236}">
                <a16:creationId xmlns:a16="http://schemas.microsoft.com/office/drawing/2014/main" id="{28B5912A-68BC-5FB4-AC77-9159C2D2A378}"/>
              </a:ext>
            </a:extLst>
          </p:cNvPr>
          <p:cNvGrpSpPr/>
          <p:nvPr/>
        </p:nvGrpSpPr>
        <p:grpSpPr>
          <a:xfrm>
            <a:off x="7996660" y="4287457"/>
            <a:ext cx="1431380" cy="309822"/>
            <a:chOff x="0" y="0"/>
            <a:chExt cx="2852647" cy="582200"/>
          </a:xfrm>
        </p:grpSpPr>
        <p:sp>
          <p:nvSpPr>
            <p:cNvPr id="188" name="Arrow">
              <a:extLst>
                <a:ext uri="{FF2B5EF4-FFF2-40B4-BE49-F238E27FC236}">
                  <a16:creationId xmlns:a16="http://schemas.microsoft.com/office/drawing/2014/main" id="{02B28930-ECA6-8DE7-E9C6-A85D29358A83}"/>
                </a:ext>
              </a:extLst>
            </p:cNvPr>
            <p:cNvSpPr/>
            <p:nvPr/>
          </p:nvSpPr>
          <p:spPr>
            <a:xfrm>
              <a:off x="0" y="0"/>
              <a:ext cx="2852647" cy="582200"/>
            </a:xfrm>
            <a:prstGeom prst="rightArrow">
              <a:avLst>
                <a:gd name="adj1" fmla="val 100000"/>
                <a:gd name="adj2" fmla="val 72878"/>
              </a:avLst>
            </a:prstGeom>
            <a:solidFill>
              <a:srgbClr val="58B6C0"/>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89" name="Calendar for the year 2023 by month. The first day of the week is Monday.">
              <a:extLst>
                <a:ext uri="{FF2B5EF4-FFF2-40B4-BE49-F238E27FC236}">
                  <a16:creationId xmlns:a16="http://schemas.microsoft.com/office/drawing/2014/main" id="{992035B4-CEC4-64C3-9DEF-7DA70327DA21}"/>
                </a:ext>
              </a:extLst>
            </p:cNvPr>
            <p:cNvSpPr/>
            <p:nvPr/>
          </p:nvSpPr>
          <p:spPr>
            <a:xfrm>
              <a:off x="94843" y="94744"/>
              <a:ext cx="2424248"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重点工作任务</a:t>
              </a:r>
              <a:endParaRPr sz="1000" dirty="0">
                <a:solidFill>
                  <a:srgbClr val="FFFFFF"/>
                </a:solidFill>
                <a:latin typeface="微软雅黑" panose="020B0503020204020204" pitchFamily="34" charset="-122"/>
                <a:ea typeface="微软雅黑" panose="020B0503020204020204" pitchFamily="34" charset="-122"/>
              </a:endParaRPr>
            </a:p>
          </p:txBody>
        </p:sp>
      </p:grpSp>
      <p:sp>
        <p:nvSpPr>
          <p:cNvPr id="190" name="Arrow">
            <a:extLst>
              <a:ext uri="{FF2B5EF4-FFF2-40B4-BE49-F238E27FC236}">
                <a16:creationId xmlns:a16="http://schemas.microsoft.com/office/drawing/2014/main" id="{40D6E9D8-B70E-7F10-E455-AD80931E57ED}"/>
              </a:ext>
            </a:extLst>
          </p:cNvPr>
          <p:cNvSpPr/>
          <p:nvPr/>
        </p:nvSpPr>
        <p:spPr>
          <a:xfrm>
            <a:off x="9928438" y="4287457"/>
            <a:ext cx="1224628" cy="309822"/>
          </a:xfrm>
          <a:prstGeom prst="rightArrow">
            <a:avLst>
              <a:gd name="adj1" fmla="val 100000"/>
              <a:gd name="adj2" fmla="val 72878"/>
            </a:avLst>
          </a:prstGeom>
          <a:solidFill>
            <a:srgbClr val="336699"/>
          </a:solidFill>
          <a:ln w="12700">
            <a:miter lim="400000"/>
          </a:ln>
        </p:spPr>
        <p:txBody>
          <a:bodyPr lIns="0" tIns="0" rIns="0" bIns="0" anchor="ctr"/>
          <a:lstStyle/>
          <a:p>
            <a:endParaRPr sz="846">
              <a:solidFill>
                <a:srgbClr val="FFFFFF"/>
              </a:solidFill>
              <a:latin typeface="微软雅黑" panose="020B0503020204020204" pitchFamily="34" charset="-122"/>
              <a:ea typeface="微软雅黑" panose="020B0503020204020204" pitchFamily="34" charset="-122"/>
            </a:endParaRPr>
          </a:p>
        </p:txBody>
      </p:sp>
      <p:grpSp>
        <p:nvGrpSpPr>
          <p:cNvPr id="191" name="Group">
            <a:extLst>
              <a:ext uri="{FF2B5EF4-FFF2-40B4-BE49-F238E27FC236}">
                <a16:creationId xmlns:a16="http://schemas.microsoft.com/office/drawing/2014/main" id="{0D5D5239-62E2-BA82-9CA5-E2752D3BD19A}"/>
              </a:ext>
            </a:extLst>
          </p:cNvPr>
          <p:cNvGrpSpPr/>
          <p:nvPr/>
        </p:nvGrpSpPr>
        <p:grpSpPr>
          <a:xfrm>
            <a:off x="2671011" y="4795046"/>
            <a:ext cx="2062683" cy="309822"/>
            <a:chOff x="0" y="0"/>
            <a:chExt cx="4110794" cy="582200"/>
          </a:xfrm>
        </p:grpSpPr>
        <p:sp>
          <p:nvSpPr>
            <p:cNvPr id="192" name="Arrow">
              <a:extLst>
                <a:ext uri="{FF2B5EF4-FFF2-40B4-BE49-F238E27FC236}">
                  <a16:creationId xmlns:a16="http://schemas.microsoft.com/office/drawing/2014/main" id="{8DC18F01-0B86-6E58-36FC-0FD211706B4E}"/>
                </a:ext>
              </a:extLst>
            </p:cNvPr>
            <p:cNvSpPr/>
            <p:nvPr/>
          </p:nvSpPr>
          <p:spPr>
            <a:xfrm>
              <a:off x="0" y="0"/>
              <a:ext cx="4110794" cy="582200"/>
            </a:xfrm>
            <a:prstGeom prst="rightArrow">
              <a:avLst>
                <a:gd name="adj1" fmla="val 100000"/>
                <a:gd name="adj2" fmla="val 72878"/>
              </a:avLst>
            </a:prstGeom>
            <a:solidFill>
              <a:srgbClr val="336699"/>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93" name="Calendar for the year 2023 by month. The first day of the week is Monday.">
              <a:extLst>
                <a:ext uri="{FF2B5EF4-FFF2-40B4-BE49-F238E27FC236}">
                  <a16:creationId xmlns:a16="http://schemas.microsoft.com/office/drawing/2014/main" id="{877CEB24-7D10-D49E-07E4-E139C3D1DF4F}"/>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94" name="Group">
            <a:extLst>
              <a:ext uri="{FF2B5EF4-FFF2-40B4-BE49-F238E27FC236}">
                <a16:creationId xmlns:a16="http://schemas.microsoft.com/office/drawing/2014/main" id="{63CEF7AC-0509-92EF-95DE-466F8E1C7679}"/>
              </a:ext>
            </a:extLst>
          </p:cNvPr>
          <p:cNvGrpSpPr/>
          <p:nvPr/>
        </p:nvGrpSpPr>
        <p:grpSpPr>
          <a:xfrm>
            <a:off x="6696513" y="4795046"/>
            <a:ext cx="2062683" cy="309822"/>
            <a:chOff x="0" y="0"/>
            <a:chExt cx="4110794" cy="582200"/>
          </a:xfrm>
        </p:grpSpPr>
        <p:sp>
          <p:nvSpPr>
            <p:cNvPr id="195" name="Arrow">
              <a:extLst>
                <a:ext uri="{FF2B5EF4-FFF2-40B4-BE49-F238E27FC236}">
                  <a16:creationId xmlns:a16="http://schemas.microsoft.com/office/drawing/2014/main" id="{CFFE5D36-1F6C-69B9-1242-976EB0DDAD21}"/>
                </a:ext>
              </a:extLst>
            </p:cNvPr>
            <p:cNvSpPr/>
            <p:nvPr/>
          </p:nvSpPr>
          <p:spPr>
            <a:xfrm>
              <a:off x="0" y="0"/>
              <a:ext cx="4110794" cy="582200"/>
            </a:xfrm>
            <a:prstGeom prst="rightArrow">
              <a:avLst>
                <a:gd name="adj1" fmla="val 100000"/>
                <a:gd name="adj2" fmla="val 72878"/>
              </a:avLst>
            </a:prstGeom>
            <a:solidFill>
              <a:srgbClr val="58B6C0"/>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96" name="Calendar for the year 2023 by month. The first day of the week is Monday.">
              <a:extLst>
                <a:ext uri="{FF2B5EF4-FFF2-40B4-BE49-F238E27FC236}">
                  <a16:creationId xmlns:a16="http://schemas.microsoft.com/office/drawing/2014/main" id="{B9E1ECA9-6557-FDA3-1A4D-BBA17043BE21}"/>
                </a:ext>
              </a:extLst>
            </p:cNvPr>
            <p:cNvSpPr txBox="1"/>
            <p:nvPr/>
          </p:nvSpPr>
          <p:spPr>
            <a:xfrm>
              <a:off x="94843" y="947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grpSp>
        <p:nvGrpSpPr>
          <p:cNvPr id="197" name="Group">
            <a:extLst>
              <a:ext uri="{FF2B5EF4-FFF2-40B4-BE49-F238E27FC236}">
                <a16:creationId xmlns:a16="http://schemas.microsoft.com/office/drawing/2014/main" id="{1ED6C789-8CCE-5C3F-7E91-A008605909DB}"/>
              </a:ext>
            </a:extLst>
          </p:cNvPr>
          <p:cNvGrpSpPr/>
          <p:nvPr/>
        </p:nvGrpSpPr>
        <p:grpSpPr>
          <a:xfrm>
            <a:off x="8821951" y="4795046"/>
            <a:ext cx="1759858" cy="309822"/>
            <a:chOff x="0" y="0"/>
            <a:chExt cx="3507284" cy="582200"/>
          </a:xfrm>
        </p:grpSpPr>
        <p:sp>
          <p:nvSpPr>
            <p:cNvPr id="198" name="Arrow">
              <a:extLst>
                <a:ext uri="{FF2B5EF4-FFF2-40B4-BE49-F238E27FC236}">
                  <a16:creationId xmlns:a16="http://schemas.microsoft.com/office/drawing/2014/main" id="{E6046BE0-39C1-BCEE-E302-B10609D4E3B1}"/>
                </a:ext>
              </a:extLst>
            </p:cNvPr>
            <p:cNvSpPr/>
            <p:nvPr/>
          </p:nvSpPr>
          <p:spPr>
            <a:xfrm>
              <a:off x="0" y="0"/>
              <a:ext cx="3507284" cy="582200"/>
            </a:xfrm>
            <a:prstGeom prst="rightArrow">
              <a:avLst>
                <a:gd name="adj1" fmla="val 100000"/>
                <a:gd name="adj2" fmla="val 72878"/>
              </a:avLst>
            </a:prstGeom>
            <a:solidFill>
              <a:srgbClr val="75BDA7"/>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199" name="Calendar for the year 2023 by month. The first day of the week is Monday.">
              <a:extLst>
                <a:ext uri="{FF2B5EF4-FFF2-40B4-BE49-F238E27FC236}">
                  <a16:creationId xmlns:a16="http://schemas.microsoft.com/office/drawing/2014/main" id="{76234245-C127-183A-5ED2-6148F5B0B06D}"/>
                </a:ext>
              </a:extLst>
            </p:cNvPr>
            <p:cNvSpPr/>
            <p:nvPr/>
          </p:nvSpPr>
          <p:spPr>
            <a:xfrm>
              <a:off x="94843" y="94744"/>
              <a:ext cx="2424250" cy="36261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重点工作任务</a:t>
              </a:r>
              <a:endParaRPr sz="1000" dirty="0">
                <a:solidFill>
                  <a:srgbClr val="FFFFFF"/>
                </a:solidFill>
                <a:latin typeface="微软雅黑" panose="020B0503020204020204" pitchFamily="34" charset="-122"/>
                <a:ea typeface="微软雅黑" panose="020B0503020204020204" pitchFamily="34" charset="-122"/>
              </a:endParaRPr>
            </a:p>
          </p:txBody>
        </p:sp>
      </p:grpSp>
      <p:grpSp>
        <p:nvGrpSpPr>
          <p:cNvPr id="200" name="Group">
            <a:extLst>
              <a:ext uri="{FF2B5EF4-FFF2-40B4-BE49-F238E27FC236}">
                <a16:creationId xmlns:a16="http://schemas.microsoft.com/office/drawing/2014/main" id="{B422960E-E01F-982C-625D-93F51F285E32}"/>
              </a:ext>
            </a:extLst>
          </p:cNvPr>
          <p:cNvGrpSpPr/>
          <p:nvPr/>
        </p:nvGrpSpPr>
        <p:grpSpPr>
          <a:xfrm>
            <a:off x="5796662" y="5291244"/>
            <a:ext cx="2062683" cy="309822"/>
            <a:chOff x="0" y="0"/>
            <a:chExt cx="4110794" cy="582200"/>
          </a:xfrm>
        </p:grpSpPr>
        <p:sp>
          <p:nvSpPr>
            <p:cNvPr id="201" name="Arrow">
              <a:extLst>
                <a:ext uri="{FF2B5EF4-FFF2-40B4-BE49-F238E27FC236}">
                  <a16:creationId xmlns:a16="http://schemas.microsoft.com/office/drawing/2014/main" id="{710F0772-D908-98F7-E622-F0E9C7A9E4CB}"/>
                </a:ext>
              </a:extLst>
            </p:cNvPr>
            <p:cNvSpPr/>
            <p:nvPr/>
          </p:nvSpPr>
          <p:spPr>
            <a:xfrm>
              <a:off x="0" y="0"/>
              <a:ext cx="4110794" cy="582200"/>
            </a:xfrm>
            <a:prstGeom prst="rightArrow">
              <a:avLst>
                <a:gd name="adj1" fmla="val 100000"/>
                <a:gd name="adj2" fmla="val 72878"/>
              </a:avLst>
            </a:prstGeom>
            <a:solidFill>
              <a:srgbClr val="3494BA"/>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202" name="Calendar for the year 2023 by month. The first day of the week is Monday.">
              <a:extLst>
                <a:ext uri="{FF2B5EF4-FFF2-40B4-BE49-F238E27FC236}">
                  <a16:creationId xmlns:a16="http://schemas.microsoft.com/office/drawing/2014/main" id="{AAE044BE-E183-9BAB-8841-1A667B7D3252}"/>
                </a:ext>
              </a:extLst>
            </p:cNvPr>
            <p:cNvSpPr txBox="1"/>
            <p:nvPr/>
          </p:nvSpPr>
          <p:spPr>
            <a:xfrm>
              <a:off x="94843" y="693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sp>
        <p:nvSpPr>
          <p:cNvPr id="203" name="Arrow">
            <a:extLst>
              <a:ext uri="{FF2B5EF4-FFF2-40B4-BE49-F238E27FC236}">
                <a16:creationId xmlns:a16="http://schemas.microsoft.com/office/drawing/2014/main" id="{8415B598-C739-7435-C79B-DBDB1F952BCE}"/>
              </a:ext>
            </a:extLst>
          </p:cNvPr>
          <p:cNvSpPr/>
          <p:nvPr/>
        </p:nvSpPr>
        <p:spPr>
          <a:xfrm>
            <a:off x="10607244" y="5291244"/>
            <a:ext cx="483142" cy="309822"/>
          </a:xfrm>
          <a:prstGeom prst="rightArrow">
            <a:avLst>
              <a:gd name="adj1" fmla="val 100000"/>
              <a:gd name="adj2" fmla="val 72878"/>
            </a:avLst>
          </a:prstGeom>
          <a:solidFill>
            <a:srgbClr val="336699"/>
          </a:solidFill>
          <a:ln w="12700">
            <a:miter lim="400000"/>
          </a:ln>
        </p:spPr>
        <p:txBody>
          <a:bodyPr lIns="0" tIns="0" rIns="0" bIns="0" anchor="ctr"/>
          <a:lstStyle/>
          <a:p>
            <a:endParaRPr sz="846">
              <a:solidFill>
                <a:srgbClr val="FFFFFF"/>
              </a:solidFill>
              <a:latin typeface="微软雅黑" panose="020B0503020204020204" pitchFamily="34" charset="-122"/>
              <a:ea typeface="微软雅黑" panose="020B0503020204020204" pitchFamily="34" charset="-122"/>
            </a:endParaRPr>
          </a:p>
        </p:txBody>
      </p:sp>
      <p:grpSp>
        <p:nvGrpSpPr>
          <p:cNvPr id="204" name="Group">
            <a:extLst>
              <a:ext uri="{FF2B5EF4-FFF2-40B4-BE49-F238E27FC236}">
                <a16:creationId xmlns:a16="http://schemas.microsoft.com/office/drawing/2014/main" id="{E816B9CD-BF29-BC3C-3A35-359F4492C38B}"/>
              </a:ext>
            </a:extLst>
          </p:cNvPr>
          <p:cNvGrpSpPr/>
          <p:nvPr/>
        </p:nvGrpSpPr>
        <p:grpSpPr>
          <a:xfrm>
            <a:off x="5105476" y="5799831"/>
            <a:ext cx="2062683" cy="309822"/>
            <a:chOff x="0" y="0"/>
            <a:chExt cx="4110794" cy="582200"/>
          </a:xfrm>
        </p:grpSpPr>
        <p:sp>
          <p:nvSpPr>
            <p:cNvPr id="205" name="Arrow">
              <a:extLst>
                <a:ext uri="{FF2B5EF4-FFF2-40B4-BE49-F238E27FC236}">
                  <a16:creationId xmlns:a16="http://schemas.microsoft.com/office/drawing/2014/main" id="{C3B547E4-77D4-C7C9-8865-D96052442B0C}"/>
                </a:ext>
              </a:extLst>
            </p:cNvPr>
            <p:cNvSpPr/>
            <p:nvPr/>
          </p:nvSpPr>
          <p:spPr>
            <a:xfrm>
              <a:off x="0" y="0"/>
              <a:ext cx="4110794" cy="582200"/>
            </a:xfrm>
            <a:prstGeom prst="rightArrow">
              <a:avLst>
                <a:gd name="adj1" fmla="val 100000"/>
                <a:gd name="adj2" fmla="val 72878"/>
              </a:avLst>
            </a:prstGeom>
            <a:solidFill>
              <a:srgbClr val="58B6C0"/>
            </a:solidFill>
            <a:ln w="12700" cap="flat">
              <a:noFill/>
              <a:miter lim="400000"/>
            </a:ln>
            <a:effectLst/>
          </p:spPr>
          <p:txBody>
            <a:bodyPr wrap="square" lIns="0" tIns="0" rIns="0" bIns="0" numCol="1" anchor="ctr">
              <a:noAutofit/>
            </a:bodyPr>
            <a:lstStyle/>
            <a:p>
              <a:endParaRPr sz="900">
                <a:solidFill>
                  <a:srgbClr val="FFFFFF"/>
                </a:solidFill>
                <a:latin typeface="微软雅黑" panose="020B0503020204020204" pitchFamily="34" charset="-122"/>
                <a:ea typeface="微软雅黑" panose="020B0503020204020204" pitchFamily="34" charset="-122"/>
              </a:endParaRPr>
            </a:p>
          </p:txBody>
        </p:sp>
        <p:sp>
          <p:nvSpPr>
            <p:cNvPr id="206" name="Calendar for the year 2023 by month. The first day of the week is Monday.">
              <a:extLst>
                <a:ext uri="{FF2B5EF4-FFF2-40B4-BE49-F238E27FC236}">
                  <a16:creationId xmlns:a16="http://schemas.microsoft.com/office/drawing/2014/main" id="{FDC89842-AB2A-AEDE-2358-F2BC0ABBC968}"/>
                </a:ext>
              </a:extLst>
            </p:cNvPr>
            <p:cNvSpPr txBox="1"/>
            <p:nvPr/>
          </p:nvSpPr>
          <p:spPr>
            <a:xfrm>
              <a:off x="94843" y="69344"/>
              <a:ext cx="3644093" cy="36261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2000">
                  <a:solidFill>
                    <a:srgbClr val="FFFFFF"/>
                  </a:solidFill>
                  <a:latin typeface="微软雅黑"/>
                  <a:ea typeface="微软雅黑"/>
                  <a:cs typeface="微软雅黑"/>
                  <a:sym typeface="DM Sans Regular"/>
                </a:defRPr>
              </a:lvl1pPr>
            </a:lstStyle>
            <a:p>
              <a:r>
                <a:rPr lang="zh-CN" altLang="en-US" sz="1000" dirty="0">
                  <a:solidFill>
                    <a:srgbClr val="FFFFFF"/>
                  </a:solidFill>
                  <a:latin typeface="微软雅黑" panose="020B0503020204020204" pitchFamily="34" charset="-122"/>
                  <a:ea typeface="微软雅黑" panose="020B0503020204020204" pitchFamily="34" charset="-122"/>
                </a:rPr>
                <a:t>任务与阶段目标</a:t>
              </a:r>
            </a:p>
          </p:txBody>
        </p:sp>
      </p:grpSp>
      <p:sp>
        <p:nvSpPr>
          <p:cNvPr id="207" name="Calendar for the year 2023 by month. The first day of the week is Monday.">
            <a:extLst>
              <a:ext uri="{FF2B5EF4-FFF2-40B4-BE49-F238E27FC236}">
                <a16:creationId xmlns:a16="http://schemas.microsoft.com/office/drawing/2014/main" id="{DE9B26F5-F836-CFA1-7476-D49AA08EC274}"/>
              </a:ext>
            </a:extLst>
          </p:cNvPr>
          <p:cNvSpPr txBox="1"/>
          <p:nvPr/>
        </p:nvSpPr>
        <p:spPr>
          <a:xfrm>
            <a:off x="7597821" y="2321220"/>
            <a:ext cx="1828505" cy="19297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defTabSz="457200">
              <a:spcBef>
                <a:spcPts val="1000"/>
              </a:spcBef>
              <a:defRPr sz="1881">
                <a:solidFill>
                  <a:srgbClr val="FFFFFF"/>
                </a:solidFill>
                <a:latin typeface="微软雅黑"/>
                <a:ea typeface="微软雅黑"/>
                <a:cs typeface="微软雅黑"/>
                <a:sym typeface="DM Sans Regular"/>
              </a:defRPr>
            </a:lvl1pPr>
          </a:lstStyle>
          <a:p>
            <a:r>
              <a:rPr lang="zh-CN" altLang="en-US" sz="940" dirty="0">
                <a:solidFill>
                  <a:srgbClr val="FFFFFF"/>
                </a:solidFill>
                <a:latin typeface="微软雅黑" panose="020B0503020204020204" pitchFamily="34" charset="-122"/>
                <a:ea typeface="微软雅黑" panose="020B0503020204020204" pitchFamily="34" charset="-122"/>
              </a:rPr>
              <a:t>任务与阶段目标</a:t>
            </a:r>
          </a:p>
        </p:txBody>
      </p:sp>
    </p:spTree>
    <p:extLst>
      <p:ext uri="{BB962C8B-B14F-4D97-AF65-F5344CB8AC3E}">
        <p14:creationId xmlns:p14="http://schemas.microsoft.com/office/powerpoint/2010/main" val="1851778670"/>
      </p:ext>
    </p:extLst>
  </p:cSld>
  <p:clrMapOvr>
    <a:masterClrMapping/>
  </p:clrMapOvr>
</p:sld>
</file>

<file path=ppt/slides/vr_business_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R003 阶段计划与任务表（结构示例）</a:t>
            </a:r>
          </a:p>
        </p:txBody>
      </p:sp>
      <p:sp>
        <p:nvSpPr>
          <p:cNvPr id="101" name="小李PPT14">
            <a:extLst>
              <a:ext uri="{FF2B5EF4-FFF2-40B4-BE49-F238E27FC236}">
                <a16:creationId xmlns:a16="http://schemas.microsoft.com/office/drawing/2014/main" id="{A86AC6E8-4D8D-FB66-1458-D48BEB3CEA41}"/>
              </a:ext>
            </a:extLst>
          </p:cNvPr>
          <p:cNvSpPr/>
          <p:nvPr/>
        </p:nvSpPr>
        <p:spPr>
          <a:xfrm>
            <a:off x="807933" y="2792542"/>
            <a:ext cx="10576134" cy="2669984"/>
          </a:xfrm>
          <a:prstGeom prst="rect">
            <a:avLst/>
          </a:prstGeom>
          <a:solidFill>
            <a:srgbClr val="F2F6F7"/>
          </a:solidFill>
          <a:ln w="12700">
            <a:miter lim="400000"/>
          </a:ln>
          <a:effectLst/>
        </p:spPr>
        <p:txBody>
          <a:bodyPr lIns="23409" tIns="23409" rIns="23409" bIns="23409" anchor="ctr"/>
          <a:lstStyle/>
          <a:p>
            <a:pPr defTabSz="412750"/>
            <a:endParaRPr lang="en-US" sz="1371" dirty="0">
              <a:solidFill>
                <a:srgbClr val="FFFFFF"/>
              </a:solidFill>
              <a:latin typeface="微软雅黑" panose="020B0503020204020204" pitchFamily="34" charset="-122"/>
              <a:ea typeface="微软雅黑" panose="020B0503020204020204" pitchFamily="34" charset="-122"/>
            </a:endParaRPr>
          </a:p>
        </p:txBody>
      </p:sp>
      <p:sp>
        <p:nvSpPr>
          <p:cNvPr id="102" name="小李PPT5">
            <a:extLst>
              <a:ext uri="{FF2B5EF4-FFF2-40B4-BE49-F238E27FC236}">
                <a16:creationId xmlns:a16="http://schemas.microsoft.com/office/drawing/2014/main" id="{6A948CCF-6301-7145-4F90-E3D2C2B26F7A}"/>
              </a:ext>
            </a:extLst>
          </p:cNvPr>
          <p:cNvSpPr/>
          <p:nvPr>
            <p:custDataLst>
              <p:tags r:id="rId1"/>
            </p:custDataLst>
          </p:nvPr>
        </p:nvSpPr>
        <p:spPr>
          <a:xfrm>
            <a:off x="807932" y="5435965"/>
            <a:ext cx="10576135" cy="831485"/>
          </a:xfrm>
          <a:prstGeom prst="rect">
            <a:avLst/>
          </a:prstGeom>
          <a:solidFill>
            <a:srgbClr val="336699"/>
          </a:solidFill>
          <a:ln w="6350">
            <a:solidFill>
              <a:srgbClr val="F2F2F2"/>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59" b="0" i="0" u="none" strike="noStrike" kern="1200" cap="none" spc="0" normalizeH="0" baseline="0" noProof="0" dirty="0">
              <a:ln>
                <a:noFill/>
              </a:ln>
              <a:solidFill>
                <a:srgbClr val="F2F2F2"/>
              </a:solidFill>
              <a:effectLst/>
              <a:uLnTx/>
              <a:uFillTx/>
              <a:latin typeface="微软雅黑"/>
              <a:ea typeface="微软雅黑"/>
              <a:cs typeface="微软雅黑"/>
            </a:endParaRPr>
          </a:p>
        </p:txBody>
      </p:sp>
      <p:graphicFrame>
        <p:nvGraphicFramePr>
          <p:cNvPr id="103" name="图示 33">
            <a:extLst>
              <a:ext uri="{FF2B5EF4-FFF2-40B4-BE49-F238E27FC236}">
                <a16:creationId xmlns:a16="http://schemas.microsoft.com/office/drawing/2014/main" id="{796C9564-1A11-297B-35B8-187A4317D77E}"/>
              </a:ext>
            </a:extLst>
          </p:cNvPr>
          <p:cNvGraphicFramePr/>
          <p:nvPr>
            <p:extLst>
              <p:ext uri="{D42A27DB-BD31-4B8C-83A1-F6EECF244321}">
                <p14:modId xmlns:p14="http://schemas.microsoft.com/office/powerpoint/2010/main" val="499264193"/>
              </p:ext>
            </p:extLst>
          </p:nvPr>
        </p:nvGraphicFramePr>
        <p:xfrm>
          <a:off x="875403" y="1811878"/>
          <a:ext cx="10464181" cy="5404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04" name="直线箭头连接符 34">
            <a:extLst>
              <a:ext uri="{FF2B5EF4-FFF2-40B4-BE49-F238E27FC236}">
                <a16:creationId xmlns:a16="http://schemas.microsoft.com/office/drawing/2014/main" id="{38F1ED67-6051-55A9-B2CC-5D4F9F8AF1E0}"/>
              </a:ext>
            </a:extLst>
          </p:cNvPr>
          <p:cNvCxnSpPr/>
          <p:nvPr/>
        </p:nvCxnSpPr>
        <p:spPr>
          <a:xfrm>
            <a:off x="875403" y="1676777"/>
            <a:ext cx="1616163" cy="0"/>
          </a:xfrm>
          <a:prstGeom prst="straightConnector1">
            <a:avLst/>
          </a:prstGeom>
          <a:ln w="19050">
            <a:solidFill>
              <a:srgbClr val="336699"/>
            </a:solidFill>
            <a:tailEnd type="triangle"/>
          </a:ln>
        </p:spPr>
        <p:style>
          <a:lnRef idx="1">
            <a:srgbClr val="336699"/>
          </a:lnRef>
          <a:fillRef idx="0">
            <a:srgbClr val="336699"/>
          </a:fillRef>
          <a:effectRef idx="0">
            <a:srgbClr val="336699"/>
          </a:effectRef>
          <a:fontRef idx="minor">
            <a:srgbClr val="333333"/>
          </a:fontRef>
        </p:style>
      </p:cxnSp>
      <p:cxnSp>
        <p:nvCxnSpPr>
          <p:cNvPr id="105" name="直线箭头连接符 35">
            <a:extLst>
              <a:ext uri="{FF2B5EF4-FFF2-40B4-BE49-F238E27FC236}">
                <a16:creationId xmlns:a16="http://schemas.microsoft.com/office/drawing/2014/main" id="{3733C8B8-80C4-B272-8524-52B5096E15F5}"/>
              </a:ext>
            </a:extLst>
          </p:cNvPr>
          <p:cNvCxnSpPr/>
          <p:nvPr/>
        </p:nvCxnSpPr>
        <p:spPr>
          <a:xfrm>
            <a:off x="2606226" y="1676777"/>
            <a:ext cx="1616163" cy="0"/>
          </a:xfrm>
          <a:prstGeom prst="straightConnector1">
            <a:avLst/>
          </a:prstGeom>
          <a:ln w="19050">
            <a:solidFill>
              <a:srgbClr val="336699"/>
            </a:solidFill>
            <a:tailEnd type="triangle"/>
          </a:ln>
        </p:spPr>
        <p:style>
          <a:lnRef idx="1">
            <a:srgbClr val="336699"/>
          </a:lnRef>
          <a:fillRef idx="0">
            <a:srgbClr val="336699"/>
          </a:fillRef>
          <a:effectRef idx="0">
            <a:srgbClr val="336699"/>
          </a:effectRef>
          <a:fontRef idx="minor">
            <a:srgbClr val="333333"/>
          </a:fontRef>
        </p:style>
      </p:cxnSp>
      <p:cxnSp>
        <p:nvCxnSpPr>
          <p:cNvPr id="106" name="直线箭头连接符 36">
            <a:extLst>
              <a:ext uri="{FF2B5EF4-FFF2-40B4-BE49-F238E27FC236}">
                <a16:creationId xmlns:a16="http://schemas.microsoft.com/office/drawing/2014/main" id="{057D69BC-E4B2-50BA-4A8B-9B7BE31EF512}"/>
              </a:ext>
            </a:extLst>
          </p:cNvPr>
          <p:cNvCxnSpPr>
            <a:cxnSpLocks/>
          </p:cNvCxnSpPr>
          <p:nvPr/>
        </p:nvCxnSpPr>
        <p:spPr>
          <a:xfrm>
            <a:off x="4337048" y="1676777"/>
            <a:ext cx="3453483" cy="0"/>
          </a:xfrm>
          <a:prstGeom prst="straightConnector1">
            <a:avLst/>
          </a:prstGeom>
          <a:ln w="19050">
            <a:solidFill>
              <a:srgbClr val="336699"/>
            </a:solidFill>
            <a:tailEnd type="triangle"/>
          </a:ln>
        </p:spPr>
        <p:style>
          <a:lnRef idx="1">
            <a:srgbClr val="336699"/>
          </a:lnRef>
          <a:fillRef idx="0">
            <a:srgbClr val="336699"/>
          </a:fillRef>
          <a:effectRef idx="0">
            <a:srgbClr val="336699"/>
          </a:effectRef>
          <a:fontRef idx="minor">
            <a:srgbClr val="333333"/>
          </a:fontRef>
        </p:style>
      </p:cxnSp>
      <p:cxnSp>
        <p:nvCxnSpPr>
          <p:cNvPr id="107" name="直线箭头连接符 37">
            <a:extLst>
              <a:ext uri="{FF2B5EF4-FFF2-40B4-BE49-F238E27FC236}">
                <a16:creationId xmlns:a16="http://schemas.microsoft.com/office/drawing/2014/main" id="{7CFBDA06-C189-2965-7F9A-E4F5EDE9569A}"/>
              </a:ext>
            </a:extLst>
          </p:cNvPr>
          <p:cNvCxnSpPr/>
          <p:nvPr/>
        </p:nvCxnSpPr>
        <p:spPr>
          <a:xfrm>
            <a:off x="7905191" y="1676777"/>
            <a:ext cx="1616163" cy="0"/>
          </a:xfrm>
          <a:prstGeom prst="straightConnector1">
            <a:avLst/>
          </a:prstGeom>
          <a:ln w="19050">
            <a:solidFill>
              <a:srgbClr val="336699"/>
            </a:solidFill>
            <a:tailEnd type="triangle"/>
          </a:ln>
        </p:spPr>
        <p:style>
          <a:lnRef idx="1">
            <a:srgbClr val="336699"/>
          </a:lnRef>
          <a:fillRef idx="0">
            <a:srgbClr val="336699"/>
          </a:fillRef>
          <a:effectRef idx="0">
            <a:srgbClr val="336699"/>
          </a:effectRef>
          <a:fontRef idx="minor">
            <a:srgbClr val="333333"/>
          </a:fontRef>
        </p:style>
      </p:cxnSp>
      <p:cxnSp>
        <p:nvCxnSpPr>
          <p:cNvPr id="108" name="直线箭头连接符 38">
            <a:extLst>
              <a:ext uri="{FF2B5EF4-FFF2-40B4-BE49-F238E27FC236}">
                <a16:creationId xmlns:a16="http://schemas.microsoft.com/office/drawing/2014/main" id="{56E55982-7D97-4077-1EE0-1E6B8FFF6D4E}"/>
              </a:ext>
            </a:extLst>
          </p:cNvPr>
          <p:cNvCxnSpPr/>
          <p:nvPr/>
        </p:nvCxnSpPr>
        <p:spPr>
          <a:xfrm>
            <a:off x="9636013" y="1676777"/>
            <a:ext cx="1616163" cy="0"/>
          </a:xfrm>
          <a:prstGeom prst="straightConnector1">
            <a:avLst/>
          </a:prstGeom>
          <a:ln w="19050">
            <a:solidFill>
              <a:srgbClr val="336699"/>
            </a:solidFill>
            <a:tailEnd type="triangle"/>
          </a:ln>
        </p:spPr>
        <p:style>
          <a:lnRef idx="1">
            <a:srgbClr val="336699"/>
          </a:lnRef>
          <a:fillRef idx="0">
            <a:srgbClr val="336699"/>
          </a:fillRef>
          <a:effectRef idx="0">
            <a:srgbClr val="336699"/>
          </a:effectRef>
          <a:fontRef idx="minor">
            <a:srgbClr val="333333"/>
          </a:fontRef>
        </p:style>
      </p:cxnSp>
      <p:sp>
        <p:nvSpPr>
          <p:cNvPr id="109" name="文本框 39">
            <a:extLst>
              <a:ext uri="{FF2B5EF4-FFF2-40B4-BE49-F238E27FC236}">
                <a16:creationId xmlns:a16="http://schemas.microsoft.com/office/drawing/2014/main" id="{DB92D88D-498F-AD66-5C4C-EAB14CFF95A0}"/>
              </a:ext>
            </a:extLst>
          </p:cNvPr>
          <p:cNvSpPr txBox="1"/>
          <p:nvPr/>
        </p:nvSpPr>
        <p:spPr>
          <a:xfrm>
            <a:off x="1282675" y="1238250"/>
            <a:ext cx="801616" cy="314689"/>
          </a:xfrm>
          <a:prstGeom prst="rect">
            <a:avLst/>
          </a:prstGeom>
          <a:noFill/>
        </p:spPr>
        <p:txBody>
          <a:bodyPr wrap="square" rtlCol="0">
            <a:spAutoFit/>
          </a:bodyPr>
          <a:lstStyle/>
          <a:p>
            <a:pPr algn="ctr"/>
            <a:r>
              <a:rPr kumimoji="1" lang="zh-CN" altLang="en-US" sz="1487" b="1" dirty="0">
                <a:solidFill>
                  <a:srgbClr val="336699"/>
                </a:solidFill>
                <a:latin typeface="微软雅黑" panose="020B0503020204020204" pitchFamily="34" charset="-122"/>
                <a:ea typeface="微软雅黑" panose="020B0503020204020204" pitchFamily="34" charset="-122"/>
                <a:cs typeface="微软雅黑" pitchFamily="18" charset="-122"/>
              </a:rPr>
              <a:t>筹备期</a:t>
            </a:r>
          </a:p>
        </p:txBody>
      </p:sp>
      <p:sp>
        <p:nvSpPr>
          <p:cNvPr id="110" name="文本框 40">
            <a:extLst>
              <a:ext uri="{FF2B5EF4-FFF2-40B4-BE49-F238E27FC236}">
                <a16:creationId xmlns:a16="http://schemas.microsoft.com/office/drawing/2014/main" id="{47C0806D-FC5D-6C1D-4279-010B9F57A1DE}"/>
              </a:ext>
            </a:extLst>
          </p:cNvPr>
          <p:cNvSpPr txBox="1"/>
          <p:nvPr/>
        </p:nvSpPr>
        <p:spPr>
          <a:xfrm>
            <a:off x="3019251" y="1238250"/>
            <a:ext cx="801616" cy="314689"/>
          </a:xfrm>
          <a:prstGeom prst="rect">
            <a:avLst/>
          </a:prstGeom>
          <a:noFill/>
        </p:spPr>
        <p:txBody>
          <a:bodyPr wrap="square" rtlCol="0">
            <a:spAutoFit/>
          </a:bodyPr>
          <a:lstStyle/>
          <a:p>
            <a:pPr algn="ctr"/>
            <a:r>
              <a:rPr kumimoji="1" lang="zh-CN" altLang="en-US" sz="1487" b="1" dirty="0">
                <a:solidFill>
                  <a:srgbClr val="336699"/>
                </a:solidFill>
                <a:latin typeface="微软雅黑" panose="020B0503020204020204" pitchFamily="34" charset="-122"/>
                <a:ea typeface="微软雅黑" panose="020B0503020204020204" pitchFamily="34" charset="-122"/>
                <a:cs typeface="微软雅黑" pitchFamily="18" charset="-122"/>
              </a:rPr>
              <a:t>启动期</a:t>
            </a:r>
          </a:p>
        </p:txBody>
      </p:sp>
      <p:sp>
        <p:nvSpPr>
          <p:cNvPr id="111" name="文本框 41">
            <a:extLst>
              <a:ext uri="{FF2B5EF4-FFF2-40B4-BE49-F238E27FC236}">
                <a16:creationId xmlns:a16="http://schemas.microsoft.com/office/drawing/2014/main" id="{20BAB144-25C6-F2EE-D4DE-39C0D5460AC8}"/>
              </a:ext>
            </a:extLst>
          </p:cNvPr>
          <p:cNvSpPr txBox="1"/>
          <p:nvPr/>
        </p:nvSpPr>
        <p:spPr>
          <a:xfrm>
            <a:off x="5708983" y="1238250"/>
            <a:ext cx="801616" cy="314689"/>
          </a:xfrm>
          <a:prstGeom prst="rect">
            <a:avLst/>
          </a:prstGeom>
          <a:noFill/>
        </p:spPr>
        <p:txBody>
          <a:bodyPr wrap="square" rtlCol="0">
            <a:spAutoFit/>
          </a:bodyPr>
          <a:lstStyle/>
          <a:p>
            <a:pPr algn="ctr"/>
            <a:r>
              <a:rPr kumimoji="1" lang="zh-CN" altLang="en-US" sz="1487" b="1" dirty="0">
                <a:solidFill>
                  <a:srgbClr val="336699"/>
                </a:solidFill>
                <a:latin typeface="微软雅黑" panose="020B0503020204020204" pitchFamily="34" charset="-122"/>
                <a:ea typeface="微软雅黑" panose="020B0503020204020204" pitchFamily="34" charset="-122"/>
                <a:cs typeface="微软雅黑" pitchFamily="18" charset="-122"/>
              </a:rPr>
              <a:t>执行期</a:t>
            </a:r>
          </a:p>
        </p:txBody>
      </p:sp>
      <p:sp>
        <p:nvSpPr>
          <p:cNvPr id="112" name="文本框 42">
            <a:extLst>
              <a:ext uri="{FF2B5EF4-FFF2-40B4-BE49-F238E27FC236}">
                <a16:creationId xmlns:a16="http://schemas.microsoft.com/office/drawing/2014/main" id="{51CA7444-845C-9FCA-8684-E383DD302DEA}"/>
              </a:ext>
            </a:extLst>
          </p:cNvPr>
          <p:cNvSpPr txBox="1"/>
          <p:nvPr/>
        </p:nvSpPr>
        <p:spPr>
          <a:xfrm>
            <a:off x="8294260" y="1238250"/>
            <a:ext cx="801616" cy="314689"/>
          </a:xfrm>
          <a:prstGeom prst="rect">
            <a:avLst/>
          </a:prstGeom>
          <a:noFill/>
        </p:spPr>
        <p:txBody>
          <a:bodyPr wrap="square" rtlCol="0">
            <a:spAutoFit/>
          </a:bodyPr>
          <a:lstStyle/>
          <a:p>
            <a:pPr algn="ctr"/>
            <a:r>
              <a:rPr kumimoji="1" lang="zh-CN" altLang="en-US" sz="1487" b="1" dirty="0">
                <a:solidFill>
                  <a:srgbClr val="336699"/>
                </a:solidFill>
                <a:latin typeface="微软雅黑" panose="020B0503020204020204" pitchFamily="34" charset="-122"/>
                <a:ea typeface="微软雅黑" panose="020B0503020204020204" pitchFamily="34" charset="-122"/>
                <a:cs typeface="微软雅黑" pitchFamily="18" charset="-122"/>
              </a:rPr>
              <a:t>优化期</a:t>
            </a:r>
          </a:p>
        </p:txBody>
      </p:sp>
      <p:sp>
        <p:nvSpPr>
          <p:cNvPr id="113" name="文本框 43">
            <a:extLst>
              <a:ext uri="{FF2B5EF4-FFF2-40B4-BE49-F238E27FC236}">
                <a16:creationId xmlns:a16="http://schemas.microsoft.com/office/drawing/2014/main" id="{19B661E9-649B-C5B8-0458-CF50459AB9B7}"/>
              </a:ext>
            </a:extLst>
          </p:cNvPr>
          <p:cNvSpPr txBox="1"/>
          <p:nvPr/>
        </p:nvSpPr>
        <p:spPr>
          <a:xfrm>
            <a:off x="10004721" y="1238250"/>
            <a:ext cx="801616" cy="314689"/>
          </a:xfrm>
          <a:prstGeom prst="rect">
            <a:avLst/>
          </a:prstGeom>
          <a:noFill/>
        </p:spPr>
        <p:txBody>
          <a:bodyPr wrap="square" rtlCol="0">
            <a:spAutoFit/>
          </a:bodyPr>
          <a:lstStyle/>
          <a:p>
            <a:pPr algn="ctr"/>
            <a:r>
              <a:rPr kumimoji="1" lang="zh-CN" altLang="en-US" sz="1487" b="1" dirty="0">
                <a:solidFill>
                  <a:srgbClr val="336699"/>
                </a:solidFill>
                <a:latin typeface="微软雅黑" panose="020B0503020204020204" pitchFamily="34" charset="-122"/>
                <a:ea typeface="微软雅黑" panose="020B0503020204020204" pitchFamily="34" charset="-122"/>
                <a:cs typeface="微软雅黑" pitchFamily="18" charset="-122"/>
              </a:rPr>
              <a:t>复盘期</a:t>
            </a:r>
          </a:p>
        </p:txBody>
      </p:sp>
      <p:sp>
        <p:nvSpPr>
          <p:cNvPr id="114" name="文本框 44">
            <a:extLst>
              <a:ext uri="{FF2B5EF4-FFF2-40B4-BE49-F238E27FC236}">
                <a16:creationId xmlns:a16="http://schemas.microsoft.com/office/drawing/2014/main" id="{C52A303D-69B7-6021-DAEE-63538D52F533}"/>
              </a:ext>
            </a:extLst>
          </p:cNvPr>
          <p:cNvSpPr txBox="1"/>
          <p:nvPr/>
        </p:nvSpPr>
        <p:spPr>
          <a:xfrm>
            <a:off x="1282675" y="2415072"/>
            <a:ext cx="801616" cy="314689"/>
          </a:xfrm>
          <a:prstGeom prst="rect">
            <a:avLst/>
          </a:prstGeom>
          <a:noFill/>
        </p:spPr>
        <p:txBody>
          <a:bodyPr wrap="square" rtlCol="0">
            <a:spAutoFit/>
          </a:bodyPr>
          <a:lstStyle/>
          <a:p>
            <a:pPr algn="ctr"/>
            <a:r>
              <a:rPr kumimoji="1" lang="en-US" altLang="zh-CN" sz="1487" dirty="0">
                <a:solidFill>
                  <a:srgbClr val="336699"/>
                </a:solidFill>
                <a:latin typeface="微软雅黑" panose="020B0503020204020204" pitchFamily="34" charset="-122"/>
                <a:ea typeface="微软雅黑" panose="020B0503020204020204" pitchFamily="34" charset="-122"/>
                <a:cs typeface="微软雅黑" pitchFamily="18" charset="-122"/>
              </a:rPr>
              <a:t>4月</a:t>
            </a:r>
            <a:endParaRPr kumimoji="1" lang="zh-CN" altLang="en-US" sz="1487"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5" name="文本框 45">
            <a:extLst>
              <a:ext uri="{FF2B5EF4-FFF2-40B4-BE49-F238E27FC236}">
                <a16:creationId xmlns:a16="http://schemas.microsoft.com/office/drawing/2014/main" id="{ECF200B5-9B72-3EBD-F80D-CDD19EC2C92D}"/>
              </a:ext>
            </a:extLst>
          </p:cNvPr>
          <p:cNvSpPr txBox="1"/>
          <p:nvPr/>
        </p:nvSpPr>
        <p:spPr>
          <a:xfrm>
            <a:off x="3019251" y="2415072"/>
            <a:ext cx="801616" cy="314689"/>
          </a:xfrm>
          <a:prstGeom prst="rect">
            <a:avLst/>
          </a:prstGeom>
          <a:noFill/>
        </p:spPr>
        <p:txBody>
          <a:bodyPr wrap="square" rtlCol="0">
            <a:spAutoFit/>
          </a:bodyPr>
          <a:lstStyle/>
          <a:p>
            <a:pPr algn="ctr"/>
            <a:r>
              <a:rPr kumimoji="1" lang="en-US" altLang="zh-CN" sz="1487" dirty="0">
                <a:solidFill>
                  <a:srgbClr val="336699"/>
                </a:solidFill>
                <a:latin typeface="微软雅黑" panose="020B0503020204020204" pitchFamily="34" charset="-122"/>
                <a:ea typeface="微软雅黑" panose="020B0503020204020204" pitchFamily="34" charset="-122"/>
                <a:cs typeface="微软雅黑" pitchFamily="18" charset="-122"/>
              </a:rPr>
              <a:t>5月</a:t>
            </a:r>
            <a:endParaRPr kumimoji="1" lang="zh-CN" altLang="en-US" sz="1487"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6" name="文本框 46">
            <a:extLst>
              <a:ext uri="{FF2B5EF4-FFF2-40B4-BE49-F238E27FC236}">
                <a16:creationId xmlns:a16="http://schemas.microsoft.com/office/drawing/2014/main" id="{B2262993-FADF-3B06-A16A-E171663817B8}"/>
              </a:ext>
            </a:extLst>
          </p:cNvPr>
          <p:cNvSpPr txBox="1"/>
          <p:nvPr/>
        </p:nvSpPr>
        <p:spPr>
          <a:xfrm>
            <a:off x="5708983" y="2415072"/>
            <a:ext cx="801616" cy="314689"/>
          </a:xfrm>
          <a:prstGeom prst="rect">
            <a:avLst/>
          </a:prstGeom>
          <a:noFill/>
        </p:spPr>
        <p:txBody>
          <a:bodyPr wrap="square" rtlCol="0">
            <a:spAutoFit/>
          </a:bodyPr>
          <a:lstStyle/>
          <a:p>
            <a:pPr algn="ctr"/>
            <a:r>
              <a:rPr kumimoji="1" lang="en-US" altLang="zh-CN" sz="1487" dirty="0">
                <a:solidFill>
                  <a:srgbClr val="336699"/>
                </a:solidFill>
                <a:latin typeface="微软雅黑" panose="020B0503020204020204" pitchFamily="34" charset="-122"/>
                <a:ea typeface="微软雅黑" panose="020B0503020204020204" pitchFamily="34" charset="-122"/>
                <a:cs typeface="微软雅黑" pitchFamily="18" charset="-122"/>
              </a:rPr>
              <a:t>8月</a:t>
            </a:r>
            <a:endParaRPr kumimoji="1" lang="zh-CN" altLang="en-US" sz="1487"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7" name="文本框 47">
            <a:extLst>
              <a:ext uri="{FF2B5EF4-FFF2-40B4-BE49-F238E27FC236}">
                <a16:creationId xmlns:a16="http://schemas.microsoft.com/office/drawing/2014/main" id="{2E80C6A9-2F47-19AD-9C2D-65C951EDC39B}"/>
              </a:ext>
            </a:extLst>
          </p:cNvPr>
          <p:cNvSpPr txBox="1"/>
          <p:nvPr/>
        </p:nvSpPr>
        <p:spPr>
          <a:xfrm>
            <a:off x="8294260" y="2415072"/>
            <a:ext cx="801616" cy="314689"/>
          </a:xfrm>
          <a:prstGeom prst="rect">
            <a:avLst/>
          </a:prstGeom>
          <a:noFill/>
        </p:spPr>
        <p:txBody>
          <a:bodyPr wrap="square" rtlCol="0">
            <a:spAutoFit/>
          </a:bodyPr>
          <a:lstStyle/>
          <a:p>
            <a:pPr algn="ctr"/>
            <a:r>
              <a:rPr kumimoji="1" lang="en-US" altLang="zh-CN" sz="1487" dirty="0">
                <a:solidFill>
                  <a:srgbClr val="336699"/>
                </a:solidFill>
                <a:latin typeface="微软雅黑" panose="020B0503020204020204" pitchFamily="34" charset="-122"/>
                <a:ea typeface="微软雅黑" panose="020B0503020204020204" pitchFamily="34" charset="-122"/>
                <a:cs typeface="微软雅黑" pitchFamily="18" charset="-122"/>
              </a:rPr>
              <a:t>9月</a:t>
            </a:r>
            <a:endParaRPr kumimoji="1" lang="zh-CN" altLang="en-US" sz="1487"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8" name="文本框 48">
            <a:extLst>
              <a:ext uri="{FF2B5EF4-FFF2-40B4-BE49-F238E27FC236}">
                <a16:creationId xmlns:a16="http://schemas.microsoft.com/office/drawing/2014/main" id="{2D61D52B-77F8-F817-DDCA-1124A9904C5A}"/>
              </a:ext>
            </a:extLst>
          </p:cNvPr>
          <p:cNvSpPr txBox="1"/>
          <p:nvPr/>
        </p:nvSpPr>
        <p:spPr>
          <a:xfrm>
            <a:off x="10004721" y="2415072"/>
            <a:ext cx="890203" cy="314689"/>
          </a:xfrm>
          <a:prstGeom prst="rect">
            <a:avLst/>
          </a:prstGeom>
          <a:noFill/>
        </p:spPr>
        <p:txBody>
          <a:bodyPr wrap="square" rtlCol="0">
            <a:spAutoFit/>
          </a:bodyPr>
          <a:lstStyle/>
          <a:p>
            <a:pPr algn="ctr"/>
            <a:r>
              <a:rPr kumimoji="1" lang="en-US" altLang="zh-CN" sz="1487" dirty="0">
                <a:solidFill>
                  <a:srgbClr val="336699"/>
                </a:solidFill>
                <a:latin typeface="微软雅黑" panose="020B0503020204020204" pitchFamily="34" charset="-122"/>
                <a:ea typeface="微软雅黑" panose="020B0503020204020204" pitchFamily="34" charset="-122"/>
                <a:cs typeface="微软雅黑" pitchFamily="18" charset="-122"/>
              </a:rPr>
              <a:t>10月</a:t>
            </a:r>
            <a:endParaRPr kumimoji="1" lang="zh-CN" altLang="en-US" sz="1487"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graphicFrame>
        <p:nvGraphicFramePr>
          <p:cNvPr id="119" name="表格 49">
            <a:extLst>
              <a:ext uri="{FF2B5EF4-FFF2-40B4-BE49-F238E27FC236}">
                <a16:creationId xmlns:a16="http://schemas.microsoft.com/office/drawing/2014/main" id="{9C6E4087-4B1F-32A1-0377-6A18AEB6B711}"/>
              </a:ext>
            </a:extLst>
          </p:cNvPr>
          <p:cNvGraphicFramePr>
            <a:graphicFrameLocks noGrp="1"/>
          </p:cNvGraphicFramePr>
          <p:nvPr>
            <p:extLst>
              <p:ext uri="{D42A27DB-BD31-4B8C-83A1-F6EECF244321}">
                <p14:modId xmlns:p14="http://schemas.microsoft.com/office/powerpoint/2010/main" val="82754687"/>
              </p:ext>
            </p:extLst>
          </p:nvPr>
        </p:nvGraphicFramePr>
        <p:xfrm>
          <a:off x="952948" y="2966427"/>
          <a:ext cx="10286104" cy="2277860"/>
        </p:xfrm>
        <a:graphic>
          <a:graphicData uri="http://schemas.openxmlformats.org/drawingml/2006/table">
            <a:tbl>
              <a:tblPr firstRow="1" bandRow="1">
                <a:tableStyleId>{69012ECD-51FC-41F1-AA8D-1B2483CD663E}</a:tableStyleId>
              </a:tblPr>
              <a:tblGrid>
                <a:gridCol w="1285763">
                  <a:extLst>
                    <a:ext uri="{9D8B030D-6E8A-4147-A177-3AD203B41FA5}">
                      <a16:colId xmlns:a16="http://schemas.microsoft.com/office/drawing/2014/main" val="2356772115"/>
                    </a:ext>
                  </a:extLst>
                </a:gridCol>
                <a:gridCol w="1285763">
                  <a:extLst>
                    <a:ext uri="{9D8B030D-6E8A-4147-A177-3AD203B41FA5}">
                      <a16:colId xmlns:a16="http://schemas.microsoft.com/office/drawing/2014/main" val="3205223121"/>
                    </a:ext>
                  </a:extLst>
                </a:gridCol>
                <a:gridCol w="1285763">
                  <a:extLst>
                    <a:ext uri="{9D8B030D-6E8A-4147-A177-3AD203B41FA5}">
                      <a16:colId xmlns:a16="http://schemas.microsoft.com/office/drawing/2014/main" val="1034061271"/>
                    </a:ext>
                  </a:extLst>
                </a:gridCol>
                <a:gridCol w="1285763">
                  <a:extLst>
                    <a:ext uri="{9D8B030D-6E8A-4147-A177-3AD203B41FA5}">
                      <a16:colId xmlns:a16="http://schemas.microsoft.com/office/drawing/2014/main" val="1723862503"/>
                    </a:ext>
                  </a:extLst>
                </a:gridCol>
                <a:gridCol w="1285763">
                  <a:extLst>
                    <a:ext uri="{9D8B030D-6E8A-4147-A177-3AD203B41FA5}">
                      <a16:colId xmlns:a16="http://schemas.microsoft.com/office/drawing/2014/main" val="3338007895"/>
                    </a:ext>
                  </a:extLst>
                </a:gridCol>
                <a:gridCol w="1285763">
                  <a:extLst>
                    <a:ext uri="{9D8B030D-6E8A-4147-A177-3AD203B41FA5}">
                      <a16:colId xmlns:a16="http://schemas.microsoft.com/office/drawing/2014/main" val="3126033864"/>
                    </a:ext>
                  </a:extLst>
                </a:gridCol>
                <a:gridCol w="1285763">
                  <a:extLst>
                    <a:ext uri="{9D8B030D-6E8A-4147-A177-3AD203B41FA5}">
                      <a16:colId xmlns:a16="http://schemas.microsoft.com/office/drawing/2014/main" val="1774306956"/>
                    </a:ext>
                  </a:extLst>
                </a:gridCol>
                <a:gridCol w="1285763">
                  <a:extLst>
                    <a:ext uri="{9D8B030D-6E8A-4147-A177-3AD203B41FA5}">
                      <a16:colId xmlns:a16="http://schemas.microsoft.com/office/drawing/2014/main" val="209739035"/>
                    </a:ext>
                  </a:extLst>
                </a:gridCol>
              </a:tblGrid>
              <a:tr h="357795">
                <a:tc>
                  <a:txBody>
                    <a:bodyPr/>
                    <a:lstStyle/>
                    <a:p>
                      <a:pPr algn="ctr"/>
                      <a:endParaRPr lang="zh-CN" altLang="en-US" sz="1301" b="1" dirty="0">
                        <a:solidFill>
                          <a:srgbClr val="336699"/>
                        </a:solidFill>
                        <a:latin typeface="微软雅黑" panose="020B0503020204020204" pitchFamily="34" charset="-122"/>
                        <a:ea typeface="微软雅黑" panose="020B0503020204020204" pitchFamily="34" charset="-122"/>
                      </a:endParaRPr>
                    </a:p>
                  </a:txBody>
                  <a:tcPr anchor="ctr"/>
                </a:tc>
                <a:tc>
                  <a:txBody>
                    <a:bodyPr/>
                    <a:lstStyle/>
                    <a:p>
                      <a:pPr algn="ctr"/>
                      <a:r>
                        <a:rPr lang="en-US" altLang="zh-CN" dirty="0">
                          <a:solidFill>
                            <a:srgbClr val="FFFFFF"/>
                          </a:solidFill>
                        </a:rPr>
                        <a:t>Apr</a:t>
                      </a:r>
                      <a:endParaRPr lang="zh-CN" altLang="en-US" dirty="0">
                        <a:solidFill>
                          <a:srgbClr val="FFFFFF"/>
                        </a:solidFill>
                      </a:endParaRPr>
                    </a:p>
                  </a:txBody>
                  <a:tcPr/>
                </a:tc>
                <a:tc>
                  <a:txBody>
                    <a:bodyPr/>
                    <a:lstStyle/>
                    <a:p>
                      <a:pPr algn="ctr"/>
                      <a:r>
                        <a:rPr lang="en-US" altLang="zh-CN" dirty="0">
                          <a:solidFill>
                            <a:srgbClr val="FFFFFF"/>
                          </a:solidFill>
                        </a:rPr>
                        <a:t>May</a:t>
                      </a:r>
                      <a:endParaRPr lang="zh-CN" altLang="en-US" dirty="0">
                        <a:solidFill>
                          <a:srgbClr val="FFFFFF"/>
                        </a:solidFill>
                      </a:endParaRPr>
                    </a:p>
                  </a:txBody>
                  <a:tcPr/>
                </a:tc>
                <a:tc>
                  <a:txBody>
                    <a:bodyPr/>
                    <a:lstStyle/>
                    <a:p>
                      <a:pPr algn="ctr"/>
                      <a:r>
                        <a:rPr lang="en-US" altLang="zh-CN" dirty="0">
                          <a:solidFill>
                            <a:srgbClr val="FFFFFF"/>
                          </a:solidFill>
                        </a:rPr>
                        <a:t>Jun</a:t>
                      </a:r>
                      <a:endParaRPr lang="zh-CN" altLang="en-US" dirty="0">
                        <a:solidFill>
                          <a:srgbClr val="FFFFFF"/>
                        </a:solidFill>
                      </a:endParaRPr>
                    </a:p>
                  </a:txBody>
                  <a:tcPr/>
                </a:tc>
                <a:tc>
                  <a:txBody>
                    <a:bodyPr/>
                    <a:lstStyle/>
                    <a:p>
                      <a:pPr algn="ctr"/>
                      <a:r>
                        <a:rPr lang="en-US" altLang="zh-CN" dirty="0">
                          <a:solidFill>
                            <a:srgbClr val="FFFFFF"/>
                          </a:solidFill>
                        </a:rPr>
                        <a:t>Jul</a:t>
                      </a:r>
                      <a:endParaRPr lang="zh-CN" altLang="en-US" dirty="0">
                        <a:solidFill>
                          <a:srgbClr val="FFFFFF"/>
                        </a:solidFill>
                      </a:endParaRPr>
                    </a:p>
                  </a:txBody>
                  <a:tcPr/>
                </a:tc>
                <a:tc>
                  <a:txBody>
                    <a:bodyPr/>
                    <a:lstStyle/>
                    <a:p>
                      <a:pPr algn="ctr"/>
                      <a:r>
                        <a:rPr lang="en-US" altLang="zh-CN" dirty="0">
                          <a:solidFill>
                            <a:srgbClr val="FFFFFF"/>
                          </a:solidFill>
                        </a:rPr>
                        <a:t>Aug</a:t>
                      </a:r>
                      <a:endParaRPr lang="zh-CN" altLang="en-US" dirty="0">
                        <a:solidFill>
                          <a:srgbClr val="FFFFFF"/>
                        </a:solidFill>
                      </a:endParaRPr>
                    </a:p>
                  </a:txBody>
                  <a:tcPr/>
                </a:tc>
                <a:tc>
                  <a:txBody>
                    <a:bodyPr/>
                    <a:lstStyle/>
                    <a:p>
                      <a:pPr algn="ctr"/>
                      <a:r>
                        <a:rPr lang="en-US" altLang="zh-CN" dirty="0">
                          <a:solidFill>
                            <a:srgbClr val="FFFFFF"/>
                          </a:solidFill>
                        </a:rPr>
                        <a:t>Sep</a:t>
                      </a:r>
                      <a:endParaRPr lang="zh-CN" altLang="en-US" dirty="0">
                        <a:solidFill>
                          <a:srgbClr val="FFFFFF"/>
                        </a:solidFill>
                      </a:endParaRPr>
                    </a:p>
                  </a:txBody>
                  <a:tcPr/>
                </a:tc>
                <a:tc>
                  <a:txBody>
                    <a:bodyPr/>
                    <a:lstStyle/>
                    <a:p>
                      <a:pPr algn="ctr"/>
                      <a:r>
                        <a:rPr lang="en-US" altLang="zh-CN" dirty="0">
                          <a:solidFill>
                            <a:srgbClr val="FFFFFF"/>
                          </a:solidFill>
                        </a:rPr>
                        <a:t>Oct</a:t>
                      </a:r>
                      <a:endParaRPr lang="zh-CN" altLang="en-US" dirty="0">
                        <a:solidFill>
                          <a:srgbClr val="FFFFFF"/>
                        </a:solidFill>
                      </a:endParaRPr>
                    </a:p>
                  </a:txBody>
                  <a:tcPr/>
                </a:tc>
                <a:extLst>
                  <a:ext uri="{0D108BD9-81ED-4DB2-BD59-A6C34878D82A}">
                    <a16:rowId xmlns:a16="http://schemas.microsoft.com/office/drawing/2014/main" val="1727730981"/>
                  </a:ext>
                </a:extLst>
              </a:tr>
              <a:tr h="384013">
                <a:tc>
                  <a:txBody>
                    <a:bodyPr/>
                    <a:lstStyle/>
                    <a:p>
                      <a:pPr algn="ctr">
                        <a:lnSpc>
                          <a:spcPct val="100000"/>
                        </a:lnSpc>
                      </a:pPr>
                      <a:r>
                        <a:rPr lang="zh-CN" altLang="en-US" sz="1301" b="1" i="0" dirty="0">
                          <a:solidFill>
                            <a:srgbClr val="336699"/>
                          </a:solidFill>
                          <a:latin typeface="微软雅黑" panose="020B0503020204020204" pitchFamily="34" charset="-122"/>
                          <a:ea typeface="微软雅黑" panose="020B0503020204020204" pitchFamily="34" charset="-122"/>
                          <a:cs typeface="微软雅黑" pitchFamily="18" charset="-122"/>
                        </a:rPr>
                        <a:t>市场调研</a:t>
                      </a:r>
                    </a:p>
                  </a:txBody>
                  <a:tcPr anchor="ctr"/>
                </a:tc>
                <a:tc>
                  <a:txBody>
                    <a:bodyPr/>
                    <a:lstStyle/>
                    <a:p>
                      <a:pPr algn="ctr"/>
                      <a:endParaRPr lang="zh-CN" altLang="en-US" dirty="0">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extLst>
                  <a:ext uri="{0D108BD9-81ED-4DB2-BD59-A6C34878D82A}">
                    <a16:rowId xmlns:a16="http://schemas.microsoft.com/office/drawing/2014/main" val="3280240164"/>
                  </a:ext>
                </a:extLst>
              </a:tr>
              <a:tr h="384013">
                <a:tc>
                  <a:txBody>
                    <a:bodyPr/>
                    <a:lstStyle/>
                    <a:p>
                      <a:pPr algn="ctr">
                        <a:lnSpc>
                          <a:spcPct val="100000"/>
                        </a:lnSpc>
                      </a:pPr>
                      <a:r>
                        <a:rPr lang="zh-CN" altLang="en-US" sz="1301" b="1" i="0" dirty="0">
                          <a:solidFill>
                            <a:srgbClr val="336699"/>
                          </a:solidFill>
                          <a:latin typeface="微软雅黑" panose="020B0503020204020204" pitchFamily="34" charset="-122"/>
                          <a:ea typeface="微软雅黑" panose="020B0503020204020204" pitchFamily="34" charset="-122"/>
                          <a:cs typeface="微软雅黑" pitchFamily="18" charset="-122"/>
                        </a:rPr>
                        <a:t>品牌推广</a:t>
                      </a:r>
                    </a:p>
                  </a:txBody>
                  <a:tcPr anchor="ct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dirty="0">
                        <a:solidFill>
                          <a:srgbClr val="336699"/>
                        </a:solidFill>
                      </a:endParaRPr>
                    </a:p>
                  </a:txBody>
                  <a:tcPr/>
                </a:tc>
                <a:extLst>
                  <a:ext uri="{0D108BD9-81ED-4DB2-BD59-A6C34878D82A}">
                    <a16:rowId xmlns:a16="http://schemas.microsoft.com/office/drawing/2014/main" val="340612475"/>
                  </a:ext>
                </a:extLst>
              </a:tr>
              <a:tr h="384013">
                <a:tc>
                  <a:txBody>
                    <a:bodyPr/>
                    <a:lstStyle/>
                    <a:p>
                      <a:pPr algn="ctr">
                        <a:lnSpc>
                          <a:spcPct val="100000"/>
                        </a:lnSpc>
                      </a:pPr>
                      <a:r>
                        <a:rPr lang="zh-CN" altLang="en-US" sz="1301" b="1" i="0" dirty="0">
                          <a:solidFill>
                            <a:srgbClr val="336699"/>
                          </a:solidFill>
                          <a:latin typeface="微软雅黑" panose="020B0503020204020204" pitchFamily="34" charset="-122"/>
                          <a:ea typeface="微软雅黑" panose="020B0503020204020204" pitchFamily="34" charset="-122"/>
                          <a:cs typeface="微软雅黑" pitchFamily="18" charset="-122"/>
                        </a:rPr>
                        <a:t>具体执行</a:t>
                      </a:r>
                    </a:p>
                  </a:txBody>
                  <a:tcPr anchor="ct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extLst>
                  <a:ext uri="{0D108BD9-81ED-4DB2-BD59-A6C34878D82A}">
                    <a16:rowId xmlns:a16="http://schemas.microsoft.com/office/drawing/2014/main" val="762715737"/>
                  </a:ext>
                </a:extLst>
              </a:tr>
              <a:tr h="384013">
                <a:tc>
                  <a:txBody>
                    <a:bodyPr/>
                    <a:lstStyle/>
                    <a:p>
                      <a:pPr algn="ctr">
                        <a:lnSpc>
                          <a:spcPct val="100000"/>
                        </a:lnSpc>
                      </a:pPr>
                      <a:r>
                        <a:rPr lang="zh-CN" altLang="en-US" sz="1301" b="1" i="0" dirty="0">
                          <a:solidFill>
                            <a:srgbClr val="336699"/>
                          </a:solidFill>
                          <a:latin typeface="微软雅黑" panose="020B0503020204020204" pitchFamily="34" charset="-122"/>
                          <a:ea typeface="微软雅黑" panose="020B0503020204020204" pitchFamily="34" charset="-122"/>
                          <a:cs typeface="微软雅黑" pitchFamily="18" charset="-122"/>
                        </a:rPr>
                        <a:t>任务优化</a:t>
                      </a:r>
                    </a:p>
                  </a:txBody>
                  <a:tcPr anchor="ct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extLst>
                  <a:ext uri="{0D108BD9-81ED-4DB2-BD59-A6C34878D82A}">
                    <a16:rowId xmlns:a16="http://schemas.microsoft.com/office/drawing/2014/main" val="3045159383"/>
                  </a:ext>
                </a:extLst>
              </a:tr>
              <a:tr h="384013">
                <a:tc>
                  <a:txBody>
                    <a:bodyPr/>
                    <a:lstStyle/>
                    <a:p>
                      <a:pPr algn="ctr">
                        <a:lnSpc>
                          <a:spcPct val="100000"/>
                        </a:lnSpc>
                      </a:pPr>
                      <a:r>
                        <a:rPr lang="zh-CN" altLang="en-US" sz="1301" b="1" i="0" dirty="0">
                          <a:solidFill>
                            <a:srgbClr val="336699"/>
                          </a:solidFill>
                          <a:latin typeface="微软雅黑" panose="020B0503020204020204" pitchFamily="34" charset="-122"/>
                          <a:ea typeface="微软雅黑" panose="020B0503020204020204" pitchFamily="34" charset="-122"/>
                          <a:cs typeface="微软雅黑" pitchFamily="18" charset="-122"/>
                        </a:rPr>
                        <a:t>项目复盘</a:t>
                      </a:r>
                    </a:p>
                  </a:txBody>
                  <a:tcPr anchor="ctr"/>
                </a:tc>
                <a:tc>
                  <a:txBody>
                    <a:bodyPr/>
                    <a:lstStyle/>
                    <a:p>
                      <a:pPr algn="ctr"/>
                      <a:endParaRPr lang="zh-CN" altLang="en-US" dirty="0">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a:solidFill>
                          <a:srgbClr val="336699"/>
                        </a:solidFill>
                      </a:endParaRPr>
                    </a:p>
                  </a:txBody>
                  <a:tcPr/>
                </a:tc>
                <a:tc>
                  <a:txBody>
                    <a:bodyPr/>
                    <a:lstStyle/>
                    <a:p>
                      <a:pPr algn="ctr"/>
                      <a:endParaRPr lang="zh-CN" altLang="en-US" dirty="0">
                        <a:solidFill>
                          <a:srgbClr val="336699"/>
                        </a:solidFill>
                      </a:endParaRPr>
                    </a:p>
                  </a:txBody>
                  <a:tcPr/>
                </a:tc>
                <a:extLst>
                  <a:ext uri="{0D108BD9-81ED-4DB2-BD59-A6C34878D82A}">
                    <a16:rowId xmlns:a16="http://schemas.microsoft.com/office/drawing/2014/main" val="1830036348"/>
                  </a:ext>
                </a:extLst>
              </a:tr>
            </a:tbl>
          </a:graphicData>
        </a:graphic>
      </p:graphicFrame>
      <p:sp>
        <p:nvSpPr>
          <p:cNvPr id="120" name="矩形 50">
            <a:extLst>
              <a:ext uri="{FF2B5EF4-FFF2-40B4-BE49-F238E27FC236}">
                <a16:creationId xmlns:a16="http://schemas.microsoft.com/office/drawing/2014/main" id="{51C220E6-8157-0E89-087A-5FF4B1F54E1D}"/>
              </a:ext>
            </a:extLst>
          </p:cNvPr>
          <p:cNvSpPr/>
          <p:nvPr/>
        </p:nvSpPr>
        <p:spPr>
          <a:xfrm>
            <a:off x="2473900" y="3390103"/>
            <a:ext cx="2138439" cy="252018"/>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1" name="矩形 51">
            <a:extLst>
              <a:ext uri="{FF2B5EF4-FFF2-40B4-BE49-F238E27FC236}">
                <a16:creationId xmlns:a16="http://schemas.microsoft.com/office/drawing/2014/main" id="{E93A0C9F-6952-EA7C-E2C6-196168AD484A}"/>
              </a:ext>
            </a:extLst>
          </p:cNvPr>
          <p:cNvSpPr/>
          <p:nvPr/>
        </p:nvSpPr>
        <p:spPr>
          <a:xfrm>
            <a:off x="3767761" y="3775543"/>
            <a:ext cx="2138439" cy="252018"/>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2" name="矩形 52">
            <a:extLst>
              <a:ext uri="{FF2B5EF4-FFF2-40B4-BE49-F238E27FC236}">
                <a16:creationId xmlns:a16="http://schemas.microsoft.com/office/drawing/2014/main" id="{0B9295D9-6630-DADD-E347-3FEDB922BDFC}"/>
              </a:ext>
            </a:extLst>
          </p:cNvPr>
          <p:cNvSpPr/>
          <p:nvPr/>
        </p:nvSpPr>
        <p:spPr>
          <a:xfrm>
            <a:off x="5048748" y="4164088"/>
            <a:ext cx="3406858" cy="252018"/>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3" name="矩形 57">
            <a:extLst>
              <a:ext uri="{FF2B5EF4-FFF2-40B4-BE49-F238E27FC236}">
                <a16:creationId xmlns:a16="http://schemas.microsoft.com/office/drawing/2014/main" id="{65C68438-A613-04CE-F997-ED070573B4B6}"/>
              </a:ext>
            </a:extLst>
          </p:cNvPr>
          <p:cNvSpPr/>
          <p:nvPr/>
        </p:nvSpPr>
        <p:spPr>
          <a:xfrm>
            <a:off x="7610720" y="4540492"/>
            <a:ext cx="2138439" cy="252018"/>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4" name="矩形 58">
            <a:extLst>
              <a:ext uri="{FF2B5EF4-FFF2-40B4-BE49-F238E27FC236}">
                <a16:creationId xmlns:a16="http://schemas.microsoft.com/office/drawing/2014/main" id="{FAB331F4-873C-388E-5C9C-EE2BAFA43D1C}"/>
              </a:ext>
            </a:extLst>
          </p:cNvPr>
          <p:cNvSpPr/>
          <p:nvPr/>
        </p:nvSpPr>
        <p:spPr>
          <a:xfrm>
            <a:off x="8909920" y="4922967"/>
            <a:ext cx="2138439" cy="252018"/>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5" name="文本框 59">
            <a:extLst>
              <a:ext uri="{FF2B5EF4-FFF2-40B4-BE49-F238E27FC236}">
                <a16:creationId xmlns:a16="http://schemas.microsoft.com/office/drawing/2014/main" id="{92E47ED5-5D45-A578-85AF-13F8ED30AA29}"/>
              </a:ext>
            </a:extLst>
          </p:cNvPr>
          <p:cNvSpPr txBox="1"/>
          <p:nvPr/>
        </p:nvSpPr>
        <p:spPr>
          <a:xfrm>
            <a:off x="952948" y="5573551"/>
            <a:ext cx="10299229" cy="530026"/>
          </a:xfrm>
          <a:prstGeom prst="rect">
            <a:avLst/>
          </a:prstGeom>
          <a:noFill/>
        </p:spPr>
        <p:txBody>
          <a:bodyPr wrap="square" rtlCol="0">
            <a:spAutoFit/>
          </a:bodyPr>
          <a:lstStyle/>
          <a:p>
            <a:pPr algn="ctr">
              <a:lnSpc>
                <a:spcPct val="150000"/>
              </a:lnSpc>
            </a:pPr>
            <a:r>
              <a:rPr kumimoji="1" lang="zh-CN" altLang="en-US" sz="102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2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2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2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
            </a:r>
          </a:p>
        </p:txBody>
      </p:sp>
    </p:spTree>
    <p:extLst>
      <p:ext uri="{BB962C8B-B14F-4D97-AF65-F5344CB8AC3E}">
        <p14:creationId xmlns:p14="http://schemas.microsoft.com/office/powerpoint/2010/main" val="1851778670"/>
      </p:ext>
    </p:extLst>
  </p:cSld>
  <p:clrMapOvr>
    <a:masterClrMapping/>
  </p:clrMapOvr>
</p:sld>
</file>

<file path=ppt/slides/vr_business_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R004 日级项目规划（结构示例）</a:t>
            </a:r>
          </a:p>
        </p:txBody>
      </p:sp>
      <p:sp>
        <p:nvSpPr>
          <p:cNvPr id="101" name="圆角矩形 95">
            <a:extLst>
              <a:ext uri="{FF2B5EF4-FFF2-40B4-BE49-F238E27FC236}">
                <a16:creationId xmlns:a16="http://schemas.microsoft.com/office/drawing/2014/main" id="{2C130A36-53A7-A343-F05B-F0563F9BBE61}"/>
              </a:ext>
            </a:extLst>
          </p:cNvPr>
          <p:cNvSpPr/>
          <p:nvPr/>
        </p:nvSpPr>
        <p:spPr>
          <a:xfrm>
            <a:off x="900753" y="5140924"/>
            <a:ext cx="2475116" cy="1126526"/>
          </a:xfrm>
          <a:prstGeom prst="roundRect">
            <a:avLst>
              <a:gd name="adj" fmla="val 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2" name="圆角矩形 96">
            <a:extLst>
              <a:ext uri="{FF2B5EF4-FFF2-40B4-BE49-F238E27FC236}">
                <a16:creationId xmlns:a16="http://schemas.microsoft.com/office/drawing/2014/main" id="{80477340-4D20-260E-A0C9-AFC6F5DD4E4D}"/>
              </a:ext>
            </a:extLst>
          </p:cNvPr>
          <p:cNvSpPr/>
          <p:nvPr/>
        </p:nvSpPr>
        <p:spPr>
          <a:xfrm>
            <a:off x="3569519" y="5140924"/>
            <a:ext cx="2475116" cy="1126526"/>
          </a:xfrm>
          <a:prstGeom prst="roundRect">
            <a:avLst>
              <a:gd name="adj" fmla="val 0"/>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3" name="圆角矩形 97">
            <a:extLst>
              <a:ext uri="{FF2B5EF4-FFF2-40B4-BE49-F238E27FC236}">
                <a16:creationId xmlns:a16="http://schemas.microsoft.com/office/drawing/2014/main" id="{E3A4CF8E-A52F-BCE7-146C-FAA725618BBA}"/>
              </a:ext>
            </a:extLst>
          </p:cNvPr>
          <p:cNvSpPr/>
          <p:nvPr/>
        </p:nvSpPr>
        <p:spPr>
          <a:xfrm>
            <a:off x="6238285" y="5140924"/>
            <a:ext cx="2475116" cy="1126526"/>
          </a:xfrm>
          <a:prstGeom prst="roundRect">
            <a:avLst>
              <a:gd name="adj" fmla="val 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4" name="圆角矩形 98">
            <a:extLst>
              <a:ext uri="{FF2B5EF4-FFF2-40B4-BE49-F238E27FC236}">
                <a16:creationId xmlns:a16="http://schemas.microsoft.com/office/drawing/2014/main" id="{251D51BF-97E9-D8C4-3803-0B2BBFDA7466}"/>
              </a:ext>
            </a:extLst>
          </p:cNvPr>
          <p:cNvSpPr/>
          <p:nvPr/>
        </p:nvSpPr>
        <p:spPr>
          <a:xfrm>
            <a:off x="8907052" y="5140924"/>
            <a:ext cx="2475116" cy="1126526"/>
          </a:xfrm>
          <a:prstGeom prst="roundRect">
            <a:avLst>
              <a:gd name="adj" fmla="val 0"/>
            </a:avLst>
          </a:prstGeom>
          <a:solidFill>
            <a:srgbClr val="7A8C8E"/>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5" name="文本框 33">
            <a:extLst>
              <a:ext uri="{FF2B5EF4-FFF2-40B4-BE49-F238E27FC236}">
                <a16:creationId xmlns:a16="http://schemas.microsoft.com/office/drawing/2014/main" id="{52648966-255A-B59D-43B5-B51FDED7F20F}"/>
              </a:ext>
            </a:extLst>
          </p:cNvPr>
          <p:cNvSpPr txBox="1"/>
          <p:nvPr/>
        </p:nvSpPr>
        <p:spPr>
          <a:xfrm>
            <a:off x="809827" y="1238250"/>
            <a:ext cx="2508135" cy="486368"/>
          </a:xfrm>
          <a:prstGeom prst="rect">
            <a:avLst/>
          </a:prstGeom>
          <a:noFill/>
        </p:spPr>
        <p:txBody>
          <a:bodyPr wrap="none" rtlCol="0">
            <a:spAutoFit/>
          </a:bodyPr>
          <a:lstStyle/>
          <a:p>
            <a:r>
              <a:rPr kumimoji="1" lang="zh-CN" altLang="en-US" sz="2603"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项目进度规划表</a:t>
            </a:r>
          </a:p>
        </p:txBody>
      </p:sp>
      <p:graphicFrame>
        <p:nvGraphicFramePr>
          <p:cNvPr id="106" name="Table 1">
            <a:extLst>
              <a:ext uri="{FF2B5EF4-FFF2-40B4-BE49-F238E27FC236}">
                <a16:creationId xmlns:a16="http://schemas.microsoft.com/office/drawing/2014/main" id="{1CEDFBCE-CC82-668E-6784-5D2A7AD0EAB6}"/>
              </a:ext>
            </a:extLst>
          </p:cNvPr>
          <p:cNvGraphicFramePr/>
          <p:nvPr>
            <p:extLst>
              <p:ext uri="{D42A27DB-BD31-4B8C-83A1-F6EECF244321}">
                <p14:modId xmlns:p14="http://schemas.microsoft.com/office/powerpoint/2010/main" val="1525074744"/>
              </p:ext>
            </p:extLst>
          </p:nvPr>
        </p:nvGraphicFramePr>
        <p:xfrm>
          <a:off x="894350" y="1821578"/>
          <a:ext cx="10487823" cy="3140425"/>
        </p:xfrm>
        <a:graphic>
          <a:graphicData uri="http://schemas.openxmlformats.org/drawingml/2006/table">
            <a:tbl>
              <a:tblPr bandRow="1">
                <a:tableStyleId>{6E25E649-3F16-4E02-A733-19D2CDBF48F0}</a:tableStyleId>
              </a:tblPr>
              <a:tblGrid>
                <a:gridCol w="1769336">
                  <a:extLst>
                    <a:ext uri="{9D8B030D-6E8A-4147-A177-3AD203B41FA5}">
                      <a16:colId xmlns:a16="http://schemas.microsoft.com/office/drawing/2014/main" val="20000"/>
                    </a:ext>
                  </a:extLst>
                </a:gridCol>
                <a:gridCol w="281242">
                  <a:extLst>
                    <a:ext uri="{9D8B030D-6E8A-4147-A177-3AD203B41FA5}">
                      <a16:colId xmlns:a16="http://schemas.microsoft.com/office/drawing/2014/main" val="20001"/>
                    </a:ext>
                  </a:extLst>
                </a:gridCol>
                <a:gridCol w="281242">
                  <a:extLst>
                    <a:ext uri="{9D8B030D-6E8A-4147-A177-3AD203B41FA5}">
                      <a16:colId xmlns:a16="http://schemas.microsoft.com/office/drawing/2014/main" val="20002"/>
                    </a:ext>
                  </a:extLst>
                </a:gridCol>
                <a:gridCol w="281242">
                  <a:extLst>
                    <a:ext uri="{9D8B030D-6E8A-4147-A177-3AD203B41FA5}">
                      <a16:colId xmlns:a16="http://schemas.microsoft.com/office/drawing/2014/main" val="20003"/>
                    </a:ext>
                  </a:extLst>
                </a:gridCol>
                <a:gridCol w="281242">
                  <a:extLst>
                    <a:ext uri="{9D8B030D-6E8A-4147-A177-3AD203B41FA5}">
                      <a16:colId xmlns:a16="http://schemas.microsoft.com/office/drawing/2014/main" val="20004"/>
                    </a:ext>
                  </a:extLst>
                </a:gridCol>
                <a:gridCol w="281242">
                  <a:extLst>
                    <a:ext uri="{9D8B030D-6E8A-4147-A177-3AD203B41FA5}">
                      <a16:colId xmlns:a16="http://schemas.microsoft.com/office/drawing/2014/main" val="20005"/>
                    </a:ext>
                  </a:extLst>
                </a:gridCol>
                <a:gridCol w="281242">
                  <a:extLst>
                    <a:ext uri="{9D8B030D-6E8A-4147-A177-3AD203B41FA5}">
                      <a16:colId xmlns:a16="http://schemas.microsoft.com/office/drawing/2014/main" val="20006"/>
                    </a:ext>
                  </a:extLst>
                </a:gridCol>
                <a:gridCol w="281242">
                  <a:extLst>
                    <a:ext uri="{9D8B030D-6E8A-4147-A177-3AD203B41FA5}">
                      <a16:colId xmlns:a16="http://schemas.microsoft.com/office/drawing/2014/main" val="20007"/>
                    </a:ext>
                  </a:extLst>
                </a:gridCol>
                <a:gridCol w="281242">
                  <a:extLst>
                    <a:ext uri="{9D8B030D-6E8A-4147-A177-3AD203B41FA5}">
                      <a16:colId xmlns:a16="http://schemas.microsoft.com/office/drawing/2014/main" val="20008"/>
                    </a:ext>
                  </a:extLst>
                </a:gridCol>
                <a:gridCol w="281242">
                  <a:extLst>
                    <a:ext uri="{9D8B030D-6E8A-4147-A177-3AD203B41FA5}">
                      <a16:colId xmlns:a16="http://schemas.microsoft.com/office/drawing/2014/main" val="20009"/>
                    </a:ext>
                  </a:extLst>
                </a:gridCol>
                <a:gridCol w="281242">
                  <a:extLst>
                    <a:ext uri="{9D8B030D-6E8A-4147-A177-3AD203B41FA5}">
                      <a16:colId xmlns:a16="http://schemas.microsoft.com/office/drawing/2014/main" val="20010"/>
                    </a:ext>
                  </a:extLst>
                </a:gridCol>
                <a:gridCol w="281242">
                  <a:extLst>
                    <a:ext uri="{9D8B030D-6E8A-4147-A177-3AD203B41FA5}">
                      <a16:colId xmlns:a16="http://schemas.microsoft.com/office/drawing/2014/main" val="20011"/>
                    </a:ext>
                  </a:extLst>
                </a:gridCol>
                <a:gridCol w="281242">
                  <a:extLst>
                    <a:ext uri="{9D8B030D-6E8A-4147-A177-3AD203B41FA5}">
                      <a16:colId xmlns:a16="http://schemas.microsoft.com/office/drawing/2014/main" val="20012"/>
                    </a:ext>
                  </a:extLst>
                </a:gridCol>
                <a:gridCol w="281242">
                  <a:extLst>
                    <a:ext uri="{9D8B030D-6E8A-4147-A177-3AD203B41FA5}">
                      <a16:colId xmlns:a16="http://schemas.microsoft.com/office/drawing/2014/main" val="20013"/>
                    </a:ext>
                  </a:extLst>
                </a:gridCol>
                <a:gridCol w="281242">
                  <a:extLst>
                    <a:ext uri="{9D8B030D-6E8A-4147-A177-3AD203B41FA5}">
                      <a16:colId xmlns:a16="http://schemas.microsoft.com/office/drawing/2014/main" val="20014"/>
                    </a:ext>
                  </a:extLst>
                </a:gridCol>
                <a:gridCol w="281242">
                  <a:extLst>
                    <a:ext uri="{9D8B030D-6E8A-4147-A177-3AD203B41FA5}">
                      <a16:colId xmlns:a16="http://schemas.microsoft.com/office/drawing/2014/main" val="20015"/>
                    </a:ext>
                  </a:extLst>
                </a:gridCol>
                <a:gridCol w="281242">
                  <a:extLst>
                    <a:ext uri="{9D8B030D-6E8A-4147-A177-3AD203B41FA5}">
                      <a16:colId xmlns:a16="http://schemas.microsoft.com/office/drawing/2014/main" val="20016"/>
                    </a:ext>
                  </a:extLst>
                </a:gridCol>
                <a:gridCol w="281242">
                  <a:extLst>
                    <a:ext uri="{9D8B030D-6E8A-4147-A177-3AD203B41FA5}">
                      <a16:colId xmlns:a16="http://schemas.microsoft.com/office/drawing/2014/main" val="20017"/>
                    </a:ext>
                  </a:extLst>
                </a:gridCol>
                <a:gridCol w="281242">
                  <a:extLst>
                    <a:ext uri="{9D8B030D-6E8A-4147-A177-3AD203B41FA5}">
                      <a16:colId xmlns:a16="http://schemas.microsoft.com/office/drawing/2014/main" val="20018"/>
                    </a:ext>
                  </a:extLst>
                </a:gridCol>
                <a:gridCol w="281242">
                  <a:extLst>
                    <a:ext uri="{9D8B030D-6E8A-4147-A177-3AD203B41FA5}">
                      <a16:colId xmlns:a16="http://schemas.microsoft.com/office/drawing/2014/main" val="20019"/>
                    </a:ext>
                  </a:extLst>
                </a:gridCol>
                <a:gridCol w="281242">
                  <a:extLst>
                    <a:ext uri="{9D8B030D-6E8A-4147-A177-3AD203B41FA5}">
                      <a16:colId xmlns:a16="http://schemas.microsoft.com/office/drawing/2014/main" val="20020"/>
                    </a:ext>
                  </a:extLst>
                </a:gridCol>
                <a:gridCol w="281242">
                  <a:extLst>
                    <a:ext uri="{9D8B030D-6E8A-4147-A177-3AD203B41FA5}">
                      <a16:colId xmlns:a16="http://schemas.microsoft.com/office/drawing/2014/main" val="20021"/>
                    </a:ext>
                  </a:extLst>
                </a:gridCol>
                <a:gridCol w="281242">
                  <a:extLst>
                    <a:ext uri="{9D8B030D-6E8A-4147-A177-3AD203B41FA5}">
                      <a16:colId xmlns:a16="http://schemas.microsoft.com/office/drawing/2014/main" val="20022"/>
                    </a:ext>
                  </a:extLst>
                </a:gridCol>
                <a:gridCol w="281242">
                  <a:extLst>
                    <a:ext uri="{9D8B030D-6E8A-4147-A177-3AD203B41FA5}">
                      <a16:colId xmlns:a16="http://schemas.microsoft.com/office/drawing/2014/main" val="20023"/>
                    </a:ext>
                  </a:extLst>
                </a:gridCol>
                <a:gridCol w="281242">
                  <a:extLst>
                    <a:ext uri="{9D8B030D-6E8A-4147-A177-3AD203B41FA5}">
                      <a16:colId xmlns:a16="http://schemas.microsoft.com/office/drawing/2014/main" val="20024"/>
                    </a:ext>
                  </a:extLst>
                </a:gridCol>
                <a:gridCol w="281242">
                  <a:extLst>
                    <a:ext uri="{9D8B030D-6E8A-4147-A177-3AD203B41FA5}">
                      <a16:colId xmlns:a16="http://schemas.microsoft.com/office/drawing/2014/main" val="20025"/>
                    </a:ext>
                  </a:extLst>
                </a:gridCol>
                <a:gridCol w="281242">
                  <a:extLst>
                    <a:ext uri="{9D8B030D-6E8A-4147-A177-3AD203B41FA5}">
                      <a16:colId xmlns:a16="http://schemas.microsoft.com/office/drawing/2014/main" val="20026"/>
                    </a:ext>
                  </a:extLst>
                </a:gridCol>
                <a:gridCol w="281242">
                  <a:extLst>
                    <a:ext uri="{9D8B030D-6E8A-4147-A177-3AD203B41FA5}">
                      <a16:colId xmlns:a16="http://schemas.microsoft.com/office/drawing/2014/main" val="20027"/>
                    </a:ext>
                  </a:extLst>
                </a:gridCol>
                <a:gridCol w="281242">
                  <a:extLst>
                    <a:ext uri="{9D8B030D-6E8A-4147-A177-3AD203B41FA5}">
                      <a16:colId xmlns:a16="http://schemas.microsoft.com/office/drawing/2014/main" val="20028"/>
                    </a:ext>
                  </a:extLst>
                </a:gridCol>
                <a:gridCol w="281242">
                  <a:extLst>
                    <a:ext uri="{9D8B030D-6E8A-4147-A177-3AD203B41FA5}">
                      <a16:colId xmlns:a16="http://schemas.microsoft.com/office/drawing/2014/main" val="20029"/>
                    </a:ext>
                  </a:extLst>
                </a:gridCol>
                <a:gridCol w="281242">
                  <a:extLst>
                    <a:ext uri="{9D8B030D-6E8A-4147-A177-3AD203B41FA5}">
                      <a16:colId xmlns:a16="http://schemas.microsoft.com/office/drawing/2014/main" val="20030"/>
                    </a:ext>
                  </a:extLst>
                </a:gridCol>
                <a:gridCol w="281242">
                  <a:extLst>
                    <a:ext uri="{9D8B030D-6E8A-4147-A177-3AD203B41FA5}">
                      <a16:colId xmlns:a16="http://schemas.microsoft.com/office/drawing/2014/main" val="20031"/>
                    </a:ext>
                  </a:extLst>
                </a:gridCol>
              </a:tblGrid>
              <a:tr h="427628">
                <a:tc>
                  <a:txBody>
                    <a:bodyPr/>
                    <a:lstStyle/>
                    <a:p>
                      <a:pPr algn="ctr" defTabSz="914400">
                        <a:defRPr sz="1673"/>
                      </a:pPr>
                      <a:r>
                        <a:rPr lang="zh-CN" altLang="en-US" sz="1208" b="1" dirty="0">
                          <a:solidFill>
                            <a:srgbClr val="FFFFFF"/>
                          </a:solidFill>
                          <a:latin typeface="微软雅黑" panose="020B0503020204020204" pitchFamily="34" charset="-122"/>
                          <a:ea typeface="微软雅黑" panose="020B0503020204020204" pitchFamily="34" charset="-122"/>
                        </a:rPr>
                        <a:t>工作任务</a:t>
                      </a:r>
                      <a:endParaRPr sz="1208" b="1" dirty="0">
                        <a:solidFill>
                          <a:srgbClr val="FFFFFF"/>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3</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4</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5</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6</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7</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8</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9</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10</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11</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12</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13</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14</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15</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16</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17</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18</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19</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20</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21</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22</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23</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24</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25</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26</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27</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28</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29</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30</a:t>
                      </a: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tc>
                  <a:txBody>
                    <a:bodyPr wrap="none" lIns="0" rIns="0"/>
                    <a:lstStyle/>
                    <a:p>
                      <a:pPr algn="ctr" defTabSz="914400">
                        <a:defRPr sz="1673"/>
                      </a:pPr>
                      <a:r>
                        <a:rPr sz="1208" dirty="0">
                          <a:solidFill>
                            <a:srgbClr val="FFFFFF"/>
                          </a:solidFill>
                          <a:latin typeface="微软雅黑" panose="020B0503020204020204" pitchFamily="34" charset="-122"/>
                          <a:ea typeface="微软雅黑" panose="020B0503020204020204" pitchFamily="34" charset="-122"/>
                        </a:rPr>
                        <a:t>31</a:t>
                      </a: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25400" cmpd="sng">
                      <a:noFill/>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solidFill>
                      <a:srgbClr val="336699"/>
                    </a:solidFill>
                  </a:tcPr>
                </a:tc>
                <a:extLst>
                  <a:ext uri="{0D108BD9-81ED-4DB2-BD59-A6C34878D82A}">
                    <a16:rowId xmlns:a16="http://schemas.microsoft.com/office/drawing/2014/main" val="10000"/>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01</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02</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03</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04</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05</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06</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6"/>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07</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39100">
                <a:tc>
                  <a:txBody>
                    <a:bodyPr/>
                    <a:lstStyle/>
                    <a:p>
                      <a:pPr algn="ctr" defTabSz="914400">
                        <a:defRPr sz="1673"/>
                      </a:pPr>
                      <a:r>
                        <a:rPr lang="zh-CN" altLang="en-US" sz="1115" dirty="0">
                          <a:solidFill>
                            <a:srgbClr val="333333"/>
                          </a:solidFill>
                          <a:latin typeface="微软雅黑" panose="020B0503020204020204" pitchFamily="34" charset="-122"/>
                          <a:ea typeface="微软雅黑" panose="020B0503020204020204" pitchFamily="34" charset="-122"/>
                        </a:rPr>
                        <a:t>工作任务</a:t>
                      </a:r>
                      <a:r>
                        <a:rPr lang="en-US" altLang="zh-CN" sz="1115" dirty="0">
                          <a:solidFill>
                            <a:srgbClr val="333333"/>
                          </a:solidFill>
                          <a:latin typeface="微软雅黑" panose="020B0503020204020204" pitchFamily="34" charset="-122"/>
                          <a:ea typeface="微软雅黑" panose="020B0503020204020204" pitchFamily="34" charset="-122"/>
                        </a:rPr>
                        <a:t>08</a:t>
                      </a:r>
                      <a:endParaRPr lang="zh-CN" altLang="en-US" sz="1115" dirty="0">
                        <a:solidFill>
                          <a:srgbClr val="333333"/>
                        </a:solidFill>
                        <a:latin typeface="微软雅黑" panose="020B0503020204020204" pitchFamily="34" charset="-122"/>
                        <a:ea typeface="微软雅黑" panose="020B0503020204020204" pitchFamily="34" charset="-122"/>
                      </a:endParaRPr>
                    </a:p>
                  </a:txBody>
                  <a:tcPr marL="25400" marR="25400" marT="25400" marB="25400" anchor="ctr" horzOverflow="overflow">
                    <a:lnL>
                      <a:noFill/>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tc>
                  <a:txBody>
                    <a:bodyPr/>
                    <a:lstStyle/>
                    <a:p>
                      <a:pPr algn="ctr" defTabSz="914400">
                        <a:defRPr sz="2324">
                          <a:solidFill>
                            <a:srgbClr val="A7A7A7"/>
                          </a:solidFill>
                        </a:defRPr>
                      </a:pPr>
                      <a:endParaRPr sz="1208" dirty="0">
                        <a:latin typeface="微软雅黑" panose="020B0503020204020204" pitchFamily="34" charset="-122"/>
                        <a:ea typeface="微软雅黑" panose="020B0503020204020204" pitchFamily="34" charset="-122"/>
                      </a:endParaRPr>
                    </a:p>
                  </a:txBody>
                  <a:tcPr marL="25400" marR="25400" marT="25400" marB="25400" anchor="ctr" horzOverflow="overflow">
                    <a:lnL w="12700" cap="flat" cmpd="sng" algn="ctr">
                      <a:solidFill>
                        <a:srgbClr val="FFFFFF"/>
                      </a:solidFill>
                      <a:prstDash val="solid"/>
                      <a:round/>
                      <a:headEnd type="none" w="med" len="med"/>
                      <a:tailEnd type="none" w="med" len="med"/>
                    </a:lnL>
                    <a:lnR>
                      <a:noFill/>
                    </a:lnR>
                    <a:lnT w="12700" cap="flat" cmpd="sng" algn="ctr">
                      <a:solidFill>
                        <a:srgbClr val="FFFFFF"/>
                      </a:solidFill>
                      <a:prstDash val="solid"/>
                      <a:round/>
                      <a:headEnd type="none" w="med" len="med"/>
                      <a:tailEnd type="none" w="med" len="med"/>
                    </a:lnT>
                    <a:lnB w="25400" cmpd="sng">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bl>
          </a:graphicData>
        </a:graphic>
      </p:graphicFrame>
      <p:sp>
        <p:nvSpPr>
          <p:cNvPr id="107" name="Rounded Rectangle">
            <a:extLst>
              <a:ext uri="{FF2B5EF4-FFF2-40B4-BE49-F238E27FC236}">
                <a16:creationId xmlns:a16="http://schemas.microsoft.com/office/drawing/2014/main" id="{D060FCAB-99B6-58F6-1268-1895663954CB}"/>
              </a:ext>
            </a:extLst>
          </p:cNvPr>
          <p:cNvSpPr/>
          <p:nvPr/>
        </p:nvSpPr>
        <p:spPr>
          <a:xfrm>
            <a:off x="2753577" y="2383764"/>
            <a:ext cx="2854673"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08" name="Rounded Rectangle">
            <a:extLst>
              <a:ext uri="{FF2B5EF4-FFF2-40B4-BE49-F238E27FC236}">
                <a16:creationId xmlns:a16="http://schemas.microsoft.com/office/drawing/2014/main" id="{8CABF9E7-CDB5-7C7B-D3F2-D327FB07C29B}"/>
              </a:ext>
            </a:extLst>
          </p:cNvPr>
          <p:cNvSpPr/>
          <p:nvPr/>
        </p:nvSpPr>
        <p:spPr>
          <a:xfrm>
            <a:off x="2753577" y="2383764"/>
            <a:ext cx="829890"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09" name="Rounded Rectangle">
            <a:extLst>
              <a:ext uri="{FF2B5EF4-FFF2-40B4-BE49-F238E27FC236}">
                <a16:creationId xmlns:a16="http://schemas.microsoft.com/office/drawing/2014/main" id="{DCFD175E-11E5-F72D-F8D6-47E4D942B564}"/>
              </a:ext>
            </a:extLst>
          </p:cNvPr>
          <p:cNvSpPr/>
          <p:nvPr/>
        </p:nvSpPr>
        <p:spPr>
          <a:xfrm>
            <a:off x="5082958" y="2719378"/>
            <a:ext cx="3247324"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10" name="Rounded Rectangle">
            <a:extLst>
              <a:ext uri="{FF2B5EF4-FFF2-40B4-BE49-F238E27FC236}">
                <a16:creationId xmlns:a16="http://schemas.microsoft.com/office/drawing/2014/main" id="{D2C26C41-ADC2-131C-792E-832BC28470C6}"/>
              </a:ext>
            </a:extLst>
          </p:cNvPr>
          <p:cNvSpPr/>
          <p:nvPr/>
        </p:nvSpPr>
        <p:spPr>
          <a:xfrm>
            <a:off x="5081623" y="2719378"/>
            <a:ext cx="2640518"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11" name="Rounded Rectangle">
            <a:extLst>
              <a:ext uri="{FF2B5EF4-FFF2-40B4-BE49-F238E27FC236}">
                <a16:creationId xmlns:a16="http://schemas.microsoft.com/office/drawing/2014/main" id="{B693CE8B-88E4-C82B-90EE-844656502113}"/>
              </a:ext>
            </a:extLst>
          </p:cNvPr>
          <p:cNvSpPr/>
          <p:nvPr/>
        </p:nvSpPr>
        <p:spPr>
          <a:xfrm>
            <a:off x="3543118" y="3726219"/>
            <a:ext cx="3171906"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12" name="Rounded Rectangle">
            <a:extLst>
              <a:ext uri="{FF2B5EF4-FFF2-40B4-BE49-F238E27FC236}">
                <a16:creationId xmlns:a16="http://schemas.microsoft.com/office/drawing/2014/main" id="{75E03568-EBCF-1AF7-CD6D-7601653A5B18}"/>
              </a:ext>
            </a:extLst>
          </p:cNvPr>
          <p:cNvSpPr/>
          <p:nvPr/>
        </p:nvSpPr>
        <p:spPr>
          <a:xfrm>
            <a:off x="3540247" y="3726219"/>
            <a:ext cx="1798374"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13" name="Rounded Rectangle">
            <a:extLst>
              <a:ext uri="{FF2B5EF4-FFF2-40B4-BE49-F238E27FC236}">
                <a16:creationId xmlns:a16="http://schemas.microsoft.com/office/drawing/2014/main" id="{E2D82915-25A0-BD50-679E-4A7160172EA7}"/>
              </a:ext>
            </a:extLst>
          </p:cNvPr>
          <p:cNvSpPr/>
          <p:nvPr/>
        </p:nvSpPr>
        <p:spPr>
          <a:xfrm>
            <a:off x="8594941" y="2719378"/>
            <a:ext cx="1468149"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14" name="Rounded Rectangle">
            <a:extLst>
              <a:ext uri="{FF2B5EF4-FFF2-40B4-BE49-F238E27FC236}">
                <a16:creationId xmlns:a16="http://schemas.microsoft.com/office/drawing/2014/main" id="{19A3AD56-37CA-4E96-A827-679CC1043E9E}"/>
              </a:ext>
            </a:extLst>
          </p:cNvPr>
          <p:cNvSpPr/>
          <p:nvPr/>
        </p:nvSpPr>
        <p:spPr>
          <a:xfrm>
            <a:off x="8594941" y="2719378"/>
            <a:ext cx="312233"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15" name="Rounded Rectangle">
            <a:extLst>
              <a:ext uri="{FF2B5EF4-FFF2-40B4-BE49-F238E27FC236}">
                <a16:creationId xmlns:a16="http://schemas.microsoft.com/office/drawing/2014/main" id="{491AF5B2-75D6-7579-FCC9-B716886B4B3F}"/>
              </a:ext>
            </a:extLst>
          </p:cNvPr>
          <p:cNvSpPr/>
          <p:nvPr/>
        </p:nvSpPr>
        <p:spPr>
          <a:xfrm>
            <a:off x="6932725" y="3054992"/>
            <a:ext cx="2338547"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16" name="Rounded Rectangle">
            <a:extLst>
              <a:ext uri="{FF2B5EF4-FFF2-40B4-BE49-F238E27FC236}">
                <a16:creationId xmlns:a16="http://schemas.microsoft.com/office/drawing/2014/main" id="{BC5D722E-8A87-F6CC-F24F-B3304A31A277}"/>
              </a:ext>
            </a:extLst>
          </p:cNvPr>
          <p:cNvSpPr/>
          <p:nvPr/>
        </p:nvSpPr>
        <p:spPr>
          <a:xfrm>
            <a:off x="6932726" y="3054992"/>
            <a:ext cx="1504263"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17" name="Rounded Rectangle">
            <a:extLst>
              <a:ext uri="{FF2B5EF4-FFF2-40B4-BE49-F238E27FC236}">
                <a16:creationId xmlns:a16="http://schemas.microsoft.com/office/drawing/2014/main" id="{2366E945-E341-D74D-F1F7-A30B5451CDA1}"/>
              </a:ext>
            </a:extLst>
          </p:cNvPr>
          <p:cNvSpPr/>
          <p:nvPr/>
        </p:nvSpPr>
        <p:spPr>
          <a:xfrm>
            <a:off x="8809801" y="3390606"/>
            <a:ext cx="2011272"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18" name="Rounded Rectangle">
            <a:extLst>
              <a:ext uri="{FF2B5EF4-FFF2-40B4-BE49-F238E27FC236}">
                <a16:creationId xmlns:a16="http://schemas.microsoft.com/office/drawing/2014/main" id="{C0D5A24B-5DEB-01E2-78C1-E8DFB8724621}"/>
              </a:ext>
            </a:extLst>
          </p:cNvPr>
          <p:cNvSpPr/>
          <p:nvPr/>
        </p:nvSpPr>
        <p:spPr>
          <a:xfrm>
            <a:off x="8809801" y="3390606"/>
            <a:ext cx="1439824"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19" name="Rounded Rectangle">
            <a:extLst>
              <a:ext uri="{FF2B5EF4-FFF2-40B4-BE49-F238E27FC236}">
                <a16:creationId xmlns:a16="http://schemas.microsoft.com/office/drawing/2014/main" id="{608C6EF2-1A3C-5A21-827A-F6765367D0ED}"/>
              </a:ext>
            </a:extLst>
          </p:cNvPr>
          <p:cNvSpPr/>
          <p:nvPr/>
        </p:nvSpPr>
        <p:spPr>
          <a:xfrm>
            <a:off x="4087599" y="4061832"/>
            <a:ext cx="2841588"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20" name="Rounded Rectangle">
            <a:extLst>
              <a:ext uri="{FF2B5EF4-FFF2-40B4-BE49-F238E27FC236}">
                <a16:creationId xmlns:a16="http://schemas.microsoft.com/office/drawing/2014/main" id="{00C6DB97-B9E3-0D60-FE3A-F988B8C3F992}"/>
              </a:ext>
            </a:extLst>
          </p:cNvPr>
          <p:cNvSpPr/>
          <p:nvPr/>
        </p:nvSpPr>
        <p:spPr>
          <a:xfrm>
            <a:off x="4087599" y="4061832"/>
            <a:ext cx="1153798"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21" name="Rounded Rectangle">
            <a:extLst>
              <a:ext uri="{FF2B5EF4-FFF2-40B4-BE49-F238E27FC236}">
                <a16:creationId xmlns:a16="http://schemas.microsoft.com/office/drawing/2014/main" id="{26813007-9FCD-FC69-F360-C464D8C7D9A2}"/>
              </a:ext>
            </a:extLst>
          </p:cNvPr>
          <p:cNvSpPr/>
          <p:nvPr/>
        </p:nvSpPr>
        <p:spPr>
          <a:xfrm>
            <a:off x="5100511" y="4397447"/>
            <a:ext cx="1525248"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22" name="Rounded Rectangle">
            <a:extLst>
              <a:ext uri="{FF2B5EF4-FFF2-40B4-BE49-F238E27FC236}">
                <a16:creationId xmlns:a16="http://schemas.microsoft.com/office/drawing/2014/main" id="{3D8153A9-DED2-A2A6-DB36-F8DA91F0D3A1}"/>
              </a:ext>
            </a:extLst>
          </p:cNvPr>
          <p:cNvSpPr/>
          <p:nvPr/>
        </p:nvSpPr>
        <p:spPr>
          <a:xfrm>
            <a:off x="5100512" y="4397447"/>
            <a:ext cx="1153798"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23" name="Rounded Rectangle">
            <a:extLst>
              <a:ext uri="{FF2B5EF4-FFF2-40B4-BE49-F238E27FC236}">
                <a16:creationId xmlns:a16="http://schemas.microsoft.com/office/drawing/2014/main" id="{D5ECCAB6-465F-03AA-E415-60FF79110FFB}"/>
              </a:ext>
            </a:extLst>
          </p:cNvPr>
          <p:cNvSpPr/>
          <p:nvPr/>
        </p:nvSpPr>
        <p:spPr>
          <a:xfrm>
            <a:off x="8651767" y="4764818"/>
            <a:ext cx="1525248" cy="82670"/>
          </a:xfrm>
          <a:prstGeom prst="roundRect">
            <a:avLst>
              <a:gd name="adj" fmla="val 50000"/>
            </a:avLst>
          </a:prstGeom>
          <a:solidFill>
            <a:srgbClr val="336699"/>
          </a:solidFill>
          <a:ln w="12700">
            <a:miter lim="400000"/>
          </a:ln>
        </p:spPr>
        <p:txBody>
          <a:bodyPr lIns="0" tIns="0" rIns="0" bIns="0" anchor="ctr"/>
          <a:lstStyle/>
          <a:p>
            <a:pPr>
              <a:defRPr b="1">
                <a:solidFill>
                  <a:srgbClr val="525455"/>
                </a:solidFill>
              </a:defRPr>
            </a:pPr>
            <a:endParaRPr sz="837"/>
          </a:p>
        </p:txBody>
      </p:sp>
      <p:sp>
        <p:nvSpPr>
          <p:cNvPr id="124" name="Rounded Rectangle">
            <a:extLst>
              <a:ext uri="{FF2B5EF4-FFF2-40B4-BE49-F238E27FC236}">
                <a16:creationId xmlns:a16="http://schemas.microsoft.com/office/drawing/2014/main" id="{8060C82B-3BF5-7B1E-D179-0D9FCDA1852C}"/>
              </a:ext>
            </a:extLst>
          </p:cNvPr>
          <p:cNvSpPr/>
          <p:nvPr/>
        </p:nvSpPr>
        <p:spPr>
          <a:xfrm>
            <a:off x="8651768" y="4764818"/>
            <a:ext cx="1153798" cy="82670"/>
          </a:xfrm>
          <a:prstGeom prst="roundRect">
            <a:avLst>
              <a:gd name="adj" fmla="val 50000"/>
            </a:avLst>
          </a:prstGeom>
          <a:solidFill>
            <a:srgbClr val="58B6C0"/>
          </a:solidFill>
          <a:ln w="12700">
            <a:miter lim="400000"/>
          </a:ln>
        </p:spPr>
        <p:txBody>
          <a:bodyPr lIns="0" tIns="0" rIns="0" bIns="0" anchor="ctr"/>
          <a:lstStyle/>
          <a:p>
            <a:pPr>
              <a:defRPr b="1">
                <a:solidFill>
                  <a:srgbClr val="525455"/>
                </a:solidFill>
              </a:defRPr>
            </a:pPr>
            <a:endParaRPr sz="837"/>
          </a:p>
        </p:txBody>
      </p:sp>
      <p:sp>
        <p:nvSpPr>
          <p:cNvPr id="125"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DCDDC6D-A60D-9C26-AB8E-4CCAF57E031F}"/>
              </a:ext>
            </a:extLst>
          </p:cNvPr>
          <p:cNvSpPr txBox="1"/>
          <p:nvPr/>
        </p:nvSpPr>
        <p:spPr>
          <a:xfrm>
            <a:off x="1098978" y="5235475"/>
            <a:ext cx="1184149" cy="20503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45">
                <a:solidFill>
                  <a:srgbClr val="535353"/>
                </a:solidFill>
                <a:latin typeface="微软雅黑"/>
                <a:ea typeface="微软雅黑"/>
                <a:cs typeface="微软雅黑"/>
                <a:sym typeface="Barlow SemiBold"/>
              </a:defRPr>
            </a:lvl1pPr>
          </a:lstStyle>
          <a:p>
            <a:r>
              <a:rPr lang="zh-CN" altLang="en-US" sz="1023" b="1" dirty="0">
                <a:solidFill>
                  <a:srgbClr val="FFFFFF"/>
                </a:solidFill>
                <a:latin typeface="微软雅黑" panose="020B0503020204020204" pitchFamily="34" charset="-122"/>
                <a:ea typeface="微软雅黑" panose="020B0503020204020204" pitchFamily="34" charset="-122"/>
              </a:rPr>
              <a:t>工作重点</a:t>
            </a:r>
            <a:r>
              <a:rPr lang="en-US" altLang="zh-CN" sz="1023" b="1" dirty="0">
                <a:solidFill>
                  <a:srgbClr val="FFFFFF"/>
                </a:solidFill>
                <a:latin typeface="微软雅黑" panose="020B0503020204020204" pitchFamily="34" charset="-122"/>
                <a:ea typeface="微软雅黑" panose="020B0503020204020204" pitchFamily="34" charset="-122"/>
              </a:rPr>
              <a:t>A</a:t>
            </a:r>
            <a:endParaRPr sz="1023" b="1" dirty="0">
              <a:solidFill>
                <a:srgbClr val="FFFFFF"/>
              </a:solidFill>
              <a:latin typeface="微软雅黑" panose="020B0503020204020204" pitchFamily="34" charset="-122"/>
              <a:ea typeface="微软雅黑" panose="020B0503020204020204" pitchFamily="34" charset="-122"/>
            </a:endParaRPr>
          </a:p>
        </p:txBody>
      </p:sp>
      <p:sp>
        <p:nvSpPr>
          <p:cNvPr id="12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7F5EDFB-8430-3F1F-AADB-64ED1D362D9D}"/>
              </a:ext>
            </a:extLst>
          </p:cNvPr>
          <p:cNvSpPr txBox="1"/>
          <p:nvPr/>
        </p:nvSpPr>
        <p:spPr>
          <a:xfrm>
            <a:off x="1105382" y="5484459"/>
            <a:ext cx="1947971" cy="60426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9">
                <a:solidFill>
                  <a:srgbClr val="A7A7A7"/>
                </a:solidFill>
                <a:latin typeface="微软雅黑"/>
                <a:ea typeface="微软雅黑"/>
                <a:cs typeface="微软雅黑"/>
                <a:sym typeface="Barlow Medium"/>
              </a:defRPr>
            </a:lvl1pPr>
          </a:lstStyle>
          <a:p>
            <a:pPr algn="just">
              <a:lnSpc>
                <a:spcPct val="150000"/>
              </a:lnSpc>
            </a:pPr>
            <a:r>
              <a:rPr kumimoji="1" lang="zh-CN" altLang="en-US" sz="837"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8DC6F33-408B-99D6-85BE-DCC322052CA7}"/>
              </a:ext>
            </a:extLst>
          </p:cNvPr>
          <p:cNvSpPr txBox="1"/>
          <p:nvPr/>
        </p:nvSpPr>
        <p:spPr>
          <a:xfrm>
            <a:off x="3774892" y="5235475"/>
            <a:ext cx="1184149" cy="20503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45">
                <a:solidFill>
                  <a:srgbClr val="535353"/>
                </a:solidFill>
                <a:latin typeface="微软雅黑"/>
                <a:ea typeface="微软雅黑"/>
                <a:cs typeface="微软雅黑"/>
                <a:sym typeface="Barlow SemiBold"/>
              </a:defRPr>
            </a:lvl1pPr>
          </a:lstStyle>
          <a:p>
            <a:r>
              <a:rPr lang="zh-CN" altLang="en-US" sz="1023" b="1" dirty="0">
                <a:solidFill>
                  <a:srgbClr val="FFFFFF"/>
                </a:solidFill>
                <a:latin typeface="微软雅黑" panose="020B0503020204020204" pitchFamily="34" charset="-122"/>
                <a:ea typeface="微软雅黑" panose="020B0503020204020204" pitchFamily="34" charset="-122"/>
              </a:rPr>
              <a:t>工作重点</a:t>
            </a:r>
            <a:r>
              <a:rPr lang="en-US" altLang="zh-CN" sz="1023" b="1" dirty="0">
                <a:solidFill>
                  <a:srgbClr val="FFFFFF"/>
                </a:solidFill>
                <a:latin typeface="微软雅黑" panose="020B0503020204020204" pitchFamily="34" charset="-122"/>
                <a:ea typeface="微软雅黑" panose="020B0503020204020204" pitchFamily="34" charset="-122"/>
              </a:rPr>
              <a:t>B</a:t>
            </a:r>
            <a:endParaRPr sz="1023" b="1" dirty="0">
              <a:solidFill>
                <a:srgbClr val="FFFFFF"/>
              </a:solidFill>
              <a:latin typeface="微软雅黑" panose="020B0503020204020204" pitchFamily="34" charset="-122"/>
              <a:ea typeface="微软雅黑" panose="020B0503020204020204" pitchFamily="34" charset="-122"/>
            </a:endParaRPr>
          </a:p>
        </p:txBody>
      </p:sp>
      <p:sp>
        <p:nvSpPr>
          <p:cNvPr id="12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E6CD61C-B3B2-A975-1E49-5897E782E298}"/>
              </a:ext>
            </a:extLst>
          </p:cNvPr>
          <p:cNvSpPr txBox="1"/>
          <p:nvPr/>
        </p:nvSpPr>
        <p:spPr>
          <a:xfrm>
            <a:off x="3781296" y="5484459"/>
            <a:ext cx="1947971" cy="60426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9">
                <a:solidFill>
                  <a:srgbClr val="A7A7A7"/>
                </a:solidFill>
                <a:latin typeface="微软雅黑"/>
                <a:ea typeface="微软雅黑"/>
                <a:cs typeface="微软雅黑"/>
                <a:sym typeface="Barlow Medium"/>
              </a:defRPr>
            </a:lvl1pPr>
          </a:lstStyle>
          <a:p>
            <a:pPr algn="just">
              <a:lnSpc>
                <a:spcPct val="150000"/>
              </a:lnSpc>
            </a:pPr>
            <a:r>
              <a:rPr kumimoji="1" lang="zh-CN" altLang="en-US" sz="837"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9"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A55A5754-526E-EB13-C89C-8608BAD6E8BE}"/>
              </a:ext>
            </a:extLst>
          </p:cNvPr>
          <p:cNvSpPr txBox="1"/>
          <p:nvPr/>
        </p:nvSpPr>
        <p:spPr>
          <a:xfrm>
            <a:off x="6442936" y="5235475"/>
            <a:ext cx="1184149" cy="20503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45">
                <a:solidFill>
                  <a:srgbClr val="535353"/>
                </a:solidFill>
                <a:latin typeface="微软雅黑"/>
                <a:ea typeface="微软雅黑"/>
                <a:cs typeface="微软雅黑"/>
                <a:sym typeface="Barlow SemiBold"/>
              </a:defRPr>
            </a:lvl1pPr>
          </a:lstStyle>
          <a:p>
            <a:r>
              <a:rPr lang="zh-CN" altLang="en-US" sz="1023" b="1" dirty="0">
                <a:solidFill>
                  <a:srgbClr val="FFFFFF"/>
                </a:solidFill>
                <a:latin typeface="微软雅黑" panose="020B0503020204020204" pitchFamily="34" charset="-122"/>
                <a:ea typeface="微软雅黑" panose="020B0503020204020204" pitchFamily="34" charset="-122"/>
              </a:rPr>
              <a:t>工作重点</a:t>
            </a:r>
            <a:r>
              <a:rPr lang="en-US" altLang="zh-CN" sz="1023" b="1" dirty="0">
                <a:solidFill>
                  <a:srgbClr val="FFFFFF"/>
                </a:solidFill>
                <a:latin typeface="微软雅黑" panose="020B0503020204020204" pitchFamily="34" charset="-122"/>
                <a:ea typeface="微软雅黑" panose="020B0503020204020204" pitchFamily="34" charset="-122"/>
              </a:rPr>
              <a:t>C</a:t>
            </a:r>
            <a:endParaRPr sz="1023" b="1" dirty="0">
              <a:solidFill>
                <a:srgbClr val="FFFFFF"/>
              </a:solidFill>
              <a:latin typeface="微软雅黑" panose="020B0503020204020204" pitchFamily="34" charset="-122"/>
              <a:ea typeface="微软雅黑" panose="020B0503020204020204" pitchFamily="34" charset="-122"/>
            </a:endParaRPr>
          </a:p>
        </p:txBody>
      </p:sp>
      <p:sp>
        <p:nvSpPr>
          <p:cNvPr id="13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F9771273-D2CF-3AAE-EB06-A9653E7B34A3}"/>
              </a:ext>
            </a:extLst>
          </p:cNvPr>
          <p:cNvSpPr txBox="1"/>
          <p:nvPr/>
        </p:nvSpPr>
        <p:spPr>
          <a:xfrm>
            <a:off x="6449340" y="5484459"/>
            <a:ext cx="1947971" cy="60426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9">
                <a:solidFill>
                  <a:srgbClr val="A7A7A7"/>
                </a:solidFill>
                <a:latin typeface="微软雅黑"/>
                <a:ea typeface="微软雅黑"/>
                <a:cs typeface="微软雅黑"/>
                <a:sym typeface="Barlow Medium"/>
              </a:defRPr>
            </a:lvl1pPr>
          </a:lstStyle>
          <a:p>
            <a:pPr algn="just">
              <a:lnSpc>
                <a:spcPct val="150000"/>
              </a:lnSpc>
            </a:pPr>
            <a:r>
              <a:rPr kumimoji="1" lang="zh-CN" altLang="en-US" sz="837"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96EA822E-C23D-F1B3-7B89-025BE102B835}"/>
              </a:ext>
            </a:extLst>
          </p:cNvPr>
          <p:cNvSpPr txBox="1"/>
          <p:nvPr/>
        </p:nvSpPr>
        <p:spPr>
          <a:xfrm>
            <a:off x="9103111" y="5235475"/>
            <a:ext cx="1184149" cy="20503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45">
                <a:solidFill>
                  <a:srgbClr val="535353"/>
                </a:solidFill>
                <a:latin typeface="微软雅黑"/>
                <a:ea typeface="微软雅黑"/>
                <a:cs typeface="微软雅黑"/>
                <a:sym typeface="Barlow SemiBold"/>
              </a:defRPr>
            </a:lvl1pPr>
          </a:lstStyle>
          <a:p>
            <a:r>
              <a:rPr lang="zh-CN" altLang="en-US" sz="1023" b="1" dirty="0">
                <a:solidFill>
                  <a:srgbClr val="FFFFFF"/>
                </a:solidFill>
                <a:latin typeface="微软雅黑" panose="020B0503020204020204" pitchFamily="34" charset="-122"/>
                <a:ea typeface="微软雅黑" panose="020B0503020204020204" pitchFamily="34" charset="-122"/>
              </a:rPr>
              <a:t>工作重点</a:t>
            </a:r>
            <a:r>
              <a:rPr lang="en-US" altLang="zh-CN" sz="1023" b="1" dirty="0">
                <a:solidFill>
                  <a:srgbClr val="FFFFFF"/>
                </a:solidFill>
                <a:latin typeface="微软雅黑" panose="020B0503020204020204" pitchFamily="34" charset="-122"/>
                <a:ea typeface="微软雅黑" panose="020B0503020204020204" pitchFamily="34" charset="-122"/>
              </a:rPr>
              <a:t>D</a:t>
            </a:r>
            <a:endParaRPr sz="1023" b="1" dirty="0">
              <a:solidFill>
                <a:srgbClr val="FFFFFF"/>
              </a:solidFill>
              <a:latin typeface="微软雅黑" panose="020B0503020204020204" pitchFamily="34" charset="-122"/>
              <a:ea typeface="微软雅黑" panose="020B0503020204020204" pitchFamily="34" charset="-122"/>
            </a:endParaRPr>
          </a:p>
        </p:txBody>
      </p:sp>
      <p:sp>
        <p:nvSpPr>
          <p:cNvPr id="13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C2935C6D-8369-EA7B-98B1-FD349CD0DB5E}"/>
              </a:ext>
            </a:extLst>
          </p:cNvPr>
          <p:cNvSpPr txBox="1"/>
          <p:nvPr/>
        </p:nvSpPr>
        <p:spPr>
          <a:xfrm>
            <a:off x="9109514" y="5484459"/>
            <a:ext cx="1947971" cy="60426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9">
                <a:solidFill>
                  <a:srgbClr val="A7A7A7"/>
                </a:solidFill>
                <a:latin typeface="微软雅黑"/>
                <a:ea typeface="微软雅黑"/>
                <a:cs typeface="微软雅黑"/>
                <a:sym typeface="Barlow Medium"/>
              </a:defRPr>
            </a:lvl1pPr>
          </a:lstStyle>
          <a:p>
            <a:pPr algn="just">
              <a:lnSpc>
                <a:spcPct val="150000"/>
              </a:lnSpc>
            </a:pPr>
            <a:r>
              <a:rPr kumimoji="1" lang="zh-CN" altLang="en-US" sz="837"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Tree>
    <p:extLst>
      <p:ext uri="{BB962C8B-B14F-4D97-AF65-F5344CB8AC3E}">
        <p14:creationId xmlns:p14="http://schemas.microsoft.com/office/powerpoint/2010/main" val="1851778670"/>
      </p:ext>
    </p:extLst>
  </p:cSld>
  <p:clrMapOvr>
    <a:masterClrMapping/>
  </p:clrMapOvr>
</p:sld>
</file>

<file path=ppt/slides/vr_business_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R005 周计划与任务分工（结构示例）</a:t>
            </a:r>
          </a:p>
        </p:txBody>
      </p:sp>
      <p:graphicFrame>
        <p:nvGraphicFramePr>
          <p:cNvPr id="101" name="Table 2">
            <a:extLst>
              <a:ext uri="{FF2B5EF4-FFF2-40B4-BE49-F238E27FC236}">
                <a16:creationId xmlns:a16="http://schemas.microsoft.com/office/drawing/2014/main" id="{B9271A2C-8785-98B8-97BA-8721435E844F}"/>
              </a:ext>
            </a:extLst>
          </p:cNvPr>
          <p:cNvGraphicFramePr>
            <a:graphicFrameLocks noGrp="1"/>
          </p:cNvGraphicFramePr>
          <p:nvPr>
            <p:extLst>
              <p:ext uri="{D42A27DB-BD31-4B8C-83A1-F6EECF244321}">
                <p14:modId xmlns:p14="http://schemas.microsoft.com/office/powerpoint/2010/main" val="3897169503"/>
              </p:ext>
            </p:extLst>
          </p:nvPr>
        </p:nvGraphicFramePr>
        <p:xfrm>
          <a:off x="797369" y="1238250"/>
          <a:ext cx="10597266" cy="3383137"/>
        </p:xfrm>
        <a:graphic>
          <a:graphicData uri="http://schemas.openxmlformats.org/drawingml/2006/table">
            <a:tbl>
              <a:tblPr firstRow="1" bandRow="1">
                <a:tableStyleId>{5C22544A-7EE6-4342-B048-85BDC9FD1C3A}</a:tableStyleId>
              </a:tblPr>
              <a:tblGrid>
                <a:gridCol w="2047760">
                  <a:extLst>
                    <a:ext uri="{9D8B030D-6E8A-4147-A177-3AD203B41FA5}">
                      <a16:colId xmlns:a16="http://schemas.microsoft.com/office/drawing/2014/main" val="3278396188"/>
                    </a:ext>
                  </a:extLst>
                </a:gridCol>
                <a:gridCol w="152668">
                  <a:extLst>
                    <a:ext uri="{9D8B030D-6E8A-4147-A177-3AD203B41FA5}">
                      <a16:colId xmlns:a16="http://schemas.microsoft.com/office/drawing/2014/main" val="1287371467"/>
                    </a:ext>
                  </a:extLst>
                </a:gridCol>
                <a:gridCol w="152668">
                  <a:extLst>
                    <a:ext uri="{9D8B030D-6E8A-4147-A177-3AD203B41FA5}">
                      <a16:colId xmlns:a16="http://schemas.microsoft.com/office/drawing/2014/main" val="3395000464"/>
                    </a:ext>
                  </a:extLst>
                </a:gridCol>
                <a:gridCol w="152668">
                  <a:extLst>
                    <a:ext uri="{9D8B030D-6E8A-4147-A177-3AD203B41FA5}">
                      <a16:colId xmlns:a16="http://schemas.microsoft.com/office/drawing/2014/main" val="2611110220"/>
                    </a:ext>
                  </a:extLst>
                </a:gridCol>
                <a:gridCol w="152668">
                  <a:extLst>
                    <a:ext uri="{9D8B030D-6E8A-4147-A177-3AD203B41FA5}">
                      <a16:colId xmlns:a16="http://schemas.microsoft.com/office/drawing/2014/main" val="2336013193"/>
                    </a:ext>
                  </a:extLst>
                </a:gridCol>
                <a:gridCol w="152668">
                  <a:extLst>
                    <a:ext uri="{9D8B030D-6E8A-4147-A177-3AD203B41FA5}">
                      <a16:colId xmlns:a16="http://schemas.microsoft.com/office/drawing/2014/main" val="3085508947"/>
                    </a:ext>
                  </a:extLst>
                </a:gridCol>
                <a:gridCol w="152668">
                  <a:extLst>
                    <a:ext uri="{9D8B030D-6E8A-4147-A177-3AD203B41FA5}">
                      <a16:colId xmlns:a16="http://schemas.microsoft.com/office/drawing/2014/main" val="4245895468"/>
                    </a:ext>
                  </a:extLst>
                </a:gridCol>
                <a:gridCol w="152668">
                  <a:extLst>
                    <a:ext uri="{9D8B030D-6E8A-4147-A177-3AD203B41FA5}">
                      <a16:colId xmlns:a16="http://schemas.microsoft.com/office/drawing/2014/main" val="1764534013"/>
                    </a:ext>
                  </a:extLst>
                </a:gridCol>
                <a:gridCol w="152668">
                  <a:extLst>
                    <a:ext uri="{9D8B030D-6E8A-4147-A177-3AD203B41FA5}">
                      <a16:colId xmlns:a16="http://schemas.microsoft.com/office/drawing/2014/main" val="224016268"/>
                    </a:ext>
                  </a:extLst>
                </a:gridCol>
                <a:gridCol w="152668">
                  <a:extLst>
                    <a:ext uri="{9D8B030D-6E8A-4147-A177-3AD203B41FA5}">
                      <a16:colId xmlns:a16="http://schemas.microsoft.com/office/drawing/2014/main" val="4081026606"/>
                    </a:ext>
                  </a:extLst>
                </a:gridCol>
                <a:gridCol w="152668">
                  <a:extLst>
                    <a:ext uri="{9D8B030D-6E8A-4147-A177-3AD203B41FA5}">
                      <a16:colId xmlns:a16="http://schemas.microsoft.com/office/drawing/2014/main" val="3739423108"/>
                    </a:ext>
                  </a:extLst>
                </a:gridCol>
                <a:gridCol w="152668">
                  <a:extLst>
                    <a:ext uri="{9D8B030D-6E8A-4147-A177-3AD203B41FA5}">
                      <a16:colId xmlns:a16="http://schemas.microsoft.com/office/drawing/2014/main" val="1484076222"/>
                    </a:ext>
                  </a:extLst>
                </a:gridCol>
                <a:gridCol w="152668">
                  <a:extLst>
                    <a:ext uri="{9D8B030D-6E8A-4147-A177-3AD203B41FA5}">
                      <a16:colId xmlns:a16="http://schemas.microsoft.com/office/drawing/2014/main" val="1278312060"/>
                    </a:ext>
                  </a:extLst>
                </a:gridCol>
                <a:gridCol w="152668">
                  <a:extLst>
                    <a:ext uri="{9D8B030D-6E8A-4147-A177-3AD203B41FA5}">
                      <a16:colId xmlns:a16="http://schemas.microsoft.com/office/drawing/2014/main" val="1415560033"/>
                    </a:ext>
                  </a:extLst>
                </a:gridCol>
                <a:gridCol w="152668">
                  <a:extLst>
                    <a:ext uri="{9D8B030D-6E8A-4147-A177-3AD203B41FA5}">
                      <a16:colId xmlns:a16="http://schemas.microsoft.com/office/drawing/2014/main" val="1298769653"/>
                    </a:ext>
                  </a:extLst>
                </a:gridCol>
                <a:gridCol w="152668">
                  <a:extLst>
                    <a:ext uri="{9D8B030D-6E8A-4147-A177-3AD203B41FA5}">
                      <a16:colId xmlns:a16="http://schemas.microsoft.com/office/drawing/2014/main" val="3710831970"/>
                    </a:ext>
                  </a:extLst>
                </a:gridCol>
                <a:gridCol w="152668">
                  <a:extLst>
                    <a:ext uri="{9D8B030D-6E8A-4147-A177-3AD203B41FA5}">
                      <a16:colId xmlns:a16="http://schemas.microsoft.com/office/drawing/2014/main" val="2443451043"/>
                    </a:ext>
                  </a:extLst>
                </a:gridCol>
                <a:gridCol w="152668">
                  <a:extLst>
                    <a:ext uri="{9D8B030D-6E8A-4147-A177-3AD203B41FA5}">
                      <a16:colId xmlns:a16="http://schemas.microsoft.com/office/drawing/2014/main" val="3372389935"/>
                    </a:ext>
                  </a:extLst>
                </a:gridCol>
                <a:gridCol w="152668">
                  <a:extLst>
                    <a:ext uri="{9D8B030D-6E8A-4147-A177-3AD203B41FA5}">
                      <a16:colId xmlns:a16="http://schemas.microsoft.com/office/drawing/2014/main" val="2351869509"/>
                    </a:ext>
                  </a:extLst>
                </a:gridCol>
                <a:gridCol w="152668">
                  <a:extLst>
                    <a:ext uri="{9D8B030D-6E8A-4147-A177-3AD203B41FA5}">
                      <a16:colId xmlns:a16="http://schemas.microsoft.com/office/drawing/2014/main" val="3855139859"/>
                    </a:ext>
                  </a:extLst>
                </a:gridCol>
                <a:gridCol w="152668">
                  <a:extLst>
                    <a:ext uri="{9D8B030D-6E8A-4147-A177-3AD203B41FA5}">
                      <a16:colId xmlns:a16="http://schemas.microsoft.com/office/drawing/2014/main" val="3098416741"/>
                    </a:ext>
                  </a:extLst>
                </a:gridCol>
                <a:gridCol w="152668">
                  <a:extLst>
                    <a:ext uri="{9D8B030D-6E8A-4147-A177-3AD203B41FA5}">
                      <a16:colId xmlns:a16="http://schemas.microsoft.com/office/drawing/2014/main" val="4007246213"/>
                    </a:ext>
                  </a:extLst>
                </a:gridCol>
                <a:gridCol w="152668">
                  <a:extLst>
                    <a:ext uri="{9D8B030D-6E8A-4147-A177-3AD203B41FA5}">
                      <a16:colId xmlns:a16="http://schemas.microsoft.com/office/drawing/2014/main" val="1566767411"/>
                    </a:ext>
                  </a:extLst>
                </a:gridCol>
                <a:gridCol w="152668">
                  <a:extLst>
                    <a:ext uri="{9D8B030D-6E8A-4147-A177-3AD203B41FA5}">
                      <a16:colId xmlns:a16="http://schemas.microsoft.com/office/drawing/2014/main" val="1816997098"/>
                    </a:ext>
                  </a:extLst>
                </a:gridCol>
                <a:gridCol w="152668">
                  <a:extLst>
                    <a:ext uri="{9D8B030D-6E8A-4147-A177-3AD203B41FA5}">
                      <a16:colId xmlns:a16="http://schemas.microsoft.com/office/drawing/2014/main" val="775273680"/>
                    </a:ext>
                  </a:extLst>
                </a:gridCol>
                <a:gridCol w="152668">
                  <a:extLst>
                    <a:ext uri="{9D8B030D-6E8A-4147-A177-3AD203B41FA5}">
                      <a16:colId xmlns:a16="http://schemas.microsoft.com/office/drawing/2014/main" val="1277414973"/>
                    </a:ext>
                  </a:extLst>
                </a:gridCol>
                <a:gridCol w="152668">
                  <a:extLst>
                    <a:ext uri="{9D8B030D-6E8A-4147-A177-3AD203B41FA5}">
                      <a16:colId xmlns:a16="http://schemas.microsoft.com/office/drawing/2014/main" val="477698186"/>
                    </a:ext>
                  </a:extLst>
                </a:gridCol>
                <a:gridCol w="152668">
                  <a:extLst>
                    <a:ext uri="{9D8B030D-6E8A-4147-A177-3AD203B41FA5}">
                      <a16:colId xmlns:a16="http://schemas.microsoft.com/office/drawing/2014/main" val="1596057370"/>
                    </a:ext>
                  </a:extLst>
                </a:gridCol>
                <a:gridCol w="152668">
                  <a:extLst>
                    <a:ext uri="{9D8B030D-6E8A-4147-A177-3AD203B41FA5}">
                      <a16:colId xmlns:a16="http://schemas.microsoft.com/office/drawing/2014/main" val="4080265145"/>
                    </a:ext>
                  </a:extLst>
                </a:gridCol>
                <a:gridCol w="152686">
                  <a:extLst>
                    <a:ext uri="{9D8B030D-6E8A-4147-A177-3AD203B41FA5}">
                      <a16:colId xmlns:a16="http://schemas.microsoft.com/office/drawing/2014/main" val="2041071964"/>
                    </a:ext>
                  </a:extLst>
                </a:gridCol>
                <a:gridCol w="195629">
                  <a:extLst>
                    <a:ext uri="{9D8B030D-6E8A-4147-A177-3AD203B41FA5}">
                      <a16:colId xmlns:a16="http://schemas.microsoft.com/office/drawing/2014/main" val="761544816"/>
                    </a:ext>
                  </a:extLst>
                </a:gridCol>
                <a:gridCol w="152668">
                  <a:extLst>
                    <a:ext uri="{9D8B030D-6E8A-4147-A177-3AD203B41FA5}">
                      <a16:colId xmlns:a16="http://schemas.microsoft.com/office/drawing/2014/main" val="134862495"/>
                    </a:ext>
                  </a:extLst>
                </a:gridCol>
                <a:gridCol w="152668">
                  <a:extLst>
                    <a:ext uri="{9D8B030D-6E8A-4147-A177-3AD203B41FA5}">
                      <a16:colId xmlns:a16="http://schemas.microsoft.com/office/drawing/2014/main" val="3679297033"/>
                    </a:ext>
                  </a:extLst>
                </a:gridCol>
                <a:gridCol w="109761">
                  <a:extLst>
                    <a:ext uri="{9D8B030D-6E8A-4147-A177-3AD203B41FA5}">
                      <a16:colId xmlns:a16="http://schemas.microsoft.com/office/drawing/2014/main" val="1897768043"/>
                    </a:ext>
                  </a:extLst>
                </a:gridCol>
                <a:gridCol w="152668">
                  <a:extLst>
                    <a:ext uri="{9D8B030D-6E8A-4147-A177-3AD203B41FA5}">
                      <a16:colId xmlns:a16="http://schemas.microsoft.com/office/drawing/2014/main" val="2165439870"/>
                    </a:ext>
                  </a:extLst>
                </a:gridCol>
                <a:gridCol w="152668">
                  <a:extLst>
                    <a:ext uri="{9D8B030D-6E8A-4147-A177-3AD203B41FA5}">
                      <a16:colId xmlns:a16="http://schemas.microsoft.com/office/drawing/2014/main" val="696734912"/>
                    </a:ext>
                  </a:extLst>
                </a:gridCol>
                <a:gridCol w="152668">
                  <a:extLst>
                    <a:ext uri="{9D8B030D-6E8A-4147-A177-3AD203B41FA5}">
                      <a16:colId xmlns:a16="http://schemas.microsoft.com/office/drawing/2014/main" val="2938837492"/>
                    </a:ext>
                  </a:extLst>
                </a:gridCol>
                <a:gridCol w="152668">
                  <a:extLst>
                    <a:ext uri="{9D8B030D-6E8A-4147-A177-3AD203B41FA5}">
                      <a16:colId xmlns:a16="http://schemas.microsoft.com/office/drawing/2014/main" val="917149437"/>
                    </a:ext>
                  </a:extLst>
                </a:gridCol>
                <a:gridCol w="152668">
                  <a:extLst>
                    <a:ext uri="{9D8B030D-6E8A-4147-A177-3AD203B41FA5}">
                      <a16:colId xmlns:a16="http://schemas.microsoft.com/office/drawing/2014/main" val="3132669860"/>
                    </a:ext>
                  </a:extLst>
                </a:gridCol>
                <a:gridCol w="152668">
                  <a:extLst>
                    <a:ext uri="{9D8B030D-6E8A-4147-A177-3AD203B41FA5}">
                      <a16:colId xmlns:a16="http://schemas.microsoft.com/office/drawing/2014/main" val="946285228"/>
                    </a:ext>
                  </a:extLst>
                </a:gridCol>
                <a:gridCol w="152668">
                  <a:extLst>
                    <a:ext uri="{9D8B030D-6E8A-4147-A177-3AD203B41FA5}">
                      <a16:colId xmlns:a16="http://schemas.microsoft.com/office/drawing/2014/main" val="556812525"/>
                    </a:ext>
                  </a:extLst>
                </a:gridCol>
                <a:gridCol w="152668">
                  <a:extLst>
                    <a:ext uri="{9D8B030D-6E8A-4147-A177-3AD203B41FA5}">
                      <a16:colId xmlns:a16="http://schemas.microsoft.com/office/drawing/2014/main" val="3031860970"/>
                    </a:ext>
                  </a:extLst>
                </a:gridCol>
                <a:gridCol w="152668">
                  <a:extLst>
                    <a:ext uri="{9D8B030D-6E8A-4147-A177-3AD203B41FA5}">
                      <a16:colId xmlns:a16="http://schemas.microsoft.com/office/drawing/2014/main" val="108085920"/>
                    </a:ext>
                  </a:extLst>
                </a:gridCol>
                <a:gridCol w="152668">
                  <a:extLst>
                    <a:ext uri="{9D8B030D-6E8A-4147-A177-3AD203B41FA5}">
                      <a16:colId xmlns:a16="http://schemas.microsoft.com/office/drawing/2014/main" val="564439809"/>
                    </a:ext>
                  </a:extLst>
                </a:gridCol>
                <a:gridCol w="152668">
                  <a:extLst>
                    <a:ext uri="{9D8B030D-6E8A-4147-A177-3AD203B41FA5}">
                      <a16:colId xmlns:a16="http://schemas.microsoft.com/office/drawing/2014/main" val="2998149005"/>
                    </a:ext>
                  </a:extLst>
                </a:gridCol>
                <a:gridCol w="152668">
                  <a:extLst>
                    <a:ext uri="{9D8B030D-6E8A-4147-A177-3AD203B41FA5}">
                      <a16:colId xmlns:a16="http://schemas.microsoft.com/office/drawing/2014/main" val="2638208579"/>
                    </a:ext>
                  </a:extLst>
                </a:gridCol>
                <a:gridCol w="152668">
                  <a:extLst>
                    <a:ext uri="{9D8B030D-6E8A-4147-A177-3AD203B41FA5}">
                      <a16:colId xmlns:a16="http://schemas.microsoft.com/office/drawing/2014/main" val="2204856681"/>
                    </a:ext>
                  </a:extLst>
                </a:gridCol>
                <a:gridCol w="152668">
                  <a:extLst>
                    <a:ext uri="{9D8B030D-6E8A-4147-A177-3AD203B41FA5}">
                      <a16:colId xmlns:a16="http://schemas.microsoft.com/office/drawing/2014/main" val="3675575642"/>
                    </a:ext>
                  </a:extLst>
                </a:gridCol>
                <a:gridCol w="152668">
                  <a:extLst>
                    <a:ext uri="{9D8B030D-6E8A-4147-A177-3AD203B41FA5}">
                      <a16:colId xmlns:a16="http://schemas.microsoft.com/office/drawing/2014/main" val="4293145040"/>
                    </a:ext>
                  </a:extLst>
                </a:gridCol>
                <a:gridCol w="152668">
                  <a:extLst>
                    <a:ext uri="{9D8B030D-6E8A-4147-A177-3AD203B41FA5}">
                      <a16:colId xmlns:a16="http://schemas.microsoft.com/office/drawing/2014/main" val="2864775244"/>
                    </a:ext>
                  </a:extLst>
                </a:gridCol>
                <a:gridCol w="152668">
                  <a:extLst>
                    <a:ext uri="{9D8B030D-6E8A-4147-A177-3AD203B41FA5}">
                      <a16:colId xmlns:a16="http://schemas.microsoft.com/office/drawing/2014/main" val="548075557"/>
                    </a:ext>
                  </a:extLst>
                </a:gridCol>
                <a:gridCol w="152668">
                  <a:extLst>
                    <a:ext uri="{9D8B030D-6E8A-4147-A177-3AD203B41FA5}">
                      <a16:colId xmlns:a16="http://schemas.microsoft.com/office/drawing/2014/main" val="2127335262"/>
                    </a:ext>
                  </a:extLst>
                </a:gridCol>
                <a:gridCol w="152668">
                  <a:extLst>
                    <a:ext uri="{9D8B030D-6E8A-4147-A177-3AD203B41FA5}">
                      <a16:colId xmlns:a16="http://schemas.microsoft.com/office/drawing/2014/main" val="4220659633"/>
                    </a:ext>
                  </a:extLst>
                </a:gridCol>
                <a:gridCol w="152668">
                  <a:extLst>
                    <a:ext uri="{9D8B030D-6E8A-4147-A177-3AD203B41FA5}">
                      <a16:colId xmlns:a16="http://schemas.microsoft.com/office/drawing/2014/main" val="4213070214"/>
                    </a:ext>
                  </a:extLst>
                </a:gridCol>
                <a:gridCol w="152668">
                  <a:extLst>
                    <a:ext uri="{9D8B030D-6E8A-4147-A177-3AD203B41FA5}">
                      <a16:colId xmlns:a16="http://schemas.microsoft.com/office/drawing/2014/main" val="2388507887"/>
                    </a:ext>
                  </a:extLst>
                </a:gridCol>
                <a:gridCol w="152668">
                  <a:extLst>
                    <a:ext uri="{9D8B030D-6E8A-4147-A177-3AD203B41FA5}">
                      <a16:colId xmlns:a16="http://schemas.microsoft.com/office/drawing/2014/main" val="1306037227"/>
                    </a:ext>
                  </a:extLst>
                </a:gridCol>
                <a:gridCol w="152668">
                  <a:extLst>
                    <a:ext uri="{9D8B030D-6E8A-4147-A177-3AD203B41FA5}">
                      <a16:colId xmlns:a16="http://schemas.microsoft.com/office/drawing/2014/main" val="2487036640"/>
                    </a:ext>
                  </a:extLst>
                </a:gridCol>
              </a:tblGrid>
              <a:tr h="422892">
                <a:tc>
                  <a:txBody>
                    <a:bodyPr/>
                    <a:lstStyle/>
                    <a:p>
                      <a:endParaRPr lang="en-US" sz="1315" dirty="0">
                        <a:latin typeface="微软雅黑" panose="020B0503020204020204" pitchFamily="34" charset="-122"/>
                        <a:ea typeface="微软雅黑" panose="020B0503020204020204" pitchFamily="34" charset="-122"/>
                      </a:endParaRPr>
                    </a:p>
                  </a:txBody>
                  <a:tcPr marL="68580" marR="68580" marT="34290" marB="34290" anchor="ctr"/>
                </a:tc>
                <a:tc gridSpan="2">
                  <a:txBody>
                    <a:bodyPr/>
                    <a:lstStyle/>
                    <a:p>
                      <a:pPr algn="ctr"/>
                      <a:r>
                        <a:rPr lang="en-US" sz="1503" dirty="0">
                          <a:latin typeface="微软雅黑" panose="020B0503020204020204" pitchFamily="34" charset="-122"/>
                          <a:ea typeface="微软雅黑" panose="020B0503020204020204" pitchFamily="34" charset="-122"/>
                        </a:rPr>
                        <a:t>M</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W</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F</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M</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W</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F</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M</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W</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F</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M</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W</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T</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F</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tc gridSpan="2">
                  <a:txBody>
                    <a:bodyPr/>
                    <a:lstStyle/>
                    <a:p>
                      <a:pPr algn="ctr"/>
                      <a:r>
                        <a:rPr lang="en-US" sz="1503" dirty="0">
                          <a:latin typeface="微软雅黑" panose="020B0503020204020204" pitchFamily="34" charset="-122"/>
                          <a:ea typeface="微软雅黑" panose="020B0503020204020204" pitchFamily="34" charset="-122"/>
                        </a:rPr>
                        <a:t>S</a:t>
                      </a:r>
                    </a:p>
                  </a:txBody>
                  <a:tcPr marL="0" marR="0" marT="34290" marB="34290" anchor="ctr"/>
                </a:tc>
                <a:tc hMerge="1">
                  <a:txBody>
                    <a:bodyPr/>
                    <a:lstStyle/>
                    <a:p>
                      <a:endParaRPr lang="en-US"/>
                    </a:p>
                  </a:txBody>
                  <a:tcPr/>
                </a:tc>
                <a:extLst>
                  <a:ext uri="{0D108BD9-81ED-4DB2-BD59-A6C34878D82A}">
                    <a16:rowId xmlns:a16="http://schemas.microsoft.com/office/drawing/2014/main" val="3695877013"/>
                  </a:ext>
                </a:extLst>
              </a:tr>
              <a:tr h="422892">
                <a:tc>
                  <a:txBody>
                    <a:bodyPr/>
                    <a:lstStyle/>
                    <a:p>
                      <a:pPr algn="ctr"/>
                      <a:r>
                        <a:rPr lang="en-US" sz="1315" b="1" dirty="0" err="1">
                          <a:solidFill>
                            <a:srgbClr val="336699"/>
                          </a:solidFill>
                          <a:latin typeface="微软雅黑" panose="020B0503020204020204" pitchFamily="34" charset="-122"/>
                          <a:ea typeface="微软雅黑" panose="020B0503020204020204" pitchFamily="34" charset="-122"/>
                        </a:rPr>
                        <a:t>任务</a:t>
                      </a:r>
                      <a:r>
                        <a:rPr lang="en-US" sz="1315" b="1" dirty="0">
                          <a:solidFill>
                            <a:srgbClr val="336699"/>
                          </a:solidFill>
                          <a:latin typeface="微软雅黑" panose="020B0503020204020204" pitchFamily="34" charset="-122"/>
                          <a:ea typeface="微软雅黑" panose="020B0503020204020204" pitchFamily="34" charset="-122"/>
                        </a:rPr>
                        <a:t> #</a:t>
                      </a:r>
                    </a:p>
                  </a:txBody>
                  <a:tcPr marL="68580" marR="68580" marT="34290" marB="34290" anchor="ctr">
                    <a:solidFill>
                      <a:srgbClr val="75BDA7">
                        <a:lumMod val="40000"/>
                        <a:lumOff val="60000"/>
                      </a:srgbClr>
                    </a:solidFill>
                  </a:tcPr>
                </a:tc>
                <a:tc gridSpan="14">
                  <a:txBody>
                    <a:bodyPr/>
                    <a:lstStyle/>
                    <a:p>
                      <a:pPr algn="ctr"/>
                      <a:r>
                        <a:rPr lang="en-US" sz="1315" b="1" dirty="0" err="1">
                          <a:solidFill>
                            <a:srgbClr val="336699"/>
                          </a:solidFill>
                          <a:latin typeface="微软雅黑" panose="020B0503020204020204" pitchFamily="34" charset="-122"/>
                          <a:ea typeface="微软雅黑" panose="020B0503020204020204" pitchFamily="34" charset="-122"/>
                        </a:rPr>
                        <a:t>第一周</a:t>
                      </a:r>
                      <a:endParaRPr lang="en-US" sz="1315" b="1" dirty="0">
                        <a:solidFill>
                          <a:srgbClr val="336699"/>
                        </a:solidFill>
                        <a:latin typeface="微软雅黑" panose="020B0503020204020204" pitchFamily="34" charset="-122"/>
                        <a:ea typeface="微软雅黑" panose="020B0503020204020204" pitchFamily="34" charset="-122"/>
                      </a:endParaRPr>
                    </a:p>
                  </a:txBody>
                  <a:tcPr marL="68580" marR="68580" marT="34290" marB="34290" anchor="ctr">
                    <a:solidFill>
                      <a:srgbClr val="75BDA7">
                        <a:lumMod val="40000"/>
                        <a:lumOff val="60000"/>
                      </a:srgbClr>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gridSpan="1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315" b="1" dirty="0" err="1">
                          <a:solidFill>
                            <a:srgbClr val="336699"/>
                          </a:solidFill>
                          <a:latin typeface="微软雅黑" panose="020B0503020204020204" pitchFamily="34" charset="-122"/>
                          <a:ea typeface="微软雅黑" panose="020B0503020204020204" pitchFamily="34" charset="-122"/>
                        </a:rPr>
                        <a:t>第二周</a:t>
                      </a:r>
                      <a:endParaRPr lang="en-US" sz="1315" b="1" dirty="0">
                        <a:solidFill>
                          <a:srgbClr val="336699"/>
                        </a:solidFill>
                        <a:latin typeface="微软雅黑" panose="020B0503020204020204" pitchFamily="34" charset="-122"/>
                        <a:ea typeface="微软雅黑" panose="020B0503020204020204" pitchFamily="34" charset="-122"/>
                      </a:endParaRPr>
                    </a:p>
                  </a:txBody>
                  <a:tcPr marL="68580" marR="68580" marT="34290" marB="34290" anchor="ctr">
                    <a:solidFill>
                      <a:srgbClr val="75BDA7">
                        <a:lumMod val="40000"/>
                        <a:lumOff val="60000"/>
                      </a:srgbClr>
                    </a:solidFill>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gridSpan="14">
                  <a:txBody>
                    <a:bodyPr/>
                    <a:lstStyle/>
                    <a:p>
                      <a:pPr algn="ctr"/>
                      <a:r>
                        <a:rPr lang="en-US" sz="1315" b="1" dirty="0" err="1">
                          <a:solidFill>
                            <a:srgbClr val="336699"/>
                          </a:solidFill>
                          <a:latin typeface="微软雅黑" panose="020B0503020204020204" pitchFamily="34" charset="-122"/>
                          <a:ea typeface="微软雅黑" panose="020B0503020204020204" pitchFamily="34" charset="-122"/>
                        </a:rPr>
                        <a:t>第三周</a:t>
                      </a:r>
                      <a:endParaRPr lang="en-US" sz="1315" b="1" dirty="0">
                        <a:solidFill>
                          <a:srgbClr val="336699"/>
                        </a:solidFill>
                        <a:latin typeface="微软雅黑" panose="020B0503020204020204" pitchFamily="34" charset="-122"/>
                        <a:ea typeface="微软雅黑" panose="020B0503020204020204" pitchFamily="34" charset="-122"/>
                      </a:endParaRPr>
                    </a:p>
                  </a:txBody>
                  <a:tcPr marL="68580" marR="68580" marT="34290" marB="34290" anchor="ctr">
                    <a:solidFill>
                      <a:srgbClr val="75BDA7">
                        <a:lumMod val="40000"/>
                        <a:lumOff val="60000"/>
                      </a:srgbClr>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gridSpan="1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315" b="1" dirty="0" err="1">
                          <a:solidFill>
                            <a:srgbClr val="336699"/>
                          </a:solidFill>
                          <a:latin typeface="微软雅黑" panose="020B0503020204020204" pitchFamily="34" charset="-122"/>
                          <a:ea typeface="微软雅黑" panose="020B0503020204020204" pitchFamily="34" charset="-122"/>
                        </a:rPr>
                        <a:t>第四周</a:t>
                      </a:r>
                      <a:endParaRPr lang="en-US" sz="1315" b="1" dirty="0">
                        <a:solidFill>
                          <a:srgbClr val="336699"/>
                        </a:solidFill>
                        <a:latin typeface="微软雅黑" panose="020B0503020204020204" pitchFamily="34" charset="-122"/>
                        <a:ea typeface="微软雅黑" panose="020B0503020204020204" pitchFamily="34" charset="-122"/>
                      </a:endParaRPr>
                    </a:p>
                  </a:txBody>
                  <a:tcPr marL="68580" marR="68580" marT="34290" marB="34290" anchor="ctr">
                    <a:solidFill>
                      <a:srgbClr val="75BDA7">
                        <a:lumMod val="40000"/>
                        <a:lumOff val="60000"/>
                      </a:srgbClr>
                    </a:solidFill>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a:endParaRPr lang="en-US" sz="1127" dirty="0"/>
                    </a:p>
                  </a:txBody>
                  <a:tcPr marL="68580" marR="68580" marT="34290" marB="34290"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698059749"/>
                  </a:ext>
                </a:extLst>
              </a:tr>
              <a:tr h="422892">
                <a:tc>
                  <a:txBody>
                    <a:bodyPr/>
                    <a:lstStyle/>
                    <a:p>
                      <a:pPr algn="ctr"/>
                      <a:r>
                        <a:rPr lang="en-US"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1</a:t>
                      </a:r>
                    </a:p>
                  </a:txBody>
                  <a:tcPr anchor="ctr">
                    <a:solidFill>
                      <a:srgbClr val="F2F6F7"/>
                    </a:solidFill>
                  </a:tcPr>
                </a:tc>
                <a:tc gridSpan="28">
                  <a:txBody>
                    <a:bodyPr/>
                    <a:lstStyle/>
                    <a:p>
                      <a:pPr algn="ctr"/>
                      <a:endParaRPr lang="en-US" sz="1315" dirty="0">
                        <a:latin typeface="微软雅黑" panose="020B0503020204020204" pitchFamily="34" charset="-122"/>
                        <a:ea typeface="微软雅黑" panose="020B0503020204020204" pitchFamily="34" charset="-122"/>
                      </a:endParaRPr>
                    </a:p>
                  </a:txBody>
                  <a:tcPr marL="0" marR="0" anchor="ct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lnR w="12700" cap="flat" cmpd="sng" algn="ctr">
                      <a:solidFill>
                        <a:srgbClr val="3494BA"/>
                      </a:solidFill>
                      <a:prstDash val="solid"/>
                      <a:round/>
                      <a:headEnd type="none" w="med" len="med"/>
                      <a:tailEnd type="none" w="med" len="med"/>
                    </a:lnR>
                    <a:solidFill>
                      <a:srgbClr val="0070C0"/>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3494BA"/>
                      </a:solidFill>
                      <a:prstDash val="solid"/>
                      <a:round/>
                      <a:headEnd type="none" w="med" len="med"/>
                      <a:tailEnd type="none" w="med" len="med"/>
                    </a:lnL>
                    <a:solidFill>
                      <a:srgbClr val="0070C0"/>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extLst>
                  <a:ext uri="{0D108BD9-81ED-4DB2-BD59-A6C34878D82A}">
                    <a16:rowId xmlns:a16="http://schemas.microsoft.com/office/drawing/2014/main" val="3231076203"/>
                  </a:ext>
                </a:extLst>
              </a:tr>
              <a:tr h="422892">
                <a:tc>
                  <a:txBody>
                    <a:bodyPr/>
                    <a:lstStyle/>
                    <a:p>
                      <a:pPr algn="ctr"/>
                      <a:r>
                        <a:rPr lang="en-US" altLang="zh-CN"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2</a:t>
                      </a:r>
                    </a:p>
                  </a:txBody>
                  <a:tcPr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R w="12700" cap="flat" cmpd="sng" algn="ctr">
                      <a:solidFill>
                        <a:srgbClr val="2683C6"/>
                      </a:solidFill>
                      <a:prstDash val="solid"/>
                      <a:round/>
                      <a:headEnd type="none" w="med" len="med"/>
                      <a:tailEnd type="none" w="med" len="med"/>
                    </a:lnR>
                    <a:solidFill>
                      <a:srgbClr val="75BDA7">
                        <a:lumMod val="40000"/>
                        <a:lumOff val="60000"/>
                      </a:srgbClr>
                    </a:solidFill>
                  </a:tcPr>
                </a:tc>
                <a:tc gridSpan="14">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lnR w="12700" cap="flat" cmpd="sng" algn="ctr">
                      <a:solidFill>
                        <a:srgbClr val="2683C6"/>
                      </a:solidFill>
                      <a:prstDash val="solid"/>
                      <a:round/>
                      <a:headEnd type="none" w="med" len="med"/>
                      <a:tailEnd type="none" w="med" len="med"/>
                    </a:lnR>
                    <a:solidFill>
                      <a:srgbClr val="202323"/>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2683C6"/>
                      </a:solidFill>
                      <a:prstDash val="solid"/>
                      <a:round/>
                      <a:headEnd type="none" w="med" len="med"/>
                      <a:tailEnd type="none" w="med" len="med"/>
                    </a:lnL>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extLst>
                  <a:ext uri="{0D108BD9-81ED-4DB2-BD59-A6C34878D82A}">
                    <a16:rowId xmlns:a16="http://schemas.microsoft.com/office/drawing/2014/main" val="3009531685"/>
                  </a:ext>
                </a:extLst>
              </a:tr>
              <a:tr h="422892">
                <a:tc>
                  <a:txBody>
                    <a:bodyPr/>
                    <a:lstStyle/>
                    <a:p>
                      <a:pPr algn="ctr"/>
                      <a:r>
                        <a:rPr lang="en-US" altLang="zh-CN"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3</a:t>
                      </a:r>
                    </a:p>
                  </a:txBody>
                  <a:tcPr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R w="12700" cap="flat" cmpd="sng" algn="ctr">
                      <a:solidFill>
                        <a:srgbClr val="7A8C8E"/>
                      </a:solidFill>
                      <a:prstDash val="solid"/>
                      <a:round/>
                      <a:headEnd type="none" w="med" len="med"/>
                      <a:tailEnd type="none" w="med" len="med"/>
                    </a:lnR>
                    <a:solidFill>
                      <a:srgbClr val="F2F6F7"/>
                    </a:solidFill>
                  </a:tcPr>
                </a:tc>
                <a:tc gridSpan="18">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extLst>
                  <a:ext uri="{0D108BD9-81ED-4DB2-BD59-A6C34878D82A}">
                    <a16:rowId xmlns:a16="http://schemas.microsoft.com/office/drawing/2014/main" val="3522415987"/>
                  </a:ext>
                </a:extLst>
              </a:tr>
              <a:tr h="422892">
                <a:tc>
                  <a:txBody>
                    <a:bodyPr/>
                    <a:lstStyle/>
                    <a:p>
                      <a:pPr algn="ctr"/>
                      <a:r>
                        <a:rPr lang="en-US" altLang="zh-CN"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4</a:t>
                      </a:r>
                    </a:p>
                  </a:txBody>
                  <a:tcPr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gridSpan="24">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lnR w="12700" cap="flat" cmpd="sng" algn="ctr">
                      <a:solidFill>
                        <a:srgbClr val="75BDA7"/>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5BDA7"/>
                      </a:solidFill>
                      <a:prstDash val="solid"/>
                      <a:round/>
                      <a:headEnd type="none" w="med" len="med"/>
                      <a:tailEnd type="none" w="med" len="med"/>
                    </a:lnL>
                    <a:solidFill>
                      <a:srgbClr val="336699"/>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extLst>
                  <a:ext uri="{0D108BD9-81ED-4DB2-BD59-A6C34878D82A}">
                    <a16:rowId xmlns:a16="http://schemas.microsoft.com/office/drawing/2014/main" val="180930738"/>
                  </a:ext>
                </a:extLst>
              </a:tr>
              <a:tr h="422892">
                <a:tc>
                  <a:txBody>
                    <a:bodyPr/>
                    <a:lstStyle/>
                    <a:p>
                      <a:pPr algn="ctr"/>
                      <a:r>
                        <a:rPr lang="en-US" altLang="zh-CN"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5</a:t>
                      </a:r>
                    </a:p>
                  </a:txBody>
                  <a:tcPr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R w="12700" cap="flat" cmpd="sng" algn="ctr">
                      <a:solidFill>
                        <a:srgbClr val="7A8C8E"/>
                      </a:solidFill>
                      <a:prstDash val="solid"/>
                      <a:round/>
                      <a:headEnd type="none" w="med" len="med"/>
                      <a:tailEnd type="none" w="med" len="med"/>
                    </a:lnR>
                    <a:solidFill>
                      <a:srgbClr val="F2F6F7"/>
                    </a:solidFill>
                  </a:tcPr>
                </a:tc>
                <a:tc gridSpan="34">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36699"/>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lnR w="12700" cap="flat" cmpd="sng" algn="ctr">
                      <a:solidFill>
                        <a:srgbClr val="7A8C8E"/>
                      </a:solidFill>
                      <a:prstDash val="solid"/>
                      <a:round/>
                      <a:headEnd type="none" w="med" len="med"/>
                      <a:tailEnd type="none" w="med" len="med"/>
                    </a:lnR>
                    <a:solidFill>
                      <a:srgbClr val="3494BA"/>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7A8C8E"/>
                      </a:solidFill>
                      <a:prstDash val="solid"/>
                      <a:round/>
                      <a:headEnd type="none" w="med" len="med"/>
                      <a:tailEnd type="none" w="med" len="med"/>
                    </a:lnL>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F2F6F7"/>
                    </a:solidFill>
                  </a:tcPr>
                </a:tc>
                <a:extLst>
                  <a:ext uri="{0D108BD9-81ED-4DB2-BD59-A6C34878D82A}">
                    <a16:rowId xmlns:a16="http://schemas.microsoft.com/office/drawing/2014/main" val="2305479930"/>
                  </a:ext>
                </a:extLst>
              </a:tr>
              <a:tr h="422892">
                <a:tc>
                  <a:txBody>
                    <a:bodyPr/>
                    <a:lstStyle/>
                    <a:p>
                      <a:pPr algn="ctr"/>
                      <a:r>
                        <a:rPr lang="en-US" altLang="zh-CN" sz="1315" dirty="0" err="1">
                          <a:solidFill>
                            <a:srgbClr val="333333"/>
                          </a:solidFill>
                          <a:latin typeface="微软雅黑" panose="020B0503020204020204" pitchFamily="34" charset="-122"/>
                          <a:ea typeface="微软雅黑" panose="020B0503020204020204" pitchFamily="34" charset="-122"/>
                        </a:rPr>
                        <a:t>任务</a:t>
                      </a:r>
                      <a:r>
                        <a:rPr lang="en-US" sz="1315" dirty="0">
                          <a:solidFill>
                            <a:srgbClr val="333333"/>
                          </a:solidFill>
                          <a:latin typeface="微软雅黑" panose="020B0503020204020204" pitchFamily="34" charset="-122"/>
                          <a:ea typeface="微软雅黑" panose="020B0503020204020204" pitchFamily="34" charset="-122"/>
                        </a:rPr>
                        <a:t> 6</a:t>
                      </a:r>
                    </a:p>
                  </a:txBody>
                  <a:tcPr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solidFill>
                      <a:srgbClr val="75BDA7">
                        <a:lumMod val="40000"/>
                        <a:lumOff val="60000"/>
                      </a:srgbClr>
                    </a:solidFill>
                  </a:tcPr>
                </a:tc>
                <a:tc>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R w="12700" cap="flat" cmpd="sng" algn="ctr">
                      <a:solidFill>
                        <a:srgbClr val="58B6C0"/>
                      </a:solidFill>
                      <a:prstDash val="solid"/>
                      <a:round/>
                      <a:headEnd type="none" w="med" len="med"/>
                      <a:tailEnd type="none" w="med" len="med"/>
                    </a:lnR>
                    <a:solidFill>
                      <a:srgbClr val="75BDA7">
                        <a:lumMod val="40000"/>
                        <a:lumOff val="60000"/>
                      </a:srgbClr>
                    </a:solidFill>
                  </a:tcPr>
                </a:tc>
                <a:tc gridSpan="1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lnR w="12700" cap="flat" cmpd="sng" algn="ctr">
                      <a:solidFill>
                        <a:srgbClr val="58B6C0"/>
                      </a:solidFill>
                      <a:prstDash val="solid"/>
                      <a:round/>
                      <a:headEnd type="none" w="med" len="med"/>
                      <a:tailEnd type="none" w="med" len="med"/>
                    </a:lnR>
                    <a:solidFill>
                      <a:srgbClr val="7A8C8E"/>
                    </a:solidFill>
                  </a:tcPr>
                </a:tc>
                <a:tc hMerge="1">
                  <a:txBody>
                    <a:bodyPr/>
                    <a:lstStyle/>
                    <a:p>
                      <a:pPr algn="ctr"/>
                      <a:endParaRPr lang="en-US" sz="751" dirty="0">
                        <a:latin typeface="微软雅黑" panose="020B0503020204020204" pitchFamily="34" charset="-122"/>
                        <a:ea typeface="微软雅黑" panose="020B0503020204020204" pitchFamily="34" charset="-122"/>
                      </a:endParaRPr>
                    </a:p>
                  </a:txBody>
                  <a:tcPr marL="0" marR="0" anchor="ctr">
                    <a:lnL w="12700" cap="flat" cmpd="sng" algn="ctr">
                      <a:solidFill>
                        <a:srgbClr val="58B6C0"/>
                      </a:solidFill>
                      <a:prstDash val="solid"/>
                      <a:round/>
                      <a:headEnd type="none" w="med" len="med"/>
                      <a:tailEnd type="none" w="med" len="med"/>
                    </a:lnL>
                    <a:solidFill>
                      <a:srgbClr val="7A8C8E"/>
                    </a:solidFill>
                  </a:tcPr>
                </a:tc>
                <a:extLst>
                  <a:ext uri="{0D108BD9-81ED-4DB2-BD59-A6C34878D82A}">
                    <a16:rowId xmlns:a16="http://schemas.microsoft.com/office/drawing/2014/main" val="2726031724"/>
                  </a:ext>
                </a:extLst>
              </a:tr>
            </a:tbl>
          </a:graphicData>
        </a:graphic>
      </p:graphicFrame>
      <p:sp>
        <p:nvSpPr>
          <p:cNvPr id="102" name="TextBox 25">
            <a:extLst>
              <a:ext uri="{FF2B5EF4-FFF2-40B4-BE49-F238E27FC236}">
                <a16:creationId xmlns:a16="http://schemas.microsoft.com/office/drawing/2014/main" id="{AE50D6E0-C46E-A9F8-3C19-3E0F98A35300}"/>
              </a:ext>
            </a:extLst>
          </p:cNvPr>
          <p:cNvSpPr txBox="1"/>
          <p:nvPr/>
        </p:nvSpPr>
        <p:spPr>
          <a:xfrm>
            <a:off x="6470713" y="5045312"/>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策划部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3" name="TextBox 50">
            <a:extLst>
              <a:ext uri="{FF2B5EF4-FFF2-40B4-BE49-F238E27FC236}">
                <a16:creationId xmlns:a16="http://schemas.microsoft.com/office/drawing/2014/main" id="{E62F50B5-46FB-276D-1CD5-93168C843096}"/>
              </a:ext>
            </a:extLst>
          </p:cNvPr>
          <p:cNvSpPr txBox="1"/>
          <p:nvPr/>
        </p:nvSpPr>
        <p:spPr>
          <a:xfrm>
            <a:off x="8286333" y="5045312"/>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设计部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4" name="TextBox 51">
            <a:extLst>
              <a:ext uri="{FF2B5EF4-FFF2-40B4-BE49-F238E27FC236}">
                <a16:creationId xmlns:a16="http://schemas.microsoft.com/office/drawing/2014/main" id="{FB4E1F2E-8928-76CA-0C57-CD03A04F08E8}"/>
              </a:ext>
            </a:extLst>
          </p:cNvPr>
          <p:cNvSpPr txBox="1"/>
          <p:nvPr/>
        </p:nvSpPr>
        <p:spPr>
          <a:xfrm>
            <a:off x="10106550" y="5045312"/>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采购部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5" name="TextBox 52">
            <a:extLst>
              <a:ext uri="{FF2B5EF4-FFF2-40B4-BE49-F238E27FC236}">
                <a16:creationId xmlns:a16="http://schemas.microsoft.com/office/drawing/2014/main" id="{4415F224-FE66-2C16-8E28-C2177E628AEF}"/>
              </a:ext>
            </a:extLst>
          </p:cNvPr>
          <p:cNvSpPr txBox="1"/>
          <p:nvPr/>
        </p:nvSpPr>
        <p:spPr>
          <a:xfrm>
            <a:off x="10106550" y="5716996"/>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工程部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6" name="TextBox 53">
            <a:extLst>
              <a:ext uri="{FF2B5EF4-FFF2-40B4-BE49-F238E27FC236}">
                <a16:creationId xmlns:a16="http://schemas.microsoft.com/office/drawing/2014/main" id="{249B6571-D231-7447-6BA3-0221C3158044}"/>
              </a:ext>
            </a:extLst>
          </p:cNvPr>
          <p:cNvSpPr txBox="1"/>
          <p:nvPr/>
        </p:nvSpPr>
        <p:spPr>
          <a:xfrm>
            <a:off x="8286331" y="5716996"/>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商务部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7" name="TextBox 54">
            <a:extLst>
              <a:ext uri="{FF2B5EF4-FFF2-40B4-BE49-F238E27FC236}">
                <a16:creationId xmlns:a16="http://schemas.microsoft.com/office/drawing/2014/main" id="{C17D9DF9-4BC4-7B2E-A121-D5F3436F5AB7}"/>
              </a:ext>
            </a:extLst>
          </p:cNvPr>
          <p:cNvSpPr txBox="1"/>
          <p:nvPr/>
        </p:nvSpPr>
        <p:spPr>
          <a:xfrm>
            <a:off x="6470713" y="5716996"/>
            <a:ext cx="751615" cy="317991"/>
          </a:xfrm>
          <a:prstGeom prst="rect">
            <a:avLst/>
          </a:prstGeom>
          <a:noFill/>
        </p:spPr>
        <p:txBody>
          <a:bodyPr wrap="none" rtlCol="0">
            <a:spAutoFit/>
          </a:bodyPr>
          <a:lstStyle/>
          <a:p>
            <a:r>
              <a:rPr lang="en-US" sz="1503" dirty="0" err="1">
                <a:solidFill>
                  <a:srgbClr val="336699"/>
                </a:solidFill>
                <a:latin typeface="微软雅黑" panose="020B0503020204020204" pitchFamily="34" charset="-122"/>
                <a:ea typeface="微软雅黑" panose="020B0503020204020204" pitchFamily="34" charset="-122"/>
              </a:rPr>
              <a:t>销售部</a:t>
            </a:r>
            <a:endParaRPr lang="en-US" sz="1503" dirty="0">
              <a:solidFill>
                <a:srgbClr val="336699"/>
              </a:solidFill>
              <a:latin typeface="微软雅黑" panose="020B0503020204020204" pitchFamily="34" charset="-122"/>
              <a:ea typeface="微软雅黑" panose="020B0503020204020204" pitchFamily="34" charset="-122"/>
            </a:endParaRPr>
          </a:p>
        </p:txBody>
      </p:sp>
      <p:sp>
        <p:nvSpPr>
          <p:cNvPr id="108" name="圆角矩形 70">
            <a:extLst>
              <a:ext uri="{FF2B5EF4-FFF2-40B4-BE49-F238E27FC236}">
                <a16:creationId xmlns:a16="http://schemas.microsoft.com/office/drawing/2014/main" id="{25ADCD70-814D-91F8-C8BC-5CB7B3C2E1CA}"/>
              </a:ext>
            </a:extLst>
          </p:cNvPr>
          <p:cNvSpPr/>
          <p:nvPr/>
        </p:nvSpPr>
        <p:spPr>
          <a:xfrm>
            <a:off x="797366" y="4807006"/>
            <a:ext cx="10597195" cy="1460444"/>
          </a:xfrm>
          <a:prstGeom prst="roundRect">
            <a:avLst>
              <a:gd name="adj" fmla="val 9236"/>
            </a:avLst>
          </a:prstGeom>
          <a:no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nvGrpSpPr>
          <p:cNvPr id="109" name="组合 81">
            <a:extLst>
              <a:ext uri="{FF2B5EF4-FFF2-40B4-BE49-F238E27FC236}">
                <a16:creationId xmlns:a16="http://schemas.microsoft.com/office/drawing/2014/main" id="{9EE2CA7F-D7BE-7905-48BE-AAB6E5D75721}"/>
              </a:ext>
            </a:extLst>
          </p:cNvPr>
          <p:cNvGrpSpPr/>
          <p:nvPr/>
        </p:nvGrpSpPr>
        <p:grpSpPr>
          <a:xfrm>
            <a:off x="5931864" y="5635890"/>
            <a:ext cx="490026" cy="490026"/>
            <a:chOff x="3588848" y="5012012"/>
            <a:chExt cx="521714" cy="521714"/>
          </a:xfrm>
        </p:grpSpPr>
        <p:sp>
          <p:nvSpPr>
            <p:cNvPr id="110" name="Freeform 62">
              <a:extLst>
                <a:ext uri="{FF2B5EF4-FFF2-40B4-BE49-F238E27FC236}">
                  <a16:creationId xmlns:a16="http://schemas.microsoft.com/office/drawing/2014/main" id="{7EF33EA0-D33E-0761-C938-52B0611505F6}"/>
                </a:ext>
              </a:extLst>
            </p:cNvPr>
            <p:cNvSpPr>
              <a:spLocks noEditPoints="1"/>
            </p:cNvSpPr>
            <p:nvPr/>
          </p:nvSpPr>
          <p:spPr bwMode="auto">
            <a:xfrm>
              <a:off x="3683994" y="5109220"/>
              <a:ext cx="331423" cy="299799"/>
            </a:xfrm>
            <a:custGeom>
              <a:avLst/>
              <a:gdLst>
                <a:gd name="T0" fmla="*/ 396429 w 256"/>
                <a:gd name="T1" fmla="*/ 376238 h 232"/>
                <a:gd name="T2" fmla="*/ 363934 w 256"/>
                <a:gd name="T3" fmla="*/ 376238 h 232"/>
                <a:gd name="T4" fmla="*/ 363934 w 256"/>
                <a:gd name="T5" fmla="*/ 220553 h 232"/>
                <a:gd name="T6" fmla="*/ 363934 w 256"/>
                <a:gd name="T7" fmla="*/ 97303 h 232"/>
                <a:gd name="T8" fmla="*/ 396429 w 256"/>
                <a:gd name="T9" fmla="*/ 97303 h 232"/>
                <a:gd name="T10" fmla="*/ 415925 w 256"/>
                <a:gd name="T11" fmla="*/ 116764 h 232"/>
                <a:gd name="T12" fmla="*/ 415925 w 256"/>
                <a:gd name="T13" fmla="*/ 240014 h 232"/>
                <a:gd name="T14" fmla="*/ 415925 w 256"/>
                <a:gd name="T15" fmla="*/ 317856 h 232"/>
                <a:gd name="T16" fmla="*/ 415925 w 256"/>
                <a:gd name="T17" fmla="*/ 356777 h 232"/>
                <a:gd name="T18" fmla="*/ 396429 w 256"/>
                <a:gd name="T19" fmla="*/ 376238 h 232"/>
                <a:gd name="T20" fmla="*/ 71487 w 256"/>
                <a:gd name="T21" fmla="*/ 376238 h 232"/>
                <a:gd name="T22" fmla="*/ 71487 w 256"/>
                <a:gd name="T23" fmla="*/ 220553 h 232"/>
                <a:gd name="T24" fmla="*/ 71487 w 256"/>
                <a:gd name="T25" fmla="*/ 214066 h 232"/>
                <a:gd name="T26" fmla="*/ 71487 w 256"/>
                <a:gd name="T27" fmla="*/ 97303 h 232"/>
                <a:gd name="T28" fmla="*/ 110480 w 256"/>
                <a:gd name="T29" fmla="*/ 97303 h 232"/>
                <a:gd name="T30" fmla="*/ 207963 w 256"/>
                <a:gd name="T31" fmla="*/ 0 h 232"/>
                <a:gd name="T32" fmla="*/ 305445 w 256"/>
                <a:gd name="T33" fmla="*/ 97303 h 232"/>
                <a:gd name="T34" fmla="*/ 344438 w 256"/>
                <a:gd name="T35" fmla="*/ 97303 h 232"/>
                <a:gd name="T36" fmla="*/ 344438 w 256"/>
                <a:gd name="T37" fmla="*/ 220553 h 232"/>
                <a:gd name="T38" fmla="*/ 344438 w 256"/>
                <a:gd name="T39" fmla="*/ 376238 h 232"/>
                <a:gd name="T40" fmla="*/ 71487 w 256"/>
                <a:gd name="T41" fmla="*/ 376238 h 232"/>
                <a:gd name="T42" fmla="*/ 207963 w 256"/>
                <a:gd name="T43" fmla="*/ 38921 h 232"/>
                <a:gd name="T44" fmla="*/ 149473 w 256"/>
                <a:gd name="T45" fmla="*/ 97303 h 232"/>
                <a:gd name="T46" fmla="*/ 266452 w 256"/>
                <a:gd name="T47" fmla="*/ 97303 h 232"/>
                <a:gd name="T48" fmla="*/ 207963 w 256"/>
                <a:gd name="T49" fmla="*/ 38921 h 232"/>
                <a:gd name="T50" fmla="*/ 0 w 256"/>
                <a:gd name="T51" fmla="*/ 356777 h 232"/>
                <a:gd name="T52" fmla="*/ 0 w 256"/>
                <a:gd name="T53" fmla="*/ 317856 h 232"/>
                <a:gd name="T54" fmla="*/ 0 w 256"/>
                <a:gd name="T55" fmla="*/ 240014 h 232"/>
                <a:gd name="T56" fmla="*/ 0 w 256"/>
                <a:gd name="T57" fmla="*/ 116764 h 232"/>
                <a:gd name="T58" fmla="*/ 19496 w 256"/>
                <a:gd name="T59" fmla="*/ 97303 h 232"/>
                <a:gd name="T60" fmla="*/ 51991 w 256"/>
                <a:gd name="T61" fmla="*/ 97303 h 232"/>
                <a:gd name="T62" fmla="*/ 51991 w 256"/>
                <a:gd name="T63" fmla="*/ 214066 h 232"/>
                <a:gd name="T64" fmla="*/ 51991 w 256"/>
                <a:gd name="T65" fmla="*/ 220553 h 232"/>
                <a:gd name="T66" fmla="*/ 51991 w 256"/>
                <a:gd name="T67" fmla="*/ 376238 h 232"/>
                <a:gd name="T68" fmla="*/ 19496 w 256"/>
                <a:gd name="T69" fmla="*/ 376238 h 232"/>
                <a:gd name="T70" fmla="*/ 0 w 256"/>
                <a:gd name="T71" fmla="*/ 356777 h 23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256" h="232">
                  <a:moveTo>
                    <a:pt x="244" y="232"/>
                  </a:moveTo>
                  <a:cubicBezTo>
                    <a:pt x="224" y="232"/>
                    <a:pt x="224" y="232"/>
                    <a:pt x="224" y="232"/>
                  </a:cubicBezTo>
                  <a:cubicBezTo>
                    <a:pt x="224" y="136"/>
                    <a:pt x="224" y="136"/>
                    <a:pt x="224" y="136"/>
                  </a:cubicBezTo>
                  <a:cubicBezTo>
                    <a:pt x="224" y="60"/>
                    <a:pt x="224" y="60"/>
                    <a:pt x="224" y="60"/>
                  </a:cubicBezTo>
                  <a:cubicBezTo>
                    <a:pt x="244" y="60"/>
                    <a:pt x="244" y="60"/>
                    <a:pt x="244" y="60"/>
                  </a:cubicBezTo>
                  <a:cubicBezTo>
                    <a:pt x="251" y="60"/>
                    <a:pt x="256" y="65"/>
                    <a:pt x="256" y="72"/>
                  </a:cubicBezTo>
                  <a:cubicBezTo>
                    <a:pt x="256" y="148"/>
                    <a:pt x="256" y="148"/>
                    <a:pt x="256" y="148"/>
                  </a:cubicBezTo>
                  <a:cubicBezTo>
                    <a:pt x="256" y="196"/>
                    <a:pt x="256" y="196"/>
                    <a:pt x="256" y="196"/>
                  </a:cubicBezTo>
                  <a:cubicBezTo>
                    <a:pt x="256" y="220"/>
                    <a:pt x="256" y="220"/>
                    <a:pt x="256" y="220"/>
                  </a:cubicBezTo>
                  <a:cubicBezTo>
                    <a:pt x="256" y="227"/>
                    <a:pt x="251" y="232"/>
                    <a:pt x="244" y="232"/>
                  </a:cubicBezTo>
                  <a:moveTo>
                    <a:pt x="44" y="232"/>
                  </a:moveTo>
                  <a:cubicBezTo>
                    <a:pt x="44" y="136"/>
                    <a:pt x="44" y="136"/>
                    <a:pt x="44" y="136"/>
                  </a:cubicBezTo>
                  <a:cubicBezTo>
                    <a:pt x="44" y="132"/>
                    <a:pt x="44" y="132"/>
                    <a:pt x="44" y="132"/>
                  </a:cubicBezTo>
                  <a:cubicBezTo>
                    <a:pt x="44" y="60"/>
                    <a:pt x="44" y="60"/>
                    <a:pt x="44" y="60"/>
                  </a:cubicBezTo>
                  <a:cubicBezTo>
                    <a:pt x="68" y="60"/>
                    <a:pt x="68" y="60"/>
                    <a:pt x="68" y="60"/>
                  </a:cubicBezTo>
                  <a:cubicBezTo>
                    <a:pt x="68" y="27"/>
                    <a:pt x="95" y="0"/>
                    <a:pt x="128" y="0"/>
                  </a:cubicBezTo>
                  <a:cubicBezTo>
                    <a:pt x="161" y="0"/>
                    <a:pt x="188" y="27"/>
                    <a:pt x="188" y="60"/>
                  </a:cubicBezTo>
                  <a:cubicBezTo>
                    <a:pt x="212" y="60"/>
                    <a:pt x="212" y="60"/>
                    <a:pt x="212" y="60"/>
                  </a:cubicBezTo>
                  <a:cubicBezTo>
                    <a:pt x="212" y="136"/>
                    <a:pt x="212" y="136"/>
                    <a:pt x="212" y="136"/>
                  </a:cubicBezTo>
                  <a:cubicBezTo>
                    <a:pt x="212" y="232"/>
                    <a:pt x="212" y="232"/>
                    <a:pt x="212" y="232"/>
                  </a:cubicBezTo>
                  <a:lnTo>
                    <a:pt x="44" y="232"/>
                  </a:lnTo>
                  <a:close/>
                  <a:moveTo>
                    <a:pt x="128" y="24"/>
                  </a:moveTo>
                  <a:cubicBezTo>
                    <a:pt x="108" y="24"/>
                    <a:pt x="92" y="40"/>
                    <a:pt x="92" y="60"/>
                  </a:cubicBezTo>
                  <a:cubicBezTo>
                    <a:pt x="164" y="60"/>
                    <a:pt x="164" y="60"/>
                    <a:pt x="164" y="60"/>
                  </a:cubicBezTo>
                  <a:cubicBezTo>
                    <a:pt x="164" y="40"/>
                    <a:pt x="148" y="24"/>
                    <a:pt x="128" y="24"/>
                  </a:cubicBezTo>
                  <a:moveTo>
                    <a:pt x="0" y="220"/>
                  </a:moveTo>
                  <a:cubicBezTo>
                    <a:pt x="0" y="196"/>
                    <a:pt x="0" y="196"/>
                    <a:pt x="0" y="196"/>
                  </a:cubicBezTo>
                  <a:cubicBezTo>
                    <a:pt x="0" y="148"/>
                    <a:pt x="0" y="148"/>
                    <a:pt x="0" y="148"/>
                  </a:cubicBezTo>
                  <a:cubicBezTo>
                    <a:pt x="0" y="72"/>
                    <a:pt x="0" y="72"/>
                    <a:pt x="0" y="72"/>
                  </a:cubicBezTo>
                  <a:cubicBezTo>
                    <a:pt x="0" y="65"/>
                    <a:pt x="5" y="60"/>
                    <a:pt x="12" y="60"/>
                  </a:cubicBezTo>
                  <a:cubicBezTo>
                    <a:pt x="32" y="60"/>
                    <a:pt x="32" y="60"/>
                    <a:pt x="32" y="60"/>
                  </a:cubicBezTo>
                  <a:cubicBezTo>
                    <a:pt x="32" y="132"/>
                    <a:pt x="32" y="132"/>
                    <a:pt x="32" y="132"/>
                  </a:cubicBezTo>
                  <a:cubicBezTo>
                    <a:pt x="32" y="136"/>
                    <a:pt x="32" y="136"/>
                    <a:pt x="32" y="136"/>
                  </a:cubicBezTo>
                  <a:cubicBezTo>
                    <a:pt x="32" y="232"/>
                    <a:pt x="32" y="232"/>
                    <a:pt x="32" y="232"/>
                  </a:cubicBezTo>
                  <a:cubicBezTo>
                    <a:pt x="12" y="232"/>
                    <a:pt x="12" y="232"/>
                    <a:pt x="12" y="232"/>
                  </a:cubicBezTo>
                  <a:cubicBezTo>
                    <a:pt x="5" y="232"/>
                    <a:pt x="0" y="227"/>
                    <a:pt x="0" y="220"/>
                  </a:cubicBezTo>
                </a:path>
              </a:pathLst>
            </a:custGeom>
            <a:solidFill>
              <a:srgbClr val="7A8C8E"/>
            </a:solidFill>
            <a:ln>
              <a:noFill/>
            </a:ln>
          </p:spPr>
          <p:txBody>
            <a:bodyPr/>
            <a:lstStyle/>
            <a:p>
              <a:endParaRPr lang="en-US" dirty="0"/>
            </a:p>
          </p:txBody>
        </p:sp>
        <p:sp>
          <p:nvSpPr>
            <p:cNvPr id="111" name="椭圆 77">
              <a:extLst>
                <a:ext uri="{FF2B5EF4-FFF2-40B4-BE49-F238E27FC236}">
                  <a16:creationId xmlns:a16="http://schemas.microsoft.com/office/drawing/2014/main" id="{F0180FF4-E2BA-567F-6D56-24103A372F48}"/>
                </a:ext>
              </a:extLst>
            </p:cNvPr>
            <p:cNvSpPr/>
            <p:nvPr/>
          </p:nvSpPr>
          <p:spPr>
            <a:xfrm>
              <a:off x="3588848" y="5012012"/>
              <a:ext cx="521714" cy="521714"/>
            </a:xfrm>
            <a:prstGeom prst="ellipse">
              <a:avLst/>
            </a:prstGeom>
            <a:noFill/>
            <a:ln w="31750">
              <a:solidFill>
                <a:srgbClr val="7A8C8E"/>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12" name="组合 80">
            <a:extLst>
              <a:ext uri="{FF2B5EF4-FFF2-40B4-BE49-F238E27FC236}">
                <a16:creationId xmlns:a16="http://schemas.microsoft.com/office/drawing/2014/main" id="{99F1C458-DFCE-7594-31B9-5D13335DCB74}"/>
              </a:ext>
            </a:extLst>
          </p:cNvPr>
          <p:cNvGrpSpPr/>
          <p:nvPr/>
        </p:nvGrpSpPr>
        <p:grpSpPr>
          <a:xfrm>
            <a:off x="5931865" y="4964206"/>
            <a:ext cx="490026" cy="490026"/>
            <a:chOff x="3588848" y="5692656"/>
            <a:chExt cx="521714" cy="521714"/>
          </a:xfrm>
        </p:grpSpPr>
        <p:sp>
          <p:nvSpPr>
            <p:cNvPr id="113" name="Freeform 69">
              <a:extLst>
                <a:ext uri="{FF2B5EF4-FFF2-40B4-BE49-F238E27FC236}">
                  <a16:creationId xmlns:a16="http://schemas.microsoft.com/office/drawing/2014/main" id="{5D847F4D-B5F1-D2E5-5658-14D57249AA6E}"/>
                </a:ext>
              </a:extLst>
            </p:cNvPr>
            <p:cNvSpPr>
              <a:spLocks noEditPoints="1"/>
            </p:cNvSpPr>
            <p:nvPr/>
          </p:nvSpPr>
          <p:spPr bwMode="auto">
            <a:xfrm>
              <a:off x="3663608" y="5796539"/>
              <a:ext cx="372193" cy="313949"/>
            </a:xfrm>
            <a:custGeom>
              <a:avLst/>
              <a:gdLst>
                <a:gd name="T0" fmla="*/ 415925 w 256"/>
                <a:gd name="T1" fmla="*/ 147806 h 216"/>
                <a:gd name="T2" fmla="*/ 415925 w 256"/>
                <a:gd name="T3" fmla="*/ 149431 h 216"/>
                <a:gd name="T4" fmla="*/ 415925 w 256"/>
                <a:gd name="T5" fmla="*/ 149431 h 216"/>
                <a:gd name="T6" fmla="*/ 378557 w 256"/>
                <a:gd name="T7" fmla="*/ 168922 h 216"/>
                <a:gd name="T8" fmla="*/ 337939 w 256"/>
                <a:gd name="T9" fmla="*/ 336219 h 216"/>
                <a:gd name="T10" fmla="*/ 315193 w 256"/>
                <a:gd name="T11" fmla="*/ 350837 h 216"/>
                <a:gd name="T12" fmla="*/ 97482 w 256"/>
                <a:gd name="T13" fmla="*/ 350837 h 216"/>
                <a:gd name="T14" fmla="*/ 97482 w 256"/>
                <a:gd name="T15" fmla="*/ 350837 h 216"/>
                <a:gd name="T16" fmla="*/ 77986 w 256"/>
                <a:gd name="T17" fmla="*/ 336219 h 216"/>
                <a:gd name="T18" fmla="*/ 19496 w 256"/>
                <a:gd name="T19" fmla="*/ 168922 h 216"/>
                <a:gd name="T20" fmla="*/ 19496 w 256"/>
                <a:gd name="T21" fmla="*/ 129940 h 216"/>
                <a:gd name="T22" fmla="*/ 159221 w 256"/>
                <a:gd name="T23" fmla="*/ 129940 h 216"/>
                <a:gd name="T24" fmla="*/ 240457 w 256"/>
                <a:gd name="T25" fmla="*/ 129940 h 216"/>
                <a:gd name="T26" fmla="*/ 289198 w 256"/>
                <a:gd name="T27" fmla="*/ 129940 h 216"/>
                <a:gd name="T28" fmla="*/ 318443 w 256"/>
                <a:gd name="T29" fmla="*/ 129940 h 216"/>
                <a:gd name="T30" fmla="*/ 396429 w 256"/>
                <a:gd name="T31" fmla="*/ 129940 h 216"/>
                <a:gd name="T32" fmla="*/ 398053 w 256"/>
                <a:gd name="T33" fmla="*/ 129940 h 216"/>
                <a:gd name="T34" fmla="*/ 415925 w 256"/>
                <a:gd name="T35" fmla="*/ 146182 h 216"/>
                <a:gd name="T36" fmla="*/ 129977 w 256"/>
                <a:gd name="T37" fmla="*/ 168922 h 216"/>
                <a:gd name="T38" fmla="*/ 110480 w 256"/>
                <a:gd name="T39" fmla="*/ 292364 h 216"/>
                <a:gd name="T40" fmla="*/ 149473 w 256"/>
                <a:gd name="T41" fmla="*/ 292364 h 216"/>
                <a:gd name="T42" fmla="*/ 227459 w 256"/>
                <a:gd name="T43" fmla="*/ 188412 h 216"/>
                <a:gd name="T44" fmla="*/ 188466 w 256"/>
                <a:gd name="T45" fmla="*/ 188412 h 216"/>
                <a:gd name="T46" fmla="*/ 207963 w 256"/>
                <a:gd name="T47" fmla="*/ 311855 h 216"/>
                <a:gd name="T48" fmla="*/ 227459 w 256"/>
                <a:gd name="T49" fmla="*/ 188412 h 216"/>
                <a:gd name="T50" fmla="*/ 285948 w 256"/>
                <a:gd name="T51" fmla="*/ 168922 h 216"/>
                <a:gd name="T52" fmla="*/ 266452 w 256"/>
                <a:gd name="T53" fmla="*/ 292364 h 216"/>
                <a:gd name="T54" fmla="*/ 305445 w 256"/>
                <a:gd name="T55" fmla="*/ 292364 h 216"/>
                <a:gd name="T56" fmla="*/ 230708 w 256"/>
                <a:gd name="T57" fmla="*/ 29236 h 216"/>
                <a:gd name="T58" fmla="*/ 227459 w 256"/>
                <a:gd name="T59" fmla="*/ 19491 h 216"/>
                <a:gd name="T60" fmla="*/ 264827 w 256"/>
                <a:gd name="T61" fmla="*/ 11370 h 216"/>
                <a:gd name="T62" fmla="*/ 316818 w 256"/>
                <a:gd name="T63" fmla="*/ 110449 h 216"/>
                <a:gd name="T64" fmla="*/ 230708 w 256"/>
                <a:gd name="T65" fmla="*/ 29236 h 216"/>
                <a:gd name="T66" fmla="*/ 142974 w 256"/>
                <a:gd name="T67" fmla="*/ 110449 h 216"/>
                <a:gd name="T68" fmla="*/ 151098 w 256"/>
                <a:gd name="T69" fmla="*/ 11370 h 216"/>
                <a:gd name="T70" fmla="*/ 168970 w 256"/>
                <a:gd name="T71" fmla="*/ 0 h 216"/>
                <a:gd name="T72" fmla="*/ 185217 w 256"/>
                <a:gd name="T73" fmla="*/ 29236 h 21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256" h="216">
                  <a:moveTo>
                    <a:pt x="256" y="90"/>
                  </a:moveTo>
                  <a:cubicBezTo>
                    <a:pt x="256" y="91"/>
                    <a:pt x="256" y="91"/>
                    <a:pt x="256" y="91"/>
                  </a:cubicBezTo>
                  <a:cubicBezTo>
                    <a:pt x="256" y="91"/>
                    <a:pt x="256" y="92"/>
                    <a:pt x="256" y="92"/>
                  </a:cubicBezTo>
                  <a:cubicBezTo>
                    <a:pt x="256" y="92"/>
                    <a:pt x="256" y="92"/>
                    <a:pt x="256" y="92"/>
                  </a:cubicBezTo>
                  <a:cubicBezTo>
                    <a:pt x="256" y="92"/>
                    <a:pt x="256" y="92"/>
                    <a:pt x="256" y="92"/>
                  </a:cubicBezTo>
                  <a:cubicBezTo>
                    <a:pt x="256" y="92"/>
                    <a:pt x="256" y="92"/>
                    <a:pt x="256" y="92"/>
                  </a:cubicBezTo>
                  <a:cubicBezTo>
                    <a:pt x="256" y="99"/>
                    <a:pt x="251" y="104"/>
                    <a:pt x="244" y="104"/>
                  </a:cubicBezTo>
                  <a:cubicBezTo>
                    <a:pt x="233" y="104"/>
                    <a:pt x="233" y="104"/>
                    <a:pt x="233" y="104"/>
                  </a:cubicBezTo>
                  <a:cubicBezTo>
                    <a:pt x="208" y="207"/>
                    <a:pt x="208" y="207"/>
                    <a:pt x="208" y="207"/>
                  </a:cubicBezTo>
                  <a:cubicBezTo>
                    <a:pt x="208" y="207"/>
                    <a:pt x="208" y="207"/>
                    <a:pt x="208" y="207"/>
                  </a:cubicBezTo>
                  <a:cubicBezTo>
                    <a:pt x="206" y="212"/>
                    <a:pt x="202" y="216"/>
                    <a:pt x="196" y="216"/>
                  </a:cubicBezTo>
                  <a:cubicBezTo>
                    <a:pt x="194" y="216"/>
                    <a:pt x="194" y="216"/>
                    <a:pt x="194" y="216"/>
                  </a:cubicBezTo>
                  <a:cubicBezTo>
                    <a:pt x="191" y="216"/>
                    <a:pt x="191" y="216"/>
                    <a:pt x="191" y="216"/>
                  </a:cubicBezTo>
                  <a:cubicBezTo>
                    <a:pt x="60" y="216"/>
                    <a:pt x="60" y="216"/>
                    <a:pt x="60" y="216"/>
                  </a:cubicBezTo>
                  <a:cubicBezTo>
                    <a:pt x="60" y="216"/>
                    <a:pt x="60" y="216"/>
                    <a:pt x="60" y="216"/>
                  </a:cubicBezTo>
                  <a:cubicBezTo>
                    <a:pt x="60" y="216"/>
                    <a:pt x="60" y="216"/>
                    <a:pt x="60" y="216"/>
                  </a:cubicBezTo>
                  <a:cubicBezTo>
                    <a:pt x="54" y="216"/>
                    <a:pt x="50" y="212"/>
                    <a:pt x="48" y="207"/>
                  </a:cubicBezTo>
                  <a:cubicBezTo>
                    <a:pt x="48" y="207"/>
                    <a:pt x="48" y="207"/>
                    <a:pt x="48" y="207"/>
                  </a:cubicBezTo>
                  <a:cubicBezTo>
                    <a:pt x="23" y="104"/>
                    <a:pt x="23" y="104"/>
                    <a:pt x="23" y="104"/>
                  </a:cubicBezTo>
                  <a:cubicBezTo>
                    <a:pt x="12" y="104"/>
                    <a:pt x="12" y="104"/>
                    <a:pt x="12" y="104"/>
                  </a:cubicBezTo>
                  <a:cubicBezTo>
                    <a:pt x="5" y="104"/>
                    <a:pt x="0" y="99"/>
                    <a:pt x="0" y="92"/>
                  </a:cubicBezTo>
                  <a:cubicBezTo>
                    <a:pt x="0" y="85"/>
                    <a:pt x="5" y="80"/>
                    <a:pt x="12" y="80"/>
                  </a:cubicBezTo>
                  <a:cubicBezTo>
                    <a:pt x="58" y="80"/>
                    <a:pt x="58" y="80"/>
                    <a:pt x="58" y="80"/>
                  </a:cubicBezTo>
                  <a:cubicBezTo>
                    <a:pt x="98" y="80"/>
                    <a:pt x="98" y="80"/>
                    <a:pt x="98" y="80"/>
                  </a:cubicBezTo>
                  <a:cubicBezTo>
                    <a:pt x="98" y="80"/>
                    <a:pt x="98" y="80"/>
                    <a:pt x="98" y="80"/>
                  </a:cubicBezTo>
                  <a:cubicBezTo>
                    <a:pt x="148" y="80"/>
                    <a:pt x="148" y="80"/>
                    <a:pt x="148" y="80"/>
                  </a:cubicBezTo>
                  <a:cubicBezTo>
                    <a:pt x="148" y="80"/>
                    <a:pt x="148" y="80"/>
                    <a:pt x="148" y="80"/>
                  </a:cubicBezTo>
                  <a:cubicBezTo>
                    <a:pt x="178" y="80"/>
                    <a:pt x="178" y="80"/>
                    <a:pt x="178" y="80"/>
                  </a:cubicBezTo>
                  <a:cubicBezTo>
                    <a:pt x="179" y="80"/>
                    <a:pt x="179" y="80"/>
                    <a:pt x="179" y="80"/>
                  </a:cubicBezTo>
                  <a:cubicBezTo>
                    <a:pt x="196" y="80"/>
                    <a:pt x="196" y="80"/>
                    <a:pt x="196" y="80"/>
                  </a:cubicBezTo>
                  <a:cubicBezTo>
                    <a:pt x="198" y="80"/>
                    <a:pt x="198" y="80"/>
                    <a:pt x="198" y="80"/>
                  </a:cubicBezTo>
                  <a:cubicBezTo>
                    <a:pt x="244" y="80"/>
                    <a:pt x="244" y="80"/>
                    <a:pt x="244" y="80"/>
                  </a:cubicBezTo>
                  <a:cubicBezTo>
                    <a:pt x="244" y="80"/>
                    <a:pt x="244" y="80"/>
                    <a:pt x="244" y="80"/>
                  </a:cubicBezTo>
                  <a:cubicBezTo>
                    <a:pt x="245" y="80"/>
                    <a:pt x="245" y="80"/>
                    <a:pt x="245" y="80"/>
                  </a:cubicBezTo>
                  <a:cubicBezTo>
                    <a:pt x="251" y="80"/>
                    <a:pt x="255" y="85"/>
                    <a:pt x="256" y="90"/>
                  </a:cubicBezTo>
                  <a:cubicBezTo>
                    <a:pt x="256" y="90"/>
                    <a:pt x="256" y="90"/>
                    <a:pt x="256" y="90"/>
                  </a:cubicBezTo>
                  <a:moveTo>
                    <a:pt x="92" y="116"/>
                  </a:moveTo>
                  <a:cubicBezTo>
                    <a:pt x="92" y="109"/>
                    <a:pt x="87" y="104"/>
                    <a:pt x="80" y="104"/>
                  </a:cubicBezTo>
                  <a:cubicBezTo>
                    <a:pt x="73" y="104"/>
                    <a:pt x="68" y="109"/>
                    <a:pt x="68" y="116"/>
                  </a:cubicBezTo>
                  <a:cubicBezTo>
                    <a:pt x="68" y="180"/>
                    <a:pt x="68" y="180"/>
                    <a:pt x="68" y="180"/>
                  </a:cubicBezTo>
                  <a:cubicBezTo>
                    <a:pt x="68" y="187"/>
                    <a:pt x="73" y="192"/>
                    <a:pt x="80" y="192"/>
                  </a:cubicBezTo>
                  <a:cubicBezTo>
                    <a:pt x="87" y="192"/>
                    <a:pt x="92" y="187"/>
                    <a:pt x="92" y="180"/>
                  </a:cubicBezTo>
                  <a:lnTo>
                    <a:pt x="92" y="116"/>
                  </a:lnTo>
                  <a:close/>
                  <a:moveTo>
                    <a:pt x="140" y="116"/>
                  </a:moveTo>
                  <a:cubicBezTo>
                    <a:pt x="140" y="109"/>
                    <a:pt x="135" y="104"/>
                    <a:pt x="128" y="104"/>
                  </a:cubicBezTo>
                  <a:cubicBezTo>
                    <a:pt x="121" y="104"/>
                    <a:pt x="116" y="109"/>
                    <a:pt x="116" y="116"/>
                  </a:cubicBezTo>
                  <a:cubicBezTo>
                    <a:pt x="116" y="180"/>
                    <a:pt x="116" y="180"/>
                    <a:pt x="116" y="180"/>
                  </a:cubicBezTo>
                  <a:cubicBezTo>
                    <a:pt x="116" y="187"/>
                    <a:pt x="121" y="192"/>
                    <a:pt x="128" y="192"/>
                  </a:cubicBezTo>
                  <a:cubicBezTo>
                    <a:pt x="135" y="192"/>
                    <a:pt x="140" y="187"/>
                    <a:pt x="140" y="180"/>
                  </a:cubicBezTo>
                  <a:lnTo>
                    <a:pt x="140" y="116"/>
                  </a:lnTo>
                  <a:close/>
                  <a:moveTo>
                    <a:pt x="188" y="116"/>
                  </a:moveTo>
                  <a:cubicBezTo>
                    <a:pt x="188" y="109"/>
                    <a:pt x="183" y="104"/>
                    <a:pt x="176" y="104"/>
                  </a:cubicBezTo>
                  <a:cubicBezTo>
                    <a:pt x="169" y="104"/>
                    <a:pt x="164" y="109"/>
                    <a:pt x="164" y="116"/>
                  </a:cubicBezTo>
                  <a:cubicBezTo>
                    <a:pt x="164" y="180"/>
                    <a:pt x="164" y="180"/>
                    <a:pt x="164" y="180"/>
                  </a:cubicBezTo>
                  <a:cubicBezTo>
                    <a:pt x="164" y="187"/>
                    <a:pt x="169" y="192"/>
                    <a:pt x="176" y="192"/>
                  </a:cubicBezTo>
                  <a:cubicBezTo>
                    <a:pt x="183" y="192"/>
                    <a:pt x="188" y="187"/>
                    <a:pt x="188" y="180"/>
                  </a:cubicBezTo>
                  <a:lnTo>
                    <a:pt x="188" y="116"/>
                  </a:lnTo>
                  <a:close/>
                  <a:moveTo>
                    <a:pt x="142" y="18"/>
                  </a:moveTo>
                  <a:cubicBezTo>
                    <a:pt x="142" y="18"/>
                    <a:pt x="142" y="18"/>
                    <a:pt x="142" y="18"/>
                  </a:cubicBezTo>
                  <a:cubicBezTo>
                    <a:pt x="141" y="16"/>
                    <a:pt x="140" y="14"/>
                    <a:pt x="140" y="12"/>
                  </a:cubicBezTo>
                  <a:cubicBezTo>
                    <a:pt x="140" y="5"/>
                    <a:pt x="145" y="0"/>
                    <a:pt x="152" y="0"/>
                  </a:cubicBezTo>
                  <a:cubicBezTo>
                    <a:pt x="157" y="0"/>
                    <a:pt x="161" y="3"/>
                    <a:pt x="163" y="7"/>
                  </a:cubicBezTo>
                  <a:cubicBezTo>
                    <a:pt x="163" y="7"/>
                    <a:pt x="163" y="7"/>
                    <a:pt x="163" y="7"/>
                  </a:cubicBezTo>
                  <a:cubicBezTo>
                    <a:pt x="195" y="68"/>
                    <a:pt x="195" y="68"/>
                    <a:pt x="195" y="68"/>
                  </a:cubicBezTo>
                  <a:cubicBezTo>
                    <a:pt x="168" y="68"/>
                    <a:pt x="168" y="68"/>
                    <a:pt x="168" y="68"/>
                  </a:cubicBezTo>
                  <a:lnTo>
                    <a:pt x="142" y="18"/>
                  </a:lnTo>
                  <a:close/>
                  <a:moveTo>
                    <a:pt x="114" y="18"/>
                  </a:moveTo>
                  <a:cubicBezTo>
                    <a:pt x="88" y="68"/>
                    <a:pt x="88" y="68"/>
                    <a:pt x="88" y="68"/>
                  </a:cubicBezTo>
                  <a:cubicBezTo>
                    <a:pt x="61" y="68"/>
                    <a:pt x="61" y="68"/>
                    <a:pt x="61" y="68"/>
                  </a:cubicBezTo>
                  <a:cubicBezTo>
                    <a:pt x="93" y="7"/>
                    <a:pt x="93" y="7"/>
                    <a:pt x="93" y="7"/>
                  </a:cubicBezTo>
                  <a:cubicBezTo>
                    <a:pt x="93" y="7"/>
                    <a:pt x="93" y="7"/>
                    <a:pt x="93" y="7"/>
                  </a:cubicBezTo>
                  <a:cubicBezTo>
                    <a:pt x="95" y="3"/>
                    <a:pt x="99" y="0"/>
                    <a:pt x="104" y="0"/>
                  </a:cubicBezTo>
                  <a:cubicBezTo>
                    <a:pt x="111" y="0"/>
                    <a:pt x="116" y="5"/>
                    <a:pt x="116" y="12"/>
                  </a:cubicBezTo>
                  <a:cubicBezTo>
                    <a:pt x="116" y="14"/>
                    <a:pt x="115" y="16"/>
                    <a:pt x="114" y="18"/>
                  </a:cubicBezTo>
                  <a:close/>
                </a:path>
              </a:pathLst>
            </a:custGeom>
            <a:solidFill>
              <a:srgbClr val="333333"/>
            </a:solidFill>
            <a:ln>
              <a:noFill/>
            </a:ln>
          </p:spPr>
          <p:txBody>
            <a:bodyPr/>
            <a:lstStyle/>
            <a:p>
              <a:endParaRPr lang="en-US" dirty="0"/>
            </a:p>
          </p:txBody>
        </p:sp>
        <p:sp>
          <p:nvSpPr>
            <p:cNvPr id="114" name="椭圆 79">
              <a:extLst>
                <a:ext uri="{FF2B5EF4-FFF2-40B4-BE49-F238E27FC236}">
                  <a16:creationId xmlns:a16="http://schemas.microsoft.com/office/drawing/2014/main" id="{B5749C74-6D6A-F733-245D-F06C618D4468}"/>
                </a:ext>
              </a:extLst>
            </p:cNvPr>
            <p:cNvSpPr/>
            <p:nvPr/>
          </p:nvSpPr>
          <p:spPr>
            <a:xfrm>
              <a:off x="3588848" y="5692656"/>
              <a:ext cx="521714" cy="521714"/>
            </a:xfrm>
            <a:prstGeom prst="ellipse">
              <a:avLst/>
            </a:prstGeom>
            <a:noFill/>
            <a:ln w="31750">
              <a:solidFill>
                <a:srgbClr val="333333"/>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15" name="组合 90">
            <a:extLst>
              <a:ext uri="{FF2B5EF4-FFF2-40B4-BE49-F238E27FC236}">
                <a16:creationId xmlns:a16="http://schemas.microsoft.com/office/drawing/2014/main" id="{EEFF18D3-5EFC-BC3C-87C1-A6EB3259CD84}"/>
              </a:ext>
            </a:extLst>
          </p:cNvPr>
          <p:cNvGrpSpPr/>
          <p:nvPr/>
        </p:nvGrpSpPr>
        <p:grpSpPr>
          <a:xfrm>
            <a:off x="7760818" y="5635890"/>
            <a:ext cx="490026" cy="490026"/>
            <a:chOff x="5221268" y="5833816"/>
            <a:chExt cx="521714" cy="521714"/>
          </a:xfrm>
        </p:grpSpPr>
        <p:sp>
          <p:nvSpPr>
            <p:cNvPr id="116" name="Freeform 57">
              <a:extLst>
                <a:ext uri="{FF2B5EF4-FFF2-40B4-BE49-F238E27FC236}">
                  <a16:creationId xmlns:a16="http://schemas.microsoft.com/office/drawing/2014/main" id="{E2F5D080-2604-BE19-5E4A-9B3257D98556}"/>
                </a:ext>
              </a:extLst>
            </p:cNvPr>
            <p:cNvSpPr>
              <a:spLocks noEditPoints="1"/>
            </p:cNvSpPr>
            <p:nvPr/>
          </p:nvSpPr>
          <p:spPr bwMode="auto">
            <a:xfrm>
              <a:off x="5310243" y="5970681"/>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494BA"/>
            </a:solidFill>
            <a:ln>
              <a:noFill/>
            </a:ln>
          </p:spPr>
          <p:txBody>
            <a:bodyPr/>
            <a:lstStyle/>
            <a:p>
              <a:endParaRPr lang="en-US" dirty="0"/>
            </a:p>
          </p:txBody>
        </p:sp>
        <p:sp>
          <p:nvSpPr>
            <p:cNvPr id="117" name="椭圆 84">
              <a:extLst>
                <a:ext uri="{FF2B5EF4-FFF2-40B4-BE49-F238E27FC236}">
                  <a16:creationId xmlns:a16="http://schemas.microsoft.com/office/drawing/2014/main" id="{70D9FDCF-7D74-4736-ADEC-721B40EBB73E}"/>
                </a:ext>
              </a:extLst>
            </p:cNvPr>
            <p:cNvSpPr/>
            <p:nvPr/>
          </p:nvSpPr>
          <p:spPr>
            <a:xfrm>
              <a:off x="5221268" y="5833816"/>
              <a:ext cx="521714" cy="521714"/>
            </a:xfrm>
            <a:prstGeom prst="ellipse">
              <a:avLst/>
            </a:prstGeom>
            <a:noFill/>
            <a:ln w="31750">
              <a:solidFill>
                <a:srgbClr val="3494BA"/>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18" name="组合 88">
            <a:extLst>
              <a:ext uri="{FF2B5EF4-FFF2-40B4-BE49-F238E27FC236}">
                <a16:creationId xmlns:a16="http://schemas.microsoft.com/office/drawing/2014/main" id="{051E35C6-A8BB-19E7-3F48-CBBBFFF3A5EC}"/>
              </a:ext>
            </a:extLst>
          </p:cNvPr>
          <p:cNvGrpSpPr/>
          <p:nvPr/>
        </p:nvGrpSpPr>
        <p:grpSpPr>
          <a:xfrm>
            <a:off x="7760819" y="4964206"/>
            <a:ext cx="490026" cy="490026"/>
            <a:chOff x="5221269" y="4998262"/>
            <a:chExt cx="521714" cy="521714"/>
          </a:xfrm>
        </p:grpSpPr>
        <p:sp>
          <p:nvSpPr>
            <p:cNvPr id="119" name="Freeform 12">
              <a:extLst>
                <a:ext uri="{FF2B5EF4-FFF2-40B4-BE49-F238E27FC236}">
                  <a16:creationId xmlns:a16="http://schemas.microsoft.com/office/drawing/2014/main" id="{05621ACD-C170-DCD3-3147-DAE8E264758A}"/>
                </a:ext>
              </a:extLst>
            </p:cNvPr>
            <p:cNvSpPr>
              <a:spLocks/>
            </p:cNvSpPr>
            <p:nvPr/>
          </p:nvSpPr>
          <p:spPr bwMode="auto">
            <a:xfrm>
              <a:off x="5374535" y="5102145"/>
              <a:ext cx="215180" cy="303089"/>
            </a:xfrm>
            <a:custGeom>
              <a:avLst/>
              <a:gdLst>
                <a:gd name="T0" fmla="*/ 130175 w 160"/>
                <a:gd name="T1" fmla="*/ 366712 h 225"/>
                <a:gd name="T2" fmla="*/ 0 w 160"/>
                <a:gd name="T3" fmla="*/ 233066 h 225"/>
                <a:gd name="T4" fmla="*/ 126921 w 160"/>
                <a:gd name="T5" fmla="*/ 0 h 225"/>
                <a:gd name="T6" fmla="*/ 260350 w 160"/>
                <a:gd name="T7" fmla="*/ 233066 h 225"/>
                <a:gd name="T8" fmla="*/ 130175 w 160"/>
                <a:gd name="T9" fmla="*/ 366712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0" h="225">
                  <a:moveTo>
                    <a:pt x="80" y="225"/>
                  </a:moveTo>
                  <a:cubicBezTo>
                    <a:pt x="37" y="225"/>
                    <a:pt x="0" y="189"/>
                    <a:pt x="0" y="143"/>
                  </a:cubicBezTo>
                  <a:cubicBezTo>
                    <a:pt x="0" y="101"/>
                    <a:pt x="78" y="0"/>
                    <a:pt x="78" y="0"/>
                  </a:cubicBezTo>
                  <a:cubicBezTo>
                    <a:pt x="78" y="0"/>
                    <a:pt x="160" y="99"/>
                    <a:pt x="160" y="143"/>
                  </a:cubicBezTo>
                  <a:cubicBezTo>
                    <a:pt x="160" y="188"/>
                    <a:pt x="122" y="225"/>
                    <a:pt x="80" y="225"/>
                  </a:cubicBezTo>
                </a:path>
              </a:pathLst>
            </a:custGeom>
            <a:solidFill>
              <a:srgbClr val="336699"/>
            </a:solidFill>
            <a:ln>
              <a:noFill/>
            </a:ln>
          </p:spPr>
          <p:txBody>
            <a:bodyPr/>
            <a:lstStyle/>
            <a:p>
              <a:endParaRPr lang="en-US" dirty="0"/>
            </a:p>
          </p:txBody>
        </p:sp>
        <p:sp>
          <p:nvSpPr>
            <p:cNvPr id="120" name="椭圆 87">
              <a:extLst>
                <a:ext uri="{FF2B5EF4-FFF2-40B4-BE49-F238E27FC236}">
                  <a16:creationId xmlns:a16="http://schemas.microsoft.com/office/drawing/2014/main" id="{D5ECFB78-3B7C-D36B-8722-CFA4B9A0B637}"/>
                </a:ext>
              </a:extLst>
            </p:cNvPr>
            <p:cNvSpPr/>
            <p:nvPr/>
          </p:nvSpPr>
          <p:spPr>
            <a:xfrm>
              <a:off x="5221269" y="4998262"/>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21" name="组合 96">
            <a:extLst>
              <a:ext uri="{FF2B5EF4-FFF2-40B4-BE49-F238E27FC236}">
                <a16:creationId xmlns:a16="http://schemas.microsoft.com/office/drawing/2014/main" id="{D8EF12A1-47DF-1AEC-7197-CE30B66A38C2}"/>
              </a:ext>
            </a:extLst>
          </p:cNvPr>
          <p:cNvGrpSpPr/>
          <p:nvPr/>
        </p:nvGrpSpPr>
        <p:grpSpPr>
          <a:xfrm>
            <a:off x="9576436" y="4964206"/>
            <a:ext cx="490026" cy="490026"/>
            <a:chOff x="7462299" y="4998262"/>
            <a:chExt cx="521714" cy="521714"/>
          </a:xfrm>
        </p:grpSpPr>
        <p:sp>
          <p:nvSpPr>
            <p:cNvPr id="122" name="Freeform 71">
              <a:extLst>
                <a:ext uri="{FF2B5EF4-FFF2-40B4-BE49-F238E27FC236}">
                  <a16:creationId xmlns:a16="http://schemas.microsoft.com/office/drawing/2014/main" id="{1D14713E-9C12-CFF2-F40D-E321E64693B3}"/>
                </a:ext>
              </a:extLst>
            </p:cNvPr>
            <p:cNvSpPr>
              <a:spLocks noEditPoints="1"/>
            </p:cNvSpPr>
            <p:nvPr/>
          </p:nvSpPr>
          <p:spPr bwMode="auto">
            <a:xfrm>
              <a:off x="7550618" y="5103821"/>
              <a:ext cx="345076" cy="312274"/>
            </a:xfrm>
            <a:custGeom>
              <a:avLst/>
              <a:gdLst>
                <a:gd name="T0" fmla="*/ 417513 w 256"/>
                <a:gd name="T1" fmla="*/ 156341 h 232"/>
                <a:gd name="T2" fmla="*/ 365324 w 256"/>
                <a:gd name="T3" fmla="*/ 208455 h 232"/>
                <a:gd name="T4" fmla="*/ 313135 w 256"/>
                <a:gd name="T5" fmla="*/ 156341 h 232"/>
                <a:gd name="T6" fmla="*/ 260946 w 256"/>
                <a:gd name="T7" fmla="*/ 208455 h 232"/>
                <a:gd name="T8" fmla="*/ 208757 w 256"/>
                <a:gd name="T9" fmla="*/ 156341 h 232"/>
                <a:gd name="T10" fmla="*/ 156567 w 256"/>
                <a:gd name="T11" fmla="*/ 208455 h 232"/>
                <a:gd name="T12" fmla="*/ 104378 w 256"/>
                <a:gd name="T13" fmla="*/ 156341 h 232"/>
                <a:gd name="T14" fmla="*/ 52189 w 256"/>
                <a:gd name="T15" fmla="*/ 208455 h 232"/>
                <a:gd name="T16" fmla="*/ 0 w 256"/>
                <a:gd name="T17" fmla="*/ 156341 h 232"/>
                <a:gd name="T18" fmla="*/ 37511 w 256"/>
                <a:gd name="T19" fmla="*/ 58628 h 232"/>
                <a:gd name="T20" fmla="*/ 381633 w 256"/>
                <a:gd name="T21" fmla="*/ 58628 h 232"/>
                <a:gd name="T22" fmla="*/ 417513 w 256"/>
                <a:gd name="T23" fmla="*/ 156341 h 232"/>
                <a:gd name="T24" fmla="*/ 352277 w 256"/>
                <a:gd name="T25" fmla="*/ 39085 h 232"/>
                <a:gd name="T26" fmla="*/ 65236 w 256"/>
                <a:gd name="T27" fmla="*/ 39085 h 232"/>
                <a:gd name="T28" fmla="*/ 45665 w 256"/>
                <a:gd name="T29" fmla="*/ 19543 h 232"/>
                <a:gd name="T30" fmla="*/ 65236 w 256"/>
                <a:gd name="T31" fmla="*/ 0 h 232"/>
                <a:gd name="T32" fmla="*/ 352277 w 256"/>
                <a:gd name="T33" fmla="*/ 0 h 232"/>
                <a:gd name="T34" fmla="*/ 371848 w 256"/>
                <a:gd name="T35" fmla="*/ 19543 h 232"/>
                <a:gd name="T36" fmla="*/ 352277 w 256"/>
                <a:gd name="T37" fmla="*/ 39085 h 232"/>
                <a:gd name="T38" fmla="*/ 58713 w 256"/>
                <a:gd name="T39" fmla="*/ 227998 h 232"/>
                <a:gd name="T40" fmla="*/ 58713 w 256"/>
                <a:gd name="T41" fmla="*/ 227998 h 232"/>
                <a:gd name="T42" fmla="*/ 63605 w 256"/>
                <a:gd name="T43" fmla="*/ 226369 h 232"/>
                <a:gd name="T44" fmla="*/ 65236 w 256"/>
                <a:gd name="T45" fmla="*/ 226369 h 232"/>
                <a:gd name="T46" fmla="*/ 68498 w 256"/>
                <a:gd name="T47" fmla="*/ 226369 h 232"/>
                <a:gd name="T48" fmla="*/ 78284 w 256"/>
                <a:gd name="T49" fmla="*/ 223112 h 232"/>
                <a:gd name="T50" fmla="*/ 78284 w 256"/>
                <a:gd name="T51" fmla="*/ 223112 h 232"/>
                <a:gd name="T52" fmla="*/ 78284 w 256"/>
                <a:gd name="T53" fmla="*/ 319197 h 232"/>
                <a:gd name="T54" fmla="*/ 339229 w 256"/>
                <a:gd name="T55" fmla="*/ 319197 h 232"/>
                <a:gd name="T56" fmla="*/ 339229 w 256"/>
                <a:gd name="T57" fmla="*/ 223112 h 232"/>
                <a:gd name="T58" fmla="*/ 339229 w 256"/>
                <a:gd name="T59" fmla="*/ 223112 h 232"/>
                <a:gd name="T60" fmla="*/ 349015 w 256"/>
                <a:gd name="T61" fmla="*/ 226369 h 232"/>
                <a:gd name="T62" fmla="*/ 352277 w 256"/>
                <a:gd name="T63" fmla="*/ 226369 h 232"/>
                <a:gd name="T64" fmla="*/ 353908 w 256"/>
                <a:gd name="T65" fmla="*/ 226369 h 232"/>
                <a:gd name="T66" fmla="*/ 358800 w 256"/>
                <a:gd name="T67" fmla="*/ 227998 h 232"/>
                <a:gd name="T68" fmla="*/ 358800 w 256"/>
                <a:gd name="T69" fmla="*/ 227998 h 232"/>
                <a:gd name="T70" fmla="*/ 365324 w 256"/>
                <a:gd name="T71" fmla="*/ 227998 h 232"/>
                <a:gd name="T72" fmla="*/ 378371 w 256"/>
                <a:gd name="T73" fmla="*/ 226369 h 232"/>
                <a:gd name="T74" fmla="*/ 378371 w 256"/>
                <a:gd name="T75" fmla="*/ 358282 h 232"/>
                <a:gd name="T76" fmla="*/ 358800 w 256"/>
                <a:gd name="T77" fmla="*/ 377825 h 232"/>
                <a:gd name="T78" fmla="*/ 58713 w 256"/>
                <a:gd name="T79" fmla="*/ 377825 h 232"/>
                <a:gd name="T80" fmla="*/ 39142 w 256"/>
                <a:gd name="T81" fmla="*/ 358282 h 232"/>
                <a:gd name="T82" fmla="*/ 39142 w 256"/>
                <a:gd name="T83" fmla="*/ 226369 h 232"/>
                <a:gd name="T84" fmla="*/ 52189 w 256"/>
                <a:gd name="T85" fmla="*/ 227998 h 232"/>
                <a:gd name="T86" fmla="*/ 58713 w 256"/>
                <a:gd name="T87" fmla="*/ 227998 h 23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56" h="232">
                  <a:moveTo>
                    <a:pt x="256" y="96"/>
                  </a:moveTo>
                  <a:cubicBezTo>
                    <a:pt x="256" y="114"/>
                    <a:pt x="242" y="128"/>
                    <a:pt x="224" y="128"/>
                  </a:cubicBezTo>
                  <a:cubicBezTo>
                    <a:pt x="206" y="128"/>
                    <a:pt x="192" y="114"/>
                    <a:pt x="192" y="96"/>
                  </a:cubicBezTo>
                  <a:cubicBezTo>
                    <a:pt x="192" y="114"/>
                    <a:pt x="178" y="128"/>
                    <a:pt x="160" y="128"/>
                  </a:cubicBezTo>
                  <a:cubicBezTo>
                    <a:pt x="142" y="128"/>
                    <a:pt x="128" y="114"/>
                    <a:pt x="128" y="96"/>
                  </a:cubicBezTo>
                  <a:cubicBezTo>
                    <a:pt x="128" y="114"/>
                    <a:pt x="114" y="128"/>
                    <a:pt x="96" y="128"/>
                  </a:cubicBezTo>
                  <a:cubicBezTo>
                    <a:pt x="78" y="128"/>
                    <a:pt x="64" y="114"/>
                    <a:pt x="64" y="96"/>
                  </a:cubicBezTo>
                  <a:cubicBezTo>
                    <a:pt x="64" y="114"/>
                    <a:pt x="50" y="128"/>
                    <a:pt x="32" y="128"/>
                  </a:cubicBezTo>
                  <a:cubicBezTo>
                    <a:pt x="14" y="128"/>
                    <a:pt x="0" y="114"/>
                    <a:pt x="0" y="96"/>
                  </a:cubicBezTo>
                  <a:cubicBezTo>
                    <a:pt x="23" y="36"/>
                    <a:pt x="23" y="36"/>
                    <a:pt x="23" y="36"/>
                  </a:cubicBezTo>
                  <a:cubicBezTo>
                    <a:pt x="234" y="36"/>
                    <a:pt x="234" y="36"/>
                    <a:pt x="234" y="36"/>
                  </a:cubicBezTo>
                  <a:lnTo>
                    <a:pt x="256" y="96"/>
                  </a:lnTo>
                  <a:close/>
                  <a:moveTo>
                    <a:pt x="216" y="24"/>
                  </a:moveTo>
                  <a:cubicBezTo>
                    <a:pt x="40" y="24"/>
                    <a:pt x="40" y="24"/>
                    <a:pt x="40" y="24"/>
                  </a:cubicBezTo>
                  <a:cubicBezTo>
                    <a:pt x="33" y="24"/>
                    <a:pt x="28" y="19"/>
                    <a:pt x="28" y="12"/>
                  </a:cubicBezTo>
                  <a:cubicBezTo>
                    <a:pt x="28" y="5"/>
                    <a:pt x="33" y="0"/>
                    <a:pt x="40" y="0"/>
                  </a:cubicBezTo>
                  <a:cubicBezTo>
                    <a:pt x="216" y="0"/>
                    <a:pt x="216" y="0"/>
                    <a:pt x="216" y="0"/>
                  </a:cubicBezTo>
                  <a:cubicBezTo>
                    <a:pt x="223" y="0"/>
                    <a:pt x="228" y="5"/>
                    <a:pt x="228" y="12"/>
                  </a:cubicBezTo>
                  <a:cubicBezTo>
                    <a:pt x="228" y="19"/>
                    <a:pt x="223" y="24"/>
                    <a:pt x="216" y="24"/>
                  </a:cubicBezTo>
                  <a:moveTo>
                    <a:pt x="36" y="140"/>
                  </a:moveTo>
                  <a:cubicBezTo>
                    <a:pt x="36" y="140"/>
                    <a:pt x="36" y="140"/>
                    <a:pt x="36" y="140"/>
                  </a:cubicBezTo>
                  <a:cubicBezTo>
                    <a:pt x="37" y="140"/>
                    <a:pt x="38" y="140"/>
                    <a:pt x="39" y="139"/>
                  </a:cubicBezTo>
                  <a:cubicBezTo>
                    <a:pt x="40" y="139"/>
                    <a:pt x="40" y="139"/>
                    <a:pt x="40" y="139"/>
                  </a:cubicBezTo>
                  <a:cubicBezTo>
                    <a:pt x="41" y="139"/>
                    <a:pt x="41" y="139"/>
                    <a:pt x="42" y="139"/>
                  </a:cubicBezTo>
                  <a:cubicBezTo>
                    <a:pt x="44" y="138"/>
                    <a:pt x="46" y="138"/>
                    <a:pt x="48" y="137"/>
                  </a:cubicBezTo>
                  <a:cubicBezTo>
                    <a:pt x="48" y="137"/>
                    <a:pt x="48" y="137"/>
                    <a:pt x="48" y="137"/>
                  </a:cubicBezTo>
                  <a:cubicBezTo>
                    <a:pt x="48" y="196"/>
                    <a:pt x="48" y="196"/>
                    <a:pt x="48" y="196"/>
                  </a:cubicBezTo>
                  <a:cubicBezTo>
                    <a:pt x="208" y="196"/>
                    <a:pt x="208" y="196"/>
                    <a:pt x="208" y="196"/>
                  </a:cubicBezTo>
                  <a:cubicBezTo>
                    <a:pt x="208" y="137"/>
                    <a:pt x="208" y="137"/>
                    <a:pt x="208" y="137"/>
                  </a:cubicBezTo>
                  <a:cubicBezTo>
                    <a:pt x="208" y="137"/>
                    <a:pt x="208" y="137"/>
                    <a:pt x="208" y="137"/>
                  </a:cubicBezTo>
                  <a:cubicBezTo>
                    <a:pt x="210" y="138"/>
                    <a:pt x="212" y="138"/>
                    <a:pt x="214" y="139"/>
                  </a:cubicBezTo>
                  <a:cubicBezTo>
                    <a:pt x="215" y="139"/>
                    <a:pt x="215" y="139"/>
                    <a:pt x="216" y="139"/>
                  </a:cubicBezTo>
                  <a:cubicBezTo>
                    <a:pt x="216" y="139"/>
                    <a:pt x="216" y="139"/>
                    <a:pt x="217" y="139"/>
                  </a:cubicBezTo>
                  <a:cubicBezTo>
                    <a:pt x="218" y="140"/>
                    <a:pt x="219" y="140"/>
                    <a:pt x="220" y="140"/>
                  </a:cubicBezTo>
                  <a:cubicBezTo>
                    <a:pt x="220" y="140"/>
                    <a:pt x="220" y="140"/>
                    <a:pt x="220" y="140"/>
                  </a:cubicBezTo>
                  <a:cubicBezTo>
                    <a:pt x="221" y="140"/>
                    <a:pt x="223" y="140"/>
                    <a:pt x="224" y="140"/>
                  </a:cubicBezTo>
                  <a:cubicBezTo>
                    <a:pt x="227" y="140"/>
                    <a:pt x="229" y="140"/>
                    <a:pt x="232" y="139"/>
                  </a:cubicBezTo>
                  <a:cubicBezTo>
                    <a:pt x="232" y="220"/>
                    <a:pt x="232" y="220"/>
                    <a:pt x="232" y="220"/>
                  </a:cubicBezTo>
                  <a:cubicBezTo>
                    <a:pt x="232" y="227"/>
                    <a:pt x="227" y="232"/>
                    <a:pt x="220" y="232"/>
                  </a:cubicBezTo>
                  <a:cubicBezTo>
                    <a:pt x="36" y="232"/>
                    <a:pt x="36" y="232"/>
                    <a:pt x="36" y="232"/>
                  </a:cubicBezTo>
                  <a:cubicBezTo>
                    <a:pt x="29" y="232"/>
                    <a:pt x="24" y="227"/>
                    <a:pt x="24" y="220"/>
                  </a:cubicBezTo>
                  <a:cubicBezTo>
                    <a:pt x="24" y="139"/>
                    <a:pt x="24" y="139"/>
                    <a:pt x="24" y="139"/>
                  </a:cubicBezTo>
                  <a:cubicBezTo>
                    <a:pt x="27" y="140"/>
                    <a:pt x="29" y="140"/>
                    <a:pt x="32" y="140"/>
                  </a:cubicBezTo>
                  <a:cubicBezTo>
                    <a:pt x="33" y="140"/>
                    <a:pt x="35" y="140"/>
                    <a:pt x="36" y="140"/>
                  </a:cubicBezTo>
                </a:path>
              </a:pathLst>
            </a:custGeom>
            <a:solidFill>
              <a:srgbClr val="58B6C0"/>
            </a:solidFill>
            <a:ln>
              <a:noFill/>
            </a:ln>
          </p:spPr>
          <p:txBody>
            <a:bodyPr/>
            <a:lstStyle/>
            <a:p>
              <a:endParaRPr lang="en-US" dirty="0"/>
            </a:p>
          </p:txBody>
        </p:sp>
        <p:sp>
          <p:nvSpPr>
            <p:cNvPr id="123" name="椭圆 93">
              <a:extLst>
                <a:ext uri="{FF2B5EF4-FFF2-40B4-BE49-F238E27FC236}">
                  <a16:creationId xmlns:a16="http://schemas.microsoft.com/office/drawing/2014/main" id="{22FB7B64-E21A-AA77-BC21-CB77F0DBAA8B}"/>
                </a:ext>
              </a:extLst>
            </p:cNvPr>
            <p:cNvSpPr/>
            <p:nvPr/>
          </p:nvSpPr>
          <p:spPr>
            <a:xfrm>
              <a:off x="7462299" y="4998262"/>
              <a:ext cx="521714" cy="521714"/>
            </a:xfrm>
            <a:prstGeom prst="ellipse">
              <a:avLst/>
            </a:prstGeom>
            <a:noFill/>
            <a:ln w="31750">
              <a:solidFill>
                <a:srgbClr val="58B6C0"/>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24" name="组合 95">
            <a:extLst>
              <a:ext uri="{FF2B5EF4-FFF2-40B4-BE49-F238E27FC236}">
                <a16:creationId xmlns:a16="http://schemas.microsoft.com/office/drawing/2014/main" id="{E9954675-A37C-6CC3-6905-9BD2D648A12E}"/>
              </a:ext>
            </a:extLst>
          </p:cNvPr>
          <p:cNvGrpSpPr/>
          <p:nvPr/>
        </p:nvGrpSpPr>
        <p:grpSpPr>
          <a:xfrm>
            <a:off x="9576436" y="5635890"/>
            <a:ext cx="490026" cy="490026"/>
            <a:chOff x="7462299" y="5830216"/>
            <a:chExt cx="521714" cy="521714"/>
          </a:xfrm>
        </p:grpSpPr>
        <p:sp>
          <p:nvSpPr>
            <p:cNvPr id="125" name="Freeform 13">
              <a:extLst>
                <a:ext uri="{FF2B5EF4-FFF2-40B4-BE49-F238E27FC236}">
                  <a16:creationId xmlns:a16="http://schemas.microsoft.com/office/drawing/2014/main" id="{BD9B5342-CE75-0B63-72AB-B24A01F9E406}"/>
                </a:ext>
              </a:extLst>
            </p:cNvPr>
            <p:cNvSpPr>
              <a:spLocks noEditPoints="1"/>
            </p:cNvSpPr>
            <p:nvPr/>
          </p:nvSpPr>
          <p:spPr bwMode="auto">
            <a:xfrm>
              <a:off x="7547249" y="5938829"/>
              <a:ext cx="343764" cy="301777"/>
            </a:xfrm>
            <a:custGeom>
              <a:avLst/>
              <a:gdLst>
                <a:gd name="T0" fmla="*/ 404552 w 256"/>
                <a:gd name="T1" fmla="*/ 200493 h 224"/>
                <a:gd name="T2" fmla="*/ 216086 w 256"/>
                <a:gd name="T3" fmla="*/ 278734 h 224"/>
                <a:gd name="T4" fmla="*/ 216086 w 256"/>
                <a:gd name="T5" fmla="*/ 278734 h 224"/>
                <a:gd name="T6" fmla="*/ 199839 w 256"/>
                <a:gd name="T7" fmla="*/ 278734 h 224"/>
                <a:gd name="T8" fmla="*/ 199839 w 256"/>
                <a:gd name="T9" fmla="*/ 278734 h 224"/>
                <a:gd name="T10" fmla="*/ 11373 w 256"/>
                <a:gd name="T11" fmla="*/ 200493 h 224"/>
                <a:gd name="T12" fmla="*/ 0 w 256"/>
                <a:gd name="T13" fmla="*/ 182563 h 224"/>
                <a:gd name="T14" fmla="*/ 27620 w 256"/>
                <a:gd name="T15" fmla="*/ 164632 h 224"/>
                <a:gd name="T16" fmla="*/ 27620 w 256"/>
                <a:gd name="T17" fmla="*/ 164632 h 224"/>
                <a:gd name="T18" fmla="*/ 207963 w 256"/>
                <a:gd name="T19" fmla="*/ 239613 h 224"/>
                <a:gd name="T20" fmla="*/ 388305 w 256"/>
                <a:gd name="T21" fmla="*/ 164632 h 224"/>
                <a:gd name="T22" fmla="*/ 388305 w 256"/>
                <a:gd name="T23" fmla="*/ 164632 h 224"/>
                <a:gd name="T24" fmla="*/ 415925 w 256"/>
                <a:gd name="T25" fmla="*/ 182563 h 224"/>
                <a:gd name="T26" fmla="*/ 404552 w 256"/>
                <a:gd name="T27" fmla="*/ 115732 h 224"/>
                <a:gd name="T28" fmla="*/ 216086 w 256"/>
                <a:gd name="T29" fmla="*/ 193973 h 224"/>
                <a:gd name="T30" fmla="*/ 216086 w 256"/>
                <a:gd name="T31" fmla="*/ 193973 h 224"/>
                <a:gd name="T32" fmla="*/ 207963 w 256"/>
                <a:gd name="T33" fmla="*/ 195603 h 224"/>
                <a:gd name="T34" fmla="*/ 199839 w 256"/>
                <a:gd name="T35" fmla="*/ 193973 h 224"/>
                <a:gd name="T36" fmla="*/ 199839 w 256"/>
                <a:gd name="T37" fmla="*/ 193973 h 224"/>
                <a:gd name="T38" fmla="*/ 11373 w 256"/>
                <a:gd name="T39" fmla="*/ 115732 h 224"/>
                <a:gd name="T40" fmla="*/ 11373 w 256"/>
                <a:gd name="T41" fmla="*/ 79871 h 224"/>
                <a:gd name="T42" fmla="*/ 199839 w 256"/>
                <a:gd name="T43" fmla="*/ 1630 h 224"/>
                <a:gd name="T44" fmla="*/ 199839 w 256"/>
                <a:gd name="T45" fmla="*/ 1630 h 224"/>
                <a:gd name="T46" fmla="*/ 207963 w 256"/>
                <a:gd name="T47" fmla="*/ 0 h 224"/>
                <a:gd name="T48" fmla="*/ 216086 w 256"/>
                <a:gd name="T49" fmla="*/ 1630 h 224"/>
                <a:gd name="T50" fmla="*/ 216086 w 256"/>
                <a:gd name="T51" fmla="*/ 1630 h 224"/>
                <a:gd name="T52" fmla="*/ 404552 w 256"/>
                <a:gd name="T53" fmla="*/ 79871 h 224"/>
                <a:gd name="T54" fmla="*/ 404552 w 256"/>
                <a:gd name="T55" fmla="*/ 115732 h 224"/>
                <a:gd name="T56" fmla="*/ 27620 w 256"/>
                <a:gd name="T57" fmla="*/ 249393 h 224"/>
                <a:gd name="T58" fmla="*/ 27620 w 256"/>
                <a:gd name="T59" fmla="*/ 249393 h 224"/>
                <a:gd name="T60" fmla="*/ 207963 w 256"/>
                <a:gd name="T61" fmla="*/ 324374 h 224"/>
                <a:gd name="T62" fmla="*/ 388305 w 256"/>
                <a:gd name="T63" fmla="*/ 249393 h 224"/>
                <a:gd name="T64" fmla="*/ 388305 w 256"/>
                <a:gd name="T65" fmla="*/ 249393 h 224"/>
                <a:gd name="T66" fmla="*/ 415925 w 256"/>
                <a:gd name="T67" fmla="*/ 267324 h 224"/>
                <a:gd name="T68" fmla="*/ 404552 w 256"/>
                <a:gd name="T69" fmla="*/ 285254 h 224"/>
                <a:gd name="T70" fmla="*/ 216086 w 256"/>
                <a:gd name="T71" fmla="*/ 363495 h 224"/>
                <a:gd name="T72" fmla="*/ 216086 w 256"/>
                <a:gd name="T73" fmla="*/ 363495 h 224"/>
                <a:gd name="T74" fmla="*/ 199839 w 256"/>
                <a:gd name="T75" fmla="*/ 363495 h 224"/>
                <a:gd name="T76" fmla="*/ 199839 w 256"/>
                <a:gd name="T77" fmla="*/ 363495 h 224"/>
                <a:gd name="T78" fmla="*/ 11373 w 256"/>
                <a:gd name="T79" fmla="*/ 285254 h 224"/>
                <a:gd name="T80" fmla="*/ 0 w 256"/>
                <a:gd name="T81" fmla="*/ 267324 h 224"/>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256" h="224">
                  <a:moveTo>
                    <a:pt x="249" y="123"/>
                  </a:moveTo>
                  <a:cubicBezTo>
                    <a:pt x="249" y="123"/>
                    <a:pt x="249" y="123"/>
                    <a:pt x="249" y="123"/>
                  </a:cubicBezTo>
                  <a:cubicBezTo>
                    <a:pt x="133" y="171"/>
                    <a:pt x="133" y="171"/>
                    <a:pt x="133" y="171"/>
                  </a:cubicBezTo>
                  <a:cubicBezTo>
                    <a:pt x="133" y="171"/>
                    <a:pt x="133" y="171"/>
                    <a:pt x="133" y="171"/>
                  </a:cubicBezTo>
                  <a:cubicBezTo>
                    <a:pt x="133" y="171"/>
                    <a:pt x="133" y="171"/>
                    <a:pt x="133" y="171"/>
                  </a:cubicBezTo>
                  <a:cubicBezTo>
                    <a:pt x="133" y="171"/>
                    <a:pt x="133" y="171"/>
                    <a:pt x="133" y="171"/>
                  </a:cubicBezTo>
                  <a:cubicBezTo>
                    <a:pt x="131" y="172"/>
                    <a:pt x="130" y="172"/>
                    <a:pt x="128" y="172"/>
                  </a:cubicBezTo>
                  <a:cubicBezTo>
                    <a:pt x="126" y="172"/>
                    <a:pt x="125" y="172"/>
                    <a:pt x="123" y="171"/>
                  </a:cubicBezTo>
                  <a:cubicBezTo>
                    <a:pt x="123" y="171"/>
                    <a:pt x="123" y="171"/>
                    <a:pt x="123" y="171"/>
                  </a:cubicBezTo>
                  <a:cubicBezTo>
                    <a:pt x="123" y="171"/>
                    <a:pt x="123" y="171"/>
                    <a:pt x="123" y="171"/>
                  </a:cubicBezTo>
                  <a:cubicBezTo>
                    <a:pt x="123" y="171"/>
                    <a:pt x="123" y="171"/>
                    <a:pt x="123" y="171"/>
                  </a:cubicBezTo>
                  <a:cubicBezTo>
                    <a:pt x="7" y="123"/>
                    <a:pt x="7" y="123"/>
                    <a:pt x="7" y="123"/>
                  </a:cubicBezTo>
                  <a:cubicBezTo>
                    <a:pt x="7" y="123"/>
                    <a:pt x="7" y="123"/>
                    <a:pt x="7" y="123"/>
                  </a:cubicBezTo>
                  <a:cubicBezTo>
                    <a:pt x="3" y="121"/>
                    <a:pt x="0" y="117"/>
                    <a:pt x="0" y="112"/>
                  </a:cubicBezTo>
                  <a:cubicBezTo>
                    <a:pt x="0" y="105"/>
                    <a:pt x="5" y="100"/>
                    <a:pt x="12" y="100"/>
                  </a:cubicBezTo>
                  <a:cubicBezTo>
                    <a:pt x="14" y="100"/>
                    <a:pt x="15" y="100"/>
                    <a:pt x="17" y="101"/>
                  </a:cubicBezTo>
                  <a:cubicBezTo>
                    <a:pt x="17" y="101"/>
                    <a:pt x="17" y="101"/>
                    <a:pt x="17" y="101"/>
                  </a:cubicBezTo>
                  <a:cubicBezTo>
                    <a:pt x="17" y="101"/>
                    <a:pt x="17" y="101"/>
                    <a:pt x="17" y="101"/>
                  </a:cubicBezTo>
                  <a:cubicBezTo>
                    <a:pt x="17" y="101"/>
                    <a:pt x="17" y="101"/>
                    <a:pt x="17" y="101"/>
                  </a:cubicBezTo>
                  <a:cubicBezTo>
                    <a:pt x="128" y="147"/>
                    <a:pt x="128" y="147"/>
                    <a:pt x="128" y="147"/>
                  </a:cubicBezTo>
                  <a:cubicBezTo>
                    <a:pt x="239" y="101"/>
                    <a:pt x="239" y="101"/>
                    <a:pt x="239" y="101"/>
                  </a:cubicBezTo>
                  <a:cubicBezTo>
                    <a:pt x="239" y="101"/>
                    <a:pt x="239" y="101"/>
                    <a:pt x="239" y="101"/>
                  </a:cubicBezTo>
                  <a:cubicBezTo>
                    <a:pt x="239" y="101"/>
                    <a:pt x="239" y="101"/>
                    <a:pt x="239" y="101"/>
                  </a:cubicBezTo>
                  <a:cubicBezTo>
                    <a:pt x="239" y="101"/>
                    <a:pt x="239" y="101"/>
                    <a:pt x="239" y="101"/>
                  </a:cubicBezTo>
                  <a:cubicBezTo>
                    <a:pt x="241" y="100"/>
                    <a:pt x="242" y="100"/>
                    <a:pt x="244" y="100"/>
                  </a:cubicBezTo>
                  <a:cubicBezTo>
                    <a:pt x="251" y="100"/>
                    <a:pt x="256" y="105"/>
                    <a:pt x="256" y="112"/>
                  </a:cubicBezTo>
                  <a:cubicBezTo>
                    <a:pt x="256" y="117"/>
                    <a:pt x="253" y="121"/>
                    <a:pt x="249" y="123"/>
                  </a:cubicBezTo>
                  <a:moveTo>
                    <a:pt x="249" y="71"/>
                  </a:moveTo>
                  <a:cubicBezTo>
                    <a:pt x="249" y="71"/>
                    <a:pt x="249" y="71"/>
                    <a:pt x="249" y="71"/>
                  </a:cubicBezTo>
                  <a:cubicBezTo>
                    <a:pt x="133" y="119"/>
                    <a:pt x="133" y="119"/>
                    <a:pt x="133" y="119"/>
                  </a:cubicBezTo>
                  <a:cubicBezTo>
                    <a:pt x="133" y="119"/>
                    <a:pt x="133" y="119"/>
                    <a:pt x="133" y="119"/>
                  </a:cubicBezTo>
                  <a:cubicBezTo>
                    <a:pt x="133" y="119"/>
                    <a:pt x="133" y="119"/>
                    <a:pt x="133" y="119"/>
                  </a:cubicBezTo>
                  <a:cubicBezTo>
                    <a:pt x="133" y="119"/>
                    <a:pt x="133" y="119"/>
                    <a:pt x="133" y="119"/>
                  </a:cubicBezTo>
                  <a:cubicBezTo>
                    <a:pt x="131" y="120"/>
                    <a:pt x="130" y="120"/>
                    <a:pt x="128" y="120"/>
                  </a:cubicBezTo>
                  <a:cubicBezTo>
                    <a:pt x="126" y="120"/>
                    <a:pt x="125" y="120"/>
                    <a:pt x="123" y="119"/>
                  </a:cubicBezTo>
                  <a:cubicBezTo>
                    <a:pt x="123" y="119"/>
                    <a:pt x="123" y="119"/>
                    <a:pt x="123" y="119"/>
                  </a:cubicBezTo>
                  <a:cubicBezTo>
                    <a:pt x="123" y="119"/>
                    <a:pt x="123" y="119"/>
                    <a:pt x="123" y="119"/>
                  </a:cubicBezTo>
                  <a:cubicBezTo>
                    <a:pt x="123" y="119"/>
                    <a:pt x="123" y="119"/>
                    <a:pt x="123" y="119"/>
                  </a:cubicBezTo>
                  <a:cubicBezTo>
                    <a:pt x="7" y="71"/>
                    <a:pt x="7" y="71"/>
                    <a:pt x="7" y="71"/>
                  </a:cubicBezTo>
                  <a:cubicBezTo>
                    <a:pt x="7" y="71"/>
                    <a:pt x="7" y="71"/>
                    <a:pt x="7" y="71"/>
                  </a:cubicBezTo>
                  <a:cubicBezTo>
                    <a:pt x="3" y="69"/>
                    <a:pt x="0" y="65"/>
                    <a:pt x="0" y="60"/>
                  </a:cubicBezTo>
                  <a:cubicBezTo>
                    <a:pt x="0" y="55"/>
                    <a:pt x="3" y="51"/>
                    <a:pt x="7" y="49"/>
                  </a:cubicBezTo>
                  <a:cubicBezTo>
                    <a:pt x="7" y="49"/>
                    <a:pt x="7" y="49"/>
                    <a:pt x="7" y="49"/>
                  </a:cubicBezTo>
                  <a:cubicBezTo>
                    <a:pt x="123" y="1"/>
                    <a:pt x="123" y="1"/>
                    <a:pt x="123" y="1"/>
                  </a:cubicBezTo>
                  <a:cubicBezTo>
                    <a:pt x="123" y="1"/>
                    <a:pt x="123" y="1"/>
                    <a:pt x="123" y="1"/>
                  </a:cubicBezTo>
                  <a:cubicBezTo>
                    <a:pt x="123" y="1"/>
                    <a:pt x="123" y="1"/>
                    <a:pt x="123" y="1"/>
                  </a:cubicBezTo>
                  <a:cubicBezTo>
                    <a:pt x="123" y="1"/>
                    <a:pt x="123" y="1"/>
                    <a:pt x="123" y="1"/>
                  </a:cubicBezTo>
                  <a:cubicBezTo>
                    <a:pt x="125" y="0"/>
                    <a:pt x="126" y="0"/>
                    <a:pt x="128" y="0"/>
                  </a:cubicBezTo>
                  <a:cubicBezTo>
                    <a:pt x="130" y="0"/>
                    <a:pt x="131" y="0"/>
                    <a:pt x="133" y="1"/>
                  </a:cubicBezTo>
                  <a:cubicBezTo>
                    <a:pt x="133" y="1"/>
                    <a:pt x="133" y="1"/>
                    <a:pt x="133" y="1"/>
                  </a:cubicBezTo>
                  <a:cubicBezTo>
                    <a:pt x="133" y="1"/>
                    <a:pt x="133" y="1"/>
                    <a:pt x="133" y="1"/>
                  </a:cubicBezTo>
                  <a:cubicBezTo>
                    <a:pt x="133" y="1"/>
                    <a:pt x="133" y="1"/>
                    <a:pt x="133" y="1"/>
                  </a:cubicBezTo>
                  <a:cubicBezTo>
                    <a:pt x="249" y="49"/>
                    <a:pt x="249" y="49"/>
                    <a:pt x="249" y="49"/>
                  </a:cubicBezTo>
                  <a:cubicBezTo>
                    <a:pt x="249" y="49"/>
                    <a:pt x="249" y="49"/>
                    <a:pt x="249" y="49"/>
                  </a:cubicBezTo>
                  <a:cubicBezTo>
                    <a:pt x="253" y="51"/>
                    <a:pt x="256" y="55"/>
                    <a:pt x="256" y="60"/>
                  </a:cubicBezTo>
                  <a:cubicBezTo>
                    <a:pt x="256" y="65"/>
                    <a:pt x="253" y="69"/>
                    <a:pt x="249" y="71"/>
                  </a:cubicBezTo>
                  <a:moveTo>
                    <a:pt x="12" y="152"/>
                  </a:moveTo>
                  <a:cubicBezTo>
                    <a:pt x="14" y="152"/>
                    <a:pt x="15" y="152"/>
                    <a:pt x="17" y="153"/>
                  </a:cubicBezTo>
                  <a:cubicBezTo>
                    <a:pt x="17" y="153"/>
                    <a:pt x="17" y="153"/>
                    <a:pt x="17" y="153"/>
                  </a:cubicBezTo>
                  <a:cubicBezTo>
                    <a:pt x="17" y="153"/>
                    <a:pt x="17" y="153"/>
                    <a:pt x="17" y="153"/>
                  </a:cubicBezTo>
                  <a:cubicBezTo>
                    <a:pt x="17" y="153"/>
                    <a:pt x="17" y="153"/>
                    <a:pt x="17" y="153"/>
                  </a:cubicBezTo>
                  <a:cubicBezTo>
                    <a:pt x="128" y="199"/>
                    <a:pt x="128" y="199"/>
                    <a:pt x="128" y="199"/>
                  </a:cubicBezTo>
                  <a:cubicBezTo>
                    <a:pt x="239" y="153"/>
                    <a:pt x="239" y="153"/>
                    <a:pt x="239" y="153"/>
                  </a:cubicBezTo>
                  <a:cubicBezTo>
                    <a:pt x="239" y="153"/>
                    <a:pt x="239" y="153"/>
                    <a:pt x="239" y="153"/>
                  </a:cubicBezTo>
                  <a:cubicBezTo>
                    <a:pt x="239" y="153"/>
                    <a:pt x="239" y="153"/>
                    <a:pt x="239" y="153"/>
                  </a:cubicBezTo>
                  <a:cubicBezTo>
                    <a:pt x="239" y="153"/>
                    <a:pt x="239" y="153"/>
                    <a:pt x="239" y="153"/>
                  </a:cubicBezTo>
                  <a:cubicBezTo>
                    <a:pt x="241" y="152"/>
                    <a:pt x="242" y="152"/>
                    <a:pt x="244" y="152"/>
                  </a:cubicBezTo>
                  <a:cubicBezTo>
                    <a:pt x="251" y="152"/>
                    <a:pt x="256" y="157"/>
                    <a:pt x="256" y="164"/>
                  </a:cubicBezTo>
                  <a:cubicBezTo>
                    <a:pt x="256" y="169"/>
                    <a:pt x="253" y="173"/>
                    <a:pt x="249" y="175"/>
                  </a:cubicBezTo>
                  <a:cubicBezTo>
                    <a:pt x="249" y="175"/>
                    <a:pt x="249" y="175"/>
                    <a:pt x="249" y="175"/>
                  </a:cubicBezTo>
                  <a:cubicBezTo>
                    <a:pt x="133" y="223"/>
                    <a:pt x="133" y="223"/>
                    <a:pt x="133" y="223"/>
                  </a:cubicBezTo>
                  <a:cubicBezTo>
                    <a:pt x="133" y="223"/>
                    <a:pt x="133" y="223"/>
                    <a:pt x="133" y="223"/>
                  </a:cubicBezTo>
                  <a:cubicBezTo>
                    <a:pt x="133" y="223"/>
                    <a:pt x="133" y="223"/>
                    <a:pt x="133" y="223"/>
                  </a:cubicBezTo>
                  <a:cubicBezTo>
                    <a:pt x="133" y="223"/>
                    <a:pt x="133" y="223"/>
                    <a:pt x="133" y="223"/>
                  </a:cubicBezTo>
                  <a:cubicBezTo>
                    <a:pt x="131" y="224"/>
                    <a:pt x="130" y="224"/>
                    <a:pt x="128" y="224"/>
                  </a:cubicBezTo>
                  <a:cubicBezTo>
                    <a:pt x="126" y="224"/>
                    <a:pt x="125" y="224"/>
                    <a:pt x="123" y="223"/>
                  </a:cubicBezTo>
                  <a:cubicBezTo>
                    <a:pt x="123" y="223"/>
                    <a:pt x="123" y="223"/>
                    <a:pt x="123" y="223"/>
                  </a:cubicBezTo>
                  <a:cubicBezTo>
                    <a:pt x="123" y="223"/>
                    <a:pt x="123" y="223"/>
                    <a:pt x="123" y="223"/>
                  </a:cubicBezTo>
                  <a:cubicBezTo>
                    <a:pt x="123" y="223"/>
                    <a:pt x="123" y="223"/>
                    <a:pt x="123" y="223"/>
                  </a:cubicBezTo>
                  <a:cubicBezTo>
                    <a:pt x="7" y="175"/>
                    <a:pt x="7" y="175"/>
                    <a:pt x="7" y="175"/>
                  </a:cubicBezTo>
                  <a:cubicBezTo>
                    <a:pt x="7" y="175"/>
                    <a:pt x="7" y="175"/>
                    <a:pt x="7" y="175"/>
                  </a:cubicBezTo>
                  <a:cubicBezTo>
                    <a:pt x="3" y="173"/>
                    <a:pt x="0" y="169"/>
                    <a:pt x="0" y="164"/>
                  </a:cubicBezTo>
                  <a:cubicBezTo>
                    <a:pt x="0" y="157"/>
                    <a:pt x="5" y="152"/>
                    <a:pt x="12" y="152"/>
                  </a:cubicBezTo>
                </a:path>
              </a:pathLst>
            </a:custGeom>
            <a:solidFill>
              <a:srgbClr val="75BDA7"/>
            </a:solidFill>
            <a:ln>
              <a:noFill/>
            </a:ln>
          </p:spPr>
          <p:txBody>
            <a:bodyPr/>
            <a:lstStyle/>
            <a:p>
              <a:endParaRPr lang="en-US" dirty="0"/>
            </a:p>
          </p:txBody>
        </p:sp>
        <p:sp>
          <p:nvSpPr>
            <p:cNvPr id="126" name="椭圆 94">
              <a:extLst>
                <a:ext uri="{FF2B5EF4-FFF2-40B4-BE49-F238E27FC236}">
                  <a16:creationId xmlns:a16="http://schemas.microsoft.com/office/drawing/2014/main" id="{2847B21A-496C-2CC2-744F-80B176BADA87}"/>
                </a:ext>
              </a:extLst>
            </p:cNvPr>
            <p:cNvSpPr/>
            <p:nvPr/>
          </p:nvSpPr>
          <p:spPr>
            <a:xfrm>
              <a:off x="7462299" y="5830216"/>
              <a:ext cx="521714" cy="521714"/>
            </a:xfrm>
            <a:prstGeom prst="ellipse">
              <a:avLst/>
            </a:prstGeom>
            <a:noFill/>
            <a:ln w="31750">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sp>
        <p:nvSpPr>
          <p:cNvPr id="127" name="文本框 98">
            <a:extLst>
              <a:ext uri="{FF2B5EF4-FFF2-40B4-BE49-F238E27FC236}">
                <a16:creationId xmlns:a16="http://schemas.microsoft.com/office/drawing/2014/main" id="{88A48466-F466-CAB2-5AA9-8DA640261803}"/>
              </a:ext>
            </a:extLst>
          </p:cNvPr>
          <p:cNvSpPr txBox="1"/>
          <p:nvPr/>
        </p:nvSpPr>
        <p:spPr>
          <a:xfrm>
            <a:off x="1084819" y="5324537"/>
            <a:ext cx="4132033" cy="774139"/>
          </a:xfrm>
          <a:prstGeom prst="rect">
            <a:avLst/>
          </a:prstGeom>
          <a:noFill/>
        </p:spPr>
        <p:txBody>
          <a:bodyPr wrap="square" rtlCol="0">
            <a:spAutoFit/>
          </a:bodyPr>
          <a:lstStyle/>
          <a:p>
            <a:pPr algn="just">
              <a:lnSpc>
                <a:spcPct val="150000"/>
              </a:lnSpc>
            </a:pPr>
            <a:r>
              <a:rPr kumimoji="1" lang="zh-CN" altLang="en-US" sz="103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8" name="文本框 99">
            <a:extLst>
              <a:ext uri="{FF2B5EF4-FFF2-40B4-BE49-F238E27FC236}">
                <a16:creationId xmlns:a16="http://schemas.microsoft.com/office/drawing/2014/main" id="{465DB4F9-B793-AFBC-8D5F-FAE9BB64AF44}"/>
              </a:ext>
            </a:extLst>
          </p:cNvPr>
          <p:cNvSpPr txBox="1"/>
          <p:nvPr/>
        </p:nvSpPr>
        <p:spPr>
          <a:xfrm>
            <a:off x="1084819" y="4820340"/>
            <a:ext cx="2229776" cy="469278"/>
          </a:xfrm>
          <a:prstGeom prst="rect">
            <a:avLst/>
          </a:prstGeom>
          <a:noFill/>
        </p:spPr>
        <p:txBody>
          <a:bodyPr wrap="square" rtlCol="0">
            <a:spAutoFit/>
          </a:bodyPr>
          <a:lstStyle/>
          <a:p>
            <a:pPr algn="just">
              <a:lnSpc>
                <a:spcPct val="150000"/>
              </a:lnSpc>
            </a:pPr>
            <a:r>
              <a:rPr kumimoji="1" lang="zh-CN" altLang="en-US" sz="187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项目进度流程安排</a:t>
            </a:r>
          </a:p>
        </p:txBody>
      </p:sp>
      <p:cxnSp>
        <p:nvCxnSpPr>
          <p:cNvPr id="129" name="直线连接符 101">
            <a:extLst>
              <a:ext uri="{FF2B5EF4-FFF2-40B4-BE49-F238E27FC236}">
                <a16:creationId xmlns:a16="http://schemas.microsoft.com/office/drawing/2014/main" id="{4B563FE0-5D88-164F-F33E-AA20C6BC67F4}"/>
              </a:ext>
            </a:extLst>
          </p:cNvPr>
          <p:cNvCxnSpPr>
            <a:cxnSpLocks/>
          </p:cNvCxnSpPr>
          <p:nvPr/>
        </p:nvCxnSpPr>
        <p:spPr>
          <a:xfrm>
            <a:off x="5515177" y="4958661"/>
            <a:ext cx="0" cy="1149498"/>
          </a:xfrm>
          <a:prstGeom prst="line">
            <a:avLst/>
          </a:prstGeom>
        </p:spPr>
        <p:style>
          <a:lnRef idx="2">
            <a:srgbClr val="336699"/>
          </a:lnRef>
          <a:fillRef idx="0">
            <a:srgbClr val="336699"/>
          </a:fillRef>
          <a:effectRef idx="1">
            <a:srgbClr val="336699"/>
          </a:effectRef>
          <a:fontRef idx="minor">
            <a:srgbClr val="333333"/>
          </a:fontRef>
        </p:style>
      </p:cxnSp>
      <p:grpSp>
        <p:nvGrpSpPr>
          <p:cNvPr id="130" name="组合 1">
            <a:extLst>
              <a:ext uri="{FF2B5EF4-FFF2-40B4-BE49-F238E27FC236}">
                <a16:creationId xmlns:a16="http://schemas.microsoft.com/office/drawing/2014/main" id="{E44A7077-18B3-72B0-D9C9-0207AE0070CF}"/>
              </a:ext>
            </a:extLst>
          </p:cNvPr>
          <p:cNvGrpSpPr/>
          <p:nvPr/>
        </p:nvGrpSpPr>
        <p:grpSpPr>
          <a:xfrm>
            <a:off x="2825685" y="2107236"/>
            <a:ext cx="8537343" cy="2443040"/>
            <a:chOff x="2639028" y="2094082"/>
            <a:chExt cx="9089422" cy="2601022"/>
          </a:xfrm>
        </p:grpSpPr>
        <p:sp>
          <p:nvSpPr>
            <p:cNvPr id="131" name="文本框 106">
              <a:extLst>
                <a:ext uri="{FF2B5EF4-FFF2-40B4-BE49-F238E27FC236}">
                  <a16:creationId xmlns:a16="http://schemas.microsoft.com/office/drawing/2014/main" id="{5D41E5E4-4316-F9D1-46CC-DB516AE976A5}"/>
                </a:ext>
              </a:extLst>
            </p:cNvPr>
            <p:cNvSpPr txBox="1"/>
            <p:nvPr/>
          </p:nvSpPr>
          <p:spPr>
            <a:xfrm>
              <a:off x="2639028" y="2094082"/>
              <a:ext cx="4537276"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sp>
          <p:nvSpPr>
            <p:cNvPr id="132" name="文本框 107">
              <a:extLst>
                <a:ext uri="{FF2B5EF4-FFF2-40B4-BE49-F238E27FC236}">
                  <a16:creationId xmlns:a16="http://schemas.microsoft.com/office/drawing/2014/main" id="{AFAF3477-BE4F-AE76-EF7C-34F3EA66AB79}"/>
                </a:ext>
              </a:extLst>
            </p:cNvPr>
            <p:cNvSpPr txBox="1"/>
            <p:nvPr/>
          </p:nvSpPr>
          <p:spPr>
            <a:xfrm>
              <a:off x="3449782" y="2553053"/>
              <a:ext cx="2286000"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sp>
          <p:nvSpPr>
            <p:cNvPr id="133" name="文本框 108">
              <a:extLst>
                <a:ext uri="{FF2B5EF4-FFF2-40B4-BE49-F238E27FC236}">
                  <a16:creationId xmlns:a16="http://schemas.microsoft.com/office/drawing/2014/main" id="{6C55BF9B-1F6E-D891-64AC-AA9815D42446}"/>
                </a:ext>
              </a:extLst>
            </p:cNvPr>
            <p:cNvSpPr txBox="1"/>
            <p:nvPr/>
          </p:nvSpPr>
          <p:spPr>
            <a:xfrm>
              <a:off x="6028309" y="2993206"/>
              <a:ext cx="2969306"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sp>
          <p:nvSpPr>
            <p:cNvPr id="134" name="文本框 109">
              <a:extLst>
                <a:ext uri="{FF2B5EF4-FFF2-40B4-BE49-F238E27FC236}">
                  <a16:creationId xmlns:a16="http://schemas.microsoft.com/office/drawing/2014/main" id="{73193C3A-D056-4AEA-D01A-566EC07773C9}"/>
                </a:ext>
              </a:extLst>
            </p:cNvPr>
            <p:cNvSpPr txBox="1"/>
            <p:nvPr/>
          </p:nvSpPr>
          <p:spPr>
            <a:xfrm>
              <a:off x="6540500" y="3443804"/>
              <a:ext cx="3886200"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sp>
          <p:nvSpPr>
            <p:cNvPr id="135" name="文本框 110">
              <a:extLst>
                <a:ext uri="{FF2B5EF4-FFF2-40B4-BE49-F238E27FC236}">
                  <a16:creationId xmlns:a16="http://schemas.microsoft.com/office/drawing/2014/main" id="{E6E6C475-2985-C750-56A0-643C46919B0B}"/>
                </a:ext>
              </a:extLst>
            </p:cNvPr>
            <p:cNvSpPr txBox="1"/>
            <p:nvPr/>
          </p:nvSpPr>
          <p:spPr>
            <a:xfrm>
              <a:off x="5398477" y="3892330"/>
              <a:ext cx="5512778"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sp>
          <p:nvSpPr>
            <p:cNvPr id="136" name="文本框 111">
              <a:extLst>
                <a:ext uri="{FF2B5EF4-FFF2-40B4-BE49-F238E27FC236}">
                  <a16:creationId xmlns:a16="http://schemas.microsoft.com/office/drawing/2014/main" id="{9B1B7991-734E-CA24-A2AD-0245A04751CC}"/>
                </a:ext>
              </a:extLst>
            </p:cNvPr>
            <p:cNvSpPr txBox="1"/>
            <p:nvPr/>
          </p:nvSpPr>
          <p:spPr>
            <a:xfrm>
              <a:off x="9952892" y="4358409"/>
              <a:ext cx="1775558" cy="336695"/>
            </a:xfrm>
            <a:prstGeom prst="rect">
              <a:avLst/>
            </a:prstGeom>
            <a:noFill/>
          </p:spPr>
          <p:txBody>
            <a:bodyPr wrap="square" rtlCol="0">
              <a:spAutoFit/>
            </a:bodyPr>
            <a:lstStyle/>
            <a:p>
              <a:pPr algn="ctr">
                <a:lnSpc>
                  <a:spcPct val="150000"/>
                </a:lnSpc>
              </a:pP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月</a:t>
              </a:r>
              <a:r>
                <a:rPr kumimoji="1" lang="en-US" altLang="zh-CN"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13</a:t>
              </a:r>
              <a:r>
                <a:rPr kumimoji="1" lang="zh-CN" altLang="en-US" sz="120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日</a:t>
              </a:r>
            </a:p>
          </p:txBody>
        </p:sp>
      </p:grpSp>
    </p:spTree>
    <p:extLst>
      <p:ext uri="{BB962C8B-B14F-4D97-AF65-F5344CB8AC3E}">
        <p14:creationId xmlns:p14="http://schemas.microsoft.com/office/powerpoint/2010/main" val="1851778670"/>
      </p:ext>
    </p:extLst>
  </p:cSld>
  <p:clrMapOvr>
    <a:masterClrMapping/>
  </p:clrMapOvr>
</p:sld>
</file>

<file path=ppt/slides/vr_business_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R006 时间部门任务矩阵（结构示例）</a:t>
            </a:r>
          </a:p>
        </p:txBody>
      </p:sp>
      <p:sp>
        <p:nvSpPr>
          <p:cNvPr id="101" name="小李PPT16">
            <a:extLst>
              <a:ext uri="{FF2B5EF4-FFF2-40B4-BE49-F238E27FC236}">
                <a16:creationId xmlns:a16="http://schemas.microsoft.com/office/drawing/2014/main" id="{22DAECD6-A783-EF5C-E0E5-8C2972C387BA}"/>
              </a:ext>
            </a:extLst>
          </p:cNvPr>
          <p:cNvSpPr/>
          <p:nvPr>
            <p:custDataLst>
              <p:tags r:id="rId1"/>
            </p:custDataLst>
          </p:nvPr>
        </p:nvSpPr>
        <p:spPr>
          <a:xfrm>
            <a:off x="790575" y="1314008"/>
            <a:ext cx="1053747" cy="1555392"/>
          </a:xfrm>
          <a:prstGeom prst="rect">
            <a:avLst/>
          </a:prstGeom>
          <a:solidFill>
            <a:srgbClr val="336699"/>
          </a:solidFill>
          <a:ln w="12700">
            <a:miter lim="400000"/>
          </a:ln>
        </p:spPr>
        <p:txBody>
          <a:bodyPr lIns="25400" tIns="25400" rIns="25400" bIns="25400" anchor="ctr"/>
          <a:lstStyle/>
          <a:p>
            <a:pPr algn="ctr" defTabSz="412750"/>
            <a:r>
              <a:rPr lang="zh-CN" altLang="en-US" sz="1882" dirty="0">
                <a:solidFill>
                  <a:srgbClr val="FFFFFF"/>
                </a:solidFill>
                <a:latin typeface="微软雅黑" pitchFamily="18" charset="-122"/>
                <a:ea typeface="微软雅黑" pitchFamily="18" charset="-122"/>
                <a:cs typeface="微软雅黑" pitchFamily="18" charset="-122"/>
              </a:rPr>
              <a:t>时间</a:t>
            </a:r>
            <a:endParaRPr lang="en-US" altLang="zh-CN" sz="1882" dirty="0">
              <a:solidFill>
                <a:srgbClr val="FFFFFF"/>
              </a:solidFill>
              <a:latin typeface="微软雅黑" pitchFamily="18" charset="-122"/>
              <a:ea typeface="微软雅黑" pitchFamily="18" charset="-122"/>
              <a:cs typeface="微软雅黑" pitchFamily="18" charset="-122"/>
            </a:endParaRPr>
          </a:p>
          <a:p>
            <a:pPr algn="ctr" defTabSz="412750"/>
            <a:r>
              <a:rPr lang="zh-CN" altLang="en-US" sz="1882" dirty="0">
                <a:solidFill>
                  <a:srgbClr val="FFFFFF"/>
                </a:solidFill>
                <a:latin typeface="微软雅黑" pitchFamily="18" charset="-122"/>
                <a:ea typeface="微软雅黑" pitchFamily="18" charset="-122"/>
                <a:cs typeface="微软雅黑" pitchFamily="18" charset="-122"/>
              </a:rPr>
              <a:t>节点</a:t>
            </a:r>
          </a:p>
        </p:txBody>
      </p:sp>
      <p:sp>
        <p:nvSpPr>
          <p:cNvPr id="102" name="小李PPT17">
            <a:extLst>
              <a:ext uri="{FF2B5EF4-FFF2-40B4-BE49-F238E27FC236}">
                <a16:creationId xmlns:a16="http://schemas.microsoft.com/office/drawing/2014/main" id="{F370CF5F-656B-9607-10D8-D5875D00CBE2}"/>
              </a:ext>
            </a:extLst>
          </p:cNvPr>
          <p:cNvSpPr/>
          <p:nvPr>
            <p:custDataLst>
              <p:tags r:id="rId2"/>
            </p:custDataLst>
          </p:nvPr>
        </p:nvSpPr>
        <p:spPr>
          <a:xfrm>
            <a:off x="790575" y="3031316"/>
            <a:ext cx="1053747" cy="946002"/>
          </a:xfrm>
          <a:prstGeom prst="rect">
            <a:avLst/>
          </a:prstGeom>
          <a:solidFill>
            <a:srgbClr val="336699"/>
          </a:solidFill>
          <a:ln w="12700">
            <a:miter lim="400000"/>
          </a:ln>
        </p:spPr>
        <p:txBody>
          <a:bodyPr lIns="25400" tIns="25400" rIns="25400" bIns="25400" anchor="ctr"/>
          <a:lstStyle/>
          <a:p>
            <a:pPr algn="ctr" defTabSz="412750"/>
            <a:r>
              <a:rPr lang="zh-CN" altLang="en-US" sz="1882" dirty="0">
                <a:solidFill>
                  <a:srgbClr val="FFFFFF"/>
                </a:solidFill>
                <a:latin typeface="微软雅黑" pitchFamily="18" charset="-122"/>
                <a:ea typeface="微软雅黑" pitchFamily="18" charset="-122"/>
                <a:cs typeface="微软雅黑" pitchFamily="18" charset="-122"/>
              </a:rPr>
              <a:t>协助</a:t>
            </a:r>
            <a:endParaRPr lang="en-US" altLang="zh-CN" sz="1882" dirty="0">
              <a:solidFill>
                <a:srgbClr val="FFFFFF"/>
              </a:solidFill>
              <a:latin typeface="微软雅黑" pitchFamily="18" charset="-122"/>
              <a:ea typeface="微软雅黑" pitchFamily="18" charset="-122"/>
              <a:cs typeface="微软雅黑" pitchFamily="18" charset="-122"/>
            </a:endParaRPr>
          </a:p>
          <a:p>
            <a:pPr algn="ctr" defTabSz="412750"/>
            <a:r>
              <a:rPr lang="zh-CN" altLang="en-US" sz="1882" dirty="0">
                <a:solidFill>
                  <a:srgbClr val="FFFFFF"/>
                </a:solidFill>
                <a:latin typeface="微软雅黑" pitchFamily="18" charset="-122"/>
                <a:ea typeface="微软雅黑" pitchFamily="18" charset="-122"/>
                <a:cs typeface="微软雅黑" pitchFamily="18" charset="-122"/>
              </a:rPr>
              <a:t>部门</a:t>
            </a:r>
          </a:p>
        </p:txBody>
      </p:sp>
      <p:sp>
        <p:nvSpPr>
          <p:cNvPr id="103" name="小李PPT18">
            <a:extLst>
              <a:ext uri="{FF2B5EF4-FFF2-40B4-BE49-F238E27FC236}">
                <a16:creationId xmlns:a16="http://schemas.microsoft.com/office/drawing/2014/main" id="{7789B9DF-F3C4-D5B0-BDB7-B7BE520B3088}"/>
              </a:ext>
            </a:extLst>
          </p:cNvPr>
          <p:cNvSpPr/>
          <p:nvPr>
            <p:custDataLst>
              <p:tags r:id="rId3"/>
            </p:custDataLst>
          </p:nvPr>
        </p:nvSpPr>
        <p:spPr>
          <a:xfrm>
            <a:off x="790575" y="4137772"/>
            <a:ext cx="1053747" cy="946002"/>
          </a:xfrm>
          <a:prstGeom prst="rect">
            <a:avLst/>
          </a:prstGeom>
          <a:solidFill>
            <a:srgbClr val="336699"/>
          </a:solidFill>
          <a:ln w="12700">
            <a:miter lim="400000"/>
          </a:ln>
        </p:spPr>
        <p:txBody>
          <a:bodyPr lIns="25400" tIns="25400" rIns="25400" bIns="25400" anchor="ctr"/>
          <a:lstStyle/>
          <a:p>
            <a:pPr algn="ctr" defTabSz="412750"/>
            <a:r>
              <a:rPr lang="zh-CN" altLang="en-US" sz="1882" dirty="0">
                <a:solidFill>
                  <a:srgbClr val="FFFFFF"/>
                </a:solidFill>
                <a:latin typeface="微软雅黑" pitchFamily="18" charset="-122"/>
                <a:ea typeface="微软雅黑" pitchFamily="18" charset="-122"/>
                <a:cs typeface="微软雅黑" pitchFamily="18" charset="-122"/>
              </a:rPr>
              <a:t>工作</a:t>
            </a:r>
            <a:endParaRPr lang="en-US" altLang="zh-CN" sz="1882" dirty="0">
              <a:solidFill>
                <a:srgbClr val="FFFFFF"/>
              </a:solidFill>
              <a:latin typeface="微软雅黑" pitchFamily="18" charset="-122"/>
              <a:ea typeface="微软雅黑" pitchFamily="18" charset="-122"/>
              <a:cs typeface="微软雅黑" pitchFamily="18" charset="-122"/>
            </a:endParaRPr>
          </a:p>
          <a:p>
            <a:pPr algn="ctr" defTabSz="412750"/>
            <a:r>
              <a:rPr lang="zh-CN" altLang="en-US" sz="1882" dirty="0">
                <a:solidFill>
                  <a:srgbClr val="FFFFFF"/>
                </a:solidFill>
                <a:latin typeface="微软雅黑" pitchFamily="18" charset="-122"/>
                <a:ea typeface="微软雅黑" pitchFamily="18" charset="-122"/>
                <a:cs typeface="微软雅黑" pitchFamily="18" charset="-122"/>
              </a:rPr>
              <a:t>任务</a:t>
            </a:r>
          </a:p>
        </p:txBody>
      </p:sp>
      <p:sp>
        <p:nvSpPr>
          <p:cNvPr id="104" name="小李PPT19">
            <a:extLst>
              <a:ext uri="{FF2B5EF4-FFF2-40B4-BE49-F238E27FC236}">
                <a16:creationId xmlns:a16="http://schemas.microsoft.com/office/drawing/2014/main" id="{176689F9-4C0D-092C-BF25-67ABCE225734}"/>
              </a:ext>
            </a:extLst>
          </p:cNvPr>
          <p:cNvSpPr/>
          <p:nvPr>
            <p:custDataLst>
              <p:tags r:id="rId4"/>
            </p:custDataLst>
          </p:nvPr>
        </p:nvSpPr>
        <p:spPr>
          <a:xfrm>
            <a:off x="790575" y="5245690"/>
            <a:ext cx="1053747" cy="946002"/>
          </a:xfrm>
          <a:prstGeom prst="rect">
            <a:avLst/>
          </a:prstGeom>
          <a:solidFill>
            <a:srgbClr val="336699"/>
          </a:solidFill>
          <a:ln w="12700">
            <a:miter lim="400000"/>
          </a:ln>
        </p:spPr>
        <p:txBody>
          <a:bodyPr lIns="25400" tIns="25400" rIns="25400" bIns="25400" anchor="ctr"/>
          <a:lstStyle/>
          <a:p>
            <a:pPr algn="ctr" defTabSz="412750"/>
            <a:r>
              <a:rPr lang="zh-CN" altLang="en-US" sz="1882" dirty="0">
                <a:solidFill>
                  <a:srgbClr val="FFFFFF"/>
                </a:solidFill>
                <a:latin typeface="微软雅黑" pitchFamily="18" charset="-122"/>
                <a:ea typeface="微软雅黑" pitchFamily="18" charset="-122"/>
                <a:cs typeface="微软雅黑" pitchFamily="18" charset="-122"/>
              </a:rPr>
              <a:t>重点</a:t>
            </a:r>
            <a:endParaRPr lang="en-US" altLang="zh-CN" sz="1882" dirty="0">
              <a:solidFill>
                <a:srgbClr val="FFFFFF"/>
              </a:solidFill>
              <a:latin typeface="微软雅黑" pitchFamily="18" charset="-122"/>
              <a:ea typeface="微软雅黑" pitchFamily="18" charset="-122"/>
              <a:cs typeface="微软雅黑" pitchFamily="18" charset="-122"/>
            </a:endParaRPr>
          </a:p>
          <a:p>
            <a:pPr algn="ctr" defTabSz="412750"/>
            <a:r>
              <a:rPr lang="zh-CN" altLang="en-US" sz="1882" dirty="0">
                <a:solidFill>
                  <a:srgbClr val="FFFFFF"/>
                </a:solidFill>
                <a:latin typeface="微软雅黑" pitchFamily="18" charset="-122"/>
                <a:ea typeface="微软雅黑" pitchFamily="18" charset="-122"/>
                <a:cs typeface="微软雅黑" pitchFamily="18" charset="-122"/>
              </a:rPr>
              <a:t>任务</a:t>
            </a:r>
          </a:p>
        </p:txBody>
      </p:sp>
      <p:sp>
        <p:nvSpPr>
          <p:cNvPr id="105" name="小李PPT17">
            <a:extLst>
              <a:ext uri="{FF2B5EF4-FFF2-40B4-BE49-F238E27FC236}">
                <a16:creationId xmlns:a16="http://schemas.microsoft.com/office/drawing/2014/main" id="{0D087E63-62ED-6EF7-7A9B-DC72AE9C6123}"/>
              </a:ext>
            </a:extLst>
          </p:cNvPr>
          <p:cNvSpPr/>
          <p:nvPr>
            <p:custDataLst>
              <p:tags r:id="rId5"/>
            </p:custDataLst>
          </p:nvPr>
        </p:nvSpPr>
        <p:spPr>
          <a:xfrm>
            <a:off x="1964242" y="3031316"/>
            <a:ext cx="9437182" cy="946002"/>
          </a:xfrm>
          <a:prstGeom prst="rect">
            <a:avLst/>
          </a:prstGeom>
          <a:solidFill>
            <a:srgbClr val="F3F5F6"/>
          </a:solidFill>
          <a:ln w="12700">
            <a:miter lim="400000"/>
          </a:ln>
        </p:spPr>
        <p:txBody>
          <a:bodyPr lIns="25400" tIns="25400" rIns="25400" bIns="25400" anchor="ctr"/>
          <a:lstStyle/>
          <a:p>
            <a:pPr defTabSz="412750"/>
            <a:endParaRPr lang="zh-CN" altLang="en-US" sz="1505" dirty="0">
              <a:solidFill>
                <a:srgbClr val="FFFFFF"/>
              </a:solidFill>
              <a:latin typeface="微软雅黑"/>
            </a:endParaRPr>
          </a:p>
        </p:txBody>
      </p:sp>
      <p:sp>
        <p:nvSpPr>
          <p:cNvPr id="106" name="小李PPT17">
            <a:extLst>
              <a:ext uri="{FF2B5EF4-FFF2-40B4-BE49-F238E27FC236}">
                <a16:creationId xmlns:a16="http://schemas.microsoft.com/office/drawing/2014/main" id="{0BB2AD39-DC6E-9300-5C47-CDD83FCA0F11}"/>
              </a:ext>
            </a:extLst>
          </p:cNvPr>
          <p:cNvSpPr/>
          <p:nvPr>
            <p:custDataLst>
              <p:tags r:id="rId6"/>
            </p:custDataLst>
          </p:nvPr>
        </p:nvSpPr>
        <p:spPr>
          <a:xfrm>
            <a:off x="1964242" y="4137285"/>
            <a:ext cx="9437182" cy="946002"/>
          </a:xfrm>
          <a:prstGeom prst="rect">
            <a:avLst/>
          </a:prstGeom>
          <a:solidFill>
            <a:srgbClr val="75BDA7"/>
          </a:solidFill>
          <a:ln w="12700">
            <a:miter lim="400000"/>
          </a:ln>
        </p:spPr>
        <p:txBody>
          <a:bodyPr lIns="25400" tIns="25400" rIns="25400" bIns="25400" anchor="ctr"/>
          <a:lstStyle/>
          <a:p>
            <a:pPr defTabSz="412750"/>
            <a:endParaRPr lang="zh-CN" altLang="en-US" sz="1505" dirty="0">
              <a:solidFill>
                <a:srgbClr val="FFFFFF"/>
              </a:solidFill>
              <a:latin typeface="微软雅黑"/>
            </a:endParaRPr>
          </a:p>
        </p:txBody>
      </p:sp>
      <p:sp>
        <p:nvSpPr>
          <p:cNvPr id="107" name="小李PPT17">
            <a:extLst>
              <a:ext uri="{FF2B5EF4-FFF2-40B4-BE49-F238E27FC236}">
                <a16:creationId xmlns:a16="http://schemas.microsoft.com/office/drawing/2014/main" id="{A4530AA8-80CD-D390-B5F0-2939CF4F3EA7}"/>
              </a:ext>
            </a:extLst>
          </p:cNvPr>
          <p:cNvSpPr/>
          <p:nvPr>
            <p:custDataLst>
              <p:tags r:id="rId7"/>
            </p:custDataLst>
          </p:nvPr>
        </p:nvSpPr>
        <p:spPr>
          <a:xfrm>
            <a:off x="1964242" y="5244716"/>
            <a:ext cx="9437182" cy="946002"/>
          </a:xfrm>
          <a:prstGeom prst="rect">
            <a:avLst/>
          </a:prstGeom>
          <a:solidFill>
            <a:srgbClr val="F3F5F6"/>
          </a:solidFill>
          <a:ln w="12700">
            <a:miter lim="400000"/>
          </a:ln>
        </p:spPr>
        <p:txBody>
          <a:bodyPr lIns="25400" tIns="25400" rIns="25400" bIns="25400" anchor="ctr"/>
          <a:lstStyle/>
          <a:p>
            <a:pPr defTabSz="412750"/>
            <a:endParaRPr lang="zh-CN" altLang="en-US" sz="1505" dirty="0">
              <a:solidFill>
                <a:srgbClr val="FFFFFF"/>
              </a:solidFill>
              <a:latin typeface="微软雅黑"/>
            </a:endParaRPr>
          </a:p>
        </p:txBody>
      </p:sp>
      <p:sp>
        <p:nvSpPr>
          <p:cNvPr id="108" name="小李PPT16">
            <a:extLst>
              <a:ext uri="{FF2B5EF4-FFF2-40B4-BE49-F238E27FC236}">
                <a16:creationId xmlns:a16="http://schemas.microsoft.com/office/drawing/2014/main" id="{A530704F-91C0-18DF-A65F-A00CDB7C9BAB}"/>
              </a:ext>
            </a:extLst>
          </p:cNvPr>
          <p:cNvSpPr/>
          <p:nvPr>
            <p:custDataLst>
              <p:tags r:id="rId8"/>
            </p:custDataLst>
          </p:nvPr>
        </p:nvSpPr>
        <p:spPr>
          <a:xfrm>
            <a:off x="1969783" y="1314009"/>
            <a:ext cx="3072276" cy="585974"/>
          </a:xfrm>
          <a:prstGeom prst="roundRect">
            <a:avLst>
              <a:gd name="adj" fmla="val 50000"/>
            </a:avLst>
          </a:prstGeom>
          <a:solidFill>
            <a:srgbClr val="75BDA7"/>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第一阶段任务：前期</a:t>
            </a:r>
            <a:endParaRPr lang="en-US" altLang="zh-CN" dirty="0">
              <a:solidFill>
                <a:srgbClr val="FFFFFF"/>
              </a:solidFill>
              <a:latin typeface="微软雅黑" pitchFamily="18" charset="-122"/>
              <a:ea typeface="微软雅黑" pitchFamily="18" charset="-122"/>
              <a:cs typeface="微软雅黑" pitchFamily="18" charset="-122"/>
            </a:endParaRPr>
          </a:p>
        </p:txBody>
      </p:sp>
      <p:sp>
        <p:nvSpPr>
          <p:cNvPr id="109" name="小李PPT16">
            <a:extLst>
              <a:ext uri="{FF2B5EF4-FFF2-40B4-BE49-F238E27FC236}">
                <a16:creationId xmlns:a16="http://schemas.microsoft.com/office/drawing/2014/main" id="{7C3D757F-EB6A-FC3C-40B4-694AC942D2AF}"/>
              </a:ext>
            </a:extLst>
          </p:cNvPr>
          <p:cNvSpPr/>
          <p:nvPr>
            <p:custDataLst>
              <p:tags r:id="rId9"/>
            </p:custDataLst>
          </p:nvPr>
        </p:nvSpPr>
        <p:spPr>
          <a:xfrm>
            <a:off x="5149466" y="1314009"/>
            <a:ext cx="3072276" cy="585974"/>
          </a:xfrm>
          <a:prstGeom prst="roundRect">
            <a:avLst>
              <a:gd name="adj" fmla="val 50000"/>
            </a:avLst>
          </a:prstGeom>
          <a:solidFill>
            <a:srgbClr val="75BDA7"/>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第二阶段任务：中期</a:t>
            </a:r>
            <a:endParaRPr lang="en-US" altLang="zh-CN" dirty="0">
              <a:solidFill>
                <a:srgbClr val="FFFFFF"/>
              </a:solidFill>
              <a:latin typeface="微软雅黑" pitchFamily="18" charset="-122"/>
              <a:ea typeface="微软雅黑" pitchFamily="18" charset="-122"/>
              <a:cs typeface="微软雅黑" pitchFamily="18" charset="-122"/>
            </a:endParaRPr>
          </a:p>
        </p:txBody>
      </p:sp>
      <p:sp>
        <p:nvSpPr>
          <p:cNvPr id="110" name="小李PPT16">
            <a:extLst>
              <a:ext uri="{FF2B5EF4-FFF2-40B4-BE49-F238E27FC236}">
                <a16:creationId xmlns:a16="http://schemas.microsoft.com/office/drawing/2014/main" id="{A9AFEC89-1434-D227-D44B-FB75504EDAE3}"/>
              </a:ext>
            </a:extLst>
          </p:cNvPr>
          <p:cNvSpPr/>
          <p:nvPr>
            <p:custDataLst>
              <p:tags r:id="rId10"/>
            </p:custDataLst>
          </p:nvPr>
        </p:nvSpPr>
        <p:spPr>
          <a:xfrm>
            <a:off x="8329149" y="1314009"/>
            <a:ext cx="3072276" cy="585974"/>
          </a:xfrm>
          <a:prstGeom prst="roundRect">
            <a:avLst>
              <a:gd name="adj" fmla="val 50000"/>
            </a:avLst>
          </a:prstGeom>
          <a:solidFill>
            <a:srgbClr val="75BDA7"/>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第三阶段任务：后期</a:t>
            </a:r>
            <a:endParaRPr lang="en-US" altLang="zh-CN" dirty="0">
              <a:solidFill>
                <a:srgbClr val="FFFFFF"/>
              </a:solidFill>
              <a:latin typeface="微软雅黑" pitchFamily="18" charset="-122"/>
              <a:ea typeface="微软雅黑" pitchFamily="18" charset="-122"/>
              <a:cs typeface="微软雅黑" pitchFamily="18" charset="-122"/>
            </a:endParaRPr>
          </a:p>
        </p:txBody>
      </p:sp>
      <p:sp>
        <p:nvSpPr>
          <p:cNvPr id="111" name="小李PPT16">
            <a:extLst>
              <a:ext uri="{FF2B5EF4-FFF2-40B4-BE49-F238E27FC236}">
                <a16:creationId xmlns:a16="http://schemas.microsoft.com/office/drawing/2014/main" id="{C0655265-5048-F98B-3F68-66CAF19C4BD4}"/>
              </a:ext>
            </a:extLst>
          </p:cNvPr>
          <p:cNvSpPr/>
          <p:nvPr>
            <p:custDataLst>
              <p:tags r:id="rId11"/>
            </p:custDataLst>
          </p:nvPr>
        </p:nvSpPr>
        <p:spPr>
          <a:xfrm>
            <a:off x="1969783"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第一周</a:t>
            </a:r>
          </a:p>
        </p:txBody>
      </p:sp>
      <p:sp>
        <p:nvSpPr>
          <p:cNvPr id="112" name="小李PPT16">
            <a:extLst>
              <a:ext uri="{FF2B5EF4-FFF2-40B4-BE49-F238E27FC236}">
                <a16:creationId xmlns:a16="http://schemas.microsoft.com/office/drawing/2014/main" id="{58466A7D-AC3B-6CDE-7090-130B9B943103}"/>
              </a:ext>
            </a:extLst>
          </p:cNvPr>
          <p:cNvSpPr/>
          <p:nvPr>
            <p:custDataLst>
              <p:tags r:id="rId12"/>
            </p:custDataLst>
          </p:nvPr>
        </p:nvSpPr>
        <p:spPr>
          <a:xfrm>
            <a:off x="3528316"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第二周</a:t>
            </a:r>
          </a:p>
        </p:txBody>
      </p:sp>
      <p:sp>
        <p:nvSpPr>
          <p:cNvPr id="113" name="小李PPT16">
            <a:extLst>
              <a:ext uri="{FF2B5EF4-FFF2-40B4-BE49-F238E27FC236}">
                <a16:creationId xmlns:a16="http://schemas.microsoft.com/office/drawing/2014/main" id="{CC10AA16-E977-5F2E-9721-F080EB98F9F8}"/>
              </a:ext>
            </a:extLst>
          </p:cNvPr>
          <p:cNvSpPr/>
          <p:nvPr>
            <p:custDataLst>
              <p:tags r:id="rId13"/>
            </p:custDataLst>
          </p:nvPr>
        </p:nvSpPr>
        <p:spPr>
          <a:xfrm>
            <a:off x="5127594"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第三周</a:t>
            </a:r>
          </a:p>
        </p:txBody>
      </p:sp>
      <p:sp>
        <p:nvSpPr>
          <p:cNvPr id="114" name="小李PPT16">
            <a:extLst>
              <a:ext uri="{FF2B5EF4-FFF2-40B4-BE49-F238E27FC236}">
                <a16:creationId xmlns:a16="http://schemas.microsoft.com/office/drawing/2014/main" id="{FE5E8014-C8B9-29F2-349C-F7023C35819F}"/>
              </a:ext>
            </a:extLst>
          </p:cNvPr>
          <p:cNvSpPr/>
          <p:nvPr>
            <p:custDataLst>
              <p:tags r:id="rId14"/>
            </p:custDataLst>
          </p:nvPr>
        </p:nvSpPr>
        <p:spPr>
          <a:xfrm>
            <a:off x="6716686"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第四周</a:t>
            </a:r>
          </a:p>
        </p:txBody>
      </p:sp>
      <p:sp>
        <p:nvSpPr>
          <p:cNvPr id="115" name="小李PPT16">
            <a:extLst>
              <a:ext uri="{FF2B5EF4-FFF2-40B4-BE49-F238E27FC236}">
                <a16:creationId xmlns:a16="http://schemas.microsoft.com/office/drawing/2014/main" id="{3B81F1A0-D736-6136-F563-83EB5E394342}"/>
              </a:ext>
            </a:extLst>
          </p:cNvPr>
          <p:cNvSpPr/>
          <p:nvPr>
            <p:custDataLst>
              <p:tags r:id="rId15"/>
            </p:custDataLst>
          </p:nvPr>
        </p:nvSpPr>
        <p:spPr>
          <a:xfrm>
            <a:off x="8305778"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第五周</a:t>
            </a:r>
          </a:p>
        </p:txBody>
      </p:sp>
      <p:sp>
        <p:nvSpPr>
          <p:cNvPr id="116" name="小李PPT16">
            <a:extLst>
              <a:ext uri="{FF2B5EF4-FFF2-40B4-BE49-F238E27FC236}">
                <a16:creationId xmlns:a16="http://schemas.microsoft.com/office/drawing/2014/main" id="{592956B8-1A0D-5F39-EC10-5CB3B013C654}"/>
              </a:ext>
            </a:extLst>
          </p:cNvPr>
          <p:cNvSpPr/>
          <p:nvPr>
            <p:custDataLst>
              <p:tags r:id="rId16"/>
            </p:custDataLst>
          </p:nvPr>
        </p:nvSpPr>
        <p:spPr>
          <a:xfrm>
            <a:off x="9905056" y="2283159"/>
            <a:ext cx="1481321" cy="585974"/>
          </a:xfrm>
          <a:prstGeom prst="roundRect">
            <a:avLst>
              <a:gd name="adj" fmla="val 50000"/>
            </a:avLst>
          </a:prstGeom>
          <a:solidFill>
            <a:srgbClr val="336699"/>
          </a:solidFill>
          <a:ln w="12700">
            <a:miter lim="400000"/>
          </a:ln>
        </p:spPr>
        <p:txBody>
          <a:bodyPr lIns="25400" tIns="25400" rIns="25400" bIns="25400" anchor="ctr"/>
          <a:lstStyle/>
          <a:p>
            <a:pPr algn="ctr" defTabSz="412750"/>
            <a:r>
              <a:rPr lang="zh-CN" altLang="en-US" dirty="0">
                <a:solidFill>
                  <a:srgbClr val="FFFFFF"/>
                </a:solidFill>
                <a:latin typeface="微软雅黑" pitchFamily="18" charset="-122"/>
                <a:ea typeface="微软雅黑" pitchFamily="18" charset="-122"/>
                <a:cs typeface="微软雅黑" pitchFamily="18" charset="-122"/>
              </a:rPr>
              <a:t>第六周</a:t>
            </a:r>
          </a:p>
        </p:txBody>
      </p:sp>
      <p:cxnSp>
        <p:nvCxnSpPr>
          <p:cNvPr id="117" name="直线箭头连接符 97">
            <a:extLst>
              <a:ext uri="{FF2B5EF4-FFF2-40B4-BE49-F238E27FC236}">
                <a16:creationId xmlns:a16="http://schemas.microsoft.com/office/drawing/2014/main" id="{24541163-308C-56AD-1365-7706736329A1}"/>
              </a:ext>
            </a:extLst>
          </p:cNvPr>
          <p:cNvCxnSpPr/>
          <p:nvPr/>
        </p:nvCxnSpPr>
        <p:spPr>
          <a:xfrm>
            <a:off x="2094143" y="2106879"/>
            <a:ext cx="9292235" cy="0"/>
          </a:xfrm>
          <a:prstGeom prst="straightConnector1">
            <a:avLst/>
          </a:prstGeom>
          <a:ln w="12700">
            <a:tailEnd type="triangle"/>
          </a:ln>
        </p:spPr>
        <p:style>
          <a:lnRef idx="1">
            <a:srgbClr val="336699"/>
          </a:lnRef>
          <a:fillRef idx="0">
            <a:srgbClr val="336699"/>
          </a:fillRef>
          <a:effectRef idx="0">
            <a:srgbClr val="336699"/>
          </a:effectRef>
          <a:fontRef idx="minor">
            <a:srgbClr val="333333"/>
          </a:fontRef>
        </p:style>
      </p:cxnSp>
      <p:sp>
        <p:nvSpPr>
          <p:cNvPr id="118" name="小李PPT17">
            <a:extLst>
              <a:ext uri="{FF2B5EF4-FFF2-40B4-BE49-F238E27FC236}">
                <a16:creationId xmlns:a16="http://schemas.microsoft.com/office/drawing/2014/main" id="{58DDFBD7-A59D-3F80-9F3F-B32326C7DD7B}"/>
              </a:ext>
            </a:extLst>
          </p:cNvPr>
          <p:cNvSpPr/>
          <p:nvPr>
            <p:custDataLst>
              <p:tags r:id="rId17"/>
            </p:custDataLst>
          </p:nvPr>
        </p:nvSpPr>
        <p:spPr>
          <a:xfrm>
            <a:off x="2154591" y="3099428"/>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设计部</a:t>
            </a:r>
            <a:endParaRPr lang="en-US" altLang="zh-CN" sz="1317" dirty="0">
              <a:latin typeface="微软雅黑" pitchFamily="18" charset="-122"/>
              <a:ea typeface="微软雅黑" pitchFamily="18" charset="-122"/>
              <a:cs typeface="微软雅黑" pitchFamily="18" charset="-122"/>
            </a:endParaRPr>
          </a:p>
          <a:p>
            <a:pPr algn="ctr" defTabSz="412750"/>
            <a:r>
              <a:rPr lang="zh-CN" altLang="en-US" sz="1317" dirty="0">
                <a:latin typeface="微软雅黑" pitchFamily="18" charset="-122"/>
                <a:ea typeface="微软雅黑" pitchFamily="18" charset="-122"/>
                <a:cs typeface="微软雅黑" pitchFamily="18" charset="-122"/>
              </a:rPr>
              <a:t>策划部</a:t>
            </a:r>
          </a:p>
        </p:txBody>
      </p:sp>
      <p:sp>
        <p:nvSpPr>
          <p:cNvPr id="119" name="小李PPT17">
            <a:extLst>
              <a:ext uri="{FF2B5EF4-FFF2-40B4-BE49-F238E27FC236}">
                <a16:creationId xmlns:a16="http://schemas.microsoft.com/office/drawing/2014/main" id="{B9C601C5-2B4F-0114-2728-987EDF22710A}"/>
              </a:ext>
            </a:extLst>
          </p:cNvPr>
          <p:cNvSpPr/>
          <p:nvPr>
            <p:custDataLst>
              <p:tags r:id="rId18"/>
            </p:custDataLst>
          </p:nvPr>
        </p:nvSpPr>
        <p:spPr>
          <a:xfrm>
            <a:off x="2154591" y="4207687"/>
            <a:ext cx="1111706" cy="809778"/>
          </a:xfrm>
          <a:prstGeom prst="rect">
            <a:avLst/>
          </a:prstGeom>
          <a:solidFill>
            <a:srgbClr val="58B6C0"/>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
        <p:nvSpPr>
          <p:cNvPr id="120" name="小李PPT17">
            <a:extLst>
              <a:ext uri="{FF2B5EF4-FFF2-40B4-BE49-F238E27FC236}">
                <a16:creationId xmlns:a16="http://schemas.microsoft.com/office/drawing/2014/main" id="{0485BD7F-1763-EA23-4AFA-23229C9632DE}"/>
              </a:ext>
            </a:extLst>
          </p:cNvPr>
          <p:cNvSpPr/>
          <p:nvPr>
            <p:custDataLst>
              <p:tags r:id="rId19"/>
            </p:custDataLst>
          </p:nvPr>
        </p:nvSpPr>
        <p:spPr>
          <a:xfrm>
            <a:off x="2154591" y="5308196"/>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
        <p:nvSpPr>
          <p:cNvPr id="121" name="小李PPT17">
            <a:extLst>
              <a:ext uri="{FF2B5EF4-FFF2-40B4-BE49-F238E27FC236}">
                <a16:creationId xmlns:a16="http://schemas.microsoft.com/office/drawing/2014/main" id="{07B71CE3-4042-C5FF-49AE-5F359172DEB1}"/>
              </a:ext>
            </a:extLst>
          </p:cNvPr>
          <p:cNvSpPr/>
          <p:nvPr>
            <p:custDataLst>
              <p:tags r:id="rId20"/>
            </p:custDataLst>
          </p:nvPr>
        </p:nvSpPr>
        <p:spPr>
          <a:xfrm>
            <a:off x="3735604" y="4207687"/>
            <a:ext cx="2688504" cy="809778"/>
          </a:xfrm>
          <a:prstGeom prst="rect">
            <a:avLst/>
          </a:prstGeom>
          <a:solidFill>
            <a:srgbClr val="58B6C0"/>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
        <p:nvSpPr>
          <p:cNvPr id="122" name="小李PPT17">
            <a:extLst>
              <a:ext uri="{FF2B5EF4-FFF2-40B4-BE49-F238E27FC236}">
                <a16:creationId xmlns:a16="http://schemas.microsoft.com/office/drawing/2014/main" id="{8DB6A58D-8980-7038-DF5F-3943C1247ABD}"/>
              </a:ext>
            </a:extLst>
          </p:cNvPr>
          <p:cNvSpPr/>
          <p:nvPr>
            <p:custDataLst>
              <p:tags r:id="rId21"/>
            </p:custDataLst>
          </p:nvPr>
        </p:nvSpPr>
        <p:spPr>
          <a:xfrm>
            <a:off x="6901494" y="3099428"/>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设计部</a:t>
            </a:r>
            <a:endParaRPr lang="en-US" altLang="zh-CN" sz="1317" dirty="0">
              <a:latin typeface="微软雅黑" pitchFamily="18" charset="-122"/>
              <a:ea typeface="微软雅黑" pitchFamily="18" charset="-122"/>
              <a:cs typeface="微软雅黑" pitchFamily="18" charset="-122"/>
            </a:endParaRPr>
          </a:p>
          <a:p>
            <a:pPr algn="ctr" defTabSz="412750"/>
            <a:r>
              <a:rPr lang="zh-CN" altLang="en-US" sz="1317" dirty="0">
                <a:latin typeface="微软雅黑" pitchFamily="18" charset="-122"/>
                <a:ea typeface="微软雅黑" pitchFamily="18" charset="-122"/>
                <a:cs typeface="微软雅黑" pitchFamily="18" charset="-122"/>
              </a:rPr>
              <a:t>策划部</a:t>
            </a:r>
          </a:p>
        </p:txBody>
      </p:sp>
      <p:sp>
        <p:nvSpPr>
          <p:cNvPr id="123" name="小李PPT17">
            <a:extLst>
              <a:ext uri="{FF2B5EF4-FFF2-40B4-BE49-F238E27FC236}">
                <a16:creationId xmlns:a16="http://schemas.microsoft.com/office/drawing/2014/main" id="{1DD404EE-6889-E363-48BD-ECE5678CE7CF}"/>
              </a:ext>
            </a:extLst>
          </p:cNvPr>
          <p:cNvSpPr/>
          <p:nvPr>
            <p:custDataLst>
              <p:tags r:id="rId22"/>
            </p:custDataLst>
          </p:nvPr>
        </p:nvSpPr>
        <p:spPr>
          <a:xfrm>
            <a:off x="6901494" y="5308196"/>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
        <p:nvSpPr>
          <p:cNvPr id="124" name="小李PPT17">
            <a:extLst>
              <a:ext uri="{FF2B5EF4-FFF2-40B4-BE49-F238E27FC236}">
                <a16:creationId xmlns:a16="http://schemas.microsoft.com/office/drawing/2014/main" id="{2DACD0C9-45D9-C7D6-5441-E61917377DE5}"/>
              </a:ext>
            </a:extLst>
          </p:cNvPr>
          <p:cNvSpPr/>
          <p:nvPr>
            <p:custDataLst>
              <p:tags r:id="rId23"/>
            </p:custDataLst>
          </p:nvPr>
        </p:nvSpPr>
        <p:spPr>
          <a:xfrm>
            <a:off x="5312401" y="3099428"/>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采购部</a:t>
            </a:r>
            <a:endParaRPr lang="en-US" altLang="zh-CN" sz="1317" dirty="0">
              <a:latin typeface="微软雅黑" pitchFamily="18" charset="-122"/>
              <a:ea typeface="微软雅黑" pitchFamily="18" charset="-122"/>
              <a:cs typeface="微软雅黑" pitchFamily="18" charset="-122"/>
            </a:endParaRPr>
          </a:p>
          <a:p>
            <a:pPr algn="ctr" defTabSz="412750"/>
            <a:r>
              <a:rPr lang="zh-CN" altLang="en-US" sz="1317" dirty="0">
                <a:latin typeface="微软雅黑" pitchFamily="18" charset="-122"/>
                <a:ea typeface="微软雅黑" pitchFamily="18" charset="-122"/>
                <a:cs typeface="微软雅黑" pitchFamily="18" charset="-122"/>
              </a:rPr>
              <a:t>商务部</a:t>
            </a:r>
          </a:p>
        </p:txBody>
      </p:sp>
      <p:sp>
        <p:nvSpPr>
          <p:cNvPr id="125" name="小李PPT17">
            <a:extLst>
              <a:ext uri="{FF2B5EF4-FFF2-40B4-BE49-F238E27FC236}">
                <a16:creationId xmlns:a16="http://schemas.microsoft.com/office/drawing/2014/main" id="{4182966A-6EDB-E390-F99F-8CC36D2F042E}"/>
              </a:ext>
            </a:extLst>
          </p:cNvPr>
          <p:cNvSpPr/>
          <p:nvPr>
            <p:custDataLst>
              <p:tags r:id="rId24"/>
            </p:custDataLst>
          </p:nvPr>
        </p:nvSpPr>
        <p:spPr>
          <a:xfrm>
            <a:off x="10089864" y="3099428"/>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工程部</a:t>
            </a:r>
            <a:endParaRPr lang="en-US" altLang="zh-CN" sz="1317" dirty="0">
              <a:latin typeface="微软雅黑" pitchFamily="18" charset="-122"/>
              <a:ea typeface="微软雅黑" pitchFamily="18" charset="-122"/>
              <a:cs typeface="微软雅黑" pitchFamily="18" charset="-122"/>
            </a:endParaRPr>
          </a:p>
          <a:p>
            <a:pPr algn="ctr" defTabSz="412750"/>
            <a:r>
              <a:rPr lang="zh-CN" altLang="en-US" sz="1317" dirty="0">
                <a:latin typeface="微软雅黑" pitchFamily="18" charset="-122"/>
                <a:ea typeface="微软雅黑" pitchFamily="18" charset="-122"/>
                <a:cs typeface="微软雅黑" pitchFamily="18" charset="-122"/>
              </a:rPr>
              <a:t>财务部</a:t>
            </a:r>
          </a:p>
        </p:txBody>
      </p:sp>
      <p:sp>
        <p:nvSpPr>
          <p:cNvPr id="126" name="小李PPT17">
            <a:extLst>
              <a:ext uri="{FF2B5EF4-FFF2-40B4-BE49-F238E27FC236}">
                <a16:creationId xmlns:a16="http://schemas.microsoft.com/office/drawing/2014/main" id="{4BD5655F-7B31-B8F3-D65A-A4F576E622EE}"/>
              </a:ext>
            </a:extLst>
          </p:cNvPr>
          <p:cNvSpPr/>
          <p:nvPr>
            <p:custDataLst>
              <p:tags r:id="rId25"/>
            </p:custDataLst>
          </p:nvPr>
        </p:nvSpPr>
        <p:spPr>
          <a:xfrm>
            <a:off x="10089864" y="5308196"/>
            <a:ext cx="1111706" cy="809778"/>
          </a:xfrm>
          <a:prstGeom prst="rect">
            <a:avLst/>
          </a:prstGeom>
          <a:solidFill>
            <a:srgbClr val="75BDA7"/>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重点任务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
        <p:nvSpPr>
          <p:cNvPr id="127" name="小李PPT17">
            <a:extLst>
              <a:ext uri="{FF2B5EF4-FFF2-40B4-BE49-F238E27FC236}">
                <a16:creationId xmlns:a16="http://schemas.microsoft.com/office/drawing/2014/main" id="{2A939F16-B78B-BB8A-00AA-334D329B92A3}"/>
              </a:ext>
            </a:extLst>
          </p:cNvPr>
          <p:cNvSpPr/>
          <p:nvPr>
            <p:custDataLst>
              <p:tags r:id="rId26"/>
            </p:custDataLst>
          </p:nvPr>
        </p:nvSpPr>
        <p:spPr>
          <a:xfrm>
            <a:off x="8490586" y="4207687"/>
            <a:ext cx="1111706" cy="809778"/>
          </a:xfrm>
          <a:prstGeom prst="rect">
            <a:avLst/>
          </a:prstGeom>
          <a:solidFill>
            <a:srgbClr val="58B6C0"/>
          </a:solidFill>
          <a:ln w="12700">
            <a:miter lim="400000"/>
          </a:ln>
        </p:spPr>
        <p:txBody>
          <a:bodyPr lIns="25400" tIns="25400" rIns="25400" bIns="25400" anchor="ctr"/>
          <a:lstStyle/>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1</a:t>
            </a:r>
          </a:p>
          <a:p>
            <a:pPr algn="ctr" defTabSz="412750"/>
            <a:r>
              <a:rPr lang="zh-CN" altLang="en-US" sz="1317" dirty="0">
                <a:latin typeface="微软雅黑" pitchFamily="18" charset="-122"/>
                <a:ea typeface="微软雅黑" pitchFamily="18" charset="-122"/>
                <a:cs typeface="微软雅黑" pitchFamily="18" charset="-122"/>
              </a:rPr>
              <a:t>工作任务</a:t>
            </a:r>
            <a:r>
              <a:rPr lang="en-US" altLang="zh-CN" sz="1317" dirty="0">
                <a:latin typeface="微软雅黑" pitchFamily="18" charset="-122"/>
                <a:ea typeface="微软雅黑" pitchFamily="18" charset="-122"/>
                <a:cs typeface="微软雅黑" pitchFamily="18" charset="-122"/>
              </a:rPr>
              <a:t>2</a:t>
            </a:r>
            <a:endParaRPr lang="zh-CN" altLang="en-US" sz="1317" dirty="0">
              <a:latin typeface="微软雅黑" pitchFamily="18" charset="-122"/>
              <a:ea typeface="微软雅黑" pitchFamily="18"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R007 五节点并列时间轴（结构示例）</a:t>
            </a:r>
          </a:p>
        </p:txBody>
      </p:sp>
      <p:sp>
        <p:nvSpPr>
          <p:cNvPr id="101" name="右箭头 1">
            <a:extLst>
              <a:ext uri="{FF2B5EF4-FFF2-40B4-BE49-F238E27FC236}">
                <a16:creationId xmlns:a16="http://schemas.microsoft.com/office/drawing/2014/main" id="{9EAE94B9-16E2-E775-574C-E600AC26288E}"/>
              </a:ext>
            </a:extLst>
          </p:cNvPr>
          <p:cNvSpPr/>
          <p:nvPr/>
        </p:nvSpPr>
        <p:spPr>
          <a:xfrm>
            <a:off x="793059" y="1462510"/>
            <a:ext cx="10605882" cy="357300"/>
          </a:xfrm>
          <a:prstGeom prst="rightArrow">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nvGrpSpPr>
          <p:cNvPr id="102" name="Group 6">
            <a:extLst>
              <a:ext uri="{FF2B5EF4-FFF2-40B4-BE49-F238E27FC236}">
                <a16:creationId xmlns:a16="http://schemas.microsoft.com/office/drawing/2014/main" id="{E1E6F4B0-9606-1DD0-E1AB-F4B87ED51802}"/>
              </a:ext>
            </a:extLst>
          </p:cNvPr>
          <p:cNvGrpSpPr/>
          <p:nvPr/>
        </p:nvGrpSpPr>
        <p:grpSpPr>
          <a:xfrm>
            <a:off x="817055" y="2116810"/>
            <a:ext cx="1823319" cy="1215544"/>
            <a:chOff x="480291" y="2068947"/>
            <a:chExt cx="1939636" cy="1293088"/>
          </a:xfrm>
          <a:solidFill>
            <a:srgbClr val="336699"/>
          </a:solidFill>
        </p:grpSpPr>
        <p:sp>
          <p:nvSpPr>
            <p:cNvPr id="103" name="Rectangle 4">
              <a:extLst>
                <a:ext uri="{FF2B5EF4-FFF2-40B4-BE49-F238E27FC236}">
                  <a16:creationId xmlns:a16="http://schemas.microsoft.com/office/drawing/2014/main" id="{2431CEFC-9AB9-55B0-8170-AEC50C39DB3E}"/>
                </a:ext>
              </a:extLst>
            </p:cNvPr>
            <p:cNvSpPr/>
            <p:nvPr/>
          </p:nvSpPr>
          <p:spPr>
            <a:xfrm>
              <a:off x="480291" y="2355273"/>
              <a:ext cx="1939636" cy="1006762"/>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4" name="Isosceles Triangle 5">
              <a:extLst>
                <a:ext uri="{FF2B5EF4-FFF2-40B4-BE49-F238E27FC236}">
                  <a16:creationId xmlns:a16="http://schemas.microsoft.com/office/drawing/2014/main" id="{917E50E1-C87F-8379-31BF-52C949AC0A61}"/>
                </a:ext>
              </a:extLst>
            </p:cNvPr>
            <p:cNvSpPr/>
            <p:nvPr/>
          </p:nvSpPr>
          <p:spPr>
            <a:xfrm>
              <a:off x="1182254" y="2068947"/>
              <a:ext cx="535709" cy="286326"/>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grpSp>
      <p:grpSp>
        <p:nvGrpSpPr>
          <p:cNvPr id="105" name="Group 7">
            <a:extLst>
              <a:ext uri="{FF2B5EF4-FFF2-40B4-BE49-F238E27FC236}">
                <a16:creationId xmlns:a16="http://schemas.microsoft.com/office/drawing/2014/main" id="{9C9AE3FA-A4AE-5725-D817-DEA46D659CBA}"/>
              </a:ext>
            </a:extLst>
          </p:cNvPr>
          <p:cNvGrpSpPr/>
          <p:nvPr/>
        </p:nvGrpSpPr>
        <p:grpSpPr>
          <a:xfrm>
            <a:off x="3000698" y="2116810"/>
            <a:ext cx="1823319" cy="1215544"/>
            <a:chOff x="2803237" y="2068947"/>
            <a:chExt cx="1939636" cy="1293088"/>
          </a:xfrm>
          <a:solidFill>
            <a:srgbClr val="3494BA"/>
          </a:solidFill>
        </p:grpSpPr>
        <p:sp>
          <p:nvSpPr>
            <p:cNvPr id="106" name="Rectangle 35">
              <a:extLst>
                <a:ext uri="{FF2B5EF4-FFF2-40B4-BE49-F238E27FC236}">
                  <a16:creationId xmlns:a16="http://schemas.microsoft.com/office/drawing/2014/main" id="{12BF44F8-24D7-D1DF-F5CE-A4B5BFA5F9B1}"/>
                </a:ext>
              </a:extLst>
            </p:cNvPr>
            <p:cNvSpPr/>
            <p:nvPr/>
          </p:nvSpPr>
          <p:spPr>
            <a:xfrm>
              <a:off x="2803237" y="2355273"/>
              <a:ext cx="1939636" cy="1006762"/>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07" name="Isosceles Triangle 40">
              <a:extLst>
                <a:ext uri="{FF2B5EF4-FFF2-40B4-BE49-F238E27FC236}">
                  <a16:creationId xmlns:a16="http://schemas.microsoft.com/office/drawing/2014/main" id="{5B5ECE87-DF79-8A08-6B1B-FCBAC4C8E9D3}"/>
                </a:ext>
              </a:extLst>
            </p:cNvPr>
            <p:cNvSpPr/>
            <p:nvPr/>
          </p:nvSpPr>
          <p:spPr>
            <a:xfrm>
              <a:off x="3505200" y="2068947"/>
              <a:ext cx="535709" cy="286326"/>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grpSp>
      <p:grpSp>
        <p:nvGrpSpPr>
          <p:cNvPr id="108" name="Group 8">
            <a:extLst>
              <a:ext uri="{FF2B5EF4-FFF2-40B4-BE49-F238E27FC236}">
                <a16:creationId xmlns:a16="http://schemas.microsoft.com/office/drawing/2014/main" id="{8268CD59-B349-CE4E-9E4D-DE504AF1E790}"/>
              </a:ext>
            </a:extLst>
          </p:cNvPr>
          <p:cNvGrpSpPr/>
          <p:nvPr/>
        </p:nvGrpSpPr>
        <p:grpSpPr>
          <a:xfrm>
            <a:off x="5184340" y="2116810"/>
            <a:ext cx="1823319" cy="1215544"/>
            <a:chOff x="5126183" y="2068947"/>
            <a:chExt cx="1939636" cy="1293088"/>
          </a:xfrm>
          <a:solidFill>
            <a:srgbClr val="58B6C0"/>
          </a:solidFill>
        </p:grpSpPr>
        <p:sp>
          <p:nvSpPr>
            <p:cNvPr id="109" name="Rectangle 36">
              <a:extLst>
                <a:ext uri="{FF2B5EF4-FFF2-40B4-BE49-F238E27FC236}">
                  <a16:creationId xmlns:a16="http://schemas.microsoft.com/office/drawing/2014/main" id="{025B3095-6FA2-2A21-99DF-778E30575397}"/>
                </a:ext>
              </a:extLst>
            </p:cNvPr>
            <p:cNvSpPr/>
            <p:nvPr/>
          </p:nvSpPr>
          <p:spPr>
            <a:xfrm>
              <a:off x="5126183" y="2355273"/>
              <a:ext cx="1939636" cy="1006762"/>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0" name="Isosceles Triangle 41">
              <a:extLst>
                <a:ext uri="{FF2B5EF4-FFF2-40B4-BE49-F238E27FC236}">
                  <a16:creationId xmlns:a16="http://schemas.microsoft.com/office/drawing/2014/main" id="{98A61A2A-3682-7428-0133-988D818C32BD}"/>
                </a:ext>
              </a:extLst>
            </p:cNvPr>
            <p:cNvSpPr/>
            <p:nvPr/>
          </p:nvSpPr>
          <p:spPr>
            <a:xfrm>
              <a:off x="5828146" y="2068947"/>
              <a:ext cx="535709" cy="286326"/>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grpSp>
      <p:grpSp>
        <p:nvGrpSpPr>
          <p:cNvPr id="111" name="Group 9">
            <a:extLst>
              <a:ext uri="{FF2B5EF4-FFF2-40B4-BE49-F238E27FC236}">
                <a16:creationId xmlns:a16="http://schemas.microsoft.com/office/drawing/2014/main" id="{2F5E64DA-F921-4415-7979-ABC6EB70BFFD}"/>
              </a:ext>
            </a:extLst>
          </p:cNvPr>
          <p:cNvGrpSpPr/>
          <p:nvPr/>
        </p:nvGrpSpPr>
        <p:grpSpPr>
          <a:xfrm>
            <a:off x="7367983" y="2116810"/>
            <a:ext cx="1823319" cy="1215544"/>
            <a:chOff x="7449129" y="2068947"/>
            <a:chExt cx="1939636" cy="1293088"/>
          </a:xfrm>
          <a:solidFill>
            <a:srgbClr val="75BDA7"/>
          </a:solidFill>
        </p:grpSpPr>
        <p:sp>
          <p:nvSpPr>
            <p:cNvPr id="112" name="Rectangle 37">
              <a:extLst>
                <a:ext uri="{FF2B5EF4-FFF2-40B4-BE49-F238E27FC236}">
                  <a16:creationId xmlns:a16="http://schemas.microsoft.com/office/drawing/2014/main" id="{ECF72290-A81D-31DD-35C9-63EB2D48C9D4}"/>
                </a:ext>
              </a:extLst>
            </p:cNvPr>
            <p:cNvSpPr/>
            <p:nvPr/>
          </p:nvSpPr>
          <p:spPr>
            <a:xfrm>
              <a:off x="7449129" y="2355273"/>
              <a:ext cx="1939636" cy="1006762"/>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3" name="Isosceles Triangle 72">
              <a:extLst>
                <a:ext uri="{FF2B5EF4-FFF2-40B4-BE49-F238E27FC236}">
                  <a16:creationId xmlns:a16="http://schemas.microsoft.com/office/drawing/2014/main" id="{DC1CF4D6-3D93-6A8F-7200-5CA051C2233A}"/>
                </a:ext>
              </a:extLst>
            </p:cNvPr>
            <p:cNvSpPr/>
            <p:nvPr/>
          </p:nvSpPr>
          <p:spPr>
            <a:xfrm>
              <a:off x="8151092" y="2068947"/>
              <a:ext cx="535709" cy="286326"/>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grpSp>
      <p:grpSp>
        <p:nvGrpSpPr>
          <p:cNvPr id="114" name="Group 10">
            <a:extLst>
              <a:ext uri="{FF2B5EF4-FFF2-40B4-BE49-F238E27FC236}">
                <a16:creationId xmlns:a16="http://schemas.microsoft.com/office/drawing/2014/main" id="{ECEBEB7E-D4AE-22E3-9D3F-323BDA0CF800}"/>
              </a:ext>
            </a:extLst>
          </p:cNvPr>
          <p:cNvGrpSpPr/>
          <p:nvPr/>
        </p:nvGrpSpPr>
        <p:grpSpPr>
          <a:xfrm>
            <a:off x="9549809" y="2116810"/>
            <a:ext cx="1823319" cy="1215544"/>
            <a:chOff x="9772073" y="2068947"/>
            <a:chExt cx="1939636" cy="1293088"/>
          </a:xfrm>
          <a:solidFill>
            <a:srgbClr val="7A8C8E"/>
          </a:solidFill>
        </p:grpSpPr>
        <p:sp>
          <p:nvSpPr>
            <p:cNvPr id="115" name="Rectangle 38">
              <a:extLst>
                <a:ext uri="{FF2B5EF4-FFF2-40B4-BE49-F238E27FC236}">
                  <a16:creationId xmlns:a16="http://schemas.microsoft.com/office/drawing/2014/main" id="{14D2C6FC-1BB8-959E-86EF-F88E20810BEF}"/>
                </a:ext>
              </a:extLst>
            </p:cNvPr>
            <p:cNvSpPr/>
            <p:nvPr/>
          </p:nvSpPr>
          <p:spPr>
            <a:xfrm>
              <a:off x="9772073" y="2355273"/>
              <a:ext cx="1939636" cy="1006762"/>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6" name="Isosceles Triangle 73">
              <a:extLst>
                <a:ext uri="{FF2B5EF4-FFF2-40B4-BE49-F238E27FC236}">
                  <a16:creationId xmlns:a16="http://schemas.microsoft.com/office/drawing/2014/main" id="{F3D4AE83-E376-C76C-9D92-74817B00C2A8}"/>
                </a:ext>
              </a:extLst>
            </p:cNvPr>
            <p:cNvSpPr/>
            <p:nvPr/>
          </p:nvSpPr>
          <p:spPr>
            <a:xfrm>
              <a:off x="10474036" y="2068947"/>
              <a:ext cx="535709" cy="286326"/>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grpSp>
      <p:sp>
        <p:nvSpPr>
          <p:cNvPr id="117" name="Rectangle 74">
            <a:extLst>
              <a:ext uri="{FF2B5EF4-FFF2-40B4-BE49-F238E27FC236}">
                <a16:creationId xmlns:a16="http://schemas.microsoft.com/office/drawing/2014/main" id="{89187D7E-0F19-06C2-723E-F9222FDCEEBB}"/>
              </a:ext>
            </a:extLst>
          </p:cNvPr>
          <p:cNvSpPr/>
          <p:nvPr/>
        </p:nvSpPr>
        <p:spPr>
          <a:xfrm>
            <a:off x="817054" y="3332353"/>
            <a:ext cx="1823319" cy="2787375"/>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t"/>
          <a:lstStyle/>
          <a:p>
            <a:pPr lvl="0" algn="ctr">
              <a:spcAft>
                <a:spcPts val="1200"/>
              </a:spcAft>
            </a:pPr>
            <a:endParaRPr lang="en-US" sz="1128" noProof="1">
              <a:solidFill>
                <a:srgbClr val="333333">
                  <a:lumMod val="65000"/>
                  <a:lumOff val="35000"/>
                </a:srgbClr>
              </a:solidFill>
            </a:endParaRPr>
          </a:p>
        </p:txBody>
      </p:sp>
      <p:sp>
        <p:nvSpPr>
          <p:cNvPr id="118" name="Rectangle 79">
            <a:extLst>
              <a:ext uri="{FF2B5EF4-FFF2-40B4-BE49-F238E27FC236}">
                <a16:creationId xmlns:a16="http://schemas.microsoft.com/office/drawing/2014/main" id="{4A8DF93E-76D5-78A7-3961-86AF65540788}"/>
              </a:ext>
            </a:extLst>
          </p:cNvPr>
          <p:cNvSpPr/>
          <p:nvPr/>
        </p:nvSpPr>
        <p:spPr>
          <a:xfrm>
            <a:off x="817054" y="6119728"/>
            <a:ext cx="1823319" cy="147722"/>
          </a:xfrm>
          <a:prstGeom prst="rect">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19" name="Rectangle 75">
            <a:extLst>
              <a:ext uri="{FF2B5EF4-FFF2-40B4-BE49-F238E27FC236}">
                <a16:creationId xmlns:a16="http://schemas.microsoft.com/office/drawing/2014/main" id="{8B29A401-2532-4B27-CE4C-7A39771F58EB}"/>
              </a:ext>
            </a:extLst>
          </p:cNvPr>
          <p:cNvSpPr/>
          <p:nvPr/>
        </p:nvSpPr>
        <p:spPr>
          <a:xfrm>
            <a:off x="3000697" y="3332353"/>
            <a:ext cx="1823319" cy="2787375"/>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t"/>
          <a:lstStyle/>
          <a:p>
            <a:pPr lvl="0" algn="ctr">
              <a:spcAft>
                <a:spcPts val="1200"/>
              </a:spcAft>
            </a:pPr>
            <a:endParaRPr lang="en-US" sz="1128" noProof="1">
              <a:solidFill>
                <a:prstClr val="black">
                  <a:lumMod val="65000"/>
                  <a:lumOff val="35000"/>
                </a:prstClr>
              </a:solidFill>
            </a:endParaRPr>
          </a:p>
        </p:txBody>
      </p:sp>
      <p:sp>
        <p:nvSpPr>
          <p:cNvPr id="120" name="Rectangle 80">
            <a:extLst>
              <a:ext uri="{FF2B5EF4-FFF2-40B4-BE49-F238E27FC236}">
                <a16:creationId xmlns:a16="http://schemas.microsoft.com/office/drawing/2014/main" id="{989BCF95-736D-5607-6558-58ADCDC7A35A}"/>
              </a:ext>
            </a:extLst>
          </p:cNvPr>
          <p:cNvSpPr/>
          <p:nvPr/>
        </p:nvSpPr>
        <p:spPr>
          <a:xfrm>
            <a:off x="3000696" y="6119728"/>
            <a:ext cx="1823319" cy="147722"/>
          </a:xfrm>
          <a:prstGeom prst="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21" name="Rectangle 76">
            <a:extLst>
              <a:ext uri="{FF2B5EF4-FFF2-40B4-BE49-F238E27FC236}">
                <a16:creationId xmlns:a16="http://schemas.microsoft.com/office/drawing/2014/main" id="{D9B4054F-977C-EA29-5EFC-6BB80D2311E5}"/>
              </a:ext>
            </a:extLst>
          </p:cNvPr>
          <p:cNvSpPr/>
          <p:nvPr/>
        </p:nvSpPr>
        <p:spPr>
          <a:xfrm>
            <a:off x="5184339" y="3332353"/>
            <a:ext cx="1823319" cy="2787375"/>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t"/>
          <a:lstStyle/>
          <a:p>
            <a:pPr lvl="0" algn="ctr">
              <a:spcAft>
                <a:spcPts val="1200"/>
              </a:spcAft>
            </a:pPr>
            <a:endParaRPr lang="en-US" sz="1128" noProof="1">
              <a:solidFill>
                <a:prstClr val="black">
                  <a:lumMod val="65000"/>
                  <a:lumOff val="35000"/>
                </a:prstClr>
              </a:solidFill>
            </a:endParaRPr>
          </a:p>
        </p:txBody>
      </p:sp>
      <p:sp>
        <p:nvSpPr>
          <p:cNvPr id="122" name="Rectangle 81">
            <a:extLst>
              <a:ext uri="{FF2B5EF4-FFF2-40B4-BE49-F238E27FC236}">
                <a16:creationId xmlns:a16="http://schemas.microsoft.com/office/drawing/2014/main" id="{7111601B-D518-8CDB-CC03-4E59BC81A8DC}"/>
              </a:ext>
            </a:extLst>
          </p:cNvPr>
          <p:cNvSpPr/>
          <p:nvPr/>
        </p:nvSpPr>
        <p:spPr>
          <a:xfrm>
            <a:off x="5184338" y="6119728"/>
            <a:ext cx="1823319" cy="147722"/>
          </a:xfrm>
          <a:prstGeom prst="rect">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23" name="Rectangle 77">
            <a:extLst>
              <a:ext uri="{FF2B5EF4-FFF2-40B4-BE49-F238E27FC236}">
                <a16:creationId xmlns:a16="http://schemas.microsoft.com/office/drawing/2014/main" id="{19564729-AB5F-C877-3AA5-BAA544CE33FD}"/>
              </a:ext>
            </a:extLst>
          </p:cNvPr>
          <p:cNvSpPr/>
          <p:nvPr/>
        </p:nvSpPr>
        <p:spPr>
          <a:xfrm>
            <a:off x="7367982" y="3332353"/>
            <a:ext cx="1823319" cy="2787375"/>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t"/>
          <a:lstStyle/>
          <a:p>
            <a:pPr lvl="0" algn="ctr">
              <a:spcAft>
                <a:spcPts val="1200"/>
              </a:spcAft>
            </a:pPr>
            <a:endParaRPr lang="en-US" sz="1128" noProof="1">
              <a:solidFill>
                <a:prstClr val="black">
                  <a:lumMod val="65000"/>
                  <a:lumOff val="35000"/>
                </a:prstClr>
              </a:solidFill>
            </a:endParaRPr>
          </a:p>
        </p:txBody>
      </p:sp>
      <p:sp>
        <p:nvSpPr>
          <p:cNvPr id="124" name="Rectangle 82">
            <a:extLst>
              <a:ext uri="{FF2B5EF4-FFF2-40B4-BE49-F238E27FC236}">
                <a16:creationId xmlns:a16="http://schemas.microsoft.com/office/drawing/2014/main" id="{D033701B-F877-865A-4D61-30EB052D5312}"/>
              </a:ext>
            </a:extLst>
          </p:cNvPr>
          <p:cNvSpPr/>
          <p:nvPr/>
        </p:nvSpPr>
        <p:spPr>
          <a:xfrm>
            <a:off x="7367979" y="6119728"/>
            <a:ext cx="1823319" cy="147722"/>
          </a:xfrm>
          <a:prstGeom prst="rect">
            <a:avLst/>
          </a:pr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25" name="Rectangle 78">
            <a:extLst>
              <a:ext uri="{FF2B5EF4-FFF2-40B4-BE49-F238E27FC236}">
                <a16:creationId xmlns:a16="http://schemas.microsoft.com/office/drawing/2014/main" id="{E84D8339-01AF-E8EE-8517-CA6A37DB8853}"/>
              </a:ext>
            </a:extLst>
          </p:cNvPr>
          <p:cNvSpPr/>
          <p:nvPr/>
        </p:nvSpPr>
        <p:spPr>
          <a:xfrm>
            <a:off x="9549808" y="3332353"/>
            <a:ext cx="1823319" cy="2787375"/>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t"/>
          <a:lstStyle/>
          <a:p>
            <a:pPr lvl="0" algn="ctr">
              <a:spcAft>
                <a:spcPts val="1200"/>
              </a:spcAft>
            </a:pPr>
            <a:endParaRPr lang="en-US" sz="1128" noProof="1">
              <a:solidFill>
                <a:prstClr val="black">
                  <a:lumMod val="65000"/>
                  <a:lumOff val="35000"/>
                </a:prstClr>
              </a:solidFill>
            </a:endParaRPr>
          </a:p>
        </p:txBody>
      </p:sp>
      <p:sp>
        <p:nvSpPr>
          <p:cNvPr id="126" name="Rectangle 83">
            <a:extLst>
              <a:ext uri="{FF2B5EF4-FFF2-40B4-BE49-F238E27FC236}">
                <a16:creationId xmlns:a16="http://schemas.microsoft.com/office/drawing/2014/main" id="{3EFB0CC9-BA44-B64A-375F-34AC5FBED8D4}"/>
              </a:ext>
            </a:extLst>
          </p:cNvPr>
          <p:cNvSpPr/>
          <p:nvPr/>
        </p:nvSpPr>
        <p:spPr>
          <a:xfrm>
            <a:off x="9549808" y="6119728"/>
            <a:ext cx="1823319" cy="147722"/>
          </a:xfrm>
          <a:prstGeom prst="rect">
            <a:avLst/>
          </a:prstGeom>
          <a:solidFill>
            <a:srgbClr val="7A8C8E"/>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p>
        </p:txBody>
      </p:sp>
      <p:sp>
        <p:nvSpPr>
          <p:cNvPr id="127" name="Oval 11">
            <a:extLst>
              <a:ext uri="{FF2B5EF4-FFF2-40B4-BE49-F238E27FC236}">
                <a16:creationId xmlns:a16="http://schemas.microsoft.com/office/drawing/2014/main" id="{88272538-61B8-95B3-24B7-8197BB1D3E49}"/>
              </a:ext>
            </a:extLst>
          </p:cNvPr>
          <p:cNvSpPr/>
          <p:nvPr/>
        </p:nvSpPr>
        <p:spPr>
          <a:xfrm>
            <a:off x="1315212" y="1238250"/>
            <a:ext cx="827005" cy="827005"/>
          </a:xfrm>
          <a:prstGeom prst="ellips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tIns="0" bIns="0" rtlCol="0" anchor="ctr"/>
          <a:lstStyle/>
          <a:p>
            <a:pPr algn="ctr"/>
            <a:endParaRPr lang="en-US" sz="1504" b="1" dirty="0"/>
          </a:p>
        </p:txBody>
      </p:sp>
      <p:sp>
        <p:nvSpPr>
          <p:cNvPr id="128" name="Oval 84">
            <a:extLst>
              <a:ext uri="{FF2B5EF4-FFF2-40B4-BE49-F238E27FC236}">
                <a16:creationId xmlns:a16="http://schemas.microsoft.com/office/drawing/2014/main" id="{78D33DE7-9178-197C-86E1-88522EC022DA}"/>
              </a:ext>
            </a:extLst>
          </p:cNvPr>
          <p:cNvSpPr/>
          <p:nvPr/>
        </p:nvSpPr>
        <p:spPr>
          <a:xfrm>
            <a:off x="3498854" y="1238250"/>
            <a:ext cx="827005" cy="827005"/>
          </a:xfrm>
          <a:prstGeom prst="ellips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tIns="0" bIns="0" rtlCol="0" anchor="ctr"/>
          <a:lstStyle/>
          <a:p>
            <a:pPr algn="ctr"/>
            <a:endParaRPr lang="en-US" sz="1504" b="1" dirty="0"/>
          </a:p>
        </p:txBody>
      </p:sp>
      <p:sp>
        <p:nvSpPr>
          <p:cNvPr id="129" name="Oval 85">
            <a:extLst>
              <a:ext uri="{FF2B5EF4-FFF2-40B4-BE49-F238E27FC236}">
                <a16:creationId xmlns:a16="http://schemas.microsoft.com/office/drawing/2014/main" id="{16E45DAA-1158-72AC-BBCD-48B4475E6494}"/>
              </a:ext>
            </a:extLst>
          </p:cNvPr>
          <p:cNvSpPr/>
          <p:nvPr/>
        </p:nvSpPr>
        <p:spPr>
          <a:xfrm>
            <a:off x="5682496" y="1238250"/>
            <a:ext cx="827005" cy="827005"/>
          </a:xfrm>
          <a:prstGeom prst="ellipse">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tIns="0" bIns="0" rtlCol="0" anchor="ctr"/>
          <a:lstStyle/>
          <a:p>
            <a:pPr algn="ctr"/>
            <a:endParaRPr lang="en-US" sz="1504" b="1" dirty="0"/>
          </a:p>
        </p:txBody>
      </p:sp>
      <p:sp>
        <p:nvSpPr>
          <p:cNvPr id="130" name="Oval 86">
            <a:extLst>
              <a:ext uri="{FF2B5EF4-FFF2-40B4-BE49-F238E27FC236}">
                <a16:creationId xmlns:a16="http://schemas.microsoft.com/office/drawing/2014/main" id="{ED356637-04C6-3F38-F61A-859F46D7A226}"/>
              </a:ext>
            </a:extLst>
          </p:cNvPr>
          <p:cNvSpPr/>
          <p:nvPr/>
        </p:nvSpPr>
        <p:spPr>
          <a:xfrm>
            <a:off x="7866139" y="1238250"/>
            <a:ext cx="827005" cy="827005"/>
          </a:xfrm>
          <a:prstGeom prst="ellipse">
            <a:avLst/>
          </a:pr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tIns="0" bIns="0" rtlCol="0" anchor="ctr"/>
          <a:lstStyle/>
          <a:p>
            <a:pPr algn="ctr"/>
            <a:endParaRPr lang="en-US" sz="1504" b="1" dirty="0"/>
          </a:p>
        </p:txBody>
      </p:sp>
      <p:sp>
        <p:nvSpPr>
          <p:cNvPr id="131" name="Oval 87">
            <a:extLst>
              <a:ext uri="{FF2B5EF4-FFF2-40B4-BE49-F238E27FC236}">
                <a16:creationId xmlns:a16="http://schemas.microsoft.com/office/drawing/2014/main" id="{61DAC08A-2B30-965E-602F-F27D809D505C}"/>
              </a:ext>
            </a:extLst>
          </p:cNvPr>
          <p:cNvSpPr/>
          <p:nvPr/>
        </p:nvSpPr>
        <p:spPr>
          <a:xfrm>
            <a:off x="10047965" y="1238250"/>
            <a:ext cx="827005" cy="827005"/>
          </a:xfrm>
          <a:prstGeom prst="ellipse">
            <a:avLst/>
          </a:prstGeom>
          <a:solidFill>
            <a:srgbClr val="7A8C8E"/>
          </a:solidFill>
          <a:ln>
            <a:noFill/>
          </a:ln>
        </p:spPr>
        <p:style>
          <a:lnRef idx="2">
            <a:srgbClr val="336699">
              <a:shade val="50000"/>
            </a:srgbClr>
          </a:lnRef>
          <a:fillRef idx="1">
            <a:srgbClr val="336699"/>
          </a:fillRef>
          <a:effectRef idx="0">
            <a:srgbClr val="336699"/>
          </a:effectRef>
          <a:fontRef idx="minor">
            <a:srgbClr val="FFFFFF"/>
          </a:fontRef>
        </p:style>
        <p:txBody>
          <a:bodyPr tIns="0" bIns="0" rtlCol="0" anchor="ctr"/>
          <a:lstStyle/>
          <a:p>
            <a:pPr algn="ctr"/>
            <a:endParaRPr lang="en-US" sz="1504" b="1" dirty="0"/>
          </a:p>
        </p:txBody>
      </p:sp>
      <p:sp>
        <p:nvSpPr>
          <p:cNvPr id="132" name="Rectangle 13">
            <a:extLst>
              <a:ext uri="{FF2B5EF4-FFF2-40B4-BE49-F238E27FC236}">
                <a16:creationId xmlns:a16="http://schemas.microsoft.com/office/drawing/2014/main" id="{8AB7070B-3FA2-5C57-3D18-B7DA09C23D87}"/>
              </a:ext>
            </a:extLst>
          </p:cNvPr>
          <p:cNvSpPr/>
          <p:nvPr/>
        </p:nvSpPr>
        <p:spPr>
          <a:xfrm>
            <a:off x="1343557" y="1453864"/>
            <a:ext cx="770314" cy="376116"/>
          </a:xfrm>
          <a:prstGeom prst="rect">
            <a:avLst/>
          </a:prstGeom>
          <a:ln>
            <a:noFill/>
          </a:ln>
        </p:spPr>
        <p:txBody>
          <a:bodyPr wrap="none">
            <a:spAutoFit/>
          </a:bodyPr>
          <a:lstStyle/>
          <a:p>
            <a:pPr algn="ctr"/>
            <a:r>
              <a:rPr lang="en-US" altLang="zh-CN" sz="1880" b="1" dirty="0">
                <a:solidFill>
                  <a:prstClr val="white"/>
                </a:solidFill>
                <a:latin typeface="微软雅黑" panose="020B0503020204020204" pitchFamily="34" charset="-122"/>
                <a:ea typeface="微软雅黑" panose="020B0503020204020204" pitchFamily="34" charset="-122"/>
              </a:rPr>
              <a:t>2020</a:t>
            </a:r>
            <a:endParaRPr lang="en-US" sz="1880" dirty="0">
              <a:latin typeface="微软雅黑" panose="020B0503020204020204" pitchFamily="34" charset="-122"/>
              <a:ea typeface="微软雅黑" panose="020B0503020204020204" pitchFamily="34" charset="-122"/>
            </a:endParaRPr>
          </a:p>
        </p:txBody>
      </p:sp>
      <p:sp>
        <p:nvSpPr>
          <p:cNvPr id="133" name="Rectangle 88">
            <a:extLst>
              <a:ext uri="{FF2B5EF4-FFF2-40B4-BE49-F238E27FC236}">
                <a16:creationId xmlns:a16="http://schemas.microsoft.com/office/drawing/2014/main" id="{E3BE696B-2764-4139-2BED-E35F089B9E19}"/>
              </a:ext>
            </a:extLst>
          </p:cNvPr>
          <p:cNvSpPr/>
          <p:nvPr/>
        </p:nvSpPr>
        <p:spPr>
          <a:xfrm>
            <a:off x="3527201" y="1453864"/>
            <a:ext cx="770314" cy="376116"/>
          </a:xfrm>
          <a:prstGeom prst="rect">
            <a:avLst/>
          </a:prstGeom>
          <a:ln>
            <a:noFill/>
          </a:ln>
        </p:spPr>
        <p:txBody>
          <a:bodyPr wrap="none">
            <a:spAutoFit/>
          </a:bodyPr>
          <a:lstStyle/>
          <a:p>
            <a:pPr algn="ctr"/>
            <a:r>
              <a:rPr lang="en-US" altLang="zh-CN" sz="1880" b="1" dirty="0">
                <a:solidFill>
                  <a:srgbClr val="FFFFFF"/>
                </a:solidFill>
                <a:latin typeface="微软雅黑" panose="020B0503020204020204" pitchFamily="34" charset="-122"/>
                <a:ea typeface="微软雅黑" panose="020B0503020204020204" pitchFamily="34" charset="-122"/>
              </a:rPr>
              <a:t>2021</a:t>
            </a:r>
            <a:endParaRPr lang="en-US" sz="1880" dirty="0">
              <a:solidFill>
                <a:srgbClr val="FFFFFF"/>
              </a:solidFill>
              <a:latin typeface="微软雅黑" panose="020B0503020204020204" pitchFamily="34" charset="-122"/>
              <a:ea typeface="微软雅黑" panose="020B0503020204020204" pitchFamily="34" charset="-122"/>
            </a:endParaRPr>
          </a:p>
        </p:txBody>
      </p:sp>
      <p:sp>
        <p:nvSpPr>
          <p:cNvPr id="134" name="Rectangle 89">
            <a:extLst>
              <a:ext uri="{FF2B5EF4-FFF2-40B4-BE49-F238E27FC236}">
                <a16:creationId xmlns:a16="http://schemas.microsoft.com/office/drawing/2014/main" id="{CBD88B44-B64B-B6A1-592A-937DCE4EDA92}"/>
              </a:ext>
            </a:extLst>
          </p:cNvPr>
          <p:cNvSpPr/>
          <p:nvPr/>
        </p:nvSpPr>
        <p:spPr>
          <a:xfrm>
            <a:off x="5710843" y="1453864"/>
            <a:ext cx="770314" cy="376116"/>
          </a:xfrm>
          <a:prstGeom prst="rect">
            <a:avLst/>
          </a:prstGeom>
          <a:ln>
            <a:noFill/>
          </a:ln>
        </p:spPr>
        <p:txBody>
          <a:bodyPr wrap="none">
            <a:spAutoFit/>
          </a:bodyPr>
          <a:lstStyle/>
          <a:p>
            <a:pPr algn="ctr"/>
            <a:r>
              <a:rPr lang="en-US" altLang="zh-CN" sz="1880" b="1" dirty="0">
                <a:solidFill>
                  <a:srgbClr val="FFFFFF"/>
                </a:solidFill>
                <a:latin typeface="微软雅黑" panose="020B0503020204020204" pitchFamily="34" charset="-122"/>
                <a:ea typeface="微软雅黑" panose="020B0503020204020204" pitchFamily="34" charset="-122"/>
              </a:rPr>
              <a:t>2022</a:t>
            </a:r>
            <a:endParaRPr lang="en-US" sz="1880" dirty="0">
              <a:solidFill>
                <a:srgbClr val="FFFFFF"/>
              </a:solidFill>
              <a:latin typeface="微软雅黑" panose="020B0503020204020204" pitchFamily="34" charset="-122"/>
              <a:ea typeface="微软雅黑" panose="020B0503020204020204" pitchFamily="34" charset="-122"/>
            </a:endParaRPr>
          </a:p>
        </p:txBody>
      </p:sp>
      <p:sp>
        <p:nvSpPr>
          <p:cNvPr id="135" name="Rectangle 90">
            <a:extLst>
              <a:ext uri="{FF2B5EF4-FFF2-40B4-BE49-F238E27FC236}">
                <a16:creationId xmlns:a16="http://schemas.microsoft.com/office/drawing/2014/main" id="{488ECEF0-9795-61FD-C927-CBC3C3F876A3}"/>
              </a:ext>
            </a:extLst>
          </p:cNvPr>
          <p:cNvSpPr/>
          <p:nvPr/>
        </p:nvSpPr>
        <p:spPr>
          <a:xfrm>
            <a:off x="7894485" y="1453864"/>
            <a:ext cx="770314" cy="376116"/>
          </a:xfrm>
          <a:prstGeom prst="rect">
            <a:avLst/>
          </a:prstGeom>
          <a:ln>
            <a:noFill/>
          </a:ln>
        </p:spPr>
        <p:txBody>
          <a:bodyPr wrap="none">
            <a:spAutoFit/>
          </a:bodyPr>
          <a:lstStyle/>
          <a:p>
            <a:pPr algn="ctr"/>
            <a:r>
              <a:rPr lang="en-US" altLang="zh-CN" sz="1880" b="1" dirty="0">
                <a:solidFill>
                  <a:prstClr val="white"/>
                </a:solidFill>
                <a:latin typeface="微软雅黑" panose="020B0503020204020204" pitchFamily="34" charset="-122"/>
                <a:ea typeface="微软雅黑" panose="020B0503020204020204" pitchFamily="34" charset="-122"/>
              </a:rPr>
              <a:t>2023</a:t>
            </a:r>
            <a:endParaRPr lang="en-US" sz="1880" dirty="0">
              <a:latin typeface="微软雅黑" panose="020B0503020204020204" pitchFamily="34" charset="-122"/>
              <a:ea typeface="微软雅黑" panose="020B0503020204020204" pitchFamily="34" charset="-122"/>
            </a:endParaRPr>
          </a:p>
        </p:txBody>
      </p:sp>
      <p:sp>
        <p:nvSpPr>
          <p:cNvPr id="136" name="Rectangle 91">
            <a:extLst>
              <a:ext uri="{FF2B5EF4-FFF2-40B4-BE49-F238E27FC236}">
                <a16:creationId xmlns:a16="http://schemas.microsoft.com/office/drawing/2014/main" id="{369DB8B7-CF4A-4AEC-E74D-3211CFC2698A}"/>
              </a:ext>
            </a:extLst>
          </p:cNvPr>
          <p:cNvSpPr/>
          <p:nvPr/>
        </p:nvSpPr>
        <p:spPr>
          <a:xfrm>
            <a:off x="10076312" y="1453864"/>
            <a:ext cx="770314" cy="376116"/>
          </a:xfrm>
          <a:prstGeom prst="rect">
            <a:avLst/>
          </a:prstGeom>
          <a:ln>
            <a:noFill/>
          </a:ln>
        </p:spPr>
        <p:txBody>
          <a:bodyPr wrap="none">
            <a:spAutoFit/>
          </a:bodyPr>
          <a:lstStyle/>
          <a:p>
            <a:pPr algn="ctr"/>
            <a:r>
              <a:rPr lang="en-US" altLang="zh-CN" sz="1880" b="1" dirty="0">
                <a:solidFill>
                  <a:srgbClr val="FFFFFF"/>
                </a:solidFill>
                <a:latin typeface="微软雅黑" panose="020B0503020204020204" pitchFamily="34" charset="-122"/>
                <a:ea typeface="微软雅黑" panose="020B0503020204020204" pitchFamily="34" charset="-122"/>
              </a:rPr>
              <a:t>2024</a:t>
            </a:r>
            <a:endParaRPr lang="en-US" sz="1880" dirty="0">
              <a:solidFill>
                <a:srgbClr val="FFFFFF"/>
              </a:solidFill>
              <a:latin typeface="微软雅黑" panose="020B0503020204020204" pitchFamily="34" charset="-122"/>
              <a:ea typeface="微软雅黑" panose="020B0503020204020204" pitchFamily="34" charset="-122"/>
            </a:endParaRPr>
          </a:p>
        </p:txBody>
      </p:sp>
      <p:sp>
        <p:nvSpPr>
          <p:cNvPr id="137" name="Freeform 62">
            <a:extLst>
              <a:ext uri="{FF2B5EF4-FFF2-40B4-BE49-F238E27FC236}">
                <a16:creationId xmlns:a16="http://schemas.microsoft.com/office/drawing/2014/main" id="{4C084056-C83C-97CA-FC78-D71BD77202A1}"/>
              </a:ext>
            </a:extLst>
          </p:cNvPr>
          <p:cNvSpPr>
            <a:spLocks noEditPoints="1"/>
          </p:cNvSpPr>
          <p:nvPr/>
        </p:nvSpPr>
        <p:spPr bwMode="auto">
          <a:xfrm>
            <a:off x="3763161" y="2696876"/>
            <a:ext cx="311548" cy="281821"/>
          </a:xfrm>
          <a:custGeom>
            <a:avLst/>
            <a:gdLst>
              <a:gd name="T0" fmla="*/ 396429 w 256"/>
              <a:gd name="T1" fmla="*/ 376238 h 232"/>
              <a:gd name="T2" fmla="*/ 363934 w 256"/>
              <a:gd name="T3" fmla="*/ 376238 h 232"/>
              <a:gd name="T4" fmla="*/ 363934 w 256"/>
              <a:gd name="T5" fmla="*/ 220553 h 232"/>
              <a:gd name="T6" fmla="*/ 363934 w 256"/>
              <a:gd name="T7" fmla="*/ 97303 h 232"/>
              <a:gd name="T8" fmla="*/ 396429 w 256"/>
              <a:gd name="T9" fmla="*/ 97303 h 232"/>
              <a:gd name="T10" fmla="*/ 415925 w 256"/>
              <a:gd name="T11" fmla="*/ 116764 h 232"/>
              <a:gd name="T12" fmla="*/ 415925 w 256"/>
              <a:gd name="T13" fmla="*/ 240014 h 232"/>
              <a:gd name="T14" fmla="*/ 415925 w 256"/>
              <a:gd name="T15" fmla="*/ 317856 h 232"/>
              <a:gd name="T16" fmla="*/ 415925 w 256"/>
              <a:gd name="T17" fmla="*/ 356777 h 232"/>
              <a:gd name="T18" fmla="*/ 396429 w 256"/>
              <a:gd name="T19" fmla="*/ 376238 h 232"/>
              <a:gd name="T20" fmla="*/ 71487 w 256"/>
              <a:gd name="T21" fmla="*/ 376238 h 232"/>
              <a:gd name="T22" fmla="*/ 71487 w 256"/>
              <a:gd name="T23" fmla="*/ 220553 h 232"/>
              <a:gd name="T24" fmla="*/ 71487 w 256"/>
              <a:gd name="T25" fmla="*/ 214066 h 232"/>
              <a:gd name="T26" fmla="*/ 71487 w 256"/>
              <a:gd name="T27" fmla="*/ 97303 h 232"/>
              <a:gd name="T28" fmla="*/ 110480 w 256"/>
              <a:gd name="T29" fmla="*/ 97303 h 232"/>
              <a:gd name="T30" fmla="*/ 207963 w 256"/>
              <a:gd name="T31" fmla="*/ 0 h 232"/>
              <a:gd name="T32" fmla="*/ 305445 w 256"/>
              <a:gd name="T33" fmla="*/ 97303 h 232"/>
              <a:gd name="T34" fmla="*/ 344438 w 256"/>
              <a:gd name="T35" fmla="*/ 97303 h 232"/>
              <a:gd name="T36" fmla="*/ 344438 w 256"/>
              <a:gd name="T37" fmla="*/ 220553 h 232"/>
              <a:gd name="T38" fmla="*/ 344438 w 256"/>
              <a:gd name="T39" fmla="*/ 376238 h 232"/>
              <a:gd name="T40" fmla="*/ 71487 w 256"/>
              <a:gd name="T41" fmla="*/ 376238 h 232"/>
              <a:gd name="T42" fmla="*/ 207963 w 256"/>
              <a:gd name="T43" fmla="*/ 38921 h 232"/>
              <a:gd name="T44" fmla="*/ 149473 w 256"/>
              <a:gd name="T45" fmla="*/ 97303 h 232"/>
              <a:gd name="T46" fmla="*/ 266452 w 256"/>
              <a:gd name="T47" fmla="*/ 97303 h 232"/>
              <a:gd name="T48" fmla="*/ 207963 w 256"/>
              <a:gd name="T49" fmla="*/ 38921 h 232"/>
              <a:gd name="T50" fmla="*/ 0 w 256"/>
              <a:gd name="T51" fmla="*/ 356777 h 232"/>
              <a:gd name="T52" fmla="*/ 0 w 256"/>
              <a:gd name="T53" fmla="*/ 317856 h 232"/>
              <a:gd name="T54" fmla="*/ 0 w 256"/>
              <a:gd name="T55" fmla="*/ 240014 h 232"/>
              <a:gd name="T56" fmla="*/ 0 w 256"/>
              <a:gd name="T57" fmla="*/ 116764 h 232"/>
              <a:gd name="T58" fmla="*/ 19496 w 256"/>
              <a:gd name="T59" fmla="*/ 97303 h 232"/>
              <a:gd name="T60" fmla="*/ 51991 w 256"/>
              <a:gd name="T61" fmla="*/ 97303 h 232"/>
              <a:gd name="T62" fmla="*/ 51991 w 256"/>
              <a:gd name="T63" fmla="*/ 214066 h 232"/>
              <a:gd name="T64" fmla="*/ 51991 w 256"/>
              <a:gd name="T65" fmla="*/ 220553 h 232"/>
              <a:gd name="T66" fmla="*/ 51991 w 256"/>
              <a:gd name="T67" fmla="*/ 376238 h 232"/>
              <a:gd name="T68" fmla="*/ 19496 w 256"/>
              <a:gd name="T69" fmla="*/ 376238 h 232"/>
              <a:gd name="T70" fmla="*/ 0 w 256"/>
              <a:gd name="T71" fmla="*/ 356777 h 23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256" h="232">
                <a:moveTo>
                  <a:pt x="244" y="232"/>
                </a:moveTo>
                <a:cubicBezTo>
                  <a:pt x="224" y="232"/>
                  <a:pt x="224" y="232"/>
                  <a:pt x="224" y="232"/>
                </a:cubicBezTo>
                <a:cubicBezTo>
                  <a:pt x="224" y="136"/>
                  <a:pt x="224" y="136"/>
                  <a:pt x="224" y="136"/>
                </a:cubicBezTo>
                <a:cubicBezTo>
                  <a:pt x="224" y="60"/>
                  <a:pt x="224" y="60"/>
                  <a:pt x="224" y="60"/>
                </a:cubicBezTo>
                <a:cubicBezTo>
                  <a:pt x="244" y="60"/>
                  <a:pt x="244" y="60"/>
                  <a:pt x="244" y="60"/>
                </a:cubicBezTo>
                <a:cubicBezTo>
                  <a:pt x="251" y="60"/>
                  <a:pt x="256" y="65"/>
                  <a:pt x="256" y="72"/>
                </a:cubicBezTo>
                <a:cubicBezTo>
                  <a:pt x="256" y="148"/>
                  <a:pt x="256" y="148"/>
                  <a:pt x="256" y="148"/>
                </a:cubicBezTo>
                <a:cubicBezTo>
                  <a:pt x="256" y="196"/>
                  <a:pt x="256" y="196"/>
                  <a:pt x="256" y="196"/>
                </a:cubicBezTo>
                <a:cubicBezTo>
                  <a:pt x="256" y="220"/>
                  <a:pt x="256" y="220"/>
                  <a:pt x="256" y="220"/>
                </a:cubicBezTo>
                <a:cubicBezTo>
                  <a:pt x="256" y="227"/>
                  <a:pt x="251" y="232"/>
                  <a:pt x="244" y="232"/>
                </a:cubicBezTo>
                <a:moveTo>
                  <a:pt x="44" y="232"/>
                </a:moveTo>
                <a:cubicBezTo>
                  <a:pt x="44" y="136"/>
                  <a:pt x="44" y="136"/>
                  <a:pt x="44" y="136"/>
                </a:cubicBezTo>
                <a:cubicBezTo>
                  <a:pt x="44" y="132"/>
                  <a:pt x="44" y="132"/>
                  <a:pt x="44" y="132"/>
                </a:cubicBezTo>
                <a:cubicBezTo>
                  <a:pt x="44" y="60"/>
                  <a:pt x="44" y="60"/>
                  <a:pt x="44" y="60"/>
                </a:cubicBezTo>
                <a:cubicBezTo>
                  <a:pt x="68" y="60"/>
                  <a:pt x="68" y="60"/>
                  <a:pt x="68" y="60"/>
                </a:cubicBezTo>
                <a:cubicBezTo>
                  <a:pt x="68" y="27"/>
                  <a:pt x="95" y="0"/>
                  <a:pt x="128" y="0"/>
                </a:cubicBezTo>
                <a:cubicBezTo>
                  <a:pt x="161" y="0"/>
                  <a:pt x="188" y="27"/>
                  <a:pt x="188" y="60"/>
                </a:cubicBezTo>
                <a:cubicBezTo>
                  <a:pt x="212" y="60"/>
                  <a:pt x="212" y="60"/>
                  <a:pt x="212" y="60"/>
                </a:cubicBezTo>
                <a:cubicBezTo>
                  <a:pt x="212" y="136"/>
                  <a:pt x="212" y="136"/>
                  <a:pt x="212" y="136"/>
                </a:cubicBezTo>
                <a:cubicBezTo>
                  <a:pt x="212" y="232"/>
                  <a:pt x="212" y="232"/>
                  <a:pt x="212" y="232"/>
                </a:cubicBezTo>
                <a:lnTo>
                  <a:pt x="44" y="232"/>
                </a:lnTo>
                <a:close/>
                <a:moveTo>
                  <a:pt x="128" y="24"/>
                </a:moveTo>
                <a:cubicBezTo>
                  <a:pt x="108" y="24"/>
                  <a:pt x="92" y="40"/>
                  <a:pt x="92" y="60"/>
                </a:cubicBezTo>
                <a:cubicBezTo>
                  <a:pt x="164" y="60"/>
                  <a:pt x="164" y="60"/>
                  <a:pt x="164" y="60"/>
                </a:cubicBezTo>
                <a:cubicBezTo>
                  <a:pt x="164" y="40"/>
                  <a:pt x="148" y="24"/>
                  <a:pt x="128" y="24"/>
                </a:cubicBezTo>
                <a:moveTo>
                  <a:pt x="0" y="220"/>
                </a:moveTo>
                <a:cubicBezTo>
                  <a:pt x="0" y="196"/>
                  <a:pt x="0" y="196"/>
                  <a:pt x="0" y="196"/>
                </a:cubicBezTo>
                <a:cubicBezTo>
                  <a:pt x="0" y="148"/>
                  <a:pt x="0" y="148"/>
                  <a:pt x="0" y="148"/>
                </a:cubicBezTo>
                <a:cubicBezTo>
                  <a:pt x="0" y="72"/>
                  <a:pt x="0" y="72"/>
                  <a:pt x="0" y="72"/>
                </a:cubicBezTo>
                <a:cubicBezTo>
                  <a:pt x="0" y="65"/>
                  <a:pt x="5" y="60"/>
                  <a:pt x="12" y="60"/>
                </a:cubicBezTo>
                <a:cubicBezTo>
                  <a:pt x="32" y="60"/>
                  <a:pt x="32" y="60"/>
                  <a:pt x="32" y="60"/>
                </a:cubicBezTo>
                <a:cubicBezTo>
                  <a:pt x="32" y="132"/>
                  <a:pt x="32" y="132"/>
                  <a:pt x="32" y="132"/>
                </a:cubicBezTo>
                <a:cubicBezTo>
                  <a:pt x="32" y="136"/>
                  <a:pt x="32" y="136"/>
                  <a:pt x="32" y="136"/>
                </a:cubicBezTo>
                <a:cubicBezTo>
                  <a:pt x="32" y="232"/>
                  <a:pt x="32" y="232"/>
                  <a:pt x="32" y="232"/>
                </a:cubicBezTo>
                <a:cubicBezTo>
                  <a:pt x="12" y="232"/>
                  <a:pt x="12" y="232"/>
                  <a:pt x="12" y="232"/>
                </a:cubicBezTo>
                <a:cubicBezTo>
                  <a:pt x="5" y="232"/>
                  <a:pt x="0" y="227"/>
                  <a:pt x="0" y="220"/>
                </a:cubicBezTo>
              </a:path>
            </a:pathLst>
          </a:custGeom>
          <a:solidFill>
            <a:srgbClr val="FFFFFF"/>
          </a:solidFill>
          <a:ln>
            <a:noFill/>
          </a:ln>
        </p:spPr>
        <p:txBody>
          <a:bodyPr/>
          <a:lstStyle/>
          <a:p>
            <a:endParaRPr lang="en-US" dirty="0"/>
          </a:p>
        </p:txBody>
      </p:sp>
      <p:sp>
        <p:nvSpPr>
          <p:cNvPr id="138" name="椭圆 6">
            <a:extLst>
              <a:ext uri="{FF2B5EF4-FFF2-40B4-BE49-F238E27FC236}">
                <a16:creationId xmlns:a16="http://schemas.microsoft.com/office/drawing/2014/main" id="{AB219BEE-D1C3-20A4-6006-919A8E7933BC}"/>
              </a:ext>
            </a:extLst>
          </p:cNvPr>
          <p:cNvSpPr/>
          <p:nvPr/>
        </p:nvSpPr>
        <p:spPr>
          <a:xfrm>
            <a:off x="3673721" y="2605498"/>
            <a:ext cx="490428" cy="490428"/>
          </a:xfrm>
          <a:prstGeom prst="ellipse">
            <a:avLst/>
          </a:prstGeom>
          <a:noFill/>
          <a:ln w="31750">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9" name="Freeform 69">
            <a:extLst>
              <a:ext uri="{FF2B5EF4-FFF2-40B4-BE49-F238E27FC236}">
                <a16:creationId xmlns:a16="http://schemas.microsoft.com/office/drawing/2014/main" id="{93248FC6-7071-026E-91D4-A9095D6A239C}"/>
              </a:ext>
            </a:extLst>
          </p:cNvPr>
          <p:cNvSpPr>
            <a:spLocks noEditPoints="1"/>
          </p:cNvSpPr>
          <p:nvPr/>
        </p:nvSpPr>
        <p:spPr bwMode="auto">
          <a:xfrm>
            <a:off x="1553777" y="2703151"/>
            <a:ext cx="349873" cy="295122"/>
          </a:xfrm>
          <a:custGeom>
            <a:avLst/>
            <a:gdLst>
              <a:gd name="T0" fmla="*/ 415925 w 256"/>
              <a:gd name="T1" fmla="*/ 147806 h 216"/>
              <a:gd name="T2" fmla="*/ 415925 w 256"/>
              <a:gd name="T3" fmla="*/ 149431 h 216"/>
              <a:gd name="T4" fmla="*/ 415925 w 256"/>
              <a:gd name="T5" fmla="*/ 149431 h 216"/>
              <a:gd name="T6" fmla="*/ 378557 w 256"/>
              <a:gd name="T7" fmla="*/ 168922 h 216"/>
              <a:gd name="T8" fmla="*/ 337939 w 256"/>
              <a:gd name="T9" fmla="*/ 336219 h 216"/>
              <a:gd name="T10" fmla="*/ 315193 w 256"/>
              <a:gd name="T11" fmla="*/ 350837 h 216"/>
              <a:gd name="T12" fmla="*/ 97482 w 256"/>
              <a:gd name="T13" fmla="*/ 350837 h 216"/>
              <a:gd name="T14" fmla="*/ 97482 w 256"/>
              <a:gd name="T15" fmla="*/ 350837 h 216"/>
              <a:gd name="T16" fmla="*/ 77986 w 256"/>
              <a:gd name="T17" fmla="*/ 336219 h 216"/>
              <a:gd name="T18" fmla="*/ 19496 w 256"/>
              <a:gd name="T19" fmla="*/ 168922 h 216"/>
              <a:gd name="T20" fmla="*/ 19496 w 256"/>
              <a:gd name="T21" fmla="*/ 129940 h 216"/>
              <a:gd name="T22" fmla="*/ 159221 w 256"/>
              <a:gd name="T23" fmla="*/ 129940 h 216"/>
              <a:gd name="T24" fmla="*/ 240457 w 256"/>
              <a:gd name="T25" fmla="*/ 129940 h 216"/>
              <a:gd name="T26" fmla="*/ 289198 w 256"/>
              <a:gd name="T27" fmla="*/ 129940 h 216"/>
              <a:gd name="T28" fmla="*/ 318443 w 256"/>
              <a:gd name="T29" fmla="*/ 129940 h 216"/>
              <a:gd name="T30" fmla="*/ 396429 w 256"/>
              <a:gd name="T31" fmla="*/ 129940 h 216"/>
              <a:gd name="T32" fmla="*/ 398053 w 256"/>
              <a:gd name="T33" fmla="*/ 129940 h 216"/>
              <a:gd name="T34" fmla="*/ 415925 w 256"/>
              <a:gd name="T35" fmla="*/ 146182 h 216"/>
              <a:gd name="T36" fmla="*/ 129977 w 256"/>
              <a:gd name="T37" fmla="*/ 168922 h 216"/>
              <a:gd name="T38" fmla="*/ 110480 w 256"/>
              <a:gd name="T39" fmla="*/ 292364 h 216"/>
              <a:gd name="T40" fmla="*/ 149473 w 256"/>
              <a:gd name="T41" fmla="*/ 292364 h 216"/>
              <a:gd name="T42" fmla="*/ 227459 w 256"/>
              <a:gd name="T43" fmla="*/ 188412 h 216"/>
              <a:gd name="T44" fmla="*/ 188466 w 256"/>
              <a:gd name="T45" fmla="*/ 188412 h 216"/>
              <a:gd name="T46" fmla="*/ 207963 w 256"/>
              <a:gd name="T47" fmla="*/ 311855 h 216"/>
              <a:gd name="T48" fmla="*/ 227459 w 256"/>
              <a:gd name="T49" fmla="*/ 188412 h 216"/>
              <a:gd name="T50" fmla="*/ 285948 w 256"/>
              <a:gd name="T51" fmla="*/ 168922 h 216"/>
              <a:gd name="T52" fmla="*/ 266452 w 256"/>
              <a:gd name="T53" fmla="*/ 292364 h 216"/>
              <a:gd name="T54" fmla="*/ 305445 w 256"/>
              <a:gd name="T55" fmla="*/ 292364 h 216"/>
              <a:gd name="T56" fmla="*/ 230708 w 256"/>
              <a:gd name="T57" fmla="*/ 29236 h 216"/>
              <a:gd name="T58" fmla="*/ 227459 w 256"/>
              <a:gd name="T59" fmla="*/ 19491 h 216"/>
              <a:gd name="T60" fmla="*/ 264827 w 256"/>
              <a:gd name="T61" fmla="*/ 11370 h 216"/>
              <a:gd name="T62" fmla="*/ 316818 w 256"/>
              <a:gd name="T63" fmla="*/ 110449 h 216"/>
              <a:gd name="T64" fmla="*/ 230708 w 256"/>
              <a:gd name="T65" fmla="*/ 29236 h 216"/>
              <a:gd name="T66" fmla="*/ 142974 w 256"/>
              <a:gd name="T67" fmla="*/ 110449 h 216"/>
              <a:gd name="T68" fmla="*/ 151098 w 256"/>
              <a:gd name="T69" fmla="*/ 11370 h 216"/>
              <a:gd name="T70" fmla="*/ 168970 w 256"/>
              <a:gd name="T71" fmla="*/ 0 h 216"/>
              <a:gd name="T72" fmla="*/ 185217 w 256"/>
              <a:gd name="T73" fmla="*/ 29236 h 21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256" h="216">
                <a:moveTo>
                  <a:pt x="256" y="90"/>
                </a:moveTo>
                <a:cubicBezTo>
                  <a:pt x="256" y="91"/>
                  <a:pt x="256" y="91"/>
                  <a:pt x="256" y="91"/>
                </a:cubicBezTo>
                <a:cubicBezTo>
                  <a:pt x="256" y="91"/>
                  <a:pt x="256" y="92"/>
                  <a:pt x="256" y="92"/>
                </a:cubicBezTo>
                <a:cubicBezTo>
                  <a:pt x="256" y="92"/>
                  <a:pt x="256" y="92"/>
                  <a:pt x="256" y="92"/>
                </a:cubicBezTo>
                <a:cubicBezTo>
                  <a:pt x="256" y="92"/>
                  <a:pt x="256" y="92"/>
                  <a:pt x="256" y="92"/>
                </a:cubicBezTo>
                <a:cubicBezTo>
                  <a:pt x="256" y="92"/>
                  <a:pt x="256" y="92"/>
                  <a:pt x="256" y="92"/>
                </a:cubicBezTo>
                <a:cubicBezTo>
                  <a:pt x="256" y="99"/>
                  <a:pt x="251" y="104"/>
                  <a:pt x="244" y="104"/>
                </a:cubicBezTo>
                <a:cubicBezTo>
                  <a:pt x="233" y="104"/>
                  <a:pt x="233" y="104"/>
                  <a:pt x="233" y="104"/>
                </a:cubicBezTo>
                <a:cubicBezTo>
                  <a:pt x="208" y="207"/>
                  <a:pt x="208" y="207"/>
                  <a:pt x="208" y="207"/>
                </a:cubicBezTo>
                <a:cubicBezTo>
                  <a:pt x="208" y="207"/>
                  <a:pt x="208" y="207"/>
                  <a:pt x="208" y="207"/>
                </a:cubicBezTo>
                <a:cubicBezTo>
                  <a:pt x="206" y="212"/>
                  <a:pt x="202" y="216"/>
                  <a:pt x="196" y="216"/>
                </a:cubicBezTo>
                <a:cubicBezTo>
                  <a:pt x="194" y="216"/>
                  <a:pt x="194" y="216"/>
                  <a:pt x="194" y="216"/>
                </a:cubicBezTo>
                <a:cubicBezTo>
                  <a:pt x="191" y="216"/>
                  <a:pt x="191" y="216"/>
                  <a:pt x="191" y="216"/>
                </a:cubicBezTo>
                <a:cubicBezTo>
                  <a:pt x="60" y="216"/>
                  <a:pt x="60" y="216"/>
                  <a:pt x="60" y="216"/>
                </a:cubicBezTo>
                <a:cubicBezTo>
                  <a:pt x="60" y="216"/>
                  <a:pt x="60" y="216"/>
                  <a:pt x="60" y="216"/>
                </a:cubicBezTo>
                <a:cubicBezTo>
                  <a:pt x="60" y="216"/>
                  <a:pt x="60" y="216"/>
                  <a:pt x="60" y="216"/>
                </a:cubicBezTo>
                <a:cubicBezTo>
                  <a:pt x="54" y="216"/>
                  <a:pt x="50" y="212"/>
                  <a:pt x="48" y="207"/>
                </a:cubicBezTo>
                <a:cubicBezTo>
                  <a:pt x="48" y="207"/>
                  <a:pt x="48" y="207"/>
                  <a:pt x="48" y="207"/>
                </a:cubicBezTo>
                <a:cubicBezTo>
                  <a:pt x="23" y="104"/>
                  <a:pt x="23" y="104"/>
                  <a:pt x="23" y="104"/>
                </a:cubicBezTo>
                <a:cubicBezTo>
                  <a:pt x="12" y="104"/>
                  <a:pt x="12" y="104"/>
                  <a:pt x="12" y="104"/>
                </a:cubicBezTo>
                <a:cubicBezTo>
                  <a:pt x="5" y="104"/>
                  <a:pt x="0" y="99"/>
                  <a:pt x="0" y="92"/>
                </a:cubicBezTo>
                <a:cubicBezTo>
                  <a:pt x="0" y="85"/>
                  <a:pt x="5" y="80"/>
                  <a:pt x="12" y="80"/>
                </a:cubicBezTo>
                <a:cubicBezTo>
                  <a:pt x="58" y="80"/>
                  <a:pt x="58" y="80"/>
                  <a:pt x="58" y="80"/>
                </a:cubicBezTo>
                <a:cubicBezTo>
                  <a:pt x="98" y="80"/>
                  <a:pt x="98" y="80"/>
                  <a:pt x="98" y="80"/>
                </a:cubicBezTo>
                <a:cubicBezTo>
                  <a:pt x="98" y="80"/>
                  <a:pt x="98" y="80"/>
                  <a:pt x="98" y="80"/>
                </a:cubicBezTo>
                <a:cubicBezTo>
                  <a:pt x="148" y="80"/>
                  <a:pt x="148" y="80"/>
                  <a:pt x="148" y="80"/>
                </a:cubicBezTo>
                <a:cubicBezTo>
                  <a:pt x="148" y="80"/>
                  <a:pt x="148" y="80"/>
                  <a:pt x="148" y="80"/>
                </a:cubicBezTo>
                <a:cubicBezTo>
                  <a:pt x="178" y="80"/>
                  <a:pt x="178" y="80"/>
                  <a:pt x="178" y="80"/>
                </a:cubicBezTo>
                <a:cubicBezTo>
                  <a:pt x="179" y="80"/>
                  <a:pt x="179" y="80"/>
                  <a:pt x="179" y="80"/>
                </a:cubicBezTo>
                <a:cubicBezTo>
                  <a:pt x="196" y="80"/>
                  <a:pt x="196" y="80"/>
                  <a:pt x="196" y="80"/>
                </a:cubicBezTo>
                <a:cubicBezTo>
                  <a:pt x="198" y="80"/>
                  <a:pt x="198" y="80"/>
                  <a:pt x="198" y="80"/>
                </a:cubicBezTo>
                <a:cubicBezTo>
                  <a:pt x="244" y="80"/>
                  <a:pt x="244" y="80"/>
                  <a:pt x="244" y="80"/>
                </a:cubicBezTo>
                <a:cubicBezTo>
                  <a:pt x="244" y="80"/>
                  <a:pt x="244" y="80"/>
                  <a:pt x="244" y="80"/>
                </a:cubicBezTo>
                <a:cubicBezTo>
                  <a:pt x="245" y="80"/>
                  <a:pt x="245" y="80"/>
                  <a:pt x="245" y="80"/>
                </a:cubicBezTo>
                <a:cubicBezTo>
                  <a:pt x="251" y="80"/>
                  <a:pt x="255" y="85"/>
                  <a:pt x="256" y="90"/>
                </a:cubicBezTo>
                <a:cubicBezTo>
                  <a:pt x="256" y="90"/>
                  <a:pt x="256" y="90"/>
                  <a:pt x="256" y="90"/>
                </a:cubicBezTo>
                <a:moveTo>
                  <a:pt x="92" y="116"/>
                </a:moveTo>
                <a:cubicBezTo>
                  <a:pt x="92" y="109"/>
                  <a:pt x="87" y="104"/>
                  <a:pt x="80" y="104"/>
                </a:cubicBezTo>
                <a:cubicBezTo>
                  <a:pt x="73" y="104"/>
                  <a:pt x="68" y="109"/>
                  <a:pt x="68" y="116"/>
                </a:cubicBezTo>
                <a:cubicBezTo>
                  <a:pt x="68" y="180"/>
                  <a:pt x="68" y="180"/>
                  <a:pt x="68" y="180"/>
                </a:cubicBezTo>
                <a:cubicBezTo>
                  <a:pt x="68" y="187"/>
                  <a:pt x="73" y="192"/>
                  <a:pt x="80" y="192"/>
                </a:cubicBezTo>
                <a:cubicBezTo>
                  <a:pt x="87" y="192"/>
                  <a:pt x="92" y="187"/>
                  <a:pt x="92" y="180"/>
                </a:cubicBezTo>
                <a:lnTo>
                  <a:pt x="92" y="116"/>
                </a:lnTo>
                <a:close/>
                <a:moveTo>
                  <a:pt x="140" y="116"/>
                </a:moveTo>
                <a:cubicBezTo>
                  <a:pt x="140" y="109"/>
                  <a:pt x="135" y="104"/>
                  <a:pt x="128" y="104"/>
                </a:cubicBezTo>
                <a:cubicBezTo>
                  <a:pt x="121" y="104"/>
                  <a:pt x="116" y="109"/>
                  <a:pt x="116" y="116"/>
                </a:cubicBezTo>
                <a:cubicBezTo>
                  <a:pt x="116" y="180"/>
                  <a:pt x="116" y="180"/>
                  <a:pt x="116" y="180"/>
                </a:cubicBezTo>
                <a:cubicBezTo>
                  <a:pt x="116" y="187"/>
                  <a:pt x="121" y="192"/>
                  <a:pt x="128" y="192"/>
                </a:cubicBezTo>
                <a:cubicBezTo>
                  <a:pt x="135" y="192"/>
                  <a:pt x="140" y="187"/>
                  <a:pt x="140" y="180"/>
                </a:cubicBezTo>
                <a:lnTo>
                  <a:pt x="140" y="116"/>
                </a:lnTo>
                <a:close/>
                <a:moveTo>
                  <a:pt x="188" y="116"/>
                </a:moveTo>
                <a:cubicBezTo>
                  <a:pt x="188" y="109"/>
                  <a:pt x="183" y="104"/>
                  <a:pt x="176" y="104"/>
                </a:cubicBezTo>
                <a:cubicBezTo>
                  <a:pt x="169" y="104"/>
                  <a:pt x="164" y="109"/>
                  <a:pt x="164" y="116"/>
                </a:cubicBezTo>
                <a:cubicBezTo>
                  <a:pt x="164" y="180"/>
                  <a:pt x="164" y="180"/>
                  <a:pt x="164" y="180"/>
                </a:cubicBezTo>
                <a:cubicBezTo>
                  <a:pt x="164" y="187"/>
                  <a:pt x="169" y="192"/>
                  <a:pt x="176" y="192"/>
                </a:cubicBezTo>
                <a:cubicBezTo>
                  <a:pt x="183" y="192"/>
                  <a:pt x="188" y="187"/>
                  <a:pt x="188" y="180"/>
                </a:cubicBezTo>
                <a:lnTo>
                  <a:pt x="188" y="116"/>
                </a:lnTo>
                <a:close/>
                <a:moveTo>
                  <a:pt x="142" y="18"/>
                </a:moveTo>
                <a:cubicBezTo>
                  <a:pt x="142" y="18"/>
                  <a:pt x="142" y="18"/>
                  <a:pt x="142" y="18"/>
                </a:cubicBezTo>
                <a:cubicBezTo>
                  <a:pt x="141" y="16"/>
                  <a:pt x="140" y="14"/>
                  <a:pt x="140" y="12"/>
                </a:cubicBezTo>
                <a:cubicBezTo>
                  <a:pt x="140" y="5"/>
                  <a:pt x="145" y="0"/>
                  <a:pt x="152" y="0"/>
                </a:cubicBezTo>
                <a:cubicBezTo>
                  <a:pt x="157" y="0"/>
                  <a:pt x="161" y="3"/>
                  <a:pt x="163" y="7"/>
                </a:cubicBezTo>
                <a:cubicBezTo>
                  <a:pt x="163" y="7"/>
                  <a:pt x="163" y="7"/>
                  <a:pt x="163" y="7"/>
                </a:cubicBezTo>
                <a:cubicBezTo>
                  <a:pt x="195" y="68"/>
                  <a:pt x="195" y="68"/>
                  <a:pt x="195" y="68"/>
                </a:cubicBezTo>
                <a:cubicBezTo>
                  <a:pt x="168" y="68"/>
                  <a:pt x="168" y="68"/>
                  <a:pt x="168" y="68"/>
                </a:cubicBezTo>
                <a:lnTo>
                  <a:pt x="142" y="18"/>
                </a:lnTo>
                <a:close/>
                <a:moveTo>
                  <a:pt x="114" y="18"/>
                </a:moveTo>
                <a:cubicBezTo>
                  <a:pt x="88" y="68"/>
                  <a:pt x="88" y="68"/>
                  <a:pt x="88" y="68"/>
                </a:cubicBezTo>
                <a:cubicBezTo>
                  <a:pt x="61" y="68"/>
                  <a:pt x="61" y="68"/>
                  <a:pt x="61" y="68"/>
                </a:cubicBezTo>
                <a:cubicBezTo>
                  <a:pt x="93" y="7"/>
                  <a:pt x="93" y="7"/>
                  <a:pt x="93" y="7"/>
                </a:cubicBezTo>
                <a:cubicBezTo>
                  <a:pt x="93" y="7"/>
                  <a:pt x="93" y="7"/>
                  <a:pt x="93" y="7"/>
                </a:cubicBezTo>
                <a:cubicBezTo>
                  <a:pt x="95" y="3"/>
                  <a:pt x="99" y="0"/>
                  <a:pt x="104" y="0"/>
                </a:cubicBezTo>
                <a:cubicBezTo>
                  <a:pt x="111" y="0"/>
                  <a:pt x="116" y="5"/>
                  <a:pt x="116" y="12"/>
                </a:cubicBezTo>
                <a:cubicBezTo>
                  <a:pt x="116" y="14"/>
                  <a:pt x="115" y="16"/>
                  <a:pt x="114" y="18"/>
                </a:cubicBezTo>
                <a:close/>
              </a:path>
            </a:pathLst>
          </a:custGeom>
          <a:solidFill>
            <a:srgbClr val="FFFFFF"/>
          </a:solidFill>
          <a:ln>
            <a:noFill/>
          </a:ln>
        </p:spPr>
        <p:txBody>
          <a:bodyPr/>
          <a:lstStyle/>
          <a:p>
            <a:endParaRPr lang="en-US" dirty="0"/>
          </a:p>
        </p:txBody>
      </p:sp>
      <p:sp>
        <p:nvSpPr>
          <p:cNvPr id="140" name="椭圆 9">
            <a:extLst>
              <a:ext uri="{FF2B5EF4-FFF2-40B4-BE49-F238E27FC236}">
                <a16:creationId xmlns:a16="http://schemas.microsoft.com/office/drawing/2014/main" id="{DBD6C6A8-8F7E-419A-75A0-59AC65916662}"/>
              </a:ext>
            </a:extLst>
          </p:cNvPr>
          <p:cNvSpPr/>
          <p:nvPr/>
        </p:nvSpPr>
        <p:spPr>
          <a:xfrm>
            <a:off x="1483500" y="2605498"/>
            <a:ext cx="490428" cy="490428"/>
          </a:xfrm>
          <a:prstGeom prst="ellipse">
            <a:avLst/>
          </a:prstGeom>
          <a:noFill/>
          <a:ln w="31750">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nvGrpSpPr>
          <p:cNvPr id="141" name="组合 13">
            <a:extLst>
              <a:ext uri="{FF2B5EF4-FFF2-40B4-BE49-F238E27FC236}">
                <a16:creationId xmlns:a16="http://schemas.microsoft.com/office/drawing/2014/main" id="{6B27B0F6-0085-A3E3-AE6D-FC68FB787EB5}"/>
              </a:ext>
            </a:extLst>
          </p:cNvPr>
          <p:cNvGrpSpPr/>
          <p:nvPr/>
        </p:nvGrpSpPr>
        <p:grpSpPr>
          <a:xfrm>
            <a:off x="8041006" y="2605498"/>
            <a:ext cx="490428" cy="490428"/>
            <a:chOff x="8165087" y="2623373"/>
            <a:chExt cx="521714" cy="521714"/>
          </a:xfrm>
        </p:grpSpPr>
        <p:sp>
          <p:nvSpPr>
            <p:cNvPr id="142" name="Freeform 57">
              <a:extLst>
                <a:ext uri="{FF2B5EF4-FFF2-40B4-BE49-F238E27FC236}">
                  <a16:creationId xmlns:a16="http://schemas.microsoft.com/office/drawing/2014/main" id="{DF500060-8C99-E447-5CDE-662A511B7F74}"/>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43" name="椭圆 12">
              <a:extLst>
                <a:ext uri="{FF2B5EF4-FFF2-40B4-BE49-F238E27FC236}">
                  <a16:creationId xmlns:a16="http://schemas.microsoft.com/office/drawing/2014/main" id="{4DB2C3FA-12B6-CA11-C7F7-BDFC6C4D6F28}"/>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sp>
        <p:nvSpPr>
          <p:cNvPr id="144" name="Freeform 12">
            <a:extLst>
              <a:ext uri="{FF2B5EF4-FFF2-40B4-BE49-F238E27FC236}">
                <a16:creationId xmlns:a16="http://schemas.microsoft.com/office/drawing/2014/main" id="{AE2D1A24-AEF6-BF56-8FF4-4C71651C0A0A}"/>
              </a:ext>
            </a:extLst>
          </p:cNvPr>
          <p:cNvSpPr>
            <a:spLocks/>
          </p:cNvSpPr>
          <p:nvPr/>
        </p:nvSpPr>
        <p:spPr bwMode="auto">
          <a:xfrm>
            <a:off x="5980020" y="2703151"/>
            <a:ext cx="202276" cy="284913"/>
          </a:xfrm>
          <a:custGeom>
            <a:avLst/>
            <a:gdLst>
              <a:gd name="T0" fmla="*/ 130175 w 160"/>
              <a:gd name="T1" fmla="*/ 366712 h 225"/>
              <a:gd name="T2" fmla="*/ 0 w 160"/>
              <a:gd name="T3" fmla="*/ 233066 h 225"/>
              <a:gd name="T4" fmla="*/ 126921 w 160"/>
              <a:gd name="T5" fmla="*/ 0 h 225"/>
              <a:gd name="T6" fmla="*/ 260350 w 160"/>
              <a:gd name="T7" fmla="*/ 233066 h 225"/>
              <a:gd name="T8" fmla="*/ 130175 w 160"/>
              <a:gd name="T9" fmla="*/ 366712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0" h="225">
                <a:moveTo>
                  <a:pt x="80" y="225"/>
                </a:moveTo>
                <a:cubicBezTo>
                  <a:pt x="37" y="225"/>
                  <a:pt x="0" y="189"/>
                  <a:pt x="0" y="143"/>
                </a:cubicBezTo>
                <a:cubicBezTo>
                  <a:pt x="0" y="101"/>
                  <a:pt x="78" y="0"/>
                  <a:pt x="78" y="0"/>
                </a:cubicBezTo>
                <a:cubicBezTo>
                  <a:pt x="78" y="0"/>
                  <a:pt x="160" y="99"/>
                  <a:pt x="160" y="143"/>
                </a:cubicBezTo>
                <a:cubicBezTo>
                  <a:pt x="160" y="188"/>
                  <a:pt x="122" y="225"/>
                  <a:pt x="80" y="225"/>
                </a:cubicBezTo>
              </a:path>
            </a:pathLst>
          </a:custGeom>
          <a:solidFill>
            <a:srgbClr val="FFFFFF"/>
          </a:solidFill>
          <a:ln>
            <a:noFill/>
          </a:ln>
        </p:spPr>
        <p:txBody>
          <a:bodyPr/>
          <a:lstStyle/>
          <a:p>
            <a:endParaRPr lang="en-US" dirty="0"/>
          </a:p>
        </p:txBody>
      </p:sp>
      <p:sp>
        <p:nvSpPr>
          <p:cNvPr id="145" name="椭圆 15">
            <a:extLst>
              <a:ext uri="{FF2B5EF4-FFF2-40B4-BE49-F238E27FC236}">
                <a16:creationId xmlns:a16="http://schemas.microsoft.com/office/drawing/2014/main" id="{946218FF-58F5-B4CA-DE7C-1A85902E4834}"/>
              </a:ext>
            </a:extLst>
          </p:cNvPr>
          <p:cNvSpPr/>
          <p:nvPr/>
        </p:nvSpPr>
        <p:spPr>
          <a:xfrm>
            <a:off x="5835945" y="2605498"/>
            <a:ext cx="490428" cy="490428"/>
          </a:xfrm>
          <a:prstGeom prst="ellipse">
            <a:avLst/>
          </a:prstGeom>
          <a:noFill/>
          <a:ln w="31750">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6" name="Freeform 71">
            <a:extLst>
              <a:ext uri="{FF2B5EF4-FFF2-40B4-BE49-F238E27FC236}">
                <a16:creationId xmlns:a16="http://schemas.microsoft.com/office/drawing/2014/main" id="{FACF856E-6994-AB0A-7849-66BD6EBB39DE}"/>
              </a:ext>
            </a:extLst>
          </p:cNvPr>
          <p:cNvSpPr>
            <a:spLocks noEditPoints="1"/>
          </p:cNvSpPr>
          <p:nvPr/>
        </p:nvSpPr>
        <p:spPr bwMode="auto">
          <a:xfrm>
            <a:off x="10301093" y="2704727"/>
            <a:ext cx="324382" cy="293547"/>
          </a:xfrm>
          <a:custGeom>
            <a:avLst/>
            <a:gdLst>
              <a:gd name="T0" fmla="*/ 417513 w 256"/>
              <a:gd name="T1" fmla="*/ 156341 h 232"/>
              <a:gd name="T2" fmla="*/ 365324 w 256"/>
              <a:gd name="T3" fmla="*/ 208455 h 232"/>
              <a:gd name="T4" fmla="*/ 313135 w 256"/>
              <a:gd name="T5" fmla="*/ 156341 h 232"/>
              <a:gd name="T6" fmla="*/ 260946 w 256"/>
              <a:gd name="T7" fmla="*/ 208455 h 232"/>
              <a:gd name="T8" fmla="*/ 208757 w 256"/>
              <a:gd name="T9" fmla="*/ 156341 h 232"/>
              <a:gd name="T10" fmla="*/ 156567 w 256"/>
              <a:gd name="T11" fmla="*/ 208455 h 232"/>
              <a:gd name="T12" fmla="*/ 104378 w 256"/>
              <a:gd name="T13" fmla="*/ 156341 h 232"/>
              <a:gd name="T14" fmla="*/ 52189 w 256"/>
              <a:gd name="T15" fmla="*/ 208455 h 232"/>
              <a:gd name="T16" fmla="*/ 0 w 256"/>
              <a:gd name="T17" fmla="*/ 156341 h 232"/>
              <a:gd name="T18" fmla="*/ 37511 w 256"/>
              <a:gd name="T19" fmla="*/ 58628 h 232"/>
              <a:gd name="T20" fmla="*/ 381633 w 256"/>
              <a:gd name="T21" fmla="*/ 58628 h 232"/>
              <a:gd name="T22" fmla="*/ 417513 w 256"/>
              <a:gd name="T23" fmla="*/ 156341 h 232"/>
              <a:gd name="T24" fmla="*/ 352277 w 256"/>
              <a:gd name="T25" fmla="*/ 39085 h 232"/>
              <a:gd name="T26" fmla="*/ 65236 w 256"/>
              <a:gd name="T27" fmla="*/ 39085 h 232"/>
              <a:gd name="T28" fmla="*/ 45665 w 256"/>
              <a:gd name="T29" fmla="*/ 19543 h 232"/>
              <a:gd name="T30" fmla="*/ 65236 w 256"/>
              <a:gd name="T31" fmla="*/ 0 h 232"/>
              <a:gd name="T32" fmla="*/ 352277 w 256"/>
              <a:gd name="T33" fmla="*/ 0 h 232"/>
              <a:gd name="T34" fmla="*/ 371848 w 256"/>
              <a:gd name="T35" fmla="*/ 19543 h 232"/>
              <a:gd name="T36" fmla="*/ 352277 w 256"/>
              <a:gd name="T37" fmla="*/ 39085 h 232"/>
              <a:gd name="T38" fmla="*/ 58713 w 256"/>
              <a:gd name="T39" fmla="*/ 227998 h 232"/>
              <a:gd name="T40" fmla="*/ 58713 w 256"/>
              <a:gd name="T41" fmla="*/ 227998 h 232"/>
              <a:gd name="T42" fmla="*/ 63605 w 256"/>
              <a:gd name="T43" fmla="*/ 226369 h 232"/>
              <a:gd name="T44" fmla="*/ 65236 w 256"/>
              <a:gd name="T45" fmla="*/ 226369 h 232"/>
              <a:gd name="T46" fmla="*/ 68498 w 256"/>
              <a:gd name="T47" fmla="*/ 226369 h 232"/>
              <a:gd name="T48" fmla="*/ 78284 w 256"/>
              <a:gd name="T49" fmla="*/ 223112 h 232"/>
              <a:gd name="T50" fmla="*/ 78284 w 256"/>
              <a:gd name="T51" fmla="*/ 223112 h 232"/>
              <a:gd name="T52" fmla="*/ 78284 w 256"/>
              <a:gd name="T53" fmla="*/ 319197 h 232"/>
              <a:gd name="T54" fmla="*/ 339229 w 256"/>
              <a:gd name="T55" fmla="*/ 319197 h 232"/>
              <a:gd name="T56" fmla="*/ 339229 w 256"/>
              <a:gd name="T57" fmla="*/ 223112 h 232"/>
              <a:gd name="T58" fmla="*/ 339229 w 256"/>
              <a:gd name="T59" fmla="*/ 223112 h 232"/>
              <a:gd name="T60" fmla="*/ 349015 w 256"/>
              <a:gd name="T61" fmla="*/ 226369 h 232"/>
              <a:gd name="T62" fmla="*/ 352277 w 256"/>
              <a:gd name="T63" fmla="*/ 226369 h 232"/>
              <a:gd name="T64" fmla="*/ 353908 w 256"/>
              <a:gd name="T65" fmla="*/ 226369 h 232"/>
              <a:gd name="T66" fmla="*/ 358800 w 256"/>
              <a:gd name="T67" fmla="*/ 227998 h 232"/>
              <a:gd name="T68" fmla="*/ 358800 w 256"/>
              <a:gd name="T69" fmla="*/ 227998 h 232"/>
              <a:gd name="T70" fmla="*/ 365324 w 256"/>
              <a:gd name="T71" fmla="*/ 227998 h 232"/>
              <a:gd name="T72" fmla="*/ 378371 w 256"/>
              <a:gd name="T73" fmla="*/ 226369 h 232"/>
              <a:gd name="T74" fmla="*/ 378371 w 256"/>
              <a:gd name="T75" fmla="*/ 358282 h 232"/>
              <a:gd name="T76" fmla="*/ 358800 w 256"/>
              <a:gd name="T77" fmla="*/ 377825 h 232"/>
              <a:gd name="T78" fmla="*/ 58713 w 256"/>
              <a:gd name="T79" fmla="*/ 377825 h 232"/>
              <a:gd name="T80" fmla="*/ 39142 w 256"/>
              <a:gd name="T81" fmla="*/ 358282 h 232"/>
              <a:gd name="T82" fmla="*/ 39142 w 256"/>
              <a:gd name="T83" fmla="*/ 226369 h 232"/>
              <a:gd name="T84" fmla="*/ 52189 w 256"/>
              <a:gd name="T85" fmla="*/ 227998 h 232"/>
              <a:gd name="T86" fmla="*/ 58713 w 256"/>
              <a:gd name="T87" fmla="*/ 227998 h 23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56" h="232">
                <a:moveTo>
                  <a:pt x="256" y="96"/>
                </a:moveTo>
                <a:cubicBezTo>
                  <a:pt x="256" y="114"/>
                  <a:pt x="242" y="128"/>
                  <a:pt x="224" y="128"/>
                </a:cubicBezTo>
                <a:cubicBezTo>
                  <a:pt x="206" y="128"/>
                  <a:pt x="192" y="114"/>
                  <a:pt x="192" y="96"/>
                </a:cubicBezTo>
                <a:cubicBezTo>
                  <a:pt x="192" y="114"/>
                  <a:pt x="178" y="128"/>
                  <a:pt x="160" y="128"/>
                </a:cubicBezTo>
                <a:cubicBezTo>
                  <a:pt x="142" y="128"/>
                  <a:pt x="128" y="114"/>
                  <a:pt x="128" y="96"/>
                </a:cubicBezTo>
                <a:cubicBezTo>
                  <a:pt x="128" y="114"/>
                  <a:pt x="114" y="128"/>
                  <a:pt x="96" y="128"/>
                </a:cubicBezTo>
                <a:cubicBezTo>
                  <a:pt x="78" y="128"/>
                  <a:pt x="64" y="114"/>
                  <a:pt x="64" y="96"/>
                </a:cubicBezTo>
                <a:cubicBezTo>
                  <a:pt x="64" y="114"/>
                  <a:pt x="50" y="128"/>
                  <a:pt x="32" y="128"/>
                </a:cubicBezTo>
                <a:cubicBezTo>
                  <a:pt x="14" y="128"/>
                  <a:pt x="0" y="114"/>
                  <a:pt x="0" y="96"/>
                </a:cubicBezTo>
                <a:cubicBezTo>
                  <a:pt x="23" y="36"/>
                  <a:pt x="23" y="36"/>
                  <a:pt x="23" y="36"/>
                </a:cubicBezTo>
                <a:cubicBezTo>
                  <a:pt x="234" y="36"/>
                  <a:pt x="234" y="36"/>
                  <a:pt x="234" y="36"/>
                </a:cubicBezTo>
                <a:lnTo>
                  <a:pt x="256" y="96"/>
                </a:lnTo>
                <a:close/>
                <a:moveTo>
                  <a:pt x="216" y="24"/>
                </a:moveTo>
                <a:cubicBezTo>
                  <a:pt x="40" y="24"/>
                  <a:pt x="40" y="24"/>
                  <a:pt x="40" y="24"/>
                </a:cubicBezTo>
                <a:cubicBezTo>
                  <a:pt x="33" y="24"/>
                  <a:pt x="28" y="19"/>
                  <a:pt x="28" y="12"/>
                </a:cubicBezTo>
                <a:cubicBezTo>
                  <a:pt x="28" y="5"/>
                  <a:pt x="33" y="0"/>
                  <a:pt x="40" y="0"/>
                </a:cubicBezTo>
                <a:cubicBezTo>
                  <a:pt x="216" y="0"/>
                  <a:pt x="216" y="0"/>
                  <a:pt x="216" y="0"/>
                </a:cubicBezTo>
                <a:cubicBezTo>
                  <a:pt x="223" y="0"/>
                  <a:pt x="228" y="5"/>
                  <a:pt x="228" y="12"/>
                </a:cubicBezTo>
                <a:cubicBezTo>
                  <a:pt x="228" y="19"/>
                  <a:pt x="223" y="24"/>
                  <a:pt x="216" y="24"/>
                </a:cubicBezTo>
                <a:moveTo>
                  <a:pt x="36" y="140"/>
                </a:moveTo>
                <a:cubicBezTo>
                  <a:pt x="36" y="140"/>
                  <a:pt x="36" y="140"/>
                  <a:pt x="36" y="140"/>
                </a:cubicBezTo>
                <a:cubicBezTo>
                  <a:pt x="37" y="140"/>
                  <a:pt x="38" y="140"/>
                  <a:pt x="39" y="139"/>
                </a:cubicBezTo>
                <a:cubicBezTo>
                  <a:pt x="40" y="139"/>
                  <a:pt x="40" y="139"/>
                  <a:pt x="40" y="139"/>
                </a:cubicBezTo>
                <a:cubicBezTo>
                  <a:pt x="41" y="139"/>
                  <a:pt x="41" y="139"/>
                  <a:pt x="42" y="139"/>
                </a:cubicBezTo>
                <a:cubicBezTo>
                  <a:pt x="44" y="138"/>
                  <a:pt x="46" y="138"/>
                  <a:pt x="48" y="137"/>
                </a:cubicBezTo>
                <a:cubicBezTo>
                  <a:pt x="48" y="137"/>
                  <a:pt x="48" y="137"/>
                  <a:pt x="48" y="137"/>
                </a:cubicBezTo>
                <a:cubicBezTo>
                  <a:pt x="48" y="196"/>
                  <a:pt x="48" y="196"/>
                  <a:pt x="48" y="196"/>
                </a:cubicBezTo>
                <a:cubicBezTo>
                  <a:pt x="208" y="196"/>
                  <a:pt x="208" y="196"/>
                  <a:pt x="208" y="196"/>
                </a:cubicBezTo>
                <a:cubicBezTo>
                  <a:pt x="208" y="137"/>
                  <a:pt x="208" y="137"/>
                  <a:pt x="208" y="137"/>
                </a:cubicBezTo>
                <a:cubicBezTo>
                  <a:pt x="208" y="137"/>
                  <a:pt x="208" y="137"/>
                  <a:pt x="208" y="137"/>
                </a:cubicBezTo>
                <a:cubicBezTo>
                  <a:pt x="210" y="138"/>
                  <a:pt x="212" y="138"/>
                  <a:pt x="214" y="139"/>
                </a:cubicBezTo>
                <a:cubicBezTo>
                  <a:pt x="215" y="139"/>
                  <a:pt x="215" y="139"/>
                  <a:pt x="216" y="139"/>
                </a:cubicBezTo>
                <a:cubicBezTo>
                  <a:pt x="216" y="139"/>
                  <a:pt x="216" y="139"/>
                  <a:pt x="217" y="139"/>
                </a:cubicBezTo>
                <a:cubicBezTo>
                  <a:pt x="218" y="140"/>
                  <a:pt x="219" y="140"/>
                  <a:pt x="220" y="140"/>
                </a:cubicBezTo>
                <a:cubicBezTo>
                  <a:pt x="220" y="140"/>
                  <a:pt x="220" y="140"/>
                  <a:pt x="220" y="140"/>
                </a:cubicBezTo>
                <a:cubicBezTo>
                  <a:pt x="221" y="140"/>
                  <a:pt x="223" y="140"/>
                  <a:pt x="224" y="140"/>
                </a:cubicBezTo>
                <a:cubicBezTo>
                  <a:pt x="227" y="140"/>
                  <a:pt x="229" y="140"/>
                  <a:pt x="232" y="139"/>
                </a:cubicBezTo>
                <a:cubicBezTo>
                  <a:pt x="232" y="220"/>
                  <a:pt x="232" y="220"/>
                  <a:pt x="232" y="220"/>
                </a:cubicBezTo>
                <a:cubicBezTo>
                  <a:pt x="232" y="227"/>
                  <a:pt x="227" y="232"/>
                  <a:pt x="220" y="232"/>
                </a:cubicBezTo>
                <a:cubicBezTo>
                  <a:pt x="36" y="232"/>
                  <a:pt x="36" y="232"/>
                  <a:pt x="36" y="232"/>
                </a:cubicBezTo>
                <a:cubicBezTo>
                  <a:pt x="29" y="232"/>
                  <a:pt x="24" y="227"/>
                  <a:pt x="24" y="220"/>
                </a:cubicBezTo>
                <a:cubicBezTo>
                  <a:pt x="24" y="139"/>
                  <a:pt x="24" y="139"/>
                  <a:pt x="24" y="139"/>
                </a:cubicBezTo>
                <a:cubicBezTo>
                  <a:pt x="27" y="140"/>
                  <a:pt x="29" y="140"/>
                  <a:pt x="32" y="140"/>
                </a:cubicBezTo>
                <a:cubicBezTo>
                  <a:pt x="33" y="140"/>
                  <a:pt x="35" y="140"/>
                  <a:pt x="36" y="140"/>
                </a:cubicBezTo>
              </a:path>
            </a:pathLst>
          </a:custGeom>
          <a:solidFill>
            <a:srgbClr val="FFFFFF"/>
          </a:solidFill>
          <a:ln>
            <a:noFill/>
          </a:ln>
        </p:spPr>
        <p:txBody>
          <a:bodyPr/>
          <a:lstStyle/>
          <a:p>
            <a:endParaRPr lang="en-US" dirty="0"/>
          </a:p>
        </p:txBody>
      </p:sp>
      <p:sp>
        <p:nvSpPr>
          <p:cNvPr id="147" name="椭圆 18">
            <a:extLst>
              <a:ext uri="{FF2B5EF4-FFF2-40B4-BE49-F238E27FC236}">
                <a16:creationId xmlns:a16="http://schemas.microsoft.com/office/drawing/2014/main" id="{E9BF353D-0900-82F5-45EA-9DA8EE004A0B}"/>
              </a:ext>
            </a:extLst>
          </p:cNvPr>
          <p:cNvSpPr/>
          <p:nvPr/>
        </p:nvSpPr>
        <p:spPr>
          <a:xfrm>
            <a:off x="10218070" y="2605498"/>
            <a:ext cx="490428" cy="490428"/>
          </a:xfrm>
          <a:prstGeom prst="ellipse">
            <a:avLst/>
          </a:prstGeom>
          <a:noFill/>
          <a:ln w="31750">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8" name="文本框 20">
            <a:extLst>
              <a:ext uri="{FF2B5EF4-FFF2-40B4-BE49-F238E27FC236}">
                <a16:creationId xmlns:a16="http://schemas.microsoft.com/office/drawing/2014/main" id="{F437F4C7-529D-465F-1A9C-82CEE80B6EA3}"/>
              </a:ext>
            </a:extLst>
          </p:cNvPr>
          <p:cNvSpPr txBox="1"/>
          <p:nvPr/>
        </p:nvSpPr>
        <p:spPr>
          <a:xfrm>
            <a:off x="902215" y="3845301"/>
            <a:ext cx="1619905" cy="1729469"/>
          </a:xfrm>
          <a:prstGeom prst="rect">
            <a:avLst/>
          </a:prstGeom>
          <a:noFill/>
        </p:spPr>
        <p:txBody>
          <a:bodyPr wrap="square" rtlCol="0">
            <a:spAutoFit/>
          </a:bodyPr>
          <a:lstStyle/>
          <a:p>
            <a:pPr algn="just">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9" name="文本框 21">
            <a:extLst>
              <a:ext uri="{FF2B5EF4-FFF2-40B4-BE49-F238E27FC236}">
                <a16:creationId xmlns:a16="http://schemas.microsoft.com/office/drawing/2014/main" id="{CF6151B9-9347-E0DE-6D11-6BC53CE394A1}"/>
              </a:ext>
            </a:extLst>
          </p:cNvPr>
          <p:cNvSpPr txBox="1"/>
          <p:nvPr/>
        </p:nvSpPr>
        <p:spPr>
          <a:xfrm>
            <a:off x="817053" y="3340691"/>
            <a:ext cx="1823320" cy="469662"/>
          </a:xfrm>
          <a:prstGeom prst="rect">
            <a:avLst/>
          </a:prstGeom>
          <a:noFill/>
        </p:spPr>
        <p:txBody>
          <a:bodyPr wrap="square" rtlCol="0">
            <a:spAutoFit/>
          </a:bodyPr>
          <a:lstStyle/>
          <a:p>
            <a:pPr algn="ctr">
              <a:lnSpc>
                <a:spcPct val="150000"/>
              </a:lnSpc>
            </a:pPr>
            <a:r>
              <a:rPr kumimoji="1" lang="zh-CN" altLang="en-US" sz="1880"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工作成果</a:t>
            </a:r>
          </a:p>
        </p:txBody>
      </p:sp>
      <p:sp>
        <p:nvSpPr>
          <p:cNvPr id="150" name="文本框 22">
            <a:extLst>
              <a:ext uri="{FF2B5EF4-FFF2-40B4-BE49-F238E27FC236}">
                <a16:creationId xmlns:a16="http://schemas.microsoft.com/office/drawing/2014/main" id="{4D2784A6-FC35-9E89-BC02-73C67424AA08}"/>
              </a:ext>
            </a:extLst>
          </p:cNvPr>
          <p:cNvSpPr txBox="1"/>
          <p:nvPr/>
        </p:nvSpPr>
        <p:spPr>
          <a:xfrm>
            <a:off x="3089330" y="3845301"/>
            <a:ext cx="1619905" cy="1729469"/>
          </a:xfrm>
          <a:prstGeom prst="rect">
            <a:avLst/>
          </a:prstGeom>
          <a:noFill/>
        </p:spPr>
        <p:txBody>
          <a:bodyPr wrap="square" rtlCol="0">
            <a:spAutoFit/>
          </a:bodyPr>
          <a:lstStyle/>
          <a:p>
            <a:pPr algn="just">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51" name="文本框 23">
            <a:extLst>
              <a:ext uri="{FF2B5EF4-FFF2-40B4-BE49-F238E27FC236}">
                <a16:creationId xmlns:a16="http://schemas.microsoft.com/office/drawing/2014/main" id="{2488DFC4-2780-A684-16BB-1E15B77CAE43}"/>
              </a:ext>
            </a:extLst>
          </p:cNvPr>
          <p:cNvSpPr txBox="1"/>
          <p:nvPr/>
        </p:nvSpPr>
        <p:spPr>
          <a:xfrm>
            <a:off x="3004168" y="3340691"/>
            <a:ext cx="1823320" cy="469662"/>
          </a:xfrm>
          <a:prstGeom prst="rect">
            <a:avLst/>
          </a:prstGeom>
          <a:noFill/>
        </p:spPr>
        <p:txBody>
          <a:bodyPr wrap="square" rtlCol="0">
            <a:spAutoFit/>
          </a:bodyPr>
          <a:lstStyle/>
          <a:p>
            <a:pPr algn="ctr">
              <a:lnSpc>
                <a:spcPct val="150000"/>
              </a:lnSpc>
            </a:pPr>
            <a:r>
              <a:rPr kumimoji="1" lang="zh-CN" altLang="en-US" sz="1880"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工作计划</a:t>
            </a:r>
          </a:p>
        </p:txBody>
      </p:sp>
      <p:sp>
        <p:nvSpPr>
          <p:cNvPr id="152" name="文本框 25">
            <a:extLst>
              <a:ext uri="{FF2B5EF4-FFF2-40B4-BE49-F238E27FC236}">
                <a16:creationId xmlns:a16="http://schemas.microsoft.com/office/drawing/2014/main" id="{045FE0E8-3734-0DBC-C88A-DE958B31F7EC}"/>
              </a:ext>
            </a:extLst>
          </p:cNvPr>
          <p:cNvSpPr txBox="1"/>
          <p:nvPr/>
        </p:nvSpPr>
        <p:spPr>
          <a:xfrm>
            <a:off x="5276445" y="3845301"/>
            <a:ext cx="1619905" cy="1729469"/>
          </a:xfrm>
          <a:prstGeom prst="rect">
            <a:avLst/>
          </a:prstGeom>
          <a:noFill/>
        </p:spPr>
        <p:txBody>
          <a:bodyPr wrap="square" rtlCol="0">
            <a:spAutoFit/>
          </a:bodyPr>
          <a:lstStyle/>
          <a:p>
            <a:pPr algn="just">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53" name="文本框 26">
            <a:extLst>
              <a:ext uri="{FF2B5EF4-FFF2-40B4-BE49-F238E27FC236}">
                <a16:creationId xmlns:a16="http://schemas.microsoft.com/office/drawing/2014/main" id="{80C6C8C9-8A9D-23E2-B21E-D304FB187D05}"/>
              </a:ext>
            </a:extLst>
          </p:cNvPr>
          <p:cNvSpPr txBox="1"/>
          <p:nvPr/>
        </p:nvSpPr>
        <p:spPr>
          <a:xfrm>
            <a:off x="5191283" y="3340691"/>
            <a:ext cx="1823320" cy="469662"/>
          </a:xfrm>
          <a:prstGeom prst="rect">
            <a:avLst/>
          </a:prstGeom>
          <a:noFill/>
        </p:spPr>
        <p:txBody>
          <a:bodyPr wrap="square" rtlCol="0">
            <a:spAutoFit/>
          </a:bodyPr>
          <a:lstStyle/>
          <a:p>
            <a:pPr algn="ctr">
              <a:lnSpc>
                <a:spcPct val="150000"/>
              </a:lnSpc>
            </a:pPr>
            <a:r>
              <a:rPr kumimoji="1" lang="zh-CN" altLang="en-US" sz="1880"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工作成果</a:t>
            </a:r>
          </a:p>
        </p:txBody>
      </p:sp>
      <p:sp>
        <p:nvSpPr>
          <p:cNvPr id="154" name="文本框 27">
            <a:extLst>
              <a:ext uri="{FF2B5EF4-FFF2-40B4-BE49-F238E27FC236}">
                <a16:creationId xmlns:a16="http://schemas.microsoft.com/office/drawing/2014/main" id="{09EBC7E2-3BBE-DE05-812E-189916800D82}"/>
              </a:ext>
            </a:extLst>
          </p:cNvPr>
          <p:cNvSpPr txBox="1"/>
          <p:nvPr/>
        </p:nvSpPr>
        <p:spPr>
          <a:xfrm>
            <a:off x="7463560" y="3845301"/>
            <a:ext cx="1619905" cy="1729469"/>
          </a:xfrm>
          <a:prstGeom prst="rect">
            <a:avLst/>
          </a:prstGeom>
          <a:noFill/>
        </p:spPr>
        <p:txBody>
          <a:bodyPr wrap="square" rtlCol="0">
            <a:spAutoFit/>
          </a:bodyPr>
          <a:lstStyle/>
          <a:p>
            <a:pPr algn="just">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55" name="文本框 28">
            <a:extLst>
              <a:ext uri="{FF2B5EF4-FFF2-40B4-BE49-F238E27FC236}">
                <a16:creationId xmlns:a16="http://schemas.microsoft.com/office/drawing/2014/main" id="{3EB5E475-3462-225B-F51E-69E4E836E1BD}"/>
              </a:ext>
            </a:extLst>
          </p:cNvPr>
          <p:cNvSpPr txBox="1"/>
          <p:nvPr/>
        </p:nvSpPr>
        <p:spPr>
          <a:xfrm>
            <a:off x="7378399" y="3340691"/>
            <a:ext cx="1823320" cy="469662"/>
          </a:xfrm>
          <a:prstGeom prst="rect">
            <a:avLst/>
          </a:prstGeom>
          <a:noFill/>
        </p:spPr>
        <p:txBody>
          <a:bodyPr wrap="square" rtlCol="0">
            <a:spAutoFit/>
          </a:bodyPr>
          <a:lstStyle/>
          <a:p>
            <a:pPr algn="ctr">
              <a:lnSpc>
                <a:spcPct val="150000"/>
              </a:lnSpc>
            </a:pPr>
            <a:r>
              <a:rPr kumimoji="1" lang="zh-CN" altLang="en-US" sz="1880"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工作计划</a:t>
            </a:r>
          </a:p>
        </p:txBody>
      </p:sp>
      <p:sp>
        <p:nvSpPr>
          <p:cNvPr id="156" name="文本框 29">
            <a:extLst>
              <a:ext uri="{FF2B5EF4-FFF2-40B4-BE49-F238E27FC236}">
                <a16:creationId xmlns:a16="http://schemas.microsoft.com/office/drawing/2014/main" id="{0EEC30AE-FCE6-801D-A9A4-FC123310ADE8}"/>
              </a:ext>
            </a:extLst>
          </p:cNvPr>
          <p:cNvSpPr txBox="1"/>
          <p:nvPr/>
        </p:nvSpPr>
        <p:spPr>
          <a:xfrm>
            <a:off x="9650675" y="3845301"/>
            <a:ext cx="1619905" cy="1729469"/>
          </a:xfrm>
          <a:prstGeom prst="rect">
            <a:avLst/>
          </a:prstGeom>
          <a:noFill/>
        </p:spPr>
        <p:txBody>
          <a:bodyPr wrap="square" rtlCol="0">
            <a:spAutoFit/>
          </a:bodyPr>
          <a:lstStyle/>
          <a:p>
            <a:pPr algn="just">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57" name="文本框 30">
            <a:extLst>
              <a:ext uri="{FF2B5EF4-FFF2-40B4-BE49-F238E27FC236}">
                <a16:creationId xmlns:a16="http://schemas.microsoft.com/office/drawing/2014/main" id="{7215DBDE-D44A-652E-1081-7E0915433260}"/>
              </a:ext>
            </a:extLst>
          </p:cNvPr>
          <p:cNvSpPr txBox="1"/>
          <p:nvPr/>
        </p:nvSpPr>
        <p:spPr>
          <a:xfrm>
            <a:off x="9565514" y="3340691"/>
            <a:ext cx="1823320" cy="469662"/>
          </a:xfrm>
          <a:prstGeom prst="rect">
            <a:avLst/>
          </a:prstGeom>
          <a:noFill/>
        </p:spPr>
        <p:txBody>
          <a:bodyPr wrap="square" rtlCol="0">
            <a:spAutoFit/>
          </a:bodyPr>
          <a:lstStyle/>
          <a:p>
            <a:pPr algn="ctr">
              <a:lnSpc>
                <a:spcPct val="150000"/>
              </a:lnSpc>
            </a:pPr>
            <a:r>
              <a:rPr kumimoji="1" lang="zh-CN" altLang="en-US" sz="1880"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工作成果</a:t>
            </a:r>
          </a:p>
        </p:txBody>
      </p:sp>
    </p:spTree>
    <p:extLst>
      <p:ext uri="{BB962C8B-B14F-4D97-AF65-F5344CB8AC3E}">
        <p14:creationId xmlns:p14="http://schemas.microsoft.com/office/powerpoint/2010/main" val="1851778670"/>
      </p:ext>
    </p:extLst>
  </p:cSld>
  <p:clrMapOvr>
    <a:masterClrMapping/>
  </p:clrMapOvr>
</p:sld>
</file>

<file path=ppt/slides/vr_business_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R008 上下交错长时间轴（结构示例）</a:t>
            </a:r>
          </a:p>
        </p:txBody>
      </p:sp>
      <p:sp>
        <p:nvSpPr>
          <p:cNvPr id="101" name="Shape">
            <a:extLst>
              <a:ext uri="{FF2B5EF4-FFF2-40B4-BE49-F238E27FC236}">
                <a16:creationId xmlns:a16="http://schemas.microsoft.com/office/drawing/2014/main" id="{E6F8E0FF-735B-A6F3-9233-F77C681C662A}"/>
              </a:ext>
            </a:extLst>
          </p:cNvPr>
          <p:cNvSpPr/>
          <p:nvPr/>
        </p:nvSpPr>
        <p:spPr>
          <a:xfrm>
            <a:off x="910061" y="3567057"/>
            <a:ext cx="10456146" cy="381294"/>
          </a:xfrm>
          <a:custGeom>
            <a:avLst/>
            <a:gdLst/>
            <a:ahLst/>
            <a:cxnLst>
              <a:cxn ang="0">
                <a:pos x="wd2" y="hd2"/>
              </a:cxn>
              <a:cxn ang="5400000">
                <a:pos x="wd2" y="hd2"/>
              </a:cxn>
              <a:cxn ang="10800000">
                <a:pos x="wd2" y="hd2"/>
              </a:cxn>
              <a:cxn ang="16200000">
                <a:pos x="wd2" y="hd2"/>
              </a:cxn>
            </a:cxnLst>
            <a:rect l="0" t="0" r="r" b="b"/>
            <a:pathLst>
              <a:path w="21600" h="21600" extrusionOk="0">
                <a:moveTo>
                  <a:pt x="21117" y="21600"/>
                </a:moveTo>
                <a:lnTo>
                  <a:pt x="21117" y="21600"/>
                </a:lnTo>
                <a:lnTo>
                  <a:pt x="21600" y="10800"/>
                </a:lnTo>
                <a:lnTo>
                  <a:pt x="21117" y="0"/>
                </a:lnTo>
                <a:lnTo>
                  <a:pt x="21117" y="0"/>
                </a:lnTo>
                <a:lnTo>
                  <a:pt x="0" y="0"/>
                </a:lnTo>
                <a:lnTo>
                  <a:pt x="0" y="21600"/>
                </a:lnTo>
                <a:lnTo>
                  <a:pt x="21117" y="21600"/>
                </a:lnTo>
                <a:close/>
              </a:path>
            </a:pathLst>
          </a:custGeom>
          <a:gradFill>
            <a:gsLst>
              <a:gs pos="0">
                <a:srgbClr val="2683C6"/>
              </a:gs>
              <a:gs pos="100000">
                <a:srgbClr val="75BDA7"/>
              </a:gs>
            </a:gsLst>
          </a:gradFill>
          <a:ln w="12700">
            <a:miter lim="400000"/>
          </a:ln>
        </p:spPr>
        <p:txBody>
          <a:bodyPr lIns="0" tIns="0" rIns="0" bIns="0" anchor="ctr"/>
          <a:lstStyle/>
          <a:p>
            <a:endParaRPr sz="834"/>
          </a:p>
        </p:txBody>
      </p:sp>
      <p:sp>
        <p:nvSpPr>
          <p:cNvPr id="102" name="Graphic 33">
            <a:extLst>
              <a:ext uri="{FF2B5EF4-FFF2-40B4-BE49-F238E27FC236}">
                <a16:creationId xmlns:a16="http://schemas.microsoft.com/office/drawing/2014/main" id="{15FD087A-BA35-65EB-A3F5-83914C09F3A6}"/>
              </a:ext>
            </a:extLst>
          </p:cNvPr>
          <p:cNvSpPr/>
          <p:nvPr/>
        </p:nvSpPr>
        <p:spPr>
          <a:xfrm>
            <a:off x="1235826" y="3687752"/>
            <a:ext cx="164317" cy="139904"/>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336699"/>
          </a:solidFill>
          <a:ln w="12700">
            <a:miter lim="400000"/>
          </a:ln>
        </p:spPr>
        <p:txBody>
          <a:bodyPr lIns="22860" rIns="22860" anchor="ctr"/>
          <a:lstStyle/>
          <a:p>
            <a:pPr defTabSz="457200">
              <a:defRPr sz="1668">
                <a:solidFill>
                  <a:srgbClr val="000000"/>
                </a:solidFill>
                <a:latin typeface="微软雅黑"/>
                <a:ea typeface="微软雅黑"/>
                <a:cs typeface="微软雅黑"/>
                <a:sym typeface="Calibri"/>
              </a:defRPr>
            </a:pPr>
            <a:endParaRPr sz="834">
              <a:solidFill>
                <a:srgbClr val="FFFFFF"/>
              </a:solidFill>
            </a:endParaRPr>
          </a:p>
        </p:txBody>
      </p:sp>
      <p:sp>
        <p:nvSpPr>
          <p:cNvPr id="103" name="Circle">
            <a:extLst>
              <a:ext uri="{FF2B5EF4-FFF2-40B4-BE49-F238E27FC236}">
                <a16:creationId xmlns:a16="http://schemas.microsoft.com/office/drawing/2014/main" id="{19174EF1-CEB0-4736-A06E-542B2EE93B19}"/>
              </a:ext>
            </a:extLst>
          </p:cNvPr>
          <p:cNvSpPr/>
          <p:nvPr/>
        </p:nvSpPr>
        <p:spPr>
          <a:xfrm>
            <a:off x="1546664" y="3391610"/>
            <a:ext cx="732187" cy="732187"/>
          </a:xfrm>
          <a:prstGeom prst="ellipse">
            <a:avLst/>
          </a:prstGeom>
          <a:solidFill>
            <a:srgbClr val="336699"/>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2012</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4" name="Circle">
            <a:extLst>
              <a:ext uri="{FF2B5EF4-FFF2-40B4-BE49-F238E27FC236}">
                <a16:creationId xmlns:a16="http://schemas.microsoft.com/office/drawing/2014/main" id="{B0B6C0BC-A52B-73BC-01DB-B1D4B702B7EB}"/>
              </a:ext>
            </a:extLst>
          </p:cNvPr>
          <p:cNvSpPr/>
          <p:nvPr/>
        </p:nvSpPr>
        <p:spPr>
          <a:xfrm>
            <a:off x="2409266" y="3391610"/>
            <a:ext cx="732187" cy="732187"/>
          </a:xfrm>
          <a:prstGeom prst="ellipse">
            <a:avLst/>
          </a:prstGeom>
          <a:solidFill>
            <a:srgbClr val="336699"/>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2013</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5" name="Circle">
            <a:extLst>
              <a:ext uri="{FF2B5EF4-FFF2-40B4-BE49-F238E27FC236}">
                <a16:creationId xmlns:a16="http://schemas.microsoft.com/office/drawing/2014/main" id="{9FBFE2DF-E3E3-DD48-105E-08F36062561C}"/>
              </a:ext>
            </a:extLst>
          </p:cNvPr>
          <p:cNvSpPr/>
          <p:nvPr/>
        </p:nvSpPr>
        <p:spPr>
          <a:xfrm>
            <a:off x="3271868" y="3391610"/>
            <a:ext cx="732187" cy="732187"/>
          </a:xfrm>
          <a:prstGeom prst="ellipse">
            <a:avLst/>
          </a:prstGeom>
          <a:solidFill>
            <a:srgbClr val="58B6C0"/>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2014</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6" name="Circle">
            <a:extLst>
              <a:ext uri="{FF2B5EF4-FFF2-40B4-BE49-F238E27FC236}">
                <a16:creationId xmlns:a16="http://schemas.microsoft.com/office/drawing/2014/main" id="{1A5B16EF-C1D7-BE0D-AF13-94EB1DCB1E74}"/>
              </a:ext>
            </a:extLst>
          </p:cNvPr>
          <p:cNvSpPr/>
          <p:nvPr/>
        </p:nvSpPr>
        <p:spPr>
          <a:xfrm>
            <a:off x="4134470" y="3391610"/>
            <a:ext cx="732187" cy="732187"/>
          </a:xfrm>
          <a:prstGeom prst="ellipse">
            <a:avLst/>
          </a:prstGeom>
          <a:solidFill>
            <a:srgbClr val="58B6C0"/>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2015</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7" name="Circle">
            <a:extLst>
              <a:ext uri="{FF2B5EF4-FFF2-40B4-BE49-F238E27FC236}">
                <a16:creationId xmlns:a16="http://schemas.microsoft.com/office/drawing/2014/main" id="{A29B00B3-CD52-BC88-C2B2-E788E7CFFCF9}"/>
              </a:ext>
            </a:extLst>
          </p:cNvPr>
          <p:cNvSpPr/>
          <p:nvPr/>
        </p:nvSpPr>
        <p:spPr>
          <a:xfrm>
            <a:off x="4997071" y="3391610"/>
            <a:ext cx="732186" cy="732187"/>
          </a:xfrm>
          <a:prstGeom prst="ellipse">
            <a:avLst/>
          </a:prstGeom>
          <a:solidFill>
            <a:srgbClr val="75BDA7"/>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2016</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8" name="Circle">
            <a:extLst>
              <a:ext uri="{FF2B5EF4-FFF2-40B4-BE49-F238E27FC236}">
                <a16:creationId xmlns:a16="http://schemas.microsoft.com/office/drawing/2014/main" id="{7F23DA86-5FCA-6617-2FF9-AFF8CDAC95F0}"/>
              </a:ext>
            </a:extLst>
          </p:cNvPr>
          <p:cNvSpPr/>
          <p:nvPr/>
        </p:nvSpPr>
        <p:spPr>
          <a:xfrm>
            <a:off x="5859673" y="3391610"/>
            <a:ext cx="732187" cy="732187"/>
          </a:xfrm>
          <a:prstGeom prst="ellipse">
            <a:avLst/>
          </a:prstGeom>
          <a:solidFill>
            <a:srgbClr val="75BDA7"/>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2017</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09" name="Circle">
            <a:extLst>
              <a:ext uri="{FF2B5EF4-FFF2-40B4-BE49-F238E27FC236}">
                <a16:creationId xmlns:a16="http://schemas.microsoft.com/office/drawing/2014/main" id="{B16E9F44-67DF-1C26-2B41-B3EA5D012F93}"/>
              </a:ext>
            </a:extLst>
          </p:cNvPr>
          <p:cNvSpPr/>
          <p:nvPr/>
        </p:nvSpPr>
        <p:spPr>
          <a:xfrm>
            <a:off x="6722275" y="3391610"/>
            <a:ext cx="732187" cy="732187"/>
          </a:xfrm>
          <a:prstGeom prst="ellipse">
            <a:avLst/>
          </a:prstGeom>
          <a:solidFill>
            <a:srgbClr val="3494BA"/>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2018</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10" name="Circle">
            <a:extLst>
              <a:ext uri="{FF2B5EF4-FFF2-40B4-BE49-F238E27FC236}">
                <a16:creationId xmlns:a16="http://schemas.microsoft.com/office/drawing/2014/main" id="{AE9D1943-D8CA-4C9D-C19D-10499272B0C9}"/>
              </a:ext>
            </a:extLst>
          </p:cNvPr>
          <p:cNvSpPr/>
          <p:nvPr/>
        </p:nvSpPr>
        <p:spPr>
          <a:xfrm>
            <a:off x="7584877" y="3391610"/>
            <a:ext cx="732187" cy="732187"/>
          </a:xfrm>
          <a:prstGeom prst="ellipse">
            <a:avLst/>
          </a:prstGeom>
          <a:solidFill>
            <a:srgbClr val="3494BA"/>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2019</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11" name="Circle">
            <a:extLst>
              <a:ext uri="{FF2B5EF4-FFF2-40B4-BE49-F238E27FC236}">
                <a16:creationId xmlns:a16="http://schemas.microsoft.com/office/drawing/2014/main" id="{E1E822BB-E033-812B-835E-B96A1BAE98A9}"/>
              </a:ext>
            </a:extLst>
          </p:cNvPr>
          <p:cNvSpPr/>
          <p:nvPr/>
        </p:nvSpPr>
        <p:spPr>
          <a:xfrm>
            <a:off x="8447478" y="3391610"/>
            <a:ext cx="732186" cy="732187"/>
          </a:xfrm>
          <a:prstGeom prst="ellipse">
            <a:avLst/>
          </a:prstGeom>
          <a:solidFill>
            <a:srgbClr val="336699"/>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2020</a:t>
            </a:r>
            <a:endParaRPr sz="1297" b="1" dirty="0">
              <a:solidFill>
                <a:srgbClr val="FFFFFF"/>
              </a:solidFill>
              <a:latin typeface="微软雅黑" panose="020B0503020204020204" pitchFamily="34" charset="-122"/>
              <a:ea typeface="微软雅黑" panose="020B0503020204020204" pitchFamily="34" charset="-122"/>
            </a:endParaRPr>
          </a:p>
        </p:txBody>
      </p:sp>
      <p:sp>
        <p:nvSpPr>
          <p:cNvPr id="112" name="Circle">
            <a:extLst>
              <a:ext uri="{FF2B5EF4-FFF2-40B4-BE49-F238E27FC236}">
                <a16:creationId xmlns:a16="http://schemas.microsoft.com/office/drawing/2014/main" id="{FB377BF9-B3B7-9B48-345E-DB8B4C584686}"/>
              </a:ext>
            </a:extLst>
          </p:cNvPr>
          <p:cNvSpPr/>
          <p:nvPr/>
        </p:nvSpPr>
        <p:spPr>
          <a:xfrm>
            <a:off x="9310080" y="3391610"/>
            <a:ext cx="732187" cy="732187"/>
          </a:xfrm>
          <a:prstGeom prst="ellipse">
            <a:avLst/>
          </a:prstGeom>
          <a:solidFill>
            <a:srgbClr val="336699"/>
          </a:solidFill>
          <a:ln w="12700" cap="flat">
            <a:noFill/>
            <a:miter lim="400000"/>
          </a:ln>
          <a:effectLst/>
        </p:spPr>
        <p:txBody>
          <a:bodyPr wrap="square" lIns="0" tIns="0" rIns="0" bIns="0" numCol="1" anchor="ctr">
            <a:noAutofit/>
          </a:bodyPr>
          <a:lstStyle/>
          <a:p>
            <a:pPr algn="ctr"/>
            <a:r>
              <a:rPr lang="en-US" altLang="zh-CN" sz="1297" b="1" dirty="0">
                <a:solidFill>
                  <a:srgbClr val="FFFFFF"/>
                </a:solidFill>
                <a:latin typeface="微软雅黑" panose="020B0503020204020204" pitchFamily="34" charset="-122"/>
                <a:ea typeface="微软雅黑" panose="020B0503020204020204" pitchFamily="34" charset="-122"/>
              </a:rPr>
              <a:t>2021</a:t>
            </a:r>
            <a:endParaRPr sz="1297" b="1" dirty="0">
              <a:solidFill>
                <a:srgbClr val="FFFFFF"/>
              </a:solidFill>
              <a:latin typeface="微软雅黑" panose="020B0503020204020204" pitchFamily="34" charset="-122"/>
              <a:ea typeface="微软雅黑" panose="020B0503020204020204" pitchFamily="34" charset="-122"/>
            </a:endParaRPr>
          </a:p>
        </p:txBody>
      </p:sp>
      <p:grpSp>
        <p:nvGrpSpPr>
          <p:cNvPr id="113" name="组合 69">
            <a:extLst>
              <a:ext uri="{FF2B5EF4-FFF2-40B4-BE49-F238E27FC236}">
                <a16:creationId xmlns:a16="http://schemas.microsoft.com/office/drawing/2014/main" id="{7F7D4B9F-D64B-518B-6BA4-27521D1C5CED}"/>
              </a:ext>
            </a:extLst>
          </p:cNvPr>
          <p:cNvGrpSpPr/>
          <p:nvPr/>
        </p:nvGrpSpPr>
        <p:grpSpPr>
          <a:xfrm>
            <a:off x="1912008" y="4117163"/>
            <a:ext cx="6901480" cy="2150287"/>
            <a:chOff x="1535892" y="4203103"/>
            <a:chExt cx="7446887" cy="1806872"/>
          </a:xfrm>
        </p:grpSpPr>
        <p:sp>
          <p:nvSpPr>
            <p:cNvPr id="114" name="Line">
              <a:extLst>
                <a:ext uri="{FF2B5EF4-FFF2-40B4-BE49-F238E27FC236}">
                  <a16:creationId xmlns:a16="http://schemas.microsoft.com/office/drawing/2014/main" id="{4A7F85C4-F74C-D34D-8B62-53CEAC9FF8A6}"/>
                </a:ext>
              </a:extLst>
            </p:cNvPr>
            <p:cNvSpPr/>
            <p:nvPr/>
          </p:nvSpPr>
          <p:spPr>
            <a:xfrm>
              <a:off x="1535892" y="4203103"/>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15" name="Line">
              <a:extLst>
                <a:ext uri="{FF2B5EF4-FFF2-40B4-BE49-F238E27FC236}">
                  <a16:creationId xmlns:a16="http://schemas.microsoft.com/office/drawing/2014/main" id="{6845E4BC-0C5D-8A33-554A-7B239B203B59}"/>
                </a:ext>
              </a:extLst>
            </p:cNvPr>
            <p:cNvSpPr/>
            <p:nvPr/>
          </p:nvSpPr>
          <p:spPr>
            <a:xfrm>
              <a:off x="3397614" y="4203103"/>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16" name="Line">
              <a:extLst>
                <a:ext uri="{FF2B5EF4-FFF2-40B4-BE49-F238E27FC236}">
                  <a16:creationId xmlns:a16="http://schemas.microsoft.com/office/drawing/2014/main" id="{380DF10D-4811-106C-2BF5-7C46D00BD490}"/>
                </a:ext>
              </a:extLst>
            </p:cNvPr>
            <p:cNvSpPr/>
            <p:nvPr/>
          </p:nvSpPr>
          <p:spPr>
            <a:xfrm>
              <a:off x="5259335" y="4203103"/>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17" name="Line">
              <a:extLst>
                <a:ext uri="{FF2B5EF4-FFF2-40B4-BE49-F238E27FC236}">
                  <a16:creationId xmlns:a16="http://schemas.microsoft.com/office/drawing/2014/main" id="{203F2FC2-7486-AF8A-2DDB-6C52FEAAEED5}"/>
                </a:ext>
              </a:extLst>
            </p:cNvPr>
            <p:cNvSpPr/>
            <p:nvPr/>
          </p:nvSpPr>
          <p:spPr>
            <a:xfrm>
              <a:off x="7121057" y="4203103"/>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18" name="Line">
              <a:extLst>
                <a:ext uri="{FF2B5EF4-FFF2-40B4-BE49-F238E27FC236}">
                  <a16:creationId xmlns:a16="http://schemas.microsoft.com/office/drawing/2014/main" id="{57E17F86-0E85-4872-2270-B946A0510876}"/>
                </a:ext>
              </a:extLst>
            </p:cNvPr>
            <p:cNvSpPr/>
            <p:nvPr/>
          </p:nvSpPr>
          <p:spPr>
            <a:xfrm>
              <a:off x="8982779" y="4203103"/>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grpSp>
      <p:grpSp>
        <p:nvGrpSpPr>
          <p:cNvPr id="119" name="组合 68">
            <a:extLst>
              <a:ext uri="{FF2B5EF4-FFF2-40B4-BE49-F238E27FC236}">
                <a16:creationId xmlns:a16="http://schemas.microsoft.com/office/drawing/2014/main" id="{2240AD57-88B7-0E74-9150-2C9E214106C2}"/>
              </a:ext>
            </a:extLst>
          </p:cNvPr>
          <p:cNvGrpSpPr/>
          <p:nvPr/>
        </p:nvGrpSpPr>
        <p:grpSpPr>
          <a:xfrm>
            <a:off x="2774693" y="1329534"/>
            <a:ext cx="6901480" cy="2068711"/>
            <a:chOff x="2466753" y="1620497"/>
            <a:chExt cx="7446887" cy="1806872"/>
          </a:xfrm>
        </p:grpSpPr>
        <p:sp>
          <p:nvSpPr>
            <p:cNvPr id="120" name="Line">
              <a:extLst>
                <a:ext uri="{FF2B5EF4-FFF2-40B4-BE49-F238E27FC236}">
                  <a16:creationId xmlns:a16="http://schemas.microsoft.com/office/drawing/2014/main" id="{6AAB693F-9A85-6BD7-8B85-9395A27C9F76}"/>
                </a:ext>
              </a:extLst>
            </p:cNvPr>
            <p:cNvSpPr/>
            <p:nvPr/>
          </p:nvSpPr>
          <p:spPr>
            <a:xfrm>
              <a:off x="2466753" y="1620497"/>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21" name="Line">
              <a:extLst>
                <a:ext uri="{FF2B5EF4-FFF2-40B4-BE49-F238E27FC236}">
                  <a16:creationId xmlns:a16="http://schemas.microsoft.com/office/drawing/2014/main" id="{88BADA0E-73AF-63E1-3266-9C38DDC6979E}"/>
                </a:ext>
              </a:extLst>
            </p:cNvPr>
            <p:cNvSpPr/>
            <p:nvPr/>
          </p:nvSpPr>
          <p:spPr>
            <a:xfrm>
              <a:off x="4328475" y="1620497"/>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22" name="Line">
              <a:extLst>
                <a:ext uri="{FF2B5EF4-FFF2-40B4-BE49-F238E27FC236}">
                  <a16:creationId xmlns:a16="http://schemas.microsoft.com/office/drawing/2014/main" id="{2A03C1B5-2D02-D334-AEFF-59671D1191D9}"/>
                </a:ext>
              </a:extLst>
            </p:cNvPr>
            <p:cNvSpPr/>
            <p:nvPr/>
          </p:nvSpPr>
          <p:spPr>
            <a:xfrm>
              <a:off x="6190196" y="1620497"/>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23" name="Line">
              <a:extLst>
                <a:ext uri="{FF2B5EF4-FFF2-40B4-BE49-F238E27FC236}">
                  <a16:creationId xmlns:a16="http://schemas.microsoft.com/office/drawing/2014/main" id="{8F569C1B-0808-C75C-B658-FA2FC754EF5F}"/>
                </a:ext>
              </a:extLst>
            </p:cNvPr>
            <p:cNvSpPr/>
            <p:nvPr/>
          </p:nvSpPr>
          <p:spPr>
            <a:xfrm>
              <a:off x="8051918" y="1620497"/>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sp>
          <p:nvSpPr>
            <p:cNvPr id="124" name="Line">
              <a:extLst>
                <a:ext uri="{FF2B5EF4-FFF2-40B4-BE49-F238E27FC236}">
                  <a16:creationId xmlns:a16="http://schemas.microsoft.com/office/drawing/2014/main" id="{96A2730D-4073-F886-B26D-EC390F3DDE2C}"/>
                </a:ext>
              </a:extLst>
            </p:cNvPr>
            <p:cNvSpPr/>
            <p:nvPr/>
          </p:nvSpPr>
          <p:spPr>
            <a:xfrm>
              <a:off x="9913640" y="1620497"/>
              <a:ext cx="0" cy="1806872"/>
            </a:xfrm>
            <a:prstGeom prst="line">
              <a:avLst/>
            </a:prstGeom>
            <a:ln w="25400">
              <a:solidFill>
                <a:srgbClr val="7A8C8E"/>
              </a:solidFill>
              <a:custDash>
                <a:ds d="200000" sp="200000"/>
              </a:custDash>
              <a:miter lim="400000"/>
              <a:headEnd type="oval"/>
              <a:tailEnd type="oval"/>
            </a:ln>
          </p:spPr>
          <p:txBody>
            <a:bodyPr lIns="22859" tIns="22859" rIns="22859" bIns="22859"/>
            <a:lstStyle/>
            <a:p>
              <a:endParaRPr sz="900"/>
            </a:p>
          </p:txBody>
        </p:sp>
      </p:grpSp>
      <p:sp>
        <p:nvSpPr>
          <p:cNvPr id="125"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D555520-1814-F834-474D-98FC0EA40396}"/>
              </a:ext>
            </a:extLst>
          </p:cNvPr>
          <p:cNvSpPr txBox="1"/>
          <p:nvPr/>
        </p:nvSpPr>
        <p:spPr>
          <a:xfrm>
            <a:off x="2876098" y="1704417"/>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endParaRPr sz="1019" b="1" dirty="0">
              <a:solidFill>
                <a:srgbClr val="336699"/>
              </a:solidFill>
              <a:latin typeface="微软雅黑" panose="020B0503020204020204" pitchFamily="34" charset="-122"/>
              <a:ea typeface="微软雅黑" panose="020B0503020204020204" pitchFamily="34" charset="-122"/>
            </a:endParaRPr>
          </a:p>
        </p:txBody>
      </p:sp>
      <p:sp>
        <p:nvSpPr>
          <p:cNvPr id="12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A0840D3E-507B-B140-D569-2C0980A4ECFE}"/>
              </a:ext>
            </a:extLst>
          </p:cNvPr>
          <p:cNvSpPr txBox="1"/>
          <p:nvPr/>
        </p:nvSpPr>
        <p:spPr>
          <a:xfrm>
            <a:off x="2882483" y="1952649"/>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2D6A0FB4-AE74-C440-D2C8-CAFB86290AC1}"/>
              </a:ext>
            </a:extLst>
          </p:cNvPr>
          <p:cNvSpPr txBox="1"/>
          <p:nvPr/>
        </p:nvSpPr>
        <p:spPr>
          <a:xfrm>
            <a:off x="4598420" y="1704417"/>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2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8E36164-A2C4-E8CC-7879-50E49B083631}"/>
              </a:ext>
            </a:extLst>
          </p:cNvPr>
          <p:cNvSpPr txBox="1"/>
          <p:nvPr/>
        </p:nvSpPr>
        <p:spPr>
          <a:xfrm>
            <a:off x="4604806" y="1952649"/>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9"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8C5241F-AC7D-816F-B1D6-5C13CABAD045}"/>
              </a:ext>
            </a:extLst>
          </p:cNvPr>
          <p:cNvSpPr txBox="1"/>
          <p:nvPr/>
        </p:nvSpPr>
        <p:spPr>
          <a:xfrm>
            <a:off x="6319577" y="1704417"/>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3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3373F805-4860-FFEC-4EAB-08C1407B9DD5}"/>
              </a:ext>
            </a:extLst>
          </p:cNvPr>
          <p:cNvSpPr txBox="1"/>
          <p:nvPr/>
        </p:nvSpPr>
        <p:spPr>
          <a:xfrm>
            <a:off x="6325962" y="1952649"/>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31BD88D7-B1D3-B174-DFBC-3FE121DEE760}"/>
              </a:ext>
            </a:extLst>
          </p:cNvPr>
          <p:cNvSpPr txBox="1"/>
          <p:nvPr/>
        </p:nvSpPr>
        <p:spPr>
          <a:xfrm>
            <a:off x="8051210" y="1704417"/>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3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712F9F2B-FE2F-309D-B0FA-F328B9918C98}"/>
              </a:ext>
            </a:extLst>
          </p:cNvPr>
          <p:cNvSpPr txBox="1"/>
          <p:nvPr/>
        </p:nvSpPr>
        <p:spPr>
          <a:xfrm>
            <a:off x="8057595" y="1952649"/>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3"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A91BD344-D1ED-CA8D-EEF0-8F7A8873879F}"/>
              </a:ext>
            </a:extLst>
          </p:cNvPr>
          <p:cNvSpPr txBox="1"/>
          <p:nvPr/>
        </p:nvSpPr>
        <p:spPr>
          <a:xfrm>
            <a:off x="9771072" y="1704417"/>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3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5F18D72-1D84-63A9-C7BA-301DB1D6F684}"/>
              </a:ext>
            </a:extLst>
          </p:cNvPr>
          <p:cNvSpPr txBox="1"/>
          <p:nvPr/>
        </p:nvSpPr>
        <p:spPr>
          <a:xfrm>
            <a:off x="9777458" y="1952649"/>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5"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0D994EBD-A507-6E51-0295-E0415A86E475}"/>
              </a:ext>
            </a:extLst>
          </p:cNvPr>
          <p:cNvSpPr txBox="1"/>
          <p:nvPr/>
        </p:nvSpPr>
        <p:spPr>
          <a:xfrm>
            <a:off x="2028668" y="4670421"/>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3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B18A8374-DC53-9D62-D8E5-E7CB143F6DE0}"/>
              </a:ext>
            </a:extLst>
          </p:cNvPr>
          <p:cNvSpPr txBox="1"/>
          <p:nvPr/>
        </p:nvSpPr>
        <p:spPr>
          <a:xfrm>
            <a:off x="2035053" y="4918653"/>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FCE6AD5E-43A6-A93B-72BC-5FEB8B7DDC71}"/>
              </a:ext>
            </a:extLst>
          </p:cNvPr>
          <p:cNvSpPr txBox="1"/>
          <p:nvPr/>
        </p:nvSpPr>
        <p:spPr>
          <a:xfrm>
            <a:off x="3750990" y="4670421"/>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3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EB69C404-12CD-60D5-3467-E3504F7BBFEC}"/>
              </a:ext>
            </a:extLst>
          </p:cNvPr>
          <p:cNvSpPr txBox="1"/>
          <p:nvPr/>
        </p:nvSpPr>
        <p:spPr>
          <a:xfrm>
            <a:off x="3757376" y="4918653"/>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9"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257B994-E342-5C37-37C9-5FC13CC1A81C}"/>
              </a:ext>
            </a:extLst>
          </p:cNvPr>
          <p:cNvSpPr txBox="1"/>
          <p:nvPr/>
        </p:nvSpPr>
        <p:spPr>
          <a:xfrm>
            <a:off x="5472147" y="4670421"/>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4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3A416115-CD87-E714-CCC0-0C04B4B95D02}"/>
              </a:ext>
            </a:extLst>
          </p:cNvPr>
          <p:cNvSpPr txBox="1"/>
          <p:nvPr/>
        </p:nvSpPr>
        <p:spPr>
          <a:xfrm>
            <a:off x="5478533" y="4918653"/>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FF5E475-1802-5E68-4248-DDB2779DE174}"/>
              </a:ext>
            </a:extLst>
          </p:cNvPr>
          <p:cNvSpPr txBox="1"/>
          <p:nvPr/>
        </p:nvSpPr>
        <p:spPr>
          <a:xfrm>
            <a:off x="7203780" y="4670421"/>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4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9C7177A-892C-2A6F-4741-9C7EEC9CC2A7}"/>
              </a:ext>
            </a:extLst>
          </p:cNvPr>
          <p:cNvSpPr txBox="1"/>
          <p:nvPr/>
        </p:nvSpPr>
        <p:spPr>
          <a:xfrm>
            <a:off x="7210165" y="4918653"/>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3"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F9F9B926-A73B-C281-4D3D-4E26C5069CDC}"/>
              </a:ext>
            </a:extLst>
          </p:cNvPr>
          <p:cNvSpPr txBox="1"/>
          <p:nvPr/>
        </p:nvSpPr>
        <p:spPr>
          <a:xfrm>
            <a:off x="8923642" y="4670421"/>
            <a:ext cx="1180573" cy="20441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039">
                <a:solidFill>
                  <a:srgbClr val="535353"/>
                </a:solidFill>
                <a:latin typeface="微软雅黑"/>
                <a:ea typeface="微软雅黑"/>
                <a:cs typeface="微软雅黑"/>
                <a:sym typeface="Barlow SemiBold"/>
              </a:defRPr>
            </a:lvl1pPr>
          </a:lstStyle>
          <a:p>
            <a:r>
              <a:rPr lang="zh-CN" altLang="en-US" sz="1019" b="1" dirty="0">
                <a:solidFill>
                  <a:srgbClr val="336699"/>
                </a:solidFill>
                <a:latin typeface="微软雅黑" panose="020B0503020204020204" pitchFamily="34" charset="-122"/>
                <a:ea typeface="微软雅黑" panose="020B0503020204020204" pitchFamily="34" charset="-122"/>
              </a:rPr>
              <a:t>工作计划</a:t>
            </a:r>
          </a:p>
        </p:txBody>
      </p:sp>
      <p:sp>
        <p:nvSpPr>
          <p:cNvPr id="14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355F4A9-7C81-037C-63B7-3EE2D9A98B8E}"/>
              </a:ext>
            </a:extLst>
          </p:cNvPr>
          <p:cNvSpPr txBox="1"/>
          <p:nvPr/>
        </p:nvSpPr>
        <p:spPr>
          <a:xfrm>
            <a:off x="8930028" y="4918653"/>
            <a:ext cx="1276659" cy="987508"/>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1854">
                <a:solidFill>
                  <a:srgbClr val="A7A7A7"/>
                </a:solidFill>
                <a:latin typeface="微软雅黑"/>
                <a:ea typeface="微软雅黑"/>
                <a:cs typeface="微软雅黑"/>
                <a:sym typeface="Barlow Medium"/>
              </a:defRPr>
            </a:lvl1pPr>
          </a:lstStyle>
          <a:p>
            <a:pPr algn="just">
              <a:lnSpc>
                <a:spcPct val="150000"/>
              </a:lnSpc>
            </a:pPr>
            <a:r>
              <a:rPr kumimoji="1" lang="zh-CN" altLang="en-US" sz="8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5" name="文本框 80">
            <a:extLst>
              <a:ext uri="{FF2B5EF4-FFF2-40B4-BE49-F238E27FC236}">
                <a16:creationId xmlns:a16="http://schemas.microsoft.com/office/drawing/2014/main" id="{4316BF5E-68DE-B108-DE8B-320D169F0779}"/>
              </a:ext>
            </a:extLst>
          </p:cNvPr>
          <p:cNvSpPr txBox="1"/>
          <p:nvPr/>
        </p:nvSpPr>
        <p:spPr>
          <a:xfrm>
            <a:off x="825793" y="1238250"/>
            <a:ext cx="1502239" cy="884229"/>
          </a:xfrm>
          <a:prstGeom prst="rect">
            <a:avLst/>
          </a:prstGeom>
          <a:noFill/>
        </p:spPr>
        <p:txBody>
          <a:bodyPr wrap="none" rtlCol="0">
            <a:spAutoFit/>
          </a:bodyPr>
          <a:lstStyle/>
          <a:p>
            <a:r>
              <a:rPr kumimoji="1" lang="zh-CN" altLang="en-US" sz="259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r>
              <a:rPr kumimoji="1" lang="zh-CN" altLang="en" sz="259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度</a:t>
            </a:r>
            <a:r>
              <a:rPr kumimoji="1" lang="zh-CN" altLang="en-US" sz="259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a:t>
            </a:r>
            <a:endParaRPr kumimoji="1" lang="en-US" altLang="zh-CN" sz="259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a:p>
            <a:r>
              <a:rPr kumimoji="1" lang="zh-CN" altLang="en-US" sz="259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时间安排</a:t>
            </a:r>
          </a:p>
        </p:txBody>
      </p:sp>
    </p:spTree>
    <p:extLst>
      <p:ext uri="{BB962C8B-B14F-4D97-AF65-F5344CB8AC3E}">
        <p14:creationId xmlns:p14="http://schemas.microsoft.com/office/powerpoint/2010/main" val="1851778670"/>
      </p:ext>
    </p:extLst>
  </p:cSld>
  <p:clrMapOvr>
    <a:masterClrMapping/>
  </p:clrMapOvr>
</p:sld>
</file>

<file path=ppt/slides/vr_business_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R009 曲线跨年时间轴（结构示例）</a:t>
            </a:r>
          </a:p>
        </p:txBody>
      </p:sp>
      <p:sp>
        <p:nvSpPr>
          <p:cNvPr id="101" name="Shape 48">
            <a:extLst>
              <a:ext uri="{FF2B5EF4-FFF2-40B4-BE49-F238E27FC236}">
                <a16:creationId xmlns:a16="http://schemas.microsoft.com/office/drawing/2014/main" id="{836F4FAA-F5AF-CE24-2FA4-3BB973DB7EBD}"/>
              </a:ext>
            </a:extLst>
          </p:cNvPr>
          <p:cNvSpPr>
            <a:spLocks/>
          </p:cNvSpPr>
          <p:nvPr/>
        </p:nvSpPr>
        <p:spPr bwMode="auto">
          <a:xfrm>
            <a:off x="997074" y="2516490"/>
            <a:ext cx="2287384" cy="1166481"/>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981" y="0"/>
                </a:moveTo>
                <a:cubicBezTo>
                  <a:pt x="7109" y="0"/>
                  <a:pt x="5657" y="10"/>
                  <a:pt x="4123" y="964"/>
                </a:cubicBezTo>
                <a:cubicBezTo>
                  <a:pt x="2433" y="2169"/>
                  <a:pt x="1104" y="4776"/>
                  <a:pt x="489" y="8088"/>
                </a:cubicBezTo>
                <a:cubicBezTo>
                  <a:pt x="0" y="11114"/>
                  <a:pt x="0" y="13963"/>
                  <a:pt x="0" y="19575"/>
                </a:cubicBezTo>
                <a:lnTo>
                  <a:pt x="0" y="21600"/>
                </a:lnTo>
                <a:lnTo>
                  <a:pt x="3172" y="21600"/>
                </a:lnTo>
                <a:lnTo>
                  <a:pt x="3172" y="16849"/>
                </a:lnTo>
                <a:cubicBezTo>
                  <a:pt x="3172" y="13802"/>
                  <a:pt x="3172" y="12256"/>
                  <a:pt x="3438" y="10613"/>
                </a:cubicBezTo>
                <a:cubicBezTo>
                  <a:pt x="3772" y="8814"/>
                  <a:pt x="4493" y="7395"/>
                  <a:pt x="5410" y="6741"/>
                </a:cubicBezTo>
                <a:cubicBezTo>
                  <a:pt x="6244" y="6223"/>
                  <a:pt x="7030" y="6223"/>
                  <a:pt x="8591" y="6223"/>
                </a:cubicBezTo>
                <a:lnTo>
                  <a:pt x="8614" y="6223"/>
                </a:lnTo>
                <a:lnTo>
                  <a:pt x="13009" y="6223"/>
                </a:lnTo>
                <a:cubicBezTo>
                  <a:pt x="14563" y="6223"/>
                  <a:pt x="15352" y="6220"/>
                  <a:pt x="16190" y="6741"/>
                </a:cubicBezTo>
                <a:cubicBezTo>
                  <a:pt x="17107" y="7395"/>
                  <a:pt x="17828" y="8815"/>
                  <a:pt x="18162" y="10613"/>
                </a:cubicBezTo>
                <a:cubicBezTo>
                  <a:pt x="18428" y="12256"/>
                  <a:pt x="18428" y="13800"/>
                  <a:pt x="18428" y="16894"/>
                </a:cubicBezTo>
                <a:lnTo>
                  <a:pt x="18428" y="21600"/>
                </a:lnTo>
                <a:lnTo>
                  <a:pt x="21600" y="21600"/>
                </a:lnTo>
                <a:lnTo>
                  <a:pt x="21600" y="19664"/>
                </a:lnTo>
                <a:cubicBezTo>
                  <a:pt x="21600" y="13965"/>
                  <a:pt x="21600" y="11114"/>
                  <a:pt x="21111" y="8088"/>
                </a:cubicBezTo>
                <a:cubicBezTo>
                  <a:pt x="20496" y="4776"/>
                  <a:pt x="19164" y="2169"/>
                  <a:pt x="17475" y="964"/>
                </a:cubicBezTo>
                <a:cubicBezTo>
                  <a:pt x="15932" y="4"/>
                  <a:pt x="14479" y="0"/>
                  <a:pt x="11617" y="0"/>
                </a:cubicBezTo>
                <a:lnTo>
                  <a:pt x="10026" y="0"/>
                </a:lnTo>
                <a:lnTo>
                  <a:pt x="9981" y="0"/>
                </a:lnTo>
                <a:close/>
              </a:path>
            </a:pathLst>
          </a:custGeom>
          <a:solidFill>
            <a:srgbClr val="58B6C0"/>
          </a:solidFill>
          <a:ln>
            <a:noFill/>
          </a:ln>
        </p:spPr>
        <p:txBody>
          <a:bodyPr lIns="50800" tIns="50800" rIns="50800" bIns="50800" anchor="ctr"/>
          <a:lstStyle/>
          <a:p>
            <a:pPr>
              <a:defRPr/>
            </a:pPr>
            <a:endParaRPr lang="en-US" dirty="0">
              <a:latin typeface="微软雅黑" charset="0"/>
              <a:ea typeface="微软雅黑" charset="0"/>
              <a:cs typeface="微软雅黑" charset="0"/>
              <a:sym typeface="Poppins" charset="0"/>
            </a:endParaRPr>
          </a:p>
        </p:txBody>
      </p:sp>
      <p:sp>
        <p:nvSpPr>
          <p:cNvPr id="102" name="Shape 50">
            <a:extLst>
              <a:ext uri="{FF2B5EF4-FFF2-40B4-BE49-F238E27FC236}">
                <a16:creationId xmlns:a16="http://schemas.microsoft.com/office/drawing/2014/main" id="{CA612190-2E6A-54A4-38BA-452C10787B3C}"/>
              </a:ext>
            </a:extLst>
          </p:cNvPr>
          <p:cNvSpPr>
            <a:spLocks/>
          </p:cNvSpPr>
          <p:nvPr/>
        </p:nvSpPr>
        <p:spPr bwMode="auto">
          <a:xfrm rot="10800000">
            <a:off x="2949369" y="3677907"/>
            <a:ext cx="2286540" cy="1165637"/>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981" y="0"/>
                </a:moveTo>
                <a:cubicBezTo>
                  <a:pt x="7109" y="0"/>
                  <a:pt x="5657" y="10"/>
                  <a:pt x="4123" y="964"/>
                </a:cubicBezTo>
                <a:cubicBezTo>
                  <a:pt x="2433" y="2169"/>
                  <a:pt x="1104" y="4776"/>
                  <a:pt x="489" y="8088"/>
                </a:cubicBezTo>
                <a:cubicBezTo>
                  <a:pt x="0" y="11114"/>
                  <a:pt x="0" y="13963"/>
                  <a:pt x="0" y="19575"/>
                </a:cubicBezTo>
                <a:lnTo>
                  <a:pt x="0" y="21600"/>
                </a:lnTo>
                <a:lnTo>
                  <a:pt x="3172" y="21600"/>
                </a:lnTo>
                <a:lnTo>
                  <a:pt x="3172" y="16849"/>
                </a:lnTo>
                <a:cubicBezTo>
                  <a:pt x="3172" y="13802"/>
                  <a:pt x="3172" y="12256"/>
                  <a:pt x="3438" y="10613"/>
                </a:cubicBezTo>
                <a:cubicBezTo>
                  <a:pt x="3772" y="8814"/>
                  <a:pt x="4493" y="7395"/>
                  <a:pt x="5410" y="6741"/>
                </a:cubicBezTo>
                <a:cubicBezTo>
                  <a:pt x="6244" y="6223"/>
                  <a:pt x="7030" y="6223"/>
                  <a:pt x="8591" y="6223"/>
                </a:cubicBezTo>
                <a:lnTo>
                  <a:pt x="8614" y="6223"/>
                </a:lnTo>
                <a:lnTo>
                  <a:pt x="13009" y="6223"/>
                </a:lnTo>
                <a:cubicBezTo>
                  <a:pt x="14563" y="6223"/>
                  <a:pt x="15352" y="6220"/>
                  <a:pt x="16190" y="6741"/>
                </a:cubicBezTo>
                <a:cubicBezTo>
                  <a:pt x="17107" y="7395"/>
                  <a:pt x="17828" y="8815"/>
                  <a:pt x="18162" y="10613"/>
                </a:cubicBezTo>
                <a:cubicBezTo>
                  <a:pt x="18428" y="12256"/>
                  <a:pt x="18428" y="13800"/>
                  <a:pt x="18428" y="16894"/>
                </a:cubicBezTo>
                <a:lnTo>
                  <a:pt x="18428" y="21600"/>
                </a:lnTo>
                <a:lnTo>
                  <a:pt x="21600" y="21600"/>
                </a:lnTo>
                <a:lnTo>
                  <a:pt x="21600" y="19664"/>
                </a:lnTo>
                <a:cubicBezTo>
                  <a:pt x="21600" y="13965"/>
                  <a:pt x="21600" y="11114"/>
                  <a:pt x="21111" y="8088"/>
                </a:cubicBezTo>
                <a:cubicBezTo>
                  <a:pt x="20496" y="4776"/>
                  <a:pt x="19164" y="2169"/>
                  <a:pt x="17475" y="964"/>
                </a:cubicBezTo>
                <a:cubicBezTo>
                  <a:pt x="15932" y="4"/>
                  <a:pt x="14479" y="0"/>
                  <a:pt x="11617" y="0"/>
                </a:cubicBezTo>
                <a:lnTo>
                  <a:pt x="10026" y="0"/>
                </a:lnTo>
                <a:lnTo>
                  <a:pt x="9981" y="0"/>
                </a:lnTo>
                <a:close/>
              </a:path>
            </a:pathLst>
          </a:custGeom>
          <a:solidFill>
            <a:srgbClr val="75BDA7"/>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03" name="Shape 52">
            <a:extLst>
              <a:ext uri="{FF2B5EF4-FFF2-40B4-BE49-F238E27FC236}">
                <a16:creationId xmlns:a16="http://schemas.microsoft.com/office/drawing/2014/main" id="{62A5CCCC-6DA8-36EC-BD3B-8EB5BD40C62D}"/>
              </a:ext>
            </a:extLst>
          </p:cNvPr>
          <p:cNvSpPr>
            <a:spLocks/>
          </p:cNvSpPr>
          <p:nvPr/>
        </p:nvSpPr>
        <p:spPr bwMode="auto">
          <a:xfrm>
            <a:off x="4898791" y="2516289"/>
            <a:ext cx="2286545" cy="1166335"/>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981" y="0"/>
                </a:moveTo>
                <a:cubicBezTo>
                  <a:pt x="7109" y="0"/>
                  <a:pt x="5657" y="10"/>
                  <a:pt x="4123" y="964"/>
                </a:cubicBezTo>
                <a:cubicBezTo>
                  <a:pt x="2433" y="2169"/>
                  <a:pt x="1104" y="4776"/>
                  <a:pt x="489" y="8088"/>
                </a:cubicBezTo>
                <a:cubicBezTo>
                  <a:pt x="0" y="11114"/>
                  <a:pt x="0" y="13963"/>
                  <a:pt x="0" y="19575"/>
                </a:cubicBezTo>
                <a:lnTo>
                  <a:pt x="0" y="21600"/>
                </a:lnTo>
                <a:lnTo>
                  <a:pt x="3172" y="21600"/>
                </a:lnTo>
                <a:lnTo>
                  <a:pt x="3172" y="16849"/>
                </a:lnTo>
                <a:cubicBezTo>
                  <a:pt x="3172" y="13802"/>
                  <a:pt x="3172" y="12256"/>
                  <a:pt x="3438" y="10613"/>
                </a:cubicBezTo>
                <a:cubicBezTo>
                  <a:pt x="3772" y="8814"/>
                  <a:pt x="4493" y="7395"/>
                  <a:pt x="5410" y="6741"/>
                </a:cubicBezTo>
                <a:cubicBezTo>
                  <a:pt x="6244" y="6223"/>
                  <a:pt x="7030" y="6223"/>
                  <a:pt x="8591" y="6223"/>
                </a:cubicBezTo>
                <a:lnTo>
                  <a:pt x="8614" y="6223"/>
                </a:lnTo>
                <a:lnTo>
                  <a:pt x="13009" y="6223"/>
                </a:lnTo>
                <a:cubicBezTo>
                  <a:pt x="14563" y="6223"/>
                  <a:pt x="15352" y="6220"/>
                  <a:pt x="16190" y="6741"/>
                </a:cubicBezTo>
                <a:cubicBezTo>
                  <a:pt x="17107" y="7395"/>
                  <a:pt x="17828" y="8815"/>
                  <a:pt x="18162" y="10613"/>
                </a:cubicBezTo>
                <a:cubicBezTo>
                  <a:pt x="18428" y="12256"/>
                  <a:pt x="18428" y="13800"/>
                  <a:pt x="18428" y="16894"/>
                </a:cubicBezTo>
                <a:lnTo>
                  <a:pt x="18428" y="21600"/>
                </a:lnTo>
                <a:lnTo>
                  <a:pt x="21600" y="21600"/>
                </a:lnTo>
                <a:lnTo>
                  <a:pt x="21600" y="19664"/>
                </a:lnTo>
                <a:cubicBezTo>
                  <a:pt x="21600" y="13965"/>
                  <a:pt x="21600" y="11114"/>
                  <a:pt x="21111" y="8088"/>
                </a:cubicBezTo>
                <a:cubicBezTo>
                  <a:pt x="20496" y="4776"/>
                  <a:pt x="19164" y="2169"/>
                  <a:pt x="17475" y="964"/>
                </a:cubicBezTo>
                <a:cubicBezTo>
                  <a:pt x="15932" y="4"/>
                  <a:pt x="14479" y="0"/>
                  <a:pt x="11617" y="0"/>
                </a:cubicBezTo>
                <a:lnTo>
                  <a:pt x="10026" y="0"/>
                </a:lnTo>
                <a:lnTo>
                  <a:pt x="9981" y="0"/>
                </a:lnTo>
                <a:close/>
              </a:path>
            </a:pathLst>
          </a:custGeom>
          <a:solidFill>
            <a:srgbClr val="336699"/>
          </a:solidFill>
          <a:ln>
            <a:noFill/>
          </a:ln>
          <a:extLst>
            <a:ext uri="{91240B29-F687-4F45-9708-019B960494DF}">
              <a14:hiddenLine xmlns:a14="http://schemas.microsoft.com/office/drawing/2010/main" w="9525">
                <a:solidFill>
                  <a:srgbClr val="000000"/>
                </a:solidFill>
                <a:round/>
                <a:headEnd/>
                <a:tailEnd/>
              </a14:hiddenLine>
            </a:ext>
          </a:extLst>
        </p:spPr>
        <p:txBody>
          <a:bodyPr lIns="50800" tIns="50800" rIns="50800" bIns="50800" anchor="ctr"/>
          <a:lstStyle/>
          <a:p>
            <a:endParaRPr lang="zh-CN" altLang="en-US"/>
          </a:p>
        </p:txBody>
      </p:sp>
      <p:sp>
        <p:nvSpPr>
          <p:cNvPr id="104" name="Shape 54">
            <a:extLst>
              <a:ext uri="{FF2B5EF4-FFF2-40B4-BE49-F238E27FC236}">
                <a16:creationId xmlns:a16="http://schemas.microsoft.com/office/drawing/2014/main" id="{5E827950-7986-9BE8-4C6C-050D838F04D8}"/>
              </a:ext>
            </a:extLst>
          </p:cNvPr>
          <p:cNvSpPr>
            <a:spLocks/>
          </p:cNvSpPr>
          <p:nvPr/>
        </p:nvSpPr>
        <p:spPr bwMode="auto">
          <a:xfrm rot="10800000">
            <a:off x="6851427" y="3677907"/>
            <a:ext cx="2286540" cy="1165637"/>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981" y="0"/>
                </a:moveTo>
                <a:cubicBezTo>
                  <a:pt x="7109" y="0"/>
                  <a:pt x="5657" y="10"/>
                  <a:pt x="4123" y="964"/>
                </a:cubicBezTo>
                <a:cubicBezTo>
                  <a:pt x="2433" y="2169"/>
                  <a:pt x="1104" y="4776"/>
                  <a:pt x="489" y="8088"/>
                </a:cubicBezTo>
                <a:cubicBezTo>
                  <a:pt x="0" y="11114"/>
                  <a:pt x="0" y="13963"/>
                  <a:pt x="0" y="19575"/>
                </a:cubicBezTo>
                <a:lnTo>
                  <a:pt x="0" y="21600"/>
                </a:lnTo>
                <a:lnTo>
                  <a:pt x="3172" y="21600"/>
                </a:lnTo>
                <a:lnTo>
                  <a:pt x="3172" y="16849"/>
                </a:lnTo>
                <a:cubicBezTo>
                  <a:pt x="3172" y="13802"/>
                  <a:pt x="3172" y="12256"/>
                  <a:pt x="3438" y="10613"/>
                </a:cubicBezTo>
                <a:cubicBezTo>
                  <a:pt x="3772" y="8814"/>
                  <a:pt x="4493" y="7395"/>
                  <a:pt x="5410" y="6741"/>
                </a:cubicBezTo>
                <a:cubicBezTo>
                  <a:pt x="6244" y="6223"/>
                  <a:pt x="7030" y="6223"/>
                  <a:pt x="8591" y="6223"/>
                </a:cubicBezTo>
                <a:lnTo>
                  <a:pt x="8614" y="6223"/>
                </a:lnTo>
                <a:lnTo>
                  <a:pt x="13009" y="6223"/>
                </a:lnTo>
                <a:cubicBezTo>
                  <a:pt x="14563" y="6223"/>
                  <a:pt x="15352" y="6220"/>
                  <a:pt x="16190" y="6741"/>
                </a:cubicBezTo>
                <a:cubicBezTo>
                  <a:pt x="17107" y="7395"/>
                  <a:pt x="17828" y="8815"/>
                  <a:pt x="18162" y="10613"/>
                </a:cubicBezTo>
                <a:cubicBezTo>
                  <a:pt x="18428" y="12256"/>
                  <a:pt x="18428" y="13800"/>
                  <a:pt x="18428" y="16894"/>
                </a:cubicBezTo>
                <a:lnTo>
                  <a:pt x="18428" y="21600"/>
                </a:lnTo>
                <a:lnTo>
                  <a:pt x="21600" y="21600"/>
                </a:lnTo>
                <a:lnTo>
                  <a:pt x="21600" y="19664"/>
                </a:lnTo>
                <a:cubicBezTo>
                  <a:pt x="21600" y="13965"/>
                  <a:pt x="21600" y="11114"/>
                  <a:pt x="21111" y="8088"/>
                </a:cubicBezTo>
                <a:cubicBezTo>
                  <a:pt x="20496" y="4776"/>
                  <a:pt x="19164" y="2169"/>
                  <a:pt x="17475" y="964"/>
                </a:cubicBezTo>
                <a:cubicBezTo>
                  <a:pt x="15932" y="4"/>
                  <a:pt x="14479" y="0"/>
                  <a:pt x="11617" y="0"/>
                </a:cubicBezTo>
                <a:lnTo>
                  <a:pt x="10026" y="0"/>
                </a:lnTo>
                <a:lnTo>
                  <a:pt x="9981" y="0"/>
                </a:lnTo>
                <a:close/>
              </a:path>
            </a:pathLst>
          </a:custGeom>
          <a:solidFill>
            <a:srgbClr val="7A8C8E"/>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05" name="Shape 56">
            <a:extLst>
              <a:ext uri="{FF2B5EF4-FFF2-40B4-BE49-F238E27FC236}">
                <a16:creationId xmlns:a16="http://schemas.microsoft.com/office/drawing/2014/main" id="{88FF4C2E-71A6-0084-26EE-D77D9F5EC717}"/>
              </a:ext>
            </a:extLst>
          </p:cNvPr>
          <p:cNvSpPr>
            <a:spLocks/>
          </p:cNvSpPr>
          <p:nvPr/>
        </p:nvSpPr>
        <p:spPr bwMode="auto">
          <a:xfrm>
            <a:off x="8802878" y="2516490"/>
            <a:ext cx="2286540" cy="1166481"/>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9981" y="0"/>
                </a:moveTo>
                <a:cubicBezTo>
                  <a:pt x="7109" y="0"/>
                  <a:pt x="5657" y="10"/>
                  <a:pt x="4123" y="964"/>
                </a:cubicBezTo>
                <a:cubicBezTo>
                  <a:pt x="2433" y="2169"/>
                  <a:pt x="1104" y="4776"/>
                  <a:pt x="489" y="8088"/>
                </a:cubicBezTo>
                <a:cubicBezTo>
                  <a:pt x="0" y="11114"/>
                  <a:pt x="0" y="13963"/>
                  <a:pt x="0" y="19575"/>
                </a:cubicBezTo>
                <a:lnTo>
                  <a:pt x="0" y="21600"/>
                </a:lnTo>
                <a:lnTo>
                  <a:pt x="3172" y="21600"/>
                </a:lnTo>
                <a:lnTo>
                  <a:pt x="3172" y="16849"/>
                </a:lnTo>
                <a:cubicBezTo>
                  <a:pt x="3172" y="13802"/>
                  <a:pt x="3172" y="12256"/>
                  <a:pt x="3438" y="10613"/>
                </a:cubicBezTo>
                <a:cubicBezTo>
                  <a:pt x="3772" y="8814"/>
                  <a:pt x="4493" y="7395"/>
                  <a:pt x="5410" y="6741"/>
                </a:cubicBezTo>
                <a:cubicBezTo>
                  <a:pt x="6244" y="6223"/>
                  <a:pt x="7030" y="6223"/>
                  <a:pt x="8591" y="6223"/>
                </a:cubicBezTo>
                <a:lnTo>
                  <a:pt x="8614" y="6223"/>
                </a:lnTo>
                <a:lnTo>
                  <a:pt x="13009" y="6223"/>
                </a:lnTo>
                <a:cubicBezTo>
                  <a:pt x="14563" y="6223"/>
                  <a:pt x="15352" y="6220"/>
                  <a:pt x="16190" y="6741"/>
                </a:cubicBezTo>
                <a:cubicBezTo>
                  <a:pt x="17107" y="7395"/>
                  <a:pt x="17828" y="8815"/>
                  <a:pt x="18162" y="10613"/>
                </a:cubicBezTo>
                <a:cubicBezTo>
                  <a:pt x="18428" y="12256"/>
                  <a:pt x="18428" y="13800"/>
                  <a:pt x="18428" y="16894"/>
                </a:cubicBezTo>
                <a:lnTo>
                  <a:pt x="18428" y="21600"/>
                </a:lnTo>
                <a:lnTo>
                  <a:pt x="21600" y="21600"/>
                </a:lnTo>
                <a:lnTo>
                  <a:pt x="21600" y="19664"/>
                </a:lnTo>
                <a:cubicBezTo>
                  <a:pt x="21600" y="13965"/>
                  <a:pt x="21600" y="11114"/>
                  <a:pt x="21111" y="8088"/>
                </a:cubicBezTo>
                <a:cubicBezTo>
                  <a:pt x="20496" y="4776"/>
                  <a:pt x="19164" y="2169"/>
                  <a:pt x="17475" y="964"/>
                </a:cubicBezTo>
                <a:cubicBezTo>
                  <a:pt x="15932" y="4"/>
                  <a:pt x="14479" y="0"/>
                  <a:pt x="11617" y="0"/>
                </a:cubicBezTo>
                <a:lnTo>
                  <a:pt x="10026" y="0"/>
                </a:lnTo>
                <a:lnTo>
                  <a:pt x="9981" y="0"/>
                </a:lnTo>
                <a:close/>
              </a:path>
            </a:pathLst>
          </a:custGeom>
          <a:solidFill>
            <a:srgbClr val="F2F6F7"/>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06" name="Shape 57">
            <a:extLst>
              <a:ext uri="{FF2B5EF4-FFF2-40B4-BE49-F238E27FC236}">
                <a16:creationId xmlns:a16="http://schemas.microsoft.com/office/drawing/2014/main" id="{2E86B9A2-9112-0D05-8211-D26C57C75200}"/>
              </a:ext>
            </a:extLst>
          </p:cNvPr>
          <p:cNvSpPr>
            <a:spLocks/>
          </p:cNvSpPr>
          <p:nvPr/>
        </p:nvSpPr>
        <p:spPr bwMode="auto">
          <a:xfrm rot="10800000">
            <a:off x="2849770" y="3625576"/>
            <a:ext cx="541038" cy="541882"/>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0800" y="0"/>
                </a:moveTo>
                <a:lnTo>
                  <a:pt x="21600" y="21600"/>
                </a:lnTo>
                <a:lnTo>
                  <a:pt x="0" y="21600"/>
                </a:lnTo>
                <a:lnTo>
                  <a:pt x="10800" y="0"/>
                </a:lnTo>
                <a:close/>
              </a:path>
            </a:pathLst>
          </a:custGeom>
          <a:solidFill>
            <a:srgbClr val="58B6C0"/>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07" name="Shape 58">
            <a:extLst>
              <a:ext uri="{FF2B5EF4-FFF2-40B4-BE49-F238E27FC236}">
                <a16:creationId xmlns:a16="http://schemas.microsoft.com/office/drawing/2014/main" id="{95EF0D2F-8193-1E6A-66EC-CF1B97BFAA28}"/>
              </a:ext>
            </a:extLst>
          </p:cNvPr>
          <p:cNvSpPr>
            <a:spLocks/>
          </p:cNvSpPr>
          <p:nvPr/>
        </p:nvSpPr>
        <p:spPr bwMode="auto">
          <a:xfrm rot="10800000">
            <a:off x="6747271" y="3625236"/>
            <a:ext cx="541883" cy="541814"/>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0800" y="0"/>
                </a:moveTo>
                <a:lnTo>
                  <a:pt x="21600" y="21600"/>
                </a:lnTo>
                <a:lnTo>
                  <a:pt x="0" y="21600"/>
                </a:lnTo>
                <a:lnTo>
                  <a:pt x="10800" y="0"/>
                </a:lnTo>
                <a:close/>
              </a:path>
            </a:pathLst>
          </a:custGeom>
          <a:solidFill>
            <a:srgbClr val="336699"/>
          </a:solidFill>
          <a:ln>
            <a:noFill/>
          </a:ln>
          <a:extLst>
            <a:ext uri="{91240B29-F687-4F45-9708-019B960494DF}">
              <a14:hiddenLine xmlns:a14="http://schemas.microsoft.com/office/drawing/2010/main" w="9525">
                <a:solidFill>
                  <a:srgbClr val="000000"/>
                </a:solidFill>
                <a:round/>
                <a:headEnd/>
                <a:tailEnd/>
              </a14:hiddenLine>
            </a:ext>
          </a:extLst>
        </p:spPr>
        <p:txBody>
          <a:bodyPr lIns="50800" tIns="50800" rIns="50800" bIns="50800" anchor="ctr"/>
          <a:lstStyle/>
          <a:p>
            <a:endParaRPr lang="zh-CN" altLang="en-US"/>
          </a:p>
        </p:txBody>
      </p:sp>
      <p:sp>
        <p:nvSpPr>
          <p:cNvPr id="108" name="Shape 59">
            <a:extLst>
              <a:ext uri="{FF2B5EF4-FFF2-40B4-BE49-F238E27FC236}">
                <a16:creationId xmlns:a16="http://schemas.microsoft.com/office/drawing/2014/main" id="{A6746B9F-8FC8-4A1F-A1D9-3A148794B1CD}"/>
              </a:ext>
            </a:extLst>
          </p:cNvPr>
          <p:cNvSpPr>
            <a:spLocks/>
          </p:cNvSpPr>
          <p:nvPr/>
        </p:nvSpPr>
        <p:spPr bwMode="auto">
          <a:xfrm rot="10800000">
            <a:off x="10653043" y="3625576"/>
            <a:ext cx="541882" cy="541882"/>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0800" y="0"/>
                </a:moveTo>
                <a:lnTo>
                  <a:pt x="21600" y="21600"/>
                </a:lnTo>
                <a:lnTo>
                  <a:pt x="0" y="21600"/>
                </a:lnTo>
                <a:lnTo>
                  <a:pt x="10800" y="0"/>
                </a:lnTo>
                <a:close/>
              </a:path>
            </a:pathLst>
          </a:custGeom>
          <a:solidFill>
            <a:srgbClr val="F2F6F7"/>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09" name="Shape 60">
            <a:extLst>
              <a:ext uri="{FF2B5EF4-FFF2-40B4-BE49-F238E27FC236}">
                <a16:creationId xmlns:a16="http://schemas.microsoft.com/office/drawing/2014/main" id="{DA5F87A5-862E-F544-C733-F75E152CBDAF}"/>
              </a:ext>
            </a:extLst>
          </p:cNvPr>
          <p:cNvSpPr>
            <a:spLocks/>
          </p:cNvSpPr>
          <p:nvPr/>
        </p:nvSpPr>
        <p:spPr bwMode="auto">
          <a:xfrm>
            <a:off x="4798690" y="3276138"/>
            <a:ext cx="541038" cy="541038"/>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0800" y="0"/>
                </a:moveTo>
                <a:lnTo>
                  <a:pt x="21600" y="21600"/>
                </a:lnTo>
                <a:lnTo>
                  <a:pt x="0" y="21600"/>
                </a:lnTo>
                <a:lnTo>
                  <a:pt x="10800" y="0"/>
                </a:lnTo>
                <a:close/>
              </a:path>
            </a:pathLst>
          </a:custGeom>
          <a:solidFill>
            <a:srgbClr val="75BDA7"/>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10" name="Shape 61">
            <a:extLst>
              <a:ext uri="{FF2B5EF4-FFF2-40B4-BE49-F238E27FC236}">
                <a16:creationId xmlns:a16="http://schemas.microsoft.com/office/drawing/2014/main" id="{FA7C8C08-4139-4549-6FEA-58B318BF7B8A}"/>
              </a:ext>
            </a:extLst>
          </p:cNvPr>
          <p:cNvSpPr>
            <a:spLocks/>
          </p:cNvSpPr>
          <p:nvPr/>
        </p:nvSpPr>
        <p:spPr bwMode="auto">
          <a:xfrm>
            <a:off x="8697372" y="3276138"/>
            <a:ext cx="541038" cy="541038"/>
          </a:xfrm>
          <a:custGeom>
            <a:avLst/>
            <a:gdLst>
              <a:gd name="T0" fmla="*/ 2147483646 w 21600"/>
              <a:gd name="T1" fmla="*/ 2147483646 h 21600"/>
              <a:gd name="T2" fmla="*/ 2147483646 w 21600"/>
              <a:gd name="T3" fmla="*/ 2147483646 h 21600"/>
              <a:gd name="T4" fmla="*/ 2147483646 w 21600"/>
              <a:gd name="T5" fmla="*/ 2147483646 h 21600"/>
              <a:gd name="T6" fmla="*/ 2147483646 w 21600"/>
              <a:gd name="T7" fmla="*/ 2147483646 h 21600"/>
              <a:gd name="T8" fmla="*/ 0 60000 65536"/>
              <a:gd name="T9" fmla="*/ 5898240 60000 65536"/>
              <a:gd name="T10" fmla="*/ 11796480 60000 65536"/>
              <a:gd name="T11" fmla="*/ 17694720 60000 65536"/>
            </a:gdLst>
            <a:ahLst/>
            <a:cxnLst>
              <a:cxn ang="T8">
                <a:pos x="T0" y="T1"/>
              </a:cxn>
              <a:cxn ang="T9">
                <a:pos x="T2" y="T3"/>
              </a:cxn>
              <a:cxn ang="T10">
                <a:pos x="T4" y="T5"/>
              </a:cxn>
              <a:cxn ang="T11">
                <a:pos x="T6" y="T7"/>
              </a:cxn>
            </a:cxnLst>
            <a:rect l="0" t="0" r="r" b="b"/>
            <a:pathLst>
              <a:path w="21600" h="21600" extrusionOk="0">
                <a:moveTo>
                  <a:pt x="10800" y="0"/>
                </a:moveTo>
                <a:lnTo>
                  <a:pt x="21600" y="21600"/>
                </a:lnTo>
                <a:lnTo>
                  <a:pt x="0" y="21600"/>
                </a:lnTo>
                <a:lnTo>
                  <a:pt x="10800" y="0"/>
                </a:lnTo>
                <a:close/>
              </a:path>
            </a:pathLst>
          </a:custGeom>
          <a:solidFill>
            <a:srgbClr val="7A8C8E"/>
          </a:solidFill>
          <a:ln>
            <a:noFill/>
          </a:ln>
        </p:spPr>
        <p:txBody>
          <a:bodyPr lIns="50800" tIns="50800" rIns="50800" bIns="50800" anchor="ctr"/>
          <a:lstStyle/>
          <a:p>
            <a:pPr>
              <a:defRPr/>
            </a:pPr>
            <a:endParaRPr lang="en-US">
              <a:latin typeface="微软雅黑" charset="0"/>
              <a:ea typeface="微软雅黑" charset="0"/>
              <a:cs typeface="微软雅黑" charset="0"/>
              <a:sym typeface="Poppins" charset="0"/>
            </a:endParaRPr>
          </a:p>
        </p:txBody>
      </p:sp>
      <p:sp>
        <p:nvSpPr>
          <p:cNvPr id="111" name="文本框 58">
            <a:extLst>
              <a:ext uri="{FF2B5EF4-FFF2-40B4-BE49-F238E27FC236}">
                <a16:creationId xmlns:a16="http://schemas.microsoft.com/office/drawing/2014/main" id="{E95ABB30-8EC5-A243-3DCA-B02B1F052CC1}"/>
              </a:ext>
            </a:extLst>
          </p:cNvPr>
          <p:cNvSpPr txBox="1"/>
          <p:nvPr/>
        </p:nvSpPr>
        <p:spPr>
          <a:xfrm>
            <a:off x="3378850" y="1726512"/>
            <a:ext cx="1472269" cy="1904395"/>
          </a:xfrm>
          <a:prstGeom prst="rect">
            <a:avLst/>
          </a:prstGeom>
          <a:noFill/>
        </p:spPr>
        <p:txBody>
          <a:bodyPr wrap="square" rtlCol="0">
            <a:spAutoFit/>
          </a:bodyPr>
          <a:lstStyle/>
          <a:p>
            <a:pPr algn="just">
              <a:lnSpc>
                <a:spcPct val="150000"/>
              </a:lnSpc>
            </a:pPr>
            <a:r>
              <a:rPr kumimoji="1" lang="zh-CN" altLang="en-US" sz="100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12" name="文本框 59">
            <a:extLst>
              <a:ext uri="{FF2B5EF4-FFF2-40B4-BE49-F238E27FC236}">
                <a16:creationId xmlns:a16="http://schemas.microsoft.com/office/drawing/2014/main" id="{C35959B7-B5CD-6DFE-7632-8E542A150C26}"/>
              </a:ext>
            </a:extLst>
          </p:cNvPr>
          <p:cNvSpPr txBox="1"/>
          <p:nvPr/>
        </p:nvSpPr>
        <p:spPr>
          <a:xfrm>
            <a:off x="3238613" y="1238250"/>
            <a:ext cx="1764249" cy="454446"/>
          </a:xfrm>
          <a:prstGeom prst="rect">
            <a:avLst/>
          </a:prstGeom>
          <a:noFill/>
        </p:spPr>
        <p:txBody>
          <a:bodyPr wrap="square" rtlCol="0">
            <a:spAutoFit/>
          </a:bodyPr>
          <a:lstStyle/>
          <a:p>
            <a:pPr algn="ctr">
              <a:lnSpc>
                <a:spcPct val="150000"/>
              </a:lnSpc>
            </a:pPr>
            <a:r>
              <a:rPr kumimoji="1" lang="en-US" altLang="zh-CN"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2022</a:t>
            </a:r>
            <a:r>
              <a:rPr kumimoji="1" lang="zh-CN" altLang="en-US"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p>
        </p:txBody>
      </p:sp>
      <p:sp>
        <p:nvSpPr>
          <p:cNvPr id="113" name="文本框 60">
            <a:extLst>
              <a:ext uri="{FF2B5EF4-FFF2-40B4-BE49-F238E27FC236}">
                <a16:creationId xmlns:a16="http://schemas.microsoft.com/office/drawing/2014/main" id="{7D204DCD-3897-56FA-3284-EDCE0F4BD225}"/>
              </a:ext>
            </a:extLst>
          </p:cNvPr>
          <p:cNvSpPr txBox="1"/>
          <p:nvPr/>
        </p:nvSpPr>
        <p:spPr>
          <a:xfrm>
            <a:off x="7304555" y="1726512"/>
            <a:ext cx="1472269" cy="1904395"/>
          </a:xfrm>
          <a:prstGeom prst="rect">
            <a:avLst/>
          </a:prstGeom>
          <a:noFill/>
        </p:spPr>
        <p:txBody>
          <a:bodyPr wrap="square" rtlCol="0">
            <a:spAutoFit/>
          </a:bodyPr>
          <a:lstStyle/>
          <a:p>
            <a:pPr algn="just">
              <a:lnSpc>
                <a:spcPct val="150000"/>
              </a:lnSpc>
            </a:pPr>
            <a:r>
              <a:rPr kumimoji="1" lang="zh-CN" altLang="en-US" sz="100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14" name="文本框 61">
            <a:extLst>
              <a:ext uri="{FF2B5EF4-FFF2-40B4-BE49-F238E27FC236}">
                <a16:creationId xmlns:a16="http://schemas.microsoft.com/office/drawing/2014/main" id="{ABEF2F81-DD34-9F71-1F14-70B22BE1BD2A}"/>
              </a:ext>
            </a:extLst>
          </p:cNvPr>
          <p:cNvSpPr txBox="1"/>
          <p:nvPr/>
        </p:nvSpPr>
        <p:spPr>
          <a:xfrm>
            <a:off x="7164318" y="1238250"/>
            <a:ext cx="1764249" cy="454446"/>
          </a:xfrm>
          <a:prstGeom prst="rect">
            <a:avLst/>
          </a:prstGeom>
          <a:noFill/>
        </p:spPr>
        <p:txBody>
          <a:bodyPr wrap="square" rtlCol="0">
            <a:spAutoFit/>
          </a:bodyPr>
          <a:lstStyle/>
          <a:p>
            <a:pPr algn="ctr">
              <a:lnSpc>
                <a:spcPct val="150000"/>
              </a:lnSpc>
            </a:pPr>
            <a:r>
              <a:rPr kumimoji="1" lang="en-US" altLang="zh-CN"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2024</a:t>
            </a:r>
            <a:r>
              <a:rPr kumimoji="1" lang="zh-CN" altLang="en-US"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p>
        </p:txBody>
      </p:sp>
      <p:sp>
        <p:nvSpPr>
          <p:cNvPr id="115" name="文本框 62">
            <a:extLst>
              <a:ext uri="{FF2B5EF4-FFF2-40B4-BE49-F238E27FC236}">
                <a16:creationId xmlns:a16="http://schemas.microsoft.com/office/drawing/2014/main" id="{762C83D2-F935-54C4-5A7B-4168F2870029}"/>
              </a:ext>
            </a:extLst>
          </p:cNvPr>
          <p:cNvSpPr txBox="1"/>
          <p:nvPr/>
        </p:nvSpPr>
        <p:spPr>
          <a:xfrm>
            <a:off x="1374412" y="4363055"/>
            <a:ext cx="1472269" cy="1904395"/>
          </a:xfrm>
          <a:prstGeom prst="rect">
            <a:avLst/>
          </a:prstGeom>
          <a:noFill/>
        </p:spPr>
        <p:txBody>
          <a:bodyPr wrap="square" rtlCol="0">
            <a:spAutoFit/>
          </a:bodyPr>
          <a:lstStyle/>
          <a:p>
            <a:pPr algn="just">
              <a:lnSpc>
                <a:spcPct val="150000"/>
              </a:lnSpc>
            </a:pPr>
            <a:r>
              <a:rPr kumimoji="1" lang="zh-CN" altLang="en-US" sz="100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16" name="文本框 63">
            <a:extLst>
              <a:ext uri="{FF2B5EF4-FFF2-40B4-BE49-F238E27FC236}">
                <a16:creationId xmlns:a16="http://schemas.microsoft.com/office/drawing/2014/main" id="{5390CB31-2A57-8889-C486-ADA4B4B2D7DC}"/>
              </a:ext>
            </a:extLst>
          </p:cNvPr>
          <p:cNvSpPr txBox="1"/>
          <p:nvPr/>
        </p:nvSpPr>
        <p:spPr>
          <a:xfrm>
            <a:off x="1234174" y="3874793"/>
            <a:ext cx="1764249" cy="454446"/>
          </a:xfrm>
          <a:prstGeom prst="rect">
            <a:avLst/>
          </a:prstGeom>
          <a:noFill/>
        </p:spPr>
        <p:txBody>
          <a:bodyPr wrap="square" rtlCol="0">
            <a:spAutoFit/>
          </a:bodyPr>
          <a:lstStyle/>
          <a:p>
            <a:pPr algn="ctr">
              <a:lnSpc>
                <a:spcPct val="150000"/>
              </a:lnSpc>
            </a:pPr>
            <a:r>
              <a:rPr kumimoji="1" lang="en-US" altLang="zh-CN"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2021</a:t>
            </a:r>
            <a:r>
              <a:rPr kumimoji="1" lang="zh-CN" altLang="en-US"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p>
        </p:txBody>
      </p:sp>
      <p:sp>
        <p:nvSpPr>
          <p:cNvPr id="117" name="文本框 64">
            <a:extLst>
              <a:ext uri="{FF2B5EF4-FFF2-40B4-BE49-F238E27FC236}">
                <a16:creationId xmlns:a16="http://schemas.microsoft.com/office/drawing/2014/main" id="{04007BAE-0588-AA32-1651-EC0699ECBB77}"/>
              </a:ext>
            </a:extLst>
          </p:cNvPr>
          <p:cNvSpPr txBox="1"/>
          <p:nvPr/>
        </p:nvSpPr>
        <p:spPr>
          <a:xfrm>
            <a:off x="5325068" y="4363055"/>
            <a:ext cx="1472269" cy="1904395"/>
          </a:xfrm>
          <a:prstGeom prst="rect">
            <a:avLst/>
          </a:prstGeom>
          <a:noFill/>
        </p:spPr>
        <p:txBody>
          <a:bodyPr wrap="square" rtlCol="0">
            <a:spAutoFit/>
          </a:bodyPr>
          <a:lstStyle/>
          <a:p>
            <a:pPr algn="just">
              <a:lnSpc>
                <a:spcPct val="150000"/>
              </a:lnSpc>
            </a:pPr>
            <a:r>
              <a:rPr kumimoji="1" lang="zh-CN" altLang="en-US" sz="100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18" name="文本框 65">
            <a:extLst>
              <a:ext uri="{FF2B5EF4-FFF2-40B4-BE49-F238E27FC236}">
                <a16:creationId xmlns:a16="http://schemas.microsoft.com/office/drawing/2014/main" id="{BD9FC2A3-CA91-AE18-5733-50C84C4FD112}"/>
              </a:ext>
            </a:extLst>
          </p:cNvPr>
          <p:cNvSpPr txBox="1"/>
          <p:nvPr/>
        </p:nvSpPr>
        <p:spPr>
          <a:xfrm>
            <a:off x="5184831" y="3874793"/>
            <a:ext cx="1764249" cy="454446"/>
          </a:xfrm>
          <a:prstGeom prst="rect">
            <a:avLst/>
          </a:prstGeom>
          <a:noFill/>
        </p:spPr>
        <p:txBody>
          <a:bodyPr wrap="square" rtlCol="0">
            <a:spAutoFit/>
          </a:bodyPr>
          <a:lstStyle/>
          <a:p>
            <a:pPr algn="ctr">
              <a:lnSpc>
                <a:spcPct val="150000"/>
              </a:lnSpc>
            </a:pPr>
            <a:r>
              <a:rPr kumimoji="1" lang="en-US" altLang="zh-CN"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2023</a:t>
            </a:r>
            <a:r>
              <a:rPr kumimoji="1" lang="zh-CN" altLang="en-US"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p>
        </p:txBody>
      </p:sp>
      <p:sp>
        <p:nvSpPr>
          <p:cNvPr id="119" name="文本框 66">
            <a:extLst>
              <a:ext uri="{FF2B5EF4-FFF2-40B4-BE49-F238E27FC236}">
                <a16:creationId xmlns:a16="http://schemas.microsoft.com/office/drawing/2014/main" id="{C3A88A2D-5BE3-1484-72F2-A6467F8292E4}"/>
              </a:ext>
            </a:extLst>
          </p:cNvPr>
          <p:cNvSpPr txBox="1"/>
          <p:nvPr/>
        </p:nvSpPr>
        <p:spPr>
          <a:xfrm>
            <a:off x="9242456" y="4363055"/>
            <a:ext cx="1472269" cy="1904395"/>
          </a:xfrm>
          <a:prstGeom prst="rect">
            <a:avLst/>
          </a:prstGeom>
          <a:noFill/>
        </p:spPr>
        <p:txBody>
          <a:bodyPr wrap="square" rtlCol="0">
            <a:spAutoFit/>
          </a:bodyPr>
          <a:lstStyle/>
          <a:p>
            <a:pPr algn="just">
              <a:lnSpc>
                <a:spcPct val="150000"/>
              </a:lnSpc>
            </a:pPr>
            <a:r>
              <a:rPr kumimoji="1" lang="zh-CN" altLang="en-US" sz="100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20" name="文本框 67">
            <a:extLst>
              <a:ext uri="{FF2B5EF4-FFF2-40B4-BE49-F238E27FC236}">
                <a16:creationId xmlns:a16="http://schemas.microsoft.com/office/drawing/2014/main" id="{A2EA8A2A-BF3D-DE07-4E1A-7E1548A395EA}"/>
              </a:ext>
            </a:extLst>
          </p:cNvPr>
          <p:cNvSpPr txBox="1"/>
          <p:nvPr/>
        </p:nvSpPr>
        <p:spPr>
          <a:xfrm>
            <a:off x="9102218" y="3874793"/>
            <a:ext cx="1764249" cy="454446"/>
          </a:xfrm>
          <a:prstGeom prst="rect">
            <a:avLst/>
          </a:prstGeom>
          <a:noFill/>
        </p:spPr>
        <p:txBody>
          <a:bodyPr wrap="square" rtlCol="0">
            <a:spAutoFit/>
          </a:bodyPr>
          <a:lstStyle/>
          <a:p>
            <a:pPr algn="ctr">
              <a:lnSpc>
                <a:spcPct val="150000"/>
              </a:lnSpc>
            </a:pPr>
            <a:r>
              <a:rPr kumimoji="1" lang="en-US" altLang="zh-CN"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2025</a:t>
            </a:r>
            <a:r>
              <a:rPr kumimoji="1" lang="zh-CN" altLang="en-US" sz="181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年</a:t>
            </a:r>
          </a:p>
        </p:txBody>
      </p:sp>
      <p:grpSp>
        <p:nvGrpSpPr>
          <p:cNvPr id="121" name="组合 68">
            <a:extLst>
              <a:ext uri="{FF2B5EF4-FFF2-40B4-BE49-F238E27FC236}">
                <a16:creationId xmlns:a16="http://schemas.microsoft.com/office/drawing/2014/main" id="{F389A513-3424-BAF9-000A-74C7C859316F}"/>
              </a:ext>
            </a:extLst>
          </p:cNvPr>
          <p:cNvGrpSpPr/>
          <p:nvPr/>
        </p:nvGrpSpPr>
        <p:grpSpPr>
          <a:xfrm>
            <a:off x="1908391" y="3239539"/>
            <a:ext cx="474539" cy="474539"/>
            <a:chOff x="8165087" y="2623373"/>
            <a:chExt cx="521714" cy="521714"/>
          </a:xfrm>
        </p:grpSpPr>
        <p:sp>
          <p:nvSpPr>
            <p:cNvPr id="122" name="Freeform 57">
              <a:extLst>
                <a:ext uri="{FF2B5EF4-FFF2-40B4-BE49-F238E27FC236}">
                  <a16:creationId xmlns:a16="http://schemas.microsoft.com/office/drawing/2014/main" id="{139E76BA-C150-16B2-14EF-BC796504385B}"/>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23" name="椭圆 70">
              <a:extLst>
                <a:ext uri="{FF2B5EF4-FFF2-40B4-BE49-F238E27FC236}">
                  <a16:creationId xmlns:a16="http://schemas.microsoft.com/office/drawing/2014/main" id="{35A82DC8-C20D-E32D-7F6B-30452EC27137}"/>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24" name="组合 71">
            <a:extLst>
              <a:ext uri="{FF2B5EF4-FFF2-40B4-BE49-F238E27FC236}">
                <a16:creationId xmlns:a16="http://schemas.microsoft.com/office/drawing/2014/main" id="{49C6D93F-CA74-3273-3DE8-54C267F04695}"/>
              </a:ext>
            </a:extLst>
          </p:cNvPr>
          <p:cNvGrpSpPr/>
          <p:nvPr/>
        </p:nvGrpSpPr>
        <p:grpSpPr>
          <a:xfrm>
            <a:off x="3854609" y="3771838"/>
            <a:ext cx="474539" cy="474539"/>
            <a:chOff x="8165087" y="2623373"/>
            <a:chExt cx="521714" cy="521714"/>
          </a:xfrm>
        </p:grpSpPr>
        <p:sp>
          <p:nvSpPr>
            <p:cNvPr id="125" name="Freeform 57">
              <a:extLst>
                <a:ext uri="{FF2B5EF4-FFF2-40B4-BE49-F238E27FC236}">
                  <a16:creationId xmlns:a16="http://schemas.microsoft.com/office/drawing/2014/main" id="{5775E365-7C3B-CCDD-1100-D76B4C53E6CE}"/>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26" name="椭圆 73">
              <a:extLst>
                <a:ext uri="{FF2B5EF4-FFF2-40B4-BE49-F238E27FC236}">
                  <a16:creationId xmlns:a16="http://schemas.microsoft.com/office/drawing/2014/main" id="{957FF979-A922-B113-875B-7906F3D24334}"/>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27" name="组合 74">
            <a:extLst>
              <a:ext uri="{FF2B5EF4-FFF2-40B4-BE49-F238E27FC236}">
                <a16:creationId xmlns:a16="http://schemas.microsoft.com/office/drawing/2014/main" id="{75B6531C-2214-5B82-9F9B-3BE9969E77B1}"/>
              </a:ext>
            </a:extLst>
          </p:cNvPr>
          <p:cNvGrpSpPr/>
          <p:nvPr/>
        </p:nvGrpSpPr>
        <p:grpSpPr>
          <a:xfrm>
            <a:off x="7788631" y="3771838"/>
            <a:ext cx="474539" cy="474539"/>
            <a:chOff x="8165087" y="2623373"/>
            <a:chExt cx="521714" cy="521714"/>
          </a:xfrm>
        </p:grpSpPr>
        <p:sp>
          <p:nvSpPr>
            <p:cNvPr id="128" name="Freeform 57">
              <a:extLst>
                <a:ext uri="{FF2B5EF4-FFF2-40B4-BE49-F238E27FC236}">
                  <a16:creationId xmlns:a16="http://schemas.microsoft.com/office/drawing/2014/main" id="{69647866-A9C1-0C0E-403C-3735F095FB08}"/>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29" name="椭圆 76">
              <a:extLst>
                <a:ext uri="{FF2B5EF4-FFF2-40B4-BE49-F238E27FC236}">
                  <a16:creationId xmlns:a16="http://schemas.microsoft.com/office/drawing/2014/main" id="{F6C9534B-7138-DD4E-A7D1-FA753F176494}"/>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30" name="组合 77">
            <a:extLst>
              <a:ext uri="{FF2B5EF4-FFF2-40B4-BE49-F238E27FC236}">
                <a16:creationId xmlns:a16="http://schemas.microsoft.com/office/drawing/2014/main" id="{76C1CE3F-1826-6E3C-73EC-F4168EA8B9DF}"/>
              </a:ext>
            </a:extLst>
          </p:cNvPr>
          <p:cNvGrpSpPr/>
          <p:nvPr/>
        </p:nvGrpSpPr>
        <p:grpSpPr>
          <a:xfrm>
            <a:off x="5800827" y="3239539"/>
            <a:ext cx="474539" cy="474539"/>
            <a:chOff x="8165087" y="2623373"/>
            <a:chExt cx="521714" cy="521714"/>
          </a:xfrm>
        </p:grpSpPr>
        <p:sp>
          <p:nvSpPr>
            <p:cNvPr id="131" name="Freeform 57">
              <a:extLst>
                <a:ext uri="{FF2B5EF4-FFF2-40B4-BE49-F238E27FC236}">
                  <a16:creationId xmlns:a16="http://schemas.microsoft.com/office/drawing/2014/main" id="{DB660693-011F-F1BC-2CFC-72596FD6FEA6}"/>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32" name="椭圆 79">
              <a:extLst>
                <a:ext uri="{FF2B5EF4-FFF2-40B4-BE49-F238E27FC236}">
                  <a16:creationId xmlns:a16="http://schemas.microsoft.com/office/drawing/2014/main" id="{0B9AC689-5082-5AE3-795F-7708C5354AB9}"/>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33" name="组合 80">
            <a:extLst>
              <a:ext uri="{FF2B5EF4-FFF2-40B4-BE49-F238E27FC236}">
                <a16:creationId xmlns:a16="http://schemas.microsoft.com/office/drawing/2014/main" id="{C9D0CBEA-D26C-9031-01DB-B46C370ADF37}"/>
              </a:ext>
            </a:extLst>
          </p:cNvPr>
          <p:cNvGrpSpPr/>
          <p:nvPr/>
        </p:nvGrpSpPr>
        <p:grpSpPr>
          <a:xfrm>
            <a:off x="9751484" y="3239539"/>
            <a:ext cx="474539" cy="474539"/>
            <a:chOff x="8165087" y="2623373"/>
            <a:chExt cx="521714" cy="521714"/>
          </a:xfrm>
        </p:grpSpPr>
        <p:sp>
          <p:nvSpPr>
            <p:cNvPr id="134" name="Freeform 57">
              <a:extLst>
                <a:ext uri="{FF2B5EF4-FFF2-40B4-BE49-F238E27FC236}">
                  <a16:creationId xmlns:a16="http://schemas.microsoft.com/office/drawing/2014/main" id="{6A3C1B0A-E355-84AB-6AB0-3EAAD7A697AD}"/>
                </a:ext>
              </a:extLst>
            </p:cNvPr>
            <p:cNvSpPr>
              <a:spLocks noEditPoints="1"/>
            </p:cNvSpPr>
            <p:nvPr/>
          </p:nvSpPr>
          <p:spPr bwMode="auto">
            <a:xfrm>
              <a:off x="8254062" y="2760238"/>
              <a:ext cx="343764" cy="247983"/>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35" name="椭圆 82">
              <a:extLst>
                <a:ext uri="{FF2B5EF4-FFF2-40B4-BE49-F238E27FC236}">
                  <a16:creationId xmlns:a16="http://schemas.microsoft.com/office/drawing/2014/main" id="{C84E6876-D18B-18DF-932C-F4FA235EEFE0}"/>
                </a:ext>
              </a:extLst>
            </p:cNvPr>
            <p:cNvSpPr/>
            <p:nvPr/>
          </p:nvSpPr>
          <p:spPr>
            <a:xfrm>
              <a:off x="8165087" y="2623373"/>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sp>
        <p:nvSpPr>
          <p:cNvPr id="136" name="文本框 84">
            <a:extLst>
              <a:ext uri="{FF2B5EF4-FFF2-40B4-BE49-F238E27FC236}">
                <a16:creationId xmlns:a16="http://schemas.microsoft.com/office/drawing/2014/main" id="{6E7FD9FF-19D4-4D5C-9D22-D4D2248F4E3D}"/>
              </a:ext>
            </a:extLst>
          </p:cNvPr>
          <p:cNvSpPr txBox="1"/>
          <p:nvPr/>
        </p:nvSpPr>
        <p:spPr>
          <a:xfrm>
            <a:off x="1648527" y="2531061"/>
            <a:ext cx="984479" cy="279947"/>
          </a:xfrm>
          <a:prstGeom prst="rect">
            <a:avLst/>
          </a:prstGeom>
          <a:noFill/>
        </p:spPr>
        <p:txBody>
          <a:bodyPr wrap="none" rtlCol="0">
            <a:spAutoFit/>
          </a:bodyPr>
          <a:lstStyle/>
          <a:p>
            <a:r>
              <a:rPr kumimoji="1" lang="zh-CN" altLang="en-US" sz="1273" dirty="0">
                <a:solidFill>
                  <a:srgbClr val="FFFFFF"/>
                </a:solidFill>
                <a:latin typeface="微软雅黑" panose="020B0503020204020204" pitchFamily="34" charset="-122"/>
                <a:ea typeface="微软雅黑" panose="020B0503020204020204" pitchFamily="34" charset="-122"/>
              </a:rPr>
              <a:t>市场化名词</a:t>
            </a:r>
          </a:p>
        </p:txBody>
      </p:sp>
      <p:sp>
        <p:nvSpPr>
          <p:cNvPr id="137" name="文本框 85">
            <a:extLst>
              <a:ext uri="{FF2B5EF4-FFF2-40B4-BE49-F238E27FC236}">
                <a16:creationId xmlns:a16="http://schemas.microsoft.com/office/drawing/2014/main" id="{54C48693-EEF5-D85F-D63E-8D4E33DAD127}"/>
              </a:ext>
            </a:extLst>
          </p:cNvPr>
          <p:cNvSpPr txBox="1"/>
          <p:nvPr/>
        </p:nvSpPr>
        <p:spPr>
          <a:xfrm>
            <a:off x="5549280" y="2531061"/>
            <a:ext cx="984479" cy="279947"/>
          </a:xfrm>
          <a:prstGeom prst="rect">
            <a:avLst/>
          </a:prstGeom>
          <a:noFill/>
        </p:spPr>
        <p:txBody>
          <a:bodyPr wrap="none" rtlCol="0">
            <a:spAutoFit/>
          </a:bodyPr>
          <a:lstStyle/>
          <a:p>
            <a:r>
              <a:rPr kumimoji="1" lang="zh-CN" altLang="en-US" sz="1273" dirty="0">
                <a:solidFill>
                  <a:srgbClr val="FFFFFF"/>
                </a:solidFill>
                <a:latin typeface="微软雅黑" panose="020B0503020204020204" pitchFamily="34" charset="-122"/>
                <a:ea typeface="微软雅黑" panose="020B0503020204020204" pitchFamily="34" charset="-122"/>
              </a:rPr>
              <a:t>市场化名词</a:t>
            </a:r>
          </a:p>
        </p:txBody>
      </p:sp>
      <p:sp>
        <p:nvSpPr>
          <p:cNvPr id="138" name="文本框 86">
            <a:extLst>
              <a:ext uri="{FF2B5EF4-FFF2-40B4-BE49-F238E27FC236}">
                <a16:creationId xmlns:a16="http://schemas.microsoft.com/office/drawing/2014/main" id="{6B616626-B3D3-3CB3-78BC-6CF0C8E62BDE}"/>
              </a:ext>
            </a:extLst>
          </p:cNvPr>
          <p:cNvSpPr txBox="1"/>
          <p:nvPr/>
        </p:nvSpPr>
        <p:spPr>
          <a:xfrm>
            <a:off x="9458351" y="2531061"/>
            <a:ext cx="984479" cy="279947"/>
          </a:xfrm>
          <a:prstGeom prst="rect">
            <a:avLst/>
          </a:prstGeom>
          <a:noFill/>
        </p:spPr>
        <p:txBody>
          <a:bodyPr wrap="none" rtlCol="0">
            <a:spAutoFit/>
          </a:bodyPr>
          <a:lstStyle/>
          <a:p>
            <a:r>
              <a:rPr kumimoji="1" lang="zh-CN" altLang="en-US" sz="1273" dirty="0">
                <a:solidFill>
                  <a:srgbClr val="336699"/>
                </a:solidFill>
                <a:latin typeface="微软雅黑" panose="020B0503020204020204" pitchFamily="34" charset="-122"/>
                <a:ea typeface="微软雅黑" panose="020B0503020204020204" pitchFamily="34" charset="-122"/>
              </a:rPr>
              <a:t>市场化名词</a:t>
            </a:r>
          </a:p>
        </p:txBody>
      </p:sp>
      <p:sp>
        <p:nvSpPr>
          <p:cNvPr id="139" name="文本框 87">
            <a:extLst>
              <a:ext uri="{FF2B5EF4-FFF2-40B4-BE49-F238E27FC236}">
                <a16:creationId xmlns:a16="http://schemas.microsoft.com/office/drawing/2014/main" id="{083CD5A9-8EA8-70A8-56C2-55E20F9F205B}"/>
              </a:ext>
            </a:extLst>
          </p:cNvPr>
          <p:cNvSpPr txBox="1"/>
          <p:nvPr/>
        </p:nvSpPr>
        <p:spPr>
          <a:xfrm>
            <a:off x="3603062" y="4527182"/>
            <a:ext cx="984479" cy="279947"/>
          </a:xfrm>
          <a:prstGeom prst="rect">
            <a:avLst/>
          </a:prstGeom>
          <a:noFill/>
        </p:spPr>
        <p:txBody>
          <a:bodyPr wrap="none" rtlCol="0">
            <a:spAutoFit/>
          </a:bodyPr>
          <a:lstStyle/>
          <a:p>
            <a:r>
              <a:rPr kumimoji="1" lang="zh-CN" altLang="en-US" sz="1273" dirty="0">
                <a:solidFill>
                  <a:srgbClr val="FFFFFF"/>
                </a:solidFill>
                <a:latin typeface="微软雅黑" panose="020B0503020204020204" pitchFamily="34" charset="-122"/>
                <a:ea typeface="微软雅黑" panose="020B0503020204020204" pitchFamily="34" charset="-122"/>
              </a:rPr>
              <a:t>市场化名词</a:t>
            </a:r>
          </a:p>
        </p:txBody>
      </p:sp>
      <p:sp>
        <p:nvSpPr>
          <p:cNvPr id="140" name="文本框 88">
            <a:extLst>
              <a:ext uri="{FF2B5EF4-FFF2-40B4-BE49-F238E27FC236}">
                <a16:creationId xmlns:a16="http://schemas.microsoft.com/office/drawing/2014/main" id="{45EE3059-276B-95C4-BAF3-C8D6D2A566F5}"/>
              </a:ext>
            </a:extLst>
          </p:cNvPr>
          <p:cNvSpPr txBox="1"/>
          <p:nvPr/>
        </p:nvSpPr>
        <p:spPr>
          <a:xfrm>
            <a:off x="7553718" y="4527182"/>
            <a:ext cx="984479" cy="279947"/>
          </a:xfrm>
          <a:prstGeom prst="rect">
            <a:avLst/>
          </a:prstGeom>
          <a:noFill/>
        </p:spPr>
        <p:txBody>
          <a:bodyPr wrap="none" rtlCol="0">
            <a:spAutoFit/>
          </a:bodyPr>
          <a:lstStyle/>
          <a:p>
            <a:r>
              <a:rPr kumimoji="1" lang="zh-CN" altLang="en-US" sz="1273" dirty="0">
                <a:solidFill>
                  <a:srgbClr val="FFFFFF"/>
                </a:solidFill>
                <a:latin typeface="微软雅黑" panose="020B0503020204020204" pitchFamily="34" charset="-122"/>
                <a:ea typeface="微软雅黑" panose="020B0503020204020204" pitchFamily="34" charset="-122"/>
              </a:rPr>
              <a:t>市场化名词</a:t>
            </a:r>
          </a:p>
        </p:txBody>
      </p:sp>
    </p:spTree>
    <p:extLst>
      <p:ext uri="{BB962C8B-B14F-4D97-AF65-F5344CB8AC3E}">
        <p14:creationId xmlns:p14="http://schemas.microsoft.com/office/powerpoint/2010/main" val="1851778670"/>
      </p:ext>
    </p:extLst>
  </p:cSld>
  <p:clrMapOvr>
    <a:masterClrMapping/>
  </p:clrMapOvr>
</p:sld>
</file>

<file path=ppt/slides/vr_business_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R010 六节点折返路径（结构示例）</a:t>
            </a:r>
          </a:p>
        </p:txBody>
      </p:sp>
      <p:sp>
        <p:nvSpPr>
          <p:cNvPr id="101" name="object 2">
            <a:extLst>
              <a:ext uri="{FF2B5EF4-FFF2-40B4-BE49-F238E27FC236}">
                <a16:creationId xmlns:a16="http://schemas.microsoft.com/office/drawing/2014/main" id="{78539195-F828-2515-AB97-E746B391D6D1}"/>
              </a:ext>
            </a:extLst>
          </p:cNvPr>
          <p:cNvSpPr/>
          <p:nvPr/>
        </p:nvSpPr>
        <p:spPr>
          <a:xfrm>
            <a:off x="890450" y="1483564"/>
            <a:ext cx="2453186" cy="543189"/>
          </a:xfrm>
          <a:custGeom>
            <a:avLst/>
            <a:gdLst/>
            <a:ahLst/>
            <a:cxnLst/>
            <a:rect l="l" t="t" r="r" b="b"/>
            <a:pathLst>
              <a:path w="1148715" h="254000">
                <a:moveTo>
                  <a:pt x="1142365" y="0"/>
                </a:moveTo>
                <a:lnTo>
                  <a:pt x="0" y="0"/>
                </a:lnTo>
                <a:lnTo>
                  <a:pt x="0" y="254000"/>
                </a:lnTo>
                <a:lnTo>
                  <a:pt x="1148715" y="254000"/>
                </a:lnTo>
                <a:lnTo>
                  <a:pt x="1135534" y="222726"/>
                </a:lnTo>
                <a:lnTo>
                  <a:pt x="1125855" y="189833"/>
                </a:lnTo>
                <a:lnTo>
                  <a:pt x="1119889" y="155559"/>
                </a:lnTo>
                <a:lnTo>
                  <a:pt x="1117854" y="120142"/>
                </a:lnTo>
                <a:lnTo>
                  <a:pt x="1119469" y="88618"/>
                </a:lnTo>
                <a:lnTo>
                  <a:pt x="1124204" y="57975"/>
                </a:lnTo>
                <a:lnTo>
                  <a:pt x="1131891" y="28380"/>
                </a:lnTo>
                <a:lnTo>
                  <a:pt x="1142365" y="0"/>
                </a:lnTo>
                <a:close/>
              </a:path>
            </a:pathLst>
          </a:custGeom>
          <a:solidFill>
            <a:srgbClr val="336699"/>
          </a:solidFill>
        </p:spPr>
        <p:txBody>
          <a:bodyPr wrap="square" lIns="0" tIns="0" rIns="0" bIns="0" rtlCol="0"/>
          <a:lstStyle/>
          <a:p>
            <a:endParaRPr/>
          </a:p>
        </p:txBody>
      </p:sp>
      <p:sp>
        <p:nvSpPr>
          <p:cNvPr id="102" name="object 3">
            <a:extLst>
              <a:ext uri="{FF2B5EF4-FFF2-40B4-BE49-F238E27FC236}">
                <a16:creationId xmlns:a16="http://schemas.microsoft.com/office/drawing/2014/main" id="{72D805E5-3CB1-623D-DC31-69C5CC9BEC80}"/>
              </a:ext>
            </a:extLst>
          </p:cNvPr>
          <p:cNvSpPr/>
          <p:nvPr/>
        </p:nvSpPr>
        <p:spPr>
          <a:xfrm>
            <a:off x="4539927" y="1483564"/>
            <a:ext cx="3094616" cy="543189"/>
          </a:xfrm>
          <a:custGeom>
            <a:avLst/>
            <a:gdLst/>
            <a:ahLst/>
            <a:cxnLst/>
            <a:rect l="l" t="t" r="r" b="b"/>
            <a:pathLst>
              <a:path w="1428114" h="254000">
                <a:moveTo>
                  <a:pt x="1421384" y="0"/>
                </a:moveTo>
                <a:lnTo>
                  <a:pt x="6350" y="0"/>
                </a:lnTo>
                <a:lnTo>
                  <a:pt x="16823" y="28380"/>
                </a:lnTo>
                <a:lnTo>
                  <a:pt x="24511" y="57975"/>
                </a:lnTo>
                <a:lnTo>
                  <a:pt x="29245" y="88618"/>
                </a:lnTo>
                <a:lnTo>
                  <a:pt x="30861" y="120142"/>
                </a:lnTo>
                <a:lnTo>
                  <a:pt x="28825" y="155559"/>
                </a:lnTo>
                <a:lnTo>
                  <a:pt x="22859" y="189833"/>
                </a:lnTo>
                <a:lnTo>
                  <a:pt x="13180" y="222726"/>
                </a:lnTo>
                <a:lnTo>
                  <a:pt x="0" y="254000"/>
                </a:lnTo>
                <a:lnTo>
                  <a:pt x="1427734" y="254000"/>
                </a:lnTo>
                <a:lnTo>
                  <a:pt x="1414553" y="222726"/>
                </a:lnTo>
                <a:lnTo>
                  <a:pt x="1404874" y="189833"/>
                </a:lnTo>
                <a:lnTo>
                  <a:pt x="1398908" y="155559"/>
                </a:lnTo>
                <a:lnTo>
                  <a:pt x="1396873" y="120142"/>
                </a:lnTo>
                <a:lnTo>
                  <a:pt x="1398488" y="88618"/>
                </a:lnTo>
                <a:lnTo>
                  <a:pt x="1403223" y="57975"/>
                </a:lnTo>
                <a:lnTo>
                  <a:pt x="1410910" y="28380"/>
                </a:lnTo>
                <a:lnTo>
                  <a:pt x="1421384"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3" name="object 4">
            <a:extLst>
              <a:ext uri="{FF2B5EF4-FFF2-40B4-BE49-F238E27FC236}">
                <a16:creationId xmlns:a16="http://schemas.microsoft.com/office/drawing/2014/main" id="{ACC9C335-54BF-5244-DF0B-AB54B2693D05}"/>
              </a:ext>
            </a:extLst>
          </p:cNvPr>
          <p:cNvSpPr/>
          <p:nvPr/>
        </p:nvSpPr>
        <p:spPr>
          <a:xfrm>
            <a:off x="8830009" y="1483564"/>
            <a:ext cx="2489177" cy="2552989"/>
          </a:xfrm>
          <a:custGeom>
            <a:avLst/>
            <a:gdLst/>
            <a:ahLst/>
            <a:cxnLst/>
            <a:rect l="l" t="t" r="r" b="b"/>
            <a:pathLst>
              <a:path w="1148714" h="1193800">
                <a:moveTo>
                  <a:pt x="551941" y="0"/>
                </a:moveTo>
                <a:lnTo>
                  <a:pt x="6349" y="0"/>
                </a:lnTo>
                <a:lnTo>
                  <a:pt x="16823" y="28380"/>
                </a:lnTo>
                <a:lnTo>
                  <a:pt x="24510" y="57975"/>
                </a:lnTo>
                <a:lnTo>
                  <a:pt x="29245" y="88618"/>
                </a:lnTo>
                <a:lnTo>
                  <a:pt x="30860" y="120142"/>
                </a:lnTo>
                <a:lnTo>
                  <a:pt x="28825" y="155559"/>
                </a:lnTo>
                <a:lnTo>
                  <a:pt x="22859" y="189833"/>
                </a:lnTo>
                <a:lnTo>
                  <a:pt x="13180" y="222726"/>
                </a:lnTo>
                <a:lnTo>
                  <a:pt x="0" y="254000"/>
                </a:lnTo>
                <a:lnTo>
                  <a:pt x="551941" y="254000"/>
                </a:lnTo>
                <a:lnTo>
                  <a:pt x="621141" y="261032"/>
                </a:lnTo>
                <a:lnTo>
                  <a:pt x="685291" y="280924"/>
                </a:lnTo>
                <a:lnTo>
                  <a:pt x="729567" y="303583"/>
                </a:lnTo>
                <a:lnTo>
                  <a:pt x="769937" y="332279"/>
                </a:lnTo>
                <a:lnTo>
                  <a:pt x="805735" y="366381"/>
                </a:lnTo>
                <a:lnTo>
                  <a:pt x="836294" y="405257"/>
                </a:lnTo>
                <a:lnTo>
                  <a:pt x="861014" y="448290"/>
                </a:lnTo>
                <a:lnTo>
                  <a:pt x="879363" y="494823"/>
                </a:lnTo>
                <a:lnTo>
                  <a:pt x="890783" y="544452"/>
                </a:lnTo>
                <a:lnTo>
                  <a:pt x="894714" y="596773"/>
                </a:lnTo>
                <a:lnTo>
                  <a:pt x="892954" y="632005"/>
                </a:lnTo>
                <a:lnTo>
                  <a:pt x="879338" y="698803"/>
                </a:lnTo>
                <a:lnTo>
                  <a:pt x="845149" y="774505"/>
                </a:lnTo>
                <a:lnTo>
                  <a:pt x="816482" y="814832"/>
                </a:lnTo>
                <a:lnTo>
                  <a:pt x="782387" y="850586"/>
                </a:lnTo>
                <a:lnTo>
                  <a:pt x="743457" y="881126"/>
                </a:lnTo>
                <a:lnTo>
                  <a:pt x="700424" y="905847"/>
                </a:lnTo>
                <a:lnTo>
                  <a:pt x="653891" y="924210"/>
                </a:lnTo>
                <a:lnTo>
                  <a:pt x="604262" y="935668"/>
                </a:lnTo>
                <a:lnTo>
                  <a:pt x="551941" y="939673"/>
                </a:lnTo>
                <a:lnTo>
                  <a:pt x="5714" y="939673"/>
                </a:lnTo>
                <a:lnTo>
                  <a:pt x="16502" y="968287"/>
                </a:lnTo>
                <a:lnTo>
                  <a:pt x="24384" y="998188"/>
                </a:lnTo>
                <a:lnTo>
                  <a:pt x="29217" y="1029184"/>
                </a:lnTo>
                <a:lnTo>
                  <a:pt x="30860" y="1061085"/>
                </a:lnTo>
                <a:lnTo>
                  <a:pt x="28870" y="1096196"/>
                </a:lnTo>
                <a:lnTo>
                  <a:pt x="23034" y="1130141"/>
                </a:lnTo>
                <a:lnTo>
                  <a:pt x="13555" y="1162704"/>
                </a:lnTo>
                <a:lnTo>
                  <a:pt x="634" y="1193673"/>
                </a:lnTo>
                <a:lnTo>
                  <a:pt x="551941" y="1193673"/>
                </a:lnTo>
                <a:lnTo>
                  <a:pt x="600751" y="1191687"/>
                </a:lnTo>
                <a:lnTo>
                  <a:pt x="648592" y="1185837"/>
                </a:lnTo>
                <a:lnTo>
                  <a:pt x="695255" y="1176281"/>
                </a:lnTo>
                <a:lnTo>
                  <a:pt x="740535" y="1163176"/>
                </a:lnTo>
                <a:lnTo>
                  <a:pt x="784224" y="1146683"/>
                </a:lnTo>
                <a:lnTo>
                  <a:pt x="829177" y="1125392"/>
                </a:lnTo>
                <a:lnTo>
                  <a:pt x="871934" y="1100609"/>
                </a:lnTo>
                <a:lnTo>
                  <a:pt x="912324" y="1072511"/>
                </a:lnTo>
                <a:lnTo>
                  <a:pt x="950172" y="1041276"/>
                </a:lnTo>
                <a:lnTo>
                  <a:pt x="985305" y="1007082"/>
                </a:lnTo>
                <a:lnTo>
                  <a:pt x="1017550" y="970107"/>
                </a:lnTo>
                <a:lnTo>
                  <a:pt x="1046733" y="930529"/>
                </a:lnTo>
                <a:lnTo>
                  <a:pt x="1072663" y="888594"/>
                </a:lnTo>
                <a:lnTo>
                  <a:pt x="1095132" y="844367"/>
                </a:lnTo>
                <a:lnTo>
                  <a:pt x="1113944" y="798074"/>
                </a:lnTo>
                <a:lnTo>
                  <a:pt x="1128904" y="749941"/>
                </a:lnTo>
                <a:lnTo>
                  <a:pt x="1139816" y="700196"/>
                </a:lnTo>
                <a:lnTo>
                  <a:pt x="1146484" y="649064"/>
                </a:lnTo>
                <a:lnTo>
                  <a:pt x="1148714" y="596773"/>
                </a:lnTo>
                <a:lnTo>
                  <a:pt x="1147937" y="566177"/>
                </a:lnTo>
                <a:lnTo>
                  <a:pt x="1141856" y="506083"/>
                </a:lnTo>
                <a:lnTo>
                  <a:pt x="1129960" y="447750"/>
                </a:lnTo>
                <a:lnTo>
                  <a:pt x="1112486" y="391656"/>
                </a:lnTo>
                <a:lnTo>
                  <a:pt x="1080474" y="319537"/>
                </a:lnTo>
                <a:lnTo>
                  <a:pt x="1055709" y="276780"/>
                </a:lnTo>
                <a:lnTo>
                  <a:pt x="1027616" y="236390"/>
                </a:lnTo>
                <a:lnTo>
                  <a:pt x="996382" y="198542"/>
                </a:lnTo>
                <a:lnTo>
                  <a:pt x="962193" y="163409"/>
                </a:lnTo>
                <a:lnTo>
                  <a:pt x="925236" y="131164"/>
                </a:lnTo>
                <a:lnTo>
                  <a:pt x="885697" y="101981"/>
                </a:lnTo>
                <a:lnTo>
                  <a:pt x="843723" y="76097"/>
                </a:lnTo>
                <a:lnTo>
                  <a:pt x="799480" y="53660"/>
                </a:lnTo>
                <a:lnTo>
                  <a:pt x="753189" y="34863"/>
                </a:lnTo>
                <a:lnTo>
                  <a:pt x="705070" y="19904"/>
                </a:lnTo>
                <a:lnTo>
                  <a:pt x="655342" y="8976"/>
                </a:lnTo>
                <a:lnTo>
                  <a:pt x="604226" y="2276"/>
                </a:lnTo>
                <a:lnTo>
                  <a:pt x="551941" y="0"/>
                </a:lnTo>
                <a:close/>
              </a:path>
            </a:pathLst>
          </a:custGeom>
          <a:solidFill>
            <a:srgbClr val="336699"/>
          </a:solidFill>
          <a:ln>
            <a:noFill/>
          </a:ln>
        </p:spPr>
        <p:txBody>
          <a:bodyPr wrap="square" lIns="0" tIns="0" rIns="0" bIns="0" rtlCol="0"/>
          <a:lstStyle/>
          <a:p>
            <a:endParaRPr/>
          </a:p>
        </p:txBody>
      </p:sp>
      <p:sp>
        <p:nvSpPr>
          <p:cNvPr id="104" name="object 5">
            <a:extLst>
              <a:ext uri="{FF2B5EF4-FFF2-40B4-BE49-F238E27FC236}">
                <a16:creationId xmlns:a16="http://schemas.microsoft.com/office/drawing/2014/main" id="{E094FA3C-172B-CBF2-7CA6-8A43E03690DF}"/>
              </a:ext>
            </a:extLst>
          </p:cNvPr>
          <p:cNvSpPr/>
          <p:nvPr/>
        </p:nvSpPr>
        <p:spPr>
          <a:xfrm>
            <a:off x="4541304" y="3493092"/>
            <a:ext cx="3091864" cy="543189"/>
          </a:xfrm>
          <a:custGeom>
            <a:avLst/>
            <a:gdLst/>
            <a:ahLst/>
            <a:cxnLst/>
            <a:rect l="l" t="t" r="r" b="b"/>
            <a:pathLst>
              <a:path w="1426845" h="254000">
                <a:moveTo>
                  <a:pt x="1421384" y="0"/>
                </a:moveTo>
                <a:lnTo>
                  <a:pt x="5080" y="0"/>
                </a:lnTo>
                <a:lnTo>
                  <a:pt x="15867" y="28614"/>
                </a:lnTo>
                <a:lnTo>
                  <a:pt x="23749" y="58515"/>
                </a:lnTo>
                <a:lnTo>
                  <a:pt x="28582" y="89511"/>
                </a:lnTo>
                <a:lnTo>
                  <a:pt x="30226" y="121412"/>
                </a:lnTo>
                <a:lnTo>
                  <a:pt x="28235" y="156523"/>
                </a:lnTo>
                <a:lnTo>
                  <a:pt x="22399" y="190468"/>
                </a:lnTo>
                <a:lnTo>
                  <a:pt x="12920" y="223031"/>
                </a:lnTo>
                <a:lnTo>
                  <a:pt x="0" y="254000"/>
                </a:lnTo>
                <a:lnTo>
                  <a:pt x="1426464" y="254000"/>
                </a:lnTo>
                <a:lnTo>
                  <a:pt x="1413543" y="223031"/>
                </a:lnTo>
                <a:lnTo>
                  <a:pt x="1404064" y="190468"/>
                </a:lnTo>
                <a:lnTo>
                  <a:pt x="1398228" y="156523"/>
                </a:lnTo>
                <a:lnTo>
                  <a:pt x="1396238" y="121412"/>
                </a:lnTo>
                <a:lnTo>
                  <a:pt x="1397881" y="89511"/>
                </a:lnTo>
                <a:lnTo>
                  <a:pt x="1402715" y="58515"/>
                </a:lnTo>
                <a:lnTo>
                  <a:pt x="1410596" y="28614"/>
                </a:lnTo>
                <a:lnTo>
                  <a:pt x="1421384"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5" name="object 6">
            <a:extLst>
              <a:ext uri="{FF2B5EF4-FFF2-40B4-BE49-F238E27FC236}">
                <a16:creationId xmlns:a16="http://schemas.microsoft.com/office/drawing/2014/main" id="{58566679-F992-BF98-3F60-57FD5D44F580}"/>
              </a:ext>
            </a:extLst>
          </p:cNvPr>
          <p:cNvSpPr/>
          <p:nvPr/>
        </p:nvSpPr>
        <p:spPr>
          <a:xfrm>
            <a:off x="854458" y="3493092"/>
            <a:ext cx="2487801" cy="2552989"/>
          </a:xfrm>
          <a:custGeom>
            <a:avLst/>
            <a:gdLst/>
            <a:ahLst/>
            <a:cxnLst/>
            <a:rect l="l" t="t" r="r" b="b"/>
            <a:pathLst>
              <a:path w="1148080" h="1193800">
                <a:moveTo>
                  <a:pt x="1143000" y="0"/>
                </a:moveTo>
                <a:lnTo>
                  <a:pt x="596772" y="0"/>
                </a:lnTo>
                <a:lnTo>
                  <a:pt x="547975" y="1923"/>
                </a:lnTo>
                <a:lnTo>
                  <a:pt x="500159" y="7735"/>
                </a:lnTo>
                <a:lnTo>
                  <a:pt x="453513" y="17273"/>
                </a:lnTo>
                <a:lnTo>
                  <a:pt x="408227" y="30370"/>
                </a:lnTo>
                <a:lnTo>
                  <a:pt x="364489" y="46862"/>
                </a:lnTo>
                <a:lnTo>
                  <a:pt x="319537" y="68153"/>
                </a:lnTo>
                <a:lnTo>
                  <a:pt x="276780" y="92936"/>
                </a:lnTo>
                <a:lnTo>
                  <a:pt x="236390" y="121034"/>
                </a:lnTo>
                <a:lnTo>
                  <a:pt x="198542" y="152269"/>
                </a:lnTo>
                <a:lnTo>
                  <a:pt x="163409" y="186463"/>
                </a:lnTo>
                <a:lnTo>
                  <a:pt x="131164" y="223438"/>
                </a:lnTo>
                <a:lnTo>
                  <a:pt x="101981" y="263016"/>
                </a:lnTo>
                <a:lnTo>
                  <a:pt x="76097" y="304951"/>
                </a:lnTo>
                <a:lnTo>
                  <a:pt x="53660" y="349178"/>
                </a:lnTo>
                <a:lnTo>
                  <a:pt x="34863" y="395471"/>
                </a:lnTo>
                <a:lnTo>
                  <a:pt x="19904" y="443604"/>
                </a:lnTo>
                <a:lnTo>
                  <a:pt x="8976" y="493349"/>
                </a:lnTo>
                <a:lnTo>
                  <a:pt x="2276" y="544481"/>
                </a:lnTo>
                <a:lnTo>
                  <a:pt x="0" y="596772"/>
                </a:lnTo>
                <a:lnTo>
                  <a:pt x="779" y="627385"/>
                </a:lnTo>
                <a:lnTo>
                  <a:pt x="6911" y="687516"/>
                </a:lnTo>
                <a:lnTo>
                  <a:pt x="18825" y="745813"/>
                </a:lnTo>
                <a:lnTo>
                  <a:pt x="36284" y="801943"/>
                </a:lnTo>
                <a:lnTo>
                  <a:pt x="68240" y="874008"/>
                </a:lnTo>
                <a:lnTo>
                  <a:pt x="93005" y="916765"/>
                </a:lnTo>
                <a:lnTo>
                  <a:pt x="121098" y="957155"/>
                </a:lnTo>
                <a:lnTo>
                  <a:pt x="152332" y="995003"/>
                </a:lnTo>
                <a:lnTo>
                  <a:pt x="186521" y="1030136"/>
                </a:lnTo>
                <a:lnTo>
                  <a:pt x="223478" y="1062381"/>
                </a:lnTo>
                <a:lnTo>
                  <a:pt x="263016" y="1091565"/>
                </a:lnTo>
                <a:lnTo>
                  <a:pt x="304998" y="1117448"/>
                </a:lnTo>
                <a:lnTo>
                  <a:pt x="349256" y="1139885"/>
                </a:lnTo>
                <a:lnTo>
                  <a:pt x="395565" y="1158682"/>
                </a:lnTo>
                <a:lnTo>
                  <a:pt x="443697" y="1173641"/>
                </a:lnTo>
                <a:lnTo>
                  <a:pt x="493427" y="1184569"/>
                </a:lnTo>
                <a:lnTo>
                  <a:pt x="544528" y="1191269"/>
                </a:lnTo>
                <a:lnTo>
                  <a:pt x="596772" y="1193545"/>
                </a:lnTo>
                <a:lnTo>
                  <a:pt x="1147445" y="1193545"/>
                </a:lnTo>
                <a:lnTo>
                  <a:pt x="1134784" y="1162887"/>
                </a:lnTo>
                <a:lnTo>
                  <a:pt x="1125505" y="1130681"/>
                </a:lnTo>
                <a:lnTo>
                  <a:pt x="1119798" y="1097141"/>
                </a:lnTo>
                <a:lnTo>
                  <a:pt x="1117854" y="1062482"/>
                </a:lnTo>
                <a:lnTo>
                  <a:pt x="1119542" y="1030128"/>
                </a:lnTo>
                <a:lnTo>
                  <a:pt x="1124505" y="998728"/>
                </a:lnTo>
                <a:lnTo>
                  <a:pt x="1132587" y="968470"/>
                </a:lnTo>
                <a:lnTo>
                  <a:pt x="1143635" y="939545"/>
                </a:lnTo>
                <a:lnTo>
                  <a:pt x="596772" y="939545"/>
                </a:lnTo>
                <a:lnTo>
                  <a:pt x="527573" y="932560"/>
                </a:lnTo>
                <a:lnTo>
                  <a:pt x="463422" y="912622"/>
                </a:lnTo>
                <a:lnTo>
                  <a:pt x="419167" y="889962"/>
                </a:lnTo>
                <a:lnTo>
                  <a:pt x="378840" y="861266"/>
                </a:lnTo>
                <a:lnTo>
                  <a:pt x="343086" y="827164"/>
                </a:lnTo>
                <a:lnTo>
                  <a:pt x="312547" y="788288"/>
                </a:lnTo>
                <a:lnTo>
                  <a:pt x="287772" y="745255"/>
                </a:lnTo>
                <a:lnTo>
                  <a:pt x="269414" y="698722"/>
                </a:lnTo>
                <a:lnTo>
                  <a:pt x="257986" y="649093"/>
                </a:lnTo>
                <a:lnTo>
                  <a:pt x="254000" y="596772"/>
                </a:lnTo>
                <a:lnTo>
                  <a:pt x="255778" y="561540"/>
                </a:lnTo>
                <a:lnTo>
                  <a:pt x="269430" y="494742"/>
                </a:lnTo>
                <a:lnTo>
                  <a:pt x="303583" y="419040"/>
                </a:lnTo>
                <a:lnTo>
                  <a:pt x="332279" y="378713"/>
                </a:lnTo>
                <a:lnTo>
                  <a:pt x="366381" y="342959"/>
                </a:lnTo>
                <a:lnTo>
                  <a:pt x="405256" y="312419"/>
                </a:lnTo>
                <a:lnTo>
                  <a:pt x="448290" y="287700"/>
                </a:lnTo>
                <a:lnTo>
                  <a:pt x="494823" y="269351"/>
                </a:lnTo>
                <a:lnTo>
                  <a:pt x="544452" y="257931"/>
                </a:lnTo>
                <a:lnTo>
                  <a:pt x="596772" y="254000"/>
                </a:lnTo>
                <a:lnTo>
                  <a:pt x="1148080" y="254000"/>
                </a:lnTo>
                <a:lnTo>
                  <a:pt x="1135159" y="223031"/>
                </a:lnTo>
                <a:lnTo>
                  <a:pt x="1125680" y="190468"/>
                </a:lnTo>
                <a:lnTo>
                  <a:pt x="1119844" y="156523"/>
                </a:lnTo>
                <a:lnTo>
                  <a:pt x="1117854" y="121412"/>
                </a:lnTo>
                <a:lnTo>
                  <a:pt x="1119497" y="89511"/>
                </a:lnTo>
                <a:lnTo>
                  <a:pt x="1124331" y="58515"/>
                </a:lnTo>
                <a:lnTo>
                  <a:pt x="1132212" y="28614"/>
                </a:lnTo>
                <a:lnTo>
                  <a:pt x="1143000" y="0"/>
                </a:lnTo>
                <a:close/>
              </a:path>
            </a:pathLst>
          </a:custGeom>
          <a:solidFill>
            <a:srgbClr val="336699"/>
          </a:solidFill>
          <a:ln>
            <a:noFill/>
          </a:ln>
        </p:spPr>
        <p:txBody>
          <a:bodyPr wrap="square" lIns="0" tIns="0" rIns="0" bIns="0" rtlCol="0"/>
          <a:lstStyle/>
          <a:p>
            <a:endParaRPr/>
          </a:p>
        </p:txBody>
      </p:sp>
      <p:sp>
        <p:nvSpPr>
          <p:cNvPr id="106" name="object 7">
            <a:extLst>
              <a:ext uri="{FF2B5EF4-FFF2-40B4-BE49-F238E27FC236}">
                <a16:creationId xmlns:a16="http://schemas.microsoft.com/office/drawing/2014/main" id="{EC588B37-30CF-0AB5-C5B1-1B091C4EDD6F}"/>
              </a:ext>
            </a:extLst>
          </p:cNvPr>
          <p:cNvSpPr/>
          <p:nvPr/>
        </p:nvSpPr>
        <p:spPr>
          <a:xfrm>
            <a:off x="4542681" y="5502349"/>
            <a:ext cx="3089112" cy="543189"/>
          </a:xfrm>
          <a:custGeom>
            <a:avLst/>
            <a:gdLst/>
            <a:ahLst/>
            <a:cxnLst/>
            <a:rect l="l" t="t" r="r" b="b"/>
            <a:pathLst>
              <a:path w="1425575" h="254000">
                <a:moveTo>
                  <a:pt x="1421384" y="0"/>
                </a:moveTo>
                <a:lnTo>
                  <a:pt x="3810" y="0"/>
                </a:lnTo>
                <a:lnTo>
                  <a:pt x="14857" y="28924"/>
                </a:lnTo>
                <a:lnTo>
                  <a:pt x="22939" y="59182"/>
                </a:lnTo>
                <a:lnTo>
                  <a:pt x="27902" y="90582"/>
                </a:lnTo>
                <a:lnTo>
                  <a:pt x="29591" y="122936"/>
                </a:lnTo>
                <a:lnTo>
                  <a:pt x="27646" y="157595"/>
                </a:lnTo>
                <a:lnTo>
                  <a:pt x="21939" y="191135"/>
                </a:lnTo>
                <a:lnTo>
                  <a:pt x="12660" y="223341"/>
                </a:lnTo>
                <a:lnTo>
                  <a:pt x="0" y="254000"/>
                </a:lnTo>
                <a:lnTo>
                  <a:pt x="1425194" y="254000"/>
                </a:lnTo>
                <a:lnTo>
                  <a:pt x="1412533" y="223341"/>
                </a:lnTo>
                <a:lnTo>
                  <a:pt x="1403254" y="191135"/>
                </a:lnTo>
                <a:lnTo>
                  <a:pt x="1397547" y="157595"/>
                </a:lnTo>
                <a:lnTo>
                  <a:pt x="1395603" y="122936"/>
                </a:lnTo>
                <a:lnTo>
                  <a:pt x="1397291" y="90582"/>
                </a:lnTo>
                <a:lnTo>
                  <a:pt x="1402254" y="59182"/>
                </a:lnTo>
                <a:lnTo>
                  <a:pt x="1410336" y="28924"/>
                </a:lnTo>
                <a:lnTo>
                  <a:pt x="1421384"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7" name="object 8">
            <a:extLst>
              <a:ext uri="{FF2B5EF4-FFF2-40B4-BE49-F238E27FC236}">
                <a16:creationId xmlns:a16="http://schemas.microsoft.com/office/drawing/2014/main" id="{8A36B63E-CC19-9DB7-0668-5F0754426D4C}"/>
              </a:ext>
            </a:extLst>
          </p:cNvPr>
          <p:cNvSpPr/>
          <p:nvPr/>
        </p:nvSpPr>
        <p:spPr>
          <a:xfrm>
            <a:off x="8832759" y="5502349"/>
            <a:ext cx="2504784" cy="543189"/>
          </a:xfrm>
          <a:custGeom>
            <a:avLst/>
            <a:gdLst/>
            <a:ahLst/>
            <a:cxnLst/>
            <a:rect l="l" t="t" r="r" b="b"/>
            <a:pathLst>
              <a:path w="1147445" h="254000">
                <a:moveTo>
                  <a:pt x="1025779" y="0"/>
                </a:moveTo>
                <a:lnTo>
                  <a:pt x="3810" y="0"/>
                </a:lnTo>
                <a:lnTo>
                  <a:pt x="14857" y="28924"/>
                </a:lnTo>
                <a:lnTo>
                  <a:pt x="22939" y="59182"/>
                </a:lnTo>
                <a:lnTo>
                  <a:pt x="27902" y="90582"/>
                </a:lnTo>
                <a:lnTo>
                  <a:pt x="29591" y="122936"/>
                </a:lnTo>
                <a:lnTo>
                  <a:pt x="27646" y="157595"/>
                </a:lnTo>
                <a:lnTo>
                  <a:pt x="21939" y="191135"/>
                </a:lnTo>
                <a:lnTo>
                  <a:pt x="12660" y="223341"/>
                </a:lnTo>
                <a:lnTo>
                  <a:pt x="0" y="254000"/>
                </a:lnTo>
                <a:lnTo>
                  <a:pt x="1025779" y="254000"/>
                </a:lnTo>
                <a:lnTo>
                  <a:pt x="1147445" y="127000"/>
                </a:lnTo>
                <a:lnTo>
                  <a:pt x="1025779" y="0"/>
                </a:lnTo>
                <a:close/>
              </a:path>
            </a:pathLst>
          </a:custGeom>
          <a:solidFill>
            <a:srgbClr val="336699"/>
          </a:solidFill>
        </p:spPr>
        <p:txBody>
          <a:bodyPr wrap="square" lIns="0" tIns="0" rIns="0" bIns="0" rtlCol="0"/>
          <a:lstStyle/>
          <a:p>
            <a:endParaRPr/>
          </a:p>
        </p:txBody>
      </p:sp>
      <p:sp>
        <p:nvSpPr>
          <p:cNvPr id="108" name="object 9">
            <a:extLst>
              <a:ext uri="{FF2B5EF4-FFF2-40B4-BE49-F238E27FC236}">
                <a16:creationId xmlns:a16="http://schemas.microsoft.com/office/drawing/2014/main" id="{2FC28311-7888-73C0-5403-680279C4B0CE}"/>
              </a:ext>
            </a:extLst>
          </p:cNvPr>
          <p:cNvSpPr/>
          <p:nvPr/>
        </p:nvSpPr>
        <p:spPr>
          <a:xfrm>
            <a:off x="3432837" y="1238250"/>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dirty="0">
              <a:latin typeface="微软雅黑" panose="020B0503020204020204" pitchFamily="34" charset="-122"/>
              <a:ea typeface="微软雅黑" panose="020B0503020204020204" pitchFamily="34" charset="-122"/>
            </a:endParaRPr>
          </a:p>
        </p:txBody>
      </p:sp>
      <p:sp>
        <p:nvSpPr>
          <p:cNvPr id="109" name="object 10">
            <a:extLst>
              <a:ext uri="{FF2B5EF4-FFF2-40B4-BE49-F238E27FC236}">
                <a16:creationId xmlns:a16="http://schemas.microsoft.com/office/drawing/2014/main" id="{AE0FC4F7-7C57-9C2D-CD87-8AF4B0831706}"/>
              </a:ext>
            </a:extLst>
          </p:cNvPr>
          <p:cNvSpPr/>
          <p:nvPr/>
        </p:nvSpPr>
        <p:spPr>
          <a:xfrm>
            <a:off x="7722907" y="1238250"/>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0" name="object 11">
            <a:extLst>
              <a:ext uri="{FF2B5EF4-FFF2-40B4-BE49-F238E27FC236}">
                <a16:creationId xmlns:a16="http://schemas.microsoft.com/office/drawing/2014/main" id="{0D858448-7E5F-90B3-4EE5-8C0E004679E1}"/>
              </a:ext>
            </a:extLst>
          </p:cNvPr>
          <p:cNvSpPr/>
          <p:nvPr/>
        </p:nvSpPr>
        <p:spPr>
          <a:xfrm>
            <a:off x="3432837" y="3250535"/>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1" name="object 12">
            <a:extLst>
              <a:ext uri="{FF2B5EF4-FFF2-40B4-BE49-F238E27FC236}">
                <a16:creationId xmlns:a16="http://schemas.microsoft.com/office/drawing/2014/main" id="{FD46CBE6-65E5-C234-AB0A-42D861207FBF}"/>
              </a:ext>
            </a:extLst>
          </p:cNvPr>
          <p:cNvSpPr/>
          <p:nvPr/>
        </p:nvSpPr>
        <p:spPr>
          <a:xfrm>
            <a:off x="7722907" y="3250535"/>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2" name="object 13">
            <a:extLst>
              <a:ext uri="{FF2B5EF4-FFF2-40B4-BE49-F238E27FC236}">
                <a16:creationId xmlns:a16="http://schemas.microsoft.com/office/drawing/2014/main" id="{2409A260-D6ED-6EC3-279D-017FD724789D}"/>
              </a:ext>
            </a:extLst>
          </p:cNvPr>
          <p:cNvSpPr/>
          <p:nvPr/>
        </p:nvSpPr>
        <p:spPr>
          <a:xfrm>
            <a:off x="3432837" y="5262821"/>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3" name="object 14">
            <a:extLst>
              <a:ext uri="{FF2B5EF4-FFF2-40B4-BE49-F238E27FC236}">
                <a16:creationId xmlns:a16="http://schemas.microsoft.com/office/drawing/2014/main" id="{1E3AE1A1-E897-1888-79F9-25BBCB7E5AF2}"/>
              </a:ext>
            </a:extLst>
          </p:cNvPr>
          <p:cNvSpPr/>
          <p:nvPr/>
        </p:nvSpPr>
        <p:spPr>
          <a:xfrm>
            <a:off x="7722907" y="5262821"/>
            <a:ext cx="1018237" cy="1004900"/>
          </a:xfrm>
          <a:custGeom>
            <a:avLst/>
            <a:gdLst/>
            <a:ahLst/>
            <a:cxnLst/>
            <a:rect l="l" t="t" r="r" b="b"/>
            <a:pathLst>
              <a:path w="469900" h="469900">
                <a:moveTo>
                  <a:pt x="234899" y="0"/>
                </a:moveTo>
                <a:lnTo>
                  <a:pt x="187559" y="4771"/>
                </a:lnTo>
                <a:lnTo>
                  <a:pt x="143466" y="18457"/>
                </a:lnTo>
                <a:lnTo>
                  <a:pt x="103565" y="40113"/>
                </a:lnTo>
                <a:lnTo>
                  <a:pt x="68800" y="68794"/>
                </a:lnTo>
                <a:lnTo>
                  <a:pt x="40117" y="103556"/>
                </a:lnTo>
                <a:lnTo>
                  <a:pt x="18459" y="143455"/>
                </a:lnTo>
                <a:lnTo>
                  <a:pt x="4772" y="187546"/>
                </a:lnTo>
                <a:lnTo>
                  <a:pt x="0" y="234886"/>
                </a:lnTo>
                <a:lnTo>
                  <a:pt x="4772" y="282226"/>
                </a:lnTo>
                <a:lnTo>
                  <a:pt x="18459" y="326317"/>
                </a:lnTo>
                <a:lnTo>
                  <a:pt x="40117" y="366216"/>
                </a:lnTo>
                <a:lnTo>
                  <a:pt x="68800" y="400978"/>
                </a:lnTo>
                <a:lnTo>
                  <a:pt x="103565" y="429659"/>
                </a:lnTo>
                <a:lnTo>
                  <a:pt x="143466" y="451315"/>
                </a:lnTo>
                <a:lnTo>
                  <a:pt x="187559" y="465001"/>
                </a:lnTo>
                <a:lnTo>
                  <a:pt x="234899" y="469773"/>
                </a:lnTo>
                <a:lnTo>
                  <a:pt x="282235" y="465001"/>
                </a:lnTo>
                <a:lnTo>
                  <a:pt x="326324" y="451315"/>
                </a:lnTo>
                <a:lnTo>
                  <a:pt x="366223" y="429659"/>
                </a:lnTo>
                <a:lnTo>
                  <a:pt x="400986" y="400978"/>
                </a:lnTo>
                <a:lnTo>
                  <a:pt x="429669" y="366216"/>
                </a:lnTo>
                <a:lnTo>
                  <a:pt x="451326" y="326317"/>
                </a:lnTo>
                <a:lnTo>
                  <a:pt x="465013" y="282226"/>
                </a:lnTo>
                <a:lnTo>
                  <a:pt x="469785" y="234886"/>
                </a:lnTo>
                <a:lnTo>
                  <a:pt x="465013" y="187546"/>
                </a:lnTo>
                <a:lnTo>
                  <a:pt x="451326" y="143455"/>
                </a:lnTo>
                <a:lnTo>
                  <a:pt x="429669" y="103556"/>
                </a:lnTo>
                <a:lnTo>
                  <a:pt x="400986" y="68794"/>
                </a:lnTo>
                <a:lnTo>
                  <a:pt x="366223" y="40113"/>
                </a:lnTo>
                <a:lnTo>
                  <a:pt x="326324" y="18457"/>
                </a:lnTo>
                <a:lnTo>
                  <a:pt x="282235" y="4771"/>
                </a:lnTo>
                <a:lnTo>
                  <a:pt x="234899"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4" name="文本框 88">
            <a:extLst>
              <a:ext uri="{FF2B5EF4-FFF2-40B4-BE49-F238E27FC236}">
                <a16:creationId xmlns:a16="http://schemas.microsoft.com/office/drawing/2014/main" id="{4DC2421A-22E5-83F9-18F9-F4A07C08B345}"/>
              </a:ext>
            </a:extLst>
          </p:cNvPr>
          <p:cNvSpPr txBox="1"/>
          <p:nvPr/>
        </p:nvSpPr>
        <p:spPr>
          <a:xfrm>
            <a:off x="3549660" y="1453477"/>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01</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5" name="文本框 89">
            <a:extLst>
              <a:ext uri="{FF2B5EF4-FFF2-40B4-BE49-F238E27FC236}">
                <a16:creationId xmlns:a16="http://schemas.microsoft.com/office/drawing/2014/main" id="{BA5DF647-987C-9D50-7E5D-29528888C133}"/>
              </a:ext>
            </a:extLst>
          </p:cNvPr>
          <p:cNvSpPr txBox="1"/>
          <p:nvPr/>
        </p:nvSpPr>
        <p:spPr>
          <a:xfrm>
            <a:off x="3549660" y="3494893"/>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04</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6" name="文本框 90">
            <a:extLst>
              <a:ext uri="{FF2B5EF4-FFF2-40B4-BE49-F238E27FC236}">
                <a16:creationId xmlns:a16="http://schemas.microsoft.com/office/drawing/2014/main" id="{6748FAEA-CEDA-6392-C765-11CBAAD873B5}"/>
              </a:ext>
            </a:extLst>
          </p:cNvPr>
          <p:cNvSpPr txBox="1"/>
          <p:nvPr/>
        </p:nvSpPr>
        <p:spPr>
          <a:xfrm>
            <a:off x="3549660" y="5506725"/>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05</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7" name="文本框 91">
            <a:extLst>
              <a:ext uri="{FF2B5EF4-FFF2-40B4-BE49-F238E27FC236}">
                <a16:creationId xmlns:a16="http://schemas.microsoft.com/office/drawing/2014/main" id="{62D9D780-B9B4-4727-8504-AB28F7118455}"/>
              </a:ext>
            </a:extLst>
          </p:cNvPr>
          <p:cNvSpPr txBox="1"/>
          <p:nvPr/>
        </p:nvSpPr>
        <p:spPr>
          <a:xfrm>
            <a:off x="7849457" y="1453477"/>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02</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8" name="文本框 92">
            <a:extLst>
              <a:ext uri="{FF2B5EF4-FFF2-40B4-BE49-F238E27FC236}">
                <a16:creationId xmlns:a16="http://schemas.microsoft.com/office/drawing/2014/main" id="{DD5E4981-405F-BEAA-9726-FEDC12F49315}"/>
              </a:ext>
            </a:extLst>
          </p:cNvPr>
          <p:cNvSpPr txBox="1"/>
          <p:nvPr/>
        </p:nvSpPr>
        <p:spPr>
          <a:xfrm>
            <a:off x="7849457" y="3494893"/>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03</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9" name="文本框 93">
            <a:extLst>
              <a:ext uri="{FF2B5EF4-FFF2-40B4-BE49-F238E27FC236}">
                <a16:creationId xmlns:a16="http://schemas.microsoft.com/office/drawing/2014/main" id="{7233BE84-A283-EC52-9072-790B322A3537}"/>
              </a:ext>
            </a:extLst>
          </p:cNvPr>
          <p:cNvSpPr txBox="1"/>
          <p:nvPr/>
        </p:nvSpPr>
        <p:spPr>
          <a:xfrm>
            <a:off x="7849457" y="5506725"/>
            <a:ext cx="771695" cy="542391"/>
          </a:xfrm>
          <a:prstGeom prst="rect">
            <a:avLst/>
          </a:prstGeom>
          <a:noFill/>
        </p:spPr>
        <p:txBody>
          <a:bodyPr wrap="none" lIns="0" rIns="0">
            <a:spAutoFit/>
          </a:bodyPr>
          <a:lstStyle/>
          <a:p>
            <a:pPr algn="ctr"/>
            <a:r>
              <a:rPr kumimoji="1" lang="en-US" altLang="zh-CN" sz="2968" b="1" dirty="0">
                <a:solidFill>
                  <a:srgbClr val="FFFFFF"/>
                </a:solidFill>
                <a:latin typeface="微软雅黑" panose="020B0503020204020204" pitchFamily="34" charset="-122"/>
                <a:ea typeface="微软雅黑" panose="020B0503020204020204" pitchFamily="34" charset="-122"/>
                <a:cs typeface="微软雅黑" pitchFamily="18" charset="-122"/>
              </a:rPr>
              <a:t>06</a:t>
            </a:r>
            <a:endParaRPr kumimoji="1" lang="zh-CN" altLang="en-US" sz="2968"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0" name="文本框 95">
            <a:extLst>
              <a:ext uri="{FF2B5EF4-FFF2-40B4-BE49-F238E27FC236}">
                <a16:creationId xmlns:a16="http://schemas.microsoft.com/office/drawing/2014/main" id="{D5DD7C4A-32AF-A97C-BB2F-1C3FB9A93558}"/>
              </a:ext>
            </a:extLst>
          </p:cNvPr>
          <p:cNvSpPr txBox="1"/>
          <p:nvPr/>
        </p:nvSpPr>
        <p:spPr>
          <a:xfrm>
            <a:off x="898604" y="2340028"/>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01-</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市场调研 </a:t>
            </a:r>
          </a:p>
        </p:txBody>
      </p:sp>
      <p:sp>
        <p:nvSpPr>
          <p:cNvPr id="121" name="文本框 96">
            <a:extLst>
              <a:ext uri="{FF2B5EF4-FFF2-40B4-BE49-F238E27FC236}">
                <a16:creationId xmlns:a16="http://schemas.microsoft.com/office/drawing/2014/main" id="{536FB799-CE46-A76E-709F-F66C837D0D12}"/>
              </a:ext>
            </a:extLst>
          </p:cNvPr>
          <p:cNvSpPr txBox="1"/>
          <p:nvPr/>
        </p:nvSpPr>
        <p:spPr>
          <a:xfrm>
            <a:off x="898604" y="2662210"/>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2" name="文本框 98">
            <a:extLst>
              <a:ext uri="{FF2B5EF4-FFF2-40B4-BE49-F238E27FC236}">
                <a16:creationId xmlns:a16="http://schemas.microsoft.com/office/drawing/2014/main" id="{DB9C9365-EF70-E4C1-72AB-B4C313F6AC44}"/>
              </a:ext>
            </a:extLst>
          </p:cNvPr>
          <p:cNvSpPr txBox="1"/>
          <p:nvPr/>
        </p:nvSpPr>
        <p:spPr>
          <a:xfrm>
            <a:off x="3936076" y="2340028"/>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02-</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品牌推广</a:t>
            </a:r>
          </a:p>
        </p:txBody>
      </p:sp>
      <p:sp>
        <p:nvSpPr>
          <p:cNvPr id="123" name="文本框 99">
            <a:extLst>
              <a:ext uri="{FF2B5EF4-FFF2-40B4-BE49-F238E27FC236}">
                <a16:creationId xmlns:a16="http://schemas.microsoft.com/office/drawing/2014/main" id="{2F48A296-CA4C-6804-C82E-60F963050172}"/>
              </a:ext>
            </a:extLst>
          </p:cNvPr>
          <p:cNvSpPr txBox="1"/>
          <p:nvPr/>
        </p:nvSpPr>
        <p:spPr>
          <a:xfrm>
            <a:off x="3936076" y="2662210"/>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4" name="文本框 101">
            <a:extLst>
              <a:ext uri="{FF2B5EF4-FFF2-40B4-BE49-F238E27FC236}">
                <a16:creationId xmlns:a16="http://schemas.microsoft.com/office/drawing/2014/main" id="{398EAE59-7708-A0E4-5E2F-F4595CAEC84F}"/>
              </a:ext>
            </a:extLst>
          </p:cNvPr>
          <p:cNvSpPr txBox="1"/>
          <p:nvPr/>
        </p:nvSpPr>
        <p:spPr>
          <a:xfrm>
            <a:off x="6973547" y="2340028"/>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03-</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策划设计</a:t>
            </a:r>
          </a:p>
        </p:txBody>
      </p:sp>
      <p:sp>
        <p:nvSpPr>
          <p:cNvPr id="125" name="文本框 102">
            <a:extLst>
              <a:ext uri="{FF2B5EF4-FFF2-40B4-BE49-F238E27FC236}">
                <a16:creationId xmlns:a16="http://schemas.microsoft.com/office/drawing/2014/main" id="{0FA54FC0-F8E0-613C-2F33-D4AFCA2413E9}"/>
              </a:ext>
            </a:extLst>
          </p:cNvPr>
          <p:cNvSpPr txBox="1"/>
          <p:nvPr/>
        </p:nvSpPr>
        <p:spPr>
          <a:xfrm>
            <a:off x="6973547" y="2662210"/>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6" name="文本框 104">
            <a:extLst>
              <a:ext uri="{FF2B5EF4-FFF2-40B4-BE49-F238E27FC236}">
                <a16:creationId xmlns:a16="http://schemas.microsoft.com/office/drawing/2014/main" id="{EF4E8890-57A8-1654-86F3-7D9125D8170D}"/>
              </a:ext>
            </a:extLst>
          </p:cNvPr>
          <p:cNvSpPr txBox="1"/>
          <p:nvPr/>
        </p:nvSpPr>
        <p:spPr>
          <a:xfrm>
            <a:off x="2012307" y="4351860"/>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04-</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产品投放</a:t>
            </a:r>
          </a:p>
        </p:txBody>
      </p:sp>
      <p:sp>
        <p:nvSpPr>
          <p:cNvPr id="127" name="文本框 105">
            <a:extLst>
              <a:ext uri="{FF2B5EF4-FFF2-40B4-BE49-F238E27FC236}">
                <a16:creationId xmlns:a16="http://schemas.microsoft.com/office/drawing/2014/main" id="{55B438EE-7AD2-706B-D558-13B269C4C94D}"/>
              </a:ext>
            </a:extLst>
          </p:cNvPr>
          <p:cNvSpPr txBox="1"/>
          <p:nvPr/>
        </p:nvSpPr>
        <p:spPr>
          <a:xfrm>
            <a:off x="2012307" y="4674041"/>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8" name="文本框 107">
            <a:extLst>
              <a:ext uri="{FF2B5EF4-FFF2-40B4-BE49-F238E27FC236}">
                <a16:creationId xmlns:a16="http://schemas.microsoft.com/office/drawing/2014/main" id="{43E73517-DC22-9EF1-51F4-0293DE85D1B7}"/>
              </a:ext>
            </a:extLst>
          </p:cNvPr>
          <p:cNvSpPr txBox="1"/>
          <p:nvPr/>
        </p:nvSpPr>
        <p:spPr>
          <a:xfrm>
            <a:off x="5049779" y="4351860"/>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05-</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细节优化</a:t>
            </a:r>
          </a:p>
        </p:txBody>
      </p:sp>
      <p:sp>
        <p:nvSpPr>
          <p:cNvPr id="129" name="文本框 108">
            <a:extLst>
              <a:ext uri="{FF2B5EF4-FFF2-40B4-BE49-F238E27FC236}">
                <a16:creationId xmlns:a16="http://schemas.microsoft.com/office/drawing/2014/main" id="{2F2C62DB-0D44-7015-4823-3ECB3F920D6B}"/>
              </a:ext>
            </a:extLst>
          </p:cNvPr>
          <p:cNvSpPr txBox="1"/>
          <p:nvPr/>
        </p:nvSpPr>
        <p:spPr>
          <a:xfrm>
            <a:off x="5049779" y="4674041"/>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30" name="文本框 110">
            <a:extLst>
              <a:ext uri="{FF2B5EF4-FFF2-40B4-BE49-F238E27FC236}">
                <a16:creationId xmlns:a16="http://schemas.microsoft.com/office/drawing/2014/main" id="{31CE16D8-5229-5F23-0A89-E873A089988F}"/>
              </a:ext>
            </a:extLst>
          </p:cNvPr>
          <p:cNvSpPr txBox="1"/>
          <p:nvPr/>
        </p:nvSpPr>
        <p:spPr>
          <a:xfrm>
            <a:off x="8087250" y="4351860"/>
            <a:ext cx="2402498" cy="314016"/>
          </a:xfrm>
          <a:prstGeom prst="rect">
            <a:avLst/>
          </a:prstGeom>
          <a:noFill/>
        </p:spPr>
        <p:txBody>
          <a:bodyPr wrap="square" rtlCol="0">
            <a:spAutoFit/>
          </a:bodyPr>
          <a:lstStyle/>
          <a:p>
            <a:r>
              <a:rPr kumimoji="1" lang="en-US" altLang="zh-CN" sz="1484" b="1" dirty="0">
                <a:solidFill>
                  <a:srgbClr val="336699"/>
                </a:solidFill>
                <a:latin typeface="微软雅黑" panose="020B0503020204020204" pitchFamily="34" charset="-122"/>
                <a:ea typeface="微软雅黑" panose="020B0503020204020204" pitchFamily="34" charset="-122"/>
                <a:cs typeface="微软雅黑" pitchFamily="18" charset="-122"/>
              </a:rPr>
              <a:t>06-</a:t>
            </a:r>
            <a:r>
              <a:rPr kumimoji="1" lang="zh-CN" altLang="en-US" sz="1484" b="1" dirty="0">
                <a:solidFill>
                  <a:srgbClr val="336699"/>
                </a:solidFill>
                <a:latin typeface="微软雅黑" panose="020B0503020204020204" pitchFamily="34" charset="-122"/>
                <a:ea typeface="微软雅黑" panose="020B0503020204020204" pitchFamily="34" charset="-122"/>
                <a:cs typeface="微软雅黑" pitchFamily="18" charset="-122"/>
              </a:rPr>
              <a:t>项目复盘</a:t>
            </a:r>
          </a:p>
        </p:txBody>
      </p:sp>
      <p:sp>
        <p:nvSpPr>
          <p:cNvPr id="131" name="文本框 111">
            <a:extLst>
              <a:ext uri="{FF2B5EF4-FFF2-40B4-BE49-F238E27FC236}">
                <a16:creationId xmlns:a16="http://schemas.microsoft.com/office/drawing/2014/main" id="{AE68764D-78D5-5AF6-921D-D62EB69CAD4A}"/>
              </a:ext>
            </a:extLst>
          </p:cNvPr>
          <p:cNvSpPr txBox="1"/>
          <p:nvPr/>
        </p:nvSpPr>
        <p:spPr>
          <a:xfrm>
            <a:off x="8087250" y="4674041"/>
            <a:ext cx="2542072" cy="488628"/>
          </a:xfrm>
          <a:prstGeom prst="rect">
            <a:avLst/>
          </a:prstGeom>
          <a:noFill/>
        </p:spPr>
        <p:txBody>
          <a:bodyPr wrap="square" rtlCol="0">
            <a:spAutoFit/>
          </a:bodyPr>
          <a:lstStyle/>
          <a:p>
            <a:pPr>
              <a:lnSpc>
                <a:spcPct val="150000"/>
              </a:lnSpc>
            </a:pPr>
            <a:r>
              <a:rPr kumimoji="1" lang="zh-CN" altLang="en-US" sz="928"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cxnSp>
        <p:nvCxnSpPr>
          <p:cNvPr id="132" name="直线箭头连接符 112">
            <a:extLst>
              <a:ext uri="{FF2B5EF4-FFF2-40B4-BE49-F238E27FC236}">
                <a16:creationId xmlns:a16="http://schemas.microsoft.com/office/drawing/2014/main" id="{0CA42843-66EE-CF63-BC69-C305E07A3423}"/>
              </a:ext>
            </a:extLst>
          </p:cNvPr>
          <p:cNvCxnSpPr/>
          <p:nvPr/>
        </p:nvCxnSpPr>
        <p:spPr>
          <a:xfrm>
            <a:off x="5095976" y="1744166"/>
            <a:ext cx="1873765" cy="0"/>
          </a:xfrm>
          <a:prstGeom prst="straightConnector1">
            <a:avLst/>
          </a:prstGeom>
          <a:ln w="15875" cmpd="sng">
            <a:solidFill>
              <a:srgbClr val="FFFFFF"/>
            </a:solidFill>
            <a:prstDash val="dash"/>
            <a:tailEnd type="triangle"/>
          </a:ln>
        </p:spPr>
        <p:style>
          <a:lnRef idx="1">
            <a:srgbClr val="336699"/>
          </a:lnRef>
          <a:fillRef idx="0">
            <a:srgbClr val="336699"/>
          </a:fillRef>
          <a:effectRef idx="0">
            <a:srgbClr val="336699"/>
          </a:effectRef>
          <a:fontRef idx="minor">
            <a:srgbClr val="333333"/>
          </a:fontRef>
        </p:style>
      </p:cxnSp>
      <p:cxnSp>
        <p:nvCxnSpPr>
          <p:cNvPr id="133" name="直线箭头连接符 113">
            <a:extLst>
              <a:ext uri="{FF2B5EF4-FFF2-40B4-BE49-F238E27FC236}">
                <a16:creationId xmlns:a16="http://schemas.microsoft.com/office/drawing/2014/main" id="{70EF1ECE-5939-B1EB-E6E4-FBABF56518E3}"/>
              </a:ext>
            </a:extLst>
          </p:cNvPr>
          <p:cNvCxnSpPr/>
          <p:nvPr/>
        </p:nvCxnSpPr>
        <p:spPr>
          <a:xfrm>
            <a:off x="5095976" y="5777691"/>
            <a:ext cx="1873765" cy="0"/>
          </a:xfrm>
          <a:prstGeom prst="straightConnector1">
            <a:avLst/>
          </a:prstGeom>
          <a:ln w="15875" cmpd="sng">
            <a:solidFill>
              <a:srgbClr val="FFFFFF"/>
            </a:solidFill>
            <a:prstDash val="dash"/>
            <a:tailEnd type="triangle"/>
          </a:ln>
        </p:spPr>
        <p:style>
          <a:lnRef idx="1">
            <a:srgbClr val="336699"/>
          </a:lnRef>
          <a:fillRef idx="0">
            <a:srgbClr val="336699"/>
          </a:fillRef>
          <a:effectRef idx="0">
            <a:srgbClr val="336699"/>
          </a:effectRef>
          <a:fontRef idx="minor">
            <a:srgbClr val="333333"/>
          </a:fontRef>
        </p:style>
      </p:cxnSp>
      <p:cxnSp>
        <p:nvCxnSpPr>
          <p:cNvPr id="134" name="直线箭头连接符 114">
            <a:extLst>
              <a:ext uri="{FF2B5EF4-FFF2-40B4-BE49-F238E27FC236}">
                <a16:creationId xmlns:a16="http://schemas.microsoft.com/office/drawing/2014/main" id="{A95B0A61-C4DA-957C-72C1-40CF46F55222}"/>
              </a:ext>
            </a:extLst>
          </p:cNvPr>
          <p:cNvCxnSpPr>
            <a:cxnSpLocks/>
          </p:cNvCxnSpPr>
          <p:nvPr/>
        </p:nvCxnSpPr>
        <p:spPr>
          <a:xfrm flipH="1">
            <a:off x="5095976" y="3765859"/>
            <a:ext cx="1873765" cy="0"/>
          </a:xfrm>
          <a:prstGeom prst="straightConnector1">
            <a:avLst/>
          </a:prstGeom>
          <a:ln w="15875" cmpd="sng">
            <a:solidFill>
              <a:srgbClr val="FFFFFF"/>
            </a:solidFill>
            <a:prstDash val="dash"/>
            <a:tailEnd type="triangle"/>
          </a:ln>
        </p:spPr>
        <p:style>
          <a:lnRef idx="1">
            <a:srgbClr val="336699"/>
          </a:lnRef>
          <a:fillRef idx="0">
            <a:srgbClr val="336699"/>
          </a:fillRef>
          <a:effectRef idx="0">
            <a:srgbClr val="336699"/>
          </a:effectRef>
          <a:fontRef idx="minor">
            <a:srgbClr val="333333"/>
          </a:fontRef>
        </p:style>
      </p:cxnSp>
      <p:sp>
        <p:nvSpPr>
          <p:cNvPr id="135" name="文本框 115">
            <a:extLst>
              <a:ext uri="{FF2B5EF4-FFF2-40B4-BE49-F238E27FC236}">
                <a16:creationId xmlns:a16="http://schemas.microsoft.com/office/drawing/2014/main" id="{D2A91227-304C-8E86-16E2-F55492DE6108}"/>
              </a:ext>
            </a:extLst>
          </p:cNvPr>
          <p:cNvSpPr txBox="1"/>
          <p:nvPr/>
        </p:nvSpPr>
        <p:spPr>
          <a:xfrm>
            <a:off x="1996575" y="1569261"/>
            <a:ext cx="893875"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3月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6" name="文本框 116">
            <a:extLst>
              <a:ext uri="{FF2B5EF4-FFF2-40B4-BE49-F238E27FC236}">
                <a16:creationId xmlns:a16="http://schemas.microsoft.com/office/drawing/2014/main" id="{B430BA7B-0D89-3A2A-95EB-42C10372FB01}"/>
              </a:ext>
            </a:extLst>
          </p:cNvPr>
          <p:cNvSpPr txBox="1"/>
          <p:nvPr/>
        </p:nvSpPr>
        <p:spPr>
          <a:xfrm>
            <a:off x="9077433" y="1569261"/>
            <a:ext cx="893875"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5月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7" name="文本框 117">
            <a:extLst>
              <a:ext uri="{FF2B5EF4-FFF2-40B4-BE49-F238E27FC236}">
                <a16:creationId xmlns:a16="http://schemas.microsoft.com/office/drawing/2014/main" id="{E27B81B6-7BF7-EF87-4F40-9338C42E94CC}"/>
              </a:ext>
            </a:extLst>
          </p:cNvPr>
          <p:cNvSpPr txBox="1"/>
          <p:nvPr/>
        </p:nvSpPr>
        <p:spPr>
          <a:xfrm>
            <a:off x="1996575" y="3590955"/>
            <a:ext cx="893875"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8月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8" name="文本框 118">
            <a:extLst>
              <a:ext uri="{FF2B5EF4-FFF2-40B4-BE49-F238E27FC236}">
                <a16:creationId xmlns:a16="http://schemas.microsoft.com/office/drawing/2014/main" id="{CD083047-477C-F846-F52D-345E076C6A63}"/>
              </a:ext>
            </a:extLst>
          </p:cNvPr>
          <p:cNvSpPr txBox="1"/>
          <p:nvPr/>
        </p:nvSpPr>
        <p:spPr>
          <a:xfrm>
            <a:off x="9077433" y="3590955"/>
            <a:ext cx="893875"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6月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9" name="文本框 119">
            <a:extLst>
              <a:ext uri="{FF2B5EF4-FFF2-40B4-BE49-F238E27FC236}">
                <a16:creationId xmlns:a16="http://schemas.microsoft.com/office/drawing/2014/main" id="{D3F68D0A-2C91-DEFD-DB35-6E8D6027BA69}"/>
              </a:ext>
            </a:extLst>
          </p:cNvPr>
          <p:cNvSpPr txBox="1"/>
          <p:nvPr/>
        </p:nvSpPr>
        <p:spPr>
          <a:xfrm>
            <a:off x="1996575" y="5602787"/>
            <a:ext cx="893875"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9月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40" name="文本框 120">
            <a:extLst>
              <a:ext uri="{FF2B5EF4-FFF2-40B4-BE49-F238E27FC236}">
                <a16:creationId xmlns:a16="http://schemas.microsoft.com/office/drawing/2014/main" id="{DCCE8859-AC03-AEEC-D5D7-1A7CCB8453A8}"/>
              </a:ext>
            </a:extLst>
          </p:cNvPr>
          <p:cNvSpPr txBox="1"/>
          <p:nvPr/>
        </p:nvSpPr>
        <p:spPr>
          <a:xfrm>
            <a:off x="9077433" y="5602787"/>
            <a:ext cx="1026203" cy="342563"/>
          </a:xfrm>
          <a:prstGeom prst="rect">
            <a:avLst/>
          </a:prstGeom>
          <a:noFill/>
        </p:spPr>
        <p:txBody>
          <a:bodyPr wrap="none" rtlCol="0">
            <a:spAutoFit/>
          </a:bodyPr>
          <a:lstStyle/>
          <a:p>
            <a:r>
              <a:rPr kumimoji="1" lang="en-US" altLang="zh-CN" b="1" dirty="0">
                <a:solidFill>
                  <a:srgbClr val="FFFFFF"/>
                </a:solidFill>
                <a:latin typeface="微软雅黑" panose="020B0503020204020204" pitchFamily="34" charset="-122"/>
                <a:ea typeface="微软雅黑" panose="020B0503020204020204" pitchFamily="34" charset="-122"/>
                <a:cs typeface="微软雅黑" pitchFamily="18" charset="-122"/>
              </a:rPr>
              <a:t>10月</a:t>
            </a:r>
            <a:endPar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R011 双分支并行时间轴（结构示例）</a:t>
            </a:r>
          </a:p>
        </p:txBody>
      </p:sp>
      <p:sp>
        <p:nvSpPr>
          <p:cNvPr id="101" name="任意形状 51">
            <a:extLst>
              <a:ext uri="{FF2B5EF4-FFF2-40B4-BE49-F238E27FC236}">
                <a16:creationId xmlns:a16="http://schemas.microsoft.com/office/drawing/2014/main" id="{CAE1A880-0AD2-370C-69AE-3EF6BF2DE0B8}"/>
              </a:ext>
            </a:extLst>
          </p:cNvPr>
          <p:cNvSpPr/>
          <p:nvPr/>
        </p:nvSpPr>
        <p:spPr>
          <a:xfrm rot="5400000">
            <a:off x="4604814" y="-1581100"/>
            <a:ext cx="2982372" cy="10610850"/>
          </a:xfrm>
          <a:custGeom>
            <a:avLst/>
            <a:gdLst>
              <a:gd name="connsiteX0" fmla="*/ 1226866 w 3300409"/>
              <a:gd name="connsiteY0" fmla="*/ 11742381 h 11742381"/>
              <a:gd name="connsiteX1" fmla="*/ 1226866 w 3300409"/>
              <a:gd name="connsiteY1" fmla="*/ 9919515 h 11742381"/>
              <a:gd name="connsiteX2" fmla="*/ 1226866 w 3300409"/>
              <a:gd name="connsiteY2" fmla="*/ 9470330 h 11742381"/>
              <a:gd name="connsiteX3" fmla="*/ 1226866 w 3300409"/>
              <a:gd name="connsiteY3" fmla="*/ 9250158 h 11742381"/>
              <a:gd name="connsiteX4" fmla="*/ 1226866 w 3300409"/>
              <a:gd name="connsiteY4" fmla="*/ 8800973 h 11742381"/>
              <a:gd name="connsiteX5" fmla="*/ 1652063 w 3300409"/>
              <a:gd name="connsiteY5" fmla="*/ 9135652 h 11742381"/>
              <a:gd name="connsiteX6" fmla="*/ 2077257 w 3300409"/>
              <a:gd name="connsiteY6" fmla="*/ 8800976 h 11742381"/>
              <a:gd name="connsiteX7" fmla="*/ 2077257 w 3300409"/>
              <a:gd name="connsiteY7" fmla="*/ 8800974 h 11742381"/>
              <a:gd name="connsiteX8" fmla="*/ 2652498 w 3300409"/>
              <a:gd name="connsiteY8" fmla="*/ 8348194 h 11742381"/>
              <a:gd name="connsiteX9" fmla="*/ 2652498 w 3300409"/>
              <a:gd name="connsiteY9" fmla="*/ 8348195 h 11742381"/>
              <a:gd name="connsiteX10" fmla="*/ 2755634 w 3300409"/>
              <a:gd name="connsiteY10" fmla="*/ 8267015 h 11742381"/>
              <a:gd name="connsiteX11" fmla="*/ 2652499 w 3300409"/>
              <a:gd name="connsiteY11" fmla="*/ 8348194 h 11742381"/>
              <a:gd name="connsiteX12" fmla="*/ 2652500 w 3300409"/>
              <a:gd name="connsiteY12" fmla="*/ 581539 h 11742381"/>
              <a:gd name="connsiteX13" fmla="*/ 2459272 w 3300409"/>
              <a:gd name="connsiteY13" fmla="*/ 581539 h 11742381"/>
              <a:gd name="connsiteX14" fmla="*/ 2879841 w 3300409"/>
              <a:gd name="connsiteY14" fmla="*/ 3 h 11742381"/>
              <a:gd name="connsiteX15" fmla="*/ 3300409 w 3300409"/>
              <a:gd name="connsiteY15" fmla="*/ 581539 h 11742381"/>
              <a:gd name="connsiteX16" fmla="*/ 3109487 w 3300409"/>
              <a:gd name="connsiteY16" fmla="*/ 581539 h 11742381"/>
              <a:gd name="connsiteX17" fmla="*/ 3109486 w 3300409"/>
              <a:gd name="connsiteY17" fmla="*/ 7988494 h 11742381"/>
              <a:gd name="connsiteX18" fmla="*/ 3109485 w 3300409"/>
              <a:gd name="connsiteY18" fmla="*/ 7988495 h 11742381"/>
              <a:gd name="connsiteX19" fmla="*/ 3109485 w 3300409"/>
              <a:gd name="connsiteY19" fmla="*/ 8437679 h 11742381"/>
              <a:gd name="connsiteX20" fmla="*/ 2652498 w 3300409"/>
              <a:gd name="connsiteY20" fmla="*/ 8797380 h 11742381"/>
              <a:gd name="connsiteX21" fmla="*/ 2652498 w 3300409"/>
              <a:gd name="connsiteY21" fmla="*/ 8797379 h 11742381"/>
              <a:gd name="connsiteX22" fmla="*/ 2077258 w 3300409"/>
              <a:gd name="connsiteY22" fmla="*/ 9250158 h 11742381"/>
              <a:gd name="connsiteX23" fmla="*/ 2077258 w 3300409"/>
              <a:gd name="connsiteY23" fmla="*/ 9250160 h 11742381"/>
              <a:gd name="connsiteX24" fmla="*/ 2077258 w 3300409"/>
              <a:gd name="connsiteY24" fmla="*/ 9470328 h 11742381"/>
              <a:gd name="connsiteX25" fmla="*/ 2077258 w 3300409"/>
              <a:gd name="connsiteY25" fmla="*/ 9919514 h 11742381"/>
              <a:gd name="connsiteX26" fmla="*/ 2077258 w 3300409"/>
              <a:gd name="connsiteY26" fmla="*/ 11742381 h 11742381"/>
              <a:gd name="connsiteX27" fmla="*/ 192763 w 3300409"/>
              <a:gd name="connsiteY27" fmla="*/ 8436202 h 11742381"/>
              <a:gd name="connsiteX28" fmla="*/ 192763 w 3300409"/>
              <a:gd name="connsiteY28" fmla="*/ 7987017 h 11742381"/>
              <a:gd name="connsiteX29" fmla="*/ 649749 w 3300409"/>
              <a:gd name="connsiteY29" fmla="*/ 8346717 h 11742381"/>
              <a:gd name="connsiteX30" fmla="*/ 1226865 w 3300409"/>
              <a:gd name="connsiteY30" fmla="*/ 8800973 h 11742381"/>
              <a:gd name="connsiteX31" fmla="*/ 1226865 w 3300409"/>
              <a:gd name="connsiteY31" fmla="*/ 9250158 h 11742381"/>
              <a:gd name="connsiteX32" fmla="*/ 649750 w 3300409"/>
              <a:gd name="connsiteY32" fmla="*/ 8795903 h 11742381"/>
              <a:gd name="connsiteX33" fmla="*/ 0 w 3300409"/>
              <a:gd name="connsiteY33" fmla="*/ 581539 h 11742381"/>
              <a:gd name="connsiteX34" fmla="*/ 420569 w 3300409"/>
              <a:gd name="connsiteY34" fmla="*/ 0 h 11742381"/>
              <a:gd name="connsiteX35" fmla="*/ 841137 w 3300409"/>
              <a:gd name="connsiteY35" fmla="*/ 581539 h 11742381"/>
              <a:gd name="connsiteX36" fmla="*/ 649750 w 3300409"/>
              <a:gd name="connsiteY36" fmla="*/ 581539 h 11742381"/>
              <a:gd name="connsiteX37" fmla="*/ 649750 w 3300409"/>
              <a:gd name="connsiteY37" fmla="*/ 8346716 h 11742381"/>
              <a:gd name="connsiteX38" fmla="*/ 192763 w 3300409"/>
              <a:gd name="connsiteY38" fmla="*/ 7987014 h 11742381"/>
              <a:gd name="connsiteX39" fmla="*/ 192763 w 3300409"/>
              <a:gd name="connsiteY39" fmla="*/ 581539 h 11742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300409" h="11742381">
                <a:moveTo>
                  <a:pt x="1226866" y="11742381"/>
                </a:moveTo>
                <a:lnTo>
                  <a:pt x="1226866" y="9919515"/>
                </a:lnTo>
                <a:lnTo>
                  <a:pt x="1226866" y="9470330"/>
                </a:lnTo>
                <a:lnTo>
                  <a:pt x="1226866" y="9250158"/>
                </a:lnTo>
                <a:lnTo>
                  <a:pt x="1226866" y="8800973"/>
                </a:lnTo>
                <a:lnTo>
                  <a:pt x="1652063" y="9135652"/>
                </a:lnTo>
                <a:lnTo>
                  <a:pt x="2077257" y="8800976"/>
                </a:lnTo>
                <a:lnTo>
                  <a:pt x="2077257" y="8800974"/>
                </a:lnTo>
                <a:lnTo>
                  <a:pt x="2652498" y="8348194"/>
                </a:lnTo>
                <a:lnTo>
                  <a:pt x="2652498" y="8348195"/>
                </a:lnTo>
                <a:lnTo>
                  <a:pt x="2755634" y="8267015"/>
                </a:lnTo>
                <a:lnTo>
                  <a:pt x="2652499" y="8348194"/>
                </a:lnTo>
                <a:lnTo>
                  <a:pt x="2652500" y="581539"/>
                </a:lnTo>
                <a:lnTo>
                  <a:pt x="2459272" y="581539"/>
                </a:lnTo>
                <a:lnTo>
                  <a:pt x="2879841" y="3"/>
                </a:lnTo>
                <a:lnTo>
                  <a:pt x="3300409" y="581539"/>
                </a:lnTo>
                <a:lnTo>
                  <a:pt x="3109487" y="581539"/>
                </a:lnTo>
                <a:lnTo>
                  <a:pt x="3109486" y="7988494"/>
                </a:lnTo>
                <a:lnTo>
                  <a:pt x="3109485" y="7988495"/>
                </a:lnTo>
                <a:lnTo>
                  <a:pt x="3109485" y="8437679"/>
                </a:lnTo>
                <a:lnTo>
                  <a:pt x="2652498" y="8797380"/>
                </a:lnTo>
                <a:lnTo>
                  <a:pt x="2652498" y="8797379"/>
                </a:lnTo>
                <a:lnTo>
                  <a:pt x="2077258" y="9250158"/>
                </a:lnTo>
                <a:lnTo>
                  <a:pt x="2077258" y="9250160"/>
                </a:lnTo>
                <a:lnTo>
                  <a:pt x="2077258" y="9470328"/>
                </a:lnTo>
                <a:lnTo>
                  <a:pt x="2077258" y="9919514"/>
                </a:lnTo>
                <a:lnTo>
                  <a:pt x="2077258" y="11742381"/>
                </a:lnTo>
                <a:close/>
                <a:moveTo>
                  <a:pt x="192763" y="8436202"/>
                </a:moveTo>
                <a:lnTo>
                  <a:pt x="192763" y="7987017"/>
                </a:lnTo>
                <a:lnTo>
                  <a:pt x="649749" y="8346717"/>
                </a:lnTo>
                <a:lnTo>
                  <a:pt x="1226865" y="8800973"/>
                </a:lnTo>
                <a:lnTo>
                  <a:pt x="1226865" y="9250158"/>
                </a:lnTo>
                <a:lnTo>
                  <a:pt x="649750" y="8795903"/>
                </a:lnTo>
                <a:close/>
                <a:moveTo>
                  <a:pt x="0" y="581539"/>
                </a:moveTo>
                <a:lnTo>
                  <a:pt x="420569" y="0"/>
                </a:lnTo>
                <a:lnTo>
                  <a:pt x="841137" y="581539"/>
                </a:lnTo>
                <a:lnTo>
                  <a:pt x="649750" y="581539"/>
                </a:lnTo>
                <a:lnTo>
                  <a:pt x="649750" y="8346716"/>
                </a:lnTo>
                <a:lnTo>
                  <a:pt x="192763" y="7987014"/>
                </a:lnTo>
                <a:lnTo>
                  <a:pt x="192763" y="581539"/>
                </a:lnTo>
                <a:close/>
              </a:path>
            </a:pathLst>
          </a:custGeom>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02" name="Line">
            <a:extLst>
              <a:ext uri="{FF2B5EF4-FFF2-40B4-BE49-F238E27FC236}">
                <a16:creationId xmlns:a16="http://schemas.microsoft.com/office/drawing/2014/main" id="{5375AB75-2B9C-9A93-7FF4-D7F0DDE0D156}"/>
              </a:ext>
            </a:extLst>
          </p:cNvPr>
          <p:cNvSpPr/>
          <p:nvPr/>
        </p:nvSpPr>
        <p:spPr>
          <a:xfrm>
            <a:off x="4110589" y="1343314"/>
            <a:ext cx="0" cy="4780786"/>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3" name="Line">
            <a:extLst>
              <a:ext uri="{FF2B5EF4-FFF2-40B4-BE49-F238E27FC236}">
                <a16:creationId xmlns:a16="http://schemas.microsoft.com/office/drawing/2014/main" id="{C9600EAA-D379-6107-92EA-D4AC7E911A8B}"/>
              </a:ext>
            </a:extLst>
          </p:cNvPr>
          <p:cNvSpPr/>
          <p:nvPr/>
        </p:nvSpPr>
        <p:spPr>
          <a:xfrm>
            <a:off x="5303710" y="1344900"/>
            <a:ext cx="0" cy="4779200"/>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4" name="Line">
            <a:extLst>
              <a:ext uri="{FF2B5EF4-FFF2-40B4-BE49-F238E27FC236}">
                <a16:creationId xmlns:a16="http://schemas.microsoft.com/office/drawing/2014/main" id="{50C7AD23-EA73-8DE7-CF24-74E5741F4BF5}"/>
              </a:ext>
            </a:extLst>
          </p:cNvPr>
          <p:cNvSpPr/>
          <p:nvPr/>
        </p:nvSpPr>
        <p:spPr>
          <a:xfrm>
            <a:off x="6504733" y="1350819"/>
            <a:ext cx="0" cy="4773281"/>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5" name="Line">
            <a:extLst>
              <a:ext uri="{FF2B5EF4-FFF2-40B4-BE49-F238E27FC236}">
                <a16:creationId xmlns:a16="http://schemas.microsoft.com/office/drawing/2014/main" id="{AD399E59-9C82-5729-6715-C5C60902E65C}"/>
              </a:ext>
            </a:extLst>
          </p:cNvPr>
          <p:cNvSpPr/>
          <p:nvPr/>
        </p:nvSpPr>
        <p:spPr>
          <a:xfrm>
            <a:off x="7692683" y="1347558"/>
            <a:ext cx="0" cy="4776542"/>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6" name="Line">
            <a:extLst>
              <a:ext uri="{FF2B5EF4-FFF2-40B4-BE49-F238E27FC236}">
                <a16:creationId xmlns:a16="http://schemas.microsoft.com/office/drawing/2014/main" id="{8907E81E-6AFB-DE41-0089-E67092CE0CC9}"/>
              </a:ext>
            </a:extLst>
          </p:cNvPr>
          <p:cNvSpPr/>
          <p:nvPr/>
        </p:nvSpPr>
        <p:spPr>
          <a:xfrm>
            <a:off x="8901607" y="1345859"/>
            <a:ext cx="0" cy="4778241"/>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7" name="Line">
            <a:extLst>
              <a:ext uri="{FF2B5EF4-FFF2-40B4-BE49-F238E27FC236}">
                <a16:creationId xmlns:a16="http://schemas.microsoft.com/office/drawing/2014/main" id="{2D3D8789-F093-A653-9C7C-F696DDD42F4D}"/>
              </a:ext>
            </a:extLst>
          </p:cNvPr>
          <p:cNvSpPr/>
          <p:nvPr/>
        </p:nvSpPr>
        <p:spPr>
          <a:xfrm>
            <a:off x="10094728" y="1343187"/>
            <a:ext cx="0" cy="4780913"/>
          </a:xfrm>
          <a:prstGeom prst="line">
            <a:avLst/>
          </a:prstGeom>
          <a:ln w="19050">
            <a:solidFill>
              <a:srgbClr val="7A8C8E"/>
            </a:solidFill>
            <a:custDash>
              <a:ds d="200000" sp="200000"/>
            </a:custDash>
            <a:miter lim="400000"/>
          </a:ln>
        </p:spPr>
        <p:txBody>
          <a:bodyPr lIns="22859" tIns="22859" rIns="22859" bIns="22859"/>
          <a:lstStyle/>
          <a:p>
            <a:endParaRPr sz="813"/>
          </a:p>
        </p:txBody>
      </p:sp>
      <p:sp>
        <p:nvSpPr>
          <p:cNvPr id="10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152DFF15-014A-D218-0A0F-02D52BC526B1}"/>
              </a:ext>
            </a:extLst>
          </p:cNvPr>
          <p:cNvSpPr/>
          <p:nvPr/>
        </p:nvSpPr>
        <p:spPr>
          <a:xfrm>
            <a:off x="4160188"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09" name="Venn diagram">
            <a:extLst>
              <a:ext uri="{FF2B5EF4-FFF2-40B4-BE49-F238E27FC236}">
                <a16:creationId xmlns:a16="http://schemas.microsoft.com/office/drawing/2014/main" id="{BF19D364-7B0F-E9E5-2CD4-DC35CB460AEA}"/>
              </a:ext>
            </a:extLst>
          </p:cNvPr>
          <p:cNvSpPr/>
          <p:nvPr/>
        </p:nvSpPr>
        <p:spPr>
          <a:xfrm>
            <a:off x="4163474"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endParaRPr sz="1130" b="1" dirty="0">
              <a:solidFill>
                <a:srgbClr val="336699"/>
              </a:solidFill>
              <a:latin typeface="微软雅黑" panose="020B0503020204020204" pitchFamily="34" charset="-122"/>
              <a:ea typeface="微软雅黑" panose="020B0503020204020204" pitchFamily="34" charset="-122"/>
            </a:endParaRPr>
          </a:p>
        </p:txBody>
      </p:sp>
      <p:sp>
        <p:nvSpPr>
          <p:cNvPr id="11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BB64F8AC-E577-86E3-F9A8-491CFF6C8ED4}"/>
              </a:ext>
            </a:extLst>
          </p:cNvPr>
          <p:cNvSpPr/>
          <p:nvPr/>
        </p:nvSpPr>
        <p:spPr>
          <a:xfrm>
            <a:off x="5353309"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11" name="Venn diagram">
            <a:extLst>
              <a:ext uri="{FF2B5EF4-FFF2-40B4-BE49-F238E27FC236}">
                <a16:creationId xmlns:a16="http://schemas.microsoft.com/office/drawing/2014/main" id="{41B3C54E-9E04-69A4-9172-10F205D6D742}"/>
              </a:ext>
            </a:extLst>
          </p:cNvPr>
          <p:cNvSpPr/>
          <p:nvPr/>
        </p:nvSpPr>
        <p:spPr>
          <a:xfrm>
            <a:off x="5356594"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1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F3126F66-288E-5C56-B881-1DB3D903D2F1}"/>
              </a:ext>
            </a:extLst>
          </p:cNvPr>
          <p:cNvSpPr/>
          <p:nvPr/>
        </p:nvSpPr>
        <p:spPr>
          <a:xfrm>
            <a:off x="6554331"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13" name="Venn diagram">
            <a:extLst>
              <a:ext uri="{FF2B5EF4-FFF2-40B4-BE49-F238E27FC236}">
                <a16:creationId xmlns:a16="http://schemas.microsoft.com/office/drawing/2014/main" id="{23C4D58B-7BA2-0FA2-ED42-AAD3C9413F6B}"/>
              </a:ext>
            </a:extLst>
          </p:cNvPr>
          <p:cNvSpPr/>
          <p:nvPr/>
        </p:nvSpPr>
        <p:spPr>
          <a:xfrm>
            <a:off x="6557618"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1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1EF6E4FF-1A46-3550-DBA2-C5C1AC2DC746}"/>
              </a:ext>
            </a:extLst>
          </p:cNvPr>
          <p:cNvSpPr/>
          <p:nvPr/>
        </p:nvSpPr>
        <p:spPr>
          <a:xfrm>
            <a:off x="7742282"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15" name="Venn diagram">
            <a:extLst>
              <a:ext uri="{FF2B5EF4-FFF2-40B4-BE49-F238E27FC236}">
                <a16:creationId xmlns:a16="http://schemas.microsoft.com/office/drawing/2014/main" id="{B279C84F-D12A-DB4B-416F-D4CF162FCBEB}"/>
              </a:ext>
            </a:extLst>
          </p:cNvPr>
          <p:cNvSpPr/>
          <p:nvPr/>
        </p:nvSpPr>
        <p:spPr>
          <a:xfrm>
            <a:off x="7745568"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1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23FA214E-24E1-B446-E6E2-CB9D045DE172}"/>
              </a:ext>
            </a:extLst>
          </p:cNvPr>
          <p:cNvSpPr/>
          <p:nvPr/>
        </p:nvSpPr>
        <p:spPr>
          <a:xfrm>
            <a:off x="8951207"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17" name="Venn diagram">
            <a:extLst>
              <a:ext uri="{FF2B5EF4-FFF2-40B4-BE49-F238E27FC236}">
                <a16:creationId xmlns:a16="http://schemas.microsoft.com/office/drawing/2014/main" id="{E03D02B9-F64B-3406-F16C-7623CF2AF057}"/>
              </a:ext>
            </a:extLst>
          </p:cNvPr>
          <p:cNvSpPr/>
          <p:nvPr/>
        </p:nvSpPr>
        <p:spPr>
          <a:xfrm>
            <a:off x="8954492"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1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FC71345-6252-84C8-E563-C3D1E188BF24}"/>
              </a:ext>
            </a:extLst>
          </p:cNvPr>
          <p:cNvSpPr/>
          <p:nvPr/>
        </p:nvSpPr>
        <p:spPr>
          <a:xfrm>
            <a:off x="10144328" y="3240641"/>
            <a:ext cx="1041077" cy="9628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a:p>
            <a:pPr>
              <a:lnSpc>
                <a:spcPct val="150000"/>
              </a:lnSpc>
            </a:pPr>
            <a:endParaRPr lang="zh-CN" altLang="en-US" sz="813" dirty="0">
              <a:solidFill>
                <a:srgbClr val="7A8C8E"/>
              </a:solidFill>
              <a:latin typeface="微软雅黑" panose="020B0503020204020204" pitchFamily="34" charset="-122"/>
              <a:ea typeface="微软雅黑" panose="020B0503020204020204" pitchFamily="34" charset="-122"/>
            </a:endParaRPr>
          </a:p>
        </p:txBody>
      </p:sp>
      <p:sp>
        <p:nvSpPr>
          <p:cNvPr id="119" name="Venn diagram">
            <a:extLst>
              <a:ext uri="{FF2B5EF4-FFF2-40B4-BE49-F238E27FC236}">
                <a16:creationId xmlns:a16="http://schemas.microsoft.com/office/drawing/2014/main" id="{B8961A6D-E4B5-F7F7-777B-3DAF424BF6BD}"/>
              </a:ext>
            </a:extLst>
          </p:cNvPr>
          <p:cNvSpPr/>
          <p:nvPr/>
        </p:nvSpPr>
        <p:spPr>
          <a:xfrm>
            <a:off x="10147612" y="2955712"/>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2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EB6FDD8E-A169-79D8-5EA8-36D716B7EC38}"/>
              </a:ext>
            </a:extLst>
          </p:cNvPr>
          <p:cNvSpPr/>
          <p:nvPr/>
        </p:nvSpPr>
        <p:spPr>
          <a:xfrm>
            <a:off x="4160188"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21" name="Venn diagram">
            <a:extLst>
              <a:ext uri="{FF2B5EF4-FFF2-40B4-BE49-F238E27FC236}">
                <a16:creationId xmlns:a16="http://schemas.microsoft.com/office/drawing/2014/main" id="{EC5736B7-9BCE-B3B5-644B-9B9D1148C24E}"/>
              </a:ext>
            </a:extLst>
          </p:cNvPr>
          <p:cNvSpPr/>
          <p:nvPr/>
        </p:nvSpPr>
        <p:spPr>
          <a:xfrm>
            <a:off x="4163474"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2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31E2091-4FEF-3B31-AC4D-6457C7E326F4}"/>
              </a:ext>
            </a:extLst>
          </p:cNvPr>
          <p:cNvSpPr/>
          <p:nvPr/>
        </p:nvSpPr>
        <p:spPr>
          <a:xfrm>
            <a:off x="5353309"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23" name="Venn diagram">
            <a:extLst>
              <a:ext uri="{FF2B5EF4-FFF2-40B4-BE49-F238E27FC236}">
                <a16:creationId xmlns:a16="http://schemas.microsoft.com/office/drawing/2014/main" id="{1BA4ACE4-2FB1-4C88-B662-30CB0D18A9A2}"/>
              </a:ext>
            </a:extLst>
          </p:cNvPr>
          <p:cNvSpPr/>
          <p:nvPr/>
        </p:nvSpPr>
        <p:spPr>
          <a:xfrm>
            <a:off x="5356594"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2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4BF6D625-2542-AD64-B514-79A53EC7B5B7}"/>
              </a:ext>
            </a:extLst>
          </p:cNvPr>
          <p:cNvSpPr/>
          <p:nvPr/>
        </p:nvSpPr>
        <p:spPr>
          <a:xfrm>
            <a:off x="6554331"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25" name="Venn diagram">
            <a:extLst>
              <a:ext uri="{FF2B5EF4-FFF2-40B4-BE49-F238E27FC236}">
                <a16:creationId xmlns:a16="http://schemas.microsoft.com/office/drawing/2014/main" id="{8286BFB3-AA76-AC09-A4CB-79E0408B5B32}"/>
              </a:ext>
            </a:extLst>
          </p:cNvPr>
          <p:cNvSpPr/>
          <p:nvPr/>
        </p:nvSpPr>
        <p:spPr>
          <a:xfrm>
            <a:off x="6557618"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2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0CB6B8B-6B29-4214-11BE-5F45C08E21FD}"/>
              </a:ext>
            </a:extLst>
          </p:cNvPr>
          <p:cNvSpPr/>
          <p:nvPr/>
        </p:nvSpPr>
        <p:spPr>
          <a:xfrm>
            <a:off x="7742282"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27" name="Venn diagram">
            <a:extLst>
              <a:ext uri="{FF2B5EF4-FFF2-40B4-BE49-F238E27FC236}">
                <a16:creationId xmlns:a16="http://schemas.microsoft.com/office/drawing/2014/main" id="{418CBBCF-3B86-5FD0-4EAA-39D59D336421}"/>
              </a:ext>
            </a:extLst>
          </p:cNvPr>
          <p:cNvSpPr/>
          <p:nvPr/>
        </p:nvSpPr>
        <p:spPr>
          <a:xfrm>
            <a:off x="7745568"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2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33484B5-4751-ACDA-9FEB-CF6F0C5FA078}"/>
              </a:ext>
            </a:extLst>
          </p:cNvPr>
          <p:cNvSpPr/>
          <p:nvPr/>
        </p:nvSpPr>
        <p:spPr>
          <a:xfrm>
            <a:off x="8951207"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29" name="Venn diagram">
            <a:extLst>
              <a:ext uri="{FF2B5EF4-FFF2-40B4-BE49-F238E27FC236}">
                <a16:creationId xmlns:a16="http://schemas.microsoft.com/office/drawing/2014/main" id="{602B4420-EE21-77B8-5A3F-2F2AAD0B8700}"/>
              </a:ext>
            </a:extLst>
          </p:cNvPr>
          <p:cNvSpPr/>
          <p:nvPr/>
        </p:nvSpPr>
        <p:spPr>
          <a:xfrm>
            <a:off x="8954492"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3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6578334B-DC2C-C5B6-5BCE-0288ABC973BF}"/>
              </a:ext>
            </a:extLst>
          </p:cNvPr>
          <p:cNvSpPr/>
          <p:nvPr/>
        </p:nvSpPr>
        <p:spPr>
          <a:xfrm>
            <a:off x="10144328" y="5404464"/>
            <a:ext cx="1041077" cy="77513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1807">
                <a:solidFill>
                  <a:srgbClr val="9D9F9D"/>
                </a:solidFill>
                <a:latin typeface="微软雅黑"/>
                <a:ea typeface="微软雅黑"/>
                <a:cs typeface="微软雅黑"/>
                <a:sym typeface="Barlow Medium"/>
              </a:defRPr>
            </a:lvl1pPr>
          </a:lstStyle>
          <a:p>
            <a:pPr>
              <a:lnSpc>
                <a:spcPct val="150000"/>
              </a:lnSpc>
            </a:pPr>
            <a:r>
              <a:rPr lang="zh-CN" altLang="en-US" sz="813" dirty="0">
                <a:solidFill>
                  <a:srgbClr val="7A8C8E"/>
                </a:solidFill>
                <a:latin typeface="微软雅黑" panose="020B0503020204020204" pitchFamily="34" charset="-122"/>
                <a:ea typeface="微软雅黑" panose="020B0503020204020204" pitchFamily="34" charset="-122"/>
              </a:rPr>
              <a:t>按照时间顺序进行工作任务的安排，确保每个环节的任务顺利进行。</a:t>
            </a:r>
          </a:p>
        </p:txBody>
      </p:sp>
      <p:sp>
        <p:nvSpPr>
          <p:cNvPr id="131" name="Venn diagram">
            <a:extLst>
              <a:ext uri="{FF2B5EF4-FFF2-40B4-BE49-F238E27FC236}">
                <a16:creationId xmlns:a16="http://schemas.microsoft.com/office/drawing/2014/main" id="{0CBF0117-C411-29A4-4441-0C4F2861A004}"/>
              </a:ext>
            </a:extLst>
          </p:cNvPr>
          <p:cNvSpPr/>
          <p:nvPr/>
        </p:nvSpPr>
        <p:spPr>
          <a:xfrm>
            <a:off x="10147612" y="5119536"/>
            <a:ext cx="1026965" cy="22017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130" b="1" dirty="0">
                <a:solidFill>
                  <a:srgbClr val="336699"/>
                </a:solidFill>
                <a:latin typeface="微软雅黑" panose="020B0503020204020204" pitchFamily="34" charset="-122"/>
                <a:ea typeface="微软雅黑" panose="020B0503020204020204" pitchFamily="34" charset="-122"/>
              </a:rPr>
              <a:t>品牌策划</a:t>
            </a:r>
          </a:p>
        </p:txBody>
      </p:sp>
      <p:sp>
        <p:nvSpPr>
          <p:cNvPr id="132" name="Venn diagram">
            <a:extLst>
              <a:ext uri="{FF2B5EF4-FFF2-40B4-BE49-F238E27FC236}">
                <a16:creationId xmlns:a16="http://schemas.microsoft.com/office/drawing/2014/main" id="{65C461A7-95E0-A880-CDF5-2A1BE3B878C6}"/>
              </a:ext>
            </a:extLst>
          </p:cNvPr>
          <p:cNvSpPr txBox="1"/>
          <p:nvPr/>
        </p:nvSpPr>
        <p:spPr>
          <a:xfrm rot="16200000">
            <a:off x="3809138" y="1637396"/>
            <a:ext cx="842772" cy="22017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1月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endParaRPr sz="1130" b="1" dirty="0">
              <a:solidFill>
                <a:srgbClr val="336699"/>
              </a:solidFill>
              <a:latin typeface="微软雅黑" panose="020B0503020204020204" pitchFamily="34" charset="-122"/>
              <a:ea typeface="微软雅黑" panose="020B0503020204020204" pitchFamily="34" charset="-122"/>
            </a:endParaRPr>
          </a:p>
        </p:txBody>
      </p:sp>
      <p:sp>
        <p:nvSpPr>
          <p:cNvPr id="133" name="Venn diagram">
            <a:extLst>
              <a:ext uri="{FF2B5EF4-FFF2-40B4-BE49-F238E27FC236}">
                <a16:creationId xmlns:a16="http://schemas.microsoft.com/office/drawing/2014/main" id="{64FFDAF9-8941-F286-0947-A21C5A7190F1}"/>
              </a:ext>
            </a:extLst>
          </p:cNvPr>
          <p:cNvSpPr txBox="1"/>
          <p:nvPr/>
        </p:nvSpPr>
        <p:spPr>
          <a:xfrm rot="16200000">
            <a:off x="4999311" y="1636737"/>
            <a:ext cx="848668" cy="227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2月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p>
        </p:txBody>
      </p:sp>
      <p:sp>
        <p:nvSpPr>
          <p:cNvPr id="134" name="Venn diagram">
            <a:extLst>
              <a:ext uri="{FF2B5EF4-FFF2-40B4-BE49-F238E27FC236}">
                <a16:creationId xmlns:a16="http://schemas.microsoft.com/office/drawing/2014/main" id="{1B53A534-E40A-3EC2-24ED-1BFEB7BCF1E9}"/>
              </a:ext>
            </a:extLst>
          </p:cNvPr>
          <p:cNvSpPr txBox="1"/>
          <p:nvPr/>
        </p:nvSpPr>
        <p:spPr>
          <a:xfrm rot="16200000">
            <a:off x="6203281" y="1633789"/>
            <a:ext cx="842772" cy="227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3月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p>
        </p:txBody>
      </p:sp>
      <p:sp>
        <p:nvSpPr>
          <p:cNvPr id="135" name="Venn diagram">
            <a:extLst>
              <a:ext uri="{FF2B5EF4-FFF2-40B4-BE49-F238E27FC236}">
                <a16:creationId xmlns:a16="http://schemas.microsoft.com/office/drawing/2014/main" id="{61A9EB47-58C9-7053-7B8B-E6086A9A424E}"/>
              </a:ext>
            </a:extLst>
          </p:cNvPr>
          <p:cNvSpPr txBox="1"/>
          <p:nvPr/>
        </p:nvSpPr>
        <p:spPr>
          <a:xfrm rot="16200000">
            <a:off x="7387185" y="1633789"/>
            <a:ext cx="842772" cy="227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4月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p>
        </p:txBody>
      </p:sp>
      <p:sp>
        <p:nvSpPr>
          <p:cNvPr id="136" name="Venn diagram">
            <a:extLst>
              <a:ext uri="{FF2B5EF4-FFF2-40B4-BE49-F238E27FC236}">
                <a16:creationId xmlns:a16="http://schemas.microsoft.com/office/drawing/2014/main" id="{87C00FA6-319A-E694-0CDD-22F60E8B034E}"/>
              </a:ext>
            </a:extLst>
          </p:cNvPr>
          <p:cNvSpPr txBox="1"/>
          <p:nvPr/>
        </p:nvSpPr>
        <p:spPr>
          <a:xfrm rot="16200000">
            <a:off x="8592159" y="1633789"/>
            <a:ext cx="842772" cy="227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5月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p>
        </p:txBody>
      </p:sp>
      <p:sp>
        <p:nvSpPr>
          <p:cNvPr id="137" name="Venn diagram">
            <a:extLst>
              <a:ext uri="{FF2B5EF4-FFF2-40B4-BE49-F238E27FC236}">
                <a16:creationId xmlns:a16="http://schemas.microsoft.com/office/drawing/2014/main" id="{38930FA6-BD29-4C72-0C64-BC97A9E41AA7}"/>
              </a:ext>
            </a:extLst>
          </p:cNvPr>
          <p:cNvSpPr txBox="1"/>
          <p:nvPr/>
        </p:nvSpPr>
        <p:spPr>
          <a:xfrm rot="16200000">
            <a:off x="9789231" y="1633789"/>
            <a:ext cx="842772" cy="2273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spAutoFit/>
          </a:bodyPr>
          <a:lstStyle>
            <a:lvl1pPr algn="r">
              <a:defRPr sz="2259">
                <a:solidFill>
                  <a:srgbClr val="535353"/>
                </a:solidFill>
                <a:latin typeface="微软雅黑"/>
                <a:ea typeface="微软雅黑"/>
                <a:cs typeface="微软雅黑"/>
                <a:sym typeface="Barlow SemiBold"/>
              </a:defRPr>
            </a:lvl1pPr>
          </a:lstStyle>
          <a:p>
            <a:r>
              <a:rPr lang="en-US" altLang="zh-CN" sz="1130" b="1" dirty="0">
                <a:solidFill>
                  <a:srgbClr val="336699"/>
                </a:solidFill>
                <a:latin typeface="微软雅黑" panose="020B0503020204020204" pitchFamily="34" charset="-122"/>
                <a:ea typeface="微软雅黑" panose="020B0503020204020204" pitchFamily="34" charset="-122"/>
              </a:rPr>
              <a:t>6月</a:t>
            </a:r>
            <a:r>
              <a:rPr lang="zh-CN" altLang="en-US" sz="1130" b="1" dirty="0">
                <a:solidFill>
                  <a:srgbClr val="336699"/>
                </a:solidFill>
                <a:latin typeface="微软雅黑" panose="020B0503020204020204" pitchFamily="34" charset="-122"/>
                <a:ea typeface="微软雅黑" panose="020B0503020204020204" pitchFamily="34" charset="-122"/>
              </a:rPr>
              <a:t/>
            </a:r>
            <a:r>
              <a:rPr lang="en-US" altLang="zh-CN" sz="1130" b="1" dirty="0">
                <a:solidFill>
                  <a:srgbClr val="336699"/>
                </a:solidFill>
                <a:latin typeface="微软雅黑" panose="020B0503020204020204" pitchFamily="34" charset="-122"/>
                <a:ea typeface="微软雅黑" panose="020B0503020204020204" pitchFamily="34" charset="-122"/>
              </a:rPr>
              <a:t/>
            </a:r>
            <a:r>
              <a:rPr lang="zh-CN" altLang="en-US" sz="1130" b="1" dirty="0">
                <a:solidFill>
                  <a:srgbClr val="336699"/>
                </a:solidFill>
                <a:latin typeface="微软雅黑" panose="020B0503020204020204" pitchFamily="34" charset="-122"/>
                <a:ea typeface="微软雅黑" panose="020B0503020204020204" pitchFamily="34" charset="-122"/>
              </a:rPr>
              <a:t/>
            </a:r>
          </a:p>
        </p:txBody>
      </p:sp>
      <p:sp>
        <p:nvSpPr>
          <p:cNvPr id="138" name="椭圆 52">
            <a:extLst>
              <a:ext uri="{FF2B5EF4-FFF2-40B4-BE49-F238E27FC236}">
                <a16:creationId xmlns:a16="http://schemas.microsoft.com/office/drawing/2014/main" id="{AF0CC04F-8946-DDC4-6654-FCCD4DA4E3C7}"/>
              </a:ext>
            </a:extLst>
          </p:cNvPr>
          <p:cNvSpPr/>
          <p:nvPr/>
        </p:nvSpPr>
        <p:spPr>
          <a:xfrm>
            <a:off x="3867509"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01</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39" name="椭圆 53">
            <a:extLst>
              <a:ext uri="{FF2B5EF4-FFF2-40B4-BE49-F238E27FC236}">
                <a16:creationId xmlns:a16="http://schemas.microsoft.com/office/drawing/2014/main" id="{5589B1AE-6C0D-DD42-A63C-2389EFDC4BC7}"/>
              </a:ext>
            </a:extLst>
          </p:cNvPr>
          <p:cNvSpPr/>
          <p:nvPr/>
        </p:nvSpPr>
        <p:spPr>
          <a:xfrm>
            <a:off x="5047917"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02</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0" name="椭圆 55">
            <a:extLst>
              <a:ext uri="{FF2B5EF4-FFF2-40B4-BE49-F238E27FC236}">
                <a16:creationId xmlns:a16="http://schemas.microsoft.com/office/drawing/2014/main" id="{7EC22093-5B04-2C71-BCE8-492DE80F5DD5}"/>
              </a:ext>
            </a:extLst>
          </p:cNvPr>
          <p:cNvSpPr/>
          <p:nvPr/>
        </p:nvSpPr>
        <p:spPr>
          <a:xfrm>
            <a:off x="6265601"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03</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1" name="椭圆 56">
            <a:extLst>
              <a:ext uri="{FF2B5EF4-FFF2-40B4-BE49-F238E27FC236}">
                <a16:creationId xmlns:a16="http://schemas.microsoft.com/office/drawing/2014/main" id="{DA856241-0497-2139-621E-C7DE03B5ACE4}"/>
              </a:ext>
            </a:extLst>
          </p:cNvPr>
          <p:cNvSpPr/>
          <p:nvPr/>
        </p:nvSpPr>
        <p:spPr>
          <a:xfrm>
            <a:off x="7446010"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04</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2" name="椭圆 57">
            <a:extLst>
              <a:ext uri="{FF2B5EF4-FFF2-40B4-BE49-F238E27FC236}">
                <a16:creationId xmlns:a16="http://schemas.microsoft.com/office/drawing/2014/main" id="{C9D078B7-F202-DEEA-6E77-ACBF66C920AE}"/>
              </a:ext>
            </a:extLst>
          </p:cNvPr>
          <p:cNvSpPr/>
          <p:nvPr/>
        </p:nvSpPr>
        <p:spPr>
          <a:xfrm>
            <a:off x="8651268"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05</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3" name="椭圆 58">
            <a:extLst>
              <a:ext uri="{FF2B5EF4-FFF2-40B4-BE49-F238E27FC236}">
                <a16:creationId xmlns:a16="http://schemas.microsoft.com/office/drawing/2014/main" id="{1D4CFB6A-DDF2-90F1-1B79-CE4BF29EB54F}"/>
              </a:ext>
            </a:extLst>
          </p:cNvPr>
          <p:cNvSpPr/>
          <p:nvPr/>
        </p:nvSpPr>
        <p:spPr>
          <a:xfrm>
            <a:off x="9856527" y="2165847"/>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06</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4" name="椭圆 129">
            <a:extLst>
              <a:ext uri="{FF2B5EF4-FFF2-40B4-BE49-F238E27FC236}">
                <a16:creationId xmlns:a16="http://schemas.microsoft.com/office/drawing/2014/main" id="{B97B1C4B-AAF6-D2F5-1711-CC961F9E2676}"/>
              </a:ext>
            </a:extLst>
          </p:cNvPr>
          <p:cNvSpPr/>
          <p:nvPr/>
        </p:nvSpPr>
        <p:spPr>
          <a:xfrm>
            <a:off x="3867509"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01</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5" name="椭圆 130">
            <a:extLst>
              <a:ext uri="{FF2B5EF4-FFF2-40B4-BE49-F238E27FC236}">
                <a16:creationId xmlns:a16="http://schemas.microsoft.com/office/drawing/2014/main" id="{C29AD802-3EEC-C6BA-F937-7C47EC58B3A0}"/>
              </a:ext>
            </a:extLst>
          </p:cNvPr>
          <p:cNvSpPr/>
          <p:nvPr/>
        </p:nvSpPr>
        <p:spPr>
          <a:xfrm>
            <a:off x="5047917"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02</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6" name="椭圆 131">
            <a:extLst>
              <a:ext uri="{FF2B5EF4-FFF2-40B4-BE49-F238E27FC236}">
                <a16:creationId xmlns:a16="http://schemas.microsoft.com/office/drawing/2014/main" id="{4D74C82D-F2C5-2D39-3EC5-91A061BA2A3A}"/>
              </a:ext>
            </a:extLst>
          </p:cNvPr>
          <p:cNvSpPr/>
          <p:nvPr/>
        </p:nvSpPr>
        <p:spPr>
          <a:xfrm>
            <a:off x="6265601"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03</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7" name="椭圆 132">
            <a:extLst>
              <a:ext uri="{FF2B5EF4-FFF2-40B4-BE49-F238E27FC236}">
                <a16:creationId xmlns:a16="http://schemas.microsoft.com/office/drawing/2014/main" id="{2BBE4241-BDE6-F1D9-8B74-7973ECEA2274}"/>
              </a:ext>
            </a:extLst>
          </p:cNvPr>
          <p:cNvSpPr/>
          <p:nvPr/>
        </p:nvSpPr>
        <p:spPr>
          <a:xfrm>
            <a:off x="7446010"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04</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8" name="椭圆 133">
            <a:extLst>
              <a:ext uri="{FF2B5EF4-FFF2-40B4-BE49-F238E27FC236}">
                <a16:creationId xmlns:a16="http://schemas.microsoft.com/office/drawing/2014/main" id="{9E09AF07-A8E9-5FD4-A21E-892093344C8B}"/>
              </a:ext>
            </a:extLst>
          </p:cNvPr>
          <p:cNvSpPr/>
          <p:nvPr/>
        </p:nvSpPr>
        <p:spPr>
          <a:xfrm>
            <a:off x="8651268"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05</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sp>
        <p:nvSpPr>
          <p:cNvPr id="149" name="椭圆 134">
            <a:extLst>
              <a:ext uri="{FF2B5EF4-FFF2-40B4-BE49-F238E27FC236}">
                <a16:creationId xmlns:a16="http://schemas.microsoft.com/office/drawing/2014/main" id="{A5849EA0-57DC-DFC6-036F-426C7E2C855D}"/>
              </a:ext>
            </a:extLst>
          </p:cNvPr>
          <p:cNvSpPr/>
          <p:nvPr/>
        </p:nvSpPr>
        <p:spPr>
          <a:xfrm>
            <a:off x="9856527" y="4388555"/>
            <a:ext cx="486159" cy="486159"/>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130" b="1" dirty="0">
                <a:solidFill>
                  <a:srgbClr val="336699"/>
                </a:solidFill>
                <a:latin typeface="微软雅黑" panose="020B0503020204020204" pitchFamily="34" charset="-122"/>
                <a:ea typeface="微软雅黑" panose="020B0503020204020204" pitchFamily="34" charset="-122"/>
              </a:rPr>
              <a:t>06</a:t>
            </a:r>
            <a:endParaRPr kumimoji="1" lang="zh-CN" altLang="en-US" sz="1130" b="1" dirty="0">
              <a:solidFill>
                <a:srgbClr val="336699"/>
              </a:solidFill>
              <a:latin typeface="微软雅黑" panose="020B0503020204020204" pitchFamily="34" charset="-122"/>
              <a:ea typeface="微软雅黑" panose="020B0503020204020204" pitchFamily="34" charset="-122"/>
            </a:endParaRPr>
          </a:p>
        </p:txBody>
      </p:sp>
      <p:grpSp>
        <p:nvGrpSpPr>
          <p:cNvPr id="150" name="组合 137">
            <a:extLst>
              <a:ext uri="{FF2B5EF4-FFF2-40B4-BE49-F238E27FC236}">
                <a16:creationId xmlns:a16="http://schemas.microsoft.com/office/drawing/2014/main" id="{15693CCB-5B4F-E8E0-AA62-ECE51207BC7A}"/>
              </a:ext>
            </a:extLst>
          </p:cNvPr>
          <p:cNvGrpSpPr/>
          <p:nvPr/>
        </p:nvGrpSpPr>
        <p:grpSpPr>
          <a:xfrm>
            <a:off x="3173429" y="2842755"/>
            <a:ext cx="486159" cy="1758639"/>
            <a:chOff x="2680574" y="2758602"/>
            <a:chExt cx="538003" cy="1946179"/>
          </a:xfrm>
        </p:grpSpPr>
        <p:sp>
          <p:nvSpPr>
            <p:cNvPr id="151" name="椭圆 135">
              <a:extLst>
                <a:ext uri="{FF2B5EF4-FFF2-40B4-BE49-F238E27FC236}">
                  <a16:creationId xmlns:a16="http://schemas.microsoft.com/office/drawing/2014/main" id="{8C2C8A5B-F00E-2943-1370-1B551550C833}"/>
                </a:ext>
              </a:extLst>
            </p:cNvPr>
            <p:cNvSpPr/>
            <p:nvPr/>
          </p:nvSpPr>
          <p:spPr>
            <a:xfrm>
              <a:off x="2680574" y="2758602"/>
              <a:ext cx="538003" cy="538003"/>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A</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52" name="椭圆 136">
              <a:extLst>
                <a:ext uri="{FF2B5EF4-FFF2-40B4-BE49-F238E27FC236}">
                  <a16:creationId xmlns:a16="http://schemas.microsoft.com/office/drawing/2014/main" id="{7322FBF0-F755-F319-F9B1-4E40E49947FD}"/>
                </a:ext>
              </a:extLst>
            </p:cNvPr>
            <p:cNvSpPr/>
            <p:nvPr/>
          </p:nvSpPr>
          <p:spPr>
            <a:xfrm>
              <a:off x="2680574" y="4166778"/>
              <a:ext cx="538003" cy="538003"/>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B</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grpSp>
      <p:sp>
        <p:nvSpPr>
          <p:cNvPr id="153" name="Venn diagram">
            <a:extLst>
              <a:ext uri="{FF2B5EF4-FFF2-40B4-BE49-F238E27FC236}">
                <a16:creationId xmlns:a16="http://schemas.microsoft.com/office/drawing/2014/main" id="{897C0D00-32B8-0808-2EED-7CE709A29FED}"/>
              </a:ext>
            </a:extLst>
          </p:cNvPr>
          <p:cNvSpPr/>
          <p:nvPr/>
        </p:nvSpPr>
        <p:spPr>
          <a:xfrm>
            <a:off x="1240949" y="3584853"/>
            <a:ext cx="1499362" cy="24103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lgn="l">
              <a:defRPr sz="2259">
                <a:solidFill>
                  <a:srgbClr val="535353"/>
                </a:solidFill>
                <a:latin typeface="微软雅黑"/>
                <a:ea typeface="微软雅黑"/>
                <a:cs typeface="微软雅黑"/>
                <a:sym typeface="Barlow SemiBold"/>
              </a:defRPr>
            </a:lvl1pPr>
          </a:lstStyle>
          <a:p>
            <a:r>
              <a:rPr lang="zh-CN" altLang="en-US" sz="1265" b="1" dirty="0">
                <a:solidFill>
                  <a:srgbClr val="FFFFFF"/>
                </a:solidFill>
                <a:latin typeface="微软雅黑" panose="020B0503020204020204" pitchFamily="34" charset="-122"/>
                <a:ea typeface="微软雅黑" panose="020B0503020204020204" pitchFamily="34" charset="-122"/>
              </a:rPr>
              <a:t>二拆分时间线</a:t>
            </a:r>
          </a:p>
        </p:txBody>
      </p:sp>
      <p:sp>
        <p:nvSpPr>
          <p:cNvPr id="154" name="燕尾形 139">
            <a:extLst>
              <a:ext uri="{FF2B5EF4-FFF2-40B4-BE49-F238E27FC236}">
                <a16:creationId xmlns:a16="http://schemas.microsoft.com/office/drawing/2014/main" id="{75BD50AC-50CD-9E6B-848B-F3188BB416C9}"/>
              </a:ext>
            </a:extLst>
          </p:cNvPr>
          <p:cNvSpPr/>
          <p:nvPr/>
        </p:nvSpPr>
        <p:spPr>
          <a:xfrm>
            <a:off x="2449335" y="3536450"/>
            <a:ext cx="220897" cy="329409"/>
          </a:xfrm>
          <a:prstGeom prst="chevron">
            <a:avLst>
              <a:gd name="adj" fmla="val 66875"/>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solidFill>
                <a:srgbClr val="333333"/>
              </a:solidFill>
            </a:endParaRPr>
          </a:p>
        </p:txBody>
      </p:sp>
      <p:sp>
        <p:nvSpPr>
          <p:cNvPr id="155" name="燕尾形 140">
            <a:extLst>
              <a:ext uri="{FF2B5EF4-FFF2-40B4-BE49-F238E27FC236}">
                <a16:creationId xmlns:a16="http://schemas.microsoft.com/office/drawing/2014/main" id="{F37055B8-85A8-C237-DE4D-41571EF81E77}"/>
              </a:ext>
            </a:extLst>
          </p:cNvPr>
          <p:cNvSpPr/>
          <p:nvPr/>
        </p:nvSpPr>
        <p:spPr>
          <a:xfrm>
            <a:off x="2598439" y="3536450"/>
            <a:ext cx="220897" cy="329409"/>
          </a:xfrm>
          <a:prstGeom prst="chevron">
            <a:avLst>
              <a:gd name="adj" fmla="val 66875"/>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solidFill>
                <a:srgbClr val="333333"/>
              </a:solidFill>
            </a:endParaRPr>
          </a:p>
        </p:txBody>
      </p:sp>
      <p:sp>
        <p:nvSpPr>
          <p:cNvPr id="156" name="文本框 141">
            <a:extLst>
              <a:ext uri="{FF2B5EF4-FFF2-40B4-BE49-F238E27FC236}">
                <a16:creationId xmlns:a16="http://schemas.microsoft.com/office/drawing/2014/main" id="{52EB1804-972C-9283-62C5-E22964E4DA40}"/>
              </a:ext>
            </a:extLst>
          </p:cNvPr>
          <p:cNvSpPr txBox="1"/>
          <p:nvPr/>
        </p:nvSpPr>
        <p:spPr>
          <a:xfrm>
            <a:off x="1195155" y="1407532"/>
            <a:ext cx="1260247" cy="278119"/>
          </a:xfrm>
          <a:prstGeom prst="rect">
            <a:avLst/>
          </a:prstGeom>
          <a:noFill/>
        </p:spPr>
        <p:txBody>
          <a:bodyPr wrap="square" rtlCol="0">
            <a:spAutoFit/>
          </a:bodyPr>
          <a:lstStyle/>
          <a:p>
            <a:pPr algn="ctr"/>
            <a:r>
              <a:rPr kumimoji="1" lang="zh-CN" altLang="en-US" sz="1265"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57" name="文本框 142">
            <a:extLst>
              <a:ext uri="{FF2B5EF4-FFF2-40B4-BE49-F238E27FC236}">
                <a16:creationId xmlns:a16="http://schemas.microsoft.com/office/drawing/2014/main" id="{05ECF867-2EE6-51FF-A8C5-46A5650E9B4B}"/>
              </a:ext>
            </a:extLst>
          </p:cNvPr>
          <p:cNvSpPr txBox="1"/>
          <p:nvPr/>
        </p:nvSpPr>
        <p:spPr>
          <a:xfrm>
            <a:off x="1262152" y="1681011"/>
            <a:ext cx="2060472" cy="893223"/>
          </a:xfrm>
          <a:prstGeom prst="rect">
            <a:avLst/>
          </a:prstGeom>
          <a:noFill/>
        </p:spPr>
        <p:txBody>
          <a:bodyPr wrap="square" rtlCol="0">
            <a:spAutoFit/>
          </a:bodyPr>
          <a:lstStyle/>
          <a:p>
            <a:pPr>
              <a:lnSpc>
                <a:spcPct val="150000"/>
              </a:lnSpc>
            </a:pPr>
            <a:r>
              <a:rPr kumimoji="1" lang="zh-CN" altLang="en-US" sz="904"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58" name="文本框 146">
            <a:extLst>
              <a:ext uri="{FF2B5EF4-FFF2-40B4-BE49-F238E27FC236}">
                <a16:creationId xmlns:a16="http://schemas.microsoft.com/office/drawing/2014/main" id="{5A02C951-2AD1-05CA-D669-063634D59A9D}"/>
              </a:ext>
            </a:extLst>
          </p:cNvPr>
          <p:cNvSpPr txBox="1"/>
          <p:nvPr/>
        </p:nvSpPr>
        <p:spPr>
          <a:xfrm>
            <a:off x="1195155" y="4910934"/>
            <a:ext cx="1260247" cy="278119"/>
          </a:xfrm>
          <a:prstGeom prst="rect">
            <a:avLst/>
          </a:prstGeom>
          <a:noFill/>
        </p:spPr>
        <p:txBody>
          <a:bodyPr wrap="square" rtlCol="0">
            <a:spAutoFit/>
          </a:bodyPr>
          <a:lstStyle/>
          <a:p>
            <a:pPr algn="ctr"/>
            <a:r>
              <a:rPr kumimoji="1" lang="zh-CN" altLang="en-US" sz="1265"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59" name="文本框 147">
            <a:extLst>
              <a:ext uri="{FF2B5EF4-FFF2-40B4-BE49-F238E27FC236}">
                <a16:creationId xmlns:a16="http://schemas.microsoft.com/office/drawing/2014/main" id="{DA520060-6AAA-CF1A-0786-DC3ED460A453}"/>
              </a:ext>
            </a:extLst>
          </p:cNvPr>
          <p:cNvSpPr txBox="1"/>
          <p:nvPr/>
        </p:nvSpPr>
        <p:spPr>
          <a:xfrm>
            <a:off x="1262152" y="5120146"/>
            <a:ext cx="2060472" cy="893223"/>
          </a:xfrm>
          <a:prstGeom prst="rect">
            <a:avLst/>
          </a:prstGeom>
          <a:noFill/>
        </p:spPr>
        <p:txBody>
          <a:bodyPr wrap="square" rtlCol="0">
            <a:spAutoFit/>
          </a:bodyPr>
          <a:lstStyle/>
          <a:p>
            <a:pPr>
              <a:lnSpc>
                <a:spcPct val="150000"/>
              </a:lnSpc>
            </a:pPr>
            <a:r>
              <a:rPr kumimoji="1" lang="zh-CN" altLang="en-US" sz="904"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60" name="任意形状 244">
            <a:extLst>
              <a:ext uri="{FF2B5EF4-FFF2-40B4-BE49-F238E27FC236}">
                <a16:creationId xmlns:a16="http://schemas.microsoft.com/office/drawing/2014/main" id="{B0374DCF-B9E0-4F8C-3D92-D6606FFE4D19}"/>
              </a:ext>
            </a:extLst>
          </p:cNvPr>
          <p:cNvSpPr/>
          <p:nvPr/>
        </p:nvSpPr>
        <p:spPr>
          <a:xfrm rot="8957208">
            <a:off x="1077098" y="892699"/>
            <a:ext cx="2475317" cy="2441090"/>
          </a:xfrm>
          <a:custGeom>
            <a:avLst/>
            <a:gdLst>
              <a:gd name="connsiteX0" fmla="*/ 1936026 w 2739282"/>
              <a:gd name="connsiteY0" fmla="*/ 2690155 h 2701406"/>
              <a:gd name="connsiteX1" fmla="*/ 39213 w 2739282"/>
              <a:gd name="connsiteY1" fmla="*/ 1563319 h 2701406"/>
              <a:gd name="connsiteX2" fmla="*/ 11250 w 2739282"/>
              <a:gd name="connsiteY2" fmla="*/ 1453512 h 2701406"/>
              <a:gd name="connsiteX3" fmla="*/ 693450 w 2739282"/>
              <a:gd name="connsiteY3" fmla="*/ 305161 h 2701406"/>
              <a:gd name="connsiteX4" fmla="*/ 803256 w 2739282"/>
              <a:gd name="connsiteY4" fmla="*/ 277198 h 2701406"/>
              <a:gd name="connsiteX5" fmla="*/ 905383 w 2739282"/>
              <a:gd name="connsiteY5" fmla="*/ 337868 h 2701406"/>
              <a:gd name="connsiteX6" fmla="*/ 947249 w 2739282"/>
              <a:gd name="connsiteY6" fmla="*/ 0 h 2701406"/>
              <a:gd name="connsiteX7" fmla="*/ 995768 w 2739282"/>
              <a:gd name="connsiteY7" fmla="*/ 391563 h 2701406"/>
              <a:gd name="connsiteX8" fmla="*/ 2700069 w 2739282"/>
              <a:gd name="connsiteY8" fmla="*/ 1404034 h 2701406"/>
              <a:gd name="connsiteX9" fmla="*/ 2728031 w 2739282"/>
              <a:gd name="connsiteY9" fmla="*/ 1513841 h 2701406"/>
              <a:gd name="connsiteX10" fmla="*/ 2045832 w 2739282"/>
              <a:gd name="connsiteY10" fmla="*/ 2662193 h 2701406"/>
              <a:gd name="connsiteX11" fmla="*/ 1936026 w 2739282"/>
              <a:gd name="connsiteY11" fmla="*/ 2690155 h 2701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739282" h="2701406">
                <a:moveTo>
                  <a:pt x="1936026" y="2690155"/>
                </a:moveTo>
                <a:lnTo>
                  <a:pt x="39213" y="1563319"/>
                </a:lnTo>
                <a:cubicBezTo>
                  <a:pt x="1169" y="1540718"/>
                  <a:pt x="-11350" y="1491556"/>
                  <a:pt x="11250" y="1453512"/>
                </a:cubicBezTo>
                <a:lnTo>
                  <a:pt x="693450" y="305161"/>
                </a:lnTo>
                <a:cubicBezTo>
                  <a:pt x="716051" y="267116"/>
                  <a:pt x="765212" y="254597"/>
                  <a:pt x="803256" y="277198"/>
                </a:cubicBezTo>
                <a:lnTo>
                  <a:pt x="905383" y="337868"/>
                </a:lnTo>
                <a:lnTo>
                  <a:pt x="947249" y="0"/>
                </a:lnTo>
                <a:lnTo>
                  <a:pt x="995768" y="391563"/>
                </a:lnTo>
                <a:lnTo>
                  <a:pt x="2700069" y="1404034"/>
                </a:lnTo>
                <a:cubicBezTo>
                  <a:pt x="2738113" y="1426635"/>
                  <a:pt x="2750632" y="1475797"/>
                  <a:pt x="2728031" y="1513841"/>
                </a:cubicBezTo>
                <a:lnTo>
                  <a:pt x="2045832" y="2662193"/>
                </a:lnTo>
                <a:cubicBezTo>
                  <a:pt x="2023231" y="2700237"/>
                  <a:pt x="1974070" y="2712756"/>
                  <a:pt x="1936026" y="2690155"/>
                </a:cubicBezTo>
                <a:close/>
              </a:path>
            </a:pathLst>
          </a:custGeom>
          <a:no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61" name="任意形状 243">
            <a:extLst>
              <a:ext uri="{FF2B5EF4-FFF2-40B4-BE49-F238E27FC236}">
                <a16:creationId xmlns:a16="http://schemas.microsoft.com/office/drawing/2014/main" id="{691DD352-CA9E-A0ED-9E02-E4411067D729}"/>
              </a:ext>
            </a:extLst>
          </p:cNvPr>
          <p:cNvSpPr/>
          <p:nvPr/>
        </p:nvSpPr>
        <p:spPr>
          <a:xfrm rot="12642792" flipV="1">
            <a:off x="1079526" y="4116381"/>
            <a:ext cx="2475317" cy="2450600"/>
          </a:xfrm>
          <a:custGeom>
            <a:avLst/>
            <a:gdLst>
              <a:gd name="connsiteX0" fmla="*/ 953501 w 2739282"/>
              <a:gd name="connsiteY0" fmla="*/ 0 h 2711930"/>
              <a:gd name="connsiteX1" fmla="*/ 909992 w 2739282"/>
              <a:gd name="connsiteY1" fmla="*/ 351130 h 2711930"/>
              <a:gd name="connsiteX2" fmla="*/ 803256 w 2739282"/>
              <a:gd name="connsiteY2" fmla="*/ 287722 h 2711930"/>
              <a:gd name="connsiteX3" fmla="*/ 693450 w 2739282"/>
              <a:gd name="connsiteY3" fmla="*/ 315685 h 2711930"/>
              <a:gd name="connsiteX4" fmla="*/ 11250 w 2739282"/>
              <a:gd name="connsiteY4" fmla="*/ 1464036 h 2711930"/>
              <a:gd name="connsiteX5" fmla="*/ 39213 w 2739282"/>
              <a:gd name="connsiteY5" fmla="*/ 1573843 h 2711930"/>
              <a:gd name="connsiteX6" fmla="*/ 1936026 w 2739282"/>
              <a:gd name="connsiteY6" fmla="*/ 2700679 h 2711930"/>
              <a:gd name="connsiteX7" fmla="*/ 2045832 w 2739282"/>
              <a:gd name="connsiteY7" fmla="*/ 2672717 h 2711930"/>
              <a:gd name="connsiteX8" fmla="*/ 2728032 w 2739282"/>
              <a:gd name="connsiteY8" fmla="*/ 1524365 h 2711930"/>
              <a:gd name="connsiteX9" fmla="*/ 2700069 w 2739282"/>
              <a:gd name="connsiteY9" fmla="*/ 1414558 h 2711930"/>
              <a:gd name="connsiteX10" fmla="*/ 1003925 w 2739282"/>
              <a:gd name="connsiteY10" fmla="*/ 406933 h 271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39282" h="2711930">
                <a:moveTo>
                  <a:pt x="953501" y="0"/>
                </a:moveTo>
                <a:lnTo>
                  <a:pt x="909992" y="351130"/>
                </a:lnTo>
                <a:lnTo>
                  <a:pt x="803256" y="287722"/>
                </a:lnTo>
                <a:cubicBezTo>
                  <a:pt x="765212" y="265121"/>
                  <a:pt x="716051" y="277640"/>
                  <a:pt x="693450" y="315685"/>
                </a:cubicBezTo>
                <a:lnTo>
                  <a:pt x="11250" y="1464036"/>
                </a:lnTo>
                <a:cubicBezTo>
                  <a:pt x="-11350" y="1502080"/>
                  <a:pt x="1169" y="1551242"/>
                  <a:pt x="39213" y="1573843"/>
                </a:cubicBezTo>
                <a:lnTo>
                  <a:pt x="1936026" y="2700679"/>
                </a:lnTo>
                <a:cubicBezTo>
                  <a:pt x="1974070" y="2723280"/>
                  <a:pt x="2023231" y="2710761"/>
                  <a:pt x="2045832" y="2672717"/>
                </a:cubicBezTo>
                <a:lnTo>
                  <a:pt x="2728032" y="1524365"/>
                </a:lnTo>
                <a:cubicBezTo>
                  <a:pt x="2750632" y="1486321"/>
                  <a:pt x="2738113" y="1437159"/>
                  <a:pt x="2700069" y="1414558"/>
                </a:cubicBezTo>
                <a:lnTo>
                  <a:pt x="1003925" y="406933"/>
                </a:lnTo>
                <a:close/>
              </a:path>
            </a:pathLst>
          </a:custGeom>
          <a:no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Tree>
    <p:extLst>
      <p:ext uri="{BB962C8B-B14F-4D97-AF65-F5344CB8AC3E}">
        <p14:creationId xmlns:p14="http://schemas.microsoft.com/office/powerpoint/2010/main" val="1851778670"/>
      </p:ext>
    </p:extLst>
  </p:cSld>
  <p:clrMapOvr>
    <a:masterClrMapping/>
  </p:clrMapOvr>
</p:sld>
</file>

<file path=ppt/slides/vr_business_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R012 上升式里程碑（结构示例）</a:t>
            </a:r>
          </a:p>
        </p:txBody>
      </p:sp>
      <p:sp>
        <p:nvSpPr>
          <p:cNvPr id="101" name="Rounded Rectangle">
            <a:extLst>
              <a:ext uri="{FF2B5EF4-FFF2-40B4-BE49-F238E27FC236}">
                <a16:creationId xmlns:a16="http://schemas.microsoft.com/office/drawing/2014/main" id="{58611422-BB77-1633-C9DC-9D1FBB1CE2F3}"/>
              </a:ext>
            </a:extLst>
          </p:cNvPr>
          <p:cNvSpPr/>
          <p:nvPr/>
        </p:nvSpPr>
        <p:spPr>
          <a:xfrm>
            <a:off x="4739491" y="5823853"/>
            <a:ext cx="1387643" cy="296010"/>
          </a:xfrm>
          <a:prstGeom prst="roundRect">
            <a:avLst>
              <a:gd name="adj" fmla="val 8232"/>
            </a:avLst>
          </a:prstGeom>
          <a:solidFill>
            <a:srgbClr val="58B6C0"/>
          </a:solidFill>
          <a:ln w="12700" cap="flat">
            <a:noFill/>
            <a:miter lim="400000"/>
          </a:ln>
          <a:effectLst/>
        </p:spPr>
        <p:txBody>
          <a:bodyPr wrap="square" lIns="0" tIns="0" rIns="0" bIns="0" numCol="1" anchor="ctr">
            <a:noAutofit/>
          </a:bodyPr>
          <a:lstStyle/>
          <a:p>
            <a:endParaRPr sz="794">
              <a:solidFill>
                <a:srgbClr val="FFFFFF"/>
              </a:solidFill>
            </a:endParaRPr>
          </a:p>
        </p:txBody>
      </p:sp>
      <p:grpSp>
        <p:nvGrpSpPr>
          <p:cNvPr id="102" name="Group">
            <a:extLst>
              <a:ext uri="{FF2B5EF4-FFF2-40B4-BE49-F238E27FC236}">
                <a16:creationId xmlns:a16="http://schemas.microsoft.com/office/drawing/2014/main" id="{F4E43BE4-F11F-3D15-C655-48EE4BBF276E}"/>
              </a:ext>
            </a:extLst>
          </p:cNvPr>
          <p:cNvGrpSpPr/>
          <p:nvPr/>
        </p:nvGrpSpPr>
        <p:grpSpPr>
          <a:xfrm>
            <a:off x="3062612" y="5823853"/>
            <a:ext cx="1563305" cy="296010"/>
            <a:chOff x="0" y="0"/>
            <a:chExt cx="3313478" cy="643398"/>
          </a:xfrm>
        </p:grpSpPr>
        <p:sp>
          <p:nvSpPr>
            <p:cNvPr id="103" name="Rounded Rectangle">
              <a:extLst>
                <a:ext uri="{FF2B5EF4-FFF2-40B4-BE49-F238E27FC236}">
                  <a16:creationId xmlns:a16="http://schemas.microsoft.com/office/drawing/2014/main" id="{14C7D7AD-6B81-4977-5C9D-FA7C5300F04A}"/>
                </a:ext>
              </a:extLst>
            </p:cNvPr>
            <p:cNvSpPr/>
            <p:nvPr/>
          </p:nvSpPr>
          <p:spPr>
            <a:xfrm>
              <a:off x="0" y="0"/>
              <a:ext cx="3313478" cy="643398"/>
            </a:xfrm>
            <a:prstGeom prst="roundRect">
              <a:avLst>
                <a:gd name="adj" fmla="val 8232"/>
              </a:avLst>
            </a:prstGeom>
            <a:solidFill>
              <a:srgbClr val="3494BA"/>
            </a:solidFill>
            <a:ln w="12700" cap="flat">
              <a:noFill/>
              <a:miter lim="400000"/>
            </a:ln>
            <a:effectLst/>
          </p:spPr>
          <p:txBody>
            <a:bodyPr wrap="square" lIns="0" tIns="0" rIns="0" bIns="0" numCol="1" anchor="ctr">
              <a:noAutofit/>
            </a:bodyPr>
            <a:lstStyle/>
            <a:p>
              <a:endParaRPr sz="900" dirty="0">
                <a:solidFill>
                  <a:srgbClr val="FFFFFF"/>
                </a:solidFill>
              </a:endParaRPr>
            </a:p>
          </p:txBody>
        </p:sp>
        <p:sp>
          <p:nvSpPr>
            <p:cNvPr id="104" name="Venn diagram">
              <a:extLst>
                <a:ext uri="{FF2B5EF4-FFF2-40B4-BE49-F238E27FC236}">
                  <a16:creationId xmlns:a16="http://schemas.microsoft.com/office/drawing/2014/main" id="{241B632B-9194-7F66-DC82-D0C9BD721EBB}"/>
                </a:ext>
              </a:extLst>
            </p:cNvPr>
            <p:cNvSpPr/>
            <p:nvPr/>
          </p:nvSpPr>
          <p:spPr>
            <a:xfrm>
              <a:off x="639734" y="118498"/>
              <a:ext cx="2034012" cy="393697"/>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000">
                  <a:solidFill>
                    <a:srgbClr val="F7F5F7"/>
                  </a:solidFill>
                  <a:latin typeface="微软雅黑"/>
                  <a:ea typeface="微软雅黑"/>
                  <a:cs typeface="微软雅黑"/>
                  <a:sym typeface="Barlow SemiBold"/>
                </a:defRPr>
              </a:lvl1pPr>
            </a:lstStyle>
            <a:p>
              <a:endParaRPr sz="1000" dirty="0">
                <a:solidFill>
                  <a:srgbClr val="FFFFFF"/>
                </a:solidFill>
              </a:endParaRPr>
            </a:p>
          </p:txBody>
        </p:sp>
      </p:grpSp>
      <p:sp>
        <p:nvSpPr>
          <p:cNvPr id="105" name="Rounded Rectangle">
            <a:extLst>
              <a:ext uri="{FF2B5EF4-FFF2-40B4-BE49-F238E27FC236}">
                <a16:creationId xmlns:a16="http://schemas.microsoft.com/office/drawing/2014/main" id="{01EF832A-D343-65C2-4D0C-F40AD951D9D4}"/>
              </a:ext>
            </a:extLst>
          </p:cNvPr>
          <p:cNvSpPr/>
          <p:nvPr/>
        </p:nvSpPr>
        <p:spPr>
          <a:xfrm>
            <a:off x="6307933" y="1460285"/>
            <a:ext cx="1636760" cy="4620620"/>
          </a:xfrm>
          <a:prstGeom prst="roundRect">
            <a:avLst>
              <a:gd name="adj" fmla="val 1647"/>
            </a:avLst>
          </a:prstGeom>
          <a:ln w="19050">
            <a:solidFill>
              <a:srgbClr val="336699"/>
            </a:solidFill>
          </a:ln>
        </p:spPr>
        <p:txBody>
          <a:bodyPr lIns="0" tIns="0" rIns="0" bIns="0" anchor="ctr"/>
          <a:lstStyle/>
          <a:p>
            <a:endParaRPr sz="794"/>
          </a:p>
        </p:txBody>
      </p:sp>
      <p:sp>
        <p:nvSpPr>
          <p:cNvPr id="106" name="Shape">
            <a:extLst>
              <a:ext uri="{FF2B5EF4-FFF2-40B4-BE49-F238E27FC236}">
                <a16:creationId xmlns:a16="http://schemas.microsoft.com/office/drawing/2014/main" id="{94CBF5BE-1B16-1BDB-0E42-5D878066F62B}"/>
              </a:ext>
            </a:extLst>
          </p:cNvPr>
          <p:cNvSpPr/>
          <p:nvPr/>
        </p:nvSpPr>
        <p:spPr>
          <a:xfrm>
            <a:off x="790575" y="3181240"/>
            <a:ext cx="10535015" cy="1944417"/>
          </a:xfrm>
          <a:custGeom>
            <a:avLst/>
            <a:gdLst/>
            <a:ahLst/>
            <a:cxnLst>
              <a:cxn ang="0">
                <a:pos x="wd2" y="hd2"/>
              </a:cxn>
              <a:cxn ang="5400000">
                <a:pos x="wd2" y="hd2"/>
              </a:cxn>
              <a:cxn ang="10800000">
                <a:pos x="wd2" y="hd2"/>
              </a:cxn>
              <a:cxn ang="16200000">
                <a:pos x="wd2" y="hd2"/>
              </a:cxn>
            </a:cxnLst>
            <a:rect l="0" t="0" r="r" b="b"/>
            <a:pathLst>
              <a:path w="21600" h="21600" extrusionOk="0">
                <a:moveTo>
                  <a:pt x="1" y="15093"/>
                </a:moveTo>
                <a:lnTo>
                  <a:pt x="7852" y="15083"/>
                </a:lnTo>
                <a:lnTo>
                  <a:pt x="19611" y="1853"/>
                </a:lnTo>
                <a:lnTo>
                  <a:pt x="19542" y="0"/>
                </a:lnTo>
                <a:lnTo>
                  <a:pt x="21600" y="2934"/>
                </a:lnTo>
                <a:lnTo>
                  <a:pt x="19925" y="10041"/>
                </a:lnTo>
                <a:lnTo>
                  <a:pt x="19858" y="8206"/>
                </a:lnTo>
                <a:lnTo>
                  <a:pt x="7954" y="21600"/>
                </a:lnTo>
                <a:lnTo>
                  <a:pt x="0" y="21590"/>
                </a:lnTo>
                <a:lnTo>
                  <a:pt x="1" y="15093"/>
                </a:lnTo>
                <a:close/>
              </a:path>
            </a:pathLst>
          </a:custGeom>
          <a:solidFill>
            <a:srgbClr val="3494BA"/>
          </a:solidFill>
          <a:ln w="12700">
            <a:miter lim="400000"/>
          </a:ln>
        </p:spPr>
        <p:txBody>
          <a:bodyPr lIns="0" tIns="0" rIns="0" bIns="0"/>
          <a:lstStyle/>
          <a:p>
            <a:endParaRPr sz="794" dirty="0"/>
          </a:p>
        </p:txBody>
      </p:sp>
      <p:sp>
        <p:nvSpPr>
          <p:cNvPr id="107" name="Line">
            <a:extLst>
              <a:ext uri="{FF2B5EF4-FFF2-40B4-BE49-F238E27FC236}">
                <a16:creationId xmlns:a16="http://schemas.microsoft.com/office/drawing/2014/main" id="{8A62434B-98C1-894F-6ED6-D0421DD2520F}"/>
              </a:ext>
            </a:extLst>
          </p:cNvPr>
          <p:cNvSpPr/>
          <p:nvPr/>
        </p:nvSpPr>
        <p:spPr>
          <a:xfrm flipH="1">
            <a:off x="1213006" y="2893851"/>
            <a:ext cx="0" cy="3249461"/>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08" name="Line">
            <a:extLst>
              <a:ext uri="{FF2B5EF4-FFF2-40B4-BE49-F238E27FC236}">
                <a16:creationId xmlns:a16="http://schemas.microsoft.com/office/drawing/2014/main" id="{D575470E-65C6-505C-AF66-95C9B37650DD}"/>
              </a:ext>
            </a:extLst>
          </p:cNvPr>
          <p:cNvSpPr/>
          <p:nvPr/>
        </p:nvSpPr>
        <p:spPr>
          <a:xfrm flipH="1">
            <a:off x="2984168" y="2883210"/>
            <a:ext cx="0" cy="3262531"/>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09" name="Line">
            <a:extLst>
              <a:ext uri="{FF2B5EF4-FFF2-40B4-BE49-F238E27FC236}">
                <a16:creationId xmlns:a16="http://schemas.microsoft.com/office/drawing/2014/main" id="{76ED6BDF-45D3-DB31-CC84-BAEE41AD1033}"/>
              </a:ext>
            </a:extLst>
          </p:cNvPr>
          <p:cNvSpPr/>
          <p:nvPr/>
        </p:nvSpPr>
        <p:spPr>
          <a:xfrm flipH="1">
            <a:off x="4682704" y="2893851"/>
            <a:ext cx="0" cy="3251890"/>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10" name="Line">
            <a:extLst>
              <a:ext uri="{FF2B5EF4-FFF2-40B4-BE49-F238E27FC236}">
                <a16:creationId xmlns:a16="http://schemas.microsoft.com/office/drawing/2014/main" id="{706067FB-59B0-E0F8-9AB3-70582E30BEFA}"/>
              </a:ext>
            </a:extLst>
          </p:cNvPr>
          <p:cNvSpPr/>
          <p:nvPr/>
        </p:nvSpPr>
        <p:spPr>
          <a:xfrm flipH="1">
            <a:off x="6200082" y="1460285"/>
            <a:ext cx="0" cy="4685456"/>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11" name="Line">
            <a:extLst>
              <a:ext uri="{FF2B5EF4-FFF2-40B4-BE49-F238E27FC236}">
                <a16:creationId xmlns:a16="http://schemas.microsoft.com/office/drawing/2014/main" id="{703B969E-97DF-66EF-3BDD-C96F85CC2A17}"/>
              </a:ext>
            </a:extLst>
          </p:cNvPr>
          <p:cNvSpPr/>
          <p:nvPr/>
        </p:nvSpPr>
        <p:spPr>
          <a:xfrm flipH="1">
            <a:off x="8039883" y="1460285"/>
            <a:ext cx="0" cy="4685456"/>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12" name="Line">
            <a:extLst>
              <a:ext uri="{FF2B5EF4-FFF2-40B4-BE49-F238E27FC236}">
                <a16:creationId xmlns:a16="http://schemas.microsoft.com/office/drawing/2014/main" id="{36049602-DC21-A6F7-9A24-EA915D920099}"/>
              </a:ext>
            </a:extLst>
          </p:cNvPr>
          <p:cNvSpPr/>
          <p:nvPr/>
        </p:nvSpPr>
        <p:spPr>
          <a:xfrm flipH="1">
            <a:off x="9647900" y="1460285"/>
            <a:ext cx="0" cy="4685456"/>
          </a:xfrm>
          <a:prstGeom prst="line">
            <a:avLst/>
          </a:prstGeom>
          <a:ln w="19050">
            <a:solidFill>
              <a:srgbClr val="7A8C8E"/>
            </a:solidFill>
            <a:custDash>
              <a:ds d="200000" sp="200000"/>
            </a:custDash>
            <a:miter lim="400000"/>
          </a:ln>
        </p:spPr>
        <p:txBody>
          <a:bodyPr lIns="22859" tIns="22859" rIns="22859" bIns="22859"/>
          <a:lstStyle/>
          <a:p>
            <a:pPr>
              <a:defRPr>
                <a:latin typeface="微软雅黑"/>
                <a:ea typeface="微软雅黑"/>
                <a:cs typeface="微软雅黑"/>
                <a:sym typeface="Helvetica"/>
              </a:defRPr>
            </a:pPr>
            <a:endParaRPr sz="794"/>
          </a:p>
        </p:txBody>
      </p:sp>
      <p:sp>
        <p:nvSpPr>
          <p:cNvPr id="113" name="Line">
            <a:extLst>
              <a:ext uri="{FF2B5EF4-FFF2-40B4-BE49-F238E27FC236}">
                <a16:creationId xmlns:a16="http://schemas.microsoft.com/office/drawing/2014/main" id="{02493983-3256-441F-688E-4B9838FAA80F}"/>
              </a:ext>
            </a:extLst>
          </p:cNvPr>
          <p:cNvSpPr/>
          <p:nvPr/>
        </p:nvSpPr>
        <p:spPr>
          <a:xfrm>
            <a:off x="799961" y="3437317"/>
            <a:ext cx="10509402" cy="1378257"/>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7925" y="21600"/>
                </a:lnTo>
                <a:lnTo>
                  <a:pt x="21600" y="0"/>
                </a:lnTo>
              </a:path>
            </a:pathLst>
          </a:custGeom>
          <a:ln w="25400">
            <a:solidFill>
              <a:srgbClr val="7A8C8E"/>
            </a:solidFill>
          </a:ln>
        </p:spPr>
        <p:txBody>
          <a:bodyPr lIns="0" tIns="0" rIns="0" bIns="0"/>
          <a:lstStyle/>
          <a:p>
            <a:endParaRPr sz="794"/>
          </a:p>
        </p:txBody>
      </p:sp>
      <p:sp>
        <p:nvSpPr>
          <p:cNvPr id="114" name="Rounded Rectangle">
            <a:extLst>
              <a:ext uri="{FF2B5EF4-FFF2-40B4-BE49-F238E27FC236}">
                <a16:creationId xmlns:a16="http://schemas.microsoft.com/office/drawing/2014/main" id="{A45B1302-8F8C-06F5-283A-A044A7A39966}"/>
              </a:ext>
            </a:extLst>
          </p:cNvPr>
          <p:cNvSpPr/>
          <p:nvPr/>
        </p:nvSpPr>
        <p:spPr>
          <a:xfrm>
            <a:off x="6361509" y="5376719"/>
            <a:ext cx="1492748" cy="296010"/>
          </a:xfrm>
          <a:prstGeom prst="roundRect">
            <a:avLst>
              <a:gd name="adj" fmla="val 8232"/>
            </a:avLst>
          </a:prstGeom>
          <a:solidFill>
            <a:srgbClr val="336699"/>
          </a:solidFill>
          <a:ln w="12700" cap="flat">
            <a:noFill/>
            <a:miter lim="400000"/>
          </a:ln>
          <a:effectLst/>
        </p:spPr>
        <p:txBody>
          <a:bodyPr wrap="square" lIns="0" tIns="0" rIns="0" bIns="0" numCol="1" anchor="ctr">
            <a:noAutofit/>
          </a:bodyPr>
          <a:lstStyle/>
          <a:p>
            <a:endParaRPr sz="794">
              <a:solidFill>
                <a:srgbClr val="FFFFFF"/>
              </a:solidFill>
            </a:endParaRPr>
          </a:p>
        </p:txBody>
      </p:sp>
      <p:sp>
        <p:nvSpPr>
          <p:cNvPr id="115" name="Rounded Rectangle">
            <a:extLst>
              <a:ext uri="{FF2B5EF4-FFF2-40B4-BE49-F238E27FC236}">
                <a16:creationId xmlns:a16="http://schemas.microsoft.com/office/drawing/2014/main" id="{34662DB1-4E9B-8378-8A3F-BF5C67631AFF}"/>
              </a:ext>
            </a:extLst>
          </p:cNvPr>
          <p:cNvSpPr/>
          <p:nvPr/>
        </p:nvSpPr>
        <p:spPr>
          <a:xfrm>
            <a:off x="1261485" y="5823853"/>
            <a:ext cx="1674205" cy="296010"/>
          </a:xfrm>
          <a:prstGeom prst="roundRect">
            <a:avLst>
              <a:gd name="adj" fmla="val 8232"/>
            </a:avLst>
          </a:prstGeom>
          <a:solidFill>
            <a:srgbClr val="336699"/>
          </a:solidFill>
          <a:ln w="12700" cap="flat">
            <a:noFill/>
            <a:miter lim="400000"/>
          </a:ln>
          <a:effectLst/>
        </p:spPr>
        <p:txBody>
          <a:bodyPr wrap="square" lIns="0" tIns="0" rIns="0" bIns="0" numCol="1" anchor="ctr">
            <a:noAutofit/>
          </a:bodyPr>
          <a:lstStyle/>
          <a:p>
            <a:endParaRPr sz="794" dirty="0">
              <a:solidFill>
                <a:srgbClr val="FFFFFF"/>
              </a:solidFill>
            </a:endParaRPr>
          </a:p>
        </p:txBody>
      </p:sp>
      <p:sp>
        <p:nvSpPr>
          <p:cNvPr id="116" name="Venn diagram">
            <a:extLst>
              <a:ext uri="{FF2B5EF4-FFF2-40B4-BE49-F238E27FC236}">
                <a16:creationId xmlns:a16="http://schemas.microsoft.com/office/drawing/2014/main" id="{0E839F06-0967-D6DA-45F7-E730F1F902BB}"/>
              </a:ext>
            </a:extLst>
          </p:cNvPr>
          <p:cNvSpPr/>
          <p:nvPr/>
        </p:nvSpPr>
        <p:spPr>
          <a:xfrm>
            <a:off x="1675413" y="5854123"/>
            <a:ext cx="992373" cy="2354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F7F5F7"/>
                </a:solidFill>
                <a:latin typeface="微软雅黑"/>
                <a:ea typeface="微软雅黑"/>
                <a:cs typeface="微软雅黑"/>
                <a:sym typeface="Barlow SemiBold"/>
              </a:defRPr>
            </a:lvl1pPr>
          </a:lstStyle>
          <a:p>
            <a:r>
              <a:rPr lang="en-US" altLang="zh-CN" sz="1236" b="1" dirty="0">
                <a:solidFill>
                  <a:srgbClr val="FFFFFF"/>
                </a:solidFill>
                <a:latin typeface="微软雅黑" panose="020B0503020204020204" pitchFamily="34" charset="-122"/>
                <a:ea typeface="微软雅黑" panose="020B0503020204020204" pitchFamily="34" charset="-122"/>
              </a:rPr>
              <a:t>7月</a:t>
            </a:r>
            <a:r>
              <a:rPr lang="zh-CN" altLang="en-US" sz="1236" b="1" dirty="0">
                <a:solidFill>
                  <a:srgbClr val="FFFFFF"/>
                </a:solidFill>
                <a:latin typeface="微软雅黑" panose="020B0503020204020204" pitchFamily="34" charset="-122"/>
                <a:ea typeface="微软雅黑" panose="020B0503020204020204" pitchFamily="34" charset="-122"/>
              </a:rPr>
              <a:t/>
            </a:r>
            <a:r>
              <a:rPr lang="en-US" altLang="zh-CN" sz="1236" b="1" dirty="0">
                <a:solidFill>
                  <a:srgbClr val="FFFFFF"/>
                </a:solidFill>
                <a:latin typeface="微软雅黑" panose="020B0503020204020204" pitchFamily="34" charset="-122"/>
                <a:ea typeface="微软雅黑" panose="020B0503020204020204" pitchFamily="34" charset="-122"/>
              </a:rPr>
              <a:t/>
            </a:r>
            <a:r>
              <a:rPr lang="zh-CN" altLang="en-US" sz="1236" b="1" dirty="0">
                <a:solidFill>
                  <a:srgbClr val="FFFFFF"/>
                </a:solidFill>
                <a:latin typeface="微软雅黑" panose="020B0503020204020204" pitchFamily="34" charset="-122"/>
                <a:ea typeface="微软雅黑" panose="020B0503020204020204" pitchFamily="34" charset="-122"/>
              </a:rPr>
              <a:t/>
            </a:r>
            <a:endParaRPr sz="1236" b="1" dirty="0">
              <a:solidFill>
                <a:srgbClr val="FFFFFF"/>
              </a:solidFill>
              <a:latin typeface="微软雅黑" panose="020B0503020204020204" pitchFamily="34" charset="-122"/>
              <a:ea typeface="微软雅黑" panose="020B0503020204020204" pitchFamily="34" charset="-122"/>
            </a:endParaRPr>
          </a:p>
        </p:txBody>
      </p:sp>
      <p:sp>
        <p:nvSpPr>
          <p:cNvPr id="117" name="Venn diagram">
            <a:extLst>
              <a:ext uri="{FF2B5EF4-FFF2-40B4-BE49-F238E27FC236}">
                <a16:creationId xmlns:a16="http://schemas.microsoft.com/office/drawing/2014/main" id="{57821884-7DB6-53FA-9FFA-7BFD173B6E89}"/>
              </a:ext>
            </a:extLst>
          </p:cNvPr>
          <p:cNvSpPr/>
          <p:nvPr/>
        </p:nvSpPr>
        <p:spPr>
          <a:xfrm>
            <a:off x="3393065" y="5854123"/>
            <a:ext cx="984210" cy="2354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F7F5F7"/>
                </a:solidFill>
                <a:latin typeface="微软雅黑"/>
                <a:ea typeface="微软雅黑"/>
                <a:cs typeface="微软雅黑"/>
                <a:sym typeface="Barlow SemiBold"/>
              </a:defRPr>
            </a:lvl1pPr>
          </a:lstStyle>
          <a:p>
            <a:r>
              <a:rPr lang="en-US" altLang="zh-CN" sz="1236" b="1" dirty="0">
                <a:solidFill>
                  <a:srgbClr val="FFFFFF"/>
                </a:solidFill>
                <a:latin typeface="微软雅黑" panose="020B0503020204020204" pitchFamily="34" charset="-122"/>
                <a:ea typeface="微软雅黑" panose="020B0503020204020204" pitchFamily="34" charset="-122"/>
              </a:rPr>
              <a:t>8月</a:t>
            </a:r>
            <a:r>
              <a:rPr lang="zh-CN" altLang="en-US" sz="1236" b="1" dirty="0">
                <a:solidFill>
                  <a:srgbClr val="FFFFFF"/>
                </a:solidFill>
                <a:latin typeface="微软雅黑" panose="020B0503020204020204" pitchFamily="34" charset="-122"/>
                <a:ea typeface="微软雅黑" panose="020B0503020204020204" pitchFamily="34" charset="-122"/>
              </a:rPr>
              <a:t/>
            </a:r>
            <a:r>
              <a:rPr lang="en-US" altLang="zh-CN" sz="1236" b="1" dirty="0">
                <a:solidFill>
                  <a:srgbClr val="FFFFFF"/>
                </a:solidFill>
                <a:latin typeface="微软雅黑" panose="020B0503020204020204" pitchFamily="34" charset="-122"/>
                <a:ea typeface="微软雅黑" panose="020B0503020204020204" pitchFamily="34" charset="-122"/>
              </a:rPr>
              <a:t/>
            </a:r>
            <a:r>
              <a:rPr lang="zh-CN" altLang="en-US" sz="1236" b="1" dirty="0">
                <a:solidFill>
                  <a:srgbClr val="FFFFFF"/>
                </a:solidFill>
                <a:latin typeface="微软雅黑" panose="020B0503020204020204" pitchFamily="34" charset="-122"/>
                <a:ea typeface="微软雅黑" panose="020B0503020204020204" pitchFamily="34" charset="-122"/>
              </a:rPr>
              <a:t/>
            </a:r>
            <a:endParaRPr sz="1236" b="1" dirty="0">
              <a:solidFill>
                <a:srgbClr val="FFFFFF"/>
              </a:solidFill>
              <a:latin typeface="微软雅黑" panose="020B0503020204020204" pitchFamily="34" charset="-122"/>
              <a:ea typeface="微软雅黑" panose="020B0503020204020204" pitchFamily="34" charset="-122"/>
            </a:endParaRPr>
          </a:p>
        </p:txBody>
      </p:sp>
      <p:sp>
        <p:nvSpPr>
          <p:cNvPr id="118" name="Venn diagram">
            <a:extLst>
              <a:ext uri="{FF2B5EF4-FFF2-40B4-BE49-F238E27FC236}">
                <a16:creationId xmlns:a16="http://schemas.microsoft.com/office/drawing/2014/main" id="{ED6386E8-47A5-BB3D-3F61-BD7A54B71BBB}"/>
              </a:ext>
            </a:extLst>
          </p:cNvPr>
          <p:cNvSpPr/>
          <p:nvPr/>
        </p:nvSpPr>
        <p:spPr>
          <a:xfrm>
            <a:off x="4998080" y="5854123"/>
            <a:ext cx="943961" cy="2354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F7F5F7"/>
                </a:solidFill>
                <a:latin typeface="微软雅黑"/>
                <a:ea typeface="微软雅黑"/>
                <a:cs typeface="微软雅黑"/>
                <a:sym typeface="Barlow SemiBold"/>
              </a:defRPr>
            </a:lvl1pPr>
          </a:lstStyle>
          <a:p>
            <a:r>
              <a:rPr lang="en-US" altLang="zh-CN" sz="1236" b="1" dirty="0">
                <a:solidFill>
                  <a:srgbClr val="FFFFFF"/>
                </a:solidFill>
                <a:latin typeface="微软雅黑" panose="020B0503020204020204" pitchFamily="34" charset="-122"/>
                <a:ea typeface="微软雅黑" panose="020B0503020204020204" pitchFamily="34" charset="-122"/>
              </a:rPr>
              <a:t>9月</a:t>
            </a:r>
            <a:r>
              <a:rPr lang="zh-CN" altLang="en-US" sz="1236" b="1" dirty="0">
                <a:solidFill>
                  <a:srgbClr val="FFFFFF"/>
                </a:solidFill>
                <a:latin typeface="微软雅黑" panose="020B0503020204020204" pitchFamily="34" charset="-122"/>
                <a:ea typeface="微软雅黑" panose="020B0503020204020204" pitchFamily="34" charset="-122"/>
              </a:rPr>
              <a:t/>
            </a:r>
            <a:r>
              <a:rPr lang="en-US" altLang="zh-CN" sz="1236" b="1" dirty="0">
                <a:solidFill>
                  <a:srgbClr val="FFFFFF"/>
                </a:solidFill>
                <a:latin typeface="微软雅黑" panose="020B0503020204020204" pitchFamily="34" charset="-122"/>
                <a:ea typeface="微软雅黑" panose="020B0503020204020204" pitchFamily="34" charset="-122"/>
              </a:rPr>
              <a:t/>
            </a:r>
            <a:r>
              <a:rPr lang="zh-CN" altLang="en-US" sz="1236" b="1" dirty="0">
                <a:solidFill>
                  <a:srgbClr val="FFFFFF"/>
                </a:solidFill>
                <a:latin typeface="微软雅黑" panose="020B0503020204020204" pitchFamily="34" charset="-122"/>
                <a:ea typeface="微软雅黑" panose="020B0503020204020204" pitchFamily="34" charset="-122"/>
              </a:rPr>
              <a:t/>
            </a:r>
            <a:endParaRPr sz="1236" b="1" dirty="0">
              <a:solidFill>
                <a:srgbClr val="FFFFFF"/>
              </a:solidFill>
              <a:latin typeface="微软雅黑" panose="020B0503020204020204" pitchFamily="34" charset="-122"/>
              <a:ea typeface="微软雅黑" panose="020B0503020204020204" pitchFamily="34" charset="-122"/>
            </a:endParaRPr>
          </a:p>
        </p:txBody>
      </p:sp>
      <p:sp>
        <p:nvSpPr>
          <p:cNvPr id="119" name="Venn diagram">
            <a:extLst>
              <a:ext uri="{FF2B5EF4-FFF2-40B4-BE49-F238E27FC236}">
                <a16:creationId xmlns:a16="http://schemas.microsoft.com/office/drawing/2014/main" id="{E55D44D1-40B3-72FF-7E2F-DBCCD483E1B8}"/>
              </a:ext>
            </a:extLst>
          </p:cNvPr>
          <p:cNvSpPr/>
          <p:nvPr/>
        </p:nvSpPr>
        <p:spPr>
          <a:xfrm>
            <a:off x="6659412" y="5399462"/>
            <a:ext cx="1133043" cy="2354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F7F5F7"/>
                </a:solidFill>
                <a:latin typeface="微软雅黑"/>
                <a:ea typeface="微软雅黑"/>
                <a:cs typeface="微软雅黑"/>
                <a:sym typeface="Barlow SemiBold"/>
              </a:defRPr>
            </a:lvl1pPr>
          </a:lstStyle>
          <a:p>
            <a:r>
              <a:rPr lang="en-US" altLang="zh-CN" sz="1236" b="1" dirty="0">
                <a:solidFill>
                  <a:srgbClr val="FFFFFF"/>
                </a:solidFill>
                <a:latin typeface="微软雅黑" panose="020B0503020204020204" pitchFamily="34" charset="-122"/>
                <a:ea typeface="微软雅黑" panose="020B0503020204020204" pitchFamily="34" charset="-122"/>
              </a:rPr>
              <a:t>10月</a:t>
            </a:r>
            <a:r>
              <a:rPr lang="zh-CN" altLang="en-US" sz="1236" b="1" dirty="0">
                <a:solidFill>
                  <a:srgbClr val="FFFFFF"/>
                </a:solidFill>
                <a:latin typeface="微软雅黑" panose="020B0503020204020204" pitchFamily="34" charset="-122"/>
                <a:ea typeface="微软雅黑" panose="020B0503020204020204" pitchFamily="34" charset="-122"/>
              </a:rPr>
              <a:t/>
            </a:r>
            <a:r>
              <a:rPr lang="en-US" altLang="zh-CN" sz="1236" b="1" dirty="0">
                <a:solidFill>
                  <a:srgbClr val="FFFFFF"/>
                </a:solidFill>
                <a:latin typeface="微软雅黑" panose="020B0503020204020204" pitchFamily="34" charset="-122"/>
                <a:ea typeface="微软雅黑" panose="020B0503020204020204" pitchFamily="34" charset="-122"/>
              </a:rPr>
              <a:t/>
            </a:r>
            <a:r>
              <a:rPr lang="zh-CN" altLang="en-US" sz="1236" b="1" dirty="0">
                <a:solidFill>
                  <a:srgbClr val="FFFFFF"/>
                </a:solidFill>
                <a:latin typeface="微软雅黑" panose="020B0503020204020204" pitchFamily="34" charset="-122"/>
                <a:ea typeface="微软雅黑" panose="020B0503020204020204" pitchFamily="34" charset="-122"/>
              </a:rPr>
              <a:t/>
            </a:r>
            <a:endParaRPr sz="1236" b="1" dirty="0">
              <a:solidFill>
                <a:srgbClr val="FFFFFF"/>
              </a:solidFill>
              <a:latin typeface="微软雅黑" panose="020B0503020204020204" pitchFamily="34" charset="-122"/>
              <a:ea typeface="微软雅黑" panose="020B0503020204020204" pitchFamily="34" charset="-122"/>
            </a:endParaRPr>
          </a:p>
        </p:txBody>
      </p:sp>
      <p:grpSp>
        <p:nvGrpSpPr>
          <p:cNvPr id="120" name="Group">
            <a:extLst>
              <a:ext uri="{FF2B5EF4-FFF2-40B4-BE49-F238E27FC236}">
                <a16:creationId xmlns:a16="http://schemas.microsoft.com/office/drawing/2014/main" id="{43AC24AF-4785-C85F-9A2F-66684B9AD577}"/>
              </a:ext>
            </a:extLst>
          </p:cNvPr>
          <p:cNvGrpSpPr/>
          <p:nvPr/>
        </p:nvGrpSpPr>
        <p:grpSpPr>
          <a:xfrm>
            <a:off x="8121203" y="5823853"/>
            <a:ext cx="1455527" cy="296010"/>
            <a:chOff x="0" y="0"/>
            <a:chExt cx="3313478" cy="643398"/>
          </a:xfrm>
        </p:grpSpPr>
        <p:sp>
          <p:nvSpPr>
            <p:cNvPr id="121" name="Rounded Rectangle">
              <a:extLst>
                <a:ext uri="{FF2B5EF4-FFF2-40B4-BE49-F238E27FC236}">
                  <a16:creationId xmlns:a16="http://schemas.microsoft.com/office/drawing/2014/main" id="{555F322E-F408-D8AD-65BC-7D5A6ED2030E}"/>
                </a:ext>
              </a:extLst>
            </p:cNvPr>
            <p:cNvSpPr/>
            <p:nvPr/>
          </p:nvSpPr>
          <p:spPr>
            <a:xfrm>
              <a:off x="0" y="0"/>
              <a:ext cx="3313478" cy="643398"/>
            </a:xfrm>
            <a:prstGeom prst="roundRect">
              <a:avLst>
                <a:gd name="adj" fmla="val 8232"/>
              </a:avLst>
            </a:prstGeom>
            <a:solidFill>
              <a:srgbClr val="535353"/>
            </a:solidFill>
            <a:ln w="12700" cap="flat">
              <a:noFill/>
              <a:miter lim="400000"/>
            </a:ln>
            <a:effectLst/>
          </p:spPr>
          <p:txBody>
            <a:bodyPr wrap="square" lIns="0" tIns="0" rIns="0" bIns="0" numCol="1" anchor="ctr">
              <a:noAutofit/>
            </a:bodyPr>
            <a:lstStyle/>
            <a:p>
              <a:endParaRPr sz="900">
                <a:solidFill>
                  <a:srgbClr val="FFFFFF"/>
                </a:solidFill>
              </a:endParaRPr>
            </a:p>
          </p:txBody>
        </p:sp>
        <p:sp>
          <p:nvSpPr>
            <p:cNvPr id="122" name="Venn diagram">
              <a:extLst>
                <a:ext uri="{FF2B5EF4-FFF2-40B4-BE49-F238E27FC236}">
                  <a16:creationId xmlns:a16="http://schemas.microsoft.com/office/drawing/2014/main" id="{298FEE08-DE30-D5E5-F157-54BB66945D00}"/>
                </a:ext>
              </a:extLst>
            </p:cNvPr>
            <p:cNvSpPr/>
            <p:nvPr/>
          </p:nvSpPr>
          <p:spPr>
            <a:xfrm>
              <a:off x="638766" y="77694"/>
              <a:ext cx="2318614" cy="51180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000">
                  <a:solidFill>
                    <a:srgbClr val="F7F5F7"/>
                  </a:solidFill>
                  <a:latin typeface="微软雅黑"/>
                  <a:ea typeface="微软雅黑"/>
                  <a:cs typeface="微软雅黑"/>
                  <a:sym typeface="Barlow SemiBold"/>
                </a:defRPr>
              </a:lvl1pPr>
            </a:lstStyle>
            <a:p>
              <a:r>
                <a:rPr lang="en-US" altLang="zh-CN" sz="1400" b="1" dirty="0">
                  <a:solidFill>
                    <a:srgbClr val="FFFFFF"/>
                  </a:solidFill>
                  <a:latin typeface="微软雅黑" panose="020B0503020204020204" pitchFamily="34" charset="-122"/>
                  <a:ea typeface="微软雅黑" panose="020B0503020204020204" pitchFamily="34" charset="-122"/>
                </a:rPr>
                <a:t>11月</a:t>
              </a:r>
              <a:r>
                <a:rPr lang="zh-CN" altLang="en-US" sz="1400" b="1" dirty="0">
                  <a:solidFill>
                    <a:srgbClr val="FFFFFF"/>
                  </a:solidFill>
                  <a:latin typeface="微软雅黑" panose="020B0503020204020204" pitchFamily="34" charset="-122"/>
                  <a:ea typeface="微软雅黑" panose="020B0503020204020204" pitchFamily="34" charset="-122"/>
                </a:rPr>
                <a:t/>
              </a:r>
              <a:r>
                <a:rPr lang="en-US" altLang="zh-CN" sz="1400" b="1" dirty="0">
                  <a:solidFill>
                    <a:srgbClr val="FFFFFF"/>
                  </a:solidFill>
                  <a:latin typeface="微软雅黑" panose="020B0503020204020204" pitchFamily="34" charset="-122"/>
                  <a:ea typeface="微软雅黑" panose="020B0503020204020204" pitchFamily="34" charset="-122"/>
                </a:rPr>
                <a:t/>
              </a:r>
              <a:r>
                <a:rPr lang="zh-CN" altLang="en-US" sz="1400" b="1" dirty="0">
                  <a:solidFill>
                    <a:srgbClr val="FFFFFF"/>
                  </a:solidFill>
                  <a:latin typeface="微软雅黑" panose="020B0503020204020204" pitchFamily="34" charset="-122"/>
                  <a:ea typeface="微软雅黑" panose="020B0503020204020204" pitchFamily="34" charset="-122"/>
                </a:rPr>
                <a:t/>
              </a:r>
              <a:endParaRPr sz="1400" b="1" dirty="0">
                <a:solidFill>
                  <a:srgbClr val="FFFFFF"/>
                </a:solidFill>
                <a:latin typeface="微软雅黑" panose="020B0503020204020204" pitchFamily="34" charset="-122"/>
                <a:ea typeface="微软雅黑" panose="020B0503020204020204" pitchFamily="34" charset="-122"/>
              </a:endParaRPr>
            </a:p>
          </p:txBody>
        </p:sp>
      </p:grpSp>
      <p:grpSp>
        <p:nvGrpSpPr>
          <p:cNvPr id="123" name="Group">
            <a:extLst>
              <a:ext uri="{FF2B5EF4-FFF2-40B4-BE49-F238E27FC236}">
                <a16:creationId xmlns:a16="http://schemas.microsoft.com/office/drawing/2014/main" id="{57393B4E-ABE0-7F1A-F972-30392516DCBE}"/>
              </a:ext>
            </a:extLst>
          </p:cNvPr>
          <p:cNvGrpSpPr/>
          <p:nvPr/>
        </p:nvGrpSpPr>
        <p:grpSpPr>
          <a:xfrm>
            <a:off x="9722238" y="5823853"/>
            <a:ext cx="1524438" cy="296010"/>
            <a:chOff x="0" y="0"/>
            <a:chExt cx="3313478" cy="643398"/>
          </a:xfrm>
        </p:grpSpPr>
        <p:sp>
          <p:nvSpPr>
            <p:cNvPr id="124" name="Rounded Rectangle">
              <a:extLst>
                <a:ext uri="{FF2B5EF4-FFF2-40B4-BE49-F238E27FC236}">
                  <a16:creationId xmlns:a16="http://schemas.microsoft.com/office/drawing/2014/main" id="{1441A4E0-67E7-A35B-21FB-CF3455D24813}"/>
                </a:ext>
              </a:extLst>
            </p:cNvPr>
            <p:cNvSpPr/>
            <p:nvPr/>
          </p:nvSpPr>
          <p:spPr>
            <a:xfrm>
              <a:off x="0" y="0"/>
              <a:ext cx="3313478" cy="643398"/>
            </a:xfrm>
            <a:prstGeom prst="roundRect">
              <a:avLst>
                <a:gd name="adj" fmla="val 8232"/>
              </a:avLst>
            </a:prstGeom>
            <a:solidFill>
              <a:srgbClr val="3494BA"/>
            </a:solidFill>
            <a:ln w="12700" cap="flat">
              <a:noFill/>
              <a:miter lim="400000"/>
            </a:ln>
            <a:effectLst/>
          </p:spPr>
          <p:txBody>
            <a:bodyPr wrap="square" lIns="0" tIns="0" rIns="0" bIns="0" numCol="1" anchor="ctr">
              <a:noAutofit/>
            </a:bodyPr>
            <a:lstStyle/>
            <a:p>
              <a:endParaRPr sz="900">
                <a:solidFill>
                  <a:srgbClr val="FFFFFF"/>
                </a:solidFill>
              </a:endParaRPr>
            </a:p>
          </p:txBody>
        </p:sp>
        <p:sp>
          <p:nvSpPr>
            <p:cNvPr id="125" name="Venn diagram">
              <a:extLst>
                <a:ext uri="{FF2B5EF4-FFF2-40B4-BE49-F238E27FC236}">
                  <a16:creationId xmlns:a16="http://schemas.microsoft.com/office/drawing/2014/main" id="{72E159E1-7A07-933C-9469-E2621C1B9062}"/>
                </a:ext>
              </a:extLst>
            </p:cNvPr>
            <p:cNvSpPr/>
            <p:nvPr/>
          </p:nvSpPr>
          <p:spPr>
            <a:xfrm>
              <a:off x="660134" y="77694"/>
              <a:ext cx="2613244" cy="51180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000">
                  <a:solidFill>
                    <a:srgbClr val="F7F5F7"/>
                  </a:solidFill>
                  <a:latin typeface="微软雅黑"/>
                  <a:ea typeface="微软雅黑"/>
                  <a:cs typeface="微软雅黑"/>
                  <a:sym typeface="Barlow SemiBold"/>
                </a:defRPr>
              </a:lvl1pPr>
            </a:lstStyle>
            <a:p>
              <a:r>
                <a:rPr lang="en-US" altLang="zh-CN" sz="1400" b="1" dirty="0">
                  <a:solidFill>
                    <a:srgbClr val="FFFFFF"/>
                  </a:solidFill>
                  <a:latin typeface="微软雅黑" panose="020B0503020204020204" pitchFamily="34" charset="-122"/>
                  <a:ea typeface="微软雅黑" panose="020B0503020204020204" pitchFamily="34" charset="-122"/>
                </a:rPr>
                <a:t>12月</a:t>
              </a:r>
              <a:r>
                <a:rPr lang="zh-CN" altLang="en-US" sz="1400" b="1" dirty="0">
                  <a:solidFill>
                    <a:srgbClr val="FFFFFF"/>
                  </a:solidFill>
                  <a:latin typeface="微软雅黑" panose="020B0503020204020204" pitchFamily="34" charset="-122"/>
                  <a:ea typeface="微软雅黑" panose="020B0503020204020204" pitchFamily="34" charset="-122"/>
                </a:rPr>
                <a:t/>
              </a:r>
              <a:r>
                <a:rPr lang="en-US" altLang="zh-CN" sz="1400" b="1" dirty="0">
                  <a:solidFill>
                    <a:srgbClr val="FFFFFF"/>
                  </a:solidFill>
                  <a:latin typeface="微软雅黑" panose="020B0503020204020204" pitchFamily="34" charset="-122"/>
                  <a:ea typeface="微软雅黑" panose="020B0503020204020204" pitchFamily="34" charset="-122"/>
                </a:rPr>
                <a:t/>
              </a:r>
              <a:r>
                <a:rPr lang="zh-CN" altLang="en-US" sz="1400" b="1" dirty="0">
                  <a:solidFill>
                    <a:srgbClr val="FFFFFF"/>
                  </a:solidFill>
                  <a:latin typeface="微软雅黑" panose="020B0503020204020204" pitchFamily="34" charset="-122"/>
                  <a:ea typeface="微软雅黑" panose="020B0503020204020204" pitchFamily="34" charset="-122"/>
                </a:rPr>
                <a:t/>
              </a:r>
              <a:endParaRPr sz="1400" b="1" dirty="0">
                <a:solidFill>
                  <a:srgbClr val="FFFFFF"/>
                </a:solidFill>
                <a:latin typeface="微软雅黑" panose="020B0503020204020204" pitchFamily="34" charset="-122"/>
                <a:ea typeface="微软雅黑" panose="020B0503020204020204" pitchFamily="34" charset="-122"/>
              </a:endParaRPr>
            </a:p>
          </p:txBody>
        </p:sp>
      </p:grpSp>
      <p:sp>
        <p:nvSpPr>
          <p:cNvPr id="12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87EDE107-0BB4-C652-D50D-953971DC7161}"/>
              </a:ext>
            </a:extLst>
          </p:cNvPr>
          <p:cNvSpPr/>
          <p:nvPr/>
        </p:nvSpPr>
        <p:spPr>
          <a:xfrm>
            <a:off x="6443747" y="2261255"/>
            <a:ext cx="1283006" cy="124391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9D9F9D"/>
                </a:solidFill>
                <a:latin typeface="微软雅黑"/>
                <a:ea typeface="微软雅黑"/>
                <a:cs typeface="微软雅黑"/>
                <a:sym typeface="Barlow Medium"/>
              </a:defRPr>
            </a:lvl1pPr>
          </a:lstStyle>
          <a:p>
            <a:pPr>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填写本项的目标、关键动作与交付物。</a:t>
            </a:r>
            <a:endParaRPr sz="883" dirty="0">
              <a:solidFill>
                <a:srgbClr val="7A8C8E"/>
              </a:solidFill>
              <a:latin typeface="微软雅黑" panose="020B0503020204020204" pitchFamily="34" charset="-122"/>
              <a:ea typeface="微软雅黑" panose="020B0503020204020204" pitchFamily="34" charset="-122"/>
            </a:endParaRPr>
          </a:p>
        </p:txBody>
      </p:sp>
      <p:sp>
        <p:nvSpPr>
          <p:cNvPr id="12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9CDB8C10-FEDA-9FC0-673A-9C446410D272}"/>
              </a:ext>
            </a:extLst>
          </p:cNvPr>
          <p:cNvSpPr/>
          <p:nvPr/>
        </p:nvSpPr>
        <p:spPr>
          <a:xfrm>
            <a:off x="6468074" y="1819672"/>
            <a:ext cx="1431819" cy="2490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119">
                <a:solidFill>
                  <a:srgbClr val="535353"/>
                </a:solidFill>
                <a:latin typeface="微软雅黑"/>
                <a:ea typeface="微软雅黑"/>
                <a:cs typeface="微软雅黑"/>
                <a:sym typeface="Barlow SemiBold"/>
              </a:defRPr>
            </a:lvl1pPr>
          </a:lstStyle>
          <a:p>
            <a:r>
              <a:rPr kumimoji="1" lang="zh-CN" altLang="en-US" sz="1324"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28"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14A53C83-7CBB-7809-D997-3EED18630C62}"/>
              </a:ext>
            </a:extLst>
          </p:cNvPr>
          <p:cNvSpPr/>
          <p:nvPr/>
        </p:nvSpPr>
        <p:spPr>
          <a:xfrm>
            <a:off x="8142110" y="2261255"/>
            <a:ext cx="1424443" cy="83636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9D9F9D"/>
                </a:solidFill>
                <a:latin typeface="微软雅黑"/>
                <a:ea typeface="微软雅黑"/>
                <a:cs typeface="微软雅黑"/>
                <a:sym typeface="Barlow Medium"/>
              </a:defRPr>
            </a:lvl1pPr>
          </a:lstStyle>
          <a:p>
            <a:pPr>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填写本项的目标、关键动作与交付物。</a:t>
            </a:r>
            <a:r>
              <a:rPr lang="en-US" altLang="zh-CN" sz="883" u="none" strike="noStrike" dirty="0">
                <a:solidFill>
                  <a:srgbClr val="7A8C8E"/>
                </a:solidFill>
                <a:effectLst/>
                <a:latin typeface="微软雅黑" panose="020B0503020204020204" pitchFamily="34" charset="-122"/>
                <a:ea typeface="微软雅黑" panose="020B0503020204020204" pitchFamily="34" charset="-122"/>
              </a:rPr>
              <a:t/>
            </a: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
            </a:r>
            <a:r>
              <a:rPr lang="en-US" altLang="zh-CN" sz="883" u="none" strike="noStrike" dirty="0">
                <a:solidFill>
                  <a:srgbClr val="7A8C8E"/>
                </a:solidFill>
                <a:effectLst/>
                <a:latin typeface="微软雅黑" panose="020B0503020204020204" pitchFamily="34" charset="-122"/>
                <a:ea typeface="微软雅黑" panose="020B0503020204020204" pitchFamily="34" charset="-122"/>
              </a:rPr>
              <a:t/>
            </a: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
            </a:r>
            <a:endParaRPr sz="883" dirty="0">
              <a:solidFill>
                <a:srgbClr val="7A8C8E"/>
              </a:solidFill>
              <a:latin typeface="微软雅黑" panose="020B0503020204020204" pitchFamily="34" charset="-122"/>
              <a:ea typeface="微软雅黑" panose="020B0503020204020204" pitchFamily="34" charset="-122"/>
            </a:endParaRPr>
          </a:p>
        </p:txBody>
      </p:sp>
      <p:sp>
        <p:nvSpPr>
          <p:cNvPr id="129"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CF93E80A-8465-B81B-8738-B596C9085280}"/>
              </a:ext>
            </a:extLst>
          </p:cNvPr>
          <p:cNvSpPr/>
          <p:nvPr/>
        </p:nvSpPr>
        <p:spPr>
          <a:xfrm>
            <a:off x="8122837" y="1819672"/>
            <a:ext cx="1666178" cy="235469"/>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119">
                <a:solidFill>
                  <a:srgbClr val="535353"/>
                </a:solidFill>
                <a:latin typeface="微软雅黑"/>
                <a:ea typeface="微软雅黑"/>
                <a:cs typeface="微软雅黑"/>
                <a:sym typeface="Barlow SemiBold"/>
              </a:defRPr>
            </a:lvl1pPr>
          </a:lstStyle>
          <a:p>
            <a:r>
              <a:rPr kumimoji="1" lang="zh-CN" altLang="en-US" sz="1236"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3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BBE80F12-CD3B-9821-660B-C45FCB82F271}"/>
              </a:ext>
            </a:extLst>
          </p:cNvPr>
          <p:cNvSpPr/>
          <p:nvPr/>
        </p:nvSpPr>
        <p:spPr>
          <a:xfrm>
            <a:off x="9754013" y="2261255"/>
            <a:ext cx="1555348" cy="63259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9D9F9D"/>
                </a:solidFill>
                <a:latin typeface="微软雅黑"/>
                <a:ea typeface="微软雅黑"/>
                <a:cs typeface="微软雅黑"/>
                <a:sym typeface="Barlow Medium"/>
              </a:defRPr>
            </a:lvl1pPr>
          </a:lstStyle>
          <a:p>
            <a:pPr>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关注身心健康，保持良好的工作与生活平衡，提高工作效率和工作满意度。</a:t>
            </a:r>
            <a:endParaRPr sz="883" dirty="0">
              <a:solidFill>
                <a:srgbClr val="7A8C8E"/>
              </a:solidFill>
              <a:latin typeface="微软雅黑" panose="020B0503020204020204" pitchFamily="34" charset="-122"/>
              <a:ea typeface="微软雅黑" panose="020B0503020204020204" pitchFamily="34" charset="-122"/>
            </a:endParaRPr>
          </a:p>
        </p:txBody>
      </p:sp>
      <p:sp>
        <p:nvSpPr>
          <p:cNvPr id="13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D2D91477-145D-82B8-66AE-D369562CBE50}"/>
              </a:ext>
            </a:extLst>
          </p:cNvPr>
          <p:cNvSpPr/>
          <p:nvPr/>
        </p:nvSpPr>
        <p:spPr>
          <a:xfrm>
            <a:off x="9735241" y="1819672"/>
            <a:ext cx="1666184" cy="249054"/>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119">
                <a:solidFill>
                  <a:srgbClr val="535353"/>
                </a:solidFill>
                <a:latin typeface="微软雅黑"/>
                <a:ea typeface="微软雅黑"/>
                <a:cs typeface="微软雅黑"/>
                <a:sym typeface="Barlow SemiBold"/>
              </a:defRPr>
            </a:lvl1pPr>
          </a:lstStyle>
          <a:p>
            <a:r>
              <a:rPr kumimoji="1" lang="zh-CN" altLang="en-US" sz="1324"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32" name="文本框 37">
            <a:extLst>
              <a:ext uri="{FF2B5EF4-FFF2-40B4-BE49-F238E27FC236}">
                <a16:creationId xmlns:a16="http://schemas.microsoft.com/office/drawing/2014/main" id="{E57E6D58-DEFC-5F17-8282-E3CE55FE472F}"/>
              </a:ext>
            </a:extLst>
          </p:cNvPr>
          <p:cNvSpPr txBox="1"/>
          <p:nvPr/>
        </p:nvSpPr>
        <p:spPr>
          <a:xfrm>
            <a:off x="1121144" y="1359960"/>
            <a:ext cx="2698837" cy="461881"/>
          </a:xfrm>
          <a:prstGeom prst="rect">
            <a:avLst/>
          </a:prstGeom>
          <a:noFill/>
        </p:spPr>
        <p:txBody>
          <a:bodyPr wrap="none" rtlCol="0">
            <a:spAutoFit/>
          </a:bodyPr>
          <a:lstStyle/>
          <a:p>
            <a:r>
              <a:rPr kumimoji="1" lang="zh-CN" altLang="en" sz="2472"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a:t>
            </a:r>
            <a:r>
              <a:rPr kumimoji="1" lang="zh-CN" altLang="en-US" sz="2472"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进度时间安排</a:t>
            </a:r>
          </a:p>
        </p:txBody>
      </p:sp>
      <p:sp>
        <p:nvSpPr>
          <p:cNvPr id="133" name="文本框 38">
            <a:extLst>
              <a:ext uri="{FF2B5EF4-FFF2-40B4-BE49-F238E27FC236}">
                <a16:creationId xmlns:a16="http://schemas.microsoft.com/office/drawing/2014/main" id="{2C3C611F-087D-8EEF-BF87-F995EF326798}"/>
              </a:ext>
            </a:extLst>
          </p:cNvPr>
          <p:cNvSpPr txBox="1"/>
          <p:nvPr/>
        </p:nvSpPr>
        <p:spPr>
          <a:xfrm>
            <a:off x="1121144" y="1805999"/>
            <a:ext cx="5046092" cy="730350"/>
          </a:xfrm>
          <a:prstGeom prst="rect">
            <a:avLst/>
          </a:prstGeom>
          <a:noFill/>
        </p:spPr>
        <p:txBody>
          <a:bodyPr wrap="square" rtlCol="0">
            <a:spAutoFit/>
          </a:bodyPr>
          <a:lstStyle/>
          <a:p>
            <a:pPr>
              <a:lnSpc>
                <a:spcPct val="150000"/>
              </a:lnSpc>
            </a:pPr>
            <a:r>
              <a:rPr kumimoji="1" lang="zh-CN" altLang="en-US" sz="97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97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97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971"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34" name="文本框 39">
            <a:extLst>
              <a:ext uri="{FF2B5EF4-FFF2-40B4-BE49-F238E27FC236}">
                <a16:creationId xmlns:a16="http://schemas.microsoft.com/office/drawing/2014/main" id="{AB3167E6-8D06-719E-46BC-21EBDD38BF38}"/>
              </a:ext>
            </a:extLst>
          </p:cNvPr>
          <p:cNvSpPr txBox="1"/>
          <p:nvPr/>
        </p:nvSpPr>
        <p:spPr>
          <a:xfrm>
            <a:off x="1261484" y="3206246"/>
            <a:ext cx="1674206" cy="1372060"/>
          </a:xfrm>
          <a:prstGeom prst="rect">
            <a:avLst/>
          </a:prstGeom>
          <a:noFill/>
        </p:spPr>
        <p:txBody>
          <a:bodyPr wrap="square" rtlCol="0">
            <a:spAutoFit/>
          </a:bodyPr>
          <a:lstStyle/>
          <a:p>
            <a:pPr algn="just">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填写本项的目标、关键动作与交付物。</a:t>
            </a:r>
          </a:p>
          <a:p>
            <a:br>
              <a:rPr lang="zh-CN" altLang="en-US" sz="883" dirty="0">
                <a:solidFill>
                  <a:srgbClr val="7A8C8E"/>
                </a:solidFill>
                <a:latin typeface="微软雅黑" panose="020B0503020204020204" pitchFamily="34" charset="-122"/>
                <a:ea typeface="微软雅黑" panose="020B0503020204020204" pitchFamily="34" charset="-122"/>
              </a:rPr>
            </a:br>
            <a:endParaRPr kumimoji="1" lang="zh-CN" altLang="en-US" sz="88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5" name="文本框 40">
            <a:extLst>
              <a:ext uri="{FF2B5EF4-FFF2-40B4-BE49-F238E27FC236}">
                <a16:creationId xmlns:a16="http://schemas.microsoft.com/office/drawing/2014/main" id="{C5451387-63A3-F7A4-377F-BCB5A00370CF}"/>
              </a:ext>
            </a:extLst>
          </p:cNvPr>
          <p:cNvSpPr txBox="1"/>
          <p:nvPr/>
        </p:nvSpPr>
        <p:spPr>
          <a:xfrm>
            <a:off x="1285234" y="2854568"/>
            <a:ext cx="1778084" cy="285279"/>
          </a:xfrm>
          <a:prstGeom prst="rect">
            <a:avLst/>
          </a:prstGeom>
          <a:noFill/>
        </p:spPr>
        <p:txBody>
          <a:bodyPr wrap="square" rtlCol="0">
            <a:spAutoFit/>
          </a:bodyPr>
          <a:lstStyle/>
          <a:p>
            <a:r>
              <a:rPr kumimoji="1" lang="zh-CN" altLang="en-US" sz="1324"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36" name="文本框 41">
            <a:extLst>
              <a:ext uri="{FF2B5EF4-FFF2-40B4-BE49-F238E27FC236}">
                <a16:creationId xmlns:a16="http://schemas.microsoft.com/office/drawing/2014/main" id="{8D48B7D5-AFF9-A828-AE65-7683CDE6B399}"/>
              </a:ext>
            </a:extLst>
          </p:cNvPr>
          <p:cNvSpPr txBox="1"/>
          <p:nvPr/>
        </p:nvSpPr>
        <p:spPr>
          <a:xfrm>
            <a:off x="3065803" y="3206246"/>
            <a:ext cx="1538458" cy="1483908"/>
          </a:xfrm>
          <a:prstGeom prst="rect">
            <a:avLst/>
          </a:prstGeom>
          <a:noFill/>
        </p:spPr>
        <p:txBody>
          <a:bodyPr wrap="square" rtlCol="0">
            <a:spAutoFit/>
          </a:bodyPr>
          <a:lstStyle/>
          <a:p>
            <a:pPr algn="l">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填写本项的目标、关键动作与交付物。</a:t>
            </a:r>
          </a:p>
          <a:p>
            <a:pPr>
              <a:lnSpc>
                <a:spcPct val="150000"/>
              </a:lnSpc>
            </a:pPr>
            <a:br>
              <a:rPr lang="zh-CN" altLang="en-US" sz="883" dirty="0">
                <a:solidFill>
                  <a:srgbClr val="7A8C8E"/>
                </a:solidFill>
                <a:latin typeface="微软雅黑" panose="020B0503020204020204" pitchFamily="34" charset="-122"/>
                <a:ea typeface="微软雅黑" panose="020B0503020204020204" pitchFamily="34" charset="-122"/>
              </a:rPr>
            </a:br>
            <a:endParaRPr kumimoji="1" lang="zh-CN" altLang="en-US" sz="88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7" name="文本框 42">
            <a:extLst>
              <a:ext uri="{FF2B5EF4-FFF2-40B4-BE49-F238E27FC236}">
                <a16:creationId xmlns:a16="http://schemas.microsoft.com/office/drawing/2014/main" id="{CC294B29-C96A-3DA1-C126-FEF5DE1655F4}"/>
              </a:ext>
            </a:extLst>
          </p:cNvPr>
          <p:cNvSpPr txBox="1"/>
          <p:nvPr/>
        </p:nvSpPr>
        <p:spPr>
          <a:xfrm>
            <a:off x="3075549" y="2854568"/>
            <a:ext cx="1485766" cy="285279"/>
          </a:xfrm>
          <a:prstGeom prst="rect">
            <a:avLst/>
          </a:prstGeom>
          <a:noFill/>
        </p:spPr>
        <p:txBody>
          <a:bodyPr wrap="square" rtlCol="0">
            <a:spAutoFit/>
          </a:bodyPr>
          <a:lstStyle/>
          <a:p>
            <a:r>
              <a:rPr kumimoji="1" lang="zh-CN" altLang="en-US" sz="1324"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38" name="文本框 43">
            <a:extLst>
              <a:ext uri="{FF2B5EF4-FFF2-40B4-BE49-F238E27FC236}">
                <a16:creationId xmlns:a16="http://schemas.microsoft.com/office/drawing/2014/main" id="{2D7AD78F-E75E-87DE-EF1D-7AF8734195C2}"/>
              </a:ext>
            </a:extLst>
          </p:cNvPr>
          <p:cNvSpPr txBox="1"/>
          <p:nvPr/>
        </p:nvSpPr>
        <p:spPr>
          <a:xfrm>
            <a:off x="4745908" y="3206246"/>
            <a:ext cx="1421328" cy="872594"/>
          </a:xfrm>
          <a:prstGeom prst="rect">
            <a:avLst/>
          </a:prstGeom>
          <a:noFill/>
        </p:spPr>
        <p:txBody>
          <a:bodyPr wrap="square" rtlCol="0">
            <a:spAutoFit/>
          </a:bodyPr>
          <a:lstStyle/>
          <a:p>
            <a:pPr algn="just">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定期与现有客户沟通，建立稳固的关系，了解客户需求，提供定制化的解决方案。</a:t>
            </a:r>
            <a:endParaRPr kumimoji="1" lang="zh-CN" altLang="en-US" sz="88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9" name="文本框 44">
            <a:extLst>
              <a:ext uri="{FF2B5EF4-FFF2-40B4-BE49-F238E27FC236}">
                <a16:creationId xmlns:a16="http://schemas.microsoft.com/office/drawing/2014/main" id="{EEC41C0A-CE60-D12D-2B9D-D68FF2BC68AF}"/>
              </a:ext>
            </a:extLst>
          </p:cNvPr>
          <p:cNvSpPr txBox="1"/>
          <p:nvPr/>
        </p:nvSpPr>
        <p:spPr>
          <a:xfrm>
            <a:off x="4755654" y="2854568"/>
            <a:ext cx="1817819" cy="285279"/>
          </a:xfrm>
          <a:prstGeom prst="rect">
            <a:avLst/>
          </a:prstGeom>
          <a:noFill/>
        </p:spPr>
        <p:txBody>
          <a:bodyPr wrap="square" rtlCol="0">
            <a:spAutoFit/>
          </a:bodyPr>
          <a:lstStyle/>
          <a:p>
            <a:r>
              <a:rPr kumimoji="1" lang="zh-CN" altLang="en-US" sz="1324" b="1" dirty="0">
                <a:solidFill>
                  <a:srgbClr val="336699"/>
                </a:solidFill>
                <a:latin typeface="微软雅黑" panose="020B0503020204020204" pitchFamily="34" charset="-122"/>
                <a:ea typeface="微软雅黑" panose="020B0503020204020204" pitchFamily="34" charset="-122"/>
                <a:cs typeface="微软雅黑" pitchFamily="18" charset="-122"/>
              </a:rPr>
              <a:t>月度重点工作</a:t>
            </a:r>
          </a:p>
        </p:txBody>
      </p:sp>
      <p:sp>
        <p:nvSpPr>
          <p:cNvPr id="14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C50C9B7F-8445-B229-B4A2-05B705DA1540}"/>
              </a:ext>
            </a:extLst>
          </p:cNvPr>
          <p:cNvSpPr/>
          <p:nvPr/>
        </p:nvSpPr>
        <p:spPr>
          <a:xfrm>
            <a:off x="8142110" y="4625043"/>
            <a:ext cx="1424443" cy="83636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9D9F9D"/>
                </a:solidFill>
                <a:latin typeface="微软雅黑"/>
                <a:ea typeface="微软雅黑"/>
                <a:cs typeface="微软雅黑"/>
                <a:sym typeface="Barlow Medium"/>
              </a:defRPr>
            </a:lvl1pPr>
          </a:lstStyle>
          <a:p>
            <a:pPr>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填写本项的目标、关键动作与交付物。</a:t>
            </a:r>
            <a:r>
              <a:rPr lang="en-US" altLang="zh-CN" sz="883" u="none" strike="noStrike" dirty="0">
                <a:solidFill>
                  <a:srgbClr val="7A8C8E"/>
                </a:solidFill>
                <a:effectLst/>
                <a:latin typeface="微软雅黑" panose="020B0503020204020204" pitchFamily="34" charset="-122"/>
                <a:ea typeface="微软雅黑" panose="020B0503020204020204" pitchFamily="34" charset="-122"/>
              </a:rPr>
              <a:t/>
            </a: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
            </a:r>
            <a:r>
              <a:rPr lang="en-US" altLang="zh-CN" sz="883" u="none" strike="noStrike" dirty="0">
                <a:solidFill>
                  <a:srgbClr val="7A8C8E"/>
                </a:solidFill>
                <a:effectLst/>
                <a:latin typeface="微软雅黑" panose="020B0503020204020204" pitchFamily="34" charset="-122"/>
                <a:ea typeface="微软雅黑" panose="020B0503020204020204" pitchFamily="34" charset="-122"/>
              </a:rPr>
              <a:t/>
            </a: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
            </a:r>
            <a:endParaRPr sz="883" dirty="0">
              <a:solidFill>
                <a:srgbClr val="7A8C8E"/>
              </a:solidFill>
              <a:latin typeface="微软雅黑" panose="020B0503020204020204" pitchFamily="34" charset="-122"/>
              <a:ea typeface="微软雅黑" panose="020B0503020204020204" pitchFamily="34" charset="-122"/>
            </a:endParaRPr>
          </a:p>
        </p:txBody>
      </p:sp>
      <p:sp>
        <p:nvSpPr>
          <p:cNvPr id="14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058006EB-7A0D-CD14-FD1E-5EADFC00B08C}"/>
              </a:ext>
            </a:extLst>
          </p:cNvPr>
          <p:cNvSpPr/>
          <p:nvPr/>
        </p:nvSpPr>
        <p:spPr>
          <a:xfrm>
            <a:off x="9754013" y="4614806"/>
            <a:ext cx="1555348" cy="83489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766">
                <a:solidFill>
                  <a:srgbClr val="9D9F9D"/>
                </a:solidFill>
                <a:latin typeface="微软雅黑"/>
                <a:ea typeface="微软雅黑"/>
                <a:cs typeface="微软雅黑"/>
                <a:sym typeface="Barlow Medium"/>
              </a:defRPr>
            </a:lvl1pPr>
          </a:lstStyle>
          <a:p>
            <a:pPr>
              <a:lnSpc>
                <a:spcPct val="150000"/>
              </a:lnSpc>
            </a:pPr>
            <a:r>
              <a:rPr lang="zh-CN" altLang="en-US" sz="883" u="none" strike="noStrike" dirty="0">
                <a:solidFill>
                  <a:srgbClr val="7A8C8E"/>
                </a:solidFill>
                <a:effectLst/>
                <a:latin typeface="微软雅黑" panose="020B0503020204020204" pitchFamily="34" charset="-122"/>
                <a:ea typeface="微软雅黑" panose="020B0503020204020204" pitchFamily="34" charset="-122"/>
              </a:rPr>
              <a:t>与上级领导沟通，制定实现职业目标的发展计划，包括技能培训、项目经验积累和跨部门协作等。</a:t>
            </a:r>
            <a:endParaRPr sz="883" dirty="0">
              <a:solidFill>
                <a:srgbClr val="7A8C8E"/>
              </a:solidFill>
              <a:latin typeface="微软雅黑" panose="020B0503020204020204" pitchFamily="34" charset="-122"/>
              <a:ea typeface="微软雅黑" panose="020B0503020204020204" pitchFamily="34" charset="-122"/>
            </a:endParaRPr>
          </a:p>
        </p:txBody>
      </p:sp>
      <p:grpSp>
        <p:nvGrpSpPr>
          <p:cNvPr id="142" name="组合 47">
            <a:extLst>
              <a:ext uri="{FF2B5EF4-FFF2-40B4-BE49-F238E27FC236}">
                <a16:creationId xmlns:a16="http://schemas.microsoft.com/office/drawing/2014/main" id="{95D1ACF7-DFB2-9E91-936F-58E4CD659191}"/>
              </a:ext>
            </a:extLst>
          </p:cNvPr>
          <p:cNvGrpSpPr/>
          <p:nvPr/>
        </p:nvGrpSpPr>
        <p:grpSpPr>
          <a:xfrm>
            <a:off x="1014975" y="4612415"/>
            <a:ext cx="423667" cy="425551"/>
            <a:chOff x="264440" y="4782841"/>
            <a:chExt cx="505710" cy="507958"/>
          </a:xfrm>
        </p:grpSpPr>
        <p:sp>
          <p:nvSpPr>
            <p:cNvPr id="143" name="椭圆 48">
              <a:extLst>
                <a:ext uri="{FF2B5EF4-FFF2-40B4-BE49-F238E27FC236}">
                  <a16:creationId xmlns:a16="http://schemas.microsoft.com/office/drawing/2014/main" id="{64D1DDDB-2337-98B7-77CD-97FA6D565135}"/>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44" name="图形 49" descr="徽章勾号 1 纯色填充">
              <a:extLst>
                <a:ext uri="{FF2B5EF4-FFF2-40B4-BE49-F238E27FC236}">
                  <a16:creationId xmlns:a16="http://schemas.microsoft.com/office/drawing/2014/main" id="{A464F128-8EAD-6D08-EF4C-82AFB0A9D65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66914" y="4782841"/>
              <a:ext cx="503236" cy="503236"/>
            </a:xfrm>
            <a:prstGeom prst="rect">
              <a:avLst/>
            </a:prstGeom>
          </p:spPr>
        </p:pic>
      </p:grpSp>
      <p:grpSp>
        <p:nvGrpSpPr>
          <p:cNvPr id="145" name="组合 50">
            <a:extLst>
              <a:ext uri="{FF2B5EF4-FFF2-40B4-BE49-F238E27FC236}">
                <a16:creationId xmlns:a16="http://schemas.microsoft.com/office/drawing/2014/main" id="{9668780D-E7AA-0490-960D-AD5D1974C108}"/>
              </a:ext>
            </a:extLst>
          </p:cNvPr>
          <p:cNvGrpSpPr/>
          <p:nvPr/>
        </p:nvGrpSpPr>
        <p:grpSpPr>
          <a:xfrm>
            <a:off x="2786477" y="4621095"/>
            <a:ext cx="423667" cy="425551"/>
            <a:chOff x="264440" y="4782841"/>
            <a:chExt cx="505710" cy="507958"/>
          </a:xfrm>
        </p:grpSpPr>
        <p:sp>
          <p:nvSpPr>
            <p:cNvPr id="146" name="椭圆 51">
              <a:extLst>
                <a:ext uri="{FF2B5EF4-FFF2-40B4-BE49-F238E27FC236}">
                  <a16:creationId xmlns:a16="http://schemas.microsoft.com/office/drawing/2014/main" id="{322AD81A-967B-E3F1-D4CC-A79B90BE9EA5}"/>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47" name="图形 52" descr="徽章勾号 1 纯色填充">
              <a:extLst>
                <a:ext uri="{FF2B5EF4-FFF2-40B4-BE49-F238E27FC236}">
                  <a16:creationId xmlns:a16="http://schemas.microsoft.com/office/drawing/2014/main" id="{0597DB61-30C9-C334-0DD6-6D8F45014C6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6914" y="4782841"/>
              <a:ext cx="503236" cy="503236"/>
            </a:xfrm>
            <a:prstGeom prst="rect">
              <a:avLst/>
            </a:prstGeom>
          </p:spPr>
        </p:pic>
      </p:grpSp>
      <p:grpSp>
        <p:nvGrpSpPr>
          <p:cNvPr id="148" name="组合 53">
            <a:extLst>
              <a:ext uri="{FF2B5EF4-FFF2-40B4-BE49-F238E27FC236}">
                <a16:creationId xmlns:a16="http://schemas.microsoft.com/office/drawing/2014/main" id="{0FE6ABB9-6E43-9BB7-5A2F-8E3E0A0CBD27}"/>
              </a:ext>
            </a:extLst>
          </p:cNvPr>
          <p:cNvGrpSpPr/>
          <p:nvPr/>
        </p:nvGrpSpPr>
        <p:grpSpPr>
          <a:xfrm>
            <a:off x="4486812" y="4595056"/>
            <a:ext cx="423667" cy="425551"/>
            <a:chOff x="264440" y="4782841"/>
            <a:chExt cx="505710" cy="507958"/>
          </a:xfrm>
        </p:grpSpPr>
        <p:sp>
          <p:nvSpPr>
            <p:cNvPr id="149" name="椭圆 54">
              <a:extLst>
                <a:ext uri="{FF2B5EF4-FFF2-40B4-BE49-F238E27FC236}">
                  <a16:creationId xmlns:a16="http://schemas.microsoft.com/office/drawing/2014/main" id="{E92F4917-2374-0C4A-50FD-F17D13990C55}"/>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50" name="图形 55" descr="徽章勾号 1 纯色填充">
              <a:extLst>
                <a:ext uri="{FF2B5EF4-FFF2-40B4-BE49-F238E27FC236}">
                  <a16:creationId xmlns:a16="http://schemas.microsoft.com/office/drawing/2014/main" id="{81B3AE89-D274-853C-F4D9-FED3970E2A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66914" y="4782841"/>
              <a:ext cx="503236" cy="503236"/>
            </a:xfrm>
            <a:prstGeom prst="rect">
              <a:avLst/>
            </a:prstGeom>
          </p:spPr>
        </p:pic>
      </p:grpSp>
      <p:grpSp>
        <p:nvGrpSpPr>
          <p:cNvPr id="151" name="组合 56">
            <a:extLst>
              <a:ext uri="{FF2B5EF4-FFF2-40B4-BE49-F238E27FC236}">
                <a16:creationId xmlns:a16="http://schemas.microsoft.com/office/drawing/2014/main" id="{53284C84-4401-0BF5-D1ED-97F914E48126}"/>
              </a:ext>
            </a:extLst>
          </p:cNvPr>
          <p:cNvGrpSpPr/>
          <p:nvPr/>
        </p:nvGrpSpPr>
        <p:grpSpPr>
          <a:xfrm>
            <a:off x="5997927" y="4291271"/>
            <a:ext cx="423667" cy="425551"/>
            <a:chOff x="264440" y="4782841"/>
            <a:chExt cx="505710" cy="507958"/>
          </a:xfrm>
        </p:grpSpPr>
        <p:sp>
          <p:nvSpPr>
            <p:cNvPr id="152" name="椭圆 57">
              <a:extLst>
                <a:ext uri="{FF2B5EF4-FFF2-40B4-BE49-F238E27FC236}">
                  <a16:creationId xmlns:a16="http://schemas.microsoft.com/office/drawing/2014/main" id="{0741F3C9-B3E0-FA19-3AC5-4DA809CF8A32}"/>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53" name="图形 58" descr="徽章勾号 1 纯色填充">
              <a:extLst>
                <a:ext uri="{FF2B5EF4-FFF2-40B4-BE49-F238E27FC236}">
                  <a16:creationId xmlns:a16="http://schemas.microsoft.com/office/drawing/2014/main" id="{562B316E-5D38-60AA-0361-629BDA20D93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66914" y="4782841"/>
              <a:ext cx="503236" cy="503236"/>
            </a:xfrm>
            <a:prstGeom prst="rect">
              <a:avLst/>
            </a:prstGeom>
          </p:spPr>
        </p:pic>
      </p:grpSp>
      <p:grpSp>
        <p:nvGrpSpPr>
          <p:cNvPr id="154" name="组合 59">
            <a:extLst>
              <a:ext uri="{FF2B5EF4-FFF2-40B4-BE49-F238E27FC236}">
                <a16:creationId xmlns:a16="http://schemas.microsoft.com/office/drawing/2014/main" id="{3C79C497-57CA-8A17-EE67-6E341C7ECB33}"/>
              </a:ext>
            </a:extLst>
          </p:cNvPr>
          <p:cNvGrpSpPr/>
          <p:nvPr/>
        </p:nvGrpSpPr>
        <p:grpSpPr>
          <a:xfrm>
            <a:off x="7838850" y="3920535"/>
            <a:ext cx="423667" cy="425551"/>
            <a:chOff x="264440" y="4782841"/>
            <a:chExt cx="505710" cy="507958"/>
          </a:xfrm>
        </p:grpSpPr>
        <p:sp>
          <p:nvSpPr>
            <p:cNvPr id="155" name="椭圆 60">
              <a:extLst>
                <a:ext uri="{FF2B5EF4-FFF2-40B4-BE49-F238E27FC236}">
                  <a16:creationId xmlns:a16="http://schemas.microsoft.com/office/drawing/2014/main" id="{74D41DCB-434C-209A-AE0C-09C76F90A41E}"/>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56" name="图形 61" descr="徽章勾号 1 纯色填充">
              <a:extLst>
                <a:ext uri="{FF2B5EF4-FFF2-40B4-BE49-F238E27FC236}">
                  <a16:creationId xmlns:a16="http://schemas.microsoft.com/office/drawing/2014/main" id="{864F60B9-1FDC-8FDC-FE69-15A2899A48E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6914" y="4782841"/>
              <a:ext cx="503236" cy="503236"/>
            </a:xfrm>
            <a:prstGeom prst="rect">
              <a:avLst/>
            </a:prstGeom>
          </p:spPr>
        </p:pic>
      </p:grpSp>
      <p:grpSp>
        <p:nvGrpSpPr>
          <p:cNvPr id="157" name="组合 62">
            <a:extLst>
              <a:ext uri="{FF2B5EF4-FFF2-40B4-BE49-F238E27FC236}">
                <a16:creationId xmlns:a16="http://schemas.microsoft.com/office/drawing/2014/main" id="{BF606DEB-7E31-63CD-0FCC-9E48840D95EF}"/>
              </a:ext>
            </a:extLst>
          </p:cNvPr>
          <p:cNvGrpSpPr/>
          <p:nvPr/>
        </p:nvGrpSpPr>
        <p:grpSpPr>
          <a:xfrm>
            <a:off x="9460219" y="3570863"/>
            <a:ext cx="423667" cy="425551"/>
            <a:chOff x="264440" y="4782841"/>
            <a:chExt cx="505710" cy="507958"/>
          </a:xfrm>
        </p:grpSpPr>
        <p:sp>
          <p:nvSpPr>
            <p:cNvPr id="158" name="椭圆 63">
              <a:extLst>
                <a:ext uri="{FF2B5EF4-FFF2-40B4-BE49-F238E27FC236}">
                  <a16:creationId xmlns:a16="http://schemas.microsoft.com/office/drawing/2014/main" id="{C4BC5129-BC58-95B6-7DCB-20EB0D35552A}"/>
                </a:ext>
              </a:extLst>
            </p:cNvPr>
            <p:cNvSpPr/>
            <p:nvPr/>
          </p:nvSpPr>
          <p:spPr>
            <a:xfrm>
              <a:off x="264440" y="4787564"/>
              <a:ext cx="503235" cy="50323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pic>
          <p:nvPicPr>
            <p:cNvPr id="159" name="图形 64" descr="徽章勾号 1 纯色填充">
              <a:extLst>
                <a:ext uri="{FF2B5EF4-FFF2-40B4-BE49-F238E27FC236}">
                  <a16:creationId xmlns:a16="http://schemas.microsoft.com/office/drawing/2014/main" id="{75B34027-D462-E953-D77D-7234FFCAA7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66914" y="4782841"/>
              <a:ext cx="503236" cy="503236"/>
            </a:xfrm>
            <a:prstGeom prst="rect">
              <a:avLst/>
            </a:prstGeom>
          </p:spPr>
        </p:pic>
      </p:grpSp>
    </p:spTree>
    <p:extLst>
      <p:ext uri="{BB962C8B-B14F-4D97-AF65-F5344CB8AC3E}">
        <p14:creationId xmlns:p14="http://schemas.microsoft.com/office/powerpoint/2010/main" val="1851778670"/>
      </p:ext>
    </p:extLst>
  </p:cSld>
  <p:clrMapOvr>
    <a:masterClrMapping/>
  </p:clrMapOvr>
</p:sld>
</file>

<file path=ppt/slides/vr_business_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R013 五步阶梯流程（结构示例）</a:t>
            </a:r>
          </a:p>
        </p:txBody>
      </p:sp>
      <p:sp>
        <p:nvSpPr>
          <p:cNvPr id="101" name="圆角矩形 1">
            <a:extLst>
              <a:ext uri="{FF2B5EF4-FFF2-40B4-BE49-F238E27FC236}">
                <a16:creationId xmlns:a16="http://schemas.microsoft.com/office/drawing/2014/main" id="{DB02DB38-067C-F6B7-B702-E6212AC5D2DB}"/>
              </a:ext>
            </a:extLst>
          </p:cNvPr>
          <p:cNvSpPr/>
          <p:nvPr/>
        </p:nvSpPr>
        <p:spPr>
          <a:xfrm>
            <a:off x="8843017" y="5000814"/>
            <a:ext cx="1952721" cy="1261228"/>
          </a:xfrm>
          <a:prstGeom prst="roundRect">
            <a:avLst>
              <a:gd name="adj" fmla="val 4255"/>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cxnSp>
        <p:nvCxnSpPr>
          <p:cNvPr id="102" name="直线连接符 85">
            <a:extLst>
              <a:ext uri="{FF2B5EF4-FFF2-40B4-BE49-F238E27FC236}">
                <a16:creationId xmlns:a16="http://schemas.microsoft.com/office/drawing/2014/main" id="{9B9065DB-B79C-249B-99A5-CE27A50060A9}"/>
              </a:ext>
            </a:extLst>
          </p:cNvPr>
          <p:cNvCxnSpPr>
            <a:cxnSpLocks/>
          </p:cNvCxnSpPr>
          <p:nvPr/>
        </p:nvCxnSpPr>
        <p:spPr>
          <a:xfrm>
            <a:off x="6709933" y="2478218"/>
            <a:ext cx="0" cy="3789232"/>
          </a:xfrm>
          <a:prstGeom prst="line">
            <a:avLst/>
          </a:prstGeom>
          <a:ln>
            <a:solidFill>
              <a:srgbClr val="58B6C0"/>
            </a:solidFill>
            <a:prstDash val="sysDash"/>
          </a:ln>
        </p:spPr>
        <p:style>
          <a:lnRef idx="2">
            <a:srgbClr val="336699"/>
          </a:lnRef>
          <a:fillRef idx="0">
            <a:srgbClr val="336699"/>
          </a:fillRef>
          <a:effectRef idx="1">
            <a:srgbClr val="336699"/>
          </a:effectRef>
          <a:fontRef idx="minor">
            <a:srgbClr val="333333"/>
          </a:fontRef>
        </p:style>
      </p:cxnSp>
      <p:cxnSp>
        <p:nvCxnSpPr>
          <p:cNvPr id="103" name="直线连接符 86">
            <a:extLst>
              <a:ext uri="{FF2B5EF4-FFF2-40B4-BE49-F238E27FC236}">
                <a16:creationId xmlns:a16="http://schemas.microsoft.com/office/drawing/2014/main" id="{7A2BF271-CE84-6AED-16D9-D75A7D6D7CDE}"/>
              </a:ext>
            </a:extLst>
          </p:cNvPr>
          <p:cNvCxnSpPr>
            <a:cxnSpLocks/>
          </p:cNvCxnSpPr>
          <p:nvPr/>
        </p:nvCxnSpPr>
        <p:spPr>
          <a:xfrm>
            <a:off x="8634133" y="1323713"/>
            <a:ext cx="0" cy="4943737"/>
          </a:xfrm>
          <a:prstGeom prst="line">
            <a:avLst/>
          </a:prstGeom>
          <a:ln>
            <a:solidFill>
              <a:srgbClr val="58B6C0"/>
            </a:solidFill>
            <a:prstDash val="sysDash"/>
          </a:ln>
        </p:spPr>
        <p:style>
          <a:lnRef idx="2">
            <a:srgbClr val="336699"/>
          </a:lnRef>
          <a:fillRef idx="0">
            <a:srgbClr val="336699"/>
          </a:fillRef>
          <a:effectRef idx="1">
            <a:srgbClr val="336699"/>
          </a:effectRef>
          <a:fontRef idx="minor">
            <a:srgbClr val="333333"/>
          </a:fontRef>
        </p:style>
      </p:cxnSp>
      <p:cxnSp>
        <p:nvCxnSpPr>
          <p:cNvPr id="104" name="直线连接符 106">
            <a:extLst>
              <a:ext uri="{FF2B5EF4-FFF2-40B4-BE49-F238E27FC236}">
                <a16:creationId xmlns:a16="http://schemas.microsoft.com/office/drawing/2014/main" id="{793F93C0-84E1-488F-A4FB-188994379D50}"/>
              </a:ext>
            </a:extLst>
          </p:cNvPr>
          <p:cNvCxnSpPr>
            <a:cxnSpLocks/>
          </p:cNvCxnSpPr>
          <p:nvPr/>
        </p:nvCxnSpPr>
        <p:spPr>
          <a:xfrm>
            <a:off x="4785973" y="2478218"/>
            <a:ext cx="0" cy="3789232"/>
          </a:xfrm>
          <a:prstGeom prst="line">
            <a:avLst/>
          </a:prstGeom>
          <a:ln>
            <a:solidFill>
              <a:srgbClr val="58B6C0"/>
            </a:solidFill>
            <a:prstDash val="sysDash"/>
          </a:ln>
        </p:spPr>
        <p:style>
          <a:lnRef idx="2">
            <a:srgbClr val="336699"/>
          </a:lnRef>
          <a:fillRef idx="0">
            <a:srgbClr val="336699"/>
          </a:fillRef>
          <a:effectRef idx="1">
            <a:srgbClr val="336699"/>
          </a:effectRef>
          <a:fontRef idx="minor">
            <a:srgbClr val="333333"/>
          </a:fontRef>
        </p:style>
      </p:cxnSp>
      <p:cxnSp>
        <p:nvCxnSpPr>
          <p:cNvPr id="105" name="直线连接符 107">
            <a:extLst>
              <a:ext uri="{FF2B5EF4-FFF2-40B4-BE49-F238E27FC236}">
                <a16:creationId xmlns:a16="http://schemas.microsoft.com/office/drawing/2014/main" id="{147984A4-C0D6-371E-EDE8-5C6F77E55DF4}"/>
              </a:ext>
            </a:extLst>
          </p:cNvPr>
          <p:cNvCxnSpPr>
            <a:cxnSpLocks/>
          </p:cNvCxnSpPr>
          <p:nvPr/>
        </p:nvCxnSpPr>
        <p:spPr>
          <a:xfrm>
            <a:off x="2862013" y="2478218"/>
            <a:ext cx="0" cy="3789232"/>
          </a:xfrm>
          <a:prstGeom prst="line">
            <a:avLst/>
          </a:prstGeom>
          <a:ln>
            <a:solidFill>
              <a:srgbClr val="58B6C0"/>
            </a:solidFill>
            <a:prstDash val="sysDash"/>
          </a:ln>
        </p:spPr>
        <p:style>
          <a:lnRef idx="2">
            <a:srgbClr val="336699"/>
          </a:lnRef>
          <a:fillRef idx="0">
            <a:srgbClr val="336699"/>
          </a:fillRef>
          <a:effectRef idx="1">
            <a:srgbClr val="336699"/>
          </a:effectRef>
          <a:fontRef idx="minor">
            <a:srgbClr val="333333"/>
          </a:fontRef>
        </p:style>
      </p:cxnSp>
      <p:sp>
        <p:nvSpPr>
          <p:cNvPr id="106" name="文本框 57">
            <a:extLst>
              <a:ext uri="{FF2B5EF4-FFF2-40B4-BE49-F238E27FC236}">
                <a16:creationId xmlns:a16="http://schemas.microsoft.com/office/drawing/2014/main" id="{E2A42D49-E41F-CF60-993F-57F0FDCC75E8}"/>
              </a:ext>
            </a:extLst>
          </p:cNvPr>
          <p:cNvSpPr txBox="1"/>
          <p:nvPr/>
        </p:nvSpPr>
        <p:spPr>
          <a:xfrm>
            <a:off x="844606" y="1238250"/>
            <a:ext cx="3486394" cy="483169"/>
          </a:xfrm>
          <a:prstGeom prst="rect">
            <a:avLst/>
          </a:prstGeom>
          <a:noFill/>
        </p:spPr>
        <p:txBody>
          <a:bodyPr wrap="none" rtlCol="0">
            <a:spAutoFit/>
          </a:bodyPr>
          <a:lstStyle/>
          <a:p>
            <a:r>
              <a:rPr kumimoji="1" lang="zh-CN" altLang="en" sz="2586"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a:t>
            </a:r>
            <a:r>
              <a:rPr kumimoji="1" lang="zh-CN" altLang="en-US" sz="2586"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活动策划执行流程</a:t>
            </a:r>
          </a:p>
        </p:txBody>
      </p:sp>
      <p:sp>
        <p:nvSpPr>
          <p:cNvPr id="107" name="文本框 58">
            <a:extLst>
              <a:ext uri="{FF2B5EF4-FFF2-40B4-BE49-F238E27FC236}">
                <a16:creationId xmlns:a16="http://schemas.microsoft.com/office/drawing/2014/main" id="{9CA5DEA2-8DAB-369B-84A5-E1663E3ADE8C}"/>
              </a:ext>
            </a:extLst>
          </p:cNvPr>
          <p:cNvSpPr txBox="1"/>
          <p:nvPr/>
        </p:nvSpPr>
        <p:spPr>
          <a:xfrm>
            <a:off x="844606" y="1704846"/>
            <a:ext cx="5857203" cy="526572"/>
          </a:xfrm>
          <a:prstGeom prst="rect">
            <a:avLst/>
          </a:prstGeom>
          <a:noFill/>
        </p:spPr>
        <p:txBody>
          <a:bodyPr wrap="square" rtlCol="0">
            <a:spAutoFit/>
          </a:bodyPr>
          <a:lstStyle/>
          <a:p>
            <a:pPr>
              <a:lnSpc>
                <a:spcPct val="150000"/>
              </a:lnSpc>
            </a:pPr>
            <a:r>
              <a:rPr kumimoji="1" lang="zh-CN" altLang="en-US"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08" name="矩形 59">
            <a:extLst>
              <a:ext uri="{FF2B5EF4-FFF2-40B4-BE49-F238E27FC236}">
                <a16:creationId xmlns:a16="http://schemas.microsoft.com/office/drawing/2014/main" id="{FDD269EC-02B2-5170-B524-315B8E43BCBC}"/>
              </a:ext>
            </a:extLst>
          </p:cNvPr>
          <p:cNvSpPr/>
          <p:nvPr/>
        </p:nvSpPr>
        <p:spPr>
          <a:xfrm>
            <a:off x="928574" y="5263803"/>
            <a:ext cx="2177818" cy="1003647"/>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9" name="矩形 67">
            <a:extLst>
              <a:ext uri="{FF2B5EF4-FFF2-40B4-BE49-F238E27FC236}">
                <a16:creationId xmlns:a16="http://schemas.microsoft.com/office/drawing/2014/main" id="{796ECE0A-5C9D-081B-77A6-A8BBED104A08}"/>
              </a:ext>
            </a:extLst>
          </p:cNvPr>
          <p:cNvSpPr/>
          <p:nvPr/>
        </p:nvSpPr>
        <p:spPr>
          <a:xfrm>
            <a:off x="2853894" y="4684675"/>
            <a:ext cx="2177818" cy="1003647"/>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0" name="矩形 68">
            <a:extLst>
              <a:ext uri="{FF2B5EF4-FFF2-40B4-BE49-F238E27FC236}">
                <a16:creationId xmlns:a16="http://schemas.microsoft.com/office/drawing/2014/main" id="{C5FED672-336A-C4FB-042D-F407015FA4C8}"/>
              </a:ext>
            </a:extLst>
          </p:cNvPr>
          <p:cNvSpPr/>
          <p:nvPr/>
        </p:nvSpPr>
        <p:spPr>
          <a:xfrm>
            <a:off x="4779213" y="4105548"/>
            <a:ext cx="2177818" cy="1003647"/>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1" name="矩形 69">
            <a:extLst>
              <a:ext uri="{FF2B5EF4-FFF2-40B4-BE49-F238E27FC236}">
                <a16:creationId xmlns:a16="http://schemas.microsoft.com/office/drawing/2014/main" id="{26E118C5-F72C-6257-4AE1-430F3DB21745}"/>
              </a:ext>
            </a:extLst>
          </p:cNvPr>
          <p:cNvSpPr/>
          <p:nvPr/>
        </p:nvSpPr>
        <p:spPr>
          <a:xfrm>
            <a:off x="6704533" y="3526421"/>
            <a:ext cx="2177818" cy="1003647"/>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2" name="三角形 75">
            <a:extLst>
              <a:ext uri="{FF2B5EF4-FFF2-40B4-BE49-F238E27FC236}">
                <a16:creationId xmlns:a16="http://schemas.microsoft.com/office/drawing/2014/main" id="{82611571-728B-3FE8-3BFB-82228794631A}"/>
              </a:ext>
            </a:extLst>
          </p:cNvPr>
          <p:cNvSpPr/>
          <p:nvPr/>
        </p:nvSpPr>
        <p:spPr>
          <a:xfrm rot="10800000" flipH="1">
            <a:off x="2853894" y="5688322"/>
            <a:ext cx="252499" cy="579127"/>
          </a:xfrm>
          <a:prstGeom prst="triangle">
            <a:avLst>
              <a:gd name="adj" fmla="val 100000"/>
            </a:avLst>
          </a:prstGeom>
          <a:solidFill>
            <a:srgbClr val="336699">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3" name="三角形 76">
            <a:extLst>
              <a:ext uri="{FF2B5EF4-FFF2-40B4-BE49-F238E27FC236}">
                <a16:creationId xmlns:a16="http://schemas.microsoft.com/office/drawing/2014/main" id="{E43F27C9-65BD-51DD-5901-157C6B49FAAA}"/>
              </a:ext>
            </a:extLst>
          </p:cNvPr>
          <p:cNvSpPr/>
          <p:nvPr/>
        </p:nvSpPr>
        <p:spPr>
          <a:xfrm rot="10800000" flipH="1">
            <a:off x="4778527" y="5109195"/>
            <a:ext cx="252499" cy="575739"/>
          </a:xfrm>
          <a:prstGeom prst="triangle">
            <a:avLst>
              <a:gd name="adj" fmla="val 100000"/>
            </a:avLst>
          </a:prstGeom>
          <a:solidFill>
            <a:srgbClr val="336699">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4" name="三角形 77">
            <a:extLst>
              <a:ext uri="{FF2B5EF4-FFF2-40B4-BE49-F238E27FC236}">
                <a16:creationId xmlns:a16="http://schemas.microsoft.com/office/drawing/2014/main" id="{5891F1C0-11BB-0B4D-7EEC-FC30BD9429E3}"/>
              </a:ext>
            </a:extLst>
          </p:cNvPr>
          <p:cNvSpPr/>
          <p:nvPr/>
        </p:nvSpPr>
        <p:spPr>
          <a:xfrm rot="10800000" flipH="1">
            <a:off x="6703161" y="4523763"/>
            <a:ext cx="252499" cy="587601"/>
          </a:xfrm>
          <a:prstGeom prst="triangle">
            <a:avLst>
              <a:gd name="adj" fmla="val 100000"/>
            </a:avLst>
          </a:prstGeom>
          <a:solidFill>
            <a:srgbClr val="336699">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5" name="任意形状 79">
            <a:extLst>
              <a:ext uri="{FF2B5EF4-FFF2-40B4-BE49-F238E27FC236}">
                <a16:creationId xmlns:a16="http://schemas.microsoft.com/office/drawing/2014/main" id="{D80F4398-7BC4-3049-947E-AFC714D596C1}"/>
              </a:ext>
            </a:extLst>
          </p:cNvPr>
          <p:cNvSpPr/>
          <p:nvPr/>
        </p:nvSpPr>
        <p:spPr>
          <a:xfrm rot="5400000">
            <a:off x="9240453" y="2087228"/>
            <a:ext cx="1496344" cy="2717541"/>
          </a:xfrm>
          <a:custGeom>
            <a:avLst/>
            <a:gdLst>
              <a:gd name="connsiteX0" fmla="*/ 0 w 1620381"/>
              <a:gd name="connsiteY0" fmla="*/ 586324 h 2942807"/>
              <a:gd name="connsiteX1" fmla="*/ 810191 w 1620381"/>
              <a:gd name="connsiteY1" fmla="*/ 0 h 2942807"/>
              <a:gd name="connsiteX2" fmla="*/ 1620381 w 1620381"/>
              <a:gd name="connsiteY2" fmla="*/ 586324 h 2942807"/>
              <a:gd name="connsiteX3" fmla="*/ 1353612 w 1620381"/>
              <a:gd name="connsiteY3" fmla="*/ 586324 h 2942807"/>
              <a:gd name="connsiteX4" fmla="*/ 1353612 w 1620381"/>
              <a:gd name="connsiteY4" fmla="*/ 2942807 h 2942807"/>
              <a:gd name="connsiteX5" fmla="*/ 266769 w 1620381"/>
              <a:gd name="connsiteY5" fmla="*/ 2942807 h 2942807"/>
              <a:gd name="connsiteX6" fmla="*/ 266769 w 1620381"/>
              <a:gd name="connsiteY6" fmla="*/ 586324 h 2942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20381" h="2942807">
                <a:moveTo>
                  <a:pt x="0" y="586324"/>
                </a:moveTo>
                <a:lnTo>
                  <a:pt x="810191" y="0"/>
                </a:lnTo>
                <a:lnTo>
                  <a:pt x="1620381" y="586324"/>
                </a:lnTo>
                <a:lnTo>
                  <a:pt x="1353612" y="586324"/>
                </a:lnTo>
                <a:lnTo>
                  <a:pt x="1353612" y="2942807"/>
                </a:lnTo>
                <a:lnTo>
                  <a:pt x="266769" y="2942807"/>
                </a:lnTo>
                <a:lnTo>
                  <a:pt x="266769" y="586324"/>
                </a:lnTo>
                <a:close/>
              </a:path>
            </a:pathLst>
          </a:cu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grpSp>
        <p:nvGrpSpPr>
          <p:cNvPr id="116" name="组合 110">
            <a:extLst>
              <a:ext uri="{FF2B5EF4-FFF2-40B4-BE49-F238E27FC236}">
                <a16:creationId xmlns:a16="http://schemas.microsoft.com/office/drawing/2014/main" id="{DAB71ED0-7C68-1CED-987E-02D8D5FE7008}"/>
              </a:ext>
            </a:extLst>
          </p:cNvPr>
          <p:cNvGrpSpPr/>
          <p:nvPr/>
        </p:nvGrpSpPr>
        <p:grpSpPr>
          <a:xfrm>
            <a:off x="1129069" y="5465702"/>
            <a:ext cx="1728325" cy="534090"/>
            <a:chOff x="832279" y="5655198"/>
            <a:chExt cx="1871592" cy="578363"/>
          </a:xfrm>
        </p:grpSpPr>
        <p:sp>
          <p:nvSpPr>
            <p:cNvPr id="117" name="椭圆 108">
              <a:extLst>
                <a:ext uri="{FF2B5EF4-FFF2-40B4-BE49-F238E27FC236}">
                  <a16:creationId xmlns:a16="http://schemas.microsoft.com/office/drawing/2014/main" id="{CD4FABF4-1D2A-8FAD-5B05-C75E92D27A28}"/>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01</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18" name="文本框 109">
              <a:extLst>
                <a:ext uri="{FF2B5EF4-FFF2-40B4-BE49-F238E27FC236}">
                  <a16:creationId xmlns:a16="http://schemas.microsoft.com/office/drawing/2014/main" id="{6F1A881D-2FFA-FC2E-58A6-DB685CC2AC96}"/>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19" name="组合 111">
            <a:extLst>
              <a:ext uri="{FF2B5EF4-FFF2-40B4-BE49-F238E27FC236}">
                <a16:creationId xmlns:a16="http://schemas.microsoft.com/office/drawing/2014/main" id="{35F32166-7854-034D-4FB6-C81194605153}"/>
              </a:ext>
            </a:extLst>
          </p:cNvPr>
          <p:cNvGrpSpPr/>
          <p:nvPr/>
        </p:nvGrpSpPr>
        <p:grpSpPr>
          <a:xfrm>
            <a:off x="3050785" y="4879273"/>
            <a:ext cx="1729210" cy="534090"/>
            <a:chOff x="832279" y="5655198"/>
            <a:chExt cx="1872550" cy="578363"/>
          </a:xfrm>
        </p:grpSpPr>
        <p:sp>
          <p:nvSpPr>
            <p:cNvPr id="120" name="椭圆 112">
              <a:extLst>
                <a:ext uri="{FF2B5EF4-FFF2-40B4-BE49-F238E27FC236}">
                  <a16:creationId xmlns:a16="http://schemas.microsoft.com/office/drawing/2014/main" id="{4F3CFC74-D2B7-DF3D-0203-41162EC36D95}"/>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02</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1" name="文本框 113">
              <a:extLst>
                <a:ext uri="{FF2B5EF4-FFF2-40B4-BE49-F238E27FC236}">
                  <a16:creationId xmlns:a16="http://schemas.microsoft.com/office/drawing/2014/main" id="{9DCE3A82-CCB4-754C-EF22-05D372D56552}"/>
                </a:ext>
              </a:extLst>
            </p:cNvPr>
            <p:cNvSpPr txBox="1"/>
            <p:nvPr/>
          </p:nvSpPr>
          <p:spPr>
            <a:xfrm>
              <a:off x="1383197" y="5655198"/>
              <a:ext cx="1321632"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2" name="组合 114">
            <a:extLst>
              <a:ext uri="{FF2B5EF4-FFF2-40B4-BE49-F238E27FC236}">
                <a16:creationId xmlns:a16="http://schemas.microsoft.com/office/drawing/2014/main" id="{9328D143-2612-EBBA-6641-C601F47EB294}"/>
              </a:ext>
            </a:extLst>
          </p:cNvPr>
          <p:cNvGrpSpPr/>
          <p:nvPr/>
        </p:nvGrpSpPr>
        <p:grpSpPr>
          <a:xfrm>
            <a:off x="4983192" y="4306293"/>
            <a:ext cx="1718518" cy="534090"/>
            <a:chOff x="832279" y="5655198"/>
            <a:chExt cx="1860972" cy="578363"/>
          </a:xfrm>
        </p:grpSpPr>
        <p:sp>
          <p:nvSpPr>
            <p:cNvPr id="123" name="椭圆 115">
              <a:extLst>
                <a:ext uri="{FF2B5EF4-FFF2-40B4-BE49-F238E27FC236}">
                  <a16:creationId xmlns:a16="http://schemas.microsoft.com/office/drawing/2014/main" id="{FB566F04-33B1-FB0F-694C-9B23D29A5279}"/>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03</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4" name="文本框 116">
              <a:extLst>
                <a:ext uri="{FF2B5EF4-FFF2-40B4-BE49-F238E27FC236}">
                  <a16:creationId xmlns:a16="http://schemas.microsoft.com/office/drawing/2014/main" id="{10765EF0-D4DA-CAEA-FC74-DAE81EF0508F}"/>
                </a:ext>
              </a:extLst>
            </p:cNvPr>
            <p:cNvSpPr txBox="1"/>
            <p:nvPr/>
          </p:nvSpPr>
          <p:spPr>
            <a:xfrm>
              <a:off x="1383197" y="5655198"/>
              <a:ext cx="1310054"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5" name="组合 118">
            <a:extLst>
              <a:ext uri="{FF2B5EF4-FFF2-40B4-BE49-F238E27FC236}">
                <a16:creationId xmlns:a16="http://schemas.microsoft.com/office/drawing/2014/main" id="{7C839E1C-60BE-8914-4EDD-B02C939074A8}"/>
              </a:ext>
            </a:extLst>
          </p:cNvPr>
          <p:cNvGrpSpPr/>
          <p:nvPr/>
        </p:nvGrpSpPr>
        <p:grpSpPr>
          <a:xfrm>
            <a:off x="6907155" y="3728267"/>
            <a:ext cx="1734993" cy="534090"/>
            <a:chOff x="832279" y="5655198"/>
            <a:chExt cx="1878812" cy="578363"/>
          </a:xfrm>
        </p:grpSpPr>
        <p:sp>
          <p:nvSpPr>
            <p:cNvPr id="126" name="椭圆 119">
              <a:extLst>
                <a:ext uri="{FF2B5EF4-FFF2-40B4-BE49-F238E27FC236}">
                  <a16:creationId xmlns:a16="http://schemas.microsoft.com/office/drawing/2014/main" id="{C3E43C5F-38A8-231F-8EFD-BA6334DD46CC}"/>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04</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7" name="文本框 120">
              <a:extLst>
                <a:ext uri="{FF2B5EF4-FFF2-40B4-BE49-F238E27FC236}">
                  <a16:creationId xmlns:a16="http://schemas.microsoft.com/office/drawing/2014/main" id="{22469749-4FA7-2A59-5115-C0DAF2957BF3}"/>
                </a:ext>
              </a:extLst>
            </p:cNvPr>
            <p:cNvSpPr txBox="1"/>
            <p:nvPr/>
          </p:nvSpPr>
          <p:spPr>
            <a:xfrm>
              <a:off x="1383197" y="5655198"/>
              <a:ext cx="1327894"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8" name="组合 121">
            <a:extLst>
              <a:ext uri="{FF2B5EF4-FFF2-40B4-BE49-F238E27FC236}">
                <a16:creationId xmlns:a16="http://schemas.microsoft.com/office/drawing/2014/main" id="{476CACE0-688E-C03F-0DF0-651BE5A363E1}"/>
              </a:ext>
            </a:extLst>
          </p:cNvPr>
          <p:cNvGrpSpPr/>
          <p:nvPr/>
        </p:nvGrpSpPr>
        <p:grpSpPr>
          <a:xfrm>
            <a:off x="8835599" y="3141832"/>
            <a:ext cx="1746987" cy="534090"/>
            <a:chOff x="832279" y="5655198"/>
            <a:chExt cx="1891800" cy="578363"/>
          </a:xfrm>
        </p:grpSpPr>
        <p:sp>
          <p:nvSpPr>
            <p:cNvPr id="129" name="椭圆 122">
              <a:extLst>
                <a:ext uri="{FF2B5EF4-FFF2-40B4-BE49-F238E27FC236}">
                  <a16:creationId xmlns:a16="http://schemas.microsoft.com/office/drawing/2014/main" id="{DB8325C0-5E75-6317-D255-350C157926F4}"/>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05</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30" name="文本框 123">
              <a:extLst>
                <a:ext uri="{FF2B5EF4-FFF2-40B4-BE49-F238E27FC236}">
                  <a16:creationId xmlns:a16="http://schemas.microsoft.com/office/drawing/2014/main" id="{42F0B3E7-23BA-37E8-30A4-17CBCF678C0E}"/>
                </a:ext>
              </a:extLst>
            </p:cNvPr>
            <p:cNvSpPr txBox="1"/>
            <p:nvPr/>
          </p:nvSpPr>
          <p:spPr>
            <a:xfrm>
              <a:off x="1383197" y="5655198"/>
              <a:ext cx="1340882"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sp>
        <p:nvSpPr>
          <p:cNvPr id="131" name="文本框 124">
            <a:extLst>
              <a:ext uri="{FF2B5EF4-FFF2-40B4-BE49-F238E27FC236}">
                <a16:creationId xmlns:a16="http://schemas.microsoft.com/office/drawing/2014/main" id="{A73F55AE-0624-A936-DC85-C1E648244EF0}"/>
              </a:ext>
            </a:extLst>
          </p:cNvPr>
          <p:cNvSpPr txBox="1"/>
          <p:nvPr/>
        </p:nvSpPr>
        <p:spPr>
          <a:xfrm>
            <a:off x="1018916" y="3450091"/>
            <a:ext cx="1591334" cy="1765460"/>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a:p>
            <a:pPr algn="just">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2" name="文本框 125">
            <a:extLst>
              <a:ext uri="{FF2B5EF4-FFF2-40B4-BE49-F238E27FC236}">
                <a16:creationId xmlns:a16="http://schemas.microsoft.com/office/drawing/2014/main" id="{8423E14A-41CC-4D77-86A5-0CFC38C1625C}"/>
              </a:ext>
            </a:extLst>
          </p:cNvPr>
          <p:cNvSpPr txBox="1"/>
          <p:nvPr/>
        </p:nvSpPr>
        <p:spPr>
          <a:xfrm>
            <a:off x="1018916" y="2954381"/>
            <a:ext cx="1591334" cy="461320"/>
          </a:xfrm>
          <a:prstGeom prst="rect">
            <a:avLst/>
          </a:prstGeom>
          <a:noFill/>
        </p:spPr>
        <p:txBody>
          <a:bodyPr wrap="square" rtlCol="0">
            <a:spAutoFit/>
          </a:bodyPr>
          <a:lstStyle/>
          <a:p>
            <a:pPr algn="just">
              <a:lnSpc>
                <a:spcPct val="150000"/>
              </a:lnSpc>
            </a:pPr>
            <a:r>
              <a:rPr kumimoji="1" lang="zh-CN" altLang="en-US" sz="184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工作任务</a:t>
            </a:r>
          </a:p>
        </p:txBody>
      </p:sp>
      <p:sp>
        <p:nvSpPr>
          <p:cNvPr id="133" name="Freeform 57">
            <a:extLst>
              <a:ext uri="{FF2B5EF4-FFF2-40B4-BE49-F238E27FC236}">
                <a16:creationId xmlns:a16="http://schemas.microsoft.com/office/drawing/2014/main" id="{296CD393-9656-D300-3CAF-180BA2AC6E54}"/>
              </a:ext>
            </a:extLst>
          </p:cNvPr>
          <p:cNvSpPr>
            <a:spLocks noEditPoints="1"/>
          </p:cNvSpPr>
          <p:nvPr/>
        </p:nvSpPr>
        <p:spPr bwMode="auto">
          <a:xfrm>
            <a:off x="1215924" y="2564660"/>
            <a:ext cx="317450" cy="229000"/>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34" name="椭圆 127">
            <a:extLst>
              <a:ext uri="{FF2B5EF4-FFF2-40B4-BE49-F238E27FC236}">
                <a16:creationId xmlns:a16="http://schemas.microsoft.com/office/drawing/2014/main" id="{2BE8C190-AC18-B95B-8149-3A2CA5638784}"/>
              </a:ext>
            </a:extLst>
          </p:cNvPr>
          <p:cNvSpPr/>
          <p:nvPr/>
        </p:nvSpPr>
        <p:spPr>
          <a:xfrm>
            <a:off x="1133760" y="2438272"/>
            <a:ext cx="481778" cy="481778"/>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5" name="文本框 128">
            <a:extLst>
              <a:ext uri="{FF2B5EF4-FFF2-40B4-BE49-F238E27FC236}">
                <a16:creationId xmlns:a16="http://schemas.microsoft.com/office/drawing/2014/main" id="{4832273D-9F7D-0DC8-F846-FBF26C26191A}"/>
              </a:ext>
            </a:extLst>
          </p:cNvPr>
          <p:cNvSpPr txBox="1"/>
          <p:nvPr/>
        </p:nvSpPr>
        <p:spPr>
          <a:xfrm>
            <a:off x="3017696" y="3450091"/>
            <a:ext cx="1591334" cy="912810"/>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项目建设进度安排是项目可行性研究中的一个重要组成部分。</a:t>
            </a:r>
          </a:p>
          <a:p>
            <a:pPr algn="just">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6" name="文本框 129">
            <a:extLst>
              <a:ext uri="{FF2B5EF4-FFF2-40B4-BE49-F238E27FC236}">
                <a16:creationId xmlns:a16="http://schemas.microsoft.com/office/drawing/2014/main" id="{3D14E1B0-5B4A-7ACE-7088-932BBEDD88D8}"/>
              </a:ext>
            </a:extLst>
          </p:cNvPr>
          <p:cNvSpPr txBox="1"/>
          <p:nvPr/>
        </p:nvSpPr>
        <p:spPr>
          <a:xfrm>
            <a:off x="3017696" y="2954381"/>
            <a:ext cx="1591334" cy="461379"/>
          </a:xfrm>
          <a:prstGeom prst="rect">
            <a:avLst/>
          </a:prstGeom>
          <a:noFill/>
        </p:spPr>
        <p:txBody>
          <a:bodyPr wrap="square" rtlCol="0">
            <a:spAutoFit/>
          </a:bodyPr>
          <a:lstStyle/>
          <a:p>
            <a:pPr algn="just">
              <a:lnSpc>
                <a:spcPct val="150000"/>
              </a:lnSpc>
            </a:pPr>
            <a:r>
              <a:rPr kumimoji="1" lang="zh-CN" altLang="en-US" sz="184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工作任务</a:t>
            </a:r>
          </a:p>
        </p:txBody>
      </p:sp>
      <p:sp>
        <p:nvSpPr>
          <p:cNvPr id="137" name="Freeform 57">
            <a:extLst>
              <a:ext uri="{FF2B5EF4-FFF2-40B4-BE49-F238E27FC236}">
                <a16:creationId xmlns:a16="http://schemas.microsoft.com/office/drawing/2014/main" id="{6F10BC63-9078-3BE1-FBE0-ADAA90E7EC5D}"/>
              </a:ext>
            </a:extLst>
          </p:cNvPr>
          <p:cNvSpPr>
            <a:spLocks noEditPoints="1"/>
          </p:cNvSpPr>
          <p:nvPr/>
        </p:nvSpPr>
        <p:spPr bwMode="auto">
          <a:xfrm>
            <a:off x="3214705" y="2564660"/>
            <a:ext cx="317450" cy="229000"/>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38" name="椭圆 131">
            <a:extLst>
              <a:ext uri="{FF2B5EF4-FFF2-40B4-BE49-F238E27FC236}">
                <a16:creationId xmlns:a16="http://schemas.microsoft.com/office/drawing/2014/main" id="{4EAC5FA8-BCE3-AB60-B46D-63F59737A36D}"/>
              </a:ext>
            </a:extLst>
          </p:cNvPr>
          <p:cNvSpPr/>
          <p:nvPr/>
        </p:nvSpPr>
        <p:spPr>
          <a:xfrm>
            <a:off x="3132541" y="2438272"/>
            <a:ext cx="481778" cy="481778"/>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9" name="文本框 132">
            <a:extLst>
              <a:ext uri="{FF2B5EF4-FFF2-40B4-BE49-F238E27FC236}">
                <a16:creationId xmlns:a16="http://schemas.microsoft.com/office/drawing/2014/main" id="{A074229B-196A-8681-72B0-7CC6861FEA12}"/>
              </a:ext>
            </a:extLst>
          </p:cNvPr>
          <p:cNvSpPr txBox="1"/>
          <p:nvPr/>
        </p:nvSpPr>
        <p:spPr>
          <a:xfrm>
            <a:off x="4952345" y="3450091"/>
            <a:ext cx="1591334" cy="699647"/>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项目建设进度安排是项目可行性研究中的一个重要。</a:t>
            </a:r>
          </a:p>
          <a:p>
            <a:pPr algn="just">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40" name="文本框 133">
            <a:extLst>
              <a:ext uri="{FF2B5EF4-FFF2-40B4-BE49-F238E27FC236}">
                <a16:creationId xmlns:a16="http://schemas.microsoft.com/office/drawing/2014/main" id="{BF73E266-75AC-D987-6CFA-BAFFBE6EDA14}"/>
              </a:ext>
            </a:extLst>
          </p:cNvPr>
          <p:cNvSpPr txBox="1"/>
          <p:nvPr/>
        </p:nvSpPr>
        <p:spPr>
          <a:xfrm>
            <a:off x="4952345" y="2954381"/>
            <a:ext cx="1591334" cy="461379"/>
          </a:xfrm>
          <a:prstGeom prst="rect">
            <a:avLst/>
          </a:prstGeom>
          <a:noFill/>
        </p:spPr>
        <p:txBody>
          <a:bodyPr wrap="square" rtlCol="0">
            <a:spAutoFit/>
          </a:bodyPr>
          <a:lstStyle/>
          <a:p>
            <a:pPr algn="just">
              <a:lnSpc>
                <a:spcPct val="150000"/>
              </a:lnSpc>
            </a:pPr>
            <a:r>
              <a:rPr kumimoji="1" lang="zh-CN" altLang="en-US" sz="184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工作任务</a:t>
            </a:r>
          </a:p>
        </p:txBody>
      </p:sp>
      <p:sp>
        <p:nvSpPr>
          <p:cNvPr id="141" name="Freeform 57">
            <a:extLst>
              <a:ext uri="{FF2B5EF4-FFF2-40B4-BE49-F238E27FC236}">
                <a16:creationId xmlns:a16="http://schemas.microsoft.com/office/drawing/2014/main" id="{CCCF5F1F-4218-B52A-0734-554B76D56810}"/>
              </a:ext>
            </a:extLst>
          </p:cNvPr>
          <p:cNvSpPr>
            <a:spLocks noEditPoints="1"/>
          </p:cNvSpPr>
          <p:nvPr/>
        </p:nvSpPr>
        <p:spPr bwMode="auto">
          <a:xfrm>
            <a:off x="5149353" y="2564660"/>
            <a:ext cx="317450" cy="229000"/>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42" name="椭圆 135">
            <a:extLst>
              <a:ext uri="{FF2B5EF4-FFF2-40B4-BE49-F238E27FC236}">
                <a16:creationId xmlns:a16="http://schemas.microsoft.com/office/drawing/2014/main" id="{C5996DAD-8A99-E9E2-F024-47FC4667204B}"/>
              </a:ext>
            </a:extLst>
          </p:cNvPr>
          <p:cNvSpPr/>
          <p:nvPr/>
        </p:nvSpPr>
        <p:spPr>
          <a:xfrm>
            <a:off x="5067189" y="2438272"/>
            <a:ext cx="481778" cy="481778"/>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3" name="文本框 136">
            <a:extLst>
              <a:ext uri="{FF2B5EF4-FFF2-40B4-BE49-F238E27FC236}">
                <a16:creationId xmlns:a16="http://schemas.microsoft.com/office/drawing/2014/main" id="{3E8127A5-13AA-DEE7-4757-3AF01E2A57AF}"/>
              </a:ext>
            </a:extLst>
          </p:cNvPr>
          <p:cNvSpPr txBox="1"/>
          <p:nvPr/>
        </p:nvSpPr>
        <p:spPr>
          <a:xfrm>
            <a:off x="6865616" y="2327782"/>
            <a:ext cx="1591334" cy="912810"/>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项目建设进度安排是项目可行性研究中的一个重要组成部分。</a:t>
            </a:r>
          </a:p>
          <a:p>
            <a:pPr algn="just">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44" name="文本框 137">
            <a:extLst>
              <a:ext uri="{FF2B5EF4-FFF2-40B4-BE49-F238E27FC236}">
                <a16:creationId xmlns:a16="http://schemas.microsoft.com/office/drawing/2014/main" id="{EBD5E209-1303-C5CE-8D25-B7C02DD3C749}"/>
              </a:ext>
            </a:extLst>
          </p:cNvPr>
          <p:cNvSpPr txBox="1"/>
          <p:nvPr/>
        </p:nvSpPr>
        <p:spPr>
          <a:xfrm>
            <a:off x="6865616" y="1832072"/>
            <a:ext cx="1591334" cy="461379"/>
          </a:xfrm>
          <a:prstGeom prst="rect">
            <a:avLst/>
          </a:prstGeom>
          <a:noFill/>
        </p:spPr>
        <p:txBody>
          <a:bodyPr wrap="square" rtlCol="0">
            <a:spAutoFit/>
          </a:bodyPr>
          <a:lstStyle/>
          <a:p>
            <a:pPr algn="just">
              <a:lnSpc>
                <a:spcPct val="150000"/>
              </a:lnSpc>
            </a:pPr>
            <a:r>
              <a:rPr kumimoji="1" lang="zh-CN" altLang="en-US" sz="184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工作任务</a:t>
            </a:r>
          </a:p>
        </p:txBody>
      </p:sp>
      <p:sp>
        <p:nvSpPr>
          <p:cNvPr id="145" name="Freeform 57">
            <a:extLst>
              <a:ext uri="{FF2B5EF4-FFF2-40B4-BE49-F238E27FC236}">
                <a16:creationId xmlns:a16="http://schemas.microsoft.com/office/drawing/2014/main" id="{C20977C3-0E4C-6437-AEC9-E779816334D0}"/>
              </a:ext>
            </a:extLst>
          </p:cNvPr>
          <p:cNvSpPr>
            <a:spLocks noEditPoints="1"/>
          </p:cNvSpPr>
          <p:nvPr/>
        </p:nvSpPr>
        <p:spPr bwMode="auto">
          <a:xfrm>
            <a:off x="7062624" y="1442351"/>
            <a:ext cx="317450" cy="229000"/>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46" name="椭圆 139">
            <a:extLst>
              <a:ext uri="{FF2B5EF4-FFF2-40B4-BE49-F238E27FC236}">
                <a16:creationId xmlns:a16="http://schemas.microsoft.com/office/drawing/2014/main" id="{088CA229-3230-106C-A760-06B2CF84371F}"/>
              </a:ext>
            </a:extLst>
          </p:cNvPr>
          <p:cNvSpPr/>
          <p:nvPr/>
        </p:nvSpPr>
        <p:spPr>
          <a:xfrm>
            <a:off x="6980460" y="1315963"/>
            <a:ext cx="481778" cy="481778"/>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7" name="文本框 140">
            <a:extLst>
              <a:ext uri="{FF2B5EF4-FFF2-40B4-BE49-F238E27FC236}">
                <a16:creationId xmlns:a16="http://schemas.microsoft.com/office/drawing/2014/main" id="{CB311494-AADB-6901-6CB7-49970EDB8128}"/>
              </a:ext>
            </a:extLst>
          </p:cNvPr>
          <p:cNvSpPr txBox="1"/>
          <p:nvPr/>
        </p:nvSpPr>
        <p:spPr>
          <a:xfrm>
            <a:off x="8843018" y="2327782"/>
            <a:ext cx="1591334" cy="699647"/>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a:t>
            </a:r>
          </a:p>
          <a:p>
            <a:pPr algn="just">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48" name="文本框 141">
            <a:extLst>
              <a:ext uri="{FF2B5EF4-FFF2-40B4-BE49-F238E27FC236}">
                <a16:creationId xmlns:a16="http://schemas.microsoft.com/office/drawing/2014/main" id="{E87E2843-260D-D124-3F96-0306D06D65AA}"/>
              </a:ext>
            </a:extLst>
          </p:cNvPr>
          <p:cNvSpPr txBox="1"/>
          <p:nvPr/>
        </p:nvSpPr>
        <p:spPr>
          <a:xfrm>
            <a:off x="8843018" y="1832072"/>
            <a:ext cx="1591334" cy="461379"/>
          </a:xfrm>
          <a:prstGeom prst="rect">
            <a:avLst/>
          </a:prstGeom>
          <a:noFill/>
        </p:spPr>
        <p:txBody>
          <a:bodyPr wrap="square" rtlCol="0">
            <a:spAutoFit/>
          </a:bodyPr>
          <a:lstStyle/>
          <a:p>
            <a:pPr algn="just">
              <a:lnSpc>
                <a:spcPct val="150000"/>
              </a:lnSpc>
            </a:pPr>
            <a:r>
              <a:rPr kumimoji="1" lang="zh-CN" altLang="en-US" sz="184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工作任务</a:t>
            </a:r>
          </a:p>
        </p:txBody>
      </p:sp>
      <p:sp>
        <p:nvSpPr>
          <p:cNvPr id="149" name="Freeform 57">
            <a:extLst>
              <a:ext uri="{FF2B5EF4-FFF2-40B4-BE49-F238E27FC236}">
                <a16:creationId xmlns:a16="http://schemas.microsoft.com/office/drawing/2014/main" id="{4DE6A1D3-E346-685D-A77F-D98140E317C6}"/>
              </a:ext>
            </a:extLst>
          </p:cNvPr>
          <p:cNvSpPr>
            <a:spLocks noEditPoints="1"/>
          </p:cNvSpPr>
          <p:nvPr/>
        </p:nvSpPr>
        <p:spPr bwMode="auto">
          <a:xfrm>
            <a:off x="9040027" y="1442351"/>
            <a:ext cx="317450" cy="229000"/>
          </a:xfrm>
          <a:custGeom>
            <a:avLst/>
            <a:gdLst>
              <a:gd name="T0" fmla="*/ 415925 w 256"/>
              <a:gd name="T1" fmla="*/ 280470 h 184"/>
              <a:gd name="T2" fmla="*/ 396429 w 256"/>
              <a:gd name="T3" fmla="*/ 300038 h 184"/>
              <a:gd name="T4" fmla="*/ 19496 w 256"/>
              <a:gd name="T5" fmla="*/ 300038 h 184"/>
              <a:gd name="T6" fmla="*/ 0 w 256"/>
              <a:gd name="T7" fmla="*/ 280470 h 184"/>
              <a:gd name="T8" fmla="*/ 0 w 256"/>
              <a:gd name="T9" fmla="*/ 156542 h 184"/>
              <a:gd name="T10" fmla="*/ 1625 w 256"/>
              <a:gd name="T11" fmla="*/ 150019 h 184"/>
              <a:gd name="T12" fmla="*/ 1625 w 256"/>
              <a:gd name="T13" fmla="*/ 150019 h 184"/>
              <a:gd name="T14" fmla="*/ 53615 w 256"/>
              <a:gd name="T15" fmla="*/ 13045 h 184"/>
              <a:gd name="T16" fmla="*/ 53615 w 256"/>
              <a:gd name="T17" fmla="*/ 13045 h 184"/>
              <a:gd name="T18" fmla="*/ 71487 w 256"/>
              <a:gd name="T19" fmla="*/ 0 h 184"/>
              <a:gd name="T20" fmla="*/ 344438 w 256"/>
              <a:gd name="T21" fmla="*/ 0 h 184"/>
              <a:gd name="T22" fmla="*/ 362310 w 256"/>
              <a:gd name="T23" fmla="*/ 13045 h 184"/>
              <a:gd name="T24" fmla="*/ 362310 w 256"/>
              <a:gd name="T25" fmla="*/ 13045 h 184"/>
              <a:gd name="T26" fmla="*/ 414300 w 256"/>
              <a:gd name="T27" fmla="*/ 150019 h 184"/>
              <a:gd name="T28" fmla="*/ 414300 w 256"/>
              <a:gd name="T29" fmla="*/ 150019 h 184"/>
              <a:gd name="T30" fmla="*/ 415925 w 256"/>
              <a:gd name="T31" fmla="*/ 156542 h 184"/>
              <a:gd name="T32" fmla="*/ 415925 w 256"/>
              <a:gd name="T33" fmla="*/ 280470 h 184"/>
              <a:gd name="T34" fmla="*/ 331440 w 256"/>
              <a:gd name="T35" fmla="*/ 39135 h 184"/>
              <a:gd name="T36" fmla="*/ 84485 w 256"/>
              <a:gd name="T37" fmla="*/ 39135 h 184"/>
              <a:gd name="T38" fmla="*/ 47117 w 256"/>
              <a:gd name="T39" fmla="*/ 136974 h 184"/>
              <a:gd name="T40" fmla="*/ 110480 w 256"/>
              <a:gd name="T41" fmla="*/ 136974 h 184"/>
              <a:gd name="T42" fmla="*/ 129977 w 256"/>
              <a:gd name="T43" fmla="*/ 156542 h 184"/>
              <a:gd name="T44" fmla="*/ 129977 w 256"/>
              <a:gd name="T45" fmla="*/ 176109 h 184"/>
              <a:gd name="T46" fmla="*/ 285948 w 256"/>
              <a:gd name="T47" fmla="*/ 176109 h 184"/>
              <a:gd name="T48" fmla="*/ 285948 w 256"/>
              <a:gd name="T49" fmla="*/ 156542 h 184"/>
              <a:gd name="T50" fmla="*/ 305445 w 256"/>
              <a:gd name="T51" fmla="*/ 136974 h 184"/>
              <a:gd name="T52" fmla="*/ 368808 w 256"/>
              <a:gd name="T53" fmla="*/ 136974 h 184"/>
              <a:gd name="T54" fmla="*/ 331440 w 256"/>
              <a:gd name="T55" fmla="*/ 39135 h 18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56" h="184">
                <a:moveTo>
                  <a:pt x="256" y="172"/>
                </a:moveTo>
                <a:cubicBezTo>
                  <a:pt x="256" y="179"/>
                  <a:pt x="251" y="184"/>
                  <a:pt x="244" y="184"/>
                </a:cubicBezTo>
                <a:cubicBezTo>
                  <a:pt x="12" y="184"/>
                  <a:pt x="12" y="184"/>
                  <a:pt x="12" y="184"/>
                </a:cubicBezTo>
                <a:cubicBezTo>
                  <a:pt x="5" y="184"/>
                  <a:pt x="0" y="179"/>
                  <a:pt x="0" y="172"/>
                </a:cubicBezTo>
                <a:cubicBezTo>
                  <a:pt x="0" y="96"/>
                  <a:pt x="0" y="96"/>
                  <a:pt x="0" y="96"/>
                </a:cubicBezTo>
                <a:cubicBezTo>
                  <a:pt x="0" y="94"/>
                  <a:pt x="0" y="93"/>
                  <a:pt x="1" y="92"/>
                </a:cubicBezTo>
                <a:cubicBezTo>
                  <a:pt x="1" y="92"/>
                  <a:pt x="1" y="92"/>
                  <a:pt x="1" y="92"/>
                </a:cubicBezTo>
                <a:cubicBezTo>
                  <a:pt x="33" y="8"/>
                  <a:pt x="33" y="8"/>
                  <a:pt x="33" y="8"/>
                </a:cubicBezTo>
                <a:cubicBezTo>
                  <a:pt x="33" y="8"/>
                  <a:pt x="33" y="8"/>
                  <a:pt x="33" y="8"/>
                </a:cubicBezTo>
                <a:cubicBezTo>
                  <a:pt x="35" y="3"/>
                  <a:pt x="39" y="0"/>
                  <a:pt x="44" y="0"/>
                </a:cubicBezTo>
                <a:cubicBezTo>
                  <a:pt x="212" y="0"/>
                  <a:pt x="212" y="0"/>
                  <a:pt x="212" y="0"/>
                </a:cubicBezTo>
                <a:cubicBezTo>
                  <a:pt x="217" y="0"/>
                  <a:pt x="221" y="3"/>
                  <a:pt x="223" y="8"/>
                </a:cubicBezTo>
                <a:cubicBezTo>
                  <a:pt x="223" y="8"/>
                  <a:pt x="223" y="8"/>
                  <a:pt x="223" y="8"/>
                </a:cubicBezTo>
                <a:cubicBezTo>
                  <a:pt x="255" y="92"/>
                  <a:pt x="255" y="92"/>
                  <a:pt x="255" y="92"/>
                </a:cubicBezTo>
                <a:cubicBezTo>
                  <a:pt x="255" y="92"/>
                  <a:pt x="255" y="92"/>
                  <a:pt x="255" y="92"/>
                </a:cubicBezTo>
                <a:cubicBezTo>
                  <a:pt x="256" y="93"/>
                  <a:pt x="256" y="94"/>
                  <a:pt x="256" y="96"/>
                </a:cubicBezTo>
                <a:lnTo>
                  <a:pt x="256" y="172"/>
                </a:lnTo>
                <a:close/>
                <a:moveTo>
                  <a:pt x="204" y="24"/>
                </a:moveTo>
                <a:cubicBezTo>
                  <a:pt x="52" y="24"/>
                  <a:pt x="52" y="24"/>
                  <a:pt x="52" y="24"/>
                </a:cubicBezTo>
                <a:cubicBezTo>
                  <a:pt x="29" y="84"/>
                  <a:pt x="29" y="84"/>
                  <a:pt x="29" y="84"/>
                </a:cubicBezTo>
                <a:cubicBezTo>
                  <a:pt x="68" y="84"/>
                  <a:pt x="68" y="84"/>
                  <a:pt x="68" y="84"/>
                </a:cubicBezTo>
                <a:cubicBezTo>
                  <a:pt x="75" y="84"/>
                  <a:pt x="80" y="89"/>
                  <a:pt x="80" y="96"/>
                </a:cubicBezTo>
                <a:cubicBezTo>
                  <a:pt x="80" y="108"/>
                  <a:pt x="80" y="108"/>
                  <a:pt x="80" y="108"/>
                </a:cubicBezTo>
                <a:cubicBezTo>
                  <a:pt x="176" y="108"/>
                  <a:pt x="176" y="108"/>
                  <a:pt x="176" y="108"/>
                </a:cubicBezTo>
                <a:cubicBezTo>
                  <a:pt x="176" y="96"/>
                  <a:pt x="176" y="96"/>
                  <a:pt x="176" y="96"/>
                </a:cubicBezTo>
                <a:cubicBezTo>
                  <a:pt x="176" y="89"/>
                  <a:pt x="181" y="84"/>
                  <a:pt x="188" y="84"/>
                </a:cubicBezTo>
                <a:cubicBezTo>
                  <a:pt x="227" y="84"/>
                  <a:pt x="227" y="84"/>
                  <a:pt x="227" y="84"/>
                </a:cubicBezTo>
                <a:lnTo>
                  <a:pt x="204" y="24"/>
                </a:lnTo>
                <a:close/>
              </a:path>
            </a:pathLst>
          </a:custGeom>
          <a:solidFill>
            <a:srgbClr val="336699"/>
          </a:solidFill>
          <a:ln>
            <a:noFill/>
          </a:ln>
        </p:spPr>
        <p:txBody>
          <a:bodyPr/>
          <a:lstStyle/>
          <a:p>
            <a:endParaRPr lang="en-US" dirty="0"/>
          </a:p>
        </p:txBody>
      </p:sp>
      <p:sp>
        <p:nvSpPr>
          <p:cNvPr id="150" name="椭圆 143">
            <a:extLst>
              <a:ext uri="{FF2B5EF4-FFF2-40B4-BE49-F238E27FC236}">
                <a16:creationId xmlns:a16="http://schemas.microsoft.com/office/drawing/2014/main" id="{205A7338-BA3C-7BC0-6D5E-3DC4A3345906}"/>
              </a:ext>
            </a:extLst>
          </p:cNvPr>
          <p:cNvSpPr/>
          <p:nvPr/>
        </p:nvSpPr>
        <p:spPr>
          <a:xfrm>
            <a:off x="8957862" y="1315963"/>
            <a:ext cx="481778" cy="481778"/>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1" name="三角形 146">
            <a:extLst>
              <a:ext uri="{FF2B5EF4-FFF2-40B4-BE49-F238E27FC236}">
                <a16:creationId xmlns:a16="http://schemas.microsoft.com/office/drawing/2014/main" id="{D895062D-9617-05EB-AB83-A4F07E4ED9DF}"/>
              </a:ext>
            </a:extLst>
          </p:cNvPr>
          <p:cNvSpPr/>
          <p:nvPr/>
        </p:nvSpPr>
        <p:spPr>
          <a:xfrm rot="10800000" flipH="1">
            <a:off x="8628403" y="3932680"/>
            <a:ext cx="252499" cy="587601"/>
          </a:xfrm>
          <a:prstGeom prst="triangle">
            <a:avLst>
              <a:gd name="adj" fmla="val 100000"/>
            </a:avLst>
          </a:prstGeom>
          <a:solidFill>
            <a:srgbClr val="336699">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2" name="右箭头 148">
            <a:extLst>
              <a:ext uri="{FF2B5EF4-FFF2-40B4-BE49-F238E27FC236}">
                <a16:creationId xmlns:a16="http://schemas.microsoft.com/office/drawing/2014/main" id="{76056C93-280D-B32D-DB7A-2009D6B64491}"/>
              </a:ext>
            </a:extLst>
          </p:cNvPr>
          <p:cNvSpPr/>
          <p:nvPr/>
        </p:nvSpPr>
        <p:spPr>
          <a:xfrm>
            <a:off x="1814582" y="2499910"/>
            <a:ext cx="795667" cy="355390"/>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3" name="右箭头 149">
            <a:extLst>
              <a:ext uri="{FF2B5EF4-FFF2-40B4-BE49-F238E27FC236}">
                <a16:creationId xmlns:a16="http://schemas.microsoft.com/office/drawing/2014/main" id="{1238E94B-408B-5AFA-FAC6-0118A20EBDA9}"/>
              </a:ext>
            </a:extLst>
          </p:cNvPr>
          <p:cNvSpPr/>
          <p:nvPr/>
        </p:nvSpPr>
        <p:spPr>
          <a:xfrm>
            <a:off x="3784860" y="2499910"/>
            <a:ext cx="795667" cy="355390"/>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4" name="右箭头 150">
            <a:extLst>
              <a:ext uri="{FF2B5EF4-FFF2-40B4-BE49-F238E27FC236}">
                <a16:creationId xmlns:a16="http://schemas.microsoft.com/office/drawing/2014/main" id="{DB620F14-9EDC-7BA8-B161-9CD8F5290CCA}"/>
              </a:ext>
            </a:extLst>
          </p:cNvPr>
          <p:cNvSpPr/>
          <p:nvPr/>
        </p:nvSpPr>
        <p:spPr>
          <a:xfrm>
            <a:off x="5708226" y="2499910"/>
            <a:ext cx="795667" cy="355390"/>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5" name="右箭头 151">
            <a:extLst>
              <a:ext uri="{FF2B5EF4-FFF2-40B4-BE49-F238E27FC236}">
                <a16:creationId xmlns:a16="http://schemas.microsoft.com/office/drawing/2014/main" id="{66CEFF72-AC00-4E5E-F6EA-109D75E2F4F8}"/>
              </a:ext>
            </a:extLst>
          </p:cNvPr>
          <p:cNvSpPr/>
          <p:nvPr/>
        </p:nvSpPr>
        <p:spPr>
          <a:xfrm>
            <a:off x="7645820" y="1374037"/>
            <a:ext cx="795667" cy="355390"/>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6" name="右箭头 152">
            <a:extLst>
              <a:ext uri="{FF2B5EF4-FFF2-40B4-BE49-F238E27FC236}">
                <a16:creationId xmlns:a16="http://schemas.microsoft.com/office/drawing/2014/main" id="{3D1261C6-FD16-ED81-7FC7-DC3683AC8C05}"/>
              </a:ext>
            </a:extLst>
          </p:cNvPr>
          <p:cNvSpPr/>
          <p:nvPr/>
        </p:nvSpPr>
        <p:spPr>
          <a:xfrm>
            <a:off x="9625479" y="1374037"/>
            <a:ext cx="795667" cy="355390"/>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57" name="文本框 153">
            <a:extLst>
              <a:ext uri="{FF2B5EF4-FFF2-40B4-BE49-F238E27FC236}">
                <a16:creationId xmlns:a16="http://schemas.microsoft.com/office/drawing/2014/main" id="{7418250F-8343-0AB2-6645-EBFA772CAEE8}"/>
              </a:ext>
            </a:extLst>
          </p:cNvPr>
          <p:cNvSpPr txBox="1"/>
          <p:nvPr/>
        </p:nvSpPr>
        <p:spPr>
          <a:xfrm>
            <a:off x="8924180" y="5000815"/>
            <a:ext cx="1591334" cy="852651"/>
          </a:xfrm>
          <a:prstGeom prst="rect">
            <a:avLst/>
          </a:prstGeom>
          <a:noFill/>
        </p:spPr>
        <p:txBody>
          <a:bodyPr wrap="square" rtlCol="0">
            <a:spAutoFit/>
          </a:bodyPr>
          <a:lstStyle/>
          <a:p>
            <a:r>
              <a:rPr kumimoji="1" lang="en-US" altLang="zh-CN" sz="4987" b="1" dirty="0">
                <a:solidFill>
                  <a:srgbClr val="336699"/>
                </a:solidFill>
                <a:latin typeface="微软雅黑" pitchFamily="18" charset="-122"/>
                <a:ea typeface="微软雅黑" pitchFamily="18" charset="-122"/>
                <a:cs typeface="微软雅黑" pitchFamily="18" charset="-122"/>
              </a:rPr>
              <a:t>88%</a:t>
            </a:r>
            <a:endParaRPr kumimoji="1" lang="zh-CN" altLang="en-US" sz="4987" b="1" dirty="0">
              <a:solidFill>
                <a:srgbClr val="336699"/>
              </a:solidFill>
              <a:latin typeface="微软雅黑" pitchFamily="18" charset="-122"/>
              <a:ea typeface="微软雅黑" pitchFamily="18" charset="-122"/>
              <a:cs typeface="微软雅黑" pitchFamily="18" charset="-122"/>
            </a:endParaRPr>
          </a:p>
        </p:txBody>
      </p:sp>
      <p:sp>
        <p:nvSpPr>
          <p:cNvPr id="158" name="文本框 154">
            <a:extLst>
              <a:ext uri="{FF2B5EF4-FFF2-40B4-BE49-F238E27FC236}">
                <a16:creationId xmlns:a16="http://schemas.microsoft.com/office/drawing/2014/main" id="{DF7052AC-D7F8-F6AB-FBF7-23ECF18D2ED6}"/>
              </a:ext>
            </a:extLst>
          </p:cNvPr>
          <p:cNvSpPr txBox="1"/>
          <p:nvPr/>
        </p:nvSpPr>
        <p:spPr>
          <a:xfrm>
            <a:off x="8924180" y="5695102"/>
            <a:ext cx="1797279" cy="486485"/>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项目建设进度安排是项目可行性研究中的一个重要组成部分。</a:t>
            </a:r>
          </a:p>
        </p:txBody>
      </p:sp>
      <p:sp>
        <p:nvSpPr>
          <p:cNvPr id="159" name="圆角矩形 3">
            <a:extLst>
              <a:ext uri="{FF2B5EF4-FFF2-40B4-BE49-F238E27FC236}">
                <a16:creationId xmlns:a16="http://schemas.microsoft.com/office/drawing/2014/main" id="{11EE6032-9E6C-C893-E53C-E430FE8260A6}"/>
              </a:ext>
            </a:extLst>
          </p:cNvPr>
          <p:cNvSpPr/>
          <p:nvPr/>
        </p:nvSpPr>
        <p:spPr>
          <a:xfrm>
            <a:off x="6825578" y="5427140"/>
            <a:ext cx="1692907" cy="834901"/>
          </a:xfrm>
          <a:prstGeom prst="roundRect">
            <a:avLst>
              <a:gd name="adj" fmla="val 7173"/>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60" name="文本框 4">
            <a:extLst>
              <a:ext uri="{FF2B5EF4-FFF2-40B4-BE49-F238E27FC236}">
                <a16:creationId xmlns:a16="http://schemas.microsoft.com/office/drawing/2014/main" id="{1FDD41AF-9684-0B09-C876-601CD76FD52E}"/>
              </a:ext>
            </a:extLst>
          </p:cNvPr>
          <p:cNvSpPr txBox="1"/>
          <p:nvPr/>
        </p:nvSpPr>
        <p:spPr>
          <a:xfrm>
            <a:off x="6928879" y="5481940"/>
            <a:ext cx="1487476" cy="699647"/>
          </a:xfrm>
          <a:prstGeom prst="rect">
            <a:avLst/>
          </a:prstGeom>
          <a:noFill/>
        </p:spPr>
        <p:txBody>
          <a:bodyPr wrap="square" rtlCol="0">
            <a:spAutoFit/>
          </a:bodyPr>
          <a:lstStyle/>
          <a:p>
            <a:pPr algn="just">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项目建设进度安排是项目可行性研究中的一个重要组成部分。</a:t>
            </a:r>
          </a:p>
        </p:txBody>
      </p:sp>
    </p:spTree>
    <p:extLst>
      <p:ext uri="{BB962C8B-B14F-4D97-AF65-F5344CB8AC3E}">
        <p14:creationId xmlns:p14="http://schemas.microsoft.com/office/powerpoint/2010/main" val="1851778670"/>
      </p:ext>
    </p:extLst>
  </p:cSld>
  <p:clrMapOvr>
    <a:masterClrMapping/>
  </p:clrMapOvr>
</p:sld>
</file>

<file path=ppt/slides/vr_business_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R014 五步主流程与下挂说明（结构示例）</a:t>
            </a:r>
          </a:p>
        </p:txBody>
      </p:sp>
      <p:sp>
        <p:nvSpPr>
          <p:cNvPr id="101" name="右箭头 1">
            <a:extLst>
              <a:ext uri="{FF2B5EF4-FFF2-40B4-BE49-F238E27FC236}">
                <a16:creationId xmlns:a16="http://schemas.microsoft.com/office/drawing/2014/main" id="{D3A29D49-1F69-99DF-5030-0425753D0831}"/>
              </a:ext>
            </a:extLst>
          </p:cNvPr>
          <p:cNvSpPr/>
          <p:nvPr/>
        </p:nvSpPr>
        <p:spPr>
          <a:xfrm>
            <a:off x="929405" y="1553689"/>
            <a:ext cx="10417142" cy="1447694"/>
          </a:xfrm>
          <a:prstGeom prst="rightArrow">
            <a:avLst>
              <a:gd name="adj1" fmla="val 50000"/>
              <a:gd name="adj2" fmla="val 27953"/>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2" name="矩形 2">
            <a:extLst>
              <a:ext uri="{FF2B5EF4-FFF2-40B4-BE49-F238E27FC236}">
                <a16:creationId xmlns:a16="http://schemas.microsoft.com/office/drawing/2014/main" id="{63570D6B-D57B-219C-B4E5-A430A56824CC}"/>
              </a:ext>
            </a:extLst>
          </p:cNvPr>
          <p:cNvSpPr/>
          <p:nvPr/>
        </p:nvSpPr>
        <p:spPr>
          <a:xfrm>
            <a:off x="929406" y="5853627"/>
            <a:ext cx="4162102" cy="413823"/>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latin typeface="微软雅黑" panose="020B0503020204020204" pitchFamily="34" charset="-122"/>
                <a:ea typeface="微软雅黑" panose="020B0503020204020204" pitchFamily="34" charset="-122"/>
              </a:rPr>
              <a:t>筹备阶段</a:t>
            </a:r>
          </a:p>
        </p:txBody>
      </p:sp>
      <p:sp>
        <p:nvSpPr>
          <p:cNvPr id="103" name="矩形 4">
            <a:extLst>
              <a:ext uri="{FF2B5EF4-FFF2-40B4-BE49-F238E27FC236}">
                <a16:creationId xmlns:a16="http://schemas.microsoft.com/office/drawing/2014/main" id="{D573F7FF-C050-AEAE-3A2A-D0DB98EB857F}"/>
              </a:ext>
            </a:extLst>
          </p:cNvPr>
          <p:cNvSpPr/>
          <p:nvPr/>
        </p:nvSpPr>
        <p:spPr>
          <a:xfrm>
            <a:off x="5091507" y="5853627"/>
            <a:ext cx="6255040" cy="413823"/>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latin typeface="微软雅黑" panose="020B0503020204020204" pitchFamily="34" charset="-122"/>
                <a:ea typeface="微软雅黑" panose="020B0503020204020204" pitchFamily="34" charset="-122"/>
              </a:rPr>
              <a:t>执行阶段</a:t>
            </a:r>
          </a:p>
        </p:txBody>
      </p:sp>
      <p:sp>
        <p:nvSpPr>
          <p:cNvPr id="104" name="圆角矩形 6">
            <a:extLst>
              <a:ext uri="{FF2B5EF4-FFF2-40B4-BE49-F238E27FC236}">
                <a16:creationId xmlns:a16="http://schemas.microsoft.com/office/drawing/2014/main" id="{E37D649E-540A-28B6-9BF5-CF1B3E00E552}"/>
              </a:ext>
            </a:extLst>
          </p:cNvPr>
          <p:cNvSpPr/>
          <p:nvPr/>
        </p:nvSpPr>
        <p:spPr>
          <a:xfrm>
            <a:off x="1115130" y="3312583"/>
            <a:ext cx="1719699" cy="413824"/>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5" name="椭圆 8">
            <a:extLst>
              <a:ext uri="{FF2B5EF4-FFF2-40B4-BE49-F238E27FC236}">
                <a16:creationId xmlns:a16="http://schemas.microsoft.com/office/drawing/2014/main" id="{CAED5396-2ACA-BE81-74D1-1845D80D74E3}"/>
              </a:ext>
            </a:extLst>
          </p:cNvPr>
          <p:cNvSpPr/>
          <p:nvPr/>
        </p:nvSpPr>
        <p:spPr>
          <a:xfrm>
            <a:off x="1637422" y="2121003"/>
            <a:ext cx="671992" cy="671992"/>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939" dirty="0">
                <a:solidFill>
                  <a:srgbClr val="336699"/>
                </a:solidFill>
                <a:latin typeface="微软雅黑" panose="020B0503020204020204" pitchFamily="34" charset="-122"/>
                <a:ea typeface="微软雅黑" panose="020B0503020204020204" pitchFamily="34" charset="-122"/>
              </a:rPr>
              <a:t>01</a:t>
            </a:r>
            <a:endParaRPr kumimoji="1" lang="zh-CN" altLang="en-US" sz="1939" dirty="0">
              <a:solidFill>
                <a:srgbClr val="336699"/>
              </a:solidFill>
              <a:latin typeface="微软雅黑" panose="020B0503020204020204" pitchFamily="34" charset="-122"/>
              <a:ea typeface="微软雅黑" panose="020B0503020204020204" pitchFamily="34" charset="-122"/>
            </a:endParaRPr>
          </a:p>
        </p:txBody>
      </p:sp>
      <p:sp>
        <p:nvSpPr>
          <p:cNvPr id="106" name="椭圆 9">
            <a:extLst>
              <a:ext uri="{FF2B5EF4-FFF2-40B4-BE49-F238E27FC236}">
                <a16:creationId xmlns:a16="http://schemas.microsoft.com/office/drawing/2014/main" id="{0F263A9D-A7D5-67FF-665C-87C79182BCC1}"/>
              </a:ext>
            </a:extLst>
          </p:cNvPr>
          <p:cNvSpPr/>
          <p:nvPr/>
        </p:nvSpPr>
        <p:spPr>
          <a:xfrm>
            <a:off x="3719712" y="2141034"/>
            <a:ext cx="671992" cy="671992"/>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939" dirty="0">
                <a:solidFill>
                  <a:srgbClr val="336699"/>
                </a:solidFill>
                <a:latin typeface="微软雅黑" panose="020B0503020204020204" pitchFamily="34" charset="-122"/>
                <a:ea typeface="微软雅黑" panose="020B0503020204020204" pitchFamily="34" charset="-122"/>
              </a:rPr>
              <a:t>02</a:t>
            </a:r>
            <a:endParaRPr kumimoji="1" lang="zh-CN" altLang="en-US" sz="1939" dirty="0">
              <a:solidFill>
                <a:srgbClr val="336699"/>
              </a:solidFill>
              <a:latin typeface="微软雅黑" panose="020B0503020204020204" pitchFamily="34" charset="-122"/>
              <a:ea typeface="微软雅黑" panose="020B0503020204020204" pitchFamily="34" charset="-122"/>
            </a:endParaRPr>
          </a:p>
        </p:txBody>
      </p:sp>
      <p:sp>
        <p:nvSpPr>
          <p:cNvPr id="107" name="椭圆 10">
            <a:extLst>
              <a:ext uri="{FF2B5EF4-FFF2-40B4-BE49-F238E27FC236}">
                <a16:creationId xmlns:a16="http://schemas.microsoft.com/office/drawing/2014/main" id="{6421F1D1-E3FD-0FDE-D7E5-B51385CCFDB0}"/>
              </a:ext>
            </a:extLst>
          </p:cNvPr>
          <p:cNvSpPr/>
          <p:nvPr/>
        </p:nvSpPr>
        <p:spPr>
          <a:xfrm>
            <a:off x="5802002" y="2141034"/>
            <a:ext cx="671992" cy="671992"/>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939" dirty="0">
                <a:solidFill>
                  <a:srgbClr val="336699"/>
                </a:solidFill>
                <a:latin typeface="微软雅黑" panose="020B0503020204020204" pitchFamily="34" charset="-122"/>
                <a:ea typeface="微软雅黑" panose="020B0503020204020204" pitchFamily="34" charset="-122"/>
              </a:rPr>
              <a:t>03</a:t>
            </a:r>
            <a:endParaRPr kumimoji="1" lang="zh-CN" altLang="en-US" sz="1939" dirty="0">
              <a:solidFill>
                <a:srgbClr val="336699"/>
              </a:solidFill>
              <a:latin typeface="微软雅黑" panose="020B0503020204020204" pitchFamily="34" charset="-122"/>
              <a:ea typeface="微软雅黑" panose="020B0503020204020204" pitchFamily="34" charset="-122"/>
            </a:endParaRPr>
          </a:p>
        </p:txBody>
      </p:sp>
      <p:sp>
        <p:nvSpPr>
          <p:cNvPr id="108" name="椭圆 11">
            <a:extLst>
              <a:ext uri="{FF2B5EF4-FFF2-40B4-BE49-F238E27FC236}">
                <a16:creationId xmlns:a16="http://schemas.microsoft.com/office/drawing/2014/main" id="{CFEB5124-23A5-8BF3-6225-27DB0DEF4001}"/>
              </a:ext>
            </a:extLst>
          </p:cNvPr>
          <p:cNvSpPr/>
          <p:nvPr/>
        </p:nvSpPr>
        <p:spPr>
          <a:xfrm>
            <a:off x="7890167" y="2141034"/>
            <a:ext cx="671992" cy="671992"/>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939" dirty="0">
                <a:solidFill>
                  <a:srgbClr val="336699"/>
                </a:solidFill>
                <a:latin typeface="微软雅黑" panose="020B0503020204020204" pitchFamily="34" charset="-122"/>
                <a:ea typeface="微软雅黑" panose="020B0503020204020204" pitchFamily="34" charset="-122"/>
              </a:rPr>
              <a:t>04</a:t>
            </a:r>
            <a:endParaRPr kumimoji="1" lang="zh-CN" altLang="en-US" sz="1939" dirty="0">
              <a:solidFill>
                <a:srgbClr val="336699"/>
              </a:solidFill>
              <a:latin typeface="微软雅黑" panose="020B0503020204020204" pitchFamily="34" charset="-122"/>
              <a:ea typeface="微软雅黑" panose="020B0503020204020204" pitchFamily="34" charset="-122"/>
            </a:endParaRPr>
          </a:p>
        </p:txBody>
      </p:sp>
      <p:sp>
        <p:nvSpPr>
          <p:cNvPr id="109" name="椭圆 12">
            <a:extLst>
              <a:ext uri="{FF2B5EF4-FFF2-40B4-BE49-F238E27FC236}">
                <a16:creationId xmlns:a16="http://schemas.microsoft.com/office/drawing/2014/main" id="{047B42CD-EA4A-2F5E-990D-2BC5EDCC2CCA}"/>
              </a:ext>
            </a:extLst>
          </p:cNvPr>
          <p:cNvSpPr/>
          <p:nvPr/>
        </p:nvSpPr>
        <p:spPr>
          <a:xfrm>
            <a:off x="9969475" y="2141034"/>
            <a:ext cx="671992" cy="671992"/>
          </a:xfrm>
          <a:prstGeom prst="ellipse">
            <a:avLst/>
          </a:prstGeom>
          <a:solidFill>
            <a:srgbClr val="FFFFFF"/>
          </a:solidFill>
          <a:ln>
            <a:solidFill>
              <a:srgbClr val="75BDA7"/>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939" dirty="0">
                <a:solidFill>
                  <a:srgbClr val="336699"/>
                </a:solidFill>
                <a:latin typeface="微软雅黑" panose="020B0503020204020204" pitchFamily="34" charset="-122"/>
                <a:ea typeface="微软雅黑" panose="020B0503020204020204" pitchFamily="34" charset="-122"/>
              </a:rPr>
              <a:t>05</a:t>
            </a:r>
            <a:endParaRPr kumimoji="1" lang="zh-CN" altLang="en-US" sz="1939" dirty="0">
              <a:solidFill>
                <a:srgbClr val="336699"/>
              </a:solidFill>
              <a:latin typeface="微软雅黑" panose="020B0503020204020204" pitchFamily="34" charset="-122"/>
              <a:ea typeface="微软雅黑" panose="020B0503020204020204" pitchFamily="34" charset="-122"/>
            </a:endParaRPr>
          </a:p>
        </p:txBody>
      </p:sp>
      <p:cxnSp>
        <p:nvCxnSpPr>
          <p:cNvPr id="110" name="直线连接符 17">
            <a:extLst>
              <a:ext uri="{FF2B5EF4-FFF2-40B4-BE49-F238E27FC236}">
                <a16:creationId xmlns:a16="http://schemas.microsoft.com/office/drawing/2014/main" id="{F2C2A0C0-9629-D012-61A2-3DCF80658378}"/>
              </a:ext>
            </a:extLst>
          </p:cNvPr>
          <p:cNvCxnSpPr>
            <a:cxnSpLocks/>
          </p:cNvCxnSpPr>
          <p:nvPr/>
        </p:nvCxnSpPr>
        <p:spPr>
          <a:xfrm>
            <a:off x="3010456" y="3276060"/>
            <a:ext cx="0" cy="2443173"/>
          </a:xfrm>
          <a:prstGeom prst="line">
            <a:avLst/>
          </a:prstGeom>
          <a:ln>
            <a:solidFill>
              <a:srgbClr val="7A8C8E"/>
            </a:solidFill>
            <a:prstDash val="sysDash"/>
          </a:ln>
        </p:spPr>
        <p:style>
          <a:lnRef idx="2">
            <a:srgbClr val="336699"/>
          </a:lnRef>
          <a:fillRef idx="0">
            <a:srgbClr val="336699"/>
          </a:fillRef>
          <a:effectRef idx="1">
            <a:srgbClr val="336699"/>
          </a:effectRef>
          <a:fontRef idx="minor">
            <a:srgbClr val="333333"/>
          </a:fontRef>
        </p:style>
      </p:cxnSp>
      <p:cxnSp>
        <p:nvCxnSpPr>
          <p:cNvPr id="111" name="直线连接符 18">
            <a:extLst>
              <a:ext uri="{FF2B5EF4-FFF2-40B4-BE49-F238E27FC236}">
                <a16:creationId xmlns:a16="http://schemas.microsoft.com/office/drawing/2014/main" id="{EAFCD173-3413-5F57-2D4F-C72023311B40}"/>
              </a:ext>
            </a:extLst>
          </p:cNvPr>
          <p:cNvCxnSpPr>
            <a:cxnSpLocks/>
          </p:cNvCxnSpPr>
          <p:nvPr/>
        </p:nvCxnSpPr>
        <p:spPr>
          <a:xfrm>
            <a:off x="5091507" y="3276060"/>
            <a:ext cx="0" cy="2443173"/>
          </a:xfrm>
          <a:prstGeom prst="line">
            <a:avLst/>
          </a:prstGeom>
          <a:ln>
            <a:solidFill>
              <a:srgbClr val="7A8C8E"/>
            </a:solidFill>
            <a:prstDash val="sysDash"/>
          </a:ln>
        </p:spPr>
        <p:style>
          <a:lnRef idx="2">
            <a:srgbClr val="336699"/>
          </a:lnRef>
          <a:fillRef idx="0">
            <a:srgbClr val="336699"/>
          </a:fillRef>
          <a:effectRef idx="1">
            <a:srgbClr val="336699"/>
          </a:effectRef>
          <a:fontRef idx="minor">
            <a:srgbClr val="333333"/>
          </a:fontRef>
        </p:style>
      </p:cxnSp>
      <p:cxnSp>
        <p:nvCxnSpPr>
          <p:cNvPr id="112" name="直线连接符 19">
            <a:extLst>
              <a:ext uri="{FF2B5EF4-FFF2-40B4-BE49-F238E27FC236}">
                <a16:creationId xmlns:a16="http://schemas.microsoft.com/office/drawing/2014/main" id="{A1F04EAE-401C-3A99-9B4B-69F742E4DD47}"/>
              </a:ext>
            </a:extLst>
          </p:cNvPr>
          <p:cNvCxnSpPr>
            <a:cxnSpLocks/>
          </p:cNvCxnSpPr>
          <p:nvPr/>
        </p:nvCxnSpPr>
        <p:spPr>
          <a:xfrm>
            <a:off x="7172558" y="3276060"/>
            <a:ext cx="0" cy="2443173"/>
          </a:xfrm>
          <a:prstGeom prst="line">
            <a:avLst/>
          </a:prstGeom>
          <a:ln>
            <a:solidFill>
              <a:srgbClr val="7A8C8E"/>
            </a:solidFill>
            <a:prstDash val="sysDash"/>
          </a:ln>
        </p:spPr>
        <p:style>
          <a:lnRef idx="2">
            <a:srgbClr val="336699"/>
          </a:lnRef>
          <a:fillRef idx="0">
            <a:srgbClr val="336699"/>
          </a:fillRef>
          <a:effectRef idx="1">
            <a:srgbClr val="336699"/>
          </a:effectRef>
          <a:fontRef idx="minor">
            <a:srgbClr val="333333"/>
          </a:fontRef>
        </p:style>
      </p:cxnSp>
      <p:cxnSp>
        <p:nvCxnSpPr>
          <p:cNvPr id="113" name="直线连接符 20">
            <a:extLst>
              <a:ext uri="{FF2B5EF4-FFF2-40B4-BE49-F238E27FC236}">
                <a16:creationId xmlns:a16="http://schemas.microsoft.com/office/drawing/2014/main" id="{E7C38919-9270-3019-53AD-435DABFDE4DB}"/>
              </a:ext>
            </a:extLst>
          </p:cNvPr>
          <p:cNvCxnSpPr>
            <a:cxnSpLocks/>
          </p:cNvCxnSpPr>
          <p:nvPr/>
        </p:nvCxnSpPr>
        <p:spPr>
          <a:xfrm>
            <a:off x="9253609" y="3276060"/>
            <a:ext cx="0" cy="2443173"/>
          </a:xfrm>
          <a:prstGeom prst="line">
            <a:avLst/>
          </a:prstGeom>
          <a:ln>
            <a:solidFill>
              <a:srgbClr val="7A8C8E"/>
            </a:solidFill>
            <a:prstDash val="sysDash"/>
          </a:ln>
        </p:spPr>
        <p:style>
          <a:lnRef idx="2">
            <a:srgbClr val="336699"/>
          </a:lnRef>
          <a:fillRef idx="0">
            <a:srgbClr val="336699"/>
          </a:fillRef>
          <a:effectRef idx="1">
            <a:srgbClr val="336699"/>
          </a:effectRef>
          <a:fontRef idx="minor">
            <a:srgbClr val="333333"/>
          </a:fontRef>
        </p:style>
      </p:cxnSp>
      <p:sp>
        <p:nvSpPr>
          <p:cNvPr id="114" name="下箭头 21">
            <a:extLst>
              <a:ext uri="{FF2B5EF4-FFF2-40B4-BE49-F238E27FC236}">
                <a16:creationId xmlns:a16="http://schemas.microsoft.com/office/drawing/2014/main" id="{6B305C8D-DBDB-151D-612C-467BEDA82A5D}"/>
              </a:ext>
            </a:extLst>
          </p:cNvPr>
          <p:cNvSpPr/>
          <p:nvPr/>
        </p:nvSpPr>
        <p:spPr>
          <a:xfrm>
            <a:off x="1848495" y="2888876"/>
            <a:ext cx="242873" cy="366560"/>
          </a:xfrm>
          <a:prstGeom prst="down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5" name="下箭头 22">
            <a:extLst>
              <a:ext uri="{FF2B5EF4-FFF2-40B4-BE49-F238E27FC236}">
                <a16:creationId xmlns:a16="http://schemas.microsoft.com/office/drawing/2014/main" id="{78231246-AB7F-3C44-2B52-6769A310B61F}"/>
              </a:ext>
            </a:extLst>
          </p:cNvPr>
          <p:cNvSpPr/>
          <p:nvPr/>
        </p:nvSpPr>
        <p:spPr>
          <a:xfrm>
            <a:off x="3938574" y="2888876"/>
            <a:ext cx="242873" cy="366560"/>
          </a:xfrm>
          <a:prstGeom prst="down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6" name="下箭头 23">
            <a:extLst>
              <a:ext uri="{FF2B5EF4-FFF2-40B4-BE49-F238E27FC236}">
                <a16:creationId xmlns:a16="http://schemas.microsoft.com/office/drawing/2014/main" id="{7AB4A1B3-51E9-AB7B-6CCC-2584A846CD20}"/>
              </a:ext>
            </a:extLst>
          </p:cNvPr>
          <p:cNvSpPr/>
          <p:nvPr/>
        </p:nvSpPr>
        <p:spPr>
          <a:xfrm>
            <a:off x="6018358" y="2888876"/>
            <a:ext cx="242873" cy="366560"/>
          </a:xfrm>
          <a:prstGeom prst="down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7" name="下箭头 24">
            <a:extLst>
              <a:ext uri="{FF2B5EF4-FFF2-40B4-BE49-F238E27FC236}">
                <a16:creationId xmlns:a16="http://schemas.microsoft.com/office/drawing/2014/main" id="{5F25956C-084C-AE81-156F-F743EC2E9BF5}"/>
              </a:ext>
            </a:extLst>
          </p:cNvPr>
          <p:cNvSpPr/>
          <p:nvPr/>
        </p:nvSpPr>
        <p:spPr>
          <a:xfrm>
            <a:off x="8108437" y="2888876"/>
            <a:ext cx="242873" cy="366560"/>
          </a:xfrm>
          <a:prstGeom prst="down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8" name="下箭头 25">
            <a:extLst>
              <a:ext uri="{FF2B5EF4-FFF2-40B4-BE49-F238E27FC236}">
                <a16:creationId xmlns:a16="http://schemas.microsoft.com/office/drawing/2014/main" id="{46A7460B-E96C-844B-A10B-37A6DFE1C5FC}"/>
              </a:ext>
            </a:extLst>
          </p:cNvPr>
          <p:cNvSpPr/>
          <p:nvPr/>
        </p:nvSpPr>
        <p:spPr>
          <a:xfrm>
            <a:off x="10188219" y="2888876"/>
            <a:ext cx="242873" cy="366560"/>
          </a:xfrm>
          <a:prstGeom prst="down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9" name="文本框 26">
            <a:extLst>
              <a:ext uri="{FF2B5EF4-FFF2-40B4-BE49-F238E27FC236}">
                <a16:creationId xmlns:a16="http://schemas.microsoft.com/office/drawing/2014/main" id="{00A45705-7019-D0B1-7BEA-3A0DBFBDF682}"/>
              </a:ext>
            </a:extLst>
          </p:cNvPr>
          <p:cNvSpPr txBox="1"/>
          <p:nvPr/>
        </p:nvSpPr>
        <p:spPr>
          <a:xfrm>
            <a:off x="1520016" y="3364789"/>
            <a:ext cx="1168501" cy="312588"/>
          </a:xfrm>
          <a:prstGeom prst="rect">
            <a:avLst/>
          </a:prstGeom>
          <a:noFill/>
        </p:spPr>
        <p:txBody>
          <a:bodyPr wrap="square" rtlCol="0">
            <a:spAutoFit/>
          </a:bodyP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市场调研 </a:t>
            </a:r>
          </a:p>
        </p:txBody>
      </p:sp>
      <p:sp>
        <p:nvSpPr>
          <p:cNvPr id="120" name="文本框 31">
            <a:extLst>
              <a:ext uri="{FF2B5EF4-FFF2-40B4-BE49-F238E27FC236}">
                <a16:creationId xmlns:a16="http://schemas.microsoft.com/office/drawing/2014/main" id="{F33080B9-162E-9B80-421A-4BC010BF965E}"/>
              </a:ext>
            </a:extLst>
          </p:cNvPr>
          <p:cNvSpPr txBox="1"/>
          <p:nvPr/>
        </p:nvSpPr>
        <p:spPr>
          <a:xfrm>
            <a:off x="845452" y="1238250"/>
            <a:ext cx="3485832" cy="483091"/>
          </a:xfrm>
          <a:prstGeom prst="rect">
            <a:avLst/>
          </a:prstGeom>
          <a:noFill/>
        </p:spPr>
        <p:txBody>
          <a:bodyPr wrap="none" rtlCol="0">
            <a:spAutoFit/>
          </a:bodyPr>
          <a:lstStyle/>
          <a:p>
            <a:r>
              <a:rPr kumimoji="1" lang="zh-CN" altLang="en" sz="258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a:t>
            </a:r>
            <a:r>
              <a:rPr kumimoji="1" lang="zh-CN" altLang="en-US" sz="2585"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活动策划执行流程</a:t>
            </a:r>
          </a:p>
        </p:txBody>
      </p:sp>
      <p:sp>
        <p:nvSpPr>
          <p:cNvPr id="121" name="文本框 32">
            <a:extLst>
              <a:ext uri="{FF2B5EF4-FFF2-40B4-BE49-F238E27FC236}">
                <a16:creationId xmlns:a16="http://schemas.microsoft.com/office/drawing/2014/main" id="{7014D255-FAAE-55B5-1F84-5F326E00CCDD}"/>
              </a:ext>
            </a:extLst>
          </p:cNvPr>
          <p:cNvSpPr txBox="1"/>
          <p:nvPr/>
        </p:nvSpPr>
        <p:spPr>
          <a:xfrm>
            <a:off x="1140120" y="3826778"/>
            <a:ext cx="1719698" cy="1978304"/>
          </a:xfrm>
          <a:prstGeom prst="rect">
            <a:avLst/>
          </a:prstGeom>
          <a:noFill/>
        </p:spPr>
        <p:txBody>
          <a:bodyPr wrap="square" rtlCol="0">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项目建设进度安排是项目可行性研究中的一个重要组成部分，其任务。</a:t>
            </a:r>
          </a:p>
          <a:p>
            <a:pPr>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2" name="文本框 33">
            <a:extLst>
              <a:ext uri="{FF2B5EF4-FFF2-40B4-BE49-F238E27FC236}">
                <a16:creationId xmlns:a16="http://schemas.microsoft.com/office/drawing/2014/main" id="{D82EAEC2-2591-9DFC-586A-FF52D734F2C6}"/>
              </a:ext>
            </a:extLst>
          </p:cNvPr>
          <p:cNvSpPr txBox="1"/>
          <p:nvPr/>
        </p:nvSpPr>
        <p:spPr>
          <a:xfrm>
            <a:off x="3202699" y="3826778"/>
            <a:ext cx="1719698" cy="1978304"/>
          </a:xfrm>
          <a:prstGeom prst="rect">
            <a:avLst/>
          </a:prstGeom>
          <a:noFill/>
        </p:spPr>
        <p:txBody>
          <a:bodyPr wrap="square" rtlCol="0">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项目建设进度安排是项目可行性研究中的一个重要组成部分，其任务。</a:t>
            </a:r>
          </a:p>
          <a:p>
            <a:pPr>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3" name="文本框 34">
            <a:extLst>
              <a:ext uri="{FF2B5EF4-FFF2-40B4-BE49-F238E27FC236}">
                <a16:creationId xmlns:a16="http://schemas.microsoft.com/office/drawing/2014/main" id="{A5CD95D3-969B-C4E3-4BFC-F1221DD4B2E5}"/>
              </a:ext>
            </a:extLst>
          </p:cNvPr>
          <p:cNvSpPr txBox="1"/>
          <p:nvPr/>
        </p:nvSpPr>
        <p:spPr>
          <a:xfrm>
            <a:off x="5275965" y="3826778"/>
            <a:ext cx="1719698" cy="1978304"/>
          </a:xfrm>
          <a:prstGeom prst="rect">
            <a:avLst/>
          </a:prstGeom>
          <a:noFill/>
        </p:spPr>
        <p:txBody>
          <a:bodyPr wrap="square" rtlCol="0">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项目建设进度安排是项目可行性研究中的一个重要组成部分，其任务。</a:t>
            </a:r>
          </a:p>
          <a:p>
            <a:pPr>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4" name="文本框 35">
            <a:extLst>
              <a:ext uri="{FF2B5EF4-FFF2-40B4-BE49-F238E27FC236}">
                <a16:creationId xmlns:a16="http://schemas.microsoft.com/office/drawing/2014/main" id="{32422884-0ED6-E6DB-1FBB-A61AE5DECB95}"/>
              </a:ext>
            </a:extLst>
          </p:cNvPr>
          <p:cNvSpPr txBox="1"/>
          <p:nvPr/>
        </p:nvSpPr>
        <p:spPr>
          <a:xfrm>
            <a:off x="7370605" y="3826778"/>
            <a:ext cx="1719698" cy="1978304"/>
          </a:xfrm>
          <a:prstGeom prst="rect">
            <a:avLst/>
          </a:prstGeom>
          <a:noFill/>
        </p:spPr>
        <p:txBody>
          <a:bodyPr wrap="square" rtlCol="0">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项目建设进度安排是项目可行性研究中的一个重要组成部分，其任务。</a:t>
            </a:r>
          </a:p>
          <a:p>
            <a:pPr>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5" name="文本框 36">
            <a:extLst>
              <a:ext uri="{FF2B5EF4-FFF2-40B4-BE49-F238E27FC236}">
                <a16:creationId xmlns:a16="http://schemas.microsoft.com/office/drawing/2014/main" id="{8FB917D4-9CF0-C982-4052-E3B596D21188}"/>
              </a:ext>
            </a:extLst>
          </p:cNvPr>
          <p:cNvSpPr txBox="1"/>
          <p:nvPr/>
        </p:nvSpPr>
        <p:spPr>
          <a:xfrm>
            <a:off x="9443872" y="3826778"/>
            <a:ext cx="1719698" cy="1978304"/>
          </a:xfrm>
          <a:prstGeom prst="rect">
            <a:avLst/>
          </a:prstGeom>
          <a:noFill/>
        </p:spPr>
        <p:txBody>
          <a:bodyPr wrap="square" rtlCol="0">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endParaRPr kumimoji="1"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项目建设进度安排是项目可行性研究中的一个重要组成部分，其任务。</a:t>
            </a:r>
          </a:p>
          <a:p>
            <a:pPr>
              <a:lnSpc>
                <a:spcPct val="150000"/>
              </a:lnSpc>
            </a:pPr>
            <a:endPar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pic>
        <p:nvPicPr>
          <p:cNvPr id="126" name="图形 38" descr="徽章勾号 1 纯色填充">
            <a:extLst>
              <a:ext uri="{FF2B5EF4-FFF2-40B4-BE49-F238E27FC236}">
                <a16:creationId xmlns:a16="http://schemas.microsoft.com/office/drawing/2014/main" id="{D69ABD91-752C-3534-E0AA-646D52D9FC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0681" y="3364789"/>
            <a:ext cx="312588" cy="312588"/>
          </a:xfrm>
          <a:prstGeom prst="rect">
            <a:avLst/>
          </a:prstGeom>
        </p:spPr>
      </p:pic>
      <p:sp>
        <p:nvSpPr>
          <p:cNvPr id="127" name="圆角矩形 39">
            <a:extLst>
              <a:ext uri="{FF2B5EF4-FFF2-40B4-BE49-F238E27FC236}">
                <a16:creationId xmlns:a16="http://schemas.microsoft.com/office/drawing/2014/main" id="{E29774EF-D9FF-9E72-D67D-27458303E4C6}"/>
              </a:ext>
            </a:extLst>
          </p:cNvPr>
          <p:cNvSpPr/>
          <p:nvPr/>
        </p:nvSpPr>
        <p:spPr>
          <a:xfrm>
            <a:off x="3202895" y="3312583"/>
            <a:ext cx="1719699" cy="413824"/>
          </a:xfrm>
          <a:prstGeom prst="roundRect">
            <a:avLst>
              <a:gd name="adj" fmla="val 50000"/>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28" name="文本框 40">
            <a:extLst>
              <a:ext uri="{FF2B5EF4-FFF2-40B4-BE49-F238E27FC236}">
                <a16:creationId xmlns:a16="http://schemas.microsoft.com/office/drawing/2014/main" id="{0D4CB430-8835-EE0F-6D65-402B4E07ACDA}"/>
              </a:ext>
            </a:extLst>
          </p:cNvPr>
          <p:cNvSpPr txBox="1"/>
          <p:nvPr/>
        </p:nvSpPr>
        <p:spPr>
          <a:xfrm>
            <a:off x="3607781" y="3364789"/>
            <a:ext cx="1168501" cy="312588"/>
          </a:xfrm>
          <a:prstGeom prst="rect">
            <a:avLst/>
          </a:prstGeom>
          <a:noFill/>
        </p:spPr>
        <p:txBody>
          <a:bodyPr wrap="square" rtlCol="0">
            <a:spAutoFit/>
          </a:bodyP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策划设计</a:t>
            </a:r>
          </a:p>
        </p:txBody>
      </p:sp>
      <p:pic>
        <p:nvPicPr>
          <p:cNvPr id="129" name="图形 41" descr="徽章勾号 1 纯色填充">
            <a:extLst>
              <a:ext uri="{FF2B5EF4-FFF2-40B4-BE49-F238E27FC236}">
                <a16:creationId xmlns:a16="http://schemas.microsoft.com/office/drawing/2014/main" id="{8E54F021-CDF6-B3C2-3FF9-0A8C53E85F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68445" y="3364789"/>
            <a:ext cx="312588" cy="312588"/>
          </a:xfrm>
          <a:prstGeom prst="rect">
            <a:avLst/>
          </a:prstGeom>
        </p:spPr>
      </p:pic>
      <p:sp>
        <p:nvSpPr>
          <p:cNvPr id="130" name="圆角矩形 42">
            <a:extLst>
              <a:ext uri="{FF2B5EF4-FFF2-40B4-BE49-F238E27FC236}">
                <a16:creationId xmlns:a16="http://schemas.microsoft.com/office/drawing/2014/main" id="{3B84DD86-D325-43FA-F59A-FF6ADDBCD277}"/>
              </a:ext>
            </a:extLst>
          </p:cNvPr>
          <p:cNvSpPr/>
          <p:nvPr/>
        </p:nvSpPr>
        <p:spPr>
          <a:xfrm>
            <a:off x="5284114" y="3312583"/>
            <a:ext cx="1719699" cy="413824"/>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1" name="文本框 43">
            <a:extLst>
              <a:ext uri="{FF2B5EF4-FFF2-40B4-BE49-F238E27FC236}">
                <a16:creationId xmlns:a16="http://schemas.microsoft.com/office/drawing/2014/main" id="{CE53E235-D6E3-B858-2CE7-2BD772A93479}"/>
              </a:ext>
            </a:extLst>
          </p:cNvPr>
          <p:cNvSpPr txBox="1"/>
          <p:nvPr/>
        </p:nvSpPr>
        <p:spPr>
          <a:xfrm>
            <a:off x="5689000" y="3364789"/>
            <a:ext cx="1168501" cy="312588"/>
          </a:xfrm>
          <a:prstGeom prst="rect">
            <a:avLst/>
          </a:prstGeom>
          <a:noFill/>
        </p:spPr>
        <p:txBody>
          <a:bodyPr wrap="square" rtlCol="0">
            <a:spAutoFit/>
          </a:bodyP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采购安装</a:t>
            </a:r>
          </a:p>
        </p:txBody>
      </p:sp>
      <p:pic>
        <p:nvPicPr>
          <p:cNvPr id="132" name="图形 44" descr="徽章勾号 1 纯色填充">
            <a:extLst>
              <a:ext uri="{FF2B5EF4-FFF2-40B4-BE49-F238E27FC236}">
                <a16:creationId xmlns:a16="http://schemas.microsoft.com/office/drawing/2014/main" id="{9315E7DE-33A1-DD8C-ACCB-9A473F4C45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549664" y="3364789"/>
            <a:ext cx="312588" cy="312588"/>
          </a:xfrm>
          <a:prstGeom prst="rect">
            <a:avLst/>
          </a:prstGeom>
        </p:spPr>
      </p:pic>
      <p:sp>
        <p:nvSpPr>
          <p:cNvPr id="133" name="圆角矩形 45">
            <a:extLst>
              <a:ext uri="{FF2B5EF4-FFF2-40B4-BE49-F238E27FC236}">
                <a16:creationId xmlns:a16="http://schemas.microsoft.com/office/drawing/2014/main" id="{30B1876F-6C25-EE76-73F1-245810213077}"/>
              </a:ext>
            </a:extLst>
          </p:cNvPr>
          <p:cNvSpPr/>
          <p:nvPr/>
        </p:nvSpPr>
        <p:spPr>
          <a:xfrm>
            <a:off x="7352243" y="3312583"/>
            <a:ext cx="1719699" cy="413824"/>
          </a:xfrm>
          <a:prstGeom prst="roundRect">
            <a:avLst>
              <a:gd name="adj" fmla="val 50000"/>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4" name="文本框 46">
            <a:extLst>
              <a:ext uri="{FF2B5EF4-FFF2-40B4-BE49-F238E27FC236}">
                <a16:creationId xmlns:a16="http://schemas.microsoft.com/office/drawing/2014/main" id="{B7E48667-9B7E-26BF-FD45-17E3A42EA1FA}"/>
              </a:ext>
            </a:extLst>
          </p:cNvPr>
          <p:cNvSpPr txBox="1"/>
          <p:nvPr/>
        </p:nvSpPr>
        <p:spPr>
          <a:xfrm>
            <a:off x="7757129" y="3364789"/>
            <a:ext cx="1168501" cy="312588"/>
          </a:xfrm>
          <a:prstGeom prst="rect">
            <a:avLst/>
          </a:prstGeom>
          <a:noFill/>
        </p:spPr>
        <p:txBody>
          <a:bodyPr wrap="square" rtlCol="0">
            <a:spAutoFit/>
          </a:bodyP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现场执行</a:t>
            </a:r>
          </a:p>
        </p:txBody>
      </p:sp>
      <p:pic>
        <p:nvPicPr>
          <p:cNvPr id="135" name="图形 47" descr="徽章勾号 1 纯色填充">
            <a:extLst>
              <a:ext uri="{FF2B5EF4-FFF2-40B4-BE49-F238E27FC236}">
                <a16:creationId xmlns:a16="http://schemas.microsoft.com/office/drawing/2014/main" id="{BDF88E8D-EECF-3D7C-DAEC-6DA4FF319AB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17794" y="3364789"/>
            <a:ext cx="312588" cy="312588"/>
          </a:xfrm>
          <a:prstGeom prst="rect">
            <a:avLst/>
          </a:prstGeom>
        </p:spPr>
      </p:pic>
      <p:sp>
        <p:nvSpPr>
          <p:cNvPr id="136" name="圆角矩形 48">
            <a:extLst>
              <a:ext uri="{FF2B5EF4-FFF2-40B4-BE49-F238E27FC236}">
                <a16:creationId xmlns:a16="http://schemas.microsoft.com/office/drawing/2014/main" id="{7BB7F2F9-899A-F8E5-930F-8146AF94C8BC}"/>
              </a:ext>
            </a:extLst>
          </p:cNvPr>
          <p:cNvSpPr/>
          <p:nvPr/>
        </p:nvSpPr>
        <p:spPr>
          <a:xfrm>
            <a:off x="9394194" y="3312583"/>
            <a:ext cx="1719699" cy="413824"/>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37" name="文本框 49">
            <a:extLst>
              <a:ext uri="{FF2B5EF4-FFF2-40B4-BE49-F238E27FC236}">
                <a16:creationId xmlns:a16="http://schemas.microsoft.com/office/drawing/2014/main" id="{E4DE3551-DA32-58E4-32C1-9F1E9BF4C5FA}"/>
              </a:ext>
            </a:extLst>
          </p:cNvPr>
          <p:cNvSpPr txBox="1"/>
          <p:nvPr/>
        </p:nvSpPr>
        <p:spPr>
          <a:xfrm>
            <a:off x="9799080" y="3364789"/>
            <a:ext cx="1168501" cy="312588"/>
          </a:xfrm>
          <a:prstGeom prst="rect">
            <a:avLst/>
          </a:prstGeom>
          <a:noFill/>
        </p:spPr>
        <p:txBody>
          <a:bodyPr wrap="square" rtlCol="0">
            <a:spAutoFit/>
          </a:bodyP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后续跟进</a:t>
            </a:r>
          </a:p>
        </p:txBody>
      </p:sp>
      <p:pic>
        <p:nvPicPr>
          <p:cNvPr id="138" name="图形 50" descr="徽章勾号 1 纯色填充">
            <a:extLst>
              <a:ext uri="{FF2B5EF4-FFF2-40B4-BE49-F238E27FC236}">
                <a16:creationId xmlns:a16="http://schemas.microsoft.com/office/drawing/2014/main" id="{9248AD45-F4B7-C89C-F338-D218C476DBE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659745" y="3364789"/>
            <a:ext cx="312588" cy="312588"/>
          </a:xfrm>
          <a:prstGeom prst="rect">
            <a:avLst/>
          </a:prstGeom>
        </p:spPr>
      </p:pic>
    </p:spTree>
    <p:extLst>
      <p:ext uri="{BB962C8B-B14F-4D97-AF65-F5344CB8AC3E}">
        <p14:creationId xmlns:p14="http://schemas.microsoft.com/office/powerpoint/2010/main" val="1851778670"/>
      </p:ext>
    </p:extLst>
  </p:cSld>
  <p:clrMapOvr>
    <a:masterClrMapping/>
  </p:clrMapOvr>
</p:sld>
</file>

<file path=ppt/slides/vr_business_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R015 项目与阶段泳道（结构示例）</a:t>
            </a:r>
          </a:p>
        </p:txBody>
      </p:sp>
      <p:sp>
        <p:nvSpPr>
          <p:cNvPr id="101" name="Shape">
            <a:extLst>
              <a:ext uri="{FF2B5EF4-FFF2-40B4-BE49-F238E27FC236}">
                <a16:creationId xmlns:a16="http://schemas.microsoft.com/office/drawing/2014/main" id="{57A79F96-DAF1-182A-4EE6-C86479D06757}"/>
              </a:ext>
            </a:extLst>
          </p:cNvPr>
          <p:cNvSpPr/>
          <p:nvPr/>
        </p:nvSpPr>
        <p:spPr>
          <a:xfrm>
            <a:off x="792753" y="1254951"/>
            <a:ext cx="776720" cy="587197"/>
          </a:xfrm>
          <a:custGeom>
            <a:avLst/>
            <a:gdLst/>
            <a:ahLst/>
            <a:cxnLst>
              <a:cxn ang="0">
                <a:pos x="wd2" y="hd2"/>
              </a:cxn>
              <a:cxn ang="5400000">
                <a:pos x="wd2" y="hd2"/>
              </a:cxn>
              <a:cxn ang="10800000">
                <a:pos x="wd2" y="hd2"/>
              </a:cxn>
              <a:cxn ang="16200000">
                <a:pos x="wd2" y="hd2"/>
              </a:cxn>
            </a:cxnLst>
            <a:rect l="0" t="0" r="r" b="b"/>
            <a:pathLst>
              <a:path w="21600" h="21600" extrusionOk="0">
                <a:moveTo>
                  <a:pt x="16771" y="0"/>
                </a:moveTo>
                <a:lnTo>
                  <a:pt x="0" y="0"/>
                </a:lnTo>
                <a:lnTo>
                  <a:pt x="0" y="21600"/>
                </a:lnTo>
                <a:lnTo>
                  <a:pt x="21600" y="21600"/>
                </a:lnTo>
                <a:lnTo>
                  <a:pt x="16771"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2" name="Shape">
            <a:extLst>
              <a:ext uri="{FF2B5EF4-FFF2-40B4-BE49-F238E27FC236}">
                <a16:creationId xmlns:a16="http://schemas.microsoft.com/office/drawing/2014/main" id="{78C14858-C51D-F8CE-7ADF-5CF8EE91477A}"/>
              </a:ext>
            </a:extLst>
          </p:cNvPr>
          <p:cNvSpPr/>
          <p:nvPr/>
        </p:nvSpPr>
        <p:spPr>
          <a:xfrm>
            <a:off x="790575" y="1941759"/>
            <a:ext cx="1196511" cy="1343400"/>
          </a:xfrm>
          <a:custGeom>
            <a:avLst/>
            <a:gdLst/>
            <a:ahLst/>
            <a:cxnLst>
              <a:cxn ang="0">
                <a:pos x="wd2" y="hd2"/>
              </a:cxn>
              <a:cxn ang="5400000">
                <a:pos x="wd2" y="hd2"/>
              </a:cxn>
              <a:cxn ang="10800000">
                <a:pos x="wd2" y="hd2"/>
              </a:cxn>
              <a:cxn ang="16200000">
                <a:pos x="wd2" y="hd2"/>
              </a:cxn>
            </a:cxnLst>
            <a:rect l="0" t="0" r="r" b="b"/>
            <a:pathLst>
              <a:path w="21600" h="21600" extrusionOk="0">
                <a:moveTo>
                  <a:pt x="14510" y="0"/>
                </a:moveTo>
                <a:lnTo>
                  <a:pt x="0" y="0"/>
                </a:lnTo>
                <a:lnTo>
                  <a:pt x="0" y="21600"/>
                </a:lnTo>
                <a:lnTo>
                  <a:pt x="21600" y="21600"/>
                </a:lnTo>
                <a:lnTo>
                  <a:pt x="14510" y="0"/>
                </a:lnTo>
                <a:close/>
              </a:path>
            </a:pathLst>
          </a:custGeom>
          <a:solidFill>
            <a:srgbClr val="336699"/>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3" name="Shape">
            <a:extLst>
              <a:ext uri="{FF2B5EF4-FFF2-40B4-BE49-F238E27FC236}">
                <a16:creationId xmlns:a16="http://schemas.microsoft.com/office/drawing/2014/main" id="{F34590A1-3CF7-A1BB-F9B8-653EB767A0CD}"/>
              </a:ext>
            </a:extLst>
          </p:cNvPr>
          <p:cNvSpPr/>
          <p:nvPr/>
        </p:nvSpPr>
        <p:spPr>
          <a:xfrm>
            <a:off x="790707" y="3379355"/>
            <a:ext cx="1418034" cy="1371249"/>
          </a:xfrm>
          <a:custGeom>
            <a:avLst/>
            <a:gdLst/>
            <a:ahLst/>
            <a:cxnLst>
              <a:cxn ang="0">
                <a:pos x="wd2" y="hd2"/>
              </a:cxn>
              <a:cxn ang="5400000">
                <a:pos x="wd2" y="hd2"/>
              </a:cxn>
              <a:cxn ang="10800000">
                <a:pos x="wd2" y="hd2"/>
              </a:cxn>
              <a:cxn ang="16200000">
                <a:pos x="wd2" y="hd2"/>
              </a:cxn>
            </a:cxnLst>
            <a:rect l="0" t="0" r="r" b="b"/>
            <a:pathLst>
              <a:path w="21600" h="21600" extrusionOk="0">
                <a:moveTo>
                  <a:pt x="28" y="0"/>
                </a:moveTo>
                <a:lnTo>
                  <a:pt x="18656" y="0"/>
                </a:lnTo>
                <a:lnTo>
                  <a:pt x="21600" y="10538"/>
                </a:lnTo>
                <a:lnTo>
                  <a:pt x="18478" y="21600"/>
                </a:lnTo>
                <a:lnTo>
                  <a:pt x="0" y="21586"/>
                </a:lnTo>
                <a:lnTo>
                  <a:pt x="28" y="0"/>
                </a:lnTo>
                <a:close/>
              </a:path>
            </a:pathLst>
          </a:custGeom>
          <a:solidFill>
            <a:srgbClr val="3494BA"/>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4" name="Shape">
            <a:extLst>
              <a:ext uri="{FF2B5EF4-FFF2-40B4-BE49-F238E27FC236}">
                <a16:creationId xmlns:a16="http://schemas.microsoft.com/office/drawing/2014/main" id="{3955DBCC-F466-AD12-42D6-4452EF0A9AC6}"/>
              </a:ext>
            </a:extLst>
          </p:cNvPr>
          <p:cNvSpPr/>
          <p:nvPr/>
        </p:nvSpPr>
        <p:spPr>
          <a:xfrm>
            <a:off x="790806" y="4847862"/>
            <a:ext cx="1183748" cy="1405567"/>
          </a:xfrm>
          <a:custGeom>
            <a:avLst/>
            <a:gdLst/>
            <a:ahLst/>
            <a:cxnLst>
              <a:cxn ang="0">
                <a:pos x="wd2" y="hd2"/>
              </a:cxn>
              <a:cxn ang="5400000">
                <a:pos x="wd2" y="hd2"/>
              </a:cxn>
              <a:cxn ang="10800000">
                <a:pos x="wd2" y="hd2"/>
              </a:cxn>
              <a:cxn ang="16200000">
                <a:pos x="wd2" y="hd2"/>
              </a:cxn>
            </a:cxnLst>
            <a:rect l="0" t="0" r="r" b="b"/>
            <a:pathLst>
              <a:path w="21600" h="21600" extrusionOk="0">
                <a:moveTo>
                  <a:pt x="21600" y="1"/>
                </a:moveTo>
                <a:lnTo>
                  <a:pt x="66" y="0"/>
                </a:lnTo>
                <a:lnTo>
                  <a:pt x="0" y="21600"/>
                </a:lnTo>
                <a:lnTo>
                  <a:pt x="13912" y="21553"/>
                </a:lnTo>
                <a:lnTo>
                  <a:pt x="21600" y="1"/>
                </a:lnTo>
                <a:close/>
              </a:path>
            </a:pathLst>
          </a:custGeom>
          <a:solidFill>
            <a:srgbClr val="58B6C0"/>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5" name="Shape">
            <a:extLst>
              <a:ext uri="{FF2B5EF4-FFF2-40B4-BE49-F238E27FC236}">
                <a16:creationId xmlns:a16="http://schemas.microsoft.com/office/drawing/2014/main" id="{15E65C3E-7949-8DF3-3884-F3912D83B4F9}"/>
              </a:ext>
            </a:extLst>
          </p:cNvPr>
          <p:cNvSpPr/>
          <p:nvPr/>
        </p:nvSpPr>
        <p:spPr>
          <a:xfrm>
            <a:off x="1498369" y="1252270"/>
            <a:ext cx="2707645" cy="58924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0243" y="0"/>
                </a:lnTo>
                <a:lnTo>
                  <a:pt x="21600" y="21600"/>
                </a:lnTo>
                <a:lnTo>
                  <a:pt x="1351" y="21600"/>
                </a:lnTo>
                <a:lnTo>
                  <a:pt x="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6" name="Shape">
            <a:extLst>
              <a:ext uri="{FF2B5EF4-FFF2-40B4-BE49-F238E27FC236}">
                <a16:creationId xmlns:a16="http://schemas.microsoft.com/office/drawing/2014/main" id="{8ED019C2-739A-A821-C1AA-1DF70C48CAE7}"/>
              </a:ext>
            </a:extLst>
          </p:cNvPr>
          <p:cNvSpPr/>
          <p:nvPr/>
        </p:nvSpPr>
        <p:spPr>
          <a:xfrm>
            <a:off x="1697643" y="1938888"/>
            <a:ext cx="2926266" cy="1342142"/>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18732" y="0"/>
                </a:lnTo>
                <a:lnTo>
                  <a:pt x="21600" y="21600"/>
                </a:lnTo>
                <a:lnTo>
                  <a:pt x="2870" y="21599"/>
                </a:lnTo>
                <a:lnTo>
                  <a:pt x="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7" name="Shape">
            <a:extLst>
              <a:ext uri="{FF2B5EF4-FFF2-40B4-BE49-F238E27FC236}">
                <a16:creationId xmlns:a16="http://schemas.microsoft.com/office/drawing/2014/main" id="{6566E842-2E8B-69E5-7F56-65DD2CAC705C}"/>
              </a:ext>
            </a:extLst>
          </p:cNvPr>
          <p:cNvSpPr/>
          <p:nvPr/>
        </p:nvSpPr>
        <p:spPr>
          <a:xfrm>
            <a:off x="2103870" y="3379061"/>
            <a:ext cx="2745357" cy="1373445"/>
          </a:xfrm>
          <a:custGeom>
            <a:avLst/>
            <a:gdLst/>
            <a:ahLst/>
            <a:cxnLst>
              <a:cxn ang="0">
                <a:pos x="wd2" y="hd2"/>
              </a:cxn>
              <a:cxn ang="5400000">
                <a:pos x="wd2" y="hd2"/>
              </a:cxn>
              <a:cxn ang="10800000">
                <a:pos x="wd2" y="hd2"/>
              </a:cxn>
              <a:cxn ang="16200000">
                <a:pos x="wd2" y="hd2"/>
              </a:cxn>
            </a:cxnLst>
            <a:rect l="0" t="0" r="r" b="b"/>
            <a:pathLst>
              <a:path w="21600" h="21600" extrusionOk="0">
                <a:moveTo>
                  <a:pt x="20052" y="0"/>
                </a:moveTo>
                <a:lnTo>
                  <a:pt x="78" y="0"/>
                </a:lnTo>
                <a:lnTo>
                  <a:pt x="1633" y="10629"/>
                </a:lnTo>
                <a:lnTo>
                  <a:pt x="0" y="21565"/>
                </a:lnTo>
                <a:lnTo>
                  <a:pt x="19956" y="21600"/>
                </a:lnTo>
                <a:lnTo>
                  <a:pt x="21600" y="10586"/>
                </a:lnTo>
                <a:lnTo>
                  <a:pt x="20052"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8" name="Shape">
            <a:extLst>
              <a:ext uri="{FF2B5EF4-FFF2-40B4-BE49-F238E27FC236}">
                <a16:creationId xmlns:a16="http://schemas.microsoft.com/office/drawing/2014/main" id="{0B41E815-6D82-2EA0-DDD9-309E4E931D8F}"/>
              </a:ext>
            </a:extLst>
          </p:cNvPr>
          <p:cNvSpPr/>
          <p:nvPr/>
        </p:nvSpPr>
        <p:spPr>
          <a:xfrm>
            <a:off x="1652473" y="4848824"/>
            <a:ext cx="2960188" cy="1403232"/>
          </a:xfrm>
          <a:custGeom>
            <a:avLst/>
            <a:gdLst/>
            <a:ahLst/>
            <a:cxnLst>
              <a:cxn ang="0">
                <a:pos x="wd2" y="hd2"/>
              </a:cxn>
              <a:cxn ang="5400000">
                <a:pos x="wd2" y="hd2"/>
              </a:cxn>
              <a:cxn ang="10800000">
                <a:pos x="wd2" y="hd2"/>
              </a:cxn>
              <a:cxn ang="16200000">
                <a:pos x="wd2" y="hd2"/>
              </a:cxn>
            </a:cxnLst>
            <a:rect l="0" t="0" r="r" b="b"/>
            <a:pathLst>
              <a:path w="21600" h="21600" extrusionOk="0">
                <a:moveTo>
                  <a:pt x="3069" y="0"/>
                </a:moveTo>
                <a:lnTo>
                  <a:pt x="21600" y="0"/>
                </a:lnTo>
                <a:lnTo>
                  <a:pt x="18543" y="21600"/>
                </a:lnTo>
                <a:lnTo>
                  <a:pt x="0" y="21585"/>
                </a:lnTo>
                <a:lnTo>
                  <a:pt x="3069"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09" name="Shape">
            <a:extLst>
              <a:ext uri="{FF2B5EF4-FFF2-40B4-BE49-F238E27FC236}">
                <a16:creationId xmlns:a16="http://schemas.microsoft.com/office/drawing/2014/main" id="{95D2DF67-0BA9-36F0-0CD6-B97B3563AF46}"/>
              </a:ext>
            </a:extLst>
          </p:cNvPr>
          <p:cNvSpPr/>
          <p:nvPr/>
        </p:nvSpPr>
        <p:spPr>
          <a:xfrm>
            <a:off x="4141707" y="1253696"/>
            <a:ext cx="2709667" cy="58852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0250" y="0"/>
                </a:lnTo>
                <a:lnTo>
                  <a:pt x="21600" y="21571"/>
                </a:lnTo>
                <a:lnTo>
                  <a:pt x="1379" y="21600"/>
                </a:lnTo>
                <a:lnTo>
                  <a:pt x="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0" name="Shape">
            <a:extLst>
              <a:ext uri="{FF2B5EF4-FFF2-40B4-BE49-F238E27FC236}">
                <a16:creationId xmlns:a16="http://schemas.microsoft.com/office/drawing/2014/main" id="{02E4CD4F-DF38-257D-A08F-4C6B6B2D3A00}"/>
              </a:ext>
            </a:extLst>
          </p:cNvPr>
          <p:cNvSpPr/>
          <p:nvPr/>
        </p:nvSpPr>
        <p:spPr>
          <a:xfrm>
            <a:off x="4341728" y="1938376"/>
            <a:ext cx="2928375" cy="1341686"/>
          </a:xfrm>
          <a:custGeom>
            <a:avLst/>
            <a:gdLst/>
            <a:ahLst/>
            <a:cxnLst>
              <a:cxn ang="0">
                <a:pos x="wd2" y="hd2"/>
              </a:cxn>
              <a:cxn ang="5400000">
                <a:pos x="wd2" y="hd2"/>
              </a:cxn>
              <a:cxn ang="10800000">
                <a:pos x="wd2" y="hd2"/>
              </a:cxn>
              <a:cxn ang="16200000">
                <a:pos x="wd2" y="hd2"/>
              </a:cxn>
            </a:cxnLst>
            <a:rect l="0" t="0" r="r" b="b"/>
            <a:pathLst>
              <a:path w="21600" h="21600" extrusionOk="0">
                <a:moveTo>
                  <a:pt x="0" y="23"/>
                </a:moveTo>
                <a:lnTo>
                  <a:pt x="2877" y="21600"/>
                </a:lnTo>
                <a:lnTo>
                  <a:pt x="21600" y="21600"/>
                </a:lnTo>
                <a:lnTo>
                  <a:pt x="18719" y="0"/>
                </a:lnTo>
                <a:lnTo>
                  <a:pt x="0" y="23"/>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1" name="Shape">
            <a:extLst>
              <a:ext uri="{FF2B5EF4-FFF2-40B4-BE49-F238E27FC236}">
                <a16:creationId xmlns:a16="http://schemas.microsoft.com/office/drawing/2014/main" id="{B965513B-93D8-D0B0-0E95-1C7FF9ADFD5E}"/>
              </a:ext>
            </a:extLst>
          </p:cNvPr>
          <p:cNvSpPr/>
          <p:nvPr/>
        </p:nvSpPr>
        <p:spPr>
          <a:xfrm>
            <a:off x="4749644" y="3378684"/>
            <a:ext cx="2745104" cy="1371712"/>
          </a:xfrm>
          <a:custGeom>
            <a:avLst/>
            <a:gdLst/>
            <a:ahLst/>
            <a:cxnLst>
              <a:cxn ang="0">
                <a:pos x="wd2" y="hd2"/>
              </a:cxn>
              <a:cxn ang="5400000">
                <a:pos x="wd2" y="hd2"/>
              </a:cxn>
              <a:cxn ang="10800000">
                <a:pos x="wd2" y="hd2"/>
              </a:cxn>
              <a:cxn ang="16200000">
                <a:pos x="wd2" y="hd2"/>
              </a:cxn>
            </a:cxnLst>
            <a:rect l="0" t="0" r="r" b="b"/>
            <a:pathLst>
              <a:path w="21600" h="21600" extrusionOk="0">
                <a:moveTo>
                  <a:pt x="81" y="6"/>
                </a:moveTo>
                <a:lnTo>
                  <a:pt x="1611" y="10541"/>
                </a:lnTo>
                <a:lnTo>
                  <a:pt x="0" y="21600"/>
                </a:lnTo>
                <a:lnTo>
                  <a:pt x="19960" y="21600"/>
                </a:lnTo>
                <a:lnTo>
                  <a:pt x="21600" y="10594"/>
                </a:lnTo>
                <a:lnTo>
                  <a:pt x="20058" y="0"/>
                </a:lnTo>
                <a:lnTo>
                  <a:pt x="81" y="6"/>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2" name="Shape">
            <a:extLst>
              <a:ext uri="{FF2B5EF4-FFF2-40B4-BE49-F238E27FC236}">
                <a16:creationId xmlns:a16="http://schemas.microsoft.com/office/drawing/2014/main" id="{2C168749-958C-27EE-7234-2C10C7B42140}"/>
              </a:ext>
            </a:extLst>
          </p:cNvPr>
          <p:cNvSpPr/>
          <p:nvPr/>
        </p:nvSpPr>
        <p:spPr>
          <a:xfrm>
            <a:off x="4302760" y="4848131"/>
            <a:ext cx="2953400" cy="140374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3044" y="0"/>
                </a:lnTo>
                <a:lnTo>
                  <a:pt x="0" y="21588"/>
                </a:lnTo>
                <a:lnTo>
                  <a:pt x="18559" y="21600"/>
                </a:lnTo>
                <a:lnTo>
                  <a:pt x="2160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3" name="Shape">
            <a:extLst>
              <a:ext uri="{FF2B5EF4-FFF2-40B4-BE49-F238E27FC236}">
                <a16:creationId xmlns:a16="http://schemas.microsoft.com/office/drawing/2014/main" id="{275F38C3-F693-45B2-4971-FE4AC1C6410D}"/>
              </a:ext>
            </a:extLst>
          </p:cNvPr>
          <p:cNvSpPr/>
          <p:nvPr/>
        </p:nvSpPr>
        <p:spPr>
          <a:xfrm>
            <a:off x="9578712" y="4848445"/>
            <a:ext cx="1821672" cy="1403679"/>
          </a:xfrm>
          <a:custGeom>
            <a:avLst/>
            <a:gdLst/>
            <a:ahLst/>
            <a:cxnLst>
              <a:cxn ang="0">
                <a:pos x="wd2" y="hd2"/>
              </a:cxn>
              <a:cxn ang="5400000">
                <a:pos x="wd2" y="hd2"/>
              </a:cxn>
              <a:cxn ang="10800000">
                <a:pos x="wd2" y="hd2"/>
              </a:cxn>
              <a:cxn ang="16200000">
                <a:pos x="wd2" y="hd2"/>
              </a:cxn>
            </a:cxnLst>
            <a:rect l="0" t="0" r="r" b="b"/>
            <a:pathLst>
              <a:path w="21600" h="21600" extrusionOk="0">
                <a:moveTo>
                  <a:pt x="4959" y="0"/>
                </a:moveTo>
                <a:lnTo>
                  <a:pt x="21596" y="0"/>
                </a:lnTo>
                <a:lnTo>
                  <a:pt x="21600" y="21588"/>
                </a:lnTo>
                <a:lnTo>
                  <a:pt x="0" y="21600"/>
                </a:lnTo>
                <a:lnTo>
                  <a:pt x="4959" y="0"/>
                </a:lnTo>
                <a:close/>
              </a:path>
            </a:pathLst>
          </a:custGeom>
          <a:solidFill>
            <a:srgbClr val="58B6C0"/>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4" name="Shape">
            <a:extLst>
              <a:ext uri="{FF2B5EF4-FFF2-40B4-BE49-F238E27FC236}">
                <a16:creationId xmlns:a16="http://schemas.microsoft.com/office/drawing/2014/main" id="{AE6561DD-078A-EF9C-E7AA-A452669305DE}"/>
              </a:ext>
            </a:extLst>
          </p:cNvPr>
          <p:cNvSpPr/>
          <p:nvPr/>
        </p:nvSpPr>
        <p:spPr>
          <a:xfrm>
            <a:off x="10026558" y="3377903"/>
            <a:ext cx="1374265" cy="1374826"/>
          </a:xfrm>
          <a:custGeom>
            <a:avLst/>
            <a:gdLst/>
            <a:ahLst/>
            <a:cxnLst>
              <a:cxn ang="0">
                <a:pos x="wd2" y="hd2"/>
              </a:cxn>
              <a:cxn ang="5400000">
                <a:pos x="wd2" y="hd2"/>
              </a:cxn>
              <a:cxn ang="10800000">
                <a:pos x="wd2" y="hd2"/>
              </a:cxn>
              <a:cxn ang="16200000">
                <a:pos x="wd2" y="hd2"/>
              </a:cxn>
            </a:cxnLst>
            <a:rect l="0" t="0" r="r" b="b"/>
            <a:pathLst>
              <a:path w="21600" h="21600" extrusionOk="0">
                <a:moveTo>
                  <a:pt x="21594" y="0"/>
                </a:moveTo>
                <a:lnTo>
                  <a:pt x="177" y="0"/>
                </a:lnTo>
                <a:lnTo>
                  <a:pt x="3292" y="10651"/>
                </a:lnTo>
                <a:lnTo>
                  <a:pt x="0" y="21600"/>
                </a:lnTo>
                <a:lnTo>
                  <a:pt x="21600" y="21600"/>
                </a:lnTo>
                <a:lnTo>
                  <a:pt x="21594" y="0"/>
                </a:lnTo>
                <a:close/>
              </a:path>
            </a:pathLst>
          </a:custGeom>
          <a:solidFill>
            <a:srgbClr val="3494BA"/>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5" name="Shape">
            <a:extLst>
              <a:ext uri="{FF2B5EF4-FFF2-40B4-BE49-F238E27FC236}">
                <a16:creationId xmlns:a16="http://schemas.microsoft.com/office/drawing/2014/main" id="{6BA46255-E6E3-D658-4519-564AC87727F4}"/>
              </a:ext>
            </a:extLst>
          </p:cNvPr>
          <p:cNvSpPr/>
          <p:nvPr/>
        </p:nvSpPr>
        <p:spPr>
          <a:xfrm>
            <a:off x="9621071" y="1940125"/>
            <a:ext cx="1780354" cy="134233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0" y="0"/>
                </a:lnTo>
                <a:lnTo>
                  <a:pt x="4735" y="21581"/>
                </a:lnTo>
                <a:lnTo>
                  <a:pt x="21593" y="21600"/>
                </a:lnTo>
                <a:lnTo>
                  <a:pt x="21600" y="0"/>
                </a:lnTo>
                <a:close/>
              </a:path>
            </a:pathLst>
          </a:custGeom>
          <a:solidFill>
            <a:srgbClr val="336699"/>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6" name="Shape">
            <a:extLst>
              <a:ext uri="{FF2B5EF4-FFF2-40B4-BE49-F238E27FC236}">
                <a16:creationId xmlns:a16="http://schemas.microsoft.com/office/drawing/2014/main" id="{889EEDED-A9D7-CFDC-71F4-28302D766AAF}"/>
              </a:ext>
            </a:extLst>
          </p:cNvPr>
          <p:cNvSpPr/>
          <p:nvPr/>
        </p:nvSpPr>
        <p:spPr>
          <a:xfrm>
            <a:off x="9421233" y="1253049"/>
            <a:ext cx="1979629" cy="59039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864" y="21572"/>
                </a:lnTo>
                <a:lnTo>
                  <a:pt x="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7" name="Shape">
            <a:extLst>
              <a:ext uri="{FF2B5EF4-FFF2-40B4-BE49-F238E27FC236}">
                <a16:creationId xmlns:a16="http://schemas.microsoft.com/office/drawing/2014/main" id="{0047119B-6965-1DAB-A1B1-A3A514656B86}"/>
              </a:ext>
            </a:extLst>
          </p:cNvPr>
          <p:cNvSpPr/>
          <p:nvPr/>
        </p:nvSpPr>
        <p:spPr>
          <a:xfrm>
            <a:off x="6783716" y="1252677"/>
            <a:ext cx="2709667" cy="58852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0250" y="0"/>
                </a:lnTo>
                <a:lnTo>
                  <a:pt x="21600" y="21571"/>
                </a:lnTo>
                <a:lnTo>
                  <a:pt x="1379" y="21600"/>
                </a:lnTo>
                <a:lnTo>
                  <a:pt x="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8" name="Shape">
            <a:extLst>
              <a:ext uri="{FF2B5EF4-FFF2-40B4-BE49-F238E27FC236}">
                <a16:creationId xmlns:a16="http://schemas.microsoft.com/office/drawing/2014/main" id="{8356BB2E-1F9E-F741-F876-2A44455E8B28}"/>
              </a:ext>
            </a:extLst>
          </p:cNvPr>
          <p:cNvSpPr/>
          <p:nvPr/>
        </p:nvSpPr>
        <p:spPr>
          <a:xfrm>
            <a:off x="6983738" y="1937359"/>
            <a:ext cx="2928375" cy="1341686"/>
          </a:xfrm>
          <a:custGeom>
            <a:avLst/>
            <a:gdLst/>
            <a:ahLst/>
            <a:cxnLst>
              <a:cxn ang="0">
                <a:pos x="wd2" y="hd2"/>
              </a:cxn>
              <a:cxn ang="5400000">
                <a:pos x="wd2" y="hd2"/>
              </a:cxn>
              <a:cxn ang="10800000">
                <a:pos x="wd2" y="hd2"/>
              </a:cxn>
              <a:cxn ang="16200000">
                <a:pos x="wd2" y="hd2"/>
              </a:cxn>
            </a:cxnLst>
            <a:rect l="0" t="0" r="r" b="b"/>
            <a:pathLst>
              <a:path w="21600" h="21600" extrusionOk="0">
                <a:moveTo>
                  <a:pt x="0" y="23"/>
                </a:moveTo>
                <a:lnTo>
                  <a:pt x="2877" y="21600"/>
                </a:lnTo>
                <a:lnTo>
                  <a:pt x="21600" y="21600"/>
                </a:lnTo>
                <a:lnTo>
                  <a:pt x="18719" y="0"/>
                </a:lnTo>
                <a:lnTo>
                  <a:pt x="0" y="23"/>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19" name="Shape">
            <a:extLst>
              <a:ext uri="{FF2B5EF4-FFF2-40B4-BE49-F238E27FC236}">
                <a16:creationId xmlns:a16="http://schemas.microsoft.com/office/drawing/2014/main" id="{76FE5037-D93C-D104-8A05-F1388A32A615}"/>
              </a:ext>
            </a:extLst>
          </p:cNvPr>
          <p:cNvSpPr/>
          <p:nvPr/>
        </p:nvSpPr>
        <p:spPr>
          <a:xfrm>
            <a:off x="7391652" y="3377665"/>
            <a:ext cx="2745104" cy="1371712"/>
          </a:xfrm>
          <a:custGeom>
            <a:avLst/>
            <a:gdLst/>
            <a:ahLst/>
            <a:cxnLst>
              <a:cxn ang="0">
                <a:pos x="wd2" y="hd2"/>
              </a:cxn>
              <a:cxn ang="5400000">
                <a:pos x="wd2" y="hd2"/>
              </a:cxn>
              <a:cxn ang="10800000">
                <a:pos x="wd2" y="hd2"/>
              </a:cxn>
              <a:cxn ang="16200000">
                <a:pos x="wd2" y="hd2"/>
              </a:cxn>
            </a:cxnLst>
            <a:rect l="0" t="0" r="r" b="b"/>
            <a:pathLst>
              <a:path w="21600" h="21600" extrusionOk="0">
                <a:moveTo>
                  <a:pt x="81" y="6"/>
                </a:moveTo>
                <a:lnTo>
                  <a:pt x="1611" y="10541"/>
                </a:lnTo>
                <a:lnTo>
                  <a:pt x="0" y="21600"/>
                </a:lnTo>
                <a:lnTo>
                  <a:pt x="19960" y="21600"/>
                </a:lnTo>
                <a:lnTo>
                  <a:pt x="21600" y="10594"/>
                </a:lnTo>
                <a:lnTo>
                  <a:pt x="20058" y="0"/>
                </a:lnTo>
                <a:lnTo>
                  <a:pt x="81" y="6"/>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20" name="Shape">
            <a:extLst>
              <a:ext uri="{FF2B5EF4-FFF2-40B4-BE49-F238E27FC236}">
                <a16:creationId xmlns:a16="http://schemas.microsoft.com/office/drawing/2014/main" id="{44C4BEC5-D356-4A8F-A10B-5EDE715AE779}"/>
              </a:ext>
            </a:extLst>
          </p:cNvPr>
          <p:cNvSpPr/>
          <p:nvPr/>
        </p:nvSpPr>
        <p:spPr>
          <a:xfrm>
            <a:off x="6944769" y="4847112"/>
            <a:ext cx="2953399" cy="1403748"/>
          </a:xfrm>
          <a:custGeom>
            <a:avLst/>
            <a:gdLst/>
            <a:ahLst/>
            <a:cxnLst>
              <a:cxn ang="0">
                <a:pos x="wd2" y="hd2"/>
              </a:cxn>
              <a:cxn ang="5400000">
                <a:pos x="wd2" y="hd2"/>
              </a:cxn>
              <a:cxn ang="10800000">
                <a:pos x="wd2" y="hd2"/>
              </a:cxn>
              <a:cxn ang="16200000">
                <a:pos x="wd2" y="hd2"/>
              </a:cxn>
            </a:cxnLst>
            <a:rect l="0" t="0" r="r" b="b"/>
            <a:pathLst>
              <a:path w="21600" h="21600" extrusionOk="0">
                <a:moveTo>
                  <a:pt x="21600" y="0"/>
                </a:moveTo>
                <a:lnTo>
                  <a:pt x="3044" y="0"/>
                </a:lnTo>
                <a:lnTo>
                  <a:pt x="0" y="21588"/>
                </a:lnTo>
                <a:lnTo>
                  <a:pt x="18559" y="21600"/>
                </a:lnTo>
                <a:lnTo>
                  <a:pt x="21600" y="0"/>
                </a:lnTo>
                <a:close/>
              </a:path>
            </a:pathLst>
          </a:custGeom>
          <a:solidFill>
            <a:srgbClr val="F2F6F7"/>
          </a:solidFill>
          <a:ln w="12700">
            <a:miter lim="400000"/>
          </a:ln>
        </p:spPr>
        <p:txBody>
          <a:bodyPr lIns="0" tIns="0" rIns="0" bIns="0" anchor="ctr"/>
          <a:lstStyle/>
          <a:p>
            <a:pPr>
              <a:defRPr sz="3010" b="0">
                <a:solidFill>
                  <a:srgbClr val="FFFFFF"/>
                </a:solidFill>
                <a:latin typeface="微软雅黑"/>
                <a:ea typeface="微软雅黑"/>
                <a:cs typeface="微软雅黑"/>
                <a:sym typeface="Helvetica Neue Medium"/>
              </a:defRPr>
            </a:pPr>
            <a:endParaRPr sz="1505">
              <a:latin typeface="微软雅黑" panose="020B0503020204020204" pitchFamily="34" charset="-122"/>
              <a:ea typeface="微软雅黑" panose="020B0503020204020204" pitchFamily="34" charset="-122"/>
            </a:endParaRPr>
          </a:p>
        </p:txBody>
      </p:sp>
      <p:sp>
        <p:nvSpPr>
          <p:cNvPr id="121" name="Project name #03">
            <a:extLst>
              <a:ext uri="{FF2B5EF4-FFF2-40B4-BE49-F238E27FC236}">
                <a16:creationId xmlns:a16="http://schemas.microsoft.com/office/drawing/2014/main" id="{DE1C39E4-1213-ABB2-CBF5-D37CDB2141D7}"/>
              </a:ext>
            </a:extLst>
          </p:cNvPr>
          <p:cNvSpPr txBox="1"/>
          <p:nvPr/>
        </p:nvSpPr>
        <p:spPr>
          <a:xfrm>
            <a:off x="898998" y="2458912"/>
            <a:ext cx="905466"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公司项目</a:t>
            </a:r>
            <a:r>
              <a:rPr lang="en-US" altLang="zh-CN" sz="1176" b="1" dirty="0">
                <a:solidFill>
                  <a:srgbClr val="FFFFFF"/>
                </a:solidFill>
                <a:latin typeface="微软雅黑" panose="020B0503020204020204" pitchFamily="34" charset="-122"/>
                <a:ea typeface="微软雅黑" panose="020B0503020204020204" pitchFamily="34" charset="-122"/>
              </a:rPr>
              <a:t>A</a:t>
            </a:r>
          </a:p>
        </p:txBody>
      </p:sp>
      <p:sp>
        <p:nvSpPr>
          <p:cNvPr id="122" name="Project name #03">
            <a:extLst>
              <a:ext uri="{FF2B5EF4-FFF2-40B4-BE49-F238E27FC236}">
                <a16:creationId xmlns:a16="http://schemas.microsoft.com/office/drawing/2014/main" id="{AC9B70CB-FAE7-57AF-788F-E75391F8E9CC}"/>
              </a:ext>
            </a:extLst>
          </p:cNvPr>
          <p:cNvSpPr txBox="1"/>
          <p:nvPr/>
        </p:nvSpPr>
        <p:spPr>
          <a:xfrm>
            <a:off x="904497" y="3922522"/>
            <a:ext cx="859079"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公司项目</a:t>
            </a:r>
            <a:r>
              <a:rPr lang="en-US" altLang="zh-CN" sz="1176" b="1" dirty="0">
                <a:solidFill>
                  <a:srgbClr val="FFFFFF"/>
                </a:solidFill>
                <a:latin typeface="微软雅黑" panose="020B0503020204020204" pitchFamily="34" charset="-122"/>
                <a:ea typeface="微软雅黑" panose="020B0503020204020204" pitchFamily="34" charset="-122"/>
              </a:rPr>
              <a:t>B</a:t>
            </a:r>
            <a:endParaRPr sz="1176" b="1" dirty="0">
              <a:solidFill>
                <a:srgbClr val="FFFFFF"/>
              </a:solidFill>
              <a:latin typeface="微软雅黑" panose="020B0503020204020204" pitchFamily="34" charset="-122"/>
              <a:ea typeface="微软雅黑" panose="020B0503020204020204" pitchFamily="34" charset="-122"/>
            </a:endParaRPr>
          </a:p>
        </p:txBody>
      </p:sp>
      <p:sp>
        <p:nvSpPr>
          <p:cNvPr id="123" name="Project name #03">
            <a:extLst>
              <a:ext uri="{FF2B5EF4-FFF2-40B4-BE49-F238E27FC236}">
                <a16:creationId xmlns:a16="http://schemas.microsoft.com/office/drawing/2014/main" id="{8C0A1724-79CC-7574-54EC-1D90F8C50E4C}"/>
              </a:ext>
            </a:extLst>
          </p:cNvPr>
          <p:cNvSpPr txBox="1"/>
          <p:nvPr/>
        </p:nvSpPr>
        <p:spPr>
          <a:xfrm>
            <a:off x="898998" y="5386130"/>
            <a:ext cx="905466"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公司项目</a:t>
            </a:r>
            <a:r>
              <a:rPr lang="en-US" altLang="zh-CN" sz="1176" b="1" dirty="0">
                <a:solidFill>
                  <a:srgbClr val="FFFFFF"/>
                </a:solidFill>
                <a:latin typeface="微软雅黑" panose="020B0503020204020204" pitchFamily="34" charset="-122"/>
                <a:ea typeface="微软雅黑" panose="020B0503020204020204" pitchFamily="34" charset="-122"/>
              </a:rPr>
              <a:t>C</a:t>
            </a:r>
            <a:endParaRPr sz="1176" b="1" dirty="0">
              <a:solidFill>
                <a:srgbClr val="FFFFFF"/>
              </a:solidFill>
              <a:latin typeface="微软雅黑" panose="020B0503020204020204" pitchFamily="34" charset="-122"/>
              <a:ea typeface="微软雅黑" panose="020B0503020204020204" pitchFamily="34" charset="-122"/>
            </a:endParaRPr>
          </a:p>
        </p:txBody>
      </p:sp>
      <p:sp>
        <p:nvSpPr>
          <p:cNvPr id="124" name="Sample text">
            <a:extLst>
              <a:ext uri="{FF2B5EF4-FFF2-40B4-BE49-F238E27FC236}">
                <a16:creationId xmlns:a16="http://schemas.microsoft.com/office/drawing/2014/main" id="{93A606A1-75B7-080F-BA06-53B7B3E5FD88}"/>
              </a:ext>
            </a:extLst>
          </p:cNvPr>
          <p:cNvSpPr txBox="1"/>
          <p:nvPr/>
        </p:nvSpPr>
        <p:spPr>
          <a:xfrm>
            <a:off x="10387008" y="2482704"/>
            <a:ext cx="994203"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项目成果</a:t>
            </a:r>
            <a:r>
              <a:rPr lang="en-US" altLang="zh-CN" sz="1176" b="1" dirty="0">
                <a:solidFill>
                  <a:srgbClr val="FFFFFF"/>
                </a:solidFill>
                <a:latin typeface="微软雅黑" panose="020B0503020204020204" pitchFamily="34" charset="-122"/>
                <a:ea typeface="微软雅黑" panose="020B0503020204020204" pitchFamily="34" charset="-122"/>
              </a:rPr>
              <a:t>A</a:t>
            </a:r>
            <a:endParaRPr sz="1176" b="1" dirty="0">
              <a:solidFill>
                <a:srgbClr val="FFFFFF"/>
              </a:solidFill>
              <a:latin typeface="微软雅黑" panose="020B0503020204020204" pitchFamily="34" charset="-122"/>
              <a:ea typeface="微软雅黑" panose="020B0503020204020204" pitchFamily="34" charset="-122"/>
            </a:endParaRPr>
          </a:p>
        </p:txBody>
      </p:sp>
      <p:sp>
        <p:nvSpPr>
          <p:cNvPr id="125" name="Sample text">
            <a:extLst>
              <a:ext uri="{FF2B5EF4-FFF2-40B4-BE49-F238E27FC236}">
                <a16:creationId xmlns:a16="http://schemas.microsoft.com/office/drawing/2014/main" id="{5EFD51B5-14D9-253B-F0C0-BDAECA5F5587}"/>
              </a:ext>
            </a:extLst>
          </p:cNvPr>
          <p:cNvSpPr txBox="1"/>
          <p:nvPr/>
        </p:nvSpPr>
        <p:spPr>
          <a:xfrm>
            <a:off x="10387008" y="3910586"/>
            <a:ext cx="994203"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项目成果</a:t>
            </a:r>
            <a:r>
              <a:rPr lang="en" altLang="zh-CN" sz="1176" b="1" dirty="0">
                <a:solidFill>
                  <a:srgbClr val="FFFFFF"/>
                </a:solidFill>
                <a:latin typeface="微软雅黑" panose="020B0503020204020204" pitchFamily="34" charset="-122"/>
                <a:ea typeface="微软雅黑" panose="020B0503020204020204" pitchFamily="34" charset="-122"/>
              </a:rPr>
              <a:t>B</a:t>
            </a:r>
          </a:p>
        </p:txBody>
      </p:sp>
      <p:sp>
        <p:nvSpPr>
          <p:cNvPr id="126" name="Sample text">
            <a:extLst>
              <a:ext uri="{FF2B5EF4-FFF2-40B4-BE49-F238E27FC236}">
                <a16:creationId xmlns:a16="http://schemas.microsoft.com/office/drawing/2014/main" id="{AECF58BB-F92D-1AF4-B013-D8F0B457B1CE}"/>
              </a:ext>
            </a:extLst>
          </p:cNvPr>
          <p:cNvSpPr txBox="1"/>
          <p:nvPr/>
        </p:nvSpPr>
        <p:spPr>
          <a:xfrm>
            <a:off x="10387008" y="5401131"/>
            <a:ext cx="994203"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F6F6F7"/>
                </a:solidFill>
                <a:latin typeface="微软雅黑"/>
                <a:ea typeface="微软雅黑"/>
                <a:cs typeface="微软雅黑"/>
                <a:sym typeface="Barlow SemiBold"/>
              </a:defRPr>
            </a:lvl1pPr>
          </a:lstStyle>
          <a:p>
            <a:pPr>
              <a:defRPr>
                <a:latin typeface="微软雅黑"/>
                <a:ea typeface="微软雅黑"/>
                <a:cs typeface="微软雅黑"/>
                <a:sym typeface="Barlow Medium"/>
              </a:defRPr>
            </a:pPr>
            <a:r>
              <a:rPr lang="zh-CN" altLang="en-US" sz="1176" b="1" dirty="0">
                <a:solidFill>
                  <a:srgbClr val="FFFFFF"/>
                </a:solidFill>
                <a:latin typeface="微软雅黑" panose="020B0503020204020204" pitchFamily="34" charset="-122"/>
                <a:ea typeface="微软雅黑" panose="020B0503020204020204" pitchFamily="34" charset="-122"/>
              </a:rPr>
              <a:t>项目成果</a:t>
            </a:r>
            <a:r>
              <a:rPr lang="en" altLang="zh-CN" sz="1176" b="1" dirty="0">
                <a:solidFill>
                  <a:srgbClr val="FFFFFF"/>
                </a:solidFill>
                <a:latin typeface="微软雅黑" panose="020B0503020204020204" pitchFamily="34" charset="-122"/>
                <a:ea typeface="微软雅黑" panose="020B0503020204020204" pitchFamily="34" charset="-122"/>
              </a:rPr>
              <a:t>C</a:t>
            </a:r>
          </a:p>
        </p:txBody>
      </p:sp>
      <p:sp>
        <p:nvSpPr>
          <p:cNvPr id="127" name="Step 01">
            <a:extLst>
              <a:ext uri="{FF2B5EF4-FFF2-40B4-BE49-F238E27FC236}">
                <a16:creationId xmlns:a16="http://schemas.microsoft.com/office/drawing/2014/main" id="{847C8872-2999-BCF5-DA7B-6C77F9A8C77F}"/>
              </a:ext>
            </a:extLst>
          </p:cNvPr>
          <p:cNvSpPr txBox="1"/>
          <p:nvPr/>
        </p:nvSpPr>
        <p:spPr>
          <a:xfrm>
            <a:off x="1783131" y="1421294"/>
            <a:ext cx="1986917"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spAutoFit/>
          </a:bodyPr>
          <a:lstStyle>
            <a:lvl1pPr algn="l">
              <a:defRPr sz="2351" b="0">
                <a:solidFill>
                  <a:srgbClr val="545453"/>
                </a:solidFill>
                <a:latin typeface="微软雅黑"/>
                <a:ea typeface="微软雅黑"/>
                <a:cs typeface="微软雅黑"/>
                <a:sym typeface="Barlow SemiBold"/>
              </a:defRPr>
            </a:lvl1pPr>
          </a:lstStyle>
          <a:p>
            <a:r>
              <a:rPr lang="zh-CN" altLang="en-US" sz="1176" b="1" dirty="0">
                <a:solidFill>
                  <a:srgbClr val="333333"/>
                </a:solidFill>
                <a:latin typeface="微软雅黑" panose="020B0503020204020204" pitchFamily="34" charset="-122"/>
                <a:ea typeface="微软雅黑" panose="020B0503020204020204" pitchFamily="34" charset="-122"/>
              </a:rPr>
              <a:t>第一阶段（</a:t>
            </a:r>
            <a:r>
              <a:rPr lang="en-US" altLang="zh-CN" sz="1176" b="1" dirty="0">
                <a:solidFill>
                  <a:srgbClr val="333333"/>
                </a:solidFill>
                <a:latin typeface="微软雅黑" panose="020B0503020204020204" pitchFamily="34" charset="-122"/>
                <a:ea typeface="微软雅黑" panose="020B0503020204020204" pitchFamily="34" charset="-122"/>
              </a:rPr>
              <a:t>2024.3-2024.6</a:t>
            </a:r>
            <a:r>
              <a:rPr lang="zh-CN" altLang="en-US" sz="1176" b="1" dirty="0">
                <a:solidFill>
                  <a:srgbClr val="333333"/>
                </a:solidFill>
                <a:latin typeface="微软雅黑" panose="020B0503020204020204" pitchFamily="34" charset="-122"/>
                <a:ea typeface="微软雅黑" panose="020B0503020204020204" pitchFamily="34" charset="-122"/>
              </a:rPr>
              <a:t>）</a:t>
            </a:r>
            <a:endParaRPr sz="1176" b="1" dirty="0">
              <a:solidFill>
                <a:srgbClr val="333333"/>
              </a:solidFill>
              <a:latin typeface="微软雅黑" panose="020B0503020204020204" pitchFamily="34" charset="-122"/>
              <a:ea typeface="微软雅黑" panose="020B0503020204020204" pitchFamily="34" charset="-122"/>
            </a:endParaRPr>
          </a:p>
        </p:txBody>
      </p:sp>
      <p:sp>
        <p:nvSpPr>
          <p:cNvPr id="128" name="Step 02">
            <a:extLst>
              <a:ext uri="{FF2B5EF4-FFF2-40B4-BE49-F238E27FC236}">
                <a16:creationId xmlns:a16="http://schemas.microsoft.com/office/drawing/2014/main" id="{E2BE6F8D-88E7-B098-2988-0183622B9094}"/>
              </a:ext>
            </a:extLst>
          </p:cNvPr>
          <p:cNvSpPr txBox="1"/>
          <p:nvPr/>
        </p:nvSpPr>
        <p:spPr>
          <a:xfrm>
            <a:off x="4442325" y="1421294"/>
            <a:ext cx="2077537"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spAutoFit/>
          </a:bodyPr>
          <a:lstStyle>
            <a:lvl1pPr algn="l">
              <a:defRPr sz="2351" b="0">
                <a:solidFill>
                  <a:srgbClr val="545453"/>
                </a:solidFill>
                <a:latin typeface="微软雅黑"/>
                <a:ea typeface="微软雅黑"/>
                <a:cs typeface="微软雅黑"/>
                <a:sym typeface="Barlow SemiBold"/>
              </a:defRPr>
            </a:lvl1pPr>
          </a:lstStyle>
          <a:p>
            <a:r>
              <a:rPr lang="zh-CN" altLang="en-US" sz="1176" b="1" dirty="0">
                <a:solidFill>
                  <a:srgbClr val="333333"/>
                </a:solidFill>
                <a:latin typeface="微软雅黑" panose="020B0503020204020204" pitchFamily="34" charset="-122"/>
                <a:ea typeface="微软雅黑" panose="020B0503020204020204" pitchFamily="34" charset="-122"/>
              </a:rPr>
              <a:t>第二阶段（</a:t>
            </a:r>
            <a:r>
              <a:rPr lang="en-US" altLang="zh-CN" sz="1176" b="1" dirty="0">
                <a:solidFill>
                  <a:srgbClr val="333333"/>
                </a:solidFill>
                <a:latin typeface="微软雅黑" panose="020B0503020204020204" pitchFamily="34" charset="-122"/>
                <a:ea typeface="微软雅黑" panose="020B0503020204020204" pitchFamily="34" charset="-122"/>
              </a:rPr>
              <a:t>2024.3-2024.6</a:t>
            </a:r>
            <a:r>
              <a:rPr lang="zh-CN" altLang="en-US" sz="1176" b="1" dirty="0">
                <a:solidFill>
                  <a:srgbClr val="333333"/>
                </a:solidFill>
                <a:latin typeface="微软雅黑" panose="020B0503020204020204" pitchFamily="34" charset="-122"/>
                <a:ea typeface="微软雅黑" panose="020B0503020204020204" pitchFamily="34" charset="-122"/>
              </a:rPr>
              <a:t>）</a:t>
            </a:r>
          </a:p>
        </p:txBody>
      </p:sp>
      <p:sp>
        <p:nvSpPr>
          <p:cNvPr id="129" name="Step 03">
            <a:extLst>
              <a:ext uri="{FF2B5EF4-FFF2-40B4-BE49-F238E27FC236}">
                <a16:creationId xmlns:a16="http://schemas.microsoft.com/office/drawing/2014/main" id="{496A0B4A-37BB-0AA1-C759-7E5E585C733B}"/>
              </a:ext>
            </a:extLst>
          </p:cNvPr>
          <p:cNvSpPr txBox="1"/>
          <p:nvPr/>
        </p:nvSpPr>
        <p:spPr>
          <a:xfrm>
            <a:off x="7115227" y="1421294"/>
            <a:ext cx="1936722"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spAutoFit/>
          </a:bodyPr>
          <a:lstStyle>
            <a:lvl1pPr algn="l">
              <a:defRPr sz="2351" b="0">
                <a:solidFill>
                  <a:srgbClr val="545453"/>
                </a:solidFill>
                <a:latin typeface="微软雅黑"/>
                <a:ea typeface="微软雅黑"/>
                <a:cs typeface="微软雅黑"/>
                <a:sym typeface="Barlow SemiBold"/>
              </a:defRPr>
            </a:lvl1pPr>
          </a:lstStyle>
          <a:p>
            <a:r>
              <a:rPr lang="zh-CN" altLang="en-US" sz="1176" b="1" dirty="0">
                <a:solidFill>
                  <a:srgbClr val="333333"/>
                </a:solidFill>
                <a:latin typeface="微软雅黑" panose="020B0503020204020204" pitchFamily="34" charset="-122"/>
                <a:ea typeface="微软雅黑" panose="020B0503020204020204" pitchFamily="34" charset="-122"/>
              </a:rPr>
              <a:t>第三阶段（</a:t>
            </a:r>
            <a:r>
              <a:rPr lang="en-US" altLang="zh-CN" sz="1176" b="1" dirty="0">
                <a:solidFill>
                  <a:srgbClr val="333333"/>
                </a:solidFill>
                <a:latin typeface="微软雅黑" panose="020B0503020204020204" pitchFamily="34" charset="-122"/>
                <a:ea typeface="微软雅黑" panose="020B0503020204020204" pitchFamily="34" charset="-122"/>
              </a:rPr>
              <a:t>2024.3-2024.6</a:t>
            </a:r>
            <a:r>
              <a:rPr lang="zh-CN" altLang="en-US" sz="1176" b="1" dirty="0">
                <a:solidFill>
                  <a:srgbClr val="333333"/>
                </a:solidFill>
                <a:latin typeface="微软雅黑" panose="020B0503020204020204" pitchFamily="34" charset="-122"/>
                <a:ea typeface="微软雅黑" panose="020B0503020204020204" pitchFamily="34" charset="-122"/>
              </a:rPr>
              <a:t>）</a:t>
            </a:r>
          </a:p>
        </p:txBody>
      </p:sp>
      <p:sp>
        <p:nvSpPr>
          <p:cNvPr id="130" name="Results">
            <a:extLst>
              <a:ext uri="{FF2B5EF4-FFF2-40B4-BE49-F238E27FC236}">
                <a16:creationId xmlns:a16="http://schemas.microsoft.com/office/drawing/2014/main" id="{A241A270-3B02-F87A-4A48-52E609F3A3C6}"/>
              </a:ext>
            </a:extLst>
          </p:cNvPr>
          <p:cNvSpPr txBox="1"/>
          <p:nvPr/>
        </p:nvSpPr>
        <p:spPr>
          <a:xfrm>
            <a:off x="10387008" y="1421294"/>
            <a:ext cx="776720"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25400" tIns="25400" rIns="25400" bIns="25400">
            <a:spAutoFit/>
          </a:bodyPr>
          <a:lstStyle>
            <a:lvl1pPr algn="l">
              <a:defRPr sz="2351" b="0">
                <a:solidFill>
                  <a:srgbClr val="545453"/>
                </a:solidFill>
                <a:latin typeface="微软雅黑"/>
                <a:ea typeface="微软雅黑"/>
                <a:cs typeface="微软雅黑"/>
                <a:sym typeface="Barlow SemiBold"/>
              </a:defRPr>
            </a:lvl1pPr>
          </a:lstStyle>
          <a:p>
            <a:r>
              <a:rPr lang="zh-CN" altLang="en-US" sz="1176" b="1" dirty="0">
                <a:solidFill>
                  <a:srgbClr val="333333"/>
                </a:solidFill>
                <a:latin typeface="微软雅黑" panose="020B0503020204020204" pitchFamily="34" charset="-122"/>
                <a:ea typeface="微软雅黑" panose="020B0503020204020204" pitchFamily="34" charset="-122"/>
              </a:rPr>
              <a:t>项目复盘</a:t>
            </a:r>
            <a:endParaRPr sz="1176" b="1" dirty="0">
              <a:solidFill>
                <a:srgbClr val="333333"/>
              </a:solidFill>
              <a:latin typeface="微软雅黑" panose="020B0503020204020204" pitchFamily="34" charset="-122"/>
              <a:ea typeface="微软雅黑" panose="020B0503020204020204" pitchFamily="34" charset="-122"/>
            </a:endParaRPr>
          </a:p>
        </p:txBody>
      </p:sp>
      <p:sp>
        <p:nvSpPr>
          <p:cNvPr id="131" name="#">
            <a:extLst>
              <a:ext uri="{FF2B5EF4-FFF2-40B4-BE49-F238E27FC236}">
                <a16:creationId xmlns:a16="http://schemas.microsoft.com/office/drawing/2014/main" id="{20D1D8C7-4DFA-3D5B-AF44-24F8C8414088}"/>
              </a:ext>
            </a:extLst>
          </p:cNvPr>
          <p:cNvSpPr txBox="1"/>
          <p:nvPr/>
        </p:nvSpPr>
        <p:spPr>
          <a:xfrm>
            <a:off x="906466" y="1421294"/>
            <a:ext cx="354315" cy="22915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spAutoFit/>
          </a:bodyPr>
          <a:lstStyle>
            <a:lvl1pPr algn="l">
              <a:defRPr sz="2351" b="0">
                <a:solidFill>
                  <a:srgbClr val="545453"/>
                </a:solidFill>
                <a:latin typeface="微软雅黑"/>
                <a:ea typeface="微软雅黑"/>
                <a:cs typeface="微软雅黑"/>
                <a:sym typeface="Barlow SemiBold"/>
              </a:defRPr>
            </a:lvl1pPr>
          </a:lstStyle>
          <a:p>
            <a:r>
              <a:rPr lang="zh-CN" altLang="en-US" sz="1176" b="1" dirty="0">
                <a:solidFill>
                  <a:srgbClr val="333333"/>
                </a:solidFill>
                <a:latin typeface="微软雅黑" panose="020B0503020204020204" pitchFamily="34" charset="-122"/>
                <a:ea typeface="微软雅黑" panose="020B0503020204020204" pitchFamily="34" charset="-122"/>
              </a:rPr>
              <a:t>立项</a:t>
            </a:r>
            <a:endParaRPr sz="1176" b="1" dirty="0">
              <a:solidFill>
                <a:srgbClr val="333333"/>
              </a:solidFill>
              <a:latin typeface="微软雅黑" panose="020B0503020204020204" pitchFamily="34" charset="-122"/>
              <a:ea typeface="微软雅黑" panose="020B0503020204020204" pitchFamily="34" charset="-122"/>
            </a:endParaRPr>
          </a:p>
        </p:txBody>
      </p:sp>
      <p:sp>
        <p:nvSpPr>
          <p:cNvPr id="132" name="This is a sample text. Insert your description here.">
            <a:extLst>
              <a:ext uri="{FF2B5EF4-FFF2-40B4-BE49-F238E27FC236}">
                <a16:creationId xmlns:a16="http://schemas.microsoft.com/office/drawing/2014/main" id="{1CA40454-9357-F90C-F210-FBA383229504}"/>
              </a:ext>
            </a:extLst>
          </p:cNvPr>
          <p:cNvSpPr/>
          <p:nvPr/>
        </p:nvSpPr>
        <p:spPr>
          <a:xfrm>
            <a:off x="2202908" y="2382207"/>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33" name="This is a sample text.">
            <a:extLst>
              <a:ext uri="{FF2B5EF4-FFF2-40B4-BE49-F238E27FC236}">
                <a16:creationId xmlns:a16="http://schemas.microsoft.com/office/drawing/2014/main" id="{7D379229-308E-3AF5-EF19-D0BD147DE3C1}"/>
              </a:ext>
            </a:extLst>
          </p:cNvPr>
          <p:cNvSpPr/>
          <p:nvPr/>
        </p:nvSpPr>
        <p:spPr>
          <a:xfrm>
            <a:off x="2205644" y="2130133"/>
            <a:ext cx="1936062"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品牌策划 </a:t>
            </a:r>
            <a:r>
              <a:rPr lang="en" altLang="zh-CN" sz="1129" dirty="0">
                <a:solidFill>
                  <a:srgbClr val="336699"/>
                </a:solidFill>
                <a:latin typeface="微软雅黑" panose="020B0503020204020204" pitchFamily="34" charset="-122"/>
                <a:ea typeface="微软雅黑" panose="020B0503020204020204" pitchFamily="34" charset="-122"/>
              </a:rPr>
              <a:t>Brand planning</a:t>
            </a:r>
            <a:endParaRPr sz="1129" dirty="0">
              <a:solidFill>
                <a:srgbClr val="336699"/>
              </a:solidFill>
              <a:latin typeface="微软雅黑" panose="020B0503020204020204" pitchFamily="34" charset="-122"/>
              <a:ea typeface="微软雅黑" panose="020B0503020204020204" pitchFamily="34" charset="-122"/>
            </a:endParaRPr>
          </a:p>
        </p:txBody>
      </p:sp>
      <p:sp>
        <p:nvSpPr>
          <p:cNvPr id="134" name="This is a sample text. Insert your description here.">
            <a:extLst>
              <a:ext uri="{FF2B5EF4-FFF2-40B4-BE49-F238E27FC236}">
                <a16:creationId xmlns:a16="http://schemas.microsoft.com/office/drawing/2014/main" id="{7DE427DF-FCC1-9EFF-7B22-E7C3A2FD0135}"/>
              </a:ext>
            </a:extLst>
          </p:cNvPr>
          <p:cNvSpPr/>
          <p:nvPr/>
        </p:nvSpPr>
        <p:spPr>
          <a:xfrm>
            <a:off x="2202908" y="5339963"/>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35" name="This is a sample text.">
            <a:extLst>
              <a:ext uri="{FF2B5EF4-FFF2-40B4-BE49-F238E27FC236}">
                <a16:creationId xmlns:a16="http://schemas.microsoft.com/office/drawing/2014/main" id="{18BDC15C-D206-BE6D-97CF-A26AD217B37A}"/>
              </a:ext>
            </a:extLst>
          </p:cNvPr>
          <p:cNvSpPr/>
          <p:nvPr/>
        </p:nvSpPr>
        <p:spPr>
          <a:xfrm>
            <a:off x="2205644" y="5087891"/>
            <a:ext cx="2037366"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品牌策划 </a:t>
            </a:r>
            <a:r>
              <a:rPr lang="en" altLang="zh-CN" sz="1129" dirty="0">
                <a:solidFill>
                  <a:srgbClr val="336699"/>
                </a:solidFill>
                <a:latin typeface="微软雅黑" panose="020B0503020204020204" pitchFamily="34" charset="-122"/>
                <a:ea typeface="微软雅黑" panose="020B0503020204020204" pitchFamily="34" charset="-122"/>
              </a:rPr>
              <a:t>Brand planning</a:t>
            </a:r>
          </a:p>
        </p:txBody>
      </p:sp>
      <p:sp>
        <p:nvSpPr>
          <p:cNvPr id="136" name="This is a sample text. Insert your description here.">
            <a:extLst>
              <a:ext uri="{FF2B5EF4-FFF2-40B4-BE49-F238E27FC236}">
                <a16:creationId xmlns:a16="http://schemas.microsoft.com/office/drawing/2014/main" id="{A2EB8729-99AD-61DB-90AB-52467E7F0548}"/>
              </a:ext>
            </a:extLst>
          </p:cNvPr>
          <p:cNvSpPr/>
          <p:nvPr/>
        </p:nvSpPr>
        <p:spPr>
          <a:xfrm>
            <a:off x="2518853" y="3833387"/>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37" name="This is a sample text.">
            <a:extLst>
              <a:ext uri="{FF2B5EF4-FFF2-40B4-BE49-F238E27FC236}">
                <a16:creationId xmlns:a16="http://schemas.microsoft.com/office/drawing/2014/main" id="{44D08476-CF46-F15F-B100-D161DA028416}"/>
              </a:ext>
            </a:extLst>
          </p:cNvPr>
          <p:cNvSpPr/>
          <p:nvPr/>
        </p:nvSpPr>
        <p:spPr>
          <a:xfrm>
            <a:off x="2521589" y="3581315"/>
            <a:ext cx="2037366"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品牌策划 </a:t>
            </a:r>
            <a:r>
              <a:rPr lang="en" altLang="zh-CN" sz="1129" dirty="0">
                <a:solidFill>
                  <a:srgbClr val="336699"/>
                </a:solidFill>
                <a:latin typeface="微软雅黑" panose="020B0503020204020204" pitchFamily="34" charset="-122"/>
                <a:ea typeface="微软雅黑" panose="020B0503020204020204" pitchFamily="34" charset="-122"/>
              </a:rPr>
              <a:t>Brand planning</a:t>
            </a:r>
          </a:p>
        </p:txBody>
      </p:sp>
      <p:sp>
        <p:nvSpPr>
          <p:cNvPr id="138" name="This is a sample text. Insert your description here.">
            <a:extLst>
              <a:ext uri="{FF2B5EF4-FFF2-40B4-BE49-F238E27FC236}">
                <a16:creationId xmlns:a16="http://schemas.microsoft.com/office/drawing/2014/main" id="{CE2B0F16-7113-B7B8-F96E-ED7E1F3447CF}"/>
              </a:ext>
            </a:extLst>
          </p:cNvPr>
          <p:cNvSpPr/>
          <p:nvPr/>
        </p:nvSpPr>
        <p:spPr>
          <a:xfrm>
            <a:off x="4880607" y="2382390"/>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39" name="This is a sample text.">
            <a:extLst>
              <a:ext uri="{FF2B5EF4-FFF2-40B4-BE49-F238E27FC236}">
                <a16:creationId xmlns:a16="http://schemas.microsoft.com/office/drawing/2014/main" id="{4490D284-2C16-A686-2EE5-E50816B370AE}"/>
              </a:ext>
            </a:extLst>
          </p:cNvPr>
          <p:cNvSpPr/>
          <p:nvPr/>
        </p:nvSpPr>
        <p:spPr>
          <a:xfrm>
            <a:off x="4883343" y="2130318"/>
            <a:ext cx="1843583"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品牌设计 </a:t>
            </a:r>
            <a:r>
              <a:rPr lang="en" altLang="zh-CN" sz="1129" dirty="0">
                <a:solidFill>
                  <a:srgbClr val="336699"/>
                </a:solidFill>
                <a:latin typeface="微软雅黑" panose="020B0503020204020204" pitchFamily="34" charset="-122"/>
                <a:ea typeface="微软雅黑" panose="020B0503020204020204" pitchFamily="34" charset="-122"/>
              </a:rPr>
              <a:t>Brand design</a:t>
            </a:r>
            <a:endParaRPr lang="zh-CN" altLang="en-US" sz="1129" dirty="0">
              <a:solidFill>
                <a:srgbClr val="336699"/>
              </a:solidFill>
              <a:latin typeface="微软雅黑" panose="020B0503020204020204" pitchFamily="34" charset="-122"/>
              <a:ea typeface="微软雅黑" panose="020B0503020204020204" pitchFamily="34" charset="-122"/>
            </a:endParaRPr>
          </a:p>
        </p:txBody>
      </p:sp>
      <p:sp>
        <p:nvSpPr>
          <p:cNvPr id="140" name="This is a sample text. Insert your description here.">
            <a:extLst>
              <a:ext uri="{FF2B5EF4-FFF2-40B4-BE49-F238E27FC236}">
                <a16:creationId xmlns:a16="http://schemas.microsoft.com/office/drawing/2014/main" id="{1F1D659C-43FE-7797-6E1C-D60A6C96E462}"/>
              </a:ext>
            </a:extLst>
          </p:cNvPr>
          <p:cNvSpPr/>
          <p:nvPr/>
        </p:nvSpPr>
        <p:spPr>
          <a:xfrm>
            <a:off x="4880607" y="5340147"/>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1" name="This is a sample text.">
            <a:extLst>
              <a:ext uri="{FF2B5EF4-FFF2-40B4-BE49-F238E27FC236}">
                <a16:creationId xmlns:a16="http://schemas.microsoft.com/office/drawing/2014/main" id="{2ED3A0B4-255B-C9ED-E292-DDAF90DFA2F2}"/>
              </a:ext>
            </a:extLst>
          </p:cNvPr>
          <p:cNvSpPr/>
          <p:nvPr/>
        </p:nvSpPr>
        <p:spPr>
          <a:xfrm>
            <a:off x="4883343" y="5088074"/>
            <a:ext cx="1843583"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品牌设计 </a:t>
            </a:r>
            <a:r>
              <a:rPr lang="en" altLang="zh-CN" sz="1129" dirty="0">
                <a:solidFill>
                  <a:srgbClr val="336699"/>
                </a:solidFill>
                <a:latin typeface="微软雅黑" panose="020B0503020204020204" pitchFamily="34" charset="-122"/>
                <a:ea typeface="微软雅黑" panose="020B0503020204020204" pitchFamily="34" charset="-122"/>
              </a:rPr>
              <a:t>Brand design</a:t>
            </a:r>
            <a:endParaRPr lang="zh-CN" altLang="en-US" sz="1129" dirty="0">
              <a:solidFill>
                <a:srgbClr val="336699"/>
              </a:solidFill>
              <a:latin typeface="微软雅黑" panose="020B0503020204020204" pitchFamily="34" charset="-122"/>
              <a:ea typeface="微软雅黑" panose="020B0503020204020204" pitchFamily="34" charset="-122"/>
            </a:endParaRPr>
          </a:p>
        </p:txBody>
      </p:sp>
      <p:sp>
        <p:nvSpPr>
          <p:cNvPr id="142" name="This is a sample text. Insert your description here.">
            <a:extLst>
              <a:ext uri="{FF2B5EF4-FFF2-40B4-BE49-F238E27FC236}">
                <a16:creationId xmlns:a16="http://schemas.microsoft.com/office/drawing/2014/main" id="{3EF573F7-C8E3-38ED-E3A7-107858862C36}"/>
              </a:ext>
            </a:extLst>
          </p:cNvPr>
          <p:cNvSpPr/>
          <p:nvPr/>
        </p:nvSpPr>
        <p:spPr>
          <a:xfrm>
            <a:off x="5196551" y="3833570"/>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3" name="This is a sample text.">
            <a:extLst>
              <a:ext uri="{FF2B5EF4-FFF2-40B4-BE49-F238E27FC236}">
                <a16:creationId xmlns:a16="http://schemas.microsoft.com/office/drawing/2014/main" id="{350FEB4B-D800-8532-8406-CC6F6CBAAADA}"/>
              </a:ext>
            </a:extLst>
          </p:cNvPr>
          <p:cNvSpPr/>
          <p:nvPr/>
        </p:nvSpPr>
        <p:spPr>
          <a:xfrm>
            <a:off x="5199288" y="3581498"/>
            <a:ext cx="1843583"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品牌设计 </a:t>
            </a:r>
            <a:r>
              <a:rPr lang="en" altLang="zh-CN" sz="1129" dirty="0">
                <a:solidFill>
                  <a:srgbClr val="336699"/>
                </a:solidFill>
                <a:latin typeface="微软雅黑" panose="020B0503020204020204" pitchFamily="34" charset="-122"/>
                <a:ea typeface="微软雅黑" panose="020B0503020204020204" pitchFamily="34" charset="-122"/>
              </a:rPr>
              <a:t>Brand design</a:t>
            </a:r>
            <a:endParaRPr lang="zh-CN" altLang="en-US" sz="1129" dirty="0">
              <a:solidFill>
                <a:srgbClr val="336699"/>
              </a:solidFill>
              <a:latin typeface="微软雅黑" panose="020B0503020204020204" pitchFamily="34" charset="-122"/>
              <a:ea typeface="微软雅黑" panose="020B0503020204020204" pitchFamily="34" charset="-122"/>
            </a:endParaRPr>
          </a:p>
        </p:txBody>
      </p:sp>
      <p:sp>
        <p:nvSpPr>
          <p:cNvPr id="144" name="This is a sample text. Insert your description here.">
            <a:extLst>
              <a:ext uri="{FF2B5EF4-FFF2-40B4-BE49-F238E27FC236}">
                <a16:creationId xmlns:a16="http://schemas.microsoft.com/office/drawing/2014/main" id="{E3D9EDEE-A8AC-33A4-E458-898FC2980CFC}"/>
              </a:ext>
            </a:extLst>
          </p:cNvPr>
          <p:cNvSpPr/>
          <p:nvPr/>
        </p:nvSpPr>
        <p:spPr>
          <a:xfrm>
            <a:off x="7524178" y="2382390"/>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5" name="This is a sample text.">
            <a:extLst>
              <a:ext uri="{FF2B5EF4-FFF2-40B4-BE49-F238E27FC236}">
                <a16:creationId xmlns:a16="http://schemas.microsoft.com/office/drawing/2014/main" id="{224CB174-D155-0CBB-486C-99FDC1A494DF}"/>
              </a:ext>
            </a:extLst>
          </p:cNvPr>
          <p:cNvSpPr/>
          <p:nvPr/>
        </p:nvSpPr>
        <p:spPr>
          <a:xfrm>
            <a:off x="7526915" y="2130318"/>
            <a:ext cx="2176414"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项目执行 </a:t>
            </a:r>
            <a:r>
              <a:rPr lang="en" altLang="zh-CN" sz="1129" dirty="0">
                <a:solidFill>
                  <a:srgbClr val="336699"/>
                </a:solidFill>
                <a:latin typeface="微软雅黑" panose="020B0503020204020204" pitchFamily="34" charset="-122"/>
                <a:ea typeface="微软雅黑" panose="020B0503020204020204" pitchFamily="34" charset="-122"/>
              </a:rPr>
              <a:t>Project execution</a:t>
            </a:r>
            <a:endParaRPr sz="1129" dirty="0">
              <a:solidFill>
                <a:srgbClr val="336699"/>
              </a:solidFill>
              <a:latin typeface="微软雅黑" panose="020B0503020204020204" pitchFamily="34" charset="-122"/>
              <a:ea typeface="微软雅黑" panose="020B0503020204020204" pitchFamily="34" charset="-122"/>
            </a:endParaRPr>
          </a:p>
        </p:txBody>
      </p:sp>
      <p:sp>
        <p:nvSpPr>
          <p:cNvPr id="146" name="This is a sample text. Insert your description here.">
            <a:extLst>
              <a:ext uri="{FF2B5EF4-FFF2-40B4-BE49-F238E27FC236}">
                <a16:creationId xmlns:a16="http://schemas.microsoft.com/office/drawing/2014/main" id="{00EB0853-8492-CCAF-10E9-5716B3825B22}"/>
              </a:ext>
            </a:extLst>
          </p:cNvPr>
          <p:cNvSpPr/>
          <p:nvPr/>
        </p:nvSpPr>
        <p:spPr>
          <a:xfrm>
            <a:off x="7524178" y="5340147"/>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7" name="This is a sample text.">
            <a:extLst>
              <a:ext uri="{FF2B5EF4-FFF2-40B4-BE49-F238E27FC236}">
                <a16:creationId xmlns:a16="http://schemas.microsoft.com/office/drawing/2014/main" id="{26494DCB-1772-958A-0C5C-F15BC184874F}"/>
              </a:ext>
            </a:extLst>
          </p:cNvPr>
          <p:cNvSpPr/>
          <p:nvPr/>
        </p:nvSpPr>
        <p:spPr>
          <a:xfrm>
            <a:off x="7526915" y="5088074"/>
            <a:ext cx="2176414"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项目执行 </a:t>
            </a:r>
            <a:r>
              <a:rPr lang="en" altLang="zh-CN" sz="1129" dirty="0">
                <a:solidFill>
                  <a:srgbClr val="336699"/>
                </a:solidFill>
                <a:latin typeface="微软雅黑" panose="020B0503020204020204" pitchFamily="34" charset="-122"/>
                <a:ea typeface="微软雅黑" panose="020B0503020204020204" pitchFamily="34" charset="-122"/>
              </a:rPr>
              <a:t>Project execution</a:t>
            </a:r>
            <a:endParaRPr lang="zh-CN" altLang="en-US" sz="1129" dirty="0">
              <a:solidFill>
                <a:srgbClr val="336699"/>
              </a:solidFill>
              <a:latin typeface="微软雅黑" panose="020B0503020204020204" pitchFamily="34" charset="-122"/>
              <a:ea typeface="微软雅黑" panose="020B0503020204020204" pitchFamily="34" charset="-122"/>
            </a:endParaRPr>
          </a:p>
        </p:txBody>
      </p:sp>
      <p:sp>
        <p:nvSpPr>
          <p:cNvPr id="148" name="This is a sample text. Insert your description here.">
            <a:extLst>
              <a:ext uri="{FF2B5EF4-FFF2-40B4-BE49-F238E27FC236}">
                <a16:creationId xmlns:a16="http://schemas.microsoft.com/office/drawing/2014/main" id="{F4E59F3C-6A6F-0888-F1A2-830BCF664260}"/>
              </a:ext>
            </a:extLst>
          </p:cNvPr>
          <p:cNvSpPr/>
          <p:nvPr/>
        </p:nvSpPr>
        <p:spPr>
          <a:xfrm>
            <a:off x="7840122" y="3833570"/>
            <a:ext cx="2012680" cy="72243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9" name="This is a sample text.">
            <a:extLst>
              <a:ext uri="{FF2B5EF4-FFF2-40B4-BE49-F238E27FC236}">
                <a16:creationId xmlns:a16="http://schemas.microsoft.com/office/drawing/2014/main" id="{55BB18E3-BE24-9075-584B-08BD76B15B1A}"/>
              </a:ext>
            </a:extLst>
          </p:cNvPr>
          <p:cNvSpPr/>
          <p:nvPr/>
        </p:nvSpPr>
        <p:spPr>
          <a:xfrm>
            <a:off x="7842858" y="3581498"/>
            <a:ext cx="2176415" cy="229152"/>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129" dirty="0">
                <a:solidFill>
                  <a:srgbClr val="336699"/>
                </a:solidFill>
                <a:latin typeface="微软雅黑" panose="020B0503020204020204" pitchFamily="34" charset="-122"/>
                <a:ea typeface="微软雅黑" panose="020B0503020204020204" pitchFamily="34" charset="-122"/>
              </a:rPr>
              <a:t>项目执行 </a:t>
            </a:r>
            <a:r>
              <a:rPr lang="en" altLang="zh-CN" sz="1129" dirty="0">
                <a:solidFill>
                  <a:srgbClr val="336699"/>
                </a:solidFill>
                <a:latin typeface="微软雅黑" panose="020B0503020204020204" pitchFamily="34" charset="-122"/>
                <a:ea typeface="微软雅黑" panose="020B0503020204020204" pitchFamily="34" charset="-122"/>
              </a:rPr>
              <a:t>Project execution</a:t>
            </a:r>
            <a:endParaRPr lang="zh-CN" altLang="en-US" sz="1129" dirty="0">
              <a:solidFill>
                <a:srgbClr val="336699"/>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R016 多任务汇聚流程（结构示例）</a:t>
            </a:r>
          </a:p>
        </p:txBody>
      </p:sp>
      <p:sp>
        <p:nvSpPr>
          <p:cNvPr id="101" name="Freeform 35">
            <a:extLst>
              <a:ext uri="{FF2B5EF4-FFF2-40B4-BE49-F238E27FC236}">
                <a16:creationId xmlns:a16="http://schemas.microsoft.com/office/drawing/2014/main" id="{D40BA6AE-965B-6076-D3A7-29D984278CDC}"/>
              </a:ext>
            </a:extLst>
          </p:cNvPr>
          <p:cNvSpPr/>
          <p:nvPr/>
        </p:nvSpPr>
        <p:spPr>
          <a:xfrm>
            <a:off x="880546" y="2256262"/>
            <a:ext cx="3097345" cy="873584"/>
          </a:xfrm>
          <a:custGeom>
            <a:avLst/>
            <a:gdLst>
              <a:gd name="connsiteX0" fmla="*/ 65568 w 464791"/>
              <a:gd name="connsiteY0" fmla="*/ 0 h 131091"/>
              <a:gd name="connsiteX1" fmla="*/ 464792 w 464791"/>
              <a:gd name="connsiteY1" fmla="*/ 0 h 131091"/>
              <a:gd name="connsiteX2" fmla="*/ 464792 w 464791"/>
              <a:gd name="connsiteY2" fmla="*/ 131091 h 131091"/>
              <a:gd name="connsiteX3" fmla="*/ 65568 w 464791"/>
              <a:gd name="connsiteY3" fmla="*/ 131091 h 131091"/>
              <a:gd name="connsiteX4" fmla="*/ 0 w 464791"/>
              <a:gd name="connsiteY4" fmla="*/ 65546 h 131091"/>
              <a:gd name="connsiteX5" fmla="*/ 0 w 464791"/>
              <a:gd name="connsiteY5" fmla="*/ 65546 h 131091"/>
              <a:gd name="connsiteX6" fmla="*/ 65568 w 464791"/>
              <a:gd name="connsiteY6" fmla="*/ 0 h 13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791" h="131091">
                <a:moveTo>
                  <a:pt x="65568" y="0"/>
                </a:moveTo>
                <a:lnTo>
                  <a:pt x="464792" y="0"/>
                </a:lnTo>
                <a:lnTo>
                  <a:pt x="464792" y="131091"/>
                </a:lnTo>
                <a:lnTo>
                  <a:pt x="65568" y="131091"/>
                </a:lnTo>
                <a:cubicBezTo>
                  <a:pt x="29083" y="131091"/>
                  <a:pt x="0" y="101490"/>
                  <a:pt x="0" y="65546"/>
                </a:cubicBezTo>
                <a:lnTo>
                  <a:pt x="0" y="65546"/>
                </a:lnTo>
                <a:cubicBezTo>
                  <a:pt x="0" y="29073"/>
                  <a:pt x="29611" y="0"/>
                  <a:pt x="65568" y="0"/>
                </a:cubicBezTo>
                <a:close/>
              </a:path>
            </a:pathLst>
          </a:custGeom>
          <a:solidFill>
            <a:srgbClr val="3494BA"/>
          </a:solidFill>
          <a:ln w="0" cap="flat">
            <a:noFill/>
            <a:prstDash val="solid"/>
            <a:miter/>
          </a:ln>
        </p:spPr>
        <p:txBody>
          <a:bodyPr rtlCol="0" anchor="ctr"/>
          <a:lstStyle/>
          <a:p>
            <a:endParaRPr lang="en-US"/>
          </a:p>
        </p:txBody>
      </p:sp>
      <p:sp>
        <p:nvSpPr>
          <p:cNvPr id="102" name="Freeform 36">
            <a:extLst>
              <a:ext uri="{FF2B5EF4-FFF2-40B4-BE49-F238E27FC236}">
                <a16:creationId xmlns:a16="http://schemas.microsoft.com/office/drawing/2014/main" id="{926AF8CB-A943-09BD-1F61-2FEB85C388C5}"/>
              </a:ext>
            </a:extLst>
          </p:cNvPr>
          <p:cNvSpPr/>
          <p:nvPr/>
        </p:nvSpPr>
        <p:spPr>
          <a:xfrm>
            <a:off x="880546" y="3270750"/>
            <a:ext cx="3097345" cy="873584"/>
          </a:xfrm>
          <a:custGeom>
            <a:avLst/>
            <a:gdLst>
              <a:gd name="connsiteX0" fmla="*/ 65568 w 464791"/>
              <a:gd name="connsiteY0" fmla="*/ 0 h 131091"/>
              <a:gd name="connsiteX1" fmla="*/ 464792 w 464791"/>
              <a:gd name="connsiteY1" fmla="*/ 0 h 131091"/>
              <a:gd name="connsiteX2" fmla="*/ 464792 w 464791"/>
              <a:gd name="connsiteY2" fmla="*/ 131092 h 131091"/>
              <a:gd name="connsiteX3" fmla="*/ 65568 w 464791"/>
              <a:gd name="connsiteY3" fmla="*/ 131092 h 131091"/>
              <a:gd name="connsiteX4" fmla="*/ 0 w 464791"/>
              <a:gd name="connsiteY4" fmla="*/ 65546 h 131091"/>
              <a:gd name="connsiteX5" fmla="*/ 0 w 464791"/>
              <a:gd name="connsiteY5" fmla="*/ 65546 h 131091"/>
              <a:gd name="connsiteX6" fmla="*/ 65568 w 464791"/>
              <a:gd name="connsiteY6" fmla="*/ 0 h 13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791" h="131091">
                <a:moveTo>
                  <a:pt x="65568" y="0"/>
                </a:moveTo>
                <a:lnTo>
                  <a:pt x="464792" y="0"/>
                </a:lnTo>
                <a:lnTo>
                  <a:pt x="464792" y="131092"/>
                </a:lnTo>
                <a:lnTo>
                  <a:pt x="65568" y="131092"/>
                </a:lnTo>
                <a:cubicBezTo>
                  <a:pt x="29083" y="131092"/>
                  <a:pt x="0" y="101490"/>
                  <a:pt x="0" y="65546"/>
                </a:cubicBezTo>
                <a:lnTo>
                  <a:pt x="0" y="65546"/>
                </a:lnTo>
                <a:cubicBezTo>
                  <a:pt x="0" y="29073"/>
                  <a:pt x="29611" y="0"/>
                  <a:pt x="65568" y="0"/>
                </a:cubicBezTo>
                <a:close/>
              </a:path>
            </a:pathLst>
          </a:custGeom>
          <a:solidFill>
            <a:srgbClr val="58B6C0"/>
          </a:solidFill>
          <a:ln w="0" cap="flat">
            <a:noFill/>
            <a:prstDash val="solid"/>
            <a:miter/>
          </a:ln>
        </p:spPr>
        <p:txBody>
          <a:bodyPr rtlCol="0" anchor="ctr"/>
          <a:lstStyle/>
          <a:p>
            <a:endParaRPr lang="en-US"/>
          </a:p>
        </p:txBody>
      </p:sp>
      <p:sp>
        <p:nvSpPr>
          <p:cNvPr id="103" name="Freeform 37">
            <a:extLst>
              <a:ext uri="{FF2B5EF4-FFF2-40B4-BE49-F238E27FC236}">
                <a16:creationId xmlns:a16="http://schemas.microsoft.com/office/drawing/2014/main" id="{15354E21-10CC-F8D4-AEDD-F706FD2563B7}"/>
              </a:ext>
            </a:extLst>
          </p:cNvPr>
          <p:cNvSpPr/>
          <p:nvPr/>
        </p:nvSpPr>
        <p:spPr>
          <a:xfrm>
            <a:off x="880546" y="4288761"/>
            <a:ext cx="3097345" cy="873584"/>
          </a:xfrm>
          <a:custGeom>
            <a:avLst/>
            <a:gdLst>
              <a:gd name="connsiteX0" fmla="*/ 65568 w 464791"/>
              <a:gd name="connsiteY0" fmla="*/ 0 h 131091"/>
              <a:gd name="connsiteX1" fmla="*/ 464792 w 464791"/>
              <a:gd name="connsiteY1" fmla="*/ 0 h 131091"/>
              <a:gd name="connsiteX2" fmla="*/ 464792 w 464791"/>
              <a:gd name="connsiteY2" fmla="*/ 131091 h 131091"/>
              <a:gd name="connsiteX3" fmla="*/ 65568 w 464791"/>
              <a:gd name="connsiteY3" fmla="*/ 131091 h 131091"/>
              <a:gd name="connsiteX4" fmla="*/ 0 w 464791"/>
              <a:gd name="connsiteY4" fmla="*/ 65546 h 131091"/>
              <a:gd name="connsiteX5" fmla="*/ 0 w 464791"/>
              <a:gd name="connsiteY5" fmla="*/ 65546 h 131091"/>
              <a:gd name="connsiteX6" fmla="*/ 65568 w 464791"/>
              <a:gd name="connsiteY6" fmla="*/ 0 h 13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791" h="131091">
                <a:moveTo>
                  <a:pt x="65568" y="0"/>
                </a:moveTo>
                <a:lnTo>
                  <a:pt x="464792" y="0"/>
                </a:lnTo>
                <a:lnTo>
                  <a:pt x="464792" y="131091"/>
                </a:lnTo>
                <a:lnTo>
                  <a:pt x="65568" y="131091"/>
                </a:lnTo>
                <a:cubicBezTo>
                  <a:pt x="29083" y="131091"/>
                  <a:pt x="0" y="101490"/>
                  <a:pt x="0" y="65546"/>
                </a:cubicBezTo>
                <a:lnTo>
                  <a:pt x="0" y="65546"/>
                </a:lnTo>
                <a:cubicBezTo>
                  <a:pt x="0" y="29073"/>
                  <a:pt x="29611" y="0"/>
                  <a:pt x="65568" y="0"/>
                </a:cubicBezTo>
                <a:close/>
              </a:path>
            </a:pathLst>
          </a:custGeom>
          <a:solidFill>
            <a:srgbClr val="75BDA7"/>
          </a:solidFill>
          <a:ln w="0" cap="flat">
            <a:noFill/>
            <a:prstDash val="solid"/>
            <a:miter/>
          </a:ln>
        </p:spPr>
        <p:txBody>
          <a:bodyPr rtlCol="0" anchor="ctr"/>
          <a:lstStyle/>
          <a:p>
            <a:endParaRPr lang="en-US"/>
          </a:p>
        </p:txBody>
      </p:sp>
      <p:sp>
        <p:nvSpPr>
          <p:cNvPr id="104" name="Freeform 38">
            <a:extLst>
              <a:ext uri="{FF2B5EF4-FFF2-40B4-BE49-F238E27FC236}">
                <a16:creationId xmlns:a16="http://schemas.microsoft.com/office/drawing/2014/main" id="{FEB6780A-3D17-2D14-34C1-4C31B722552D}"/>
              </a:ext>
            </a:extLst>
          </p:cNvPr>
          <p:cNvSpPr/>
          <p:nvPr/>
        </p:nvSpPr>
        <p:spPr>
          <a:xfrm>
            <a:off x="880546" y="5310292"/>
            <a:ext cx="3097345" cy="873584"/>
          </a:xfrm>
          <a:custGeom>
            <a:avLst/>
            <a:gdLst>
              <a:gd name="connsiteX0" fmla="*/ 65568 w 464791"/>
              <a:gd name="connsiteY0" fmla="*/ 0 h 131091"/>
              <a:gd name="connsiteX1" fmla="*/ 464792 w 464791"/>
              <a:gd name="connsiteY1" fmla="*/ 0 h 131091"/>
              <a:gd name="connsiteX2" fmla="*/ 464792 w 464791"/>
              <a:gd name="connsiteY2" fmla="*/ 131091 h 131091"/>
              <a:gd name="connsiteX3" fmla="*/ 65568 w 464791"/>
              <a:gd name="connsiteY3" fmla="*/ 131091 h 131091"/>
              <a:gd name="connsiteX4" fmla="*/ 0 w 464791"/>
              <a:gd name="connsiteY4" fmla="*/ 65546 h 131091"/>
              <a:gd name="connsiteX5" fmla="*/ 0 w 464791"/>
              <a:gd name="connsiteY5" fmla="*/ 65546 h 131091"/>
              <a:gd name="connsiteX6" fmla="*/ 65568 w 464791"/>
              <a:gd name="connsiteY6" fmla="*/ 0 h 13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791" h="131091">
                <a:moveTo>
                  <a:pt x="65568" y="0"/>
                </a:moveTo>
                <a:lnTo>
                  <a:pt x="464792" y="0"/>
                </a:lnTo>
                <a:lnTo>
                  <a:pt x="464792" y="131091"/>
                </a:lnTo>
                <a:lnTo>
                  <a:pt x="65568" y="131091"/>
                </a:lnTo>
                <a:cubicBezTo>
                  <a:pt x="29083" y="131091"/>
                  <a:pt x="0" y="101490"/>
                  <a:pt x="0" y="65546"/>
                </a:cubicBezTo>
                <a:lnTo>
                  <a:pt x="0" y="65546"/>
                </a:lnTo>
                <a:cubicBezTo>
                  <a:pt x="0" y="29073"/>
                  <a:pt x="29611" y="0"/>
                  <a:pt x="65568" y="0"/>
                </a:cubicBezTo>
                <a:close/>
              </a:path>
            </a:pathLst>
          </a:custGeom>
          <a:solidFill>
            <a:srgbClr val="336699"/>
          </a:solidFill>
          <a:ln w="0" cap="flat">
            <a:noFill/>
            <a:prstDash val="solid"/>
            <a:miter/>
          </a:ln>
        </p:spPr>
        <p:txBody>
          <a:bodyPr rtlCol="0" anchor="ctr"/>
          <a:lstStyle/>
          <a:p>
            <a:endParaRPr lang="en-US"/>
          </a:p>
        </p:txBody>
      </p:sp>
      <p:sp>
        <p:nvSpPr>
          <p:cNvPr id="105" name="Freeform 39">
            <a:extLst>
              <a:ext uri="{FF2B5EF4-FFF2-40B4-BE49-F238E27FC236}">
                <a16:creationId xmlns:a16="http://schemas.microsoft.com/office/drawing/2014/main" id="{E16B8A1A-D901-F8B2-0737-353803C11871}"/>
              </a:ext>
            </a:extLst>
          </p:cNvPr>
          <p:cNvSpPr/>
          <p:nvPr/>
        </p:nvSpPr>
        <p:spPr>
          <a:xfrm>
            <a:off x="880546" y="1238250"/>
            <a:ext cx="3097345" cy="873584"/>
          </a:xfrm>
          <a:custGeom>
            <a:avLst/>
            <a:gdLst>
              <a:gd name="connsiteX0" fmla="*/ 65568 w 464791"/>
              <a:gd name="connsiteY0" fmla="*/ 0 h 131091"/>
              <a:gd name="connsiteX1" fmla="*/ 464792 w 464791"/>
              <a:gd name="connsiteY1" fmla="*/ 0 h 131091"/>
              <a:gd name="connsiteX2" fmla="*/ 464792 w 464791"/>
              <a:gd name="connsiteY2" fmla="*/ 131091 h 131091"/>
              <a:gd name="connsiteX3" fmla="*/ 65568 w 464791"/>
              <a:gd name="connsiteY3" fmla="*/ 131091 h 131091"/>
              <a:gd name="connsiteX4" fmla="*/ 0 w 464791"/>
              <a:gd name="connsiteY4" fmla="*/ 65546 h 131091"/>
              <a:gd name="connsiteX5" fmla="*/ 0 w 464791"/>
              <a:gd name="connsiteY5" fmla="*/ 65546 h 131091"/>
              <a:gd name="connsiteX6" fmla="*/ 65568 w 464791"/>
              <a:gd name="connsiteY6" fmla="*/ 0 h 1310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64791" h="131091">
                <a:moveTo>
                  <a:pt x="65568" y="0"/>
                </a:moveTo>
                <a:lnTo>
                  <a:pt x="464792" y="0"/>
                </a:lnTo>
                <a:lnTo>
                  <a:pt x="464792" y="131091"/>
                </a:lnTo>
                <a:lnTo>
                  <a:pt x="65568" y="131091"/>
                </a:lnTo>
                <a:cubicBezTo>
                  <a:pt x="29083" y="131091"/>
                  <a:pt x="0" y="101490"/>
                  <a:pt x="0" y="65546"/>
                </a:cubicBezTo>
                <a:lnTo>
                  <a:pt x="0" y="65546"/>
                </a:lnTo>
                <a:cubicBezTo>
                  <a:pt x="0" y="29073"/>
                  <a:pt x="29611" y="0"/>
                  <a:pt x="65568" y="0"/>
                </a:cubicBezTo>
                <a:close/>
              </a:path>
            </a:pathLst>
          </a:custGeom>
          <a:solidFill>
            <a:srgbClr val="336699"/>
          </a:solidFill>
          <a:ln w="0" cap="flat">
            <a:noFill/>
            <a:prstDash val="solid"/>
            <a:miter/>
          </a:ln>
        </p:spPr>
        <p:txBody>
          <a:bodyPr rtlCol="0" anchor="ctr"/>
          <a:lstStyle/>
          <a:p>
            <a:endParaRPr lang="en-US"/>
          </a:p>
        </p:txBody>
      </p:sp>
      <p:sp>
        <p:nvSpPr>
          <p:cNvPr id="106" name="Freeform 40">
            <a:extLst>
              <a:ext uri="{FF2B5EF4-FFF2-40B4-BE49-F238E27FC236}">
                <a16:creationId xmlns:a16="http://schemas.microsoft.com/office/drawing/2014/main" id="{E70EF61E-A55A-75D3-9E84-3166A962926C}"/>
              </a:ext>
            </a:extLst>
          </p:cNvPr>
          <p:cNvSpPr/>
          <p:nvPr/>
        </p:nvSpPr>
        <p:spPr>
          <a:xfrm>
            <a:off x="3977898" y="2256262"/>
            <a:ext cx="1370721" cy="1377306"/>
          </a:xfrm>
          <a:custGeom>
            <a:avLst/>
            <a:gdLst>
              <a:gd name="connsiteX0" fmla="*/ 205693 w 205692"/>
              <a:gd name="connsiteY0" fmla="*/ 206681 h 206680"/>
              <a:gd name="connsiteX1" fmla="*/ 0 w 205692"/>
              <a:gd name="connsiteY1" fmla="*/ 131091 h 206680"/>
              <a:gd name="connsiteX2" fmla="*/ 0 w 205692"/>
              <a:gd name="connsiteY2" fmla="*/ 0 h 206680"/>
              <a:gd name="connsiteX3" fmla="*/ 205693 w 205692"/>
              <a:gd name="connsiteY3" fmla="*/ 185537 h 206680"/>
              <a:gd name="connsiteX4" fmla="*/ 205693 w 205692"/>
              <a:gd name="connsiteY4" fmla="*/ 206681 h 206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692" h="206680">
                <a:moveTo>
                  <a:pt x="205693" y="206681"/>
                </a:moveTo>
                <a:lnTo>
                  <a:pt x="0" y="131091"/>
                </a:lnTo>
                <a:lnTo>
                  <a:pt x="0" y="0"/>
                </a:lnTo>
                <a:lnTo>
                  <a:pt x="205693" y="185537"/>
                </a:lnTo>
                <a:lnTo>
                  <a:pt x="205693" y="206681"/>
                </a:lnTo>
                <a:close/>
              </a:path>
            </a:pathLst>
          </a:custGeom>
          <a:solidFill>
            <a:srgbClr val="3494BA">
              <a:lumMod val="75000"/>
            </a:srgbClr>
          </a:solidFill>
          <a:ln w="0" cap="flat">
            <a:noFill/>
            <a:prstDash val="solid"/>
            <a:miter/>
          </a:ln>
        </p:spPr>
        <p:txBody>
          <a:bodyPr rtlCol="0" anchor="ctr"/>
          <a:lstStyle/>
          <a:p>
            <a:endParaRPr lang="en-US"/>
          </a:p>
        </p:txBody>
      </p:sp>
      <p:sp>
        <p:nvSpPr>
          <p:cNvPr id="107" name="Freeform 41">
            <a:extLst>
              <a:ext uri="{FF2B5EF4-FFF2-40B4-BE49-F238E27FC236}">
                <a16:creationId xmlns:a16="http://schemas.microsoft.com/office/drawing/2014/main" id="{9BBA39AB-9B57-87E4-9763-7881A819FA69}"/>
              </a:ext>
            </a:extLst>
          </p:cNvPr>
          <p:cNvSpPr/>
          <p:nvPr/>
        </p:nvSpPr>
        <p:spPr>
          <a:xfrm>
            <a:off x="3977898" y="3270750"/>
            <a:ext cx="1370721" cy="873584"/>
          </a:xfrm>
          <a:custGeom>
            <a:avLst/>
            <a:gdLst>
              <a:gd name="connsiteX0" fmla="*/ 205693 w 205692"/>
              <a:gd name="connsiteY0" fmla="*/ 76646 h 131091"/>
              <a:gd name="connsiteX1" fmla="*/ 0 w 205692"/>
              <a:gd name="connsiteY1" fmla="*/ 131092 h 131091"/>
              <a:gd name="connsiteX2" fmla="*/ 0 w 205692"/>
              <a:gd name="connsiteY2" fmla="*/ 0 h 131091"/>
              <a:gd name="connsiteX3" fmla="*/ 205693 w 205692"/>
              <a:gd name="connsiteY3" fmla="*/ 54445 h 131091"/>
              <a:gd name="connsiteX4" fmla="*/ 205693 w 205692"/>
              <a:gd name="connsiteY4" fmla="*/ 76646 h 13109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692" h="131091">
                <a:moveTo>
                  <a:pt x="205693" y="76646"/>
                </a:moveTo>
                <a:lnTo>
                  <a:pt x="0" y="131092"/>
                </a:lnTo>
                <a:lnTo>
                  <a:pt x="0" y="0"/>
                </a:lnTo>
                <a:lnTo>
                  <a:pt x="205693" y="54445"/>
                </a:lnTo>
                <a:lnTo>
                  <a:pt x="205693" y="76646"/>
                </a:lnTo>
                <a:close/>
              </a:path>
            </a:pathLst>
          </a:custGeom>
          <a:solidFill>
            <a:srgbClr val="58B6C0">
              <a:lumMod val="75000"/>
            </a:srgbClr>
          </a:solidFill>
          <a:ln w="0" cap="flat">
            <a:noFill/>
            <a:prstDash val="solid"/>
            <a:miter/>
          </a:ln>
        </p:spPr>
        <p:txBody>
          <a:bodyPr rtlCol="0" anchor="ctr"/>
          <a:lstStyle/>
          <a:p>
            <a:endParaRPr lang="en-US"/>
          </a:p>
        </p:txBody>
      </p:sp>
      <p:sp>
        <p:nvSpPr>
          <p:cNvPr id="108" name="Freeform 42">
            <a:extLst>
              <a:ext uri="{FF2B5EF4-FFF2-40B4-BE49-F238E27FC236}">
                <a16:creationId xmlns:a16="http://schemas.microsoft.com/office/drawing/2014/main" id="{C70F70E6-199A-ED31-C18A-ED8B6E4BAD66}"/>
              </a:ext>
            </a:extLst>
          </p:cNvPr>
          <p:cNvSpPr/>
          <p:nvPr/>
        </p:nvSpPr>
        <p:spPr>
          <a:xfrm>
            <a:off x="3977898" y="3781514"/>
            <a:ext cx="1370721" cy="1384350"/>
          </a:xfrm>
          <a:custGeom>
            <a:avLst/>
            <a:gdLst>
              <a:gd name="connsiteX0" fmla="*/ 205693 w 205692"/>
              <a:gd name="connsiteY0" fmla="*/ 21673 h 207737"/>
              <a:gd name="connsiteX1" fmla="*/ 0 w 205692"/>
              <a:gd name="connsiteY1" fmla="*/ 207738 h 207737"/>
              <a:gd name="connsiteX2" fmla="*/ 0 w 205692"/>
              <a:gd name="connsiteY2" fmla="*/ 76118 h 207737"/>
              <a:gd name="connsiteX3" fmla="*/ 205693 w 205692"/>
              <a:gd name="connsiteY3" fmla="*/ 0 h 207737"/>
              <a:gd name="connsiteX4" fmla="*/ 205693 w 205692"/>
              <a:gd name="connsiteY4" fmla="*/ 21673 h 2077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692" h="207737">
                <a:moveTo>
                  <a:pt x="205693" y="21673"/>
                </a:moveTo>
                <a:lnTo>
                  <a:pt x="0" y="207738"/>
                </a:lnTo>
                <a:lnTo>
                  <a:pt x="0" y="76118"/>
                </a:lnTo>
                <a:lnTo>
                  <a:pt x="205693" y="0"/>
                </a:lnTo>
                <a:lnTo>
                  <a:pt x="205693" y="21673"/>
                </a:lnTo>
                <a:close/>
              </a:path>
            </a:pathLst>
          </a:custGeom>
          <a:solidFill>
            <a:srgbClr val="75BDA7">
              <a:lumMod val="75000"/>
            </a:srgbClr>
          </a:solidFill>
          <a:ln w="0" cap="flat">
            <a:noFill/>
            <a:prstDash val="solid"/>
            <a:miter/>
          </a:ln>
        </p:spPr>
        <p:txBody>
          <a:bodyPr rtlCol="0" anchor="ctr"/>
          <a:lstStyle/>
          <a:p>
            <a:endParaRPr lang="en-US"/>
          </a:p>
        </p:txBody>
      </p:sp>
      <p:sp>
        <p:nvSpPr>
          <p:cNvPr id="109" name="Freeform 43">
            <a:extLst>
              <a:ext uri="{FF2B5EF4-FFF2-40B4-BE49-F238E27FC236}">
                <a16:creationId xmlns:a16="http://schemas.microsoft.com/office/drawing/2014/main" id="{83B1BFFF-F0A3-049D-4FBB-2B88BA212E38}"/>
              </a:ext>
            </a:extLst>
          </p:cNvPr>
          <p:cNvSpPr/>
          <p:nvPr/>
        </p:nvSpPr>
        <p:spPr>
          <a:xfrm>
            <a:off x="3977898" y="3929461"/>
            <a:ext cx="1370721" cy="2257940"/>
          </a:xfrm>
          <a:custGeom>
            <a:avLst/>
            <a:gdLst>
              <a:gd name="connsiteX0" fmla="*/ 205693 w 205692"/>
              <a:gd name="connsiteY0" fmla="*/ 21144 h 338829"/>
              <a:gd name="connsiteX1" fmla="*/ 0 w 205692"/>
              <a:gd name="connsiteY1" fmla="*/ 338829 h 338829"/>
              <a:gd name="connsiteX2" fmla="*/ 0 w 205692"/>
              <a:gd name="connsiteY2" fmla="*/ 207209 h 338829"/>
              <a:gd name="connsiteX3" fmla="*/ 205693 w 205692"/>
              <a:gd name="connsiteY3" fmla="*/ 0 h 338829"/>
              <a:gd name="connsiteX4" fmla="*/ 205693 w 205692"/>
              <a:gd name="connsiteY4" fmla="*/ 21144 h 3388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692" h="338829">
                <a:moveTo>
                  <a:pt x="205693" y="21144"/>
                </a:moveTo>
                <a:lnTo>
                  <a:pt x="0" y="338829"/>
                </a:lnTo>
                <a:lnTo>
                  <a:pt x="0" y="207209"/>
                </a:lnTo>
                <a:lnTo>
                  <a:pt x="205693" y="0"/>
                </a:lnTo>
                <a:lnTo>
                  <a:pt x="205693" y="21144"/>
                </a:lnTo>
                <a:close/>
              </a:path>
            </a:pathLst>
          </a:custGeom>
          <a:solidFill>
            <a:srgbClr val="336699"/>
          </a:solidFill>
          <a:ln w="0" cap="flat">
            <a:noFill/>
            <a:prstDash val="solid"/>
            <a:miter/>
          </a:ln>
        </p:spPr>
        <p:txBody>
          <a:bodyPr rtlCol="0" anchor="ctr"/>
          <a:lstStyle/>
          <a:p>
            <a:endParaRPr lang="en-US"/>
          </a:p>
        </p:txBody>
      </p:sp>
      <p:sp>
        <p:nvSpPr>
          <p:cNvPr id="110" name="Freeform 44">
            <a:extLst>
              <a:ext uri="{FF2B5EF4-FFF2-40B4-BE49-F238E27FC236}">
                <a16:creationId xmlns:a16="http://schemas.microsoft.com/office/drawing/2014/main" id="{FE778E45-8D5E-9F44-9C85-5FC25B0E8C6E}"/>
              </a:ext>
            </a:extLst>
          </p:cNvPr>
          <p:cNvSpPr/>
          <p:nvPr/>
        </p:nvSpPr>
        <p:spPr>
          <a:xfrm>
            <a:off x="3977898" y="1238250"/>
            <a:ext cx="1370721" cy="2254415"/>
          </a:xfrm>
          <a:custGeom>
            <a:avLst/>
            <a:gdLst>
              <a:gd name="connsiteX0" fmla="*/ 205693 w 205692"/>
              <a:gd name="connsiteY0" fmla="*/ 338300 h 338300"/>
              <a:gd name="connsiteX1" fmla="*/ 0 w 205692"/>
              <a:gd name="connsiteY1" fmla="*/ 131620 h 338300"/>
              <a:gd name="connsiteX2" fmla="*/ 0 w 205692"/>
              <a:gd name="connsiteY2" fmla="*/ 0 h 338300"/>
              <a:gd name="connsiteX3" fmla="*/ 205693 w 205692"/>
              <a:gd name="connsiteY3" fmla="*/ 316628 h 338300"/>
              <a:gd name="connsiteX4" fmla="*/ 205693 w 205692"/>
              <a:gd name="connsiteY4" fmla="*/ 338300 h 338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5692" h="338300">
                <a:moveTo>
                  <a:pt x="205693" y="338300"/>
                </a:moveTo>
                <a:lnTo>
                  <a:pt x="0" y="131620"/>
                </a:lnTo>
                <a:lnTo>
                  <a:pt x="0" y="0"/>
                </a:lnTo>
                <a:lnTo>
                  <a:pt x="205693" y="316628"/>
                </a:lnTo>
                <a:lnTo>
                  <a:pt x="205693" y="338300"/>
                </a:lnTo>
                <a:close/>
              </a:path>
            </a:pathLst>
          </a:custGeom>
          <a:solidFill>
            <a:srgbClr val="336699">
              <a:lumMod val="75000"/>
            </a:srgbClr>
          </a:solidFill>
          <a:ln w="0" cap="flat">
            <a:noFill/>
            <a:prstDash val="solid"/>
            <a:miter/>
          </a:ln>
        </p:spPr>
        <p:txBody>
          <a:bodyPr rtlCol="0" anchor="ctr"/>
          <a:lstStyle/>
          <a:p>
            <a:endParaRPr lang="en-US"/>
          </a:p>
        </p:txBody>
      </p:sp>
      <p:sp>
        <p:nvSpPr>
          <p:cNvPr id="111" name="Freeform 45">
            <a:extLst>
              <a:ext uri="{FF2B5EF4-FFF2-40B4-BE49-F238E27FC236}">
                <a16:creationId xmlns:a16="http://schemas.microsoft.com/office/drawing/2014/main" id="{DFCD6ECB-5178-1100-37C2-3AA3C36ED9CF}"/>
              </a:ext>
            </a:extLst>
          </p:cNvPr>
          <p:cNvSpPr/>
          <p:nvPr/>
        </p:nvSpPr>
        <p:spPr>
          <a:xfrm>
            <a:off x="989781" y="1333358"/>
            <a:ext cx="683595" cy="683368"/>
          </a:xfrm>
          <a:custGeom>
            <a:avLst/>
            <a:gdLst>
              <a:gd name="connsiteX0" fmla="*/ 102582 w 102581"/>
              <a:gd name="connsiteY0" fmla="*/ 51274 h 102547"/>
              <a:gd name="connsiteX1" fmla="*/ 51291 w 102581"/>
              <a:gd name="connsiteY1" fmla="*/ 102547 h 102547"/>
              <a:gd name="connsiteX2" fmla="*/ 0 w 102581"/>
              <a:gd name="connsiteY2" fmla="*/ 51274 h 102547"/>
              <a:gd name="connsiteX3" fmla="*/ 51291 w 102581"/>
              <a:gd name="connsiteY3" fmla="*/ 0 h 102547"/>
              <a:gd name="connsiteX4" fmla="*/ 102582 w 102581"/>
              <a:gd name="connsiteY4" fmla="*/ 51274 h 102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581" h="102547">
                <a:moveTo>
                  <a:pt x="102582" y="51274"/>
                </a:moveTo>
                <a:cubicBezTo>
                  <a:pt x="102582" y="79592"/>
                  <a:pt x="79618" y="102547"/>
                  <a:pt x="51291" y="102547"/>
                </a:cubicBezTo>
                <a:cubicBezTo>
                  <a:pt x="22964" y="102547"/>
                  <a:pt x="0" y="79592"/>
                  <a:pt x="0" y="51274"/>
                </a:cubicBezTo>
                <a:cubicBezTo>
                  <a:pt x="0" y="22956"/>
                  <a:pt x="22964" y="0"/>
                  <a:pt x="51291" y="0"/>
                </a:cubicBezTo>
                <a:cubicBezTo>
                  <a:pt x="79618" y="0"/>
                  <a:pt x="102582" y="22956"/>
                  <a:pt x="102582" y="51274"/>
                </a:cubicBezTo>
                <a:close/>
              </a:path>
            </a:pathLst>
          </a:custGeom>
          <a:solidFill>
            <a:srgbClr val="FFFFFF"/>
          </a:solidFill>
          <a:ln w="0" cap="flat">
            <a:noFill/>
            <a:prstDash val="solid"/>
            <a:miter/>
          </a:ln>
        </p:spPr>
        <p:txBody>
          <a:bodyPr rtlCol="0" anchor="ctr"/>
          <a:lstStyle/>
          <a:p>
            <a:endParaRPr lang="en-US" sz="1849"/>
          </a:p>
        </p:txBody>
      </p:sp>
      <p:sp>
        <p:nvSpPr>
          <p:cNvPr id="112" name="Freeform 46">
            <a:extLst>
              <a:ext uri="{FF2B5EF4-FFF2-40B4-BE49-F238E27FC236}">
                <a16:creationId xmlns:a16="http://schemas.microsoft.com/office/drawing/2014/main" id="{95C0F9D3-359A-FE90-65E7-5CC6A101AA7B}"/>
              </a:ext>
            </a:extLst>
          </p:cNvPr>
          <p:cNvSpPr/>
          <p:nvPr/>
        </p:nvSpPr>
        <p:spPr>
          <a:xfrm>
            <a:off x="989781" y="2351371"/>
            <a:ext cx="683595" cy="683368"/>
          </a:xfrm>
          <a:custGeom>
            <a:avLst/>
            <a:gdLst>
              <a:gd name="connsiteX0" fmla="*/ 102582 w 102581"/>
              <a:gd name="connsiteY0" fmla="*/ 51274 h 102547"/>
              <a:gd name="connsiteX1" fmla="*/ 51291 w 102581"/>
              <a:gd name="connsiteY1" fmla="*/ 102547 h 102547"/>
              <a:gd name="connsiteX2" fmla="*/ 0 w 102581"/>
              <a:gd name="connsiteY2" fmla="*/ 51274 h 102547"/>
              <a:gd name="connsiteX3" fmla="*/ 51291 w 102581"/>
              <a:gd name="connsiteY3" fmla="*/ 0 h 102547"/>
              <a:gd name="connsiteX4" fmla="*/ 102582 w 102581"/>
              <a:gd name="connsiteY4" fmla="*/ 51274 h 102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581" h="102547">
                <a:moveTo>
                  <a:pt x="102582" y="51274"/>
                </a:moveTo>
                <a:cubicBezTo>
                  <a:pt x="102582" y="79591"/>
                  <a:pt x="79618" y="102547"/>
                  <a:pt x="51291" y="102547"/>
                </a:cubicBezTo>
                <a:cubicBezTo>
                  <a:pt x="22964" y="102547"/>
                  <a:pt x="0" y="79591"/>
                  <a:pt x="0" y="51274"/>
                </a:cubicBezTo>
                <a:cubicBezTo>
                  <a:pt x="0" y="22956"/>
                  <a:pt x="22964" y="0"/>
                  <a:pt x="51291" y="0"/>
                </a:cubicBezTo>
                <a:cubicBezTo>
                  <a:pt x="79618" y="0"/>
                  <a:pt x="102582" y="22956"/>
                  <a:pt x="102582" y="51274"/>
                </a:cubicBezTo>
                <a:close/>
              </a:path>
            </a:pathLst>
          </a:custGeom>
          <a:solidFill>
            <a:srgbClr val="FFFFFF"/>
          </a:solidFill>
          <a:ln w="0" cap="flat">
            <a:noFill/>
            <a:prstDash val="solid"/>
            <a:miter/>
          </a:ln>
        </p:spPr>
        <p:txBody>
          <a:bodyPr rtlCol="0" anchor="ctr"/>
          <a:lstStyle/>
          <a:p>
            <a:endParaRPr lang="en-US" sz="1849"/>
          </a:p>
        </p:txBody>
      </p:sp>
      <p:sp>
        <p:nvSpPr>
          <p:cNvPr id="113" name="Freeform 47">
            <a:extLst>
              <a:ext uri="{FF2B5EF4-FFF2-40B4-BE49-F238E27FC236}">
                <a16:creationId xmlns:a16="http://schemas.microsoft.com/office/drawing/2014/main" id="{BA070B46-029B-91EE-194D-8DCDEEF27A15}"/>
              </a:ext>
            </a:extLst>
          </p:cNvPr>
          <p:cNvSpPr/>
          <p:nvPr/>
        </p:nvSpPr>
        <p:spPr>
          <a:xfrm>
            <a:off x="989781" y="3365858"/>
            <a:ext cx="683595" cy="683368"/>
          </a:xfrm>
          <a:custGeom>
            <a:avLst/>
            <a:gdLst>
              <a:gd name="connsiteX0" fmla="*/ 102582 w 102581"/>
              <a:gd name="connsiteY0" fmla="*/ 51274 h 102547"/>
              <a:gd name="connsiteX1" fmla="*/ 51291 w 102581"/>
              <a:gd name="connsiteY1" fmla="*/ 102547 h 102547"/>
              <a:gd name="connsiteX2" fmla="*/ 0 w 102581"/>
              <a:gd name="connsiteY2" fmla="*/ 51274 h 102547"/>
              <a:gd name="connsiteX3" fmla="*/ 51291 w 102581"/>
              <a:gd name="connsiteY3" fmla="*/ 0 h 102547"/>
              <a:gd name="connsiteX4" fmla="*/ 102582 w 102581"/>
              <a:gd name="connsiteY4" fmla="*/ 51274 h 102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581" h="102547">
                <a:moveTo>
                  <a:pt x="102582" y="51274"/>
                </a:moveTo>
                <a:cubicBezTo>
                  <a:pt x="102582" y="79591"/>
                  <a:pt x="79618" y="102547"/>
                  <a:pt x="51291" y="102547"/>
                </a:cubicBezTo>
                <a:cubicBezTo>
                  <a:pt x="22964" y="102547"/>
                  <a:pt x="0" y="79591"/>
                  <a:pt x="0" y="51274"/>
                </a:cubicBezTo>
                <a:cubicBezTo>
                  <a:pt x="0" y="22956"/>
                  <a:pt x="22964" y="0"/>
                  <a:pt x="51291" y="0"/>
                </a:cubicBezTo>
                <a:cubicBezTo>
                  <a:pt x="79618" y="0"/>
                  <a:pt x="102582" y="22956"/>
                  <a:pt x="102582" y="51274"/>
                </a:cubicBezTo>
                <a:close/>
              </a:path>
            </a:pathLst>
          </a:custGeom>
          <a:solidFill>
            <a:srgbClr val="FFFFFF"/>
          </a:solidFill>
          <a:ln w="0" cap="flat">
            <a:noFill/>
            <a:prstDash val="solid"/>
            <a:miter/>
          </a:ln>
        </p:spPr>
        <p:txBody>
          <a:bodyPr rtlCol="0" anchor="ctr"/>
          <a:lstStyle/>
          <a:p>
            <a:endParaRPr lang="en-US" sz="1849"/>
          </a:p>
        </p:txBody>
      </p:sp>
      <p:sp>
        <p:nvSpPr>
          <p:cNvPr id="114" name="Freeform 48">
            <a:extLst>
              <a:ext uri="{FF2B5EF4-FFF2-40B4-BE49-F238E27FC236}">
                <a16:creationId xmlns:a16="http://schemas.microsoft.com/office/drawing/2014/main" id="{EBA2359A-F768-230A-6D38-02C046E193F7}"/>
              </a:ext>
            </a:extLst>
          </p:cNvPr>
          <p:cNvSpPr/>
          <p:nvPr/>
        </p:nvSpPr>
        <p:spPr>
          <a:xfrm>
            <a:off x="989781" y="4383869"/>
            <a:ext cx="683595" cy="683368"/>
          </a:xfrm>
          <a:custGeom>
            <a:avLst/>
            <a:gdLst>
              <a:gd name="connsiteX0" fmla="*/ 102582 w 102581"/>
              <a:gd name="connsiteY0" fmla="*/ 51274 h 102547"/>
              <a:gd name="connsiteX1" fmla="*/ 51291 w 102581"/>
              <a:gd name="connsiteY1" fmla="*/ 102547 h 102547"/>
              <a:gd name="connsiteX2" fmla="*/ 0 w 102581"/>
              <a:gd name="connsiteY2" fmla="*/ 51274 h 102547"/>
              <a:gd name="connsiteX3" fmla="*/ 51291 w 102581"/>
              <a:gd name="connsiteY3" fmla="*/ 0 h 102547"/>
              <a:gd name="connsiteX4" fmla="*/ 102582 w 102581"/>
              <a:gd name="connsiteY4" fmla="*/ 51274 h 102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581" h="102547">
                <a:moveTo>
                  <a:pt x="102582" y="51274"/>
                </a:moveTo>
                <a:cubicBezTo>
                  <a:pt x="102582" y="79591"/>
                  <a:pt x="79618" y="102547"/>
                  <a:pt x="51291" y="102547"/>
                </a:cubicBezTo>
                <a:cubicBezTo>
                  <a:pt x="22964" y="102547"/>
                  <a:pt x="0" y="79591"/>
                  <a:pt x="0" y="51274"/>
                </a:cubicBezTo>
                <a:cubicBezTo>
                  <a:pt x="0" y="22956"/>
                  <a:pt x="22964" y="0"/>
                  <a:pt x="51291" y="0"/>
                </a:cubicBezTo>
                <a:cubicBezTo>
                  <a:pt x="79618" y="0"/>
                  <a:pt x="102582" y="22956"/>
                  <a:pt x="102582" y="51274"/>
                </a:cubicBezTo>
                <a:close/>
              </a:path>
            </a:pathLst>
          </a:custGeom>
          <a:solidFill>
            <a:srgbClr val="FFFFFF"/>
          </a:solidFill>
          <a:ln w="0" cap="flat">
            <a:noFill/>
            <a:prstDash val="solid"/>
            <a:miter/>
          </a:ln>
        </p:spPr>
        <p:txBody>
          <a:bodyPr rtlCol="0" anchor="ctr"/>
          <a:lstStyle/>
          <a:p>
            <a:endParaRPr lang="en-US" sz="1849"/>
          </a:p>
        </p:txBody>
      </p:sp>
      <p:sp>
        <p:nvSpPr>
          <p:cNvPr id="115" name="Freeform 49">
            <a:extLst>
              <a:ext uri="{FF2B5EF4-FFF2-40B4-BE49-F238E27FC236}">
                <a16:creationId xmlns:a16="http://schemas.microsoft.com/office/drawing/2014/main" id="{A326AC15-E8DB-1E80-50A0-38F8A7EA0E39}"/>
              </a:ext>
            </a:extLst>
          </p:cNvPr>
          <p:cNvSpPr/>
          <p:nvPr/>
        </p:nvSpPr>
        <p:spPr>
          <a:xfrm>
            <a:off x="989781" y="5405400"/>
            <a:ext cx="683595" cy="683368"/>
          </a:xfrm>
          <a:custGeom>
            <a:avLst/>
            <a:gdLst>
              <a:gd name="connsiteX0" fmla="*/ 102582 w 102581"/>
              <a:gd name="connsiteY0" fmla="*/ 51274 h 102547"/>
              <a:gd name="connsiteX1" fmla="*/ 51291 w 102581"/>
              <a:gd name="connsiteY1" fmla="*/ 102547 h 102547"/>
              <a:gd name="connsiteX2" fmla="*/ 0 w 102581"/>
              <a:gd name="connsiteY2" fmla="*/ 51274 h 102547"/>
              <a:gd name="connsiteX3" fmla="*/ 51291 w 102581"/>
              <a:gd name="connsiteY3" fmla="*/ 0 h 102547"/>
              <a:gd name="connsiteX4" fmla="*/ 102582 w 102581"/>
              <a:gd name="connsiteY4" fmla="*/ 51274 h 1025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581" h="102547">
                <a:moveTo>
                  <a:pt x="102582" y="51274"/>
                </a:moveTo>
                <a:cubicBezTo>
                  <a:pt x="102582" y="79592"/>
                  <a:pt x="79618" y="102547"/>
                  <a:pt x="51291" y="102547"/>
                </a:cubicBezTo>
                <a:cubicBezTo>
                  <a:pt x="22964" y="102547"/>
                  <a:pt x="0" y="79592"/>
                  <a:pt x="0" y="51274"/>
                </a:cubicBezTo>
                <a:cubicBezTo>
                  <a:pt x="0" y="22956"/>
                  <a:pt x="22964" y="0"/>
                  <a:pt x="51291" y="0"/>
                </a:cubicBezTo>
                <a:cubicBezTo>
                  <a:pt x="79618" y="0"/>
                  <a:pt x="102582" y="22956"/>
                  <a:pt x="102582" y="51274"/>
                </a:cubicBezTo>
                <a:close/>
              </a:path>
            </a:pathLst>
          </a:custGeom>
          <a:solidFill>
            <a:srgbClr val="FFFFFF"/>
          </a:solidFill>
          <a:ln w="0" cap="flat">
            <a:noFill/>
            <a:prstDash val="solid"/>
            <a:miter/>
          </a:ln>
        </p:spPr>
        <p:txBody>
          <a:bodyPr rtlCol="0" anchor="ctr"/>
          <a:lstStyle/>
          <a:p>
            <a:endParaRPr lang="en-US" sz="1849"/>
          </a:p>
        </p:txBody>
      </p:sp>
      <p:sp>
        <p:nvSpPr>
          <p:cNvPr id="116" name="TextBox 83">
            <a:extLst>
              <a:ext uri="{FF2B5EF4-FFF2-40B4-BE49-F238E27FC236}">
                <a16:creationId xmlns:a16="http://schemas.microsoft.com/office/drawing/2014/main" id="{A9BFD16F-A0D9-9FD4-F261-AAC115504204}"/>
              </a:ext>
            </a:extLst>
          </p:cNvPr>
          <p:cNvSpPr txBox="1"/>
          <p:nvPr/>
        </p:nvSpPr>
        <p:spPr>
          <a:xfrm>
            <a:off x="1090781" y="1490086"/>
            <a:ext cx="464167" cy="369911"/>
          </a:xfrm>
          <a:prstGeom prst="rect">
            <a:avLst/>
          </a:prstGeom>
          <a:noFill/>
        </p:spPr>
        <p:txBody>
          <a:bodyPr wrap="none" rtlCol="0" anchor="ctr" lIns="0" rIns="0">
            <a:spAutoFit/>
          </a:bodyPr>
          <a:lstStyle/>
          <a:p>
            <a:pPr algn="ctr"/>
            <a:r>
              <a:rPr lang="en-US" sz="1849" b="1" dirty="0">
                <a:solidFill>
                  <a:srgbClr val="336699"/>
                </a:solidFill>
                <a:latin typeface="微软雅黑" panose="020B0503020204020204" pitchFamily="34" charset="-122"/>
                <a:ea typeface="微软雅黑" panose="020B0503020204020204" pitchFamily="34" charset="-122"/>
              </a:rPr>
              <a:t>01</a:t>
            </a:r>
          </a:p>
        </p:txBody>
      </p:sp>
      <p:sp>
        <p:nvSpPr>
          <p:cNvPr id="117" name="TextBox 84">
            <a:extLst>
              <a:ext uri="{FF2B5EF4-FFF2-40B4-BE49-F238E27FC236}">
                <a16:creationId xmlns:a16="http://schemas.microsoft.com/office/drawing/2014/main" id="{5365BBA5-4743-F15F-C751-7B741A7A7B7E}"/>
              </a:ext>
            </a:extLst>
          </p:cNvPr>
          <p:cNvSpPr txBox="1"/>
          <p:nvPr/>
        </p:nvSpPr>
        <p:spPr>
          <a:xfrm>
            <a:off x="1090781" y="2508098"/>
            <a:ext cx="464167" cy="369911"/>
          </a:xfrm>
          <a:prstGeom prst="rect">
            <a:avLst/>
          </a:prstGeom>
          <a:noFill/>
        </p:spPr>
        <p:txBody>
          <a:bodyPr wrap="none" rtlCol="0" anchor="ctr" lIns="0" rIns="0">
            <a:spAutoFit/>
          </a:bodyPr>
          <a:lstStyle/>
          <a:p>
            <a:pPr algn="ctr"/>
            <a:r>
              <a:rPr lang="en-US" sz="1849" b="1" dirty="0">
                <a:solidFill>
                  <a:srgbClr val="3494BA"/>
                </a:solidFill>
                <a:latin typeface="微软雅黑" panose="020B0503020204020204" pitchFamily="34" charset="-122"/>
                <a:ea typeface="微软雅黑" panose="020B0503020204020204" pitchFamily="34" charset="-122"/>
              </a:rPr>
              <a:t>02</a:t>
            </a:r>
          </a:p>
        </p:txBody>
      </p:sp>
      <p:sp>
        <p:nvSpPr>
          <p:cNvPr id="118" name="TextBox 85">
            <a:extLst>
              <a:ext uri="{FF2B5EF4-FFF2-40B4-BE49-F238E27FC236}">
                <a16:creationId xmlns:a16="http://schemas.microsoft.com/office/drawing/2014/main" id="{9BAEDD06-E9BC-3C8E-7F44-CBD0CCBE5D7D}"/>
              </a:ext>
            </a:extLst>
          </p:cNvPr>
          <p:cNvSpPr txBox="1"/>
          <p:nvPr/>
        </p:nvSpPr>
        <p:spPr>
          <a:xfrm>
            <a:off x="1090781" y="3522585"/>
            <a:ext cx="464167" cy="369911"/>
          </a:xfrm>
          <a:prstGeom prst="rect">
            <a:avLst/>
          </a:prstGeom>
          <a:noFill/>
        </p:spPr>
        <p:txBody>
          <a:bodyPr wrap="none" rtlCol="0" anchor="ctr" lIns="0" rIns="0">
            <a:spAutoFit/>
          </a:bodyPr>
          <a:lstStyle/>
          <a:p>
            <a:pPr algn="ctr"/>
            <a:r>
              <a:rPr lang="en-US" sz="1849" b="1" dirty="0">
                <a:solidFill>
                  <a:srgbClr val="58B6C0"/>
                </a:solidFill>
                <a:latin typeface="微软雅黑" panose="020B0503020204020204" pitchFamily="34" charset="-122"/>
                <a:ea typeface="微软雅黑" panose="020B0503020204020204" pitchFamily="34" charset="-122"/>
              </a:rPr>
              <a:t>03</a:t>
            </a:r>
          </a:p>
        </p:txBody>
      </p:sp>
      <p:sp>
        <p:nvSpPr>
          <p:cNvPr id="119" name="TextBox 86">
            <a:extLst>
              <a:ext uri="{FF2B5EF4-FFF2-40B4-BE49-F238E27FC236}">
                <a16:creationId xmlns:a16="http://schemas.microsoft.com/office/drawing/2014/main" id="{8256F40B-DA21-5693-96A6-B3D714830089}"/>
              </a:ext>
            </a:extLst>
          </p:cNvPr>
          <p:cNvSpPr txBox="1"/>
          <p:nvPr/>
        </p:nvSpPr>
        <p:spPr>
          <a:xfrm>
            <a:off x="1090781" y="4540597"/>
            <a:ext cx="464167" cy="369911"/>
          </a:xfrm>
          <a:prstGeom prst="rect">
            <a:avLst/>
          </a:prstGeom>
          <a:noFill/>
        </p:spPr>
        <p:txBody>
          <a:bodyPr wrap="none" rtlCol="0" anchor="ctr" lIns="0" rIns="0">
            <a:spAutoFit/>
          </a:bodyPr>
          <a:lstStyle/>
          <a:p>
            <a:pPr algn="ctr"/>
            <a:r>
              <a:rPr lang="en-US" sz="1849" b="1" dirty="0">
                <a:solidFill>
                  <a:srgbClr val="75BDA7"/>
                </a:solidFill>
                <a:latin typeface="微软雅黑" panose="020B0503020204020204" pitchFamily="34" charset="-122"/>
                <a:ea typeface="微软雅黑" panose="020B0503020204020204" pitchFamily="34" charset="-122"/>
              </a:rPr>
              <a:t>04</a:t>
            </a:r>
          </a:p>
        </p:txBody>
      </p:sp>
      <p:sp>
        <p:nvSpPr>
          <p:cNvPr id="120" name="TextBox 87">
            <a:extLst>
              <a:ext uri="{FF2B5EF4-FFF2-40B4-BE49-F238E27FC236}">
                <a16:creationId xmlns:a16="http://schemas.microsoft.com/office/drawing/2014/main" id="{68F55942-BA3F-2AEB-9C0D-653EFA8FE6D2}"/>
              </a:ext>
            </a:extLst>
          </p:cNvPr>
          <p:cNvSpPr txBox="1"/>
          <p:nvPr/>
        </p:nvSpPr>
        <p:spPr>
          <a:xfrm>
            <a:off x="1090781" y="5562128"/>
            <a:ext cx="464167" cy="369911"/>
          </a:xfrm>
          <a:prstGeom prst="rect">
            <a:avLst/>
          </a:prstGeom>
          <a:noFill/>
        </p:spPr>
        <p:txBody>
          <a:bodyPr wrap="none" rtlCol="0" anchor="ctr" lIns="0" rIns="0">
            <a:spAutoFit/>
          </a:bodyPr>
          <a:lstStyle/>
          <a:p>
            <a:pPr algn="ctr"/>
            <a:r>
              <a:rPr lang="en-US" sz="1849" b="1" dirty="0">
                <a:solidFill>
                  <a:srgbClr val="7A8C8E"/>
                </a:solidFill>
                <a:latin typeface="微软雅黑" panose="020B0503020204020204" pitchFamily="34" charset="-122"/>
                <a:ea typeface="微软雅黑" panose="020B0503020204020204" pitchFamily="34" charset="-122"/>
              </a:rPr>
              <a:t>05</a:t>
            </a:r>
          </a:p>
        </p:txBody>
      </p:sp>
      <p:sp>
        <p:nvSpPr>
          <p:cNvPr id="121" name="任意形状 32">
            <a:extLst>
              <a:ext uri="{FF2B5EF4-FFF2-40B4-BE49-F238E27FC236}">
                <a16:creationId xmlns:a16="http://schemas.microsoft.com/office/drawing/2014/main" id="{E3D4DF08-EBCA-0FA4-0CE7-1CBF7CB13688}"/>
              </a:ext>
            </a:extLst>
          </p:cNvPr>
          <p:cNvSpPr/>
          <p:nvPr/>
        </p:nvSpPr>
        <p:spPr>
          <a:xfrm>
            <a:off x="5348619" y="3925942"/>
            <a:ext cx="5747882" cy="144421"/>
          </a:xfrm>
          <a:custGeom>
            <a:avLst/>
            <a:gdLst>
              <a:gd name="connsiteX0" fmla="*/ 0 w 6217136"/>
              <a:gd name="connsiteY0" fmla="*/ 0 h 156211"/>
              <a:gd name="connsiteX1" fmla="*/ 6217136 w 6217136"/>
              <a:gd name="connsiteY1" fmla="*/ 0 h 156211"/>
              <a:gd name="connsiteX2" fmla="*/ 6060874 w 6217136"/>
              <a:gd name="connsiteY2" fmla="*/ 156211 h 156211"/>
              <a:gd name="connsiteX3" fmla="*/ 0 w 6217136"/>
              <a:gd name="connsiteY3" fmla="*/ 156211 h 156211"/>
              <a:gd name="connsiteX4" fmla="*/ 0 w 6217136"/>
              <a:gd name="connsiteY4" fmla="*/ 0 h 15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17136" h="156211">
                <a:moveTo>
                  <a:pt x="0" y="0"/>
                </a:moveTo>
                <a:lnTo>
                  <a:pt x="6217136" y="0"/>
                </a:lnTo>
                <a:lnTo>
                  <a:pt x="6060874" y="156211"/>
                </a:lnTo>
                <a:lnTo>
                  <a:pt x="0" y="156211"/>
                </a:lnTo>
                <a:lnTo>
                  <a:pt x="0" y="0"/>
                </a:lnTo>
                <a:close/>
              </a:path>
            </a:pathLst>
          </a:cu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2" name="任意形状 33">
            <a:extLst>
              <a:ext uri="{FF2B5EF4-FFF2-40B4-BE49-F238E27FC236}">
                <a16:creationId xmlns:a16="http://schemas.microsoft.com/office/drawing/2014/main" id="{9FC357B8-F292-804C-E10A-7015DC4F8B43}"/>
              </a:ext>
            </a:extLst>
          </p:cNvPr>
          <p:cNvSpPr/>
          <p:nvPr/>
        </p:nvSpPr>
        <p:spPr>
          <a:xfrm>
            <a:off x="5348619" y="3637093"/>
            <a:ext cx="5962835" cy="144421"/>
          </a:xfrm>
          <a:custGeom>
            <a:avLst/>
            <a:gdLst>
              <a:gd name="connsiteX0" fmla="*/ 0 w 6449637"/>
              <a:gd name="connsiteY0" fmla="*/ 0 h 156211"/>
              <a:gd name="connsiteX1" fmla="*/ 6373405 w 6449637"/>
              <a:gd name="connsiteY1" fmla="*/ 0 h 156211"/>
              <a:gd name="connsiteX2" fmla="*/ 6449637 w 6449637"/>
              <a:gd name="connsiteY2" fmla="*/ 80009 h 156211"/>
              <a:gd name="connsiteX3" fmla="*/ 6373405 w 6449637"/>
              <a:gd name="connsiteY3" fmla="*/ 156211 h 156211"/>
              <a:gd name="connsiteX4" fmla="*/ 0 w 6449637"/>
              <a:gd name="connsiteY4" fmla="*/ 156211 h 156211"/>
              <a:gd name="connsiteX5" fmla="*/ 0 w 6449637"/>
              <a:gd name="connsiteY5" fmla="*/ 0 h 156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49637" h="156211">
                <a:moveTo>
                  <a:pt x="0" y="0"/>
                </a:moveTo>
                <a:lnTo>
                  <a:pt x="6373405" y="0"/>
                </a:lnTo>
                <a:lnTo>
                  <a:pt x="6449637" y="80009"/>
                </a:lnTo>
                <a:lnTo>
                  <a:pt x="6373405" y="156211"/>
                </a:lnTo>
                <a:lnTo>
                  <a:pt x="0" y="156211"/>
                </a:lnTo>
                <a:lnTo>
                  <a:pt x="0" y="0"/>
                </a:lnTo>
                <a:close/>
              </a:path>
            </a:pathLst>
          </a:custGeom>
          <a:solidFill>
            <a:srgbClr val="58B6C0">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3" name="任意形状 34">
            <a:extLst>
              <a:ext uri="{FF2B5EF4-FFF2-40B4-BE49-F238E27FC236}">
                <a16:creationId xmlns:a16="http://schemas.microsoft.com/office/drawing/2014/main" id="{A1961DAA-116D-15BB-9C85-D14A96F8231B}"/>
              </a:ext>
            </a:extLst>
          </p:cNvPr>
          <p:cNvSpPr/>
          <p:nvPr/>
        </p:nvSpPr>
        <p:spPr>
          <a:xfrm>
            <a:off x="5348619" y="3492672"/>
            <a:ext cx="5892357" cy="144421"/>
          </a:xfrm>
          <a:custGeom>
            <a:avLst/>
            <a:gdLst>
              <a:gd name="connsiteX0" fmla="*/ 0 w 6373406"/>
              <a:gd name="connsiteY0" fmla="*/ 0 h 156211"/>
              <a:gd name="connsiteX1" fmla="*/ 6217137 w 6373406"/>
              <a:gd name="connsiteY1" fmla="*/ 0 h 156211"/>
              <a:gd name="connsiteX2" fmla="*/ 6373406 w 6373406"/>
              <a:gd name="connsiteY2" fmla="*/ 156211 h 156211"/>
              <a:gd name="connsiteX3" fmla="*/ 0 w 6373406"/>
              <a:gd name="connsiteY3" fmla="*/ 156211 h 156211"/>
              <a:gd name="connsiteX4" fmla="*/ 0 w 6373406"/>
              <a:gd name="connsiteY4" fmla="*/ 0 h 1562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73406" h="156211">
                <a:moveTo>
                  <a:pt x="0" y="0"/>
                </a:moveTo>
                <a:lnTo>
                  <a:pt x="6217137" y="0"/>
                </a:lnTo>
                <a:lnTo>
                  <a:pt x="6373406" y="156211"/>
                </a:lnTo>
                <a:lnTo>
                  <a:pt x="0" y="156211"/>
                </a:lnTo>
                <a:lnTo>
                  <a:pt x="0" y="0"/>
                </a:lnTo>
                <a:close/>
              </a:path>
            </a:pathLst>
          </a:custGeom>
          <a:solidFill>
            <a:srgbClr val="3494BA">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4" name="任意形状 35">
            <a:extLst>
              <a:ext uri="{FF2B5EF4-FFF2-40B4-BE49-F238E27FC236}">
                <a16:creationId xmlns:a16="http://schemas.microsoft.com/office/drawing/2014/main" id="{15D2DBC7-CCCC-B7A8-4004-7F41C2B4C0B6}"/>
              </a:ext>
            </a:extLst>
          </p:cNvPr>
          <p:cNvSpPr/>
          <p:nvPr/>
        </p:nvSpPr>
        <p:spPr>
          <a:xfrm>
            <a:off x="5348619" y="3348244"/>
            <a:ext cx="5747882" cy="144427"/>
          </a:xfrm>
          <a:custGeom>
            <a:avLst/>
            <a:gdLst>
              <a:gd name="connsiteX0" fmla="*/ 0 w 6217136"/>
              <a:gd name="connsiteY0" fmla="*/ 0 h 156218"/>
              <a:gd name="connsiteX1" fmla="*/ 6060874 w 6217136"/>
              <a:gd name="connsiteY1" fmla="*/ 0 h 156218"/>
              <a:gd name="connsiteX2" fmla="*/ 6217136 w 6217136"/>
              <a:gd name="connsiteY2" fmla="*/ 156218 h 156218"/>
              <a:gd name="connsiteX3" fmla="*/ 0 w 6217136"/>
              <a:gd name="connsiteY3" fmla="*/ 156218 h 156218"/>
              <a:gd name="connsiteX4" fmla="*/ 0 w 6217136"/>
              <a:gd name="connsiteY4" fmla="*/ 0 h 1562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217136" h="156218">
                <a:moveTo>
                  <a:pt x="0" y="0"/>
                </a:moveTo>
                <a:lnTo>
                  <a:pt x="6060874" y="0"/>
                </a:lnTo>
                <a:lnTo>
                  <a:pt x="6217136" y="156218"/>
                </a:lnTo>
                <a:lnTo>
                  <a:pt x="0" y="156218"/>
                </a:lnTo>
                <a:lnTo>
                  <a:pt x="0" y="0"/>
                </a:lnTo>
                <a:close/>
              </a:path>
            </a:pathLst>
          </a:custGeom>
          <a:solidFill>
            <a:srgbClr val="336699">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5" name="任意形状 36">
            <a:extLst>
              <a:ext uri="{FF2B5EF4-FFF2-40B4-BE49-F238E27FC236}">
                <a16:creationId xmlns:a16="http://schemas.microsoft.com/office/drawing/2014/main" id="{B7AF7013-0586-7215-4554-FA0B6304F447}"/>
              </a:ext>
            </a:extLst>
          </p:cNvPr>
          <p:cNvSpPr/>
          <p:nvPr/>
        </p:nvSpPr>
        <p:spPr>
          <a:xfrm>
            <a:off x="5348611" y="3781514"/>
            <a:ext cx="5892366" cy="144427"/>
          </a:xfrm>
          <a:custGeom>
            <a:avLst/>
            <a:gdLst>
              <a:gd name="connsiteX0" fmla="*/ 0 w 6373415"/>
              <a:gd name="connsiteY0" fmla="*/ 0 h 156218"/>
              <a:gd name="connsiteX1" fmla="*/ 6373415 w 6373415"/>
              <a:gd name="connsiteY1" fmla="*/ 0 h 156218"/>
              <a:gd name="connsiteX2" fmla="*/ 6217146 w 6373415"/>
              <a:gd name="connsiteY2" fmla="*/ 156218 h 156218"/>
              <a:gd name="connsiteX3" fmla="*/ 0 w 6373415"/>
              <a:gd name="connsiteY3" fmla="*/ 156218 h 156218"/>
              <a:gd name="connsiteX4" fmla="*/ 0 w 6373415"/>
              <a:gd name="connsiteY4" fmla="*/ 0 h 1562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73415" h="156218">
                <a:moveTo>
                  <a:pt x="0" y="0"/>
                </a:moveTo>
                <a:lnTo>
                  <a:pt x="6373415" y="0"/>
                </a:lnTo>
                <a:lnTo>
                  <a:pt x="6217146" y="156218"/>
                </a:lnTo>
                <a:lnTo>
                  <a:pt x="0" y="156218"/>
                </a:lnTo>
                <a:lnTo>
                  <a:pt x="0" y="0"/>
                </a:lnTo>
                <a:close/>
              </a:path>
            </a:pathLst>
          </a:custGeom>
          <a:solidFill>
            <a:srgbClr val="75BDA7">
              <a:lumMod val="75000"/>
            </a:srgbClr>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6" name="任意形状 49">
            <a:extLst>
              <a:ext uri="{FF2B5EF4-FFF2-40B4-BE49-F238E27FC236}">
                <a16:creationId xmlns:a16="http://schemas.microsoft.com/office/drawing/2014/main" id="{BB868E7C-A66C-29EC-4CEB-5EAD9295ADBF}"/>
              </a:ext>
            </a:extLst>
          </p:cNvPr>
          <p:cNvSpPr/>
          <p:nvPr/>
        </p:nvSpPr>
        <p:spPr>
          <a:xfrm rot="10800000">
            <a:off x="5348610" y="1245774"/>
            <a:ext cx="1711923" cy="2166373"/>
          </a:xfrm>
          <a:custGeom>
            <a:avLst/>
            <a:gdLst>
              <a:gd name="connsiteX0" fmla="*/ 1718862 w 1851683"/>
              <a:gd name="connsiteY0" fmla="*/ 2343234 h 2343234"/>
              <a:gd name="connsiteX1" fmla="*/ 132821 w 1851683"/>
              <a:gd name="connsiteY1" fmla="*/ 2343234 h 2343234"/>
              <a:gd name="connsiteX2" fmla="*/ 0 w 1851683"/>
              <a:gd name="connsiteY2" fmla="*/ 2210413 h 2343234"/>
              <a:gd name="connsiteX3" fmla="*/ 0 w 1851683"/>
              <a:gd name="connsiteY3" fmla="*/ 364146 h 2343234"/>
              <a:gd name="connsiteX4" fmla="*/ 132821 w 1851683"/>
              <a:gd name="connsiteY4" fmla="*/ 231325 h 2343234"/>
              <a:gd name="connsiteX5" fmla="*/ 881093 w 1851683"/>
              <a:gd name="connsiteY5" fmla="*/ 231325 h 2343234"/>
              <a:gd name="connsiteX6" fmla="*/ 925837 w 1851683"/>
              <a:gd name="connsiteY6" fmla="*/ 0 h 2343234"/>
              <a:gd name="connsiteX7" fmla="*/ 970581 w 1851683"/>
              <a:gd name="connsiteY7" fmla="*/ 231325 h 2343234"/>
              <a:gd name="connsiteX8" fmla="*/ 1718862 w 1851683"/>
              <a:gd name="connsiteY8" fmla="*/ 231325 h 2343234"/>
              <a:gd name="connsiteX9" fmla="*/ 1851683 w 1851683"/>
              <a:gd name="connsiteY9" fmla="*/ 364146 h 2343234"/>
              <a:gd name="connsiteX10" fmla="*/ 1851683 w 1851683"/>
              <a:gd name="connsiteY10" fmla="*/ 2210413 h 2343234"/>
              <a:gd name="connsiteX11" fmla="*/ 1718862 w 1851683"/>
              <a:gd name="connsiteY11" fmla="*/ 2343234 h 2343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851683" h="2343234">
                <a:moveTo>
                  <a:pt x="1718862" y="2343234"/>
                </a:moveTo>
                <a:lnTo>
                  <a:pt x="132821" y="2343234"/>
                </a:lnTo>
                <a:cubicBezTo>
                  <a:pt x="59466" y="2343234"/>
                  <a:pt x="0" y="2283768"/>
                  <a:pt x="0" y="2210413"/>
                </a:cubicBezTo>
                <a:lnTo>
                  <a:pt x="0" y="364146"/>
                </a:lnTo>
                <a:cubicBezTo>
                  <a:pt x="0" y="290791"/>
                  <a:pt x="59466" y="231325"/>
                  <a:pt x="132821" y="231325"/>
                </a:cubicBezTo>
                <a:lnTo>
                  <a:pt x="881093" y="231325"/>
                </a:lnTo>
                <a:lnTo>
                  <a:pt x="925837" y="0"/>
                </a:lnTo>
                <a:lnTo>
                  <a:pt x="970581" y="231325"/>
                </a:lnTo>
                <a:lnTo>
                  <a:pt x="1718862" y="231325"/>
                </a:lnTo>
                <a:cubicBezTo>
                  <a:pt x="1792217" y="231325"/>
                  <a:pt x="1851683" y="290791"/>
                  <a:pt x="1851683" y="364146"/>
                </a:cubicBezTo>
                <a:lnTo>
                  <a:pt x="1851683" y="2210413"/>
                </a:lnTo>
                <a:cubicBezTo>
                  <a:pt x="1851683" y="2283768"/>
                  <a:pt x="1792217" y="2343234"/>
                  <a:pt x="1718862" y="2343234"/>
                </a:cubicBez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7" name="任意形状 50">
            <a:extLst>
              <a:ext uri="{FF2B5EF4-FFF2-40B4-BE49-F238E27FC236}">
                <a16:creationId xmlns:a16="http://schemas.microsoft.com/office/drawing/2014/main" id="{1D873599-FF04-F107-0EBE-1B36E7777130}"/>
              </a:ext>
            </a:extLst>
          </p:cNvPr>
          <p:cNvSpPr/>
          <p:nvPr/>
        </p:nvSpPr>
        <p:spPr>
          <a:xfrm rot="10800000">
            <a:off x="7297264" y="1245774"/>
            <a:ext cx="1711923" cy="2297176"/>
          </a:xfrm>
          <a:custGeom>
            <a:avLst/>
            <a:gdLst>
              <a:gd name="connsiteX0" fmla="*/ 1718862 w 1851683"/>
              <a:gd name="connsiteY0" fmla="*/ 2484716 h 2484716"/>
              <a:gd name="connsiteX1" fmla="*/ 132821 w 1851683"/>
              <a:gd name="connsiteY1" fmla="*/ 2484716 h 2484716"/>
              <a:gd name="connsiteX2" fmla="*/ 0 w 1851683"/>
              <a:gd name="connsiteY2" fmla="*/ 2351895 h 2484716"/>
              <a:gd name="connsiteX3" fmla="*/ 0 w 1851683"/>
              <a:gd name="connsiteY3" fmla="*/ 505628 h 2484716"/>
              <a:gd name="connsiteX4" fmla="*/ 132821 w 1851683"/>
              <a:gd name="connsiteY4" fmla="*/ 372807 h 2484716"/>
              <a:gd name="connsiteX5" fmla="*/ 849133 w 1851683"/>
              <a:gd name="connsiteY5" fmla="*/ 372807 h 2484716"/>
              <a:gd name="connsiteX6" fmla="*/ 921243 w 1851683"/>
              <a:gd name="connsiteY6" fmla="*/ 0 h 2484716"/>
              <a:gd name="connsiteX7" fmla="*/ 993353 w 1851683"/>
              <a:gd name="connsiteY7" fmla="*/ 372807 h 2484716"/>
              <a:gd name="connsiteX8" fmla="*/ 1718862 w 1851683"/>
              <a:gd name="connsiteY8" fmla="*/ 372807 h 2484716"/>
              <a:gd name="connsiteX9" fmla="*/ 1851683 w 1851683"/>
              <a:gd name="connsiteY9" fmla="*/ 505628 h 2484716"/>
              <a:gd name="connsiteX10" fmla="*/ 1851683 w 1851683"/>
              <a:gd name="connsiteY10" fmla="*/ 2351895 h 2484716"/>
              <a:gd name="connsiteX11" fmla="*/ 1718862 w 1851683"/>
              <a:gd name="connsiteY11" fmla="*/ 2484716 h 248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851683" h="2484716">
                <a:moveTo>
                  <a:pt x="1718862" y="2484716"/>
                </a:moveTo>
                <a:lnTo>
                  <a:pt x="132821" y="2484716"/>
                </a:lnTo>
                <a:cubicBezTo>
                  <a:pt x="59466" y="2484716"/>
                  <a:pt x="0" y="2425250"/>
                  <a:pt x="0" y="2351895"/>
                </a:cubicBezTo>
                <a:lnTo>
                  <a:pt x="0" y="505628"/>
                </a:lnTo>
                <a:cubicBezTo>
                  <a:pt x="0" y="432273"/>
                  <a:pt x="59466" y="372807"/>
                  <a:pt x="132821" y="372807"/>
                </a:cubicBezTo>
                <a:lnTo>
                  <a:pt x="849133" y="372807"/>
                </a:lnTo>
                <a:lnTo>
                  <a:pt x="921243" y="0"/>
                </a:lnTo>
                <a:lnTo>
                  <a:pt x="993353" y="372807"/>
                </a:lnTo>
                <a:lnTo>
                  <a:pt x="1718862" y="372807"/>
                </a:lnTo>
                <a:cubicBezTo>
                  <a:pt x="1792217" y="372807"/>
                  <a:pt x="1851683" y="432273"/>
                  <a:pt x="1851683" y="505628"/>
                </a:cubicBezTo>
                <a:lnTo>
                  <a:pt x="1851683" y="2351895"/>
                </a:lnTo>
                <a:cubicBezTo>
                  <a:pt x="1851683" y="2425250"/>
                  <a:pt x="1792217" y="2484716"/>
                  <a:pt x="1718862" y="2484716"/>
                </a:cubicBez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8" name="任意形状 79">
            <a:extLst>
              <a:ext uri="{FF2B5EF4-FFF2-40B4-BE49-F238E27FC236}">
                <a16:creationId xmlns:a16="http://schemas.microsoft.com/office/drawing/2014/main" id="{C1C26DFC-70F2-4116-572E-9770D323EF44}"/>
              </a:ext>
            </a:extLst>
          </p:cNvPr>
          <p:cNvSpPr/>
          <p:nvPr/>
        </p:nvSpPr>
        <p:spPr>
          <a:xfrm rot="10800000">
            <a:off x="9245920" y="1245774"/>
            <a:ext cx="1711923" cy="2428789"/>
          </a:xfrm>
          <a:custGeom>
            <a:avLst/>
            <a:gdLst>
              <a:gd name="connsiteX0" fmla="*/ 1718862 w 1851683"/>
              <a:gd name="connsiteY0" fmla="*/ 2627074 h 2627074"/>
              <a:gd name="connsiteX1" fmla="*/ 132821 w 1851683"/>
              <a:gd name="connsiteY1" fmla="*/ 2627074 h 2627074"/>
              <a:gd name="connsiteX2" fmla="*/ 0 w 1851683"/>
              <a:gd name="connsiteY2" fmla="*/ 2494253 h 2627074"/>
              <a:gd name="connsiteX3" fmla="*/ 0 w 1851683"/>
              <a:gd name="connsiteY3" fmla="*/ 647986 h 2627074"/>
              <a:gd name="connsiteX4" fmla="*/ 132821 w 1851683"/>
              <a:gd name="connsiteY4" fmla="*/ 515165 h 2627074"/>
              <a:gd name="connsiteX5" fmla="*/ 826197 w 1851683"/>
              <a:gd name="connsiteY5" fmla="*/ 515165 h 2627074"/>
              <a:gd name="connsiteX6" fmla="*/ 925843 w 1851683"/>
              <a:gd name="connsiteY6" fmla="*/ 0 h 2627074"/>
              <a:gd name="connsiteX7" fmla="*/ 1025488 w 1851683"/>
              <a:gd name="connsiteY7" fmla="*/ 515165 h 2627074"/>
              <a:gd name="connsiteX8" fmla="*/ 1718862 w 1851683"/>
              <a:gd name="connsiteY8" fmla="*/ 515165 h 2627074"/>
              <a:gd name="connsiteX9" fmla="*/ 1851683 w 1851683"/>
              <a:gd name="connsiteY9" fmla="*/ 647986 h 2627074"/>
              <a:gd name="connsiteX10" fmla="*/ 1851683 w 1851683"/>
              <a:gd name="connsiteY10" fmla="*/ 2494253 h 2627074"/>
              <a:gd name="connsiteX11" fmla="*/ 1718862 w 1851683"/>
              <a:gd name="connsiteY11" fmla="*/ 2627074 h 262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851683" h="2627074">
                <a:moveTo>
                  <a:pt x="1718862" y="2627074"/>
                </a:moveTo>
                <a:lnTo>
                  <a:pt x="132821" y="2627074"/>
                </a:lnTo>
                <a:cubicBezTo>
                  <a:pt x="59466" y="2627074"/>
                  <a:pt x="0" y="2567608"/>
                  <a:pt x="0" y="2494253"/>
                </a:cubicBezTo>
                <a:lnTo>
                  <a:pt x="0" y="647986"/>
                </a:lnTo>
                <a:cubicBezTo>
                  <a:pt x="0" y="574631"/>
                  <a:pt x="59466" y="515165"/>
                  <a:pt x="132821" y="515165"/>
                </a:cubicBezTo>
                <a:lnTo>
                  <a:pt x="826197" y="515165"/>
                </a:lnTo>
                <a:lnTo>
                  <a:pt x="925843" y="0"/>
                </a:lnTo>
                <a:lnTo>
                  <a:pt x="1025488" y="515165"/>
                </a:lnTo>
                <a:lnTo>
                  <a:pt x="1718862" y="515165"/>
                </a:lnTo>
                <a:cubicBezTo>
                  <a:pt x="1792217" y="515165"/>
                  <a:pt x="1851683" y="574631"/>
                  <a:pt x="1851683" y="647986"/>
                </a:cubicBezTo>
                <a:lnTo>
                  <a:pt x="1851683" y="2494253"/>
                </a:lnTo>
                <a:cubicBezTo>
                  <a:pt x="1851683" y="2567608"/>
                  <a:pt x="1792217" y="2627074"/>
                  <a:pt x="1718862" y="2627074"/>
                </a:cubicBez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9" name="任意形状 81">
            <a:extLst>
              <a:ext uri="{FF2B5EF4-FFF2-40B4-BE49-F238E27FC236}">
                <a16:creationId xmlns:a16="http://schemas.microsoft.com/office/drawing/2014/main" id="{A91CEA05-052C-5DF6-35C9-555D760B5E91}"/>
              </a:ext>
            </a:extLst>
          </p:cNvPr>
          <p:cNvSpPr/>
          <p:nvPr/>
        </p:nvSpPr>
        <p:spPr>
          <a:xfrm>
            <a:off x="5348611" y="3889576"/>
            <a:ext cx="1711922" cy="2294300"/>
          </a:xfrm>
          <a:custGeom>
            <a:avLst/>
            <a:gdLst>
              <a:gd name="connsiteX0" fmla="*/ 922020 w 1851682"/>
              <a:gd name="connsiteY0" fmla="*/ 0 h 2481605"/>
              <a:gd name="connsiteX1" fmla="*/ 993528 w 1851682"/>
              <a:gd name="connsiteY1" fmla="*/ 369696 h 2481605"/>
              <a:gd name="connsiteX2" fmla="*/ 1718861 w 1851682"/>
              <a:gd name="connsiteY2" fmla="*/ 369696 h 2481605"/>
              <a:gd name="connsiteX3" fmla="*/ 1851682 w 1851682"/>
              <a:gd name="connsiteY3" fmla="*/ 502517 h 2481605"/>
              <a:gd name="connsiteX4" fmla="*/ 1851682 w 1851682"/>
              <a:gd name="connsiteY4" fmla="*/ 2348784 h 2481605"/>
              <a:gd name="connsiteX5" fmla="*/ 1718861 w 1851682"/>
              <a:gd name="connsiteY5" fmla="*/ 2481605 h 2481605"/>
              <a:gd name="connsiteX6" fmla="*/ 132821 w 1851682"/>
              <a:gd name="connsiteY6" fmla="*/ 2481605 h 2481605"/>
              <a:gd name="connsiteX7" fmla="*/ 0 w 1851682"/>
              <a:gd name="connsiteY7" fmla="*/ 2348784 h 2481605"/>
              <a:gd name="connsiteX8" fmla="*/ 0 w 1851682"/>
              <a:gd name="connsiteY8" fmla="*/ 502517 h 2481605"/>
              <a:gd name="connsiteX9" fmla="*/ 132821 w 1851682"/>
              <a:gd name="connsiteY9" fmla="*/ 369696 h 2481605"/>
              <a:gd name="connsiteX10" fmla="*/ 850512 w 1851682"/>
              <a:gd name="connsiteY10" fmla="*/ 369696 h 2481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1682" h="2481605">
                <a:moveTo>
                  <a:pt x="922020" y="0"/>
                </a:moveTo>
                <a:lnTo>
                  <a:pt x="993528" y="369696"/>
                </a:lnTo>
                <a:lnTo>
                  <a:pt x="1718861" y="369696"/>
                </a:lnTo>
                <a:cubicBezTo>
                  <a:pt x="1792216" y="369696"/>
                  <a:pt x="1851682" y="429162"/>
                  <a:pt x="1851682" y="502517"/>
                </a:cubicBezTo>
                <a:lnTo>
                  <a:pt x="1851682" y="2348784"/>
                </a:lnTo>
                <a:cubicBezTo>
                  <a:pt x="1851682" y="2422139"/>
                  <a:pt x="1792216" y="2481605"/>
                  <a:pt x="1718861" y="2481605"/>
                </a:cubicBezTo>
                <a:lnTo>
                  <a:pt x="132821" y="2481605"/>
                </a:lnTo>
                <a:cubicBezTo>
                  <a:pt x="59466" y="2481605"/>
                  <a:pt x="0" y="2422139"/>
                  <a:pt x="0" y="2348784"/>
                </a:cubicBezTo>
                <a:lnTo>
                  <a:pt x="0" y="502517"/>
                </a:lnTo>
                <a:cubicBezTo>
                  <a:pt x="0" y="429162"/>
                  <a:pt x="59466" y="369696"/>
                  <a:pt x="132821" y="369696"/>
                </a:cubicBezTo>
                <a:lnTo>
                  <a:pt x="850512" y="369696"/>
                </a:lnTo>
                <a:close/>
              </a:path>
            </a:pathLst>
          </a:custGeom>
          <a:solidFill>
            <a:srgbClr val="336699"/>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30" name="文本框 84">
            <a:extLst>
              <a:ext uri="{FF2B5EF4-FFF2-40B4-BE49-F238E27FC236}">
                <a16:creationId xmlns:a16="http://schemas.microsoft.com/office/drawing/2014/main" id="{0154DCE2-ED27-6527-2C20-3C862E3755D9}"/>
              </a:ext>
            </a:extLst>
          </p:cNvPr>
          <p:cNvSpPr txBox="1"/>
          <p:nvPr/>
        </p:nvSpPr>
        <p:spPr>
          <a:xfrm>
            <a:off x="1818721" y="1307112"/>
            <a:ext cx="1876043" cy="652738"/>
          </a:xfrm>
          <a:prstGeom prst="rect">
            <a:avLst/>
          </a:prstGeom>
          <a:noFill/>
        </p:spPr>
        <p:txBody>
          <a:bodyPr wrap="square" rtlCol="0">
            <a:spAutoFit/>
          </a:bodyPr>
          <a:lstStyle/>
          <a:p>
            <a:pPr algn="just">
              <a:lnSpc>
                <a:spcPct val="150000"/>
              </a:lnSpc>
            </a:pPr>
            <a:r>
              <a:rPr kumimoji="1" lang="zh-CN" altLang="en-US"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1" name="文本框 85">
            <a:extLst>
              <a:ext uri="{FF2B5EF4-FFF2-40B4-BE49-F238E27FC236}">
                <a16:creationId xmlns:a16="http://schemas.microsoft.com/office/drawing/2014/main" id="{9DE31AF3-6A21-D9C2-DF4B-581F8257BCB9}"/>
              </a:ext>
            </a:extLst>
          </p:cNvPr>
          <p:cNvSpPr txBox="1"/>
          <p:nvPr/>
        </p:nvSpPr>
        <p:spPr>
          <a:xfrm>
            <a:off x="1818721" y="2326406"/>
            <a:ext cx="1876043" cy="652738"/>
          </a:xfrm>
          <a:prstGeom prst="rect">
            <a:avLst/>
          </a:prstGeom>
          <a:noFill/>
        </p:spPr>
        <p:txBody>
          <a:bodyPr wrap="square" rtlCol="0">
            <a:spAutoFit/>
          </a:bodyPr>
          <a:lstStyle/>
          <a:p>
            <a:pPr algn="just">
              <a:lnSpc>
                <a:spcPct val="150000"/>
              </a:lnSpc>
            </a:pPr>
            <a:r>
              <a:rPr kumimoji="1" lang="zh-CN" altLang="en-US"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品牌设计</a:t>
            </a:r>
            <a:endParaRPr kumimoji="1" lang="en-US" altLang="zh-CN"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2" name="文本框 86">
            <a:extLst>
              <a:ext uri="{FF2B5EF4-FFF2-40B4-BE49-F238E27FC236}">
                <a16:creationId xmlns:a16="http://schemas.microsoft.com/office/drawing/2014/main" id="{FDEBF976-675D-4150-45CF-0298A7325EB3}"/>
              </a:ext>
            </a:extLst>
          </p:cNvPr>
          <p:cNvSpPr txBox="1"/>
          <p:nvPr/>
        </p:nvSpPr>
        <p:spPr>
          <a:xfrm>
            <a:off x="1818721" y="3345699"/>
            <a:ext cx="1876043" cy="652738"/>
          </a:xfrm>
          <a:prstGeom prst="rect">
            <a:avLst/>
          </a:prstGeom>
          <a:noFill/>
        </p:spPr>
        <p:txBody>
          <a:bodyPr wrap="square" rtlCol="0">
            <a:spAutoFit/>
          </a:bodyPr>
          <a:lstStyle/>
          <a:p>
            <a:pPr algn="just">
              <a:lnSpc>
                <a:spcPct val="150000"/>
              </a:lnSpc>
            </a:pPr>
            <a:r>
              <a:rPr kumimoji="1" lang="zh-CN" altLang="en-US"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3" name="文本框 87">
            <a:extLst>
              <a:ext uri="{FF2B5EF4-FFF2-40B4-BE49-F238E27FC236}">
                <a16:creationId xmlns:a16="http://schemas.microsoft.com/office/drawing/2014/main" id="{96C96A7C-CBAC-F550-8F1A-D26449E0847E}"/>
              </a:ext>
            </a:extLst>
          </p:cNvPr>
          <p:cNvSpPr txBox="1"/>
          <p:nvPr/>
        </p:nvSpPr>
        <p:spPr>
          <a:xfrm>
            <a:off x="1818721" y="5384285"/>
            <a:ext cx="1876043" cy="652738"/>
          </a:xfrm>
          <a:prstGeom prst="rect">
            <a:avLst/>
          </a:prstGeom>
          <a:noFill/>
        </p:spPr>
        <p:txBody>
          <a:bodyPr wrap="square" rtlCol="0">
            <a:spAutoFit/>
          </a:bodyPr>
          <a:lstStyle/>
          <a:p>
            <a:pPr algn="just">
              <a:lnSpc>
                <a:spcPct val="150000"/>
              </a:lnSpc>
            </a:pPr>
            <a:r>
              <a:rPr kumimoji="1" lang="zh-CN" altLang="en-US"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4" name="文本框 88">
            <a:extLst>
              <a:ext uri="{FF2B5EF4-FFF2-40B4-BE49-F238E27FC236}">
                <a16:creationId xmlns:a16="http://schemas.microsoft.com/office/drawing/2014/main" id="{097817C4-ED65-A86B-4273-6157ABA9F11C}"/>
              </a:ext>
            </a:extLst>
          </p:cNvPr>
          <p:cNvSpPr txBox="1"/>
          <p:nvPr/>
        </p:nvSpPr>
        <p:spPr>
          <a:xfrm>
            <a:off x="1818721" y="4364993"/>
            <a:ext cx="1876043" cy="652738"/>
          </a:xfrm>
          <a:prstGeom prst="rect">
            <a:avLst/>
          </a:prstGeom>
          <a:noFill/>
        </p:spPr>
        <p:txBody>
          <a:bodyPr wrap="square" rtlCol="0">
            <a:spAutoFit/>
          </a:bodyPr>
          <a:lstStyle/>
          <a:p>
            <a:pPr algn="just">
              <a:lnSpc>
                <a:spcPct val="150000"/>
              </a:lnSpc>
            </a:pPr>
            <a:r>
              <a:rPr kumimoji="1" lang="zh-CN" altLang="en-US"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品牌设计</a:t>
            </a:r>
            <a:endParaRPr kumimoji="1" lang="en-US" altLang="zh-CN" sz="147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1109"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35" name="文本框 89">
            <a:extLst>
              <a:ext uri="{FF2B5EF4-FFF2-40B4-BE49-F238E27FC236}">
                <a16:creationId xmlns:a16="http://schemas.microsoft.com/office/drawing/2014/main" id="{69E98372-EC89-48C8-F767-5F3D8F12B354}"/>
              </a:ext>
            </a:extLst>
          </p:cNvPr>
          <p:cNvSpPr txBox="1"/>
          <p:nvPr/>
        </p:nvSpPr>
        <p:spPr>
          <a:xfrm>
            <a:off x="5452249" y="1607785"/>
            <a:ext cx="1491405" cy="1426052"/>
          </a:xfrm>
          <a:prstGeom prst="rect">
            <a:avLst/>
          </a:prstGeom>
          <a:noFill/>
        </p:spPr>
        <p:txBody>
          <a:bodyPr wrap="square" rtlCol="0">
            <a:spAutoFit/>
          </a:bodyPr>
          <a:lstStyle/>
          <a:p>
            <a:pPr algn="just">
              <a:lnSpc>
                <a:spcPct val="150000"/>
              </a:lnSpc>
            </a:pPr>
            <a:r>
              <a:rPr kumimoji="1" lang="zh-CN" altLang="en-US"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市场化名词 </a:t>
            </a:r>
            <a:r>
              <a:rPr kumimoji="1" lang="en"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TITLE</a:t>
            </a:r>
            <a:endParaRPr kumimoji="1" lang="en-US"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6" name="TextBox 71">
            <a:extLst>
              <a:ext uri="{FF2B5EF4-FFF2-40B4-BE49-F238E27FC236}">
                <a16:creationId xmlns:a16="http://schemas.microsoft.com/office/drawing/2014/main" id="{4A185E25-0E56-96B2-B5DD-CC3660DF1D13}"/>
              </a:ext>
            </a:extLst>
          </p:cNvPr>
          <p:cNvSpPr txBox="1"/>
          <p:nvPr/>
        </p:nvSpPr>
        <p:spPr>
          <a:xfrm>
            <a:off x="5510304" y="1298091"/>
            <a:ext cx="1370721" cy="369911"/>
          </a:xfrm>
          <a:prstGeom prst="rect">
            <a:avLst/>
          </a:prstGeom>
          <a:noFill/>
        </p:spPr>
        <p:txBody>
          <a:bodyPr wrap="square" lIns="0" rIns="0" rtlCol="0" anchor="t">
            <a:spAutoFit/>
          </a:bodyPr>
          <a:lstStyle>
            <a:defPPr>
              <a:defRPr lang="en-US"/>
            </a:defPPr>
            <a:lvl1pPr marL="0" algn="l" defTabSz="914400" rtl="0" eaLnBrk="1" latinLnBrk="0" hangingPunct="1">
              <a:defRPr sz="1664" kern="1200">
                <a:solidFill>
                  <a:srgbClr val="333333"/>
                </a:solidFill>
                <a:latin typeface="微软雅黑"/>
                <a:ea typeface="微软雅黑"/>
                <a:cs typeface="微软雅黑"/>
              </a:defRPr>
            </a:lvl1pPr>
            <a:lvl2pPr marL="457200" algn="l" defTabSz="914400" rtl="0" eaLnBrk="1" latinLnBrk="0" hangingPunct="1">
              <a:defRPr sz="1664" kern="1200">
                <a:solidFill>
                  <a:srgbClr val="333333"/>
                </a:solidFill>
                <a:latin typeface="微软雅黑"/>
                <a:ea typeface="微软雅黑"/>
                <a:cs typeface="微软雅黑"/>
              </a:defRPr>
            </a:lvl2pPr>
            <a:lvl3pPr marL="914400" algn="l" defTabSz="914400" rtl="0" eaLnBrk="1" latinLnBrk="0" hangingPunct="1">
              <a:defRPr sz="1664" kern="1200">
                <a:solidFill>
                  <a:srgbClr val="333333"/>
                </a:solidFill>
                <a:latin typeface="微软雅黑"/>
                <a:ea typeface="微软雅黑"/>
                <a:cs typeface="微软雅黑"/>
              </a:defRPr>
            </a:lvl3pPr>
            <a:lvl4pPr marL="1371600" algn="l" defTabSz="914400" rtl="0" eaLnBrk="1" latinLnBrk="0" hangingPunct="1">
              <a:defRPr sz="1664" kern="1200">
                <a:solidFill>
                  <a:srgbClr val="333333"/>
                </a:solidFill>
                <a:latin typeface="微软雅黑"/>
                <a:ea typeface="微软雅黑"/>
                <a:cs typeface="微软雅黑"/>
              </a:defRPr>
            </a:lvl4pPr>
            <a:lvl5pPr marL="1828800" algn="l" defTabSz="914400" rtl="0" eaLnBrk="1" latinLnBrk="0" hangingPunct="1">
              <a:defRPr sz="1664" kern="1200">
                <a:solidFill>
                  <a:srgbClr val="333333"/>
                </a:solidFill>
                <a:latin typeface="微软雅黑"/>
                <a:ea typeface="微软雅黑"/>
                <a:cs typeface="微软雅黑"/>
              </a:defRPr>
            </a:lvl5pPr>
            <a:lvl6pPr marL="2286000" algn="l" defTabSz="914400" rtl="0" eaLnBrk="1" latinLnBrk="0" hangingPunct="1">
              <a:defRPr sz="1664" kern="1200">
                <a:solidFill>
                  <a:srgbClr val="333333"/>
                </a:solidFill>
                <a:latin typeface="微软雅黑"/>
                <a:ea typeface="微软雅黑"/>
                <a:cs typeface="微软雅黑"/>
              </a:defRPr>
            </a:lvl6pPr>
            <a:lvl7pPr marL="2743200" algn="l" defTabSz="914400" rtl="0" eaLnBrk="1" latinLnBrk="0" hangingPunct="1">
              <a:defRPr sz="1664" kern="1200">
                <a:solidFill>
                  <a:srgbClr val="333333"/>
                </a:solidFill>
                <a:latin typeface="微软雅黑"/>
                <a:ea typeface="微软雅黑"/>
                <a:cs typeface="微软雅黑"/>
              </a:defRPr>
            </a:lvl7pPr>
            <a:lvl8pPr marL="3200400" algn="l" defTabSz="914400" rtl="0" eaLnBrk="1" latinLnBrk="0" hangingPunct="1">
              <a:defRPr sz="1664" kern="1200">
                <a:solidFill>
                  <a:srgbClr val="333333"/>
                </a:solidFill>
                <a:latin typeface="微软雅黑"/>
                <a:ea typeface="微软雅黑"/>
                <a:cs typeface="微软雅黑"/>
              </a:defRPr>
            </a:lvl8pPr>
            <a:lvl9pPr marL="3657600" algn="l" defTabSz="914400" rtl="0" eaLnBrk="1" latinLnBrk="0" hangingPunct="1">
              <a:defRPr sz="1664" kern="1200">
                <a:solidFill>
                  <a:srgbClr val="333333"/>
                </a:solidFill>
                <a:latin typeface="微软雅黑"/>
                <a:ea typeface="微软雅黑"/>
                <a:cs typeface="微软雅黑"/>
              </a:defRPr>
            </a:lvl9pPr>
          </a:lstStyle>
          <a:p>
            <a:pPr algn="just"/>
            <a:r>
              <a:rPr lang="en-US" altLang="zh-CN" sz="1849" b="1" noProof="1">
                <a:solidFill>
                  <a:srgbClr val="336699"/>
                </a:solidFill>
                <a:latin typeface="微软雅黑" panose="020B0503020204020204" pitchFamily="34" charset="-122"/>
                <a:ea typeface="微软雅黑" panose="020B0503020204020204" pitchFamily="34" charset="-122"/>
                <a:cs typeface="微软雅黑" pitchFamily="18" charset="-122"/>
              </a:rPr>
              <a:t>556,600</a:t>
            </a:r>
            <a:endParaRPr lang="en-US" sz="1849"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7" name="文本框 91">
            <a:extLst>
              <a:ext uri="{FF2B5EF4-FFF2-40B4-BE49-F238E27FC236}">
                <a16:creationId xmlns:a16="http://schemas.microsoft.com/office/drawing/2014/main" id="{256EABA7-D8F8-EF94-D8EE-60CA3CA3FC41}"/>
              </a:ext>
            </a:extLst>
          </p:cNvPr>
          <p:cNvSpPr txBox="1"/>
          <p:nvPr/>
        </p:nvSpPr>
        <p:spPr>
          <a:xfrm>
            <a:off x="7408427" y="1607785"/>
            <a:ext cx="1491405" cy="1426052"/>
          </a:xfrm>
          <a:prstGeom prst="rect">
            <a:avLst/>
          </a:prstGeom>
          <a:noFill/>
        </p:spPr>
        <p:txBody>
          <a:bodyPr wrap="square" rtlCol="0">
            <a:spAutoFit/>
          </a:bodyPr>
          <a:lstStyle/>
          <a:p>
            <a:pPr algn="just">
              <a:lnSpc>
                <a:spcPct val="150000"/>
              </a:lnSpc>
            </a:pPr>
            <a:r>
              <a:rPr kumimoji="1" lang="zh-CN" altLang="en-US"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市场化名词 </a:t>
            </a:r>
            <a:r>
              <a:rPr kumimoji="1" lang="en"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TITLE</a:t>
            </a:r>
            <a:endParaRPr kumimoji="1" lang="en-US"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38" name="TextBox 71">
            <a:extLst>
              <a:ext uri="{FF2B5EF4-FFF2-40B4-BE49-F238E27FC236}">
                <a16:creationId xmlns:a16="http://schemas.microsoft.com/office/drawing/2014/main" id="{0C886F7D-E234-C07B-CE47-FD775BFDCC81}"/>
              </a:ext>
            </a:extLst>
          </p:cNvPr>
          <p:cNvSpPr txBox="1"/>
          <p:nvPr/>
        </p:nvSpPr>
        <p:spPr>
          <a:xfrm>
            <a:off x="7466482" y="1298091"/>
            <a:ext cx="1370721" cy="369911"/>
          </a:xfrm>
          <a:prstGeom prst="rect">
            <a:avLst/>
          </a:prstGeom>
          <a:noFill/>
        </p:spPr>
        <p:txBody>
          <a:bodyPr wrap="square" lIns="0" rIns="0" rtlCol="0" anchor="t">
            <a:spAutoFit/>
          </a:bodyPr>
          <a:lstStyle>
            <a:defPPr>
              <a:defRPr lang="en-US"/>
            </a:defPPr>
            <a:lvl1pPr marL="0" algn="l" defTabSz="914400" rtl="0" eaLnBrk="1" latinLnBrk="0" hangingPunct="1">
              <a:defRPr sz="1664" kern="1200">
                <a:solidFill>
                  <a:srgbClr val="333333"/>
                </a:solidFill>
                <a:latin typeface="微软雅黑"/>
                <a:ea typeface="微软雅黑"/>
                <a:cs typeface="微软雅黑"/>
              </a:defRPr>
            </a:lvl1pPr>
            <a:lvl2pPr marL="457200" algn="l" defTabSz="914400" rtl="0" eaLnBrk="1" latinLnBrk="0" hangingPunct="1">
              <a:defRPr sz="1664" kern="1200">
                <a:solidFill>
                  <a:srgbClr val="333333"/>
                </a:solidFill>
                <a:latin typeface="微软雅黑"/>
                <a:ea typeface="微软雅黑"/>
                <a:cs typeface="微软雅黑"/>
              </a:defRPr>
            </a:lvl2pPr>
            <a:lvl3pPr marL="914400" algn="l" defTabSz="914400" rtl="0" eaLnBrk="1" latinLnBrk="0" hangingPunct="1">
              <a:defRPr sz="1664" kern="1200">
                <a:solidFill>
                  <a:srgbClr val="333333"/>
                </a:solidFill>
                <a:latin typeface="微软雅黑"/>
                <a:ea typeface="微软雅黑"/>
                <a:cs typeface="微软雅黑"/>
              </a:defRPr>
            </a:lvl3pPr>
            <a:lvl4pPr marL="1371600" algn="l" defTabSz="914400" rtl="0" eaLnBrk="1" latinLnBrk="0" hangingPunct="1">
              <a:defRPr sz="1664" kern="1200">
                <a:solidFill>
                  <a:srgbClr val="333333"/>
                </a:solidFill>
                <a:latin typeface="微软雅黑"/>
                <a:ea typeface="微软雅黑"/>
                <a:cs typeface="微软雅黑"/>
              </a:defRPr>
            </a:lvl4pPr>
            <a:lvl5pPr marL="1828800" algn="l" defTabSz="914400" rtl="0" eaLnBrk="1" latinLnBrk="0" hangingPunct="1">
              <a:defRPr sz="1664" kern="1200">
                <a:solidFill>
                  <a:srgbClr val="333333"/>
                </a:solidFill>
                <a:latin typeface="微软雅黑"/>
                <a:ea typeface="微软雅黑"/>
                <a:cs typeface="微软雅黑"/>
              </a:defRPr>
            </a:lvl5pPr>
            <a:lvl6pPr marL="2286000" algn="l" defTabSz="914400" rtl="0" eaLnBrk="1" latinLnBrk="0" hangingPunct="1">
              <a:defRPr sz="1664" kern="1200">
                <a:solidFill>
                  <a:srgbClr val="333333"/>
                </a:solidFill>
                <a:latin typeface="微软雅黑"/>
                <a:ea typeface="微软雅黑"/>
                <a:cs typeface="微软雅黑"/>
              </a:defRPr>
            </a:lvl6pPr>
            <a:lvl7pPr marL="2743200" algn="l" defTabSz="914400" rtl="0" eaLnBrk="1" latinLnBrk="0" hangingPunct="1">
              <a:defRPr sz="1664" kern="1200">
                <a:solidFill>
                  <a:srgbClr val="333333"/>
                </a:solidFill>
                <a:latin typeface="微软雅黑"/>
                <a:ea typeface="微软雅黑"/>
                <a:cs typeface="微软雅黑"/>
              </a:defRPr>
            </a:lvl7pPr>
            <a:lvl8pPr marL="3200400" algn="l" defTabSz="914400" rtl="0" eaLnBrk="1" latinLnBrk="0" hangingPunct="1">
              <a:defRPr sz="1664" kern="1200">
                <a:solidFill>
                  <a:srgbClr val="333333"/>
                </a:solidFill>
                <a:latin typeface="微软雅黑"/>
                <a:ea typeface="微软雅黑"/>
                <a:cs typeface="微软雅黑"/>
              </a:defRPr>
            </a:lvl8pPr>
            <a:lvl9pPr marL="3657600" algn="l" defTabSz="914400" rtl="0" eaLnBrk="1" latinLnBrk="0" hangingPunct="1">
              <a:defRPr sz="1664" kern="1200">
                <a:solidFill>
                  <a:srgbClr val="333333"/>
                </a:solidFill>
                <a:latin typeface="微软雅黑"/>
                <a:ea typeface="微软雅黑"/>
                <a:cs typeface="微软雅黑"/>
              </a:defRPr>
            </a:lvl9pPr>
          </a:lstStyle>
          <a:p>
            <a:pPr algn="just"/>
            <a:r>
              <a:rPr lang="en-US" altLang="zh-CN" sz="1849" b="1" noProof="1">
                <a:solidFill>
                  <a:srgbClr val="336699"/>
                </a:solidFill>
                <a:latin typeface="微软雅黑" panose="020B0503020204020204" pitchFamily="34" charset="-122"/>
                <a:ea typeface="微软雅黑" panose="020B0503020204020204" pitchFamily="34" charset="-122"/>
                <a:cs typeface="微软雅黑" pitchFamily="18" charset="-122"/>
              </a:rPr>
              <a:t>556,600</a:t>
            </a:r>
            <a:endParaRPr lang="en-US" sz="1849"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9" name="文本框 93">
            <a:extLst>
              <a:ext uri="{FF2B5EF4-FFF2-40B4-BE49-F238E27FC236}">
                <a16:creationId xmlns:a16="http://schemas.microsoft.com/office/drawing/2014/main" id="{EF2B4CD7-6A19-651D-84B5-86DD95A631DE}"/>
              </a:ext>
            </a:extLst>
          </p:cNvPr>
          <p:cNvSpPr txBox="1"/>
          <p:nvPr/>
        </p:nvSpPr>
        <p:spPr>
          <a:xfrm>
            <a:off x="9354775" y="1607785"/>
            <a:ext cx="1491405" cy="1426052"/>
          </a:xfrm>
          <a:prstGeom prst="rect">
            <a:avLst/>
          </a:prstGeom>
          <a:noFill/>
        </p:spPr>
        <p:txBody>
          <a:bodyPr wrap="square" rtlCol="0">
            <a:spAutoFit/>
          </a:bodyPr>
          <a:lstStyle/>
          <a:p>
            <a:pPr algn="just">
              <a:lnSpc>
                <a:spcPct val="150000"/>
              </a:lnSpc>
            </a:pPr>
            <a:r>
              <a:rPr kumimoji="1" lang="zh-CN" altLang="en-US"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市场化名词 </a:t>
            </a:r>
            <a:r>
              <a:rPr kumimoji="1" lang="en"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TITLE</a:t>
            </a:r>
            <a:endParaRPr kumimoji="1" lang="en-US" altLang="zh-CN" sz="1294"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0" name="TextBox 71">
            <a:extLst>
              <a:ext uri="{FF2B5EF4-FFF2-40B4-BE49-F238E27FC236}">
                <a16:creationId xmlns:a16="http://schemas.microsoft.com/office/drawing/2014/main" id="{7235E281-5327-4918-1544-EAF97C696777}"/>
              </a:ext>
            </a:extLst>
          </p:cNvPr>
          <p:cNvSpPr txBox="1"/>
          <p:nvPr/>
        </p:nvSpPr>
        <p:spPr>
          <a:xfrm>
            <a:off x="9412830" y="1298091"/>
            <a:ext cx="1370721" cy="369911"/>
          </a:xfrm>
          <a:prstGeom prst="rect">
            <a:avLst/>
          </a:prstGeom>
          <a:noFill/>
        </p:spPr>
        <p:txBody>
          <a:bodyPr wrap="square" lIns="0" rIns="0" rtlCol="0" anchor="t">
            <a:spAutoFit/>
          </a:bodyPr>
          <a:lstStyle>
            <a:defPPr>
              <a:defRPr lang="en-US"/>
            </a:defPPr>
            <a:lvl1pPr marL="0" algn="l" defTabSz="914400" rtl="0" eaLnBrk="1" latinLnBrk="0" hangingPunct="1">
              <a:defRPr sz="1664" kern="1200">
                <a:solidFill>
                  <a:srgbClr val="333333"/>
                </a:solidFill>
                <a:latin typeface="微软雅黑"/>
                <a:ea typeface="微软雅黑"/>
                <a:cs typeface="微软雅黑"/>
              </a:defRPr>
            </a:lvl1pPr>
            <a:lvl2pPr marL="457200" algn="l" defTabSz="914400" rtl="0" eaLnBrk="1" latinLnBrk="0" hangingPunct="1">
              <a:defRPr sz="1664" kern="1200">
                <a:solidFill>
                  <a:srgbClr val="333333"/>
                </a:solidFill>
                <a:latin typeface="微软雅黑"/>
                <a:ea typeface="微软雅黑"/>
                <a:cs typeface="微软雅黑"/>
              </a:defRPr>
            </a:lvl2pPr>
            <a:lvl3pPr marL="914400" algn="l" defTabSz="914400" rtl="0" eaLnBrk="1" latinLnBrk="0" hangingPunct="1">
              <a:defRPr sz="1664" kern="1200">
                <a:solidFill>
                  <a:srgbClr val="333333"/>
                </a:solidFill>
                <a:latin typeface="微软雅黑"/>
                <a:ea typeface="微软雅黑"/>
                <a:cs typeface="微软雅黑"/>
              </a:defRPr>
            </a:lvl3pPr>
            <a:lvl4pPr marL="1371600" algn="l" defTabSz="914400" rtl="0" eaLnBrk="1" latinLnBrk="0" hangingPunct="1">
              <a:defRPr sz="1664" kern="1200">
                <a:solidFill>
                  <a:srgbClr val="333333"/>
                </a:solidFill>
                <a:latin typeface="微软雅黑"/>
                <a:ea typeface="微软雅黑"/>
                <a:cs typeface="微软雅黑"/>
              </a:defRPr>
            </a:lvl4pPr>
            <a:lvl5pPr marL="1828800" algn="l" defTabSz="914400" rtl="0" eaLnBrk="1" latinLnBrk="0" hangingPunct="1">
              <a:defRPr sz="1664" kern="1200">
                <a:solidFill>
                  <a:srgbClr val="333333"/>
                </a:solidFill>
                <a:latin typeface="微软雅黑"/>
                <a:ea typeface="微软雅黑"/>
                <a:cs typeface="微软雅黑"/>
              </a:defRPr>
            </a:lvl5pPr>
            <a:lvl6pPr marL="2286000" algn="l" defTabSz="914400" rtl="0" eaLnBrk="1" latinLnBrk="0" hangingPunct="1">
              <a:defRPr sz="1664" kern="1200">
                <a:solidFill>
                  <a:srgbClr val="333333"/>
                </a:solidFill>
                <a:latin typeface="微软雅黑"/>
                <a:ea typeface="微软雅黑"/>
                <a:cs typeface="微软雅黑"/>
              </a:defRPr>
            </a:lvl6pPr>
            <a:lvl7pPr marL="2743200" algn="l" defTabSz="914400" rtl="0" eaLnBrk="1" latinLnBrk="0" hangingPunct="1">
              <a:defRPr sz="1664" kern="1200">
                <a:solidFill>
                  <a:srgbClr val="333333"/>
                </a:solidFill>
                <a:latin typeface="微软雅黑"/>
                <a:ea typeface="微软雅黑"/>
                <a:cs typeface="微软雅黑"/>
              </a:defRPr>
            </a:lvl7pPr>
            <a:lvl8pPr marL="3200400" algn="l" defTabSz="914400" rtl="0" eaLnBrk="1" latinLnBrk="0" hangingPunct="1">
              <a:defRPr sz="1664" kern="1200">
                <a:solidFill>
                  <a:srgbClr val="333333"/>
                </a:solidFill>
                <a:latin typeface="微软雅黑"/>
                <a:ea typeface="微软雅黑"/>
                <a:cs typeface="微软雅黑"/>
              </a:defRPr>
            </a:lvl8pPr>
            <a:lvl9pPr marL="3657600" algn="l" defTabSz="914400" rtl="0" eaLnBrk="1" latinLnBrk="0" hangingPunct="1">
              <a:defRPr sz="1664" kern="1200">
                <a:solidFill>
                  <a:srgbClr val="333333"/>
                </a:solidFill>
                <a:latin typeface="微软雅黑"/>
                <a:ea typeface="微软雅黑"/>
                <a:cs typeface="微软雅黑"/>
              </a:defRPr>
            </a:lvl9pPr>
          </a:lstStyle>
          <a:p>
            <a:pPr algn="just"/>
            <a:r>
              <a:rPr lang="en-US" altLang="zh-CN" sz="1849" b="1" noProof="1">
                <a:solidFill>
                  <a:srgbClr val="336699"/>
                </a:solidFill>
                <a:latin typeface="微软雅黑" panose="020B0503020204020204" pitchFamily="34" charset="-122"/>
                <a:ea typeface="微软雅黑" panose="020B0503020204020204" pitchFamily="34" charset="-122"/>
                <a:cs typeface="微软雅黑" pitchFamily="18" charset="-122"/>
              </a:rPr>
              <a:t>556,600</a:t>
            </a:r>
            <a:endParaRPr lang="en-US" sz="1849"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41" name="三角形 96">
            <a:extLst>
              <a:ext uri="{FF2B5EF4-FFF2-40B4-BE49-F238E27FC236}">
                <a16:creationId xmlns:a16="http://schemas.microsoft.com/office/drawing/2014/main" id="{F33714F6-75F0-FB9A-BE3D-45591A5EFD3B}"/>
              </a:ext>
            </a:extLst>
          </p:cNvPr>
          <p:cNvSpPr/>
          <p:nvPr/>
        </p:nvSpPr>
        <p:spPr>
          <a:xfrm>
            <a:off x="6749910" y="1411320"/>
            <a:ext cx="149589" cy="128956"/>
          </a:xfrm>
          <a:prstGeom prst="triangle">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2" name="三角形 97">
            <a:extLst>
              <a:ext uri="{FF2B5EF4-FFF2-40B4-BE49-F238E27FC236}">
                <a16:creationId xmlns:a16="http://schemas.microsoft.com/office/drawing/2014/main" id="{7355C185-2728-074E-F38C-D9A01E1FAD7D}"/>
              </a:ext>
            </a:extLst>
          </p:cNvPr>
          <p:cNvSpPr/>
          <p:nvPr/>
        </p:nvSpPr>
        <p:spPr>
          <a:xfrm>
            <a:off x="8693281" y="1411320"/>
            <a:ext cx="149589" cy="128956"/>
          </a:xfrm>
          <a:prstGeom prst="triangle">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3" name="三角形 98">
            <a:extLst>
              <a:ext uri="{FF2B5EF4-FFF2-40B4-BE49-F238E27FC236}">
                <a16:creationId xmlns:a16="http://schemas.microsoft.com/office/drawing/2014/main" id="{35552529-D8D9-6F12-E467-FC8360E1C04D}"/>
              </a:ext>
            </a:extLst>
          </p:cNvPr>
          <p:cNvSpPr/>
          <p:nvPr/>
        </p:nvSpPr>
        <p:spPr>
          <a:xfrm>
            <a:off x="10643702" y="1411320"/>
            <a:ext cx="149589" cy="128956"/>
          </a:xfrm>
          <a:prstGeom prst="triangle">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4" name="文本框 99">
            <a:extLst>
              <a:ext uri="{FF2B5EF4-FFF2-40B4-BE49-F238E27FC236}">
                <a16:creationId xmlns:a16="http://schemas.microsoft.com/office/drawing/2014/main" id="{A04C5C6C-09C4-83AB-187A-C1A3B35BB4AF}"/>
              </a:ext>
            </a:extLst>
          </p:cNvPr>
          <p:cNvSpPr txBox="1"/>
          <p:nvPr/>
        </p:nvSpPr>
        <p:spPr>
          <a:xfrm>
            <a:off x="5452249" y="4637076"/>
            <a:ext cx="1491405" cy="1426052"/>
          </a:xfrm>
          <a:prstGeom prst="rect">
            <a:avLst/>
          </a:prstGeom>
          <a:noFill/>
        </p:spPr>
        <p:txBody>
          <a:bodyPr wrap="square" rtlCol="0">
            <a:spAutoFit/>
          </a:bodyPr>
          <a:lstStyle/>
          <a:p>
            <a:pPr algn="just">
              <a:lnSpc>
                <a:spcPct val="150000"/>
              </a:lnSpc>
            </a:pPr>
            <a:r>
              <a:rPr kumimoji="1" lang="zh-CN" altLang="en-US" sz="1294"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市场化名词 </a:t>
            </a:r>
            <a:r>
              <a:rPr kumimoji="1" lang="en" altLang="zh-CN" sz="1294"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TITLE</a:t>
            </a:r>
            <a:endParaRPr kumimoji="1" lang="en-US" altLang="zh-CN" sz="1294"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zh-CN" altLang="en-US" sz="925"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45" name="TextBox 71">
            <a:extLst>
              <a:ext uri="{FF2B5EF4-FFF2-40B4-BE49-F238E27FC236}">
                <a16:creationId xmlns:a16="http://schemas.microsoft.com/office/drawing/2014/main" id="{9CE1745C-0CE1-876B-08DD-E90C2DEE6596}"/>
              </a:ext>
            </a:extLst>
          </p:cNvPr>
          <p:cNvSpPr txBox="1"/>
          <p:nvPr/>
        </p:nvSpPr>
        <p:spPr>
          <a:xfrm>
            <a:off x="5510304" y="4327381"/>
            <a:ext cx="1370721" cy="369911"/>
          </a:xfrm>
          <a:prstGeom prst="rect">
            <a:avLst/>
          </a:prstGeom>
          <a:noFill/>
        </p:spPr>
        <p:txBody>
          <a:bodyPr wrap="square" lIns="0" rIns="0" rtlCol="0" anchor="t">
            <a:spAutoFit/>
          </a:bodyPr>
          <a:lstStyle>
            <a:defPPr>
              <a:defRPr lang="en-US"/>
            </a:defPPr>
            <a:lvl1pPr marL="0" algn="l" defTabSz="914400" rtl="0" eaLnBrk="1" latinLnBrk="0" hangingPunct="1">
              <a:defRPr sz="1664" kern="1200">
                <a:solidFill>
                  <a:srgbClr val="333333"/>
                </a:solidFill>
                <a:latin typeface="微软雅黑"/>
                <a:ea typeface="微软雅黑"/>
                <a:cs typeface="微软雅黑"/>
              </a:defRPr>
            </a:lvl1pPr>
            <a:lvl2pPr marL="457200" algn="l" defTabSz="914400" rtl="0" eaLnBrk="1" latinLnBrk="0" hangingPunct="1">
              <a:defRPr sz="1664" kern="1200">
                <a:solidFill>
                  <a:srgbClr val="333333"/>
                </a:solidFill>
                <a:latin typeface="微软雅黑"/>
                <a:ea typeface="微软雅黑"/>
                <a:cs typeface="微软雅黑"/>
              </a:defRPr>
            </a:lvl2pPr>
            <a:lvl3pPr marL="914400" algn="l" defTabSz="914400" rtl="0" eaLnBrk="1" latinLnBrk="0" hangingPunct="1">
              <a:defRPr sz="1664" kern="1200">
                <a:solidFill>
                  <a:srgbClr val="333333"/>
                </a:solidFill>
                <a:latin typeface="微软雅黑"/>
                <a:ea typeface="微软雅黑"/>
                <a:cs typeface="微软雅黑"/>
              </a:defRPr>
            </a:lvl3pPr>
            <a:lvl4pPr marL="1371600" algn="l" defTabSz="914400" rtl="0" eaLnBrk="1" latinLnBrk="0" hangingPunct="1">
              <a:defRPr sz="1664" kern="1200">
                <a:solidFill>
                  <a:srgbClr val="333333"/>
                </a:solidFill>
                <a:latin typeface="微软雅黑"/>
                <a:ea typeface="微软雅黑"/>
                <a:cs typeface="微软雅黑"/>
              </a:defRPr>
            </a:lvl4pPr>
            <a:lvl5pPr marL="1828800" algn="l" defTabSz="914400" rtl="0" eaLnBrk="1" latinLnBrk="0" hangingPunct="1">
              <a:defRPr sz="1664" kern="1200">
                <a:solidFill>
                  <a:srgbClr val="333333"/>
                </a:solidFill>
                <a:latin typeface="微软雅黑"/>
                <a:ea typeface="微软雅黑"/>
                <a:cs typeface="微软雅黑"/>
              </a:defRPr>
            </a:lvl5pPr>
            <a:lvl6pPr marL="2286000" algn="l" defTabSz="914400" rtl="0" eaLnBrk="1" latinLnBrk="0" hangingPunct="1">
              <a:defRPr sz="1664" kern="1200">
                <a:solidFill>
                  <a:srgbClr val="333333"/>
                </a:solidFill>
                <a:latin typeface="微软雅黑"/>
                <a:ea typeface="微软雅黑"/>
                <a:cs typeface="微软雅黑"/>
              </a:defRPr>
            </a:lvl6pPr>
            <a:lvl7pPr marL="2743200" algn="l" defTabSz="914400" rtl="0" eaLnBrk="1" latinLnBrk="0" hangingPunct="1">
              <a:defRPr sz="1664" kern="1200">
                <a:solidFill>
                  <a:srgbClr val="333333"/>
                </a:solidFill>
                <a:latin typeface="微软雅黑"/>
                <a:ea typeface="微软雅黑"/>
                <a:cs typeface="微软雅黑"/>
              </a:defRPr>
            </a:lvl7pPr>
            <a:lvl8pPr marL="3200400" algn="l" defTabSz="914400" rtl="0" eaLnBrk="1" latinLnBrk="0" hangingPunct="1">
              <a:defRPr sz="1664" kern="1200">
                <a:solidFill>
                  <a:srgbClr val="333333"/>
                </a:solidFill>
                <a:latin typeface="微软雅黑"/>
                <a:ea typeface="微软雅黑"/>
                <a:cs typeface="微软雅黑"/>
              </a:defRPr>
            </a:lvl8pPr>
            <a:lvl9pPr marL="3657600" algn="l" defTabSz="914400" rtl="0" eaLnBrk="1" latinLnBrk="0" hangingPunct="1">
              <a:defRPr sz="1664" kern="1200">
                <a:solidFill>
                  <a:srgbClr val="333333"/>
                </a:solidFill>
                <a:latin typeface="微软雅黑"/>
                <a:ea typeface="微软雅黑"/>
                <a:cs typeface="微软雅黑"/>
              </a:defRPr>
            </a:lvl9pPr>
          </a:lstStyle>
          <a:p>
            <a:pPr algn="just"/>
            <a:r>
              <a:rPr lang="en-US" altLang="zh-CN" sz="1849" b="1" noProof="1">
                <a:solidFill>
                  <a:srgbClr val="FFFFFF"/>
                </a:solidFill>
                <a:latin typeface="微软雅黑" panose="020B0503020204020204" pitchFamily="34" charset="-122"/>
                <a:ea typeface="微软雅黑" panose="020B0503020204020204" pitchFamily="34" charset="-122"/>
                <a:cs typeface="微软雅黑" pitchFamily="18" charset="-122"/>
              </a:rPr>
              <a:t>556,600</a:t>
            </a:r>
            <a:endParaRPr lang="en-US" sz="1849" b="1" noProof="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46" name="三角形 101">
            <a:extLst>
              <a:ext uri="{FF2B5EF4-FFF2-40B4-BE49-F238E27FC236}">
                <a16:creationId xmlns:a16="http://schemas.microsoft.com/office/drawing/2014/main" id="{27358FB4-8CF3-5CF7-0BC7-216DF01165CC}"/>
              </a:ext>
            </a:extLst>
          </p:cNvPr>
          <p:cNvSpPr/>
          <p:nvPr/>
        </p:nvSpPr>
        <p:spPr>
          <a:xfrm>
            <a:off x="6749910" y="4440610"/>
            <a:ext cx="149589" cy="128956"/>
          </a:xfrm>
          <a:prstGeom prst="triangle">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solidFill>
                <a:srgbClr val="FFFFFF"/>
              </a:solidFill>
            </a:endParaRPr>
          </a:p>
        </p:txBody>
      </p:sp>
      <p:sp>
        <p:nvSpPr>
          <p:cNvPr id="147" name="任意形状 82">
            <a:extLst>
              <a:ext uri="{FF2B5EF4-FFF2-40B4-BE49-F238E27FC236}">
                <a16:creationId xmlns:a16="http://schemas.microsoft.com/office/drawing/2014/main" id="{218EF0CC-742A-0616-0D75-BE342B3D2652}"/>
              </a:ext>
            </a:extLst>
          </p:cNvPr>
          <p:cNvSpPr/>
          <p:nvPr/>
        </p:nvSpPr>
        <p:spPr>
          <a:xfrm>
            <a:off x="7297263" y="4050182"/>
            <a:ext cx="3660579" cy="2172250"/>
          </a:xfrm>
          <a:custGeom>
            <a:avLst/>
            <a:gdLst>
              <a:gd name="connsiteX0" fmla="*/ 1982024 w 3959427"/>
              <a:gd name="connsiteY0" fmla="*/ 0 h 2349591"/>
              <a:gd name="connsiteX1" fmla="*/ 2027997 w 3959427"/>
              <a:gd name="connsiteY1" fmla="*/ 237682 h 2349591"/>
              <a:gd name="connsiteX2" fmla="*/ 3807940 w 3959427"/>
              <a:gd name="connsiteY2" fmla="*/ 237682 h 2349591"/>
              <a:gd name="connsiteX3" fmla="*/ 3959427 w 3959427"/>
              <a:gd name="connsiteY3" fmla="*/ 389169 h 2349591"/>
              <a:gd name="connsiteX4" fmla="*/ 3959427 w 3959427"/>
              <a:gd name="connsiteY4" fmla="*/ 2198104 h 2349591"/>
              <a:gd name="connsiteX5" fmla="*/ 3807940 w 3959427"/>
              <a:gd name="connsiteY5" fmla="*/ 2349591 h 2349591"/>
              <a:gd name="connsiteX6" fmla="*/ 151487 w 3959427"/>
              <a:gd name="connsiteY6" fmla="*/ 2349591 h 2349591"/>
              <a:gd name="connsiteX7" fmla="*/ 0 w 3959427"/>
              <a:gd name="connsiteY7" fmla="*/ 2198104 h 2349591"/>
              <a:gd name="connsiteX8" fmla="*/ 0 w 3959427"/>
              <a:gd name="connsiteY8" fmla="*/ 389169 h 2349591"/>
              <a:gd name="connsiteX9" fmla="*/ 151487 w 3959427"/>
              <a:gd name="connsiteY9" fmla="*/ 237682 h 2349591"/>
              <a:gd name="connsiteX10" fmla="*/ 1936050 w 3959427"/>
              <a:gd name="connsiteY10" fmla="*/ 237682 h 23495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959427" h="2349591">
                <a:moveTo>
                  <a:pt x="1982024" y="0"/>
                </a:moveTo>
                <a:lnTo>
                  <a:pt x="2027997" y="237682"/>
                </a:lnTo>
                <a:lnTo>
                  <a:pt x="3807940" y="237682"/>
                </a:lnTo>
                <a:cubicBezTo>
                  <a:pt x="3891604" y="237682"/>
                  <a:pt x="3959427" y="305505"/>
                  <a:pt x="3959427" y="389169"/>
                </a:cubicBezTo>
                <a:lnTo>
                  <a:pt x="3959427" y="2198104"/>
                </a:lnTo>
                <a:cubicBezTo>
                  <a:pt x="3959427" y="2281768"/>
                  <a:pt x="3891604" y="2349591"/>
                  <a:pt x="3807940" y="2349591"/>
                </a:cubicBezTo>
                <a:lnTo>
                  <a:pt x="151487" y="2349591"/>
                </a:lnTo>
                <a:cubicBezTo>
                  <a:pt x="67823" y="2349591"/>
                  <a:pt x="0" y="2281768"/>
                  <a:pt x="0" y="2198104"/>
                </a:cubicBezTo>
                <a:lnTo>
                  <a:pt x="0" y="389169"/>
                </a:lnTo>
                <a:cubicBezTo>
                  <a:pt x="0" y="305505"/>
                  <a:pt x="67823" y="237682"/>
                  <a:pt x="151487" y="237682"/>
                </a:cubicBezTo>
                <a:lnTo>
                  <a:pt x="1936050" y="237682"/>
                </a:ln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48" name="文本框 102">
            <a:extLst>
              <a:ext uri="{FF2B5EF4-FFF2-40B4-BE49-F238E27FC236}">
                <a16:creationId xmlns:a16="http://schemas.microsoft.com/office/drawing/2014/main" id="{2CD1CCC9-C665-F1E0-A94C-443CF9D0F352}"/>
              </a:ext>
            </a:extLst>
          </p:cNvPr>
          <p:cNvSpPr txBox="1"/>
          <p:nvPr/>
        </p:nvSpPr>
        <p:spPr>
          <a:xfrm>
            <a:off x="7408427" y="4205770"/>
            <a:ext cx="1593179" cy="853639"/>
          </a:xfrm>
          <a:prstGeom prst="rect">
            <a:avLst/>
          </a:prstGeom>
          <a:noFill/>
        </p:spPr>
        <p:txBody>
          <a:bodyPr wrap="square" rtlCol="0">
            <a:spAutoFit/>
          </a:bodyPr>
          <a:lstStyle/>
          <a:p>
            <a:r>
              <a:rPr kumimoji="1" lang="en-US" altLang="zh-CN" sz="4992" b="1" dirty="0">
                <a:solidFill>
                  <a:srgbClr val="336699"/>
                </a:solidFill>
                <a:latin typeface="微软雅黑" pitchFamily="18" charset="-122"/>
                <a:ea typeface="微软雅黑" pitchFamily="18" charset="-122"/>
                <a:cs typeface="微软雅黑" pitchFamily="18" charset="-122"/>
              </a:rPr>
              <a:t>68%</a:t>
            </a:r>
            <a:endParaRPr kumimoji="1" lang="zh-CN" altLang="en-US" sz="4992" b="1" dirty="0">
              <a:solidFill>
                <a:srgbClr val="336699"/>
              </a:solidFill>
              <a:latin typeface="微软雅黑" pitchFamily="18" charset="-122"/>
              <a:ea typeface="微软雅黑" pitchFamily="18" charset="-122"/>
              <a:cs typeface="微软雅黑" pitchFamily="18" charset="-122"/>
            </a:endParaRPr>
          </a:p>
        </p:txBody>
      </p:sp>
      <p:sp>
        <p:nvSpPr>
          <p:cNvPr id="149" name="文本框 103">
            <a:extLst>
              <a:ext uri="{FF2B5EF4-FFF2-40B4-BE49-F238E27FC236}">
                <a16:creationId xmlns:a16="http://schemas.microsoft.com/office/drawing/2014/main" id="{C805CE87-4E33-9E74-1BD7-A45B019CEBDC}"/>
              </a:ext>
            </a:extLst>
          </p:cNvPr>
          <p:cNvSpPr txBox="1"/>
          <p:nvPr/>
        </p:nvSpPr>
        <p:spPr>
          <a:xfrm>
            <a:off x="7468741" y="4926762"/>
            <a:ext cx="3324550" cy="1340688"/>
          </a:xfrm>
          <a:prstGeom prst="rect">
            <a:avLst/>
          </a:prstGeom>
          <a:noFill/>
        </p:spPr>
        <p:txBody>
          <a:bodyPr wrap="square" rtlCol="0">
            <a:spAutoFit/>
          </a:bodyPr>
          <a:lstStyle/>
          <a:p>
            <a:pPr algn="just">
              <a:lnSpc>
                <a:spcPct val="150000"/>
              </a:lnSpc>
            </a:pPr>
            <a:r>
              <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a:p>
            <a:pPr algn="just">
              <a:lnSpc>
                <a:spcPct val="150000"/>
              </a:lnSpc>
            </a:pPr>
            <a:endParaRPr kumimoji="1" lang="zh-CN" altLang="en-US" sz="925"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grpSp>
        <p:nvGrpSpPr>
          <p:cNvPr id="150" name="组合 104">
            <a:extLst>
              <a:ext uri="{FF2B5EF4-FFF2-40B4-BE49-F238E27FC236}">
                <a16:creationId xmlns:a16="http://schemas.microsoft.com/office/drawing/2014/main" id="{06AE1898-EBC3-E314-B44F-0A96A8396FB0}"/>
              </a:ext>
            </a:extLst>
          </p:cNvPr>
          <p:cNvGrpSpPr/>
          <p:nvPr/>
        </p:nvGrpSpPr>
        <p:grpSpPr>
          <a:xfrm>
            <a:off x="10236159" y="4355933"/>
            <a:ext cx="482336" cy="482336"/>
            <a:chOff x="3028355" y="1233835"/>
            <a:chExt cx="521714" cy="521714"/>
          </a:xfrm>
        </p:grpSpPr>
        <p:sp>
          <p:nvSpPr>
            <p:cNvPr id="151" name="Freeform 69">
              <a:extLst>
                <a:ext uri="{FF2B5EF4-FFF2-40B4-BE49-F238E27FC236}">
                  <a16:creationId xmlns:a16="http://schemas.microsoft.com/office/drawing/2014/main" id="{814751D8-1A81-19D6-2566-859FB8EEFAA2}"/>
                </a:ext>
              </a:extLst>
            </p:cNvPr>
            <p:cNvSpPr>
              <a:spLocks noEditPoints="1"/>
            </p:cNvSpPr>
            <p:nvPr/>
          </p:nvSpPr>
          <p:spPr bwMode="auto">
            <a:xfrm>
              <a:off x="3103115" y="1337718"/>
              <a:ext cx="372193" cy="313949"/>
            </a:xfrm>
            <a:custGeom>
              <a:avLst/>
              <a:gdLst>
                <a:gd name="T0" fmla="*/ 415925 w 256"/>
                <a:gd name="T1" fmla="*/ 147806 h 216"/>
                <a:gd name="T2" fmla="*/ 415925 w 256"/>
                <a:gd name="T3" fmla="*/ 149431 h 216"/>
                <a:gd name="T4" fmla="*/ 415925 w 256"/>
                <a:gd name="T5" fmla="*/ 149431 h 216"/>
                <a:gd name="T6" fmla="*/ 378557 w 256"/>
                <a:gd name="T7" fmla="*/ 168922 h 216"/>
                <a:gd name="T8" fmla="*/ 337939 w 256"/>
                <a:gd name="T9" fmla="*/ 336219 h 216"/>
                <a:gd name="T10" fmla="*/ 315193 w 256"/>
                <a:gd name="T11" fmla="*/ 350837 h 216"/>
                <a:gd name="T12" fmla="*/ 97482 w 256"/>
                <a:gd name="T13" fmla="*/ 350837 h 216"/>
                <a:gd name="T14" fmla="*/ 97482 w 256"/>
                <a:gd name="T15" fmla="*/ 350837 h 216"/>
                <a:gd name="T16" fmla="*/ 77986 w 256"/>
                <a:gd name="T17" fmla="*/ 336219 h 216"/>
                <a:gd name="T18" fmla="*/ 19496 w 256"/>
                <a:gd name="T19" fmla="*/ 168922 h 216"/>
                <a:gd name="T20" fmla="*/ 19496 w 256"/>
                <a:gd name="T21" fmla="*/ 129940 h 216"/>
                <a:gd name="T22" fmla="*/ 159221 w 256"/>
                <a:gd name="T23" fmla="*/ 129940 h 216"/>
                <a:gd name="T24" fmla="*/ 240457 w 256"/>
                <a:gd name="T25" fmla="*/ 129940 h 216"/>
                <a:gd name="T26" fmla="*/ 289198 w 256"/>
                <a:gd name="T27" fmla="*/ 129940 h 216"/>
                <a:gd name="T28" fmla="*/ 318443 w 256"/>
                <a:gd name="T29" fmla="*/ 129940 h 216"/>
                <a:gd name="T30" fmla="*/ 396429 w 256"/>
                <a:gd name="T31" fmla="*/ 129940 h 216"/>
                <a:gd name="T32" fmla="*/ 398053 w 256"/>
                <a:gd name="T33" fmla="*/ 129940 h 216"/>
                <a:gd name="T34" fmla="*/ 415925 w 256"/>
                <a:gd name="T35" fmla="*/ 146182 h 216"/>
                <a:gd name="T36" fmla="*/ 129977 w 256"/>
                <a:gd name="T37" fmla="*/ 168922 h 216"/>
                <a:gd name="T38" fmla="*/ 110480 w 256"/>
                <a:gd name="T39" fmla="*/ 292364 h 216"/>
                <a:gd name="T40" fmla="*/ 149473 w 256"/>
                <a:gd name="T41" fmla="*/ 292364 h 216"/>
                <a:gd name="T42" fmla="*/ 227459 w 256"/>
                <a:gd name="T43" fmla="*/ 188412 h 216"/>
                <a:gd name="T44" fmla="*/ 188466 w 256"/>
                <a:gd name="T45" fmla="*/ 188412 h 216"/>
                <a:gd name="T46" fmla="*/ 207963 w 256"/>
                <a:gd name="T47" fmla="*/ 311855 h 216"/>
                <a:gd name="T48" fmla="*/ 227459 w 256"/>
                <a:gd name="T49" fmla="*/ 188412 h 216"/>
                <a:gd name="T50" fmla="*/ 285948 w 256"/>
                <a:gd name="T51" fmla="*/ 168922 h 216"/>
                <a:gd name="T52" fmla="*/ 266452 w 256"/>
                <a:gd name="T53" fmla="*/ 292364 h 216"/>
                <a:gd name="T54" fmla="*/ 305445 w 256"/>
                <a:gd name="T55" fmla="*/ 292364 h 216"/>
                <a:gd name="T56" fmla="*/ 230708 w 256"/>
                <a:gd name="T57" fmla="*/ 29236 h 216"/>
                <a:gd name="T58" fmla="*/ 227459 w 256"/>
                <a:gd name="T59" fmla="*/ 19491 h 216"/>
                <a:gd name="T60" fmla="*/ 264827 w 256"/>
                <a:gd name="T61" fmla="*/ 11370 h 216"/>
                <a:gd name="T62" fmla="*/ 316818 w 256"/>
                <a:gd name="T63" fmla="*/ 110449 h 216"/>
                <a:gd name="T64" fmla="*/ 230708 w 256"/>
                <a:gd name="T65" fmla="*/ 29236 h 216"/>
                <a:gd name="T66" fmla="*/ 142974 w 256"/>
                <a:gd name="T67" fmla="*/ 110449 h 216"/>
                <a:gd name="T68" fmla="*/ 151098 w 256"/>
                <a:gd name="T69" fmla="*/ 11370 h 216"/>
                <a:gd name="T70" fmla="*/ 168970 w 256"/>
                <a:gd name="T71" fmla="*/ 0 h 216"/>
                <a:gd name="T72" fmla="*/ 185217 w 256"/>
                <a:gd name="T73" fmla="*/ 29236 h 21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256" h="216">
                  <a:moveTo>
                    <a:pt x="256" y="90"/>
                  </a:moveTo>
                  <a:cubicBezTo>
                    <a:pt x="256" y="91"/>
                    <a:pt x="256" y="91"/>
                    <a:pt x="256" y="91"/>
                  </a:cubicBezTo>
                  <a:cubicBezTo>
                    <a:pt x="256" y="91"/>
                    <a:pt x="256" y="92"/>
                    <a:pt x="256" y="92"/>
                  </a:cubicBezTo>
                  <a:cubicBezTo>
                    <a:pt x="256" y="92"/>
                    <a:pt x="256" y="92"/>
                    <a:pt x="256" y="92"/>
                  </a:cubicBezTo>
                  <a:cubicBezTo>
                    <a:pt x="256" y="92"/>
                    <a:pt x="256" y="92"/>
                    <a:pt x="256" y="92"/>
                  </a:cubicBezTo>
                  <a:cubicBezTo>
                    <a:pt x="256" y="92"/>
                    <a:pt x="256" y="92"/>
                    <a:pt x="256" y="92"/>
                  </a:cubicBezTo>
                  <a:cubicBezTo>
                    <a:pt x="256" y="99"/>
                    <a:pt x="251" y="104"/>
                    <a:pt x="244" y="104"/>
                  </a:cubicBezTo>
                  <a:cubicBezTo>
                    <a:pt x="233" y="104"/>
                    <a:pt x="233" y="104"/>
                    <a:pt x="233" y="104"/>
                  </a:cubicBezTo>
                  <a:cubicBezTo>
                    <a:pt x="208" y="207"/>
                    <a:pt x="208" y="207"/>
                    <a:pt x="208" y="207"/>
                  </a:cubicBezTo>
                  <a:cubicBezTo>
                    <a:pt x="208" y="207"/>
                    <a:pt x="208" y="207"/>
                    <a:pt x="208" y="207"/>
                  </a:cubicBezTo>
                  <a:cubicBezTo>
                    <a:pt x="206" y="212"/>
                    <a:pt x="202" y="216"/>
                    <a:pt x="196" y="216"/>
                  </a:cubicBezTo>
                  <a:cubicBezTo>
                    <a:pt x="194" y="216"/>
                    <a:pt x="194" y="216"/>
                    <a:pt x="194" y="216"/>
                  </a:cubicBezTo>
                  <a:cubicBezTo>
                    <a:pt x="191" y="216"/>
                    <a:pt x="191" y="216"/>
                    <a:pt x="191" y="216"/>
                  </a:cubicBezTo>
                  <a:cubicBezTo>
                    <a:pt x="60" y="216"/>
                    <a:pt x="60" y="216"/>
                    <a:pt x="60" y="216"/>
                  </a:cubicBezTo>
                  <a:cubicBezTo>
                    <a:pt x="60" y="216"/>
                    <a:pt x="60" y="216"/>
                    <a:pt x="60" y="216"/>
                  </a:cubicBezTo>
                  <a:cubicBezTo>
                    <a:pt x="60" y="216"/>
                    <a:pt x="60" y="216"/>
                    <a:pt x="60" y="216"/>
                  </a:cubicBezTo>
                  <a:cubicBezTo>
                    <a:pt x="54" y="216"/>
                    <a:pt x="50" y="212"/>
                    <a:pt x="48" y="207"/>
                  </a:cubicBezTo>
                  <a:cubicBezTo>
                    <a:pt x="48" y="207"/>
                    <a:pt x="48" y="207"/>
                    <a:pt x="48" y="207"/>
                  </a:cubicBezTo>
                  <a:cubicBezTo>
                    <a:pt x="23" y="104"/>
                    <a:pt x="23" y="104"/>
                    <a:pt x="23" y="104"/>
                  </a:cubicBezTo>
                  <a:cubicBezTo>
                    <a:pt x="12" y="104"/>
                    <a:pt x="12" y="104"/>
                    <a:pt x="12" y="104"/>
                  </a:cubicBezTo>
                  <a:cubicBezTo>
                    <a:pt x="5" y="104"/>
                    <a:pt x="0" y="99"/>
                    <a:pt x="0" y="92"/>
                  </a:cubicBezTo>
                  <a:cubicBezTo>
                    <a:pt x="0" y="85"/>
                    <a:pt x="5" y="80"/>
                    <a:pt x="12" y="80"/>
                  </a:cubicBezTo>
                  <a:cubicBezTo>
                    <a:pt x="58" y="80"/>
                    <a:pt x="58" y="80"/>
                    <a:pt x="58" y="80"/>
                  </a:cubicBezTo>
                  <a:cubicBezTo>
                    <a:pt x="98" y="80"/>
                    <a:pt x="98" y="80"/>
                    <a:pt x="98" y="80"/>
                  </a:cubicBezTo>
                  <a:cubicBezTo>
                    <a:pt x="98" y="80"/>
                    <a:pt x="98" y="80"/>
                    <a:pt x="98" y="80"/>
                  </a:cubicBezTo>
                  <a:cubicBezTo>
                    <a:pt x="148" y="80"/>
                    <a:pt x="148" y="80"/>
                    <a:pt x="148" y="80"/>
                  </a:cubicBezTo>
                  <a:cubicBezTo>
                    <a:pt x="148" y="80"/>
                    <a:pt x="148" y="80"/>
                    <a:pt x="148" y="80"/>
                  </a:cubicBezTo>
                  <a:cubicBezTo>
                    <a:pt x="178" y="80"/>
                    <a:pt x="178" y="80"/>
                    <a:pt x="178" y="80"/>
                  </a:cubicBezTo>
                  <a:cubicBezTo>
                    <a:pt x="179" y="80"/>
                    <a:pt x="179" y="80"/>
                    <a:pt x="179" y="80"/>
                  </a:cubicBezTo>
                  <a:cubicBezTo>
                    <a:pt x="196" y="80"/>
                    <a:pt x="196" y="80"/>
                    <a:pt x="196" y="80"/>
                  </a:cubicBezTo>
                  <a:cubicBezTo>
                    <a:pt x="198" y="80"/>
                    <a:pt x="198" y="80"/>
                    <a:pt x="198" y="80"/>
                  </a:cubicBezTo>
                  <a:cubicBezTo>
                    <a:pt x="244" y="80"/>
                    <a:pt x="244" y="80"/>
                    <a:pt x="244" y="80"/>
                  </a:cubicBezTo>
                  <a:cubicBezTo>
                    <a:pt x="244" y="80"/>
                    <a:pt x="244" y="80"/>
                    <a:pt x="244" y="80"/>
                  </a:cubicBezTo>
                  <a:cubicBezTo>
                    <a:pt x="245" y="80"/>
                    <a:pt x="245" y="80"/>
                    <a:pt x="245" y="80"/>
                  </a:cubicBezTo>
                  <a:cubicBezTo>
                    <a:pt x="251" y="80"/>
                    <a:pt x="255" y="85"/>
                    <a:pt x="256" y="90"/>
                  </a:cubicBezTo>
                  <a:cubicBezTo>
                    <a:pt x="256" y="90"/>
                    <a:pt x="256" y="90"/>
                    <a:pt x="256" y="90"/>
                  </a:cubicBezTo>
                  <a:moveTo>
                    <a:pt x="92" y="116"/>
                  </a:moveTo>
                  <a:cubicBezTo>
                    <a:pt x="92" y="109"/>
                    <a:pt x="87" y="104"/>
                    <a:pt x="80" y="104"/>
                  </a:cubicBezTo>
                  <a:cubicBezTo>
                    <a:pt x="73" y="104"/>
                    <a:pt x="68" y="109"/>
                    <a:pt x="68" y="116"/>
                  </a:cubicBezTo>
                  <a:cubicBezTo>
                    <a:pt x="68" y="180"/>
                    <a:pt x="68" y="180"/>
                    <a:pt x="68" y="180"/>
                  </a:cubicBezTo>
                  <a:cubicBezTo>
                    <a:pt x="68" y="187"/>
                    <a:pt x="73" y="192"/>
                    <a:pt x="80" y="192"/>
                  </a:cubicBezTo>
                  <a:cubicBezTo>
                    <a:pt x="87" y="192"/>
                    <a:pt x="92" y="187"/>
                    <a:pt x="92" y="180"/>
                  </a:cubicBezTo>
                  <a:lnTo>
                    <a:pt x="92" y="116"/>
                  </a:lnTo>
                  <a:close/>
                  <a:moveTo>
                    <a:pt x="140" y="116"/>
                  </a:moveTo>
                  <a:cubicBezTo>
                    <a:pt x="140" y="109"/>
                    <a:pt x="135" y="104"/>
                    <a:pt x="128" y="104"/>
                  </a:cubicBezTo>
                  <a:cubicBezTo>
                    <a:pt x="121" y="104"/>
                    <a:pt x="116" y="109"/>
                    <a:pt x="116" y="116"/>
                  </a:cubicBezTo>
                  <a:cubicBezTo>
                    <a:pt x="116" y="180"/>
                    <a:pt x="116" y="180"/>
                    <a:pt x="116" y="180"/>
                  </a:cubicBezTo>
                  <a:cubicBezTo>
                    <a:pt x="116" y="187"/>
                    <a:pt x="121" y="192"/>
                    <a:pt x="128" y="192"/>
                  </a:cubicBezTo>
                  <a:cubicBezTo>
                    <a:pt x="135" y="192"/>
                    <a:pt x="140" y="187"/>
                    <a:pt x="140" y="180"/>
                  </a:cubicBezTo>
                  <a:lnTo>
                    <a:pt x="140" y="116"/>
                  </a:lnTo>
                  <a:close/>
                  <a:moveTo>
                    <a:pt x="188" y="116"/>
                  </a:moveTo>
                  <a:cubicBezTo>
                    <a:pt x="188" y="109"/>
                    <a:pt x="183" y="104"/>
                    <a:pt x="176" y="104"/>
                  </a:cubicBezTo>
                  <a:cubicBezTo>
                    <a:pt x="169" y="104"/>
                    <a:pt x="164" y="109"/>
                    <a:pt x="164" y="116"/>
                  </a:cubicBezTo>
                  <a:cubicBezTo>
                    <a:pt x="164" y="180"/>
                    <a:pt x="164" y="180"/>
                    <a:pt x="164" y="180"/>
                  </a:cubicBezTo>
                  <a:cubicBezTo>
                    <a:pt x="164" y="187"/>
                    <a:pt x="169" y="192"/>
                    <a:pt x="176" y="192"/>
                  </a:cubicBezTo>
                  <a:cubicBezTo>
                    <a:pt x="183" y="192"/>
                    <a:pt x="188" y="187"/>
                    <a:pt x="188" y="180"/>
                  </a:cubicBezTo>
                  <a:lnTo>
                    <a:pt x="188" y="116"/>
                  </a:lnTo>
                  <a:close/>
                  <a:moveTo>
                    <a:pt x="142" y="18"/>
                  </a:moveTo>
                  <a:cubicBezTo>
                    <a:pt x="142" y="18"/>
                    <a:pt x="142" y="18"/>
                    <a:pt x="142" y="18"/>
                  </a:cubicBezTo>
                  <a:cubicBezTo>
                    <a:pt x="141" y="16"/>
                    <a:pt x="140" y="14"/>
                    <a:pt x="140" y="12"/>
                  </a:cubicBezTo>
                  <a:cubicBezTo>
                    <a:pt x="140" y="5"/>
                    <a:pt x="145" y="0"/>
                    <a:pt x="152" y="0"/>
                  </a:cubicBezTo>
                  <a:cubicBezTo>
                    <a:pt x="157" y="0"/>
                    <a:pt x="161" y="3"/>
                    <a:pt x="163" y="7"/>
                  </a:cubicBezTo>
                  <a:cubicBezTo>
                    <a:pt x="163" y="7"/>
                    <a:pt x="163" y="7"/>
                    <a:pt x="163" y="7"/>
                  </a:cubicBezTo>
                  <a:cubicBezTo>
                    <a:pt x="195" y="68"/>
                    <a:pt x="195" y="68"/>
                    <a:pt x="195" y="68"/>
                  </a:cubicBezTo>
                  <a:cubicBezTo>
                    <a:pt x="168" y="68"/>
                    <a:pt x="168" y="68"/>
                    <a:pt x="168" y="68"/>
                  </a:cubicBezTo>
                  <a:lnTo>
                    <a:pt x="142" y="18"/>
                  </a:lnTo>
                  <a:close/>
                  <a:moveTo>
                    <a:pt x="114" y="18"/>
                  </a:moveTo>
                  <a:cubicBezTo>
                    <a:pt x="88" y="68"/>
                    <a:pt x="88" y="68"/>
                    <a:pt x="88" y="68"/>
                  </a:cubicBezTo>
                  <a:cubicBezTo>
                    <a:pt x="61" y="68"/>
                    <a:pt x="61" y="68"/>
                    <a:pt x="61" y="68"/>
                  </a:cubicBezTo>
                  <a:cubicBezTo>
                    <a:pt x="93" y="7"/>
                    <a:pt x="93" y="7"/>
                    <a:pt x="93" y="7"/>
                  </a:cubicBezTo>
                  <a:cubicBezTo>
                    <a:pt x="93" y="7"/>
                    <a:pt x="93" y="7"/>
                    <a:pt x="93" y="7"/>
                  </a:cubicBezTo>
                  <a:cubicBezTo>
                    <a:pt x="95" y="3"/>
                    <a:pt x="99" y="0"/>
                    <a:pt x="104" y="0"/>
                  </a:cubicBezTo>
                  <a:cubicBezTo>
                    <a:pt x="111" y="0"/>
                    <a:pt x="116" y="5"/>
                    <a:pt x="116" y="12"/>
                  </a:cubicBezTo>
                  <a:cubicBezTo>
                    <a:pt x="116" y="14"/>
                    <a:pt x="115" y="16"/>
                    <a:pt x="114" y="18"/>
                  </a:cubicBezTo>
                  <a:close/>
                </a:path>
              </a:pathLst>
            </a:custGeom>
            <a:solidFill>
              <a:srgbClr val="336699"/>
            </a:solidFill>
            <a:ln>
              <a:noFill/>
            </a:ln>
          </p:spPr>
          <p:txBody>
            <a:bodyPr/>
            <a:lstStyle/>
            <a:p>
              <a:endParaRPr lang="en-US" dirty="0"/>
            </a:p>
          </p:txBody>
        </p:sp>
        <p:sp>
          <p:nvSpPr>
            <p:cNvPr id="152" name="椭圆 106">
              <a:extLst>
                <a:ext uri="{FF2B5EF4-FFF2-40B4-BE49-F238E27FC236}">
                  <a16:creationId xmlns:a16="http://schemas.microsoft.com/office/drawing/2014/main" id="{18E3C6C8-7685-B459-C884-66F1746E5C58}"/>
                </a:ext>
              </a:extLst>
            </p:cNvPr>
            <p:cNvSpPr/>
            <p:nvPr/>
          </p:nvSpPr>
          <p:spPr>
            <a:xfrm>
              <a:off x="3028355" y="1233835"/>
              <a:ext cx="521714" cy="521714"/>
            </a:xfrm>
            <a:prstGeom prst="ellipse">
              <a:avLst/>
            </a:prstGeom>
            <a:noFill/>
            <a:ln w="31750">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spTree>
    <p:extLst>
      <p:ext uri="{BB962C8B-B14F-4D97-AF65-F5344CB8AC3E}">
        <p14:creationId xmlns:p14="http://schemas.microsoft.com/office/powerpoint/2010/main" val="1851778670"/>
      </p:ext>
    </p:extLst>
  </p:cSld>
  <p:clrMapOvr>
    <a:masterClrMapping/>
  </p:clrMapOvr>
</p:sld>
</file>

<file path=ppt/slides/vr_business_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R017 六步骤闭环流程（结构示例）</a:t>
            </a:r>
          </a:p>
        </p:txBody>
      </p:sp>
      <p:sp>
        <p:nvSpPr>
          <p:cNvPr id="101" name="任意形状 98">
            <a:extLst>
              <a:ext uri="{FF2B5EF4-FFF2-40B4-BE49-F238E27FC236}">
                <a16:creationId xmlns:a16="http://schemas.microsoft.com/office/drawing/2014/main" id="{4550A126-4770-A37D-D981-F68F7F4CE9DE}"/>
              </a:ext>
            </a:extLst>
          </p:cNvPr>
          <p:cNvSpPr/>
          <p:nvPr/>
        </p:nvSpPr>
        <p:spPr>
          <a:xfrm rot="10800000">
            <a:off x="3453879" y="4368431"/>
            <a:ext cx="4746779" cy="839248"/>
          </a:xfrm>
          <a:custGeom>
            <a:avLst/>
            <a:gdLst>
              <a:gd name="connsiteX0" fmla="*/ 0 w 5047649"/>
              <a:gd name="connsiteY0" fmla="*/ 0 h 892443"/>
              <a:gd name="connsiteX1" fmla="*/ 4599659 w 5047649"/>
              <a:gd name="connsiteY1" fmla="*/ 0 h 892443"/>
              <a:gd name="connsiteX2" fmla="*/ 5047649 w 5047649"/>
              <a:gd name="connsiteY2" fmla="*/ 447978 h 892443"/>
              <a:gd name="connsiteX3" fmla="*/ 4603222 w 5047649"/>
              <a:gd name="connsiteY3" fmla="*/ 892443 h 892443"/>
              <a:gd name="connsiteX4" fmla="*/ 14901 w 5047649"/>
              <a:gd name="connsiteY4" fmla="*/ 892443 h 892443"/>
              <a:gd name="connsiteX5" fmla="*/ 453660 w 5047649"/>
              <a:gd name="connsiteY5" fmla="*/ 453692 h 892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649" h="892443">
                <a:moveTo>
                  <a:pt x="0" y="0"/>
                </a:moveTo>
                <a:lnTo>
                  <a:pt x="4599659" y="0"/>
                </a:lnTo>
                <a:lnTo>
                  <a:pt x="5047649" y="447978"/>
                </a:lnTo>
                <a:lnTo>
                  <a:pt x="4603222" y="892443"/>
                </a:lnTo>
                <a:lnTo>
                  <a:pt x="14901" y="892443"/>
                </a:lnTo>
                <a:lnTo>
                  <a:pt x="453660" y="453692"/>
                </a:lnTo>
                <a:close/>
              </a:path>
            </a:pathLst>
          </a:custGeom>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02" name="任意形状 97">
            <a:extLst>
              <a:ext uri="{FF2B5EF4-FFF2-40B4-BE49-F238E27FC236}">
                <a16:creationId xmlns:a16="http://schemas.microsoft.com/office/drawing/2014/main" id="{A6640FC4-E8A7-FC90-F85F-34944F89804B}"/>
              </a:ext>
            </a:extLst>
          </p:cNvPr>
          <p:cNvSpPr/>
          <p:nvPr/>
        </p:nvSpPr>
        <p:spPr>
          <a:xfrm>
            <a:off x="3995037" y="2205174"/>
            <a:ext cx="4746779" cy="839248"/>
          </a:xfrm>
          <a:custGeom>
            <a:avLst/>
            <a:gdLst>
              <a:gd name="connsiteX0" fmla="*/ 0 w 5047649"/>
              <a:gd name="connsiteY0" fmla="*/ 0 h 892443"/>
              <a:gd name="connsiteX1" fmla="*/ 4599659 w 5047649"/>
              <a:gd name="connsiteY1" fmla="*/ 0 h 892443"/>
              <a:gd name="connsiteX2" fmla="*/ 5047649 w 5047649"/>
              <a:gd name="connsiteY2" fmla="*/ 447978 h 892443"/>
              <a:gd name="connsiteX3" fmla="*/ 4603222 w 5047649"/>
              <a:gd name="connsiteY3" fmla="*/ 892443 h 892443"/>
              <a:gd name="connsiteX4" fmla="*/ 14901 w 5047649"/>
              <a:gd name="connsiteY4" fmla="*/ 892443 h 892443"/>
              <a:gd name="connsiteX5" fmla="*/ 453660 w 5047649"/>
              <a:gd name="connsiteY5" fmla="*/ 453692 h 892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47649" h="892443">
                <a:moveTo>
                  <a:pt x="0" y="0"/>
                </a:moveTo>
                <a:lnTo>
                  <a:pt x="4599659" y="0"/>
                </a:lnTo>
                <a:lnTo>
                  <a:pt x="5047649" y="447978"/>
                </a:lnTo>
                <a:lnTo>
                  <a:pt x="4603222" y="892443"/>
                </a:lnTo>
                <a:lnTo>
                  <a:pt x="14901" y="892443"/>
                </a:lnTo>
                <a:lnTo>
                  <a:pt x="453660" y="453692"/>
                </a:lnTo>
                <a:close/>
              </a:path>
            </a:pathLst>
          </a:cu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03" name="圆角矩形 74">
            <a:extLst>
              <a:ext uri="{FF2B5EF4-FFF2-40B4-BE49-F238E27FC236}">
                <a16:creationId xmlns:a16="http://schemas.microsoft.com/office/drawing/2014/main" id="{A041E00B-D906-D5D7-4F92-361540222241}"/>
              </a:ext>
            </a:extLst>
          </p:cNvPr>
          <p:cNvSpPr/>
          <p:nvPr/>
        </p:nvSpPr>
        <p:spPr>
          <a:xfrm>
            <a:off x="4889434" y="1240285"/>
            <a:ext cx="1935903" cy="244789"/>
          </a:xfrm>
          <a:prstGeom prst="roundRect">
            <a:avLst>
              <a:gd name="adj" fmla="val 35179"/>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4" name="圆角矩形 75">
            <a:extLst>
              <a:ext uri="{FF2B5EF4-FFF2-40B4-BE49-F238E27FC236}">
                <a16:creationId xmlns:a16="http://schemas.microsoft.com/office/drawing/2014/main" id="{5CDB9EAE-2DDC-6064-CE71-7BF7B32B8140}"/>
              </a:ext>
            </a:extLst>
          </p:cNvPr>
          <p:cNvSpPr/>
          <p:nvPr/>
        </p:nvSpPr>
        <p:spPr>
          <a:xfrm>
            <a:off x="8391114" y="1240285"/>
            <a:ext cx="1935903" cy="244789"/>
          </a:xfrm>
          <a:prstGeom prst="roundRect">
            <a:avLst>
              <a:gd name="adj" fmla="val 35179"/>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5" name="圆角矩形 76">
            <a:extLst>
              <a:ext uri="{FF2B5EF4-FFF2-40B4-BE49-F238E27FC236}">
                <a16:creationId xmlns:a16="http://schemas.microsoft.com/office/drawing/2014/main" id="{ACD69C3D-2C9B-CFD1-6601-99A01B1BDE9C}"/>
              </a:ext>
            </a:extLst>
          </p:cNvPr>
          <p:cNvSpPr/>
          <p:nvPr/>
        </p:nvSpPr>
        <p:spPr>
          <a:xfrm>
            <a:off x="1440058" y="5374634"/>
            <a:ext cx="1935903" cy="244789"/>
          </a:xfrm>
          <a:prstGeom prst="roundRect">
            <a:avLst>
              <a:gd name="adj" fmla="val 35179"/>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6" name="圆角矩形 77">
            <a:extLst>
              <a:ext uri="{FF2B5EF4-FFF2-40B4-BE49-F238E27FC236}">
                <a16:creationId xmlns:a16="http://schemas.microsoft.com/office/drawing/2014/main" id="{0C4F1B80-BD76-FD46-2DBA-1938F08CAB6B}"/>
              </a:ext>
            </a:extLst>
          </p:cNvPr>
          <p:cNvSpPr/>
          <p:nvPr/>
        </p:nvSpPr>
        <p:spPr>
          <a:xfrm>
            <a:off x="4889434" y="5374634"/>
            <a:ext cx="1935903" cy="244789"/>
          </a:xfrm>
          <a:prstGeom prst="roundRect">
            <a:avLst>
              <a:gd name="adj" fmla="val 35179"/>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7" name="圆角矩形 78">
            <a:extLst>
              <a:ext uri="{FF2B5EF4-FFF2-40B4-BE49-F238E27FC236}">
                <a16:creationId xmlns:a16="http://schemas.microsoft.com/office/drawing/2014/main" id="{A3CD5869-CC5F-EA62-1544-1F40096CCB7E}"/>
              </a:ext>
            </a:extLst>
          </p:cNvPr>
          <p:cNvSpPr/>
          <p:nvPr/>
        </p:nvSpPr>
        <p:spPr>
          <a:xfrm>
            <a:off x="8391114" y="5374634"/>
            <a:ext cx="1935903" cy="244789"/>
          </a:xfrm>
          <a:prstGeom prst="roundRect">
            <a:avLst>
              <a:gd name="adj" fmla="val 35179"/>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8" name="圆角矩形 73">
            <a:extLst>
              <a:ext uri="{FF2B5EF4-FFF2-40B4-BE49-F238E27FC236}">
                <a16:creationId xmlns:a16="http://schemas.microsoft.com/office/drawing/2014/main" id="{60289EE7-2E50-11EB-2A16-65943CDEA618}"/>
              </a:ext>
            </a:extLst>
          </p:cNvPr>
          <p:cNvSpPr/>
          <p:nvPr/>
        </p:nvSpPr>
        <p:spPr>
          <a:xfrm>
            <a:off x="1440058" y="1240285"/>
            <a:ext cx="1935903" cy="244789"/>
          </a:xfrm>
          <a:prstGeom prst="roundRect">
            <a:avLst>
              <a:gd name="adj" fmla="val 35179"/>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9" name="Venn diagram">
            <a:extLst>
              <a:ext uri="{FF2B5EF4-FFF2-40B4-BE49-F238E27FC236}">
                <a16:creationId xmlns:a16="http://schemas.microsoft.com/office/drawing/2014/main" id="{FAD973E3-5532-D5E1-23F2-91B2165D9C70}"/>
              </a:ext>
            </a:extLst>
          </p:cNvPr>
          <p:cNvSpPr txBox="1"/>
          <p:nvPr/>
        </p:nvSpPr>
        <p:spPr>
          <a:xfrm>
            <a:off x="2158115" y="3512944"/>
            <a:ext cx="7773667" cy="39555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b">
            <a:spAutoFit/>
          </a:bodyPr>
          <a:lstStyle>
            <a:lvl1pPr>
              <a:defRPr sz="4326">
                <a:solidFill>
                  <a:srgbClr val="000000"/>
                </a:solidFill>
              </a:defRPr>
            </a:lvl1pPr>
          </a:lstStyle>
          <a:p>
            <a:pPr algn="ctr"/>
            <a:r>
              <a:rPr kumimoji="1" lang="zh-CN" altLang="en-US" sz="225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品牌设计策划执行流程</a:t>
            </a:r>
            <a:endParaRPr kumimoji="1" lang="en-US" altLang="zh-CN" sz="2257"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10" name="Shape">
            <a:extLst>
              <a:ext uri="{FF2B5EF4-FFF2-40B4-BE49-F238E27FC236}">
                <a16:creationId xmlns:a16="http://schemas.microsoft.com/office/drawing/2014/main" id="{48E71404-0350-9514-D9A3-A35A433ECE26}"/>
              </a:ext>
            </a:extLst>
          </p:cNvPr>
          <p:cNvSpPr/>
          <p:nvPr/>
        </p:nvSpPr>
        <p:spPr>
          <a:xfrm>
            <a:off x="790575" y="2199312"/>
            <a:ext cx="3483066" cy="1385202"/>
          </a:xfrm>
          <a:custGeom>
            <a:avLst/>
            <a:gdLst/>
            <a:ahLst/>
            <a:cxnLst>
              <a:cxn ang="0">
                <a:pos x="wd2" y="hd2"/>
              </a:cxn>
              <a:cxn ang="5400000">
                <a:pos x="wd2" y="hd2"/>
              </a:cxn>
              <a:cxn ang="10800000">
                <a:pos x="wd2" y="hd2"/>
              </a:cxn>
              <a:cxn ang="16200000">
                <a:pos x="wd2" y="hd2"/>
              </a:cxn>
            </a:cxnLst>
            <a:rect l="0" t="0" r="r" b="b"/>
            <a:pathLst>
              <a:path w="21600" h="21599" extrusionOk="0">
                <a:moveTo>
                  <a:pt x="6193" y="0"/>
                </a:moveTo>
                <a:cubicBezTo>
                  <a:pt x="4376" y="0"/>
                  <a:pt x="3285" y="-1"/>
                  <a:pt x="2558" y="762"/>
                </a:cubicBezTo>
                <a:cubicBezTo>
                  <a:pt x="1510" y="1721"/>
                  <a:pt x="685" y="3796"/>
                  <a:pt x="303" y="6430"/>
                </a:cubicBezTo>
                <a:cubicBezTo>
                  <a:pt x="0" y="8258"/>
                  <a:pt x="0" y="10998"/>
                  <a:pt x="0" y="15567"/>
                </a:cubicBezTo>
                <a:lnTo>
                  <a:pt x="0" y="21550"/>
                </a:lnTo>
                <a:lnTo>
                  <a:pt x="2648" y="14892"/>
                </a:lnTo>
                <a:lnTo>
                  <a:pt x="5315" y="21599"/>
                </a:lnTo>
                <a:lnTo>
                  <a:pt x="5315" y="17982"/>
                </a:lnTo>
                <a:cubicBezTo>
                  <a:pt x="5315" y="16616"/>
                  <a:pt x="5315" y="15799"/>
                  <a:pt x="5406" y="15253"/>
                </a:cubicBezTo>
                <a:cubicBezTo>
                  <a:pt x="5520" y="14465"/>
                  <a:pt x="5766" y="13843"/>
                  <a:pt x="6079" y="13556"/>
                </a:cubicBezTo>
                <a:cubicBezTo>
                  <a:pt x="6296" y="13328"/>
                  <a:pt x="6623" y="13329"/>
                  <a:pt x="7166" y="13329"/>
                </a:cubicBezTo>
                <a:lnTo>
                  <a:pt x="18981" y="13329"/>
                </a:lnTo>
                <a:lnTo>
                  <a:pt x="21600" y="6744"/>
                </a:lnTo>
                <a:lnTo>
                  <a:pt x="18918" y="0"/>
                </a:lnTo>
                <a:lnTo>
                  <a:pt x="6193" y="0"/>
                </a:lnTo>
                <a:close/>
              </a:path>
            </a:pathLst>
          </a:custGeom>
          <a:solidFill>
            <a:srgbClr val="75BDA7"/>
          </a:solidFill>
          <a:ln w="12700">
            <a:miter lim="400000"/>
          </a:ln>
        </p:spPr>
        <p:txBody>
          <a:bodyPr lIns="0" tIns="0" rIns="0" bIns="0" anchor="ctr"/>
          <a:lstStyle/>
          <a:p>
            <a:endParaRPr sz="846"/>
          </a:p>
        </p:txBody>
      </p:sp>
      <p:sp>
        <p:nvSpPr>
          <p:cNvPr id="111" name="Shape">
            <a:extLst>
              <a:ext uri="{FF2B5EF4-FFF2-40B4-BE49-F238E27FC236}">
                <a16:creationId xmlns:a16="http://schemas.microsoft.com/office/drawing/2014/main" id="{9D4715AC-FEBC-5397-DD6A-EA7A6A1C0C02}"/>
              </a:ext>
            </a:extLst>
          </p:cNvPr>
          <p:cNvSpPr/>
          <p:nvPr/>
        </p:nvSpPr>
        <p:spPr>
          <a:xfrm>
            <a:off x="8462139" y="2199312"/>
            <a:ext cx="2939286" cy="1828773"/>
          </a:xfrm>
          <a:custGeom>
            <a:avLst/>
            <a:gdLst/>
            <a:ahLst/>
            <a:cxnLst>
              <a:cxn ang="0">
                <a:pos x="wd2" y="hd2"/>
              </a:cxn>
              <a:cxn ang="5400000">
                <a:pos x="wd2" y="hd2"/>
              </a:cxn>
              <a:cxn ang="10800000">
                <a:pos x="wd2" y="hd2"/>
              </a:cxn>
              <a:cxn ang="16200000">
                <a:pos x="wd2" y="hd2"/>
              </a:cxn>
            </a:cxnLst>
            <a:rect l="0" t="0" r="r" b="b"/>
            <a:pathLst>
              <a:path w="21600" h="21600" extrusionOk="0">
                <a:moveTo>
                  <a:pt x="4" y="0"/>
                </a:moveTo>
                <a:lnTo>
                  <a:pt x="3143" y="5045"/>
                </a:lnTo>
                <a:lnTo>
                  <a:pt x="0" y="10097"/>
                </a:lnTo>
                <a:lnTo>
                  <a:pt x="13108" y="10097"/>
                </a:lnTo>
                <a:cubicBezTo>
                  <a:pt x="13752" y="10097"/>
                  <a:pt x="14139" y="10096"/>
                  <a:pt x="14396" y="10269"/>
                </a:cubicBezTo>
                <a:cubicBezTo>
                  <a:pt x="14767" y="10486"/>
                  <a:pt x="15059" y="10957"/>
                  <a:pt x="15194" y="11554"/>
                </a:cubicBezTo>
                <a:cubicBezTo>
                  <a:pt x="15302" y="11968"/>
                  <a:pt x="15303" y="12587"/>
                  <a:pt x="15303" y="13621"/>
                </a:cubicBezTo>
                <a:lnTo>
                  <a:pt x="15303" y="16515"/>
                </a:lnTo>
                <a:lnTo>
                  <a:pt x="18466" y="21600"/>
                </a:lnTo>
                <a:lnTo>
                  <a:pt x="21600" y="16564"/>
                </a:lnTo>
                <a:lnTo>
                  <a:pt x="21600" y="11792"/>
                </a:lnTo>
                <a:cubicBezTo>
                  <a:pt x="21600" y="8331"/>
                  <a:pt x="21600" y="6256"/>
                  <a:pt x="21240" y="4871"/>
                </a:cubicBezTo>
                <a:cubicBezTo>
                  <a:pt x="20789" y="2876"/>
                  <a:pt x="19811" y="1304"/>
                  <a:pt x="18569" y="578"/>
                </a:cubicBezTo>
                <a:cubicBezTo>
                  <a:pt x="17708" y="0"/>
                  <a:pt x="16416" y="0"/>
                  <a:pt x="14263" y="0"/>
                </a:cubicBezTo>
                <a:lnTo>
                  <a:pt x="4" y="0"/>
                </a:lnTo>
                <a:close/>
              </a:path>
            </a:pathLst>
          </a:custGeom>
          <a:solidFill>
            <a:srgbClr val="58B6C0"/>
          </a:solidFill>
          <a:ln w="12700">
            <a:miter lim="400000"/>
          </a:ln>
        </p:spPr>
        <p:txBody>
          <a:bodyPr lIns="0" tIns="0" rIns="0" bIns="0" anchor="ctr"/>
          <a:lstStyle/>
          <a:p>
            <a:endParaRPr sz="846">
              <a:solidFill>
                <a:srgbClr val="FFFFFF"/>
              </a:solidFill>
            </a:endParaRPr>
          </a:p>
        </p:txBody>
      </p:sp>
      <p:sp>
        <p:nvSpPr>
          <p:cNvPr id="112" name="Shape">
            <a:extLst>
              <a:ext uri="{FF2B5EF4-FFF2-40B4-BE49-F238E27FC236}">
                <a16:creationId xmlns:a16="http://schemas.microsoft.com/office/drawing/2014/main" id="{59F1FC0E-ADC8-70FA-14E1-BB8340B7E017}"/>
              </a:ext>
            </a:extLst>
          </p:cNvPr>
          <p:cNvSpPr/>
          <p:nvPr/>
        </p:nvSpPr>
        <p:spPr>
          <a:xfrm>
            <a:off x="790575" y="3270636"/>
            <a:ext cx="2949550" cy="1944658"/>
          </a:xfrm>
          <a:custGeom>
            <a:avLst/>
            <a:gdLst/>
            <a:ahLst/>
            <a:cxnLst>
              <a:cxn ang="0">
                <a:pos x="wd2" y="hd2"/>
              </a:cxn>
              <a:cxn ang="5400000">
                <a:pos x="wd2" y="hd2"/>
              </a:cxn>
              <a:cxn ang="10800000">
                <a:pos x="wd2" y="hd2"/>
              </a:cxn>
              <a:cxn ang="16200000">
                <a:pos x="wd2" y="hd2"/>
              </a:cxn>
            </a:cxnLst>
            <a:rect l="0" t="0" r="r" b="b"/>
            <a:pathLst>
              <a:path w="21600" h="21600" extrusionOk="0">
                <a:moveTo>
                  <a:pt x="3127" y="0"/>
                </a:moveTo>
                <a:lnTo>
                  <a:pt x="0" y="4742"/>
                </a:lnTo>
                <a:lnTo>
                  <a:pt x="0" y="10511"/>
                </a:lnTo>
                <a:cubicBezTo>
                  <a:pt x="0" y="13765"/>
                  <a:pt x="0" y="15717"/>
                  <a:pt x="358" y="17019"/>
                </a:cubicBezTo>
                <a:cubicBezTo>
                  <a:pt x="809" y="18895"/>
                  <a:pt x="1783" y="20374"/>
                  <a:pt x="3020" y="21057"/>
                </a:cubicBezTo>
                <a:cubicBezTo>
                  <a:pt x="3879" y="21600"/>
                  <a:pt x="5167" y="21600"/>
                  <a:pt x="7313" y="21600"/>
                </a:cubicBezTo>
                <a:lnTo>
                  <a:pt x="21547" y="21600"/>
                </a:lnTo>
                <a:lnTo>
                  <a:pt x="18443" y="16892"/>
                </a:lnTo>
                <a:lnTo>
                  <a:pt x="21600" y="12105"/>
                </a:lnTo>
                <a:lnTo>
                  <a:pt x="8462" y="12105"/>
                </a:lnTo>
                <a:cubicBezTo>
                  <a:pt x="7821" y="12105"/>
                  <a:pt x="7435" y="12105"/>
                  <a:pt x="7179" y="11943"/>
                </a:cubicBezTo>
                <a:cubicBezTo>
                  <a:pt x="6809" y="11739"/>
                  <a:pt x="6518" y="11295"/>
                  <a:pt x="6383" y="10734"/>
                </a:cubicBezTo>
                <a:cubicBezTo>
                  <a:pt x="6276" y="10345"/>
                  <a:pt x="6277" y="9763"/>
                  <a:pt x="6277" y="8790"/>
                </a:cubicBezTo>
                <a:lnTo>
                  <a:pt x="6277" y="4778"/>
                </a:lnTo>
                <a:lnTo>
                  <a:pt x="3127" y="0"/>
                </a:lnTo>
                <a:close/>
              </a:path>
            </a:pathLst>
          </a:custGeom>
          <a:solidFill>
            <a:srgbClr val="3494BA"/>
          </a:solidFill>
          <a:ln w="12700">
            <a:miter lim="400000"/>
          </a:ln>
        </p:spPr>
        <p:txBody>
          <a:bodyPr lIns="0" tIns="0" rIns="0" bIns="0" anchor="ctr"/>
          <a:lstStyle/>
          <a:p>
            <a:endParaRPr sz="846"/>
          </a:p>
        </p:txBody>
      </p:sp>
      <p:sp>
        <p:nvSpPr>
          <p:cNvPr id="113" name="Shape">
            <a:extLst>
              <a:ext uri="{FF2B5EF4-FFF2-40B4-BE49-F238E27FC236}">
                <a16:creationId xmlns:a16="http://schemas.microsoft.com/office/drawing/2014/main" id="{2096E00E-B8BD-337A-D5E9-3D0E946E94B9}"/>
              </a:ext>
            </a:extLst>
          </p:cNvPr>
          <p:cNvSpPr/>
          <p:nvPr/>
        </p:nvSpPr>
        <p:spPr>
          <a:xfrm>
            <a:off x="7911081" y="3713834"/>
            <a:ext cx="3490344" cy="1501460"/>
          </a:xfrm>
          <a:custGeom>
            <a:avLst/>
            <a:gdLst/>
            <a:ahLst/>
            <a:cxnLst>
              <a:cxn ang="0">
                <a:pos x="wd2" y="hd2"/>
              </a:cxn>
              <a:cxn ang="5400000">
                <a:pos x="wd2" y="hd2"/>
              </a:cxn>
              <a:cxn ang="10800000">
                <a:pos x="wd2" y="hd2"/>
              </a:cxn>
              <a:cxn ang="16200000">
                <a:pos x="wd2" y="hd2"/>
              </a:cxn>
            </a:cxnLst>
            <a:rect l="0" t="0" r="r" b="b"/>
            <a:pathLst>
              <a:path w="21600" h="21599" extrusionOk="0">
                <a:moveTo>
                  <a:pt x="16297" y="0"/>
                </a:moveTo>
                <a:lnTo>
                  <a:pt x="16297" y="5009"/>
                </a:lnTo>
                <a:cubicBezTo>
                  <a:pt x="16297" y="6269"/>
                  <a:pt x="16296" y="7023"/>
                  <a:pt x="16206" y="7527"/>
                </a:cubicBezTo>
                <a:cubicBezTo>
                  <a:pt x="16092" y="8254"/>
                  <a:pt x="15846" y="8828"/>
                  <a:pt x="15533" y="9092"/>
                </a:cubicBezTo>
                <a:cubicBezTo>
                  <a:pt x="15317" y="9303"/>
                  <a:pt x="14991" y="9302"/>
                  <a:pt x="14449" y="9302"/>
                </a:cubicBezTo>
                <a:lnTo>
                  <a:pt x="2668" y="9302"/>
                </a:lnTo>
                <a:lnTo>
                  <a:pt x="0" y="15503"/>
                </a:lnTo>
                <a:lnTo>
                  <a:pt x="2623" y="21599"/>
                </a:lnTo>
                <a:lnTo>
                  <a:pt x="15421" y="21599"/>
                </a:lnTo>
                <a:cubicBezTo>
                  <a:pt x="17235" y="21599"/>
                  <a:pt x="18322" y="21600"/>
                  <a:pt x="19048" y="20896"/>
                </a:cubicBezTo>
                <a:cubicBezTo>
                  <a:pt x="20093" y="20012"/>
                  <a:pt x="20917" y="18097"/>
                  <a:pt x="21297" y="15667"/>
                </a:cubicBezTo>
                <a:cubicBezTo>
                  <a:pt x="21600" y="13981"/>
                  <a:pt x="21600" y="11452"/>
                  <a:pt x="21600" y="7237"/>
                </a:cubicBezTo>
                <a:lnTo>
                  <a:pt x="21600" y="59"/>
                </a:lnTo>
                <a:lnTo>
                  <a:pt x="18961" y="6193"/>
                </a:lnTo>
                <a:lnTo>
                  <a:pt x="16297" y="0"/>
                </a:lnTo>
                <a:close/>
              </a:path>
            </a:pathLst>
          </a:custGeom>
          <a:solidFill>
            <a:srgbClr val="75BDA7"/>
          </a:solidFill>
          <a:ln w="12700">
            <a:miter lim="400000"/>
          </a:ln>
        </p:spPr>
        <p:txBody>
          <a:bodyPr lIns="0" tIns="0" rIns="0" bIns="0" anchor="ctr"/>
          <a:lstStyle/>
          <a:p>
            <a:endParaRPr sz="846"/>
          </a:p>
        </p:txBody>
      </p:sp>
      <p:sp>
        <p:nvSpPr>
          <p:cNvPr id="114" name="Line">
            <a:extLst>
              <a:ext uri="{FF2B5EF4-FFF2-40B4-BE49-F238E27FC236}">
                <a16:creationId xmlns:a16="http://schemas.microsoft.com/office/drawing/2014/main" id="{AE2B61B7-8A42-763D-CCF5-A432B20FD4B6}"/>
              </a:ext>
            </a:extLst>
          </p:cNvPr>
          <p:cNvSpPr/>
          <p:nvPr/>
        </p:nvSpPr>
        <p:spPr>
          <a:xfrm>
            <a:off x="8236778" y="1275435"/>
            <a:ext cx="0" cy="887904"/>
          </a:xfrm>
          <a:prstGeom prst="line">
            <a:avLst/>
          </a:prstGeom>
          <a:ln w="19050">
            <a:solidFill>
              <a:srgbClr val="A7A7A7"/>
            </a:solidFill>
            <a:custDash>
              <a:ds d="200000" sp="200000"/>
            </a:custDash>
            <a:miter lim="400000"/>
          </a:ln>
        </p:spPr>
        <p:txBody>
          <a:bodyPr lIns="22859" tIns="22859" rIns="22859" bIns="22859"/>
          <a:lstStyle/>
          <a:p>
            <a:endParaRPr sz="846"/>
          </a:p>
        </p:txBody>
      </p:sp>
      <p:sp>
        <p:nvSpPr>
          <p:cNvPr id="115" name="Line">
            <a:extLst>
              <a:ext uri="{FF2B5EF4-FFF2-40B4-BE49-F238E27FC236}">
                <a16:creationId xmlns:a16="http://schemas.microsoft.com/office/drawing/2014/main" id="{C7C5FDF6-C8EA-D6A0-BB2B-F2822B96F2BB}"/>
              </a:ext>
            </a:extLst>
          </p:cNvPr>
          <p:cNvSpPr/>
          <p:nvPr/>
        </p:nvSpPr>
        <p:spPr>
          <a:xfrm>
            <a:off x="4734028" y="1275435"/>
            <a:ext cx="0" cy="887904"/>
          </a:xfrm>
          <a:prstGeom prst="line">
            <a:avLst/>
          </a:prstGeom>
          <a:ln w="19050">
            <a:solidFill>
              <a:srgbClr val="A7A7A7"/>
            </a:solidFill>
            <a:custDash>
              <a:ds d="200000" sp="200000"/>
            </a:custDash>
            <a:miter lim="400000"/>
          </a:ln>
        </p:spPr>
        <p:txBody>
          <a:bodyPr lIns="22859" tIns="22859" rIns="22859" bIns="22859"/>
          <a:lstStyle/>
          <a:p>
            <a:endParaRPr sz="846"/>
          </a:p>
        </p:txBody>
      </p:sp>
      <p:sp>
        <p:nvSpPr>
          <p:cNvPr id="116" name="Line">
            <a:extLst>
              <a:ext uri="{FF2B5EF4-FFF2-40B4-BE49-F238E27FC236}">
                <a16:creationId xmlns:a16="http://schemas.microsoft.com/office/drawing/2014/main" id="{470065D2-D4F7-71A7-37C8-E8D580F2AABA}"/>
              </a:ext>
            </a:extLst>
          </p:cNvPr>
          <p:cNvSpPr/>
          <p:nvPr/>
        </p:nvSpPr>
        <p:spPr>
          <a:xfrm>
            <a:off x="1296514" y="1275435"/>
            <a:ext cx="0" cy="887904"/>
          </a:xfrm>
          <a:prstGeom prst="line">
            <a:avLst/>
          </a:prstGeom>
          <a:ln w="19050">
            <a:solidFill>
              <a:srgbClr val="A7A7A7"/>
            </a:solidFill>
            <a:custDash>
              <a:ds d="200000" sp="200000"/>
            </a:custDash>
            <a:miter lim="400000"/>
          </a:ln>
        </p:spPr>
        <p:txBody>
          <a:bodyPr lIns="22859" tIns="22859" rIns="22859" bIns="22859"/>
          <a:lstStyle/>
          <a:p>
            <a:endParaRPr sz="846"/>
          </a:p>
        </p:txBody>
      </p:sp>
      <p:sp>
        <p:nvSpPr>
          <p:cNvPr id="117" name="Line">
            <a:extLst>
              <a:ext uri="{FF2B5EF4-FFF2-40B4-BE49-F238E27FC236}">
                <a16:creationId xmlns:a16="http://schemas.microsoft.com/office/drawing/2014/main" id="{3272F4B0-92E9-4FF2-ACA2-613A181D0FEE}"/>
              </a:ext>
            </a:extLst>
          </p:cNvPr>
          <p:cNvSpPr/>
          <p:nvPr/>
        </p:nvSpPr>
        <p:spPr>
          <a:xfrm>
            <a:off x="8100266" y="5217648"/>
            <a:ext cx="0" cy="1047767"/>
          </a:xfrm>
          <a:prstGeom prst="line">
            <a:avLst/>
          </a:prstGeom>
          <a:ln w="19050">
            <a:solidFill>
              <a:srgbClr val="A7A7A7"/>
            </a:solidFill>
            <a:custDash>
              <a:ds d="200000" sp="200000"/>
            </a:custDash>
            <a:miter lim="400000"/>
          </a:ln>
        </p:spPr>
        <p:txBody>
          <a:bodyPr lIns="22859" tIns="22859" rIns="22859" bIns="22859"/>
          <a:lstStyle/>
          <a:p>
            <a:endParaRPr sz="846"/>
          </a:p>
        </p:txBody>
      </p:sp>
      <p:sp>
        <p:nvSpPr>
          <p:cNvPr id="118" name="Line">
            <a:extLst>
              <a:ext uri="{FF2B5EF4-FFF2-40B4-BE49-F238E27FC236}">
                <a16:creationId xmlns:a16="http://schemas.microsoft.com/office/drawing/2014/main" id="{97896BCD-F49F-EC78-4E19-4A93837777E3}"/>
              </a:ext>
            </a:extLst>
          </p:cNvPr>
          <p:cNvSpPr/>
          <p:nvPr/>
        </p:nvSpPr>
        <p:spPr>
          <a:xfrm>
            <a:off x="4597516" y="5217648"/>
            <a:ext cx="0" cy="1047767"/>
          </a:xfrm>
          <a:prstGeom prst="line">
            <a:avLst/>
          </a:prstGeom>
          <a:ln w="19050">
            <a:solidFill>
              <a:srgbClr val="A7A7A7"/>
            </a:solidFill>
            <a:custDash>
              <a:ds d="200000" sp="200000"/>
            </a:custDash>
            <a:miter lim="400000"/>
          </a:ln>
        </p:spPr>
        <p:txBody>
          <a:bodyPr lIns="22859" tIns="22859" rIns="22859" bIns="22859"/>
          <a:lstStyle/>
          <a:p>
            <a:endParaRPr sz="846"/>
          </a:p>
        </p:txBody>
      </p:sp>
      <p:sp>
        <p:nvSpPr>
          <p:cNvPr id="119" name="Line">
            <a:extLst>
              <a:ext uri="{FF2B5EF4-FFF2-40B4-BE49-F238E27FC236}">
                <a16:creationId xmlns:a16="http://schemas.microsoft.com/office/drawing/2014/main" id="{6C96D56B-5304-5FF7-9111-C9020B639A3B}"/>
              </a:ext>
            </a:extLst>
          </p:cNvPr>
          <p:cNvSpPr/>
          <p:nvPr/>
        </p:nvSpPr>
        <p:spPr>
          <a:xfrm>
            <a:off x="1160001" y="5217648"/>
            <a:ext cx="0" cy="1047767"/>
          </a:xfrm>
          <a:prstGeom prst="line">
            <a:avLst/>
          </a:prstGeom>
          <a:ln w="19050">
            <a:solidFill>
              <a:srgbClr val="A7A7A7"/>
            </a:solidFill>
            <a:custDash>
              <a:ds d="200000" sp="200000"/>
            </a:custDash>
            <a:miter lim="400000"/>
          </a:ln>
        </p:spPr>
        <p:txBody>
          <a:bodyPr lIns="22859" tIns="22859" rIns="22859" bIns="22859"/>
          <a:lstStyle/>
          <a:p>
            <a:endParaRPr sz="846"/>
          </a:p>
        </p:txBody>
      </p:sp>
      <p:grpSp>
        <p:nvGrpSpPr>
          <p:cNvPr id="120" name="组合 1">
            <a:extLst>
              <a:ext uri="{FF2B5EF4-FFF2-40B4-BE49-F238E27FC236}">
                <a16:creationId xmlns:a16="http://schemas.microsoft.com/office/drawing/2014/main" id="{4640C6A2-15B1-B1F6-188F-BE3B97AD410B}"/>
              </a:ext>
            </a:extLst>
          </p:cNvPr>
          <p:cNvGrpSpPr/>
          <p:nvPr/>
        </p:nvGrpSpPr>
        <p:grpSpPr>
          <a:xfrm>
            <a:off x="1989227" y="2333242"/>
            <a:ext cx="1760034" cy="543889"/>
            <a:chOff x="832279" y="5655198"/>
            <a:chExt cx="1871592" cy="578363"/>
          </a:xfrm>
        </p:grpSpPr>
        <p:sp>
          <p:nvSpPr>
            <p:cNvPr id="121" name="椭圆 2">
              <a:extLst>
                <a:ext uri="{FF2B5EF4-FFF2-40B4-BE49-F238E27FC236}">
                  <a16:creationId xmlns:a16="http://schemas.microsoft.com/office/drawing/2014/main" id="{0EF93CA1-9F3B-2D3B-6DA5-215DDAB260AA}"/>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01</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2" name="文本框 4">
              <a:extLst>
                <a:ext uri="{FF2B5EF4-FFF2-40B4-BE49-F238E27FC236}">
                  <a16:creationId xmlns:a16="http://schemas.microsoft.com/office/drawing/2014/main" id="{A941AA71-C7BC-C463-9FC5-6085D8F36957}"/>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品牌调研</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3" name="组合 6">
            <a:extLst>
              <a:ext uri="{FF2B5EF4-FFF2-40B4-BE49-F238E27FC236}">
                <a16:creationId xmlns:a16="http://schemas.microsoft.com/office/drawing/2014/main" id="{5A56092A-1F7B-5B19-B668-A08DC7DAC6B3}"/>
              </a:ext>
            </a:extLst>
          </p:cNvPr>
          <p:cNvGrpSpPr/>
          <p:nvPr/>
        </p:nvGrpSpPr>
        <p:grpSpPr>
          <a:xfrm>
            <a:off x="5554925" y="2333242"/>
            <a:ext cx="1760034" cy="543889"/>
            <a:chOff x="832279" y="5655198"/>
            <a:chExt cx="1871592" cy="578363"/>
          </a:xfrm>
        </p:grpSpPr>
        <p:sp>
          <p:nvSpPr>
            <p:cNvPr id="124" name="椭圆 8">
              <a:extLst>
                <a:ext uri="{FF2B5EF4-FFF2-40B4-BE49-F238E27FC236}">
                  <a16:creationId xmlns:a16="http://schemas.microsoft.com/office/drawing/2014/main" id="{EAC8D209-3E9C-BF87-97B5-AF2BE4F21D08}"/>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02</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5" name="文本框 9">
              <a:extLst>
                <a:ext uri="{FF2B5EF4-FFF2-40B4-BE49-F238E27FC236}">
                  <a16:creationId xmlns:a16="http://schemas.microsoft.com/office/drawing/2014/main" id="{0253A320-7139-1986-1663-8C817E2ED964}"/>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品牌策划</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6" name="组合 14">
            <a:extLst>
              <a:ext uri="{FF2B5EF4-FFF2-40B4-BE49-F238E27FC236}">
                <a16:creationId xmlns:a16="http://schemas.microsoft.com/office/drawing/2014/main" id="{EE4BE3D7-CF2A-31A7-D17B-F79FED691617}"/>
              </a:ext>
            </a:extLst>
          </p:cNvPr>
          <p:cNvGrpSpPr/>
          <p:nvPr/>
        </p:nvGrpSpPr>
        <p:grpSpPr>
          <a:xfrm>
            <a:off x="9054687" y="2333242"/>
            <a:ext cx="1760034" cy="543889"/>
            <a:chOff x="832279" y="5655198"/>
            <a:chExt cx="1871592" cy="578363"/>
          </a:xfrm>
        </p:grpSpPr>
        <p:sp>
          <p:nvSpPr>
            <p:cNvPr id="127" name="椭圆 21">
              <a:extLst>
                <a:ext uri="{FF2B5EF4-FFF2-40B4-BE49-F238E27FC236}">
                  <a16:creationId xmlns:a16="http://schemas.microsoft.com/office/drawing/2014/main" id="{32489C07-8D57-34AC-A16E-7B37E5EFCE5F}"/>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03</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28" name="文本框 22">
              <a:extLst>
                <a:ext uri="{FF2B5EF4-FFF2-40B4-BE49-F238E27FC236}">
                  <a16:creationId xmlns:a16="http://schemas.microsoft.com/office/drawing/2014/main" id="{2E36D962-378E-4942-8DFF-8445D94F94FC}"/>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品牌设计</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29" name="组合 23">
            <a:extLst>
              <a:ext uri="{FF2B5EF4-FFF2-40B4-BE49-F238E27FC236}">
                <a16:creationId xmlns:a16="http://schemas.microsoft.com/office/drawing/2014/main" id="{AD7309DA-CF2C-46B1-E08A-D9734B82EE62}"/>
              </a:ext>
            </a:extLst>
          </p:cNvPr>
          <p:cNvGrpSpPr/>
          <p:nvPr/>
        </p:nvGrpSpPr>
        <p:grpSpPr>
          <a:xfrm>
            <a:off x="1546772" y="4497557"/>
            <a:ext cx="1760034" cy="543889"/>
            <a:chOff x="832279" y="5655198"/>
            <a:chExt cx="1871592" cy="578363"/>
          </a:xfrm>
        </p:grpSpPr>
        <p:sp>
          <p:nvSpPr>
            <p:cNvPr id="130" name="椭圆 24">
              <a:extLst>
                <a:ext uri="{FF2B5EF4-FFF2-40B4-BE49-F238E27FC236}">
                  <a16:creationId xmlns:a16="http://schemas.microsoft.com/office/drawing/2014/main" id="{8AD49643-D499-17A6-9F0C-DC1A6952EC76}"/>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06</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31" name="文本框 25">
              <a:extLst>
                <a:ext uri="{FF2B5EF4-FFF2-40B4-BE49-F238E27FC236}">
                  <a16:creationId xmlns:a16="http://schemas.microsoft.com/office/drawing/2014/main" id="{8198CCE6-B194-C371-C51D-A81CBECD20A9}"/>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品牌升级</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32" name="组合 26">
            <a:extLst>
              <a:ext uri="{FF2B5EF4-FFF2-40B4-BE49-F238E27FC236}">
                <a16:creationId xmlns:a16="http://schemas.microsoft.com/office/drawing/2014/main" id="{40ABBACF-1615-0661-17B7-970B2A23494D}"/>
              </a:ext>
            </a:extLst>
          </p:cNvPr>
          <p:cNvGrpSpPr/>
          <p:nvPr/>
        </p:nvGrpSpPr>
        <p:grpSpPr>
          <a:xfrm>
            <a:off x="5112470" y="4497557"/>
            <a:ext cx="1760034" cy="543889"/>
            <a:chOff x="832279" y="5655198"/>
            <a:chExt cx="1871592" cy="578363"/>
          </a:xfrm>
        </p:grpSpPr>
        <p:sp>
          <p:nvSpPr>
            <p:cNvPr id="133" name="椭圆 27">
              <a:extLst>
                <a:ext uri="{FF2B5EF4-FFF2-40B4-BE49-F238E27FC236}">
                  <a16:creationId xmlns:a16="http://schemas.microsoft.com/office/drawing/2014/main" id="{7695C698-7DF1-5FAC-D37B-B72CEC709732}"/>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05</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34" name="文本框 31">
              <a:extLst>
                <a:ext uri="{FF2B5EF4-FFF2-40B4-BE49-F238E27FC236}">
                  <a16:creationId xmlns:a16="http://schemas.microsoft.com/office/drawing/2014/main" id="{81D29F6C-7A9E-C42E-2C7D-1559800C9CD3}"/>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用户反馈</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grpSp>
        <p:nvGrpSpPr>
          <p:cNvPr id="135" name="组合 33">
            <a:extLst>
              <a:ext uri="{FF2B5EF4-FFF2-40B4-BE49-F238E27FC236}">
                <a16:creationId xmlns:a16="http://schemas.microsoft.com/office/drawing/2014/main" id="{8C485D78-E5DE-B36D-0A57-54B73DCE0A20}"/>
              </a:ext>
            </a:extLst>
          </p:cNvPr>
          <p:cNvGrpSpPr/>
          <p:nvPr/>
        </p:nvGrpSpPr>
        <p:grpSpPr>
          <a:xfrm>
            <a:off x="8612232" y="4497557"/>
            <a:ext cx="1760034" cy="543889"/>
            <a:chOff x="832279" y="5655198"/>
            <a:chExt cx="1871592" cy="578363"/>
          </a:xfrm>
        </p:grpSpPr>
        <p:sp>
          <p:nvSpPr>
            <p:cNvPr id="136" name="椭圆 34">
              <a:extLst>
                <a:ext uri="{FF2B5EF4-FFF2-40B4-BE49-F238E27FC236}">
                  <a16:creationId xmlns:a16="http://schemas.microsoft.com/office/drawing/2014/main" id="{7BBA4817-3418-DC7B-A233-B9A4E55F2DB3}"/>
                </a:ext>
              </a:extLst>
            </p:cNvPr>
            <p:cNvSpPr/>
            <p:nvPr/>
          </p:nvSpPr>
          <p:spPr>
            <a:xfrm>
              <a:off x="832279" y="5675378"/>
              <a:ext cx="538003" cy="538003"/>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wrap="none" lIns="0" rIns="0"/>
            <a:lstStyle/>
            <a:p>
              <a:pPr algn="ctr"/>
              <a:r>
                <a:rPr kumimoji="1" lang="en-US" altLang="zh-CN" sz="1250" b="1" dirty="0">
                  <a:solidFill>
                    <a:srgbClr val="336699"/>
                  </a:solidFill>
                  <a:latin typeface="微软雅黑" panose="020B0503020204020204" pitchFamily="34" charset="-122"/>
                  <a:ea typeface="微软雅黑" panose="020B0503020204020204" pitchFamily="34" charset="-122"/>
                </a:rPr>
                <a:t>04</a:t>
              </a:r>
              <a:endParaRPr kumimoji="1" lang="zh-CN" altLang="en-US" sz="1250" b="1" dirty="0">
                <a:solidFill>
                  <a:srgbClr val="336699"/>
                </a:solidFill>
                <a:latin typeface="微软雅黑" panose="020B0503020204020204" pitchFamily="34" charset="-122"/>
                <a:ea typeface="微软雅黑" panose="020B0503020204020204" pitchFamily="34" charset="-122"/>
              </a:endParaRPr>
            </a:p>
          </p:txBody>
        </p:sp>
        <p:sp>
          <p:nvSpPr>
            <p:cNvPr id="137" name="文本框 35">
              <a:extLst>
                <a:ext uri="{FF2B5EF4-FFF2-40B4-BE49-F238E27FC236}">
                  <a16:creationId xmlns:a16="http://schemas.microsoft.com/office/drawing/2014/main" id="{1BEAD799-9628-2638-9F4C-6C13A5D450D1}"/>
                </a:ext>
              </a:extLst>
            </p:cNvPr>
            <p:cNvSpPr txBox="1"/>
            <p:nvPr/>
          </p:nvSpPr>
          <p:spPr>
            <a:xfrm>
              <a:off x="1383196" y="5655198"/>
              <a:ext cx="1320675" cy="578363"/>
            </a:xfrm>
            <a:prstGeom prst="rect">
              <a:avLst/>
            </a:prstGeom>
            <a:noFill/>
          </p:spPr>
          <p:txBody>
            <a:bodyPr wrap="square" rtlCol="0">
              <a:spAutoFit/>
            </a:bodyPr>
            <a:lstStyle/>
            <a:p>
              <a:pPr algn="just">
                <a:lnSpc>
                  <a:spcPct val="150000"/>
                </a:lnSpc>
              </a:pPr>
              <a:r>
                <a:rPr kumimoji="1" lang="zh-CN" altLang="en-US"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市场投放</a:t>
              </a:r>
              <a:endParaRPr kumimoji="1" lang="en-US" altLang="zh-CN" sz="14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just">
                <a:lnSpc>
                  <a:spcPct val="150000"/>
                </a:lnSpc>
              </a:pPr>
              <a:r>
                <a:rPr kumimoji="1" lang="en" altLang="zh-CN"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BRAND PLANNING</a:t>
              </a:r>
              <a:endParaRPr kumimoji="1" lang="zh-CN" altLang="en-US" sz="800"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p:txBody>
        </p:sp>
      </p:grpSp>
      <p:sp>
        <p:nvSpPr>
          <p:cNvPr id="138" name="This is a sample text. Insert your description here.">
            <a:extLst>
              <a:ext uri="{FF2B5EF4-FFF2-40B4-BE49-F238E27FC236}">
                <a16:creationId xmlns:a16="http://schemas.microsoft.com/office/drawing/2014/main" id="{2F8E95AA-52DC-6304-827A-4081260351D9}"/>
              </a:ext>
            </a:extLst>
          </p:cNvPr>
          <p:cNvSpPr/>
          <p:nvPr/>
        </p:nvSpPr>
        <p:spPr>
          <a:xfrm>
            <a:off x="1440056" y="1534628"/>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39" name="This is a sample text.">
            <a:extLst>
              <a:ext uri="{FF2B5EF4-FFF2-40B4-BE49-F238E27FC236}">
                <a16:creationId xmlns:a16="http://schemas.microsoft.com/office/drawing/2014/main" id="{1DE1D658-8DF0-66A3-42FE-A271BB0710F1}"/>
              </a:ext>
            </a:extLst>
          </p:cNvPr>
          <p:cNvSpPr/>
          <p:nvPr/>
        </p:nvSpPr>
        <p:spPr>
          <a:xfrm>
            <a:off x="1513274" y="1247334"/>
            <a:ext cx="1864014"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品牌调研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sp>
        <p:nvSpPr>
          <p:cNvPr id="140" name="This is a sample text. Insert your description here.">
            <a:extLst>
              <a:ext uri="{FF2B5EF4-FFF2-40B4-BE49-F238E27FC236}">
                <a16:creationId xmlns:a16="http://schemas.microsoft.com/office/drawing/2014/main" id="{07BB96E9-2799-A6D6-DE0D-D182612E6922}"/>
              </a:ext>
            </a:extLst>
          </p:cNvPr>
          <p:cNvSpPr/>
          <p:nvPr/>
        </p:nvSpPr>
        <p:spPr>
          <a:xfrm>
            <a:off x="4881871" y="1534628"/>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1" name="This is a sample text.">
            <a:extLst>
              <a:ext uri="{FF2B5EF4-FFF2-40B4-BE49-F238E27FC236}">
                <a16:creationId xmlns:a16="http://schemas.microsoft.com/office/drawing/2014/main" id="{2DE10BF1-17EA-1EB1-50DA-07CE66160191}"/>
              </a:ext>
            </a:extLst>
          </p:cNvPr>
          <p:cNvSpPr/>
          <p:nvPr/>
        </p:nvSpPr>
        <p:spPr>
          <a:xfrm>
            <a:off x="4955089" y="1247334"/>
            <a:ext cx="1935902"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品牌策划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sp>
        <p:nvSpPr>
          <p:cNvPr id="142" name="This is a sample text. Insert your description here.">
            <a:extLst>
              <a:ext uri="{FF2B5EF4-FFF2-40B4-BE49-F238E27FC236}">
                <a16:creationId xmlns:a16="http://schemas.microsoft.com/office/drawing/2014/main" id="{4804877A-00B8-4E0C-54A4-09E3F45208AC}"/>
              </a:ext>
            </a:extLst>
          </p:cNvPr>
          <p:cNvSpPr/>
          <p:nvPr/>
        </p:nvSpPr>
        <p:spPr>
          <a:xfrm>
            <a:off x="8388921" y="1534628"/>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3" name="This is a sample text.">
            <a:extLst>
              <a:ext uri="{FF2B5EF4-FFF2-40B4-BE49-F238E27FC236}">
                <a16:creationId xmlns:a16="http://schemas.microsoft.com/office/drawing/2014/main" id="{DDD777D0-85AE-D0E5-E16B-409FA426AA80}"/>
              </a:ext>
            </a:extLst>
          </p:cNvPr>
          <p:cNvSpPr/>
          <p:nvPr/>
        </p:nvSpPr>
        <p:spPr>
          <a:xfrm>
            <a:off x="8462139" y="1247334"/>
            <a:ext cx="1935902"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品牌设计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sp>
        <p:nvSpPr>
          <p:cNvPr id="144" name="This is a sample text. Insert your description here.">
            <a:extLst>
              <a:ext uri="{FF2B5EF4-FFF2-40B4-BE49-F238E27FC236}">
                <a16:creationId xmlns:a16="http://schemas.microsoft.com/office/drawing/2014/main" id="{32EB4016-0235-1524-3F68-A8D3AF34A6FF}"/>
              </a:ext>
            </a:extLst>
          </p:cNvPr>
          <p:cNvSpPr/>
          <p:nvPr/>
        </p:nvSpPr>
        <p:spPr>
          <a:xfrm>
            <a:off x="1440056" y="5675225"/>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5" name="This is a sample text.">
            <a:extLst>
              <a:ext uri="{FF2B5EF4-FFF2-40B4-BE49-F238E27FC236}">
                <a16:creationId xmlns:a16="http://schemas.microsoft.com/office/drawing/2014/main" id="{3FC68C65-37EB-0A38-C86E-8ACE0717EEF5}"/>
              </a:ext>
            </a:extLst>
          </p:cNvPr>
          <p:cNvSpPr/>
          <p:nvPr/>
        </p:nvSpPr>
        <p:spPr>
          <a:xfrm>
            <a:off x="1513274" y="5387931"/>
            <a:ext cx="1935902"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品牌升级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sp>
        <p:nvSpPr>
          <p:cNvPr id="146" name="This is a sample text. Insert your description here.">
            <a:extLst>
              <a:ext uri="{FF2B5EF4-FFF2-40B4-BE49-F238E27FC236}">
                <a16:creationId xmlns:a16="http://schemas.microsoft.com/office/drawing/2014/main" id="{6C5C4FFC-7676-53E7-E907-F7FDF52DC879}"/>
              </a:ext>
            </a:extLst>
          </p:cNvPr>
          <p:cNvSpPr/>
          <p:nvPr/>
        </p:nvSpPr>
        <p:spPr>
          <a:xfrm>
            <a:off x="4881871" y="5675225"/>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7" name="This is a sample text.">
            <a:extLst>
              <a:ext uri="{FF2B5EF4-FFF2-40B4-BE49-F238E27FC236}">
                <a16:creationId xmlns:a16="http://schemas.microsoft.com/office/drawing/2014/main" id="{602B3436-C3C8-CD15-6B51-9BE31B3D266F}"/>
              </a:ext>
            </a:extLst>
          </p:cNvPr>
          <p:cNvSpPr/>
          <p:nvPr/>
        </p:nvSpPr>
        <p:spPr>
          <a:xfrm>
            <a:off x="4955089" y="5387931"/>
            <a:ext cx="1935902"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用户反馈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sp>
        <p:nvSpPr>
          <p:cNvPr id="148" name="This is a sample text. Insert your description here.">
            <a:extLst>
              <a:ext uri="{FF2B5EF4-FFF2-40B4-BE49-F238E27FC236}">
                <a16:creationId xmlns:a16="http://schemas.microsoft.com/office/drawing/2014/main" id="{0EAE237B-9028-9712-48AF-91E3DEE9E027}"/>
              </a:ext>
            </a:extLst>
          </p:cNvPr>
          <p:cNvSpPr/>
          <p:nvPr/>
        </p:nvSpPr>
        <p:spPr>
          <a:xfrm>
            <a:off x="8388921" y="5675225"/>
            <a:ext cx="2635783" cy="548713"/>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9E9F9E"/>
                </a:solidFill>
                <a:latin typeface="微软雅黑"/>
                <a:ea typeface="微软雅黑"/>
                <a:cs typeface="微软雅黑"/>
                <a:sym typeface="Barlow Medium"/>
              </a:defRPr>
            </a:lvl1pPr>
          </a:lstStyle>
          <a:p>
            <a:pPr>
              <a:lnSpc>
                <a:spcPct val="150000"/>
              </a:lnSpc>
            </a:pPr>
            <a:r>
              <a:rPr lang="zh-CN" altLang="en-US" sz="752" dirty="0">
                <a:solidFill>
                  <a:srgbClr val="7A8C8E"/>
                </a:solidFill>
                <a:latin typeface="微软雅黑" panose="020B0503020204020204" pitchFamily="34" charset="-122"/>
                <a:ea typeface="微软雅黑" panose="020B0503020204020204" pitchFamily="34" charset="-122"/>
              </a:rPr>
              <a:t>填写本项的目标、关键动作与交付物。</a:t>
            </a:r>
            <a:endParaRPr sz="752" dirty="0">
              <a:solidFill>
                <a:srgbClr val="7A8C8E"/>
              </a:solidFill>
              <a:latin typeface="微软雅黑" panose="020B0503020204020204" pitchFamily="34" charset="-122"/>
              <a:ea typeface="微软雅黑" panose="020B0503020204020204" pitchFamily="34" charset="-122"/>
            </a:endParaRPr>
          </a:p>
        </p:txBody>
      </p:sp>
      <p:sp>
        <p:nvSpPr>
          <p:cNvPr id="149" name="This is a sample text.">
            <a:extLst>
              <a:ext uri="{FF2B5EF4-FFF2-40B4-BE49-F238E27FC236}">
                <a16:creationId xmlns:a16="http://schemas.microsoft.com/office/drawing/2014/main" id="{EEF73C98-E933-E0FF-8BD9-55CD598B418C}"/>
              </a:ext>
            </a:extLst>
          </p:cNvPr>
          <p:cNvSpPr/>
          <p:nvPr/>
        </p:nvSpPr>
        <p:spPr>
          <a:xfrm>
            <a:off x="8462139" y="5387931"/>
            <a:ext cx="1935902" cy="207426"/>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algn="l">
              <a:defRPr sz="2351" b="0">
                <a:solidFill>
                  <a:srgbClr val="545453"/>
                </a:solidFill>
                <a:latin typeface="微软雅黑"/>
                <a:ea typeface="微软雅黑"/>
                <a:cs typeface="微软雅黑"/>
                <a:sym typeface="Barlow SemiBold"/>
              </a:defRPr>
            </a:lvl1pPr>
          </a:lstStyle>
          <a:p>
            <a:r>
              <a:rPr lang="zh-CN" altLang="en-US" sz="1034" b="1" dirty="0">
                <a:solidFill>
                  <a:srgbClr val="FFFFFF"/>
                </a:solidFill>
                <a:latin typeface="微软雅黑" panose="020B0503020204020204" pitchFamily="34" charset="-122"/>
                <a:ea typeface="微软雅黑" panose="020B0503020204020204" pitchFamily="34" charset="-122"/>
              </a:rPr>
              <a:t>市场投放 </a:t>
            </a:r>
            <a:r>
              <a:rPr lang="en" altLang="zh-CN" sz="1034" b="1" dirty="0">
                <a:solidFill>
                  <a:srgbClr val="FFFFFF"/>
                </a:solidFill>
                <a:latin typeface="微软雅黑" panose="020B0503020204020204" pitchFamily="34" charset="-122"/>
                <a:ea typeface="微软雅黑" panose="020B0503020204020204" pitchFamily="34" charset="-122"/>
              </a:rPr>
              <a:t>Brand planning</a:t>
            </a:r>
            <a:endParaRPr sz="1034" b="1" dirty="0">
              <a:solidFill>
                <a:srgbClr val="FFFFFF"/>
              </a:solidFill>
              <a:latin typeface="微软雅黑" panose="020B0503020204020204" pitchFamily="34" charset="-122"/>
              <a:ea typeface="微软雅黑" panose="020B0503020204020204" pitchFamily="34" charset="-122"/>
            </a:endParaRPr>
          </a:p>
        </p:txBody>
      </p:sp>
      <p:grpSp>
        <p:nvGrpSpPr>
          <p:cNvPr id="150" name="组合 99">
            <a:extLst>
              <a:ext uri="{FF2B5EF4-FFF2-40B4-BE49-F238E27FC236}">
                <a16:creationId xmlns:a16="http://schemas.microsoft.com/office/drawing/2014/main" id="{DF61D810-0F25-A27B-B8E3-6AFE8BC43827}"/>
              </a:ext>
            </a:extLst>
          </p:cNvPr>
          <p:cNvGrpSpPr/>
          <p:nvPr/>
        </p:nvGrpSpPr>
        <p:grpSpPr>
          <a:xfrm>
            <a:off x="2187076" y="3442854"/>
            <a:ext cx="7785950" cy="551344"/>
            <a:chOff x="1872145" y="3477653"/>
            <a:chExt cx="8279455" cy="586290"/>
          </a:xfrm>
        </p:grpSpPr>
        <p:sp>
          <p:nvSpPr>
            <p:cNvPr id="151" name="Gear">
              <a:extLst>
                <a:ext uri="{FF2B5EF4-FFF2-40B4-BE49-F238E27FC236}">
                  <a16:creationId xmlns:a16="http://schemas.microsoft.com/office/drawing/2014/main" id="{9A9D8157-FF8E-CBE8-4A71-9EF562F6DD8D}"/>
                </a:ext>
              </a:extLst>
            </p:cNvPr>
            <p:cNvSpPr/>
            <p:nvPr/>
          </p:nvSpPr>
          <p:spPr>
            <a:xfrm>
              <a:off x="1872145" y="3477653"/>
              <a:ext cx="586176" cy="586290"/>
            </a:xfrm>
            <a:custGeom>
              <a:avLst/>
              <a:gdLst/>
              <a:ahLst/>
              <a:cxnLst>
                <a:cxn ang="0">
                  <a:pos x="wd2" y="hd2"/>
                </a:cxn>
                <a:cxn ang="5400000">
                  <a:pos x="wd2" y="hd2"/>
                </a:cxn>
                <a:cxn ang="10800000">
                  <a:pos x="wd2" y="hd2"/>
                </a:cxn>
                <a:cxn ang="16200000">
                  <a:pos x="wd2" y="hd2"/>
                </a:cxn>
              </a:cxnLst>
              <a:rect l="0" t="0" r="r" b="b"/>
              <a:pathLst>
                <a:path w="21532" h="21555"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336699"/>
            </a:solidFill>
            <a:ln w="12700">
              <a:miter lim="400000"/>
            </a:ln>
          </p:spPr>
          <p:txBody>
            <a:bodyPr lIns="0" tIns="0" rIns="0" bIns="0" anchor="ctr"/>
            <a:lstStyle/>
            <a:p>
              <a:endParaRPr sz="900"/>
            </a:p>
          </p:txBody>
        </p:sp>
        <p:sp>
          <p:nvSpPr>
            <p:cNvPr id="152" name="Gear">
              <a:extLst>
                <a:ext uri="{FF2B5EF4-FFF2-40B4-BE49-F238E27FC236}">
                  <a16:creationId xmlns:a16="http://schemas.microsoft.com/office/drawing/2014/main" id="{AC88C04B-1DD8-2456-E5E4-2FCF7D8C943F}"/>
                </a:ext>
              </a:extLst>
            </p:cNvPr>
            <p:cNvSpPr/>
            <p:nvPr/>
          </p:nvSpPr>
          <p:spPr>
            <a:xfrm>
              <a:off x="9565424" y="3477653"/>
              <a:ext cx="586176" cy="586290"/>
            </a:xfrm>
            <a:custGeom>
              <a:avLst/>
              <a:gdLst/>
              <a:ahLst/>
              <a:cxnLst>
                <a:cxn ang="0">
                  <a:pos x="wd2" y="hd2"/>
                </a:cxn>
                <a:cxn ang="5400000">
                  <a:pos x="wd2" y="hd2"/>
                </a:cxn>
                <a:cxn ang="10800000">
                  <a:pos x="wd2" y="hd2"/>
                </a:cxn>
                <a:cxn ang="16200000">
                  <a:pos x="wd2" y="hd2"/>
                </a:cxn>
              </a:cxnLst>
              <a:rect l="0" t="0" r="r" b="b"/>
              <a:pathLst>
                <a:path w="21532" h="21555" extrusionOk="0">
                  <a:moveTo>
                    <a:pt x="12837" y="2"/>
                  </a:moveTo>
                  <a:cubicBezTo>
                    <a:pt x="12731" y="-11"/>
                    <a:pt x="12661" y="38"/>
                    <a:pt x="12588" y="172"/>
                  </a:cubicBezTo>
                  <a:cubicBezTo>
                    <a:pt x="12292" y="721"/>
                    <a:pt x="11969" y="1258"/>
                    <a:pt x="11661" y="1801"/>
                  </a:cubicBezTo>
                  <a:cubicBezTo>
                    <a:pt x="11547" y="2001"/>
                    <a:pt x="11418" y="2099"/>
                    <a:pt x="11153" y="2073"/>
                  </a:cubicBezTo>
                  <a:cubicBezTo>
                    <a:pt x="10691" y="2028"/>
                    <a:pt x="10220" y="2032"/>
                    <a:pt x="9759" y="2112"/>
                  </a:cubicBezTo>
                  <a:cubicBezTo>
                    <a:pt x="9550" y="2148"/>
                    <a:pt x="9432" y="2095"/>
                    <a:pt x="9318" y="1917"/>
                  </a:cubicBezTo>
                  <a:cubicBezTo>
                    <a:pt x="8969" y="1370"/>
                    <a:pt x="8594" y="841"/>
                    <a:pt x="8243" y="295"/>
                  </a:cubicBezTo>
                  <a:cubicBezTo>
                    <a:pt x="8145" y="142"/>
                    <a:pt x="8068" y="122"/>
                    <a:pt x="7905" y="198"/>
                  </a:cubicBezTo>
                  <a:cubicBezTo>
                    <a:pt x="6845" y="688"/>
                    <a:pt x="5781" y="1174"/>
                    <a:pt x="4712" y="1644"/>
                  </a:cubicBezTo>
                  <a:cubicBezTo>
                    <a:pt x="4517" y="1730"/>
                    <a:pt x="4517" y="1820"/>
                    <a:pt x="4567" y="1996"/>
                  </a:cubicBezTo>
                  <a:cubicBezTo>
                    <a:pt x="4742" y="2608"/>
                    <a:pt x="4890" y="3227"/>
                    <a:pt x="5065" y="3839"/>
                  </a:cubicBezTo>
                  <a:cubicBezTo>
                    <a:pt x="5122" y="4038"/>
                    <a:pt x="5098" y="4170"/>
                    <a:pt x="4932" y="4306"/>
                  </a:cubicBezTo>
                  <a:cubicBezTo>
                    <a:pt x="4561" y="4610"/>
                    <a:pt x="4227" y="4959"/>
                    <a:pt x="3950" y="5348"/>
                  </a:cubicBezTo>
                  <a:cubicBezTo>
                    <a:pt x="3802" y="5555"/>
                    <a:pt x="3648" y="5573"/>
                    <a:pt x="3439" y="5530"/>
                  </a:cubicBezTo>
                  <a:cubicBezTo>
                    <a:pt x="2827" y="5405"/>
                    <a:pt x="2213" y="5295"/>
                    <a:pt x="1605" y="5156"/>
                  </a:cubicBezTo>
                  <a:cubicBezTo>
                    <a:pt x="1409" y="5111"/>
                    <a:pt x="1325" y="5153"/>
                    <a:pt x="1257" y="5338"/>
                  </a:cubicBezTo>
                  <a:cubicBezTo>
                    <a:pt x="856" y="6423"/>
                    <a:pt x="449" y="7506"/>
                    <a:pt x="35" y="8586"/>
                  </a:cubicBezTo>
                  <a:cubicBezTo>
                    <a:pt x="-34" y="8767"/>
                    <a:pt x="-6" y="8857"/>
                    <a:pt x="173" y="8954"/>
                  </a:cubicBezTo>
                  <a:cubicBezTo>
                    <a:pt x="722" y="9251"/>
                    <a:pt x="1256" y="9574"/>
                    <a:pt x="1798" y="9882"/>
                  </a:cubicBezTo>
                  <a:cubicBezTo>
                    <a:pt x="2001" y="9997"/>
                    <a:pt x="2093" y="10127"/>
                    <a:pt x="2064" y="10392"/>
                  </a:cubicBezTo>
                  <a:cubicBezTo>
                    <a:pt x="2014" y="10855"/>
                    <a:pt x="2039" y="11326"/>
                    <a:pt x="2116" y="11788"/>
                  </a:cubicBezTo>
                  <a:cubicBezTo>
                    <a:pt x="2151" y="11998"/>
                    <a:pt x="2089" y="12115"/>
                    <a:pt x="1913" y="12228"/>
                  </a:cubicBezTo>
                  <a:cubicBezTo>
                    <a:pt x="1367" y="12578"/>
                    <a:pt x="837" y="12953"/>
                    <a:pt x="291" y="13303"/>
                  </a:cubicBezTo>
                  <a:cubicBezTo>
                    <a:pt x="136" y="13403"/>
                    <a:pt x="124" y="13482"/>
                    <a:pt x="199" y="13643"/>
                  </a:cubicBezTo>
                  <a:cubicBezTo>
                    <a:pt x="688" y="14705"/>
                    <a:pt x="1172" y="15768"/>
                    <a:pt x="1642" y="16837"/>
                  </a:cubicBezTo>
                  <a:cubicBezTo>
                    <a:pt x="1728" y="17034"/>
                    <a:pt x="1818" y="17032"/>
                    <a:pt x="1994" y="16982"/>
                  </a:cubicBezTo>
                  <a:cubicBezTo>
                    <a:pt x="2605" y="16807"/>
                    <a:pt x="3223" y="16651"/>
                    <a:pt x="3839" y="16489"/>
                  </a:cubicBezTo>
                  <a:cubicBezTo>
                    <a:pt x="3930" y="16465"/>
                    <a:pt x="4023" y="16451"/>
                    <a:pt x="4118" y="16432"/>
                  </a:cubicBezTo>
                  <a:cubicBezTo>
                    <a:pt x="4164" y="16485"/>
                    <a:pt x="4202" y="16532"/>
                    <a:pt x="4241" y="16576"/>
                  </a:cubicBezTo>
                  <a:cubicBezTo>
                    <a:pt x="4568" y="16944"/>
                    <a:pt x="4922" y="17287"/>
                    <a:pt x="5319" y="17573"/>
                  </a:cubicBezTo>
                  <a:cubicBezTo>
                    <a:pt x="5534" y="17728"/>
                    <a:pt x="5572" y="17885"/>
                    <a:pt x="5524" y="18114"/>
                  </a:cubicBezTo>
                  <a:cubicBezTo>
                    <a:pt x="5398" y="18725"/>
                    <a:pt x="5287" y="19339"/>
                    <a:pt x="5149" y="19947"/>
                  </a:cubicBezTo>
                  <a:cubicBezTo>
                    <a:pt x="5105" y="20142"/>
                    <a:pt x="5145" y="20229"/>
                    <a:pt x="5331" y="20297"/>
                  </a:cubicBezTo>
                  <a:cubicBezTo>
                    <a:pt x="6415" y="20698"/>
                    <a:pt x="7497" y="21106"/>
                    <a:pt x="8576" y="21520"/>
                  </a:cubicBezTo>
                  <a:cubicBezTo>
                    <a:pt x="8757" y="21589"/>
                    <a:pt x="8847" y="21563"/>
                    <a:pt x="8944" y="21383"/>
                  </a:cubicBezTo>
                  <a:cubicBezTo>
                    <a:pt x="9241" y="20834"/>
                    <a:pt x="9562" y="20299"/>
                    <a:pt x="9871" y="19757"/>
                  </a:cubicBezTo>
                  <a:cubicBezTo>
                    <a:pt x="9985" y="19558"/>
                    <a:pt x="10110" y="19452"/>
                    <a:pt x="10378" y="19481"/>
                  </a:cubicBezTo>
                  <a:cubicBezTo>
                    <a:pt x="10828" y="19528"/>
                    <a:pt x="11291" y="19534"/>
                    <a:pt x="11737" y="19445"/>
                  </a:cubicBezTo>
                  <a:cubicBezTo>
                    <a:pt x="12009" y="19391"/>
                    <a:pt x="12126" y="19505"/>
                    <a:pt x="12252" y="19698"/>
                  </a:cubicBezTo>
                  <a:cubicBezTo>
                    <a:pt x="12593" y="20221"/>
                    <a:pt x="12952" y="20733"/>
                    <a:pt x="13290" y="21259"/>
                  </a:cubicBezTo>
                  <a:cubicBezTo>
                    <a:pt x="13387" y="21411"/>
                    <a:pt x="13463" y="21432"/>
                    <a:pt x="13628" y="21356"/>
                  </a:cubicBezTo>
                  <a:cubicBezTo>
                    <a:pt x="14687" y="20866"/>
                    <a:pt x="15750" y="20382"/>
                    <a:pt x="16819" y="19912"/>
                  </a:cubicBezTo>
                  <a:cubicBezTo>
                    <a:pt x="17012" y="19827"/>
                    <a:pt x="17018" y="19738"/>
                    <a:pt x="16967" y="19560"/>
                  </a:cubicBezTo>
                  <a:cubicBezTo>
                    <a:pt x="16791" y="18948"/>
                    <a:pt x="16644" y="18329"/>
                    <a:pt x="16469" y="17716"/>
                  </a:cubicBezTo>
                  <a:cubicBezTo>
                    <a:pt x="16412" y="17519"/>
                    <a:pt x="16433" y="17386"/>
                    <a:pt x="16600" y="17250"/>
                  </a:cubicBezTo>
                  <a:cubicBezTo>
                    <a:pt x="16971" y="16946"/>
                    <a:pt x="17305" y="16598"/>
                    <a:pt x="17584" y="16209"/>
                  </a:cubicBezTo>
                  <a:cubicBezTo>
                    <a:pt x="17730" y="16006"/>
                    <a:pt x="17880" y="15980"/>
                    <a:pt x="18092" y="16024"/>
                  </a:cubicBezTo>
                  <a:cubicBezTo>
                    <a:pt x="18703" y="16151"/>
                    <a:pt x="19318" y="16260"/>
                    <a:pt x="19926" y="16398"/>
                  </a:cubicBezTo>
                  <a:cubicBezTo>
                    <a:pt x="20121" y="16442"/>
                    <a:pt x="20207" y="16404"/>
                    <a:pt x="20276" y="16218"/>
                  </a:cubicBezTo>
                  <a:cubicBezTo>
                    <a:pt x="20676" y="15133"/>
                    <a:pt x="21084" y="14050"/>
                    <a:pt x="21497" y="12970"/>
                  </a:cubicBezTo>
                  <a:cubicBezTo>
                    <a:pt x="21566" y="12790"/>
                    <a:pt x="21541" y="12697"/>
                    <a:pt x="21361" y="12600"/>
                  </a:cubicBezTo>
                  <a:cubicBezTo>
                    <a:pt x="20812" y="12303"/>
                    <a:pt x="20278" y="11982"/>
                    <a:pt x="19736" y="11674"/>
                  </a:cubicBezTo>
                  <a:cubicBezTo>
                    <a:pt x="19535" y="11559"/>
                    <a:pt x="19439" y="11431"/>
                    <a:pt x="19468" y="11163"/>
                  </a:cubicBezTo>
                  <a:cubicBezTo>
                    <a:pt x="19519" y="10701"/>
                    <a:pt x="19493" y="10230"/>
                    <a:pt x="19416" y="9768"/>
                  </a:cubicBezTo>
                  <a:cubicBezTo>
                    <a:pt x="19381" y="9559"/>
                    <a:pt x="19443" y="9442"/>
                    <a:pt x="19620" y="9328"/>
                  </a:cubicBezTo>
                  <a:cubicBezTo>
                    <a:pt x="20166" y="8978"/>
                    <a:pt x="20694" y="8603"/>
                    <a:pt x="21240" y="8252"/>
                  </a:cubicBezTo>
                  <a:cubicBezTo>
                    <a:pt x="21393" y="8154"/>
                    <a:pt x="21411" y="8075"/>
                    <a:pt x="21336" y="7912"/>
                  </a:cubicBezTo>
                  <a:cubicBezTo>
                    <a:pt x="20846" y="6851"/>
                    <a:pt x="20362" y="5788"/>
                    <a:pt x="19892" y="4718"/>
                  </a:cubicBezTo>
                  <a:cubicBezTo>
                    <a:pt x="19806" y="4523"/>
                    <a:pt x="19717" y="4523"/>
                    <a:pt x="19541" y="4574"/>
                  </a:cubicBezTo>
                  <a:cubicBezTo>
                    <a:pt x="18917" y="4751"/>
                    <a:pt x="18286" y="4905"/>
                    <a:pt x="17662" y="5080"/>
                  </a:cubicBezTo>
                  <a:cubicBezTo>
                    <a:pt x="17490" y="5129"/>
                    <a:pt x="17378" y="5103"/>
                    <a:pt x="17261" y="4959"/>
                  </a:cubicBezTo>
                  <a:cubicBezTo>
                    <a:pt x="16959" y="4585"/>
                    <a:pt x="16599" y="4263"/>
                    <a:pt x="16213" y="3983"/>
                  </a:cubicBezTo>
                  <a:cubicBezTo>
                    <a:pt x="16001" y="3828"/>
                    <a:pt x="15960" y="3672"/>
                    <a:pt x="16008" y="3442"/>
                  </a:cubicBezTo>
                  <a:cubicBezTo>
                    <a:pt x="16135" y="2831"/>
                    <a:pt x="16245" y="2217"/>
                    <a:pt x="16383" y="1609"/>
                  </a:cubicBezTo>
                  <a:cubicBezTo>
                    <a:pt x="16428" y="1413"/>
                    <a:pt x="16387" y="1327"/>
                    <a:pt x="16201" y="1258"/>
                  </a:cubicBezTo>
                  <a:cubicBezTo>
                    <a:pt x="15118" y="858"/>
                    <a:pt x="14036" y="450"/>
                    <a:pt x="12956" y="36"/>
                  </a:cubicBezTo>
                  <a:cubicBezTo>
                    <a:pt x="12911" y="19"/>
                    <a:pt x="12873" y="7"/>
                    <a:pt x="12837" y="2"/>
                  </a:cubicBezTo>
                  <a:close/>
                  <a:moveTo>
                    <a:pt x="10766" y="5818"/>
                  </a:moveTo>
                  <a:cubicBezTo>
                    <a:pt x="13503" y="5818"/>
                    <a:pt x="15722" y="8039"/>
                    <a:pt x="15722" y="10778"/>
                  </a:cubicBezTo>
                  <a:cubicBezTo>
                    <a:pt x="15722" y="13517"/>
                    <a:pt x="13503" y="15738"/>
                    <a:pt x="10766" y="15738"/>
                  </a:cubicBezTo>
                  <a:cubicBezTo>
                    <a:pt x="8030" y="15738"/>
                    <a:pt x="5810" y="13517"/>
                    <a:pt x="5810" y="10778"/>
                  </a:cubicBezTo>
                  <a:cubicBezTo>
                    <a:pt x="5810" y="8039"/>
                    <a:pt x="8030" y="5818"/>
                    <a:pt x="10766" y="5818"/>
                  </a:cubicBezTo>
                  <a:close/>
                </a:path>
              </a:pathLst>
            </a:custGeom>
            <a:solidFill>
              <a:srgbClr val="336699"/>
            </a:solidFill>
            <a:ln w="12700">
              <a:miter lim="400000"/>
            </a:ln>
          </p:spPr>
          <p:txBody>
            <a:bodyPr lIns="0" tIns="0" rIns="0" bIns="0" anchor="ctr"/>
            <a:lstStyle/>
            <a:p>
              <a:endParaRPr sz="900"/>
            </a:p>
          </p:txBody>
        </p:sp>
      </p:grpSp>
    </p:spTree>
    <p:extLst>
      <p:ext uri="{BB962C8B-B14F-4D97-AF65-F5344CB8AC3E}">
        <p14:creationId xmlns:p14="http://schemas.microsoft.com/office/powerpoint/2010/main" val="1851778670"/>
      </p:ext>
    </p:extLst>
  </p:cSld>
  <p:clrMapOvr>
    <a:masterClrMapping/>
  </p:clrMapOvr>
</p:sld>
</file>

<file path=ppt/slides/vr_business_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R018 五阶段交付物流程（结构示例）</a:t>
            </a:r>
          </a:p>
        </p:txBody>
      </p:sp>
      <p:sp>
        <p:nvSpPr>
          <p:cNvPr id="101" name="Shape">
            <a:extLst>
              <a:ext uri="{FF2B5EF4-FFF2-40B4-BE49-F238E27FC236}">
                <a16:creationId xmlns:a16="http://schemas.microsoft.com/office/drawing/2014/main" id="{B5CA0203-3ACB-2C50-9BCD-EC1ADB2BC01F}"/>
              </a:ext>
            </a:extLst>
          </p:cNvPr>
          <p:cNvSpPr/>
          <p:nvPr/>
        </p:nvSpPr>
        <p:spPr>
          <a:xfrm>
            <a:off x="945763" y="3052861"/>
            <a:ext cx="10384955" cy="188347"/>
          </a:xfrm>
          <a:custGeom>
            <a:avLst/>
            <a:gdLst/>
            <a:ahLst/>
            <a:cxnLst>
              <a:cxn ang="0">
                <a:pos x="wd2" y="hd2"/>
              </a:cxn>
              <a:cxn ang="5400000">
                <a:pos x="wd2" y="hd2"/>
              </a:cxn>
              <a:cxn ang="10800000">
                <a:pos x="wd2" y="hd2"/>
              </a:cxn>
              <a:cxn ang="16200000">
                <a:pos x="wd2" y="hd2"/>
              </a:cxn>
            </a:cxnLst>
            <a:rect l="0" t="0" r="r" b="b"/>
            <a:pathLst>
              <a:path w="21600" h="21454" extrusionOk="0">
                <a:moveTo>
                  <a:pt x="21234" y="24"/>
                </a:moveTo>
                <a:cubicBezTo>
                  <a:pt x="21227" y="78"/>
                  <a:pt x="21220" y="224"/>
                  <a:pt x="21215" y="452"/>
                </a:cubicBezTo>
                <a:cubicBezTo>
                  <a:pt x="21204" y="878"/>
                  <a:pt x="21198" y="1548"/>
                  <a:pt x="21198" y="2255"/>
                </a:cubicBezTo>
                <a:lnTo>
                  <a:pt x="21198" y="7124"/>
                </a:lnTo>
                <a:lnTo>
                  <a:pt x="4940" y="7124"/>
                </a:lnTo>
                <a:cubicBezTo>
                  <a:pt x="4926" y="7124"/>
                  <a:pt x="4914" y="7126"/>
                  <a:pt x="4905" y="7156"/>
                </a:cubicBezTo>
                <a:cubicBezTo>
                  <a:pt x="4896" y="7185"/>
                  <a:pt x="4888" y="7241"/>
                  <a:pt x="4883" y="7350"/>
                </a:cubicBezTo>
                <a:cubicBezTo>
                  <a:pt x="4864" y="7714"/>
                  <a:pt x="4850" y="8483"/>
                  <a:pt x="4843" y="9491"/>
                </a:cubicBezTo>
                <a:cubicBezTo>
                  <a:pt x="4841" y="9889"/>
                  <a:pt x="4839" y="10309"/>
                  <a:pt x="4839" y="10731"/>
                </a:cubicBezTo>
                <a:cubicBezTo>
                  <a:pt x="4839" y="11153"/>
                  <a:pt x="4841" y="11573"/>
                  <a:pt x="4843" y="11971"/>
                </a:cubicBezTo>
                <a:cubicBezTo>
                  <a:pt x="4850" y="12980"/>
                  <a:pt x="4864" y="13748"/>
                  <a:pt x="4883" y="14113"/>
                </a:cubicBezTo>
                <a:cubicBezTo>
                  <a:pt x="4888" y="14221"/>
                  <a:pt x="4896" y="14278"/>
                  <a:pt x="4905" y="14307"/>
                </a:cubicBezTo>
                <a:cubicBezTo>
                  <a:pt x="4914" y="14336"/>
                  <a:pt x="4926" y="14338"/>
                  <a:pt x="4940" y="14338"/>
                </a:cubicBezTo>
                <a:lnTo>
                  <a:pt x="21198" y="14338"/>
                </a:lnTo>
                <a:lnTo>
                  <a:pt x="21198" y="19342"/>
                </a:lnTo>
                <a:cubicBezTo>
                  <a:pt x="21198" y="20038"/>
                  <a:pt x="21205" y="20680"/>
                  <a:pt x="21215" y="21078"/>
                </a:cubicBezTo>
                <a:cubicBezTo>
                  <a:pt x="21227" y="21510"/>
                  <a:pt x="21242" y="21570"/>
                  <a:pt x="21255" y="21259"/>
                </a:cubicBezTo>
                <a:lnTo>
                  <a:pt x="21579" y="12557"/>
                </a:lnTo>
                <a:cubicBezTo>
                  <a:pt x="21592" y="12202"/>
                  <a:pt x="21600" y="11508"/>
                  <a:pt x="21600" y="10731"/>
                </a:cubicBezTo>
                <a:cubicBezTo>
                  <a:pt x="21600" y="9948"/>
                  <a:pt x="21592" y="9220"/>
                  <a:pt x="21579" y="8860"/>
                </a:cubicBezTo>
                <a:lnTo>
                  <a:pt x="21254" y="136"/>
                </a:lnTo>
                <a:cubicBezTo>
                  <a:pt x="21247" y="10"/>
                  <a:pt x="21240" y="-30"/>
                  <a:pt x="21234" y="24"/>
                </a:cubicBezTo>
                <a:close/>
                <a:moveTo>
                  <a:pt x="76" y="7124"/>
                </a:moveTo>
                <a:cubicBezTo>
                  <a:pt x="66" y="7124"/>
                  <a:pt x="51" y="7185"/>
                  <a:pt x="44" y="7350"/>
                </a:cubicBezTo>
                <a:cubicBezTo>
                  <a:pt x="25" y="7713"/>
                  <a:pt x="11" y="8496"/>
                  <a:pt x="4" y="9491"/>
                </a:cubicBezTo>
                <a:cubicBezTo>
                  <a:pt x="1" y="9888"/>
                  <a:pt x="0" y="10308"/>
                  <a:pt x="0" y="10731"/>
                </a:cubicBezTo>
                <a:cubicBezTo>
                  <a:pt x="0" y="11155"/>
                  <a:pt x="1" y="11575"/>
                  <a:pt x="4" y="11971"/>
                </a:cubicBezTo>
                <a:cubicBezTo>
                  <a:pt x="11" y="12967"/>
                  <a:pt x="25" y="13749"/>
                  <a:pt x="44" y="14113"/>
                </a:cubicBezTo>
                <a:cubicBezTo>
                  <a:pt x="51" y="14278"/>
                  <a:pt x="66" y="14338"/>
                  <a:pt x="76" y="14338"/>
                </a:cubicBezTo>
                <a:cubicBezTo>
                  <a:pt x="86" y="14338"/>
                  <a:pt x="102" y="14278"/>
                  <a:pt x="109" y="14113"/>
                </a:cubicBezTo>
                <a:cubicBezTo>
                  <a:pt x="127" y="13748"/>
                  <a:pt x="142" y="12980"/>
                  <a:pt x="148" y="11971"/>
                </a:cubicBezTo>
                <a:cubicBezTo>
                  <a:pt x="151" y="11573"/>
                  <a:pt x="152" y="11153"/>
                  <a:pt x="152" y="10731"/>
                </a:cubicBezTo>
                <a:cubicBezTo>
                  <a:pt x="152" y="10309"/>
                  <a:pt x="151" y="9889"/>
                  <a:pt x="148" y="9491"/>
                </a:cubicBezTo>
                <a:cubicBezTo>
                  <a:pt x="142" y="8483"/>
                  <a:pt x="127" y="7714"/>
                  <a:pt x="109" y="7350"/>
                </a:cubicBezTo>
                <a:cubicBezTo>
                  <a:pt x="102" y="7184"/>
                  <a:pt x="86" y="7124"/>
                  <a:pt x="76" y="7124"/>
                </a:cubicBezTo>
                <a:close/>
                <a:moveTo>
                  <a:pt x="399" y="7124"/>
                </a:moveTo>
                <a:cubicBezTo>
                  <a:pt x="385" y="7124"/>
                  <a:pt x="373" y="7126"/>
                  <a:pt x="364" y="7156"/>
                </a:cubicBezTo>
                <a:cubicBezTo>
                  <a:pt x="355" y="7185"/>
                  <a:pt x="347" y="7241"/>
                  <a:pt x="342" y="7350"/>
                </a:cubicBezTo>
                <a:cubicBezTo>
                  <a:pt x="323" y="7714"/>
                  <a:pt x="309" y="8493"/>
                  <a:pt x="303" y="9491"/>
                </a:cubicBezTo>
                <a:cubicBezTo>
                  <a:pt x="300" y="9888"/>
                  <a:pt x="298" y="10308"/>
                  <a:pt x="298" y="10731"/>
                </a:cubicBezTo>
                <a:cubicBezTo>
                  <a:pt x="298" y="11155"/>
                  <a:pt x="300" y="11575"/>
                  <a:pt x="303" y="11971"/>
                </a:cubicBezTo>
                <a:cubicBezTo>
                  <a:pt x="309" y="12969"/>
                  <a:pt x="323" y="13748"/>
                  <a:pt x="342" y="14113"/>
                </a:cubicBezTo>
                <a:cubicBezTo>
                  <a:pt x="347" y="14221"/>
                  <a:pt x="355" y="14278"/>
                  <a:pt x="364" y="14307"/>
                </a:cubicBezTo>
                <a:cubicBezTo>
                  <a:pt x="373" y="14336"/>
                  <a:pt x="385" y="14338"/>
                  <a:pt x="399" y="14338"/>
                </a:cubicBezTo>
                <a:lnTo>
                  <a:pt x="464" y="14338"/>
                </a:lnTo>
                <a:cubicBezTo>
                  <a:pt x="479" y="14338"/>
                  <a:pt x="490" y="14336"/>
                  <a:pt x="499" y="14307"/>
                </a:cubicBezTo>
                <a:cubicBezTo>
                  <a:pt x="509" y="14278"/>
                  <a:pt x="516" y="14221"/>
                  <a:pt x="522" y="14113"/>
                </a:cubicBezTo>
                <a:cubicBezTo>
                  <a:pt x="540" y="13748"/>
                  <a:pt x="555" y="12980"/>
                  <a:pt x="561" y="11971"/>
                </a:cubicBezTo>
                <a:cubicBezTo>
                  <a:pt x="564" y="11573"/>
                  <a:pt x="565" y="11153"/>
                  <a:pt x="565" y="10731"/>
                </a:cubicBezTo>
                <a:cubicBezTo>
                  <a:pt x="565" y="10309"/>
                  <a:pt x="564" y="9889"/>
                  <a:pt x="561" y="9491"/>
                </a:cubicBezTo>
                <a:cubicBezTo>
                  <a:pt x="555" y="8483"/>
                  <a:pt x="540" y="7714"/>
                  <a:pt x="522" y="7350"/>
                </a:cubicBezTo>
                <a:cubicBezTo>
                  <a:pt x="516" y="7241"/>
                  <a:pt x="509" y="7185"/>
                  <a:pt x="499" y="7156"/>
                </a:cubicBezTo>
                <a:cubicBezTo>
                  <a:pt x="490" y="7126"/>
                  <a:pt x="479" y="7124"/>
                  <a:pt x="464" y="7124"/>
                </a:cubicBezTo>
                <a:lnTo>
                  <a:pt x="399" y="7124"/>
                </a:lnTo>
                <a:close/>
                <a:moveTo>
                  <a:pt x="799" y="7124"/>
                </a:moveTo>
                <a:cubicBezTo>
                  <a:pt x="785" y="7124"/>
                  <a:pt x="773" y="7126"/>
                  <a:pt x="764" y="7156"/>
                </a:cubicBezTo>
                <a:cubicBezTo>
                  <a:pt x="755" y="7185"/>
                  <a:pt x="747" y="7241"/>
                  <a:pt x="742" y="7350"/>
                </a:cubicBezTo>
                <a:cubicBezTo>
                  <a:pt x="723" y="7714"/>
                  <a:pt x="709" y="8483"/>
                  <a:pt x="702" y="9491"/>
                </a:cubicBezTo>
                <a:cubicBezTo>
                  <a:pt x="700" y="9889"/>
                  <a:pt x="699" y="10309"/>
                  <a:pt x="699" y="10731"/>
                </a:cubicBezTo>
                <a:cubicBezTo>
                  <a:pt x="699" y="11153"/>
                  <a:pt x="700" y="11573"/>
                  <a:pt x="702" y="11971"/>
                </a:cubicBezTo>
                <a:cubicBezTo>
                  <a:pt x="709" y="12980"/>
                  <a:pt x="723" y="13748"/>
                  <a:pt x="742" y="14113"/>
                </a:cubicBezTo>
                <a:cubicBezTo>
                  <a:pt x="747" y="14221"/>
                  <a:pt x="755" y="14278"/>
                  <a:pt x="764" y="14307"/>
                </a:cubicBezTo>
                <a:cubicBezTo>
                  <a:pt x="773" y="14336"/>
                  <a:pt x="785" y="14338"/>
                  <a:pt x="799" y="14338"/>
                </a:cubicBezTo>
                <a:lnTo>
                  <a:pt x="1000" y="14338"/>
                </a:lnTo>
                <a:cubicBezTo>
                  <a:pt x="1014" y="14338"/>
                  <a:pt x="1026" y="14336"/>
                  <a:pt x="1035" y="14307"/>
                </a:cubicBezTo>
                <a:cubicBezTo>
                  <a:pt x="1044" y="14278"/>
                  <a:pt x="1051" y="14221"/>
                  <a:pt x="1057" y="14113"/>
                </a:cubicBezTo>
                <a:cubicBezTo>
                  <a:pt x="1075" y="13748"/>
                  <a:pt x="1090" y="12980"/>
                  <a:pt x="1097" y="11971"/>
                </a:cubicBezTo>
                <a:cubicBezTo>
                  <a:pt x="1099" y="11573"/>
                  <a:pt x="1100" y="11153"/>
                  <a:pt x="1100" y="10731"/>
                </a:cubicBezTo>
                <a:cubicBezTo>
                  <a:pt x="1100" y="10309"/>
                  <a:pt x="1099" y="9889"/>
                  <a:pt x="1097" y="9491"/>
                </a:cubicBezTo>
                <a:cubicBezTo>
                  <a:pt x="1090" y="8483"/>
                  <a:pt x="1075" y="7714"/>
                  <a:pt x="1057" y="7350"/>
                </a:cubicBezTo>
                <a:cubicBezTo>
                  <a:pt x="1051" y="7241"/>
                  <a:pt x="1044" y="7185"/>
                  <a:pt x="1035" y="7156"/>
                </a:cubicBezTo>
                <a:cubicBezTo>
                  <a:pt x="1026" y="7126"/>
                  <a:pt x="1014" y="7124"/>
                  <a:pt x="1000" y="7124"/>
                </a:cubicBezTo>
                <a:lnTo>
                  <a:pt x="799" y="7124"/>
                </a:lnTo>
                <a:close/>
                <a:moveTo>
                  <a:pt x="1336" y="7124"/>
                </a:moveTo>
                <a:cubicBezTo>
                  <a:pt x="1321" y="7124"/>
                  <a:pt x="1310" y="7126"/>
                  <a:pt x="1300" y="7156"/>
                </a:cubicBezTo>
                <a:cubicBezTo>
                  <a:pt x="1291" y="7185"/>
                  <a:pt x="1284" y="7241"/>
                  <a:pt x="1278" y="7350"/>
                </a:cubicBezTo>
                <a:cubicBezTo>
                  <a:pt x="1260" y="7714"/>
                  <a:pt x="1246" y="8493"/>
                  <a:pt x="1239" y="9491"/>
                </a:cubicBezTo>
                <a:cubicBezTo>
                  <a:pt x="1236" y="9888"/>
                  <a:pt x="1235" y="10308"/>
                  <a:pt x="1235" y="10731"/>
                </a:cubicBezTo>
                <a:cubicBezTo>
                  <a:pt x="1235" y="11155"/>
                  <a:pt x="1236" y="11575"/>
                  <a:pt x="1239" y="11971"/>
                </a:cubicBezTo>
                <a:cubicBezTo>
                  <a:pt x="1246" y="12969"/>
                  <a:pt x="1260" y="13748"/>
                  <a:pt x="1278" y="14113"/>
                </a:cubicBezTo>
                <a:cubicBezTo>
                  <a:pt x="1284" y="14221"/>
                  <a:pt x="1291" y="14278"/>
                  <a:pt x="1300" y="14307"/>
                </a:cubicBezTo>
                <a:cubicBezTo>
                  <a:pt x="1310" y="14336"/>
                  <a:pt x="1321" y="14338"/>
                  <a:pt x="1336" y="14338"/>
                </a:cubicBezTo>
                <a:lnTo>
                  <a:pt x="1769" y="14338"/>
                </a:lnTo>
                <a:cubicBezTo>
                  <a:pt x="1783" y="14338"/>
                  <a:pt x="1795" y="14336"/>
                  <a:pt x="1804" y="14307"/>
                </a:cubicBezTo>
                <a:cubicBezTo>
                  <a:pt x="1813" y="14278"/>
                  <a:pt x="1821" y="14221"/>
                  <a:pt x="1826" y="14113"/>
                </a:cubicBezTo>
                <a:cubicBezTo>
                  <a:pt x="1845" y="13748"/>
                  <a:pt x="1859" y="12969"/>
                  <a:pt x="1865" y="11971"/>
                </a:cubicBezTo>
                <a:cubicBezTo>
                  <a:pt x="1868" y="11575"/>
                  <a:pt x="1870" y="11155"/>
                  <a:pt x="1870" y="10731"/>
                </a:cubicBezTo>
                <a:cubicBezTo>
                  <a:pt x="1870" y="10308"/>
                  <a:pt x="1868" y="9888"/>
                  <a:pt x="1865" y="9491"/>
                </a:cubicBezTo>
                <a:cubicBezTo>
                  <a:pt x="1859" y="8493"/>
                  <a:pt x="1845" y="7714"/>
                  <a:pt x="1826" y="7350"/>
                </a:cubicBezTo>
                <a:cubicBezTo>
                  <a:pt x="1821" y="7241"/>
                  <a:pt x="1813" y="7185"/>
                  <a:pt x="1804" y="7156"/>
                </a:cubicBezTo>
                <a:cubicBezTo>
                  <a:pt x="1795" y="7126"/>
                  <a:pt x="1783" y="7124"/>
                  <a:pt x="1769" y="7124"/>
                </a:cubicBezTo>
                <a:lnTo>
                  <a:pt x="1336" y="7124"/>
                </a:lnTo>
                <a:close/>
                <a:moveTo>
                  <a:pt x="2113" y="7124"/>
                </a:moveTo>
                <a:cubicBezTo>
                  <a:pt x="2099" y="7124"/>
                  <a:pt x="2087" y="7126"/>
                  <a:pt x="2078" y="7156"/>
                </a:cubicBezTo>
                <a:cubicBezTo>
                  <a:pt x="2068" y="7185"/>
                  <a:pt x="2061" y="7241"/>
                  <a:pt x="2055" y="7350"/>
                </a:cubicBezTo>
                <a:cubicBezTo>
                  <a:pt x="2037" y="7714"/>
                  <a:pt x="2023" y="8493"/>
                  <a:pt x="2016" y="9491"/>
                </a:cubicBezTo>
                <a:cubicBezTo>
                  <a:pt x="2013" y="9888"/>
                  <a:pt x="2012" y="10308"/>
                  <a:pt x="2012" y="10731"/>
                </a:cubicBezTo>
                <a:cubicBezTo>
                  <a:pt x="2012" y="11155"/>
                  <a:pt x="2013" y="11575"/>
                  <a:pt x="2016" y="11971"/>
                </a:cubicBezTo>
                <a:cubicBezTo>
                  <a:pt x="2023" y="12969"/>
                  <a:pt x="2037" y="13748"/>
                  <a:pt x="2055" y="14113"/>
                </a:cubicBezTo>
                <a:cubicBezTo>
                  <a:pt x="2061" y="14221"/>
                  <a:pt x="2068" y="14278"/>
                  <a:pt x="2078" y="14307"/>
                </a:cubicBezTo>
                <a:cubicBezTo>
                  <a:pt x="2087" y="14336"/>
                  <a:pt x="2099" y="14338"/>
                  <a:pt x="2113" y="14338"/>
                </a:cubicBezTo>
                <a:lnTo>
                  <a:pt x="2932" y="14338"/>
                </a:lnTo>
                <a:cubicBezTo>
                  <a:pt x="2946" y="14338"/>
                  <a:pt x="2958" y="14336"/>
                  <a:pt x="2967" y="14307"/>
                </a:cubicBezTo>
                <a:cubicBezTo>
                  <a:pt x="2976" y="14278"/>
                  <a:pt x="2983" y="14221"/>
                  <a:pt x="2989" y="14113"/>
                </a:cubicBezTo>
                <a:cubicBezTo>
                  <a:pt x="3007" y="13748"/>
                  <a:pt x="3022" y="12980"/>
                  <a:pt x="3029" y="11971"/>
                </a:cubicBezTo>
                <a:cubicBezTo>
                  <a:pt x="3031" y="11573"/>
                  <a:pt x="3032" y="11153"/>
                  <a:pt x="3032" y="10731"/>
                </a:cubicBezTo>
                <a:cubicBezTo>
                  <a:pt x="3032" y="10309"/>
                  <a:pt x="3031" y="9889"/>
                  <a:pt x="3029" y="9491"/>
                </a:cubicBezTo>
                <a:cubicBezTo>
                  <a:pt x="3022" y="8483"/>
                  <a:pt x="3007" y="7714"/>
                  <a:pt x="2989" y="7350"/>
                </a:cubicBezTo>
                <a:cubicBezTo>
                  <a:pt x="2983" y="7241"/>
                  <a:pt x="2976" y="7185"/>
                  <a:pt x="2967" y="7156"/>
                </a:cubicBezTo>
                <a:cubicBezTo>
                  <a:pt x="2958" y="7126"/>
                  <a:pt x="2946" y="7124"/>
                  <a:pt x="2932" y="7124"/>
                </a:cubicBezTo>
                <a:lnTo>
                  <a:pt x="2113" y="7124"/>
                </a:lnTo>
                <a:close/>
                <a:moveTo>
                  <a:pt x="3272" y="7124"/>
                </a:moveTo>
                <a:cubicBezTo>
                  <a:pt x="3258" y="7124"/>
                  <a:pt x="3246" y="7126"/>
                  <a:pt x="3237" y="7156"/>
                </a:cubicBezTo>
                <a:cubicBezTo>
                  <a:pt x="3227" y="7185"/>
                  <a:pt x="3220" y="7241"/>
                  <a:pt x="3214" y="7350"/>
                </a:cubicBezTo>
                <a:cubicBezTo>
                  <a:pt x="3196" y="7714"/>
                  <a:pt x="3182" y="8493"/>
                  <a:pt x="3175" y="9491"/>
                </a:cubicBezTo>
                <a:cubicBezTo>
                  <a:pt x="3173" y="9888"/>
                  <a:pt x="3171" y="10308"/>
                  <a:pt x="3171" y="10731"/>
                </a:cubicBezTo>
                <a:cubicBezTo>
                  <a:pt x="3171" y="11155"/>
                  <a:pt x="3173" y="11575"/>
                  <a:pt x="3175" y="11971"/>
                </a:cubicBezTo>
                <a:cubicBezTo>
                  <a:pt x="3182" y="12969"/>
                  <a:pt x="3196" y="13748"/>
                  <a:pt x="3214" y="14113"/>
                </a:cubicBezTo>
                <a:cubicBezTo>
                  <a:pt x="3220" y="14221"/>
                  <a:pt x="3227" y="14278"/>
                  <a:pt x="3237" y="14307"/>
                </a:cubicBezTo>
                <a:cubicBezTo>
                  <a:pt x="3246" y="14336"/>
                  <a:pt x="3258" y="14338"/>
                  <a:pt x="3272" y="14338"/>
                </a:cubicBezTo>
                <a:lnTo>
                  <a:pt x="4602" y="14338"/>
                </a:lnTo>
                <a:cubicBezTo>
                  <a:pt x="4616" y="14338"/>
                  <a:pt x="4628" y="14336"/>
                  <a:pt x="4637" y="14307"/>
                </a:cubicBezTo>
                <a:cubicBezTo>
                  <a:pt x="4647" y="14278"/>
                  <a:pt x="4654" y="14221"/>
                  <a:pt x="4660" y="14113"/>
                </a:cubicBezTo>
                <a:cubicBezTo>
                  <a:pt x="4678" y="13748"/>
                  <a:pt x="4692" y="12969"/>
                  <a:pt x="4699" y="11971"/>
                </a:cubicBezTo>
                <a:cubicBezTo>
                  <a:pt x="4701" y="11575"/>
                  <a:pt x="4703" y="11155"/>
                  <a:pt x="4703" y="10731"/>
                </a:cubicBezTo>
                <a:cubicBezTo>
                  <a:pt x="4703" y="10308"/>
                  <a:pt x="4701" y="9888"/>
                  <a:pt x="4699" y="9491"/>
                </a:cubicBezTo>
                <a:cubicBezTo>
                  <a:pt x="4692" y="8493"/>
                  <a:pt x="4678" y="7714"/>
                  <a:pt x="4660" y="7350"/>
                </a:cubicBezTo>
                <a:cubicBezTo>
                  <a:pt x="4654" y="7241"/>
                  <a:pt x="4647" y="7185"/>
                  <a:pt x="4637" y="7156"/>
                </a:cubicBezTo>
                <a:cubicBezTo>
                  <a:pt x="4628" y="7126"/>
                  <a:pt x="4616" y="7124"/>
                  <a:pt x="4602" y="7124"/>
                </a:cubicBezTo>
                <a:lnTo>
                  <a:pt x="3272" y="7124"/>
                </a:lnTo>
                <a:close/>
              </a:path>
            </a:pathLst>
          </a:custGeom>
          <a:solidFill>
            <a:srgbClr val="7A8C8E"/>
          </a:solidFill>
          <a:ln w="12700">
            <a:miter lim="400000"/>
          </a:ln>
        </p:spPr>
        <p:txBody>
          <a:bodyPr lIns="22859" tIns="22859" rIns="22859" bIns="22859"/>
          <a:lstStyle/>
          <a:p>
            <a:pPr algn="ctr"/>
            <a:endParaRPr sz="836">
              <a:latin typeface="微软雅黑" panose="020B0503020204020204" pitchFamily="34" charset="-122"/>
              <a:ea typeface="微软雅黑" panose="020B0503020204020204" pitchFamily="34" charset="-122"/>
            </a:endParaRPr>
          </a:p>
        </p:txBody>
      </p:sp>
      <p:grpSp>
        <p:nvGrpSpPr>
          <p:cNvPr id="102" name="Group">
            <a:extLst>
              <a:ext uri="{FF2B5EF4-FFF2-40B4-BE49-F238E27FC236}">
                <a16:creationId xmlns:a16="http://schemas.microsoft.com/office/drawing/2014/main" id="{CF5F67F6-2B6B-B542-34A3-43E6AB07286D}"/>
              </a:ext>
            </a:extLst>
          </p:cNvPr>
          <p:cNvGrpSpPr/>
          <p:nvPr/>
        </p:nvGrpSpPr>
        <p:grpSpPr>
          <a:xfrm>
            <a:off x="887417" y="1890472"/>
            <a:ext cx="10501648" cy="4374639"/>
            <a:chOff x="-1" y="0"/>
            <a:chExt cx="21060032" cy="8441629"/>
          </a:xfrm>
        </p:grpSpPr>
        <p:sp>
          <p:nvSpPr>
            <p:cNvPr id="103" name="Line">
              <a:extLst>
                <a:ext uri="{FF2B5EF4-FFF2-40B4-BE49-F238E27FC236}">
                  <a16:creationId xmlns:a16="http://schemas.microsoft.com/office/drawing/2014/main" id="{3215CB95-3B9E-EA0A-22E6-CACBB3B010D9}"/>
                </a:ext>
              </a:extLst>
            </p:cNvPr>
            <p:cNvSpPr/>
            <p:nvPr/>
          </p:nvSpPr>
          <p:spPr>
            <a:xfrm>
              <a:off x="-1"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sp>
          <p:nvSpPr>
            <p:cNvPr id="104" name="Line">
              <a:extLst>
                <a:ext uri="{FF2B5EF4-FFF2-40B4-BE49-F238E27FC236}">
                  <a16:creationId xmlns:a16="http://schemas.microsoft.com/office/drawing/2014/main" id="{08093FEF-DD28-99AE-3853-8131941B6AE9}"/>
                </a:ext>
              </a:extLst>
            </p:cNvPr>
            <p:cNvSpPr/>
            <p:nvPr/>
          </p:nvSpPr>
          <p:spPr>
            <a:xfrm>
              <a:off x="8424013"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sp>
          <p:nvSpPr>
            <p:cNvPr id="105" name="Line">
              <a:extLst>
                <a:ext uri="{FF2B5EF4-FFF2-40B4-BE49-F238E27FC236}">
                  <a16:creationId xmlns:a16="http://schemas.microsoft.com/office/drawing/2014/main" id="{6441380B-0280-38A0-EA65-31E655C59738}"/>
                </a:ext>
              </a:extLst>
            </p:cNvPr>
            <p:cNvSpPr/>
            <p:nvPr/>
          </p:nvSpPr>
          <p:spPr>
            <a:xfrm>
              <a:off x="4212006"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sp>
          <p:nvSpPr>
            <p:cNvPr id="106" name="Line">
              <a:extLst>
                <a:ext uri="{FF2B5EF4-FFF2-40B4-BE49-F238E27FC236}">
                  <a16:creationId xmlns:a16="http://schemas.microsoft.com/office/drawing/2014/main" id="{EA1CE3B8-1381-590D-2561-770EC17B8726}"/>
                </a:ext>
              </a:extLst>
            </p:cNvPr>
            <p:cNvSpPr/>
            <p:nvPr/>
          </p:nvSpPr>
          <p:spPr>
            <a:xfrm>
              <a:off x="16848024"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sp>
          <p:nvSpPr>
            <p:cNvPr id="107" name="Line">
              <a:extLst>
                <a:ext uri="{FF2B5EF4-FFF2-40B4-BE49-F238E27FC236}">
                  <a16:creationId xmlns:a16="http://schemas.microsoft.com/office/drawing/2014/main" id="{09D62F89-C80B-4E14-963D-E511589ECDF3}"/>
                </a:ext>
              </a:extLst>
            </p:cNvPr>
            <p:cNvSpPr/>
            <p:nvPr/>
          </p:nvSpPr>
          <p:spPr>
            <a:xfrm>
              <a:off x="12636018"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sp>
          <p:nvSpPr>
            <p:cNvPr id="108" name="Line">
              <a:extLst>
                <a:ext uri="{FF2B5EF4-FFF2-40B4-BE49-F238E27FC236}">
                  <a16:creationId xmlns:a16="http://schemas.microsoft.com/office/drawing/2014/main" id="{16A871FA-4795-4D50-C74D-1C1EE8D9F79A}"/>
                </a:ext>
              </a:extLst>
            </p:cNvPr>
            <p:cNvSpPr/>
            <p:nvPr/>
          </p:nvSpPr>
          <p:spPr>
            <a:xfrm>
              <a:off x="21060031" y="0"/>
              <a:ext cx="0" cy="8441629"/>
            </a:xfrm>
            <a:prstGeom prst="line">
              <a:avLst/>
            </a:prstGeom>
            <a:noFill/>
            <a:ln w="19050" cap="flat">
              <a:solidFill>
                <a:srgbClr val="7A8C8E"/>
              </a:solidFill>
              <a:custDash>
                <a:ds d="200000" sp="200000"/>
              </a:custDash>
              <a:miter lim="400000"/>
            </a:ln>
            <a:effectLst/>
          </p:spPr>
          <p:txBody>
            <a:bodyPr wrap="square" lIns="22859" tIns="22859" rIns="22859" bIns="22859" numCol="1" anchor="t">
              <a:noAutofit/>
            </a:bodyPr>
            <a:lstStyle/>
            <a:p>
              <a:pPr algn="ctr"/>
              <a:endParaRPr sz="900">
                <a:latin typeface="微软雅黑" panose="020B0503020204020204" pitchFamily="34" charset="-122"/>
                <a:ea typeface="微软雅黑" panose="020B0503020204020204" pitchFamily="34" charset="-122"/>
              </a:endParaRPr>
            </a:p>
          </p:txBody>
        </p:sp>
      </p:grpSp>
      <p:grpSp>
        <p:nvGrpSpPr>
          <p:cNvPr id="109" name="Group">
            <a:extLst>
              <a:ext uri="{FF2B5EF4-FFF2-40B4-BE49-F238E27FC236}">
                <a16:creationId xmlns:a16="http://schemas.microsoft.com/office/drawing/2014/main" id="{5E461E9B-108D-DA07-C68A-B1FE967FDBD9}"/>
              </a:ext>
            </a:extLst>
          </p:cNvPr>
          <p:cNvGrpSpPr/>
          <p:nvPr/>
        </p:nvGrpSpPr>
        <p:grpSpPr>
          <a:xfrm>
            <a:off x="3060033" y="1889587"/>
            <a:ext cx="1961351" cy="361827"/>
            <a:chOff x="0" y="0"/>
            <a:chExt cx="3933299" cy="725607"/>
          </a:xfrm>
        </p:grpSpPr>
        <p:sp>
          <p:nvSpPr>
            <p:cNvPr id="110" name="Rounded Rectangle">
              <a:extLst>
                <a:ext uri="{FF2B5EF4-FFF2-40B4-BE49-F238E27FC236}">
                  <a16:creationId xmlns:a16="http://schemas.microsoft.com/office/drawing/2014/main" id="{B4C3A2A5-F20F-0C6B-BD17-DFC88703E6AB}"/>
                </a:ext>
              </a:extLst>
            </p:cNvPr>
            <p:cNvSpPr/>
            <p:nvPr/>
          </p:nvSpPr>
          <p:spPr>
            <a:xfrm>
              <a:off x="0" y="0"/>
              <a:ext cx="3933299" cy="725607"/>
            </a:xfrm>
            <a:prstGeom prst="roundRect">
              <a:avLst>
                <a:gd name="adj" fmla="val 14858"/>
              </a:avLst>
            </a:prstGeom>
            <a:solidFill>
              <a:srgbClr val="3494BA"/>
            </a:solidFill>
            <a:ln w="12700" cap="flat">
              <a:noFill/>
              <a:miter lim="400000"/>
            </a:ln>
            <a:effectLst/>
          </p:spPr>
          <p:txBody>
            <a:bodyPr wrap="square" lIns="0" tIns="0" rIns="0" bIns="0" numCol="1" anchor="ctr">
              <a:noAutofit/>
            </a:bodyPr>
            <a:lstStyle/>
            <a:p>
              <a:pPr algn="ctr"/>
              <a:endParaRPr sz="1200" b="1">
                <a:solidFill>
                  <a:srgbClr val="FFFFFF"/>
                </a:solidFill>
                <a:latin typeface="微软雅黑" panose="020B0503020204020204" pitchFamily="34" charset="-122"/>
                <a:ea typeface="微软雅黑" panose="020B0503020204020204" pitchFamily="34" charset="-122"/>
              </a:endParaRPr>
            </a:p>
          </p:txBody>
        </p:sp>
        <p:sp>
          <p:nvSpPr>
            <p:cNvPr id="11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212B42DC-0EAB-D46B-906E-5B7B036DBCB7}"/>
                </a:ext>
              </a:extLst>
            </p:cNvPr>
            <p:cNvSpPr txBox="1"/>
            <p:nvPr/>
          </p:nvSpPr>
          <p:spPr>
            <a:xfrm>
              <a:off x="820580" y="159604"/>
              <a:ext cx="2292137" cy="43966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00">
                  <a:solidFill>
                    <a:srgbClr val="F7F5F6"/>
                  </a:solidFill>
                  <a:latin typeface="微软雅黑"/>
                  <a:ea typeface="微软雅黑"/>
                  <a:cs typeface="微软雅黑"/>
                  <a:sym typeface="Barlow SemiBold"/>
                </a:defRPr>
              </a:lvl1pPr>
            </a:lstStyle>
            <a:p>
              <a:pPr algn="ctr"/>
              <a:r>
                <a:rPr lang="zh-CN" altLang="en-US" sz="1200" b="1" dirty="0">
                  <a:solidFill>
                    <a:srgbClr val="FFFFFF"/>
                  </a:solidFill>
                  <a:latin typeface="微软雅黑" panose="020B0503020204020204" pitchFamily="34" charset="-122"/>
                  <a:ea typeface="微软雅黑" panose="020B0503020204020204" pitchFamily="34" charset="-122"/>
                </a:rPr>
                <a:t>空间设计</a:t>
              </a:r>
              <a:endParaRPr sz="1200" b="1" dirty="0">
                <a:solidFill>
                  <a:srgbClr val="FFFFFF"/>
                </a:solidFill>
                <a:latin typeface="微软雅黑" panose="020B0503020204020204" pitchFamily="34" charset="-122"/>
                <a:ea typeface="微软雅黑" panose="020B0503020204020204" pitchFamily="34" charset="-122"/>
              </a:endParaRPr>
            </a:p>
          </p:txBody>
        </p:sp>
      </p:grpSp>
      <p:grpSp>
        <p:nvGrpSpPr>
          <p:cNvPr id="112" name="Group">
            <a:extLst>
              <a:ext uri="{FF2B5EF4-FFF2-40B4-BE49-F238E27FC236}">
                <a16:creationId xmlns:a16="http://schemas.microsoft.com/office/drawing/2014/main" id="{8303293D-46C5-3085-7971-6D3DC8BD20EA}"/>
              </a:ext>
            </a:extLst>
          </p:cNvPr>
          <p:cNvGrpSpPr/>
          <p:nvPr/>
        </p:nvGrpSpPr>
        <p:grpSpPr>
          <a:xfrm>
            <a:off x="5158922" y="1889587"/>
            <a:ext cx="1961352" cy="361827"/>
            <a:chOff x="0" y="0"/>
            <a:chExt cx="3933299" cy="725607"/>
          </a:xfrm>
        </p:grpSpPr>
        <p:sp>
          <p:nvSpPr>
            <p:cNvPr id="113" name="Rounded Rectangle">
              <a:extLst>
                <a:ext uri="{FF2B5EF4-FFF2-40B4-BE49-F238E27FC236}">
                  <a16:creationId xmlns:a16="http://schemas.microsoft.com/office/drawing/2014/main" id="{CAA54DD5-5B15-06A3-FC91-9BA07EF5C18F}"/>
                </a:ext>
              </a:extLst>
            </p:cNvPr>
            <p:cNvSpPr/>
            <p:nvPr/>
          </p:nvSpPr>
          <p:spPr>
            <a:xfrm>
              <a:off x="0" y="0"/>
              <a:ext cx="3933299" cy="725607"/>
            </a:xfrm>
            <a:prstGeom prst="roundRect">
              <a:avLst>
                <a:gd name="adj" fmla="val 14858"/>
              </a:avLst>
            </a:prstGeom>
            <a:solidFill>
              <a:srgbClr val="58B6C0"/>
            </a:solidFill>
            <a:ln w="12700" cap="flat">
              <a:noFill/>
              <a:miter lim="400000"/>
            </a:ln>
            <a:effectLst/>
          </p:spPr>
          <p:txBody>
            <a:bodyPr wrap="square" lIns="0" tIns="0" rIns="0" bIns="0" numCol="1" anchor="ctr">
              <a:noAutofit/>
            </a:bodyPr>
            <a:lstStyle/>
            <a:p>
              <a:pPr algn="ctr"/>
              <a:endParaRPr sz="1200" b="1">
                <a:solidFill>
                  <a:srgbClr val="FFFFFF"/>
                </a:solidFill>
                <a:latin typeface="微软雅黑" panose="020B0503020204020204" pitchFamily="34" charset="-122"/>
                <a:ea typeface="微软雅黑" panose="020B0503020204020204" pitchFamily="34" charset="-122"/>
              </a:endParaRPr>
            </a:p>
          </p:txBody>
        </p:sp>
        <p:sp>
          <p:nvSpPr>
            <p:cNvPr id="11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577407E7-FC81-8E50-CF69-0CF7A127606C}"/>
                </a:ext>
              </a:extLst>
            </p:cNvPr>
            <p:cNvSpPr txBox="1"/>
            <p:nvPr/>
          </p:nvSpPr>
          <p:spPr>
            <a:xfrm>
              <a:off x="820579" y="159604"/>
              <a:ext cx="2292138" cy="43966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00">
                  <a:solidFill>
                    <a:srgbClr val="F7F5F6"/>
                  </a:solidFill>
                  <a:latin typeface="微软雅黑"/>
                  <a:ea typeface="微软雅黑"/>
                  <a:cs typeface="微软雅黑"/>
                  <a:sym typeface="Barlow SemiBold"/>
                </a:defRPr>
              </a:lvl1pPr>
            </a:lstStyle>
            <a:p>
              <a:pPr algn="ctr"/>
              <a:r>
                <a:rPr lang="zh-CN" altLang="en-US" sz="1200" b="1" dirty="0">
                  <a:solidFill>
                    <a:srgbClr val="FFFFFF"/>
                  </a:solidFill>
                  <a:latin typeface="微软雅黑" panose="020B0503020204020204" pitchFamily="34" charset="-122"/>
                  <a:ea typeface="微软雅黑" panose="020B0503020204020204" pitchFamily="34" charset="-122"/>
                </a:rPr>
                <a:t>平面设计</a:t>
              </a:r>
              <a:endParaRPr sz="1200" b="1" dirty="0">
                <a:solidFill>
                  <a:srgbClr val="FFFFFF"/>
                </a:solidFill>
                <a:latin typeface="微软雅黑" panose="020B0503020204020204" pitchFamily="34" charset="-122"/>
                <a:ea typeface="微软雅黑" panose="020B0503020204020204" pitchFamily="34" charset="-122"/>
              </a:endParaRPr>
            </a:p>
          </p:txBody>
        </p:sp>
      </p:grpSp>
      <p:grpSp>
        <p:nvGrpSpPr>
          <p:cNvPr id="115" name="Group">
            <a:extLst>
              <a:ext uri="{FF2B5EF4-FFF2-40B4-BE49-F238E27FC236}">
                <a16:creationId xmlns:a16="http://schemas.microsoft.com/office/drawing/2014/main" id="{7F56B39A-D3DA-9A25-E6BE-12EC4ED05669}"/>
              </a:ext>
            </a:extLst>
          </p:cNvPr>
          <p:cNvGrpSpPr/>
          <p:nvPr/>
        </p:nvGrpSpPr>
        <p:grpSpPr>
          <a:xfrm>
            <a:off x="7257813" y="1889587"/>
            <a:ext cx="1961351" cy="361827"/>
            <a:chOff x="0" y="0"/>
            <a:chExt cx="3933299" cy="725607"/>
          </a:xfrm>
        </p:grpSpPr>
        <p:sp>
          <p:nvSpPr>
            <p:cNvPr id="116" name="Rounded Rectangle">
              <a:extLst>
                <a:ext uri="{FF2B5EF4-FFF2-40B4-BE49-F238E27FC236}">
                  <a16:creationId xmlns:a16="http://schemas.microsoft.com/office/drawing/2014/main" id="{4190E0BF-DC3A-75F0-EBBE-9DC8F5F3ED3A}"/>
                </a:ext>
              </a:extLst>
            </p:cNvPr>
            <p:cNvSpPr/>
            <p:nvPr/>
          </p:nvSpPr>
          <p:spPr>
            <a:xfrm>
              <a:off x="0" y="0"/>
              <a:ext cx="3933299" cy="725607"/>
            </a:xfrm>
            <a:prstGeom prst="roundRect">
              <a:avLst>
                <a:gd name="adj" fmla="val 14858"/>
              </a:avLst>
            </a:prstGeom>
            <a:solidFill>
              <a:srgbClr val="535353"/>
            </a:solidFill>
            <a:ln w="12700" cap="flat">
              <a:noFill/>
              <a:miter lim="400000"/>
            </a:ln>
            <a:effectLst/>
          </p:spPr>
          <p:txBody>
            <a:bodyPr wrap="square" lIns="0" tIns="0" rIns="0" bIns="0" numCol="1" anchor="ctr">
              <a:noAutofit/>
            </a:bodyPr>
            <a:lstStyle/>
            <a:p>
              <a:pPr algn="ctr"/>
              <a:endParaRPr sz="1200" b="1">
                <a:solidFill>
                  <a:srgbClr val="FFFFFF"/>
                </a:solidFill>
                <a:latin typeface="微软雅黑" panose="020B0503020204020204" pitchFamily="34" charset="-122"/>
                <a:ea typeface="微软雅黑" panose="020B0503020204020204" pitchFamily="34" charset="-122"/>
              </a:endParaRPr>
            </a:p>
          </p:txBody>
        </p:sp>
        <p:sp>
          <p:nvSpPr>
            <p:cNvPr id="11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06C40F49-F918-83D2-0EDE-0E29DB121F16}"/>
                </a:ext>
              </a:extLst>
            </p:cNvPr>
            <p:cNvSpPr txBox="1"/>
            <p:nvPr/>
          </p:nvSpPr>
          <p:spPr>
            <a:xfrm>
              <a:off x="820580" y="159604"/>
              <a:ext cx="2292137" cy="43966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00">
                  <a:solidFill>
                    <a:srgbClr val="F7F5F6"/>
                  </a:solidFill>
                  <a:latin typeface="微软雅黑"/>
                  <a:ea typeface="微软雅黑"/>
                  <a:cs typeface="微软雅黑"/>
                  <a:sym typeface="Barlow SemiBold"/>
                </a:defRPr>
              </a:lvl1pPr>
            </a:lstStyle>
            <a:p>
              <a:pPr algn="ctr"/>
              <a:r>
                <a:rPr lang="zh-CN" altLang="en-US" sz="1200" b="1" dirty="0">
                  <a:solidFill>
                    <a:srgbClr val="FFFFFF"/>
                  </a:solidFill>
                  <a:latin typeface="微软雅黑" panose="020B0503020204020204" pitchFamily="34" charset="-122"/>
                  <a:ea typeface="微软雅黑" panose="020B0503020204020204" pitchFamily="34" charset="-122"/>
                </a:rPr>
                <a:t>插画设计</a:t>
              </a:r>
              <a:endParaRPr sz="1200" b="1" dirty="0">
                <a:solidFill>
                  <a:srgbClr val="FFFFFF"/>
                </a:solidFill>
                <a:latin typeface="微软雅黑" panose="020B0503020204020204" pitchFamily="34" charset="-122"/>
                <a:ea typeface="微软雅黑" panose="020B0503020204020204" pitchFamily="34" charset="-122"/>
              </a:endParaRPr>
            </a:p>
          </p:txBody>
        </p:sp>
      </p:grpSp>
      <p:grpSp>
        <p:nvGrpSpPr>
          <p:cNvPr id="118" name="Group">
            <a:extLst>
              <a:ext uri="{FF2B5EF4-FFF2-40B4-BE49-F238E27FC236}">
                <a16:creationId xmlns:a16="http://schemas.microsoft.com/office/drawing/2014/main" id="{117695E1-B86A-7E62-8C6A-2621C85C843D}"/>
              </a:ext>
            </a:extLst>
          </p:cNvPr>
          <p:cNvGrpSpPr/>
          <p:nvPr/>
        </p:nvGrpSpPr>
        <p:grpSpPr>
          <a:xfrm>
            <a:off x="9356702" y="1889587"/>
            <a:ext cx="1961351" cy="361827"/>
            <a:chOff x="0" y="0"/>
            <a:chExt cx="3933299" cy="725607"/>
          </a:xfrm>
        </p:grpSpPr>
        <p:sp>
          <p:nvSpPr>
            <p:cNvPr id="119" name="Rounded Rectangle">
              <a:extLst>
                <a:ext uri="{FF2B5EF4-FFF2-40B4-BE49-F238E27FC236}">
                  <a16:creationId xmlns:a16="http://schemas.microsoft.com/office/drawing/2014/main" id="{030AE93C-E0A0-7F9B-DDA4-65DD288009BF}"/>
                </a:ext>
              </a:extLst>
            </p:cNvPr>
            <p:cNvSpPr/>
            <p:nvPr/>
          </p:nvSpPr>
          <p:spPr>
            <a:xfrm>
              <a:off x="0" y="0"/>
              <a:ext cx="3933299" cy="725607"/>
            </a:xfrm>
            <a:prstGeom prst="roundRect">
              <a:avLst>
                <a:gd name="adj" fmla="val 14858"/>
              </a:avLst>
            </a:prstGeom>
            <a:solidFill>
              <a:srgbClr val="336699"/>
            </a:solidFill>
            <a:ln w="12700" cap="flat">
              <a:noFill/>
              <a:miter lim="400000"/>
            </a:ln>
            <a:effectLst/>
          </p:spPr>
          <p:txBody>
            <a:bodyPr wrap="square" lIns="0" tIns="0" rIns="0" bIns="0" numCol="1" anchor="ctr">
              <a:noAutofit/>
            </a:bodyPr>
            <a:lstStyle/>
            <a:p>
              <a:pPr algn="ctr"/>
              <a:endParaRPr sz="1200" b="1">
                <a:solidFill>
                  <a:srgbClr val="FFFFFF"/>
                </a:solidFill>
                <a:latin typeface="微软雅黑" panose="020B0503020204020204" pitchFamily="34" charset="-122"/>
                <a:ea typeface="微软雅黑" panose="020B0503020204020204" pitchFamily="34" charset="-122"/>
              </a:endParaRPr>
            </a:p>
          </p:txBody>
        </p:sp>
        <p:sp>
          <p:nvSpPr>
            <p:cNvPr id="12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1EF2AF76-AAF4-A39D-B5C6-18396E3E44D5}"/>
                </a:ext>
              </a:extLst>
            </p:cNvPr>
            <p:cNvSpPr txBox="1"/>
            <p:nvPr/>
          </p:nvSpPr>
          <p:spPr>
            <a:xfrm>
              <a:off x="820580" y="159604"/>
              <a:ext cx="2292137" cy="43966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00">
                  <a:solidFill>
                    <a:srgbClr val="F7F5F6"/>
                  </a:solidFill>
                  <a:latin typeface="微软雅黑"/>
                  <a:ea typeface="微软雅黑"/>
                  <a:cs typeface="微软雅黑"/>
                  <a:sym typeface="Barlow SemiBold"/>
                </a:defRPr>
              </a:lvl1pPr>
            </a:lstStyle>
            <a:p>
              <a:pPr algn="ctr"/>
              <a:r>
                <a:rPr lang="zh-CN" altLang="en-US" sz="1200" b="1" dirty="0">
                  <a:solidFill>
                    <a:srgbClr val="FFFFFF"/>
                  </a:solidFill>
                  <a:latin typeface="微软雅黑" panose="020B0503020204020204" pitchFamily="34" charset="-122"/>
                  <a:ea typeface="微软雅黑" panose="020B0503020204020204" pitchFamily="34" charset="-122"/>
                </a:rPr>
                <a:t>制作安装</a:t>
              </a:r>
              <a:endParaRPr sz="1200" b="1" dirty="0">
                <a:solidFill>
                  <a:srgbClr val="FFFFFF"/>
                </a:solidFill>
                <a:latin typeface="微软雅黑" panose="020B0503020204020204" pitchFamily="34" charset="-122"/>
                <a:ea typeface="微软雅黑" panose="020B0503020204020204" pitchFamily="34" charset="-122"/>
              </a:endParaRPr>
            </a:p>
          </p:txBody>
        </p:sp>
      </p:grpSp>
      <p:grpSp>
        <p:nvGrpSpPr>
          <p:cNvPr id="121" name="Group">
            <a:extLst>
              <a:ext uri="{FF2B5EF4-FFF2-40B4-BE49-F238E27FC236}">
                <a16:creationId xmlns:a16="http://schemas.microsoft.com/office/drawing/2014/main" id="{F99AF21F-4B28-FF34-B518-1C9853DA418E}"/>
              </a:ext>
            </a:extLst>
          </p:cNvPr>
          <p:cNvGrpSpPr/>
          <p:nvPr/>
        </p:nvGrpSpPr>
        <p:grpSpPr>
          <a:xfrm>
            <a:off x="961142" y="1889587"/>
            <a:ext cx="1961351" cy="361827"/>
            <a:chOff x="0" y="0"/>
            <a:chExt cx="3933299" cy="725607"/>
          </a:xfrm>
        </p:grpSpPr>
        <p:sp>
          <p:nvSpPr>
            <p:cNvPr id="122" name="Rounded Rectangle">
              <a:extLst>
                <a:ext uri="{FF2B5EF4-FFF2-40B4-BE49-F238E27FC236}">
                  <a16:creationId xmlns:a16="http://schemas.microsoft.com/office/drawing/2014/main" id="{959B14A4-62B3-AC79-BCA9-F6F4634606B7}"/>
                </a:ext>
              </a:extLst>
            </p:cNvPr>
            <p:cNvSpPr/>
            <p:nvPr/>
          </p:nvSpPr>
          <p:spPr>
            <a:xfrm>
              <a:off x="0" y="0"/>
              <a:ext cx="3933299" cy="725607"/>
            </a:xfrm>
            <a:prstGeom prst="roundRect">
              <a:avLst>
                <a:gd name="adj" fmla="val 14858"/>
              </a:avLst>
            </a:prstGeom>
            <a:solidFill>
              <a:srgbClr val="336699"/>
            </a:solidFill>
            <a:ln w="12700" cap="flat">
              <a:noFill/>
              <a:miter lim="400000"/>
            </a:ln>
            <a:effectLst/>
          </p:spPr>
          <p:txBody>
            <a:bodyPr wrap="square" lIns="0" tIns="0" rIns="0" bIns="0" numCol="1" anchor="ctr">
              <a:noAutofit/>
            </a:bodyPr>
            <a:lstStyle/>
            <a:p>
              <a:pPr algn="ctr"/>
              <a:endParaRPr sz="1200" b="1">
                <a:solidFill>
                  <a:srgbClr val="FFFFFF"/>
                </a:solidFill>
                <a:latin typeface="微软雅黑" panose="020B0503020204020204" pitchFamily="34" charset="-122"/>
                <a:ea typeface="微软雅黑" panose="020B0503020204020204" pitchFamily="34" charset="-122"/>
              </a:endParaRPr>
            </a:p>
          </p:txBody>
        </p:sp>
        <p:sp>
          <p:nvSpPr>
            <p:cNvPr id="123"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0F0CFEAB-7753-A914-45A9-DA7B7AE600A5}"/>
                </a:ext>
              </a:extLst>
            </p:cNvPr>
            <p:cNvSpPr txBox="1"/>
            <p:nvPr/>
          </p:nvSpPr>
          <p:spPr>
            <a:xfrm>
              <a:off x="820580" y="159604"/>
              <a:ext cx="2292137" cy="439665"/>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00">
                  <a:solidFill>
                    <a:srgbClr val="F7F5F6"/>
                  </a:solidFill>
                  <a:latin typeface="微软雅黑"/>
                  <a:ea typeface="微软雅黑"/>
                  <a:cs typeface="微软雅黑"/>
                  <a:sym typeface="Barlow SemiBold"/>
                </a:defRPr>
              </a:lvl1pPr>
            </a:lstStyle>
            <a:p>
              <a:pPr algn="ctr"/>
              <a:r>
                <a:rPr lang="zh-CN" altLang="en-US" sz="1200" b="1" dirty="0">
                  <a:solidFill>
                    <a:srgbClr val="FFFFFF"/>
                  </a:solidFill>
                  <a:latin typeface="微软雅黑" panose="020B0503020204020204" pitchFamily="34" charset="-122"/>
                  <a:ea typeface="微软雅黑" panose="020B0503020204020204" pitchFamily="34" charset="-122"/>
                </a:rPr>
                <a:t>设计策划</a:t>
              </a:r>
              <a:endParaRPr sz="1200" b="1" dirty="0">
                <a:solidFill>
                  <a:srgbClr val="FFFFFF"/>
                </a:solidFill>
                <a:latin typeface="微软雅黑" panose="020B0503020204020204" pitchFamily="34" charset="-122"/>
                <a:ea typeface="微软雅黑" panose="020B0503020204020204" pitchFamily="34" charset="-122"/>
              </a:endParaRPr>
            </a:p>
          </p:txBody>
        </p:sp>
      </p:grpSp>
      <p:sp>
        <p:nvSpPr>
          <p:cNvPr id="124" name="Graphic 28">
            <a:extLst>
              <a:ext uri="{FF2B5EF4-FFF2-40B4-BE49-F238E27FC236}">
                <a16:creationId xmlns:a16="http://schemas.microsoft.com/office/drawing/2014/main" id="{02FB4A06-8F94-07D3-10C2-234625D55D7E}"/>
              </a:ext>
            </a:extLst>
          </p:cNvPr>
          <p:cNvSpPr/>
          <p:nvPr/>
        </p:nvSpPr>
        <p:spPr>
          <a:xfrm>
            <a:off x="1762523" y="2576039"/>
            <a:ext cx="350119" cy="437264"/>
          </a:xfrm>
          <a:custGeom>
            <a:avLst/>
            <a:gdLst/>
            <a:ahLst/>
            <a:cxnLst>
              <a:cxn ang="0">
                <a:pos x="wd2" y="hd2"/>
              </a:cxn>
              <a:cxn ang="5400000">
                <a:pos x="wd2" y="hd2"/>
              </a:cxn>
              <a:cxn ang="10800000">
                <a:pos x="wd2" y="hd2"/>
              </a:cxn>
              <a:cxn ang="16200000">
                <a:pos x="wd2" y="hd2"/>
              </a:cxn>
            </a:cxnLst>
            <a:rect l="0" t="0" r="r" b="b"/>
            <a:pathLst>
              <a:path w="19390" h="20682" extrusionOk="0">
                <a:moveTo>
                  <a:pt x="16168" y="2152"/>
                </a:moveTo>
                <a:cubicBezTo>
                  <a:pt x="12224" y="-917"/>
                  <a:pt x="6114" y="-675"/>
                  <a:pt x="2520" y="2694"/>
                </a:cubicBezTo>
                <a:cubicBezTo>
                  <a:pt x="-1074" y="6062"/>
                  <a:pt x="-790" y="11280"/>
                  <a:pt x="3153" y="14350"/>
                </a:cubicBezTo>
                <a:cubicBezTo>
                  <a:pt x="3254" y="14428"/>
                  <a:pt x="3357" y="14505"/>
                  <a:pt x="3462" y="14580"/>
                </a:cubicBezTo>
                <a:cubicBezTo>
                  <a:pt x="5717" y="16181"/>
                  <a:pt x="7601" y="18129"/>
                  <a:pt x="9017" y="20322"/>
                </a:cubicBezTo>
                <a:cubicBezTo>
                  <a:pt x="9158" y="20545"/>
                  <a:pt x="9431" y="20683"/>
                  <a:pt x="9727" y="20682"/>
                </a:cubicBezTo>
                <a:cubicBezTo>
                  <a:pt x="10023" y="20682"/>
                  <a:pt x="10295" y="20543"/>
                  <a:pt x="10436" y="20321"/>
                </a:cubicBezTo>
                <a:lnTo>
                  <a:pt x="10502" y="20215"/>
                </a:lnTo>
                <a:cubicBezTo>
                  <a:pt x="11928" y="18048"/>
                  <a:pt x="13808" y="16124"/>
                  <a:pt x="16049" y="14537"/>
                </a:cubicBezTo>
                <a:cubicBezTo>
                  <a:pt x="20082" y="11560"/>
                  <a:pt x="20526" y="6355"/>
                  <a:pt x="17040" y="2910"/>
                </a:cubicBezTo>
                <a:cubicBezTo>
                  <a:pt x="16769" y="2642"/>
                  <a:pt x="16477" y="2389"/>
                  <a:pt x="16168" y="2152"/>
                </a:cubicBezTo>
                <a:close/>
                <a:moveTo>
                  <a:pt x="9727" y="11744"/>
                </a:moveTo>
                <a:cubicBezTo>
                  <a:pt x="7504" y="11744"/>
                  <a:pt x="5702" y="10204"/>
                  <a:pt x="5702" y="8306"/>
                </a:cubicBezTo>
                <a:cubicBezTo>
                  <a:pt x="5702" y="6407"/>
                  <a:pt x="7504" y="4868"/>
                  <a:pt x="9727" y="4868"/>
                </a:cubicBezTo>
                <a:cubicBezTo>
                  <a:pt x="11950" y="4868"/>
                  <a:pt x="13753" y="6407"/>
                  <a:pt x="13753" y="8306"/>
                </a:cubicBezTo>
                <a:cubicBezTo>
                  <a:pt x="13750" y="10204"/>
                  <a:pt x="11949" y="11741"/>
                  <a:pt x="9727" y="11744"/>
                </a:cubicBezTo>
                <a:close/>
              </a:path>
            </a:pathLst>
          </a:custGeom>
          <a:solidFill>
            <a:srgbClr val="336699"/>
          </a:solidFill>
          <a:ln w="12700">
            <a:miter lim="400000"/>
          </a:ln>
        </p:spPr>
        <p:txBody>
          <a:bodyPr lIns="22860" rIns="22860" anchor="ct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grpSp>
        <p:nvGrpSpPr>
          <p:cNvPr id="125" name="Group">
            <a:extLst>
              <a:ext uri="{FF2B5EF4-FFF2-40B4-BE49-F238E27FC236}">
                <a16:creationId xmlns:a16="http://schemas.microsoft.com/office/drawing/2014/main" id="{3E9A066F-CDA6-BF52-DC6F-F369DA7AE61C}"/>
              </a:ext>
            </a:extLst>
          </p:cNvPr>
          <p:cNvGrpSpPr/>
          <p:nvPr/>
        </p:nvGrpSpPr>
        <p:grpSpPr>
          <a:xfrm>
            <a:off x="1824115" y="2631603"/>
            <a:ext cx="226935" cy="226935"/>
            <a:chOff x="-1" y="-1"/>
            <a:chExt cx="455093" cy="455093"/>
          </a:xfrm>
        </p:grpSpPr>
        <p:sp>
          <p:nvSpPr>
            <p:cNvPr id="126" name="Circle">
              <a:extLst>
                <a:ext uri="{FF2B5EF4-FFF2-40B4-BE49-F238E27FC236}">
                  <a16:creationId xmlns:a16="http://schemas.microsoft.com/office/drawing/2014/main" id="{1411FC2C-B4B9-AFEA-770B-047AB1B90EB0}"/>
                </a:ext>
              </a:extLst>
            </p:cNvPr>
            <p:cNvSpPr/>
            <p:nvPr/>
          </p:nvSpPr>
          <p:spPr>
            <a:xfrm>
              <a:off x="-1" y="-1"/>
              <a:ext cx="455093" cy="455093"/>
            </a:xfrm>
            <a:prstGeom prst="ellipse">
              <a:avLst/>
            </a:prstGeom>
            <a:solidFill>
              <a:srgbClr val="F6F6F7"/>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sp>
          <p:nvSpPr>
            <p:cNvPr id="127" name="Shape">
              <a:extLst>
                <a:ext uri="{FF2B5EF4-FFF2-40B4-BE49-F238E27FC236}">
                  <a16:creationId xmlns:a16="http://schemas.microsoft.com/office/drawing/2014/main" id="{6E6AD3AF-9AB9-0C35-A9A9-CE8D10EE5D7A}"/>
                </a:ext>
              </a:extLst>
            </p:cNvPr>
            <p:cNvSpPr/>
            <p:nvPr/>
          </p:nvSpPr>
          <p:spPr>
            <a:xfrm>
              <a:off x="190283" y="133543"/>
              <a:ext cx="65424" cy="178907"/>
            </a:xfrm>
            <a:custGeom>
              <a:avLst/>
              <a:gdLst/>
              <a:ahLst/>
              <a:cxnLst>
                <a:cxn ang="0">
                  <a:pos x="wd2" y="hd2"/>
                </a:cxn>
                <a:cxn ang="5400000">
                  <a:pos x="wd2" y="hd2"/>
                </a:cxn>
                <a:cxn ang="10800000">
                  <a:pos x="wd2" y="hd2"/>
                </a:cxn>
                <a:cxn ang="16200000">
                  <a:pos x="wd2" y="hd2"/>
                </a:cxn>
              </a:cxnLst>
              <a:rect l="0" t="0" r="r" b="b"/>
              <a:pathLst>
                <a:path w="21599" h="21585" extrusionOk="0">
                  <a:moveTo>
                    <a:pt x="0" y="1732"/>
                  </a:moveTo>
                  <a:cubicBezTo>
                    <a:pt x="-1" y="1616"/>
                    <a:pt x="100" y="1502"/>
                    <a:pt x="287" y="1407"/>
                  </a:cubicBezTo>
                  <a:cubicBezTo>
                    <a:pt x="489" y="1306"/>
                    <a:pt x="779" y="1232"/>
                    <a:pt x="1111" y="1198"/>
                  </a:cubicBezTo>
                  <a:lnTo>
                    <a:pt x="8348" y="207"/>
                  </a:lnTo>
                  <a:cubicBezTo>
                    <a:pt x="8705" y="144"/>
                    <a:pt x="9079" y="94"/>
                    <a:pt x="9464" y="60"/>
                  </a:cubicBezTo>
                  <a:cubicBezTo>
                    <a:pt x="9886" y="22"/>
                    <a:pt x="10318" y="2"/>
                    <a:pt x="10752" y="1"/>
                  </a:cubicBezTo>
                  <a:lnTo>
                    <a:pt x="20274" y="1"/>
                  </a:lnTo>
                  <a:cubicBezTo>
                    <a:pt x="20690" y="-10"/>
                    <a:pt x="21092" y="58"/>
                    <a:pt x="21339" y="180"/>
                  </a:cubicBezTo>
                  <a:cubicBezTo>
                    <a:pt x="21513" y="267"/>
                    <a:pt x="21593" y="374"/>
                    <a:pt x="21563" y="480"/>
                  </a:cubicBezTo>
                  <a:lnTo>
                    <a:pt x="21599" y="21163"/>
                  </a:lnTo>
                  <a:cubicBezTo>
                    <a:pt x="21587" y="21270"/>
                    <a:pt x="21469" y="21371"/>
                    <a:pt x="21266" y="21448"/>
                  </a:cubicBezTo>
                  <a:cubicBezTo>
                    <a:pt x="21024" y="21540"/>
                    <a:pt x="20684" y="21590"/>
                    <a:pt x="20334" y="21584"/>
                  </a:cubicBezTo>
                  <a:lnTo>
                    <a:pt x="11015" y="21584"/>
                  </a:lnTo>
                  <a:cubicBezTo>
                    <a:pt x="10657" y="21590"/>
                    <a:pt x="10311" y="21537"/>
                    <a:pt x="10072" y="21440"/>
                  </a:cubicBezTo>
                  <a:cubicBezTo>
                    <a:pt x="9891" y="21367"/>
                    <a:pt x="9785" y="21273"/>
                    <a:pt x="9771" y="21174"/>
                  </a:cubicBezTo>
                  <a:lnTo>
                    <a:pt x="9636" y="4253"/>
                  </a:lnTo>
                  <a:cubicBezTo>
                    <a:pt x="9639" y="4193"/>
                    <a:pt x="9570" y="4136"/>
                    <a:pt x="9447" y="4098"/>
                  </a:cubicBezTo>
                  <a:cubicBezTo>
                    <a:pt x="9286" y="4047"/>
                    <a:pt x="9059" y="4034"/>
                    <a:pt x="8864" y="4064"/>
                  </a:cubicBezTo>
                  <a:lnTo>
                    <a:pt x="1543" y="4572"/>
                  </a:lnTo>
                  <a:cubicBezTo>
                    <a:pt x="1228" y="4613"/>
                    <a:pt x="880" y="4601"/>
                    <a:pt x="591" y="4541"/>
                  </a:cubicBezTo>
                  <a:cubicBezTo>
                    <a:pt x="265" y="4472"/>
                    <a:pt x="51" y="4349"/>
                    <a:pt x="19" y="4212"/>
                  </a:cubicBezTo>
                  <a:lnTo>
                    <a:pt x="0" y="1732"/>
                  </a:lnTo>
                  <a:close/>
                </a:path>
              </a:pathLst>
            </a:custGeom>
            <a:solidFill>
              <a:srgbClr val="545454"/>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grpSp>
      <p:sp>
        <p:nvSpPr>
          <p:cNvPr id="128" name="Circle">
            <a:extLst>
              <a:ext uri="{FF2B5EF4-FFF2-40B4-BE49-F238E27FC236}">
                <a16:creationId xmlns:a16="http://schemas.microsoft.com/office/drawing/2014/main" id="{EBDB166D-1417-4399-89C1-E5383FCDEE1E}"/>
              </a:ext>
            </a:extLst>
          </p:cNvPr>
          <p:cNvSpPr/>
          <p:nvPr/>
        </p:nvSpPr>
        <p:spPr>
          <a:xfrm>
            <a:off x="1873502" y="3082375"/>
            <a:ext cx="128163" cy="128163"/>
          </a:xfrm>
          <a:prstGeom prst="ellipse">
            <a:avLst/>
          </a:prstGeom>
          <a:solidFill>
            <a:srgbClr val="336699"/>
          </a:solidFill>
          <a:ln w="12700">
            <a:miter lim="400000"/>
          </a:ln>
        </p:spPr>
        <p:txBody>
          <a:bodyPr lIns="0" tIns="0" rIns="0" bIns="0" anchor="ctr"/>
          <a:lstStyle/>
          <a:p>
            <a:pPr algn="ctr"/>
            <a:endParaRPr sz="836">
              <a:latin typeface="微软雅黑" panose="020B0503020204020204" pitchFamily="34" charset="-122"/>
              <a:ea typeface="微软雅黑" panose="020B0503020204020204" pitchFamily="34" charset="-122"/>
            </a:endParaRPr>
          </a:p>
        </p:txBody>
      </p:sp>
      <p:sp>
        <p:nvSpPr>
          <p:cNvPr id="129" name="Graphic 28">
            <a:extLst>
              <a:ext uri="{FF2B5EF4-FFF2-40B4-BE49-F238E27FC236}">
                <a16:creationId xmlns:a16="http://schemas.microsoft.com/office/drawing/2014/main" id="{7E9646A1-D714-6D9F-9166-4306D02BB73D}"/>
              </a:ext>
            </a:extLst>
          </p:cNvPr>
          <p:cNvSpPr/>
          <p:nvPr/>
        </p:nvSpPr>
        <p:spPr>
          <a:xfrm>
            <a:off x="3862473" y="2576039"/>
            <a:ext cx="350119" cy="437264"/>
          </a:xfrm>
          <a:custGeom>
            <a:avLst/>
            <a:gdLst/>
            <a:ahLst/>
            <a:cxnLst>
              <a:cxn ang="0">
                <a:pos x="wd2" y="hd2"/>
              </a:cxn>
              <a:cxn ang="5400000">
                <a:pos x="wd2" y="hd2"/>
              </a:cxn>
              <a:cxn ang="10800000">
                <a:pos x="wd2" y="hd2"/>
              </a:cxn>
              <a:cxn ang="16200000">
                <a:pos x="wd2" y="hd2"/>
              </a:cxn>
            </a:cxnLst>
            <a:rect l="0" t="0" r="r" b="b"/>
            <a:pathLst>
              <a:path w="19390" h="20682" extrusionOk="0">
                <a:moveTo>
                  <a:pt x="16168" y="2152"/>
                </a:moveTo>
                <a:cubicBezTo>
                  <a:pt x="12224" y="-917"/>
                  <a:pt x="6114" y="-675"/>
                  <a:pt x="2520" y="2694"/>
                </a:cubicBezTo>
                <a:cubicBezTo>
                  <a:pt x="-1074" y="6062"/>
                  <a:pt x="-790" y="11280"/>
                  <a:pt x="3153" y="14350"/>
                </a:cubicBezTo>
                <a:cubicBezTo>
                  <a:pt x="3254" y="14428"/>
                  <a:pt x="3357" y="14505"/>
                  <a:pt x="3462" y="14580"/>
                </a:cubicBezTo>
                <a:cubicBezTo>
                  <a:pt x="5717" y="16181"/>
                  <a:pt x="7601" y="18129"/>
                  <a:pt x="9017" y="20322"/>
                </a:cubicBezTo>
                <a:cubicBezTo>
                  <a:pt x="9158" y="20545"/>
                  <a:pt x="9431" y="20683"/>
                  <a:pt x="9727" y="20682"/>
                </a:cubicBezTo>
                <a:cubicBezTo>
                  <a:pt x="10023" y="20682"/>
                  <a:pt x="10295" y="20543"/>
                  <a:pt x="10436" y="20321"/>
                </a:cubicBezTo>
                <a:lnTo>
                  <a:pt x="10502" y="20215"/>
                </a:lnTo>
                <a:cubicBezTo>
                  <a:pt x="11928" y="18048"/>
                  <a:pt x="13808" y="16124"/>
                  <a:pt x="16049" y="14537"/>
                </a:cubicBezTo>
                <a:cubicBezTo>
                  <a:pt x="20082" y="11560"/>
                  <a:pt x="20526" y="6355"/>
                  <a:pt x="17040" y="2910"/>
                </a:cubicBezTo>
                <a:cubicBezTo>
                  <a:pt x="16769" y="2642"/>
                  <a:pt x="16477" y="2389"/>
                  <a:pt x="16168" y="2152"/>
                </a:cubicBezTo>
                <a:close/>
                <a:moveTo>
                  <a:pt x="9727" y="11744"/>
                </a:moveTo>
                <a:cubicBezTo>
                  <a:pt x="7504" y="11744"/>
                  <a:pt x="5702" y="10204"/>
                  <a:pt x="5702" y="8306"/>
                </a:cubicBezTo>
                <a:cubicBezTo>
                  <a:pt x="5702" y="6407"/>
                  <a:pt x="7504" y="4868"/>
                  <a:pt x="9727" y="4868"/>
                </a:cubicBezTo>
                <a:cubicBezTo>
                  <a:pt x="11950" y="4868"/>
                  <a:pt x="13753" y="6407"/>
                  <a:pt x="13753" y="8306"/>
                </a:cubicBezTo>
                <a:cubicBezTo>
                  <a:pt x="13750" y="10204"/>
                  <a:pt x="11949" y="11741"/>
                  <a:pt x="9727" y="11744"/>
                </a:cubicBezTo>
                <a:close/>
              </a:path>
            </a:pathLst>
          </a:custGeom>
          <a:solidFill>
            <a:srgbClr val="3494BA"/>
          </a:solidFill>
          <a:ln w="12700">
            <a:miter lim="400000"/>
          </a:ln>
        </p:spPr>
        <p:txBody>
          <a:bodyPr lIns="22860" rIns="22860" anchor="ct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30" name="Circle">
            <a:extLst>
              <a:ext uri="{FF2B5EF4-FFF2-40B4-BE49-F238E27FC236}">
                <a16:creationId xmlns:a16="http://schemas.microsoft.com/office/drawing/2014/main" id="{DDEAD74B-D3D1-303B-6070-31CA445A7A47}"/>
              </a:ext>
            </a:extLst>
          </p:cNvPr>
          <p:cNvSpPr/>
          <p:nvPr/>
        </p:nvSpPr>
        <p:spPr>
          <a:xfrm>
            <a:off x="3973450" y="3082375"/>
            <a:ext cx="128163" cy="128163"/>
          </a:xfrm>
          <a:prstGeom prst="ellipse">
            <a:avLst/>
          </a:prstGeom>
          <a:solidFill>
            <a:srgbClr val="3494BA"/>
          </a:solidFill>
          <a:ln w="12700">
            <a:miter lim="400000"/>
          </a:ln>
        </p:spPr>
        <p:txBody>
          <a:bodyPr lIns="0" tIns="0" rIns="0" bIns="0" anchor="ctr"/>
          <a:lstStyle/>
          <a:p>
            <a:pPr algn="ctr"/>
            <a:endParaRPr sz="836">
              <a:latin typeface="微软雅黑" panose="020B0503020204020204" pitchFamily="34" charset="-122"/>
              <a:ea typeface="微软雅黑" panose="020B0503020204020204" pitchFamily="34" charset="-122"/>
            </a:endParaRPr>
          </a:p>
        </p:txBody>
      </p:sp>
      <p:sp>
        <p:nvSpPr>
          <p:cNvPr id="131" name="Graphic 28">
            <a:extLst>
              <a:ext uri="{FF2B5EF4-FFF2-40B4-BE49-F238E27FC236}">
                <a16:creationId xmlns:a16="http://schemas.microsoft.com/office/drawing/2014/main" id="{86A96B59-5BA9-4480-CFD8-0600BE8CA95C}"/>
              </a:ext>
            </a:extLst>
          </p:cNvPr>
          <p:cNvSpPr/>
          <p:nvPr/>
        </p:nvSpPr>
        <p:spPr>
          <a:xfrm>
            <a:off x="5962421" y="2576039"/>
            <a:ext cx="350119" cy="437264"/>
          </a:xfrm>
          <a:custGeom>
            <a:avLst/>
            <a:gdLst/>
            <a:ahLst/>
            <a:cxnLst>
              <a:cxn ang="0">
                <a:pos x="wd2" y="hd2"/>
              </a:cxn>
              <a:cxn ang="5400000">
                <a:pos x="wd2" y="hd2"/>
              </a:cxn>
              <a:cxn ang="10800000">
                <a:pos x="wd2" y="hd2"/>
              </a:cxn>
              <a:cxn ang="16200000">
                <a:pos x="wd2" y="hd2"/>
              </a:cxn>
            </a:cxnLst>
            <a:rect l="0" t="0" r="r" b="b"/>
            <a:pathLst>
              <a:path w="19390" h="20682" extrusionOk="0">
                <a:moveTo>
                  <a:pt x="16168" y="2152"/>
                </a:moveTo>
                <a:cubicBezTo>
                  <a:pt x="12224" y="-917"/>
                  <a:pt x="6114" y="-675"/>
                  <a:pt x="2520" y="2694"/>
                </a:cubicBezTo>
                <a:cubicBezTo>
                  <a:pt x="-1074" y="6062"/>
                  <a:pt x="-790" y="11280"/>
                  <a:pt x="3153" y="14350"/>
                </a:cubicBezTo>
                <a:cubicBezTo>
                  <a:pt x="3254" y="14428"/>
                  <a:pt x="3357" y="14505"/>
                  <a:pt x="3462" y="14580"/>
                </a:cubicBezTo>
                <a:cubicBezTo>
                  <a:pt x="5717" y="16181"/>
                  <a:pt x="7601" y="18129"/>
                  <a:pt x="9017" y="20322"/>
                </a:cubicBezTo>
                <a:cubicBezTo>
                  <a:pt x="9158" y="20545"/>
                  <a:pt x="9431" y="20683"/>
                  <a:pt x="9727" y="20682"/>
                </a:cubicBezTo>
                <a:cubicBezTo>
                  <a:pt x="10023" y="20682"/>
                  <a:pt x="10295" y="20543"/>
                  <a:pt x="10436" y="20321"/>
                </a:cubicBezTo>
                <a:lnTo>
                  <a:pt x="10502" y="20215"/>
                </a:lnTo>
                <a:cubicBezTo>
                  <a:pt x="11928" y="18048"/>
                  <a:pt x="13808" y="16124"/>
                  <a:pt x="16049" y="14537"/>
                </a:cubicBezTo>
                <a:cubicBezTo>
                  <a:pt x="20082" y="11560"/>
                  <a:pt x="20526" y="6355"/>
                  <a:pt x="17040" y="2910"/>
                </a:cubicBezTo>
                <a:cubicBezTo>
                  <a:pt x="16769" y="2642"/>
                  <a:pt x="16477" y="2389"/>
                  <a:pt x="16168" y="2152"/>
                </a:cubicBezTo>
                <a:close/>
                <a:moveTo>
                  <a:pt x="9727" y="11744"/>
                </a:moveTo>
                <a:cubicBezTo>
                  <a:pt x="7504" y="11744"/>
                  <a:pt x="5702" y="10204"/>
                  <a:pt x="5702" y="8306"/>
                </a:cubicBezTo>
                <a:cubicBezTo>
                  <a:pt x="5702" y="6407"/>
                  <a:pt x="7504" y="4868"/>
                  <a:pt x="9727" y="4868"/>
                </a:cubicBezTo>
                <a:cubicBezTo>
                  <a:pt x="11950" y="4868"/>
                  <a:pt x="13753" y="6407"/>
                  <a:pt x="13753" y="8306"/>
                </a:cubicBezTo>
                <a:cubicBezTo>
                  <a:pt x="13750" y="10204"/>
                  <a:pt x="11949" y="11741"/>
                  <a:pt x="9727" y="11744"/>
                </a:cubicBezTo>
                <a:close/>
              </a:path>
            </a:pathLst>
          </a:custGeom>
          <a:solidFill>
            <a:srgbClr val="58B6C0"/>
          </a:solidFill>
          <a:ln w="12700">
            <a:miter lim="400000"/>
          </a:ln>
        </p:spPr>
        <p:txBody>
          <a:bodyPr lIns="22860" rIns="22860" anchor="ct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32" name="Circle">
            <a:extLst>
              <a:ext uri="{FF2B5EF4-FFF2-40B4-BE49-F238E27FC236}">
                <a16:creationId xmlns:a16="http://schemas.microsoft.com/office/drawing/2014/main" id="{BA6E8F32-95B9-2237-D05C-074FFE579137}"/>
              </a:ext>
            </a:extLst>
          </p:cNvPr>
          <p:cNvSpPr/>
          <p:nvPr/>
        </p:nvSpPr>
        <p:spPr>
          <a:xfrm>
            <a:off x="6073399" y="3082375"/>
            <a:ext cx="128163" cy="128163"/>
          </a:xfrm>
          <a:prstGeom prst="ellipse">
            <a:avLst/>
          </a:prstGeom>
          <a:solidFill>
            <a:srgbClr val="58B6C0"/>
          </a:solidFill>
          <a:ln w="12700">
            <a:miter lim="400000"/>
          </a:ln>
        </p:spPr>
        <p:txBody>
          <a:bodyPr lIns="0" tIns="0" rIns="0" bIns="0" anchor="ctr"/>
          <a:lstStyle/>
          <a:p>
            <a:pPr algn="ctr"/>
            <a:endParaRPr sz="836">
              <a:latin typeface="微软雅黑" panose="020B0503020204020204" pitchFamily="34" charset="-122"/>
              <a:ea typeface="微软雅黑" panose="020B0503020204020204" pitchFamily="34" charset="-122"/>
            </a:endParaRPr>
          </a:p>
        </p:txBody>
      </p:sp>
      <p:sp>
        <p:nvSpPr>
          <p:cNvPr id="133" name="Graphic 28">
            <a:extLst>
              <a:ext uri="{FF2B5EF4-FFF2-40B4-BE49-F238E27FC236}">
                <a16:creationId xmlns:a16="http://schemas.microsoft.com/office/drawing/2014/main" id="{26C8128C-4A6B-2D54-6EB6-CE5E9E5C3C31}"/>
              </a:ext>
            </a:extLst>
          </p:cNvPr>
          <p:cNvSpPr/>
          <p:nvPr/>
        </p:nvSpPr>
        <p:spPr>
          <a:xfrm>
            <a:off x="8062368" y="2576039"/>
            <a:ext cx="350119" cy="437264"/>
          </a:xfrm>
          <a:custGeom>
            <a:avLst/>
            <a:gdLst/>
            <a:ahLst/>
            <a:cxnLst>
              <a:cxn ang="0">
                <a:pos x="wd2" y="hd2"/>
              </a:cxn>
              <a:cxn ang="5400000">
                <a:pos x="wd2" y="hd2"/>
              </a:cxn>
              <a:cxn ang="10800000">
                <a:pos x="wd2" y="hd2"/>
              </a:cxn>
              <a:cxn ang="16200000">
                <a:pos x="wd2" y="hd2"/>
              </a:cxn>
            </a:cxnLst>
            <a:rect l="0" t="0" r="r" b="b"/>
            <a:pathLst>
              <a:path w="19390" h="20682" extrusionOk="0">
                <a:moveTo>
                  <a:pt x="16168" y="2152"/>
                </a:moveTo>
                <a:cubicBezTo>
                  <a:pt x="12224" y="-917"/>
                  <a:pt x="6114" y="-675"/>
                  <a:pt x="2520" y="2694"/>
                </a:cubicBezTo>
                <a:cubicBezTo>
                  <a:pt x="-1074" y="6062"/>
                  <a:pt x="-790" y="11280"/>
                  <a:pt x="3153" y="14350"/>
                </a:cubicBezTo>
                <a:cubicBezTo>
                  <a:pt x="3254" y="14428"/>
                  <a:pt x="3357" y="14505"/>
                  <a:pt x="3462" y="14580"/>
                </a:cubicBezTo>
                <a:cubicBezTo>
                  <a:pt x="5717" y="16181"/>
                  <a:pt x="7601" y="18129"/>
                  <a:pt x="9017" y="20322"/>
                </a:cubicBezTo>
                <a:cubicBezTo>
                  <a:pt x="9158" y="20545"/>
                  <a:pt x="9431" y="20683"/>
                  <a:pt x="9727" y="20682"/>
                </a:cubicBezTo>
                <a:cubicBezTo>
                  <a:pt x="10023" y="20682"/>
                  <a:pt x="10295" y="20543"/>
                  <a:pt x="10436" y="20321"/>
                </a:cubicBezTo>
                <a:lnTo>
                  <a:pt x="10502" y="20215"/>
                </a:lnTo>
                <a:cubicBezTo>
                  <a:pt x="11928" y="18048"/>
                  <a:pt x="13808" y="16124"/>
                  <a:pt x="16049" y="14537"/>
                </a:cubicBezTo>
                <a:cubicBezTo>
                  <a:pt x="20082" y="11560"/>
                  <a:pt x="20526" y="6355"/>
                  <a:pt x="17040" y="2910"/>
                </a:cubicBezTo>
                <a:cubicBezTo>
                  <a:pt x="16769" y="2642"/>
                  <a:pt x="16477" y="2389"/>
                  <a:pt x="16168" y="2152"/>
                </a:cubicBezTo>
                <a:close/>
                <a:moveTo>
                  <a:pt x="9727" y="11744"/>
                </a:moveTo>
                <a:cubicBezTo>
                  <a:pt x="7504" y="11744"/>
                  <a:pt x="5702" y="10204"/>
                  <a:pt x="5702" y="8306"/>
                </a:cubicBezTo>
                <a:cubicBezTo>
                  <a:pt x="5702" y="6407"/>
                  <a:pt x="7504" y="4868"/>
                  <a:pt x="9727" y="4868"/>
                </a:cubicBezTo>
                <a:cubicBezTo>
                  <a:pt x="11950" y="4868"/>
                  <a:pt x="13753" y="6407"/>
                  <a:pt x="13753" y="8306"/>
                </a:cubicBezTo>
                <a:cubicBezTo>
                  <a:pt x="13750" y="10204"/>
                  <a:pt x="11949" y="11741"/>
                  <a:pt x="9727" y="11744"/>
                </a:cubicBezTo>
                <a:close/>
              </a:path>
            </a:pathLst>
          </a:custGeom>
          <a:solidFill>
            <a:srgbClr val="535353"/>
          </a:solidFill>
          <a:ln w="12700">
            <a:miter lim="400000"/>
          </a:ln>
        </p:spPr>
        <p:txBody>
          <a:bodyPr lIns="22860" rIns="22860" anchor="ct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34" name="Circle">
            <a:extLst>
              <a:ext uri="{FF2B5EF4-FFF2-40B4-BE49-F238E27FC236}">
                <a16:creationId xmlns:a16="http://schemas.microsoft.com/office/drawing/2014/main" id="{5063AF47-B328-3AED-2AA7-BC9492E4FEA0}"/>
              </a:ext>
            </a:extLst>
          </p:cNvPr>
          <p:cNvSpPr/>
          <p:nvPr/>
        </p:nvSpPr>
        <p:spPr>
          <a:xfrm>
            <a:off x="8173348" y="3082375"/>
            <a:ext cx="128163" cy="128163"/>
          </a:xfrm>
          <a:prstGeom prst="ellipse">
            <a:avLst/>
          </a:prstGeom>
          <a:solidFill>
            <a:srgbClr val="535353"/>
          </a:solidFill>
          <a:ln w="12700">
            <a:miter lim="400000"/>
          </a:ln>
        </p:spPr>
        <p:txBody>
          <a:bodyPr lIns="0" tIns="0" rIns="0" bIns="0" anchor="ctr"/>
          <a:lstStyle/>
          <a:p>
            <a:pPr algn="ctr"/>
            <a:endParaRPr sz="836">
              <a:latin typeface="微软雅黑" panose="020B0503020204020204" pitchFamily="34" charset="-122"/>
              <a:ea typeface="微软雅黑" panose="020B0503020204020204" pitchFamily="34" charset="-122"/>
            </a:endParaRPr>
          </a:p>
        </p:txBody>
      </p:sp>
      <p:sp>
        <p:nvSpPr>
          <p:cNvPr id="135" name="Graphic 28">
            <a:extLst>
              <a:ext uri="{FF2B5EF4-FFF2-40B4-BE49-F238E27FC236}">
                <a16:creationId xmlns:a16="http://schemas.microsoft.com/office/drawing/2014/main" id="{F20F4724-09A0-D0E5-ECC0-A7DA07D0F22C}"/>
              </a:ext>
            </a:extLst>
          </p:cNvPr>
          <p:cNvSpPr/>
          <p:nvPr/>
        </p:nvSpPr>
        <p:spPr>
          <a:xfrm>
            <a:off x="10162318" y="2576039"/>
            <a:ext cx="350119" cy="437264"/>
          </a:xfrm>
          <a:custGeom>
            <a:avLst/>
            <a:gdLst/>
            <a:ahLst/>
            <a:cxnLst>
              <a:cxn ang="0">
                <a:pos x="wd2" y="hd2"/>
              </a:cxn>
              <a:cxn ang="5400000">
                <a:pos x="wd2" y="hd2"/>
              </a:cxn>
              <a:cxn ang="10800000">
                <a:pos x="wd2" y="hd2"/>
              </a:cxn>
              <a:cxn ang="16200000">
                <a:pos x="wd2" y="hd2"/>
              </a:cxn>
            </a:cxnLst>
            <a:rect l="0" t="0" r="r" b="b"/>
            <a:pathLst>
              <a:path w="19390" h="20682" extrusionOk="0">
                <a:moveTo>
                  <a:pt x="16168" y="2152"/>
                </a:moveTo>
                <a:cubicBezTo>
                  <a:pt x="12224" y="-917"/>
                  <a:pt x="6114" y="-675"/>
                  <a:pt x="2520" y="2694"/>
                </a:cubicBezTo>
                <a:cubicBezTo>
                  <a:pt x="-1074" y="6062"/>
                  <a:pt x="-790" y="11280"/>
                  <a:pt x="3153" y="14350"/>
                </a:cubicBezTo>
                <a:cubicBezTo>
                  <a:pt x="3254" y="14428"/>
                  <a:pt x="3357" y="14505"/>
                  <a:pt x="3462" y="14580"/>
                </a:cubicBezTo>
                <a:cubicBezTo>
                  <a:pt x="5717" y="16181"/>
                  <a:pt x="7601" y="18129"/>
                  <a:pt x="9017" y="20322"/>
                </a:cubicBezTo>
                <a:cubicBezTo>
                  <a:pt x="9158" y="20545"/>
                  <a:pt x="9431" y="20683"/>
                  <a:pt x="9727" y="20682"/>
                </a:cubicBezTo>
                <a:cubicBezTo>
                  <a:pt x="10023" y="20682"/>
                  <a:pt x="10295" y="20543"/>
                  <a:pt x="10436" y="20321"/>
                </a:cubicBezTo>
                <a:lnTo>
                  <a:pt x="10502" y="20215"/>
                </a:lnTo>
                <a:cubicBezTo>
                  <a:pt x="11928" y="18048"/>
                  <a:pt x="13808" y="16124"/>
                  <a:pt x="16049" y="14537"/>
                </a:cubicBezTo>
                <a:cubicBezTo>
                  <a:pt x="20082" y="11560"/>
                  <a:pt x="20526" y="6355"/>
                  <a:pt x="17040" y="2910"/>
                </a:cubicBezTo>
                <a:cubicBezTo>
                  <a:pt x="16769" y="2642"/>
                  <a:pt x="16477" y="2389"/>
                  <a:pt x="16168" y="2152"/>
                </a:cubicBezTo>
                <a:close/>
                <a:moveTo>
                  <a:pt x="9727" y="11744"/>
                </a:moveTo>
                <a:cubicBezTo>
                  <a:pt x="7504" y="11744"/>
                  <a:pt x="5702" y="10204"/>
                  <a:pt x="5702" y="8306"/>
                </a:cubicBezTo>
                <a:cubicBezTo>
                  <a:pt x="5702" y="6407"/>
                  <a:pt x="7504" y="4868"/>
                  <a:pt x="9727" y="4868"/>
                </a:cubicBezTo>
                <a:cubicBezTo>
                  <a:pt x="11950" y="4868"/>
                  <a:pt x="13753" y="6407"/>
                  <a:pt x="13753" y="8306"/>
                </a:cubicBezTo>
                <a:cubicBezTo>
                  <a:pt x="13750" y="10204"/>
                  <a:pt x="11949" y="11741"/>
                  <a:pt x="9727" y="11744"/>
                </a:cubicBezTo>
                <a:close/>
              </a:path>
            </a:pathLst>
          </a:custGeom>
          <a:solidFill>
            <a:srgbClr val="336699"/>
          </a:solidFill>
          <a:ln w="12700">
            <a:miter lim="400000"/>
          </a:ln>
        </p:spPr>
        <p:txBody>
          <a:bodyPr lIns="22860" rIns="22860" anchor="ct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36" name="Circle">
            <a:extLst>
              <a:ext uri="{FF2B5EF4-FFF2-40B4-BE49-F238E27FC236}">
                <a16:creationId xmlns:a16="http://schemas.microsoft.com/office/drawing/2014/main" id="{2605BB1F-F89D-D87F-9C0C-BF9BB8B01EFD}"/>
              </a:ext>
            </a:extLst>
          </p:cNvPr>
          <p:cNvSpPr/>
          <p:nvPr/>
        </p:nvSpPr>
        <p:spPr>
          <a:xfrm>
            <a:off x="10273296" y="3082375"/>
            <a:ext cx="128163" cy="128163"/>
          </a:xfrm>
          <a:prstGeom prst="ellipse">
            <a:avLst/>
          </a:prstGeom>
          <a:solidFill>
            <a:srgbClr val="336699"/>
          </a:solidFill>
          <a:ln w="12700">
            <a:miter lim="400000"/>
          </a:ln>
        </p:spPr>
        <p:txBody>
          <a:bodyPr lIns="0" tIns="0" rIns="0" bIns="0" anchor="ctr"/>
          <a:lstStyle/>
          <a:p>
            <a:pPr algn="ctr"/>
            <a:endParaRPr sz="836">
              <a:latin typeface="微软雅黑" panose="020B0503020204020204" pitchFamily="34" charset="-122"/>
              <a:ea typeface="微软雅黑" panose="020B0503020204020204" pitchFamily="34" charset="-122"/>
            </a:endParaRPr>
          </a:p>
        </p:txBody>
      </p:sp>
      <p:grpSp>
        <p:nvGrpSpPr>
          <p:cNvPr id="137" name="Group">
            <a:extLst>
              <a:ext uri="{FF2B5EF4-FFF2-40B4-BE49-F238E27FC236}">
                <a16:creationId xmlns:a16="http://schemas.microsoft.com/office/drawing/2014/main" id="{F18AA94C-572E-C581-7FF2-D33BD3979EB7}"/>
              </a:ext>
            </a:extLst>
          </p:cNvPr>
          <p:cNvGrpSpPr/>
          <p:nvPr/>
        </p:nvGrpSpPr>
        <p:grpSpPr>
          <a:xfrm>
            <a:off x="3927240" y="2631603"/>
            <a:ext cx="226935" cy="226935"/>
            <a:chOff x="-1" y="-1"/>
            <a:chExt cx="455093" cy="455093"/>
          </a:xfrm>
        </p:grpSpPr>
        <p:sp>
          <p:nvSpPr>
            <p:cNvPr id="138" name="Circle">
              <a:extLst>
                <a:ext uri="{FF2B5EF4-FFF2-40B4-BE49-F238E27FC236}">
                  <a16:creationId xmlns:a16="http://schemas.microsoft.com/office/drawing/2014/main" id="{B29E8789-CBF2-4350-ABEC-A869BEDB86AD}"/>
                </a:ext>
              </a:extLst>
            </p:cNvPr>
            <p:cNvSpPr/>
            <p:nvPr/>
          </p:nvSpPr>
          <p:spPr>
            <a:xfrm>
              <a:off x="-1" y="-1"/>
              <a:ext cx="455093" cy="455093"/>
            </a:xfrm>
            <a:prstGeom prst="ellipse">
              <a:avLst/>
            </a:prstGeom>
            <a:solidFill>
              <a:srgbClr val="F6F6F7"/>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sp>
          <p:nvSpPr>
            <p:cNvPr id="139" name="Shape">
              <a:extLst>
                <a:ext uri="{FF2B5EF4-FFF2-40B4-BE49-F238E27FC236}">
                  <a16:creationId xmlns:a16="http://schemas.microsoft.com/office/drawing/2014/main" id="{E92F824A-465C-775C-2607-D2AA9893A065}"/>
                </a:ext>
              </a:extLst>
            </p:cNvPr>
            <p:cNvSpPr/>
            <p:nvPr/>
          </p:nvSpPr>
          <p:spPr>
            <a:xfrm>
              <a:off x="170773" y="123361"/>
              <a:ext cx="122646" cy="181055"/>
            </a:xfrm>
            <a:custGeom>
              <a:avLst/>
              <a:gdLst/>
              <a:ahLst/>
              <a:cxnLst>
                <a:cxn ang="0">
                  <a:pos x="wd2" y="hd2"/>
                </a:cxn>
                <a:cxn ang="5400000">
                  <a:pos x="wd2" y="hd2"/>
                </a:cxn>
                <a:cxn ang="10800000">
                  <a:pos x="wd2" y="hd2"/>
                </a:cxn>
                <a:cxn ang="16200000">
                  <a:pos x="wd2" y="hd2"/>
                </a:cxn>
              </a:cxnLst>
              <a:rect l="0" t="0" r="r" b="b"/>
              <a:pathLst>
                <a:path w="21596" h="21538" extrusionOk="0">
                  <a:moveTo>
                    <a:pt x="6392" y="6090"/>
                  </a:moveTo>
                  <a:lnTo>
                    <a:pt x="6392" y="6882"/>
                  </a:lnTo>
                  <a:cubicBezTo>
                    <a:pt x="6396" y="6960"/>
                    <a:pt x="6364" y="7038"/>
                    <a:pt x="6299" y="7103"/>
                  </a:cubicBezTo>
                  <a:cubicBezTo>
                    <a:pt x="6199" y="7203"/>
                    <a:pt x="6036" y="7265"/>
                    <a:pt x="5859" y="7271"/>
                  </a:cubicBezTo>
                  <a:lnTo>
                    <a:pt x="664" y="7276"/>
                  </a:lnTo>
                  <a:cubicBezTo>
                    <a:pt x="513" y="7279"/>
                    <a:pt x="364" y="7246"/>
                    <a:pt x="246" y="7182"/>
                  </a:cubicBezTo>
                  <a:cubicBezTo>
                    <a:pt x="87" y="7096"/>
                    <a:pt x="-4" y="6966"/>
                    <a:pt x="0" y="6829"/>
                  </a:cubicBezTo>
                  <a:lnTo>
                    <a:pt x="0" y="5619"/>
                  </a:lnTo>
                  <a:cubicBezTo>
                    <a:pt x="70" y="4333"/>
                    <a:pt x="814" y="3104"/>
                    <a:pt x="2100" y="2154"/>
                  </a:cubicBezTo>
                  <a:cubicBezTo>
                    <a:pt x="3421" y="1178"/>
                    <a:pt x="5208" y="568"/>
                    <a:pt x="7110" y="255"/>
                  </a:cubicBezTo>
                  <a:cubicBezTo>
                    <a:pt x="8638" y="4"/>
                    <a:pt x="10219" y="-53"/>
                    <a:pt x="11785" y="45"/>
                  </a:cubicBezTo>
                  <a:cubicBezTo>
                    <a:pt x="13407" y="147"/>
                    <a:pt x="15006" y="416"/>
                    <a:pt x="16439" y="941"/>
                  </a:cubicBezTo>
                  <a:cubicBezTo>
                    <a:pt x="17732" y="1414"/>
                    <a:pt x="18850" y="2083"/>
                    <a:pt x="19663" y="2911"/>
                  </a:cubicBezTo>
                  <a:cubicBezTo>
                    <a:pt x="20479" y="3743"/>
                    <a:pt x="20958" y="4708"/>
                    <a:pt x="20995" y="5706"/>
                  </a:cubicBezTo>
                  <a:cubicBezTo>
                    <a:pt x="21032" y="6696"/>
                    <a:pt x="20633" y="7663"/>
                    <a:pt x="20034" y="8566"/>
                  </a:cubicBezTo>
                  <a:cubicBezTo>
                    <a:pt x="19352" y="9594"/>
                    <a:pt x="18420" y="10534"/>
                    <a:pt x="17385" y="11416"/>
                  </a:cubicBezTo>
                  <a:cubicBezTo>
                    <a:pt x="16088" y="12522"/>
                    <a:pt x="14633" y="13536"/>
                    <a:pt x="13193" y="14557"/>
                  </a:cubicBezTo>
                  <a:cubicBezTo>
                    <a:pt x="11732" y="15593"/>
                    <a:pt x="10284" y="16637"/>
                    <a:pt x="8849" y="17689"/>
                  </a:cubicBezTo>
                  <a:cubicBezTo>
                    <a:pt x="8783" y="17718"/>
                    <a:pt x="8752" y="17772"/>
                    <a:pt x="8771" y="17824"/>
                  </a:cubicBezTo>
                  <a:cubicBezTo>
                    <a:pt x="8792" y="17880"/>
                    <a:pt x="8867" y="17919"/>
                    <a:pt x="8953" y="17919"/>
                  </a:cubicBezTo>
                  <a:lnTo>
                    <a:pt x="20829" y="17919"/>
                  </a:lnTo>
                  <a:cubicBezTo>
                    <a:pt x="21022" y="17905"/>
                    <a:pt x="21215" y="17947"/>
                    <a:pt x="21361" y="18034"/>
                  </a:cubicBezTo>
                  <a:cubicBezTo>
                    <a:pt x="21510" y="18123"/>
                    <a:pt x="21595" y="18250"/>
                    <a:pt x="21596" y="18384"/>
                  </a:cubicBezTo>
                  <a:lnTo>
                    <a:pt x="21596" y="21136"/>
                  </a:lnTo>
                  <a:cubicBezTo>
                    <a:pt x="21581" y="21230"/>
                    <a:pt x="21522" y="21318"/>
                    <a:pt x="21429" y="21387"/>
                  </a:cubicBezTo>
                  <a:cubicBezTo>
                    <a:pt x="21320" y="21470"/>
                    <a:pt x="21169" y="21522"/>
                    <a:pt x="21007" y="21534"/>
                  </a:cubicBezTo>
                  <a:lnTo>
                    <a:pt x="979" y="21534"/>
                  </a:lnTo>
                  <a:cubicBezTo>
                    <a:pt x="819" y="21547"/>
                    <a:pt x="657" y="21521"/>
                    <a:pt x="522" y="21461"/>
                  </a:cubicBezTo>
                  <a:cubicBezTo>
                    <a:pt x="361" y="21389"/>
                    <a:pt x="252" y="21274"/>
                    <a:pt x="222" y="21146"/>
                  </a:cubicBezTo>
                  <a:lnTo>
                    <a:pt x="189" y="18578"/>
                  </a:lnTo>
                  <a:cubicBezTo>
                    <a:pt x="178" y="18441"/>
                    <a:pt x="210" y="18305"/>
                    <a:pt x="282" y="18177"/>
                  </a:cubicBezTo>
                  <a:cubicBezTo>
                    <a:pt x="350" y="18057"/>
                    <a:pt x="453" y="17948"/>
                    <a:pt x="584" y="17855"/>
                  </a:cubicBezTo>
                  <a:lnTo>
                    <a:pt x="11394" y="10005"/>
                  </a:lnTo>
                  <a:cubicBezTo>
                    <a:pt x="11963" y="9497"/>
                    <a:pt x="12527" y="8986"/>
                    <a:pt x="13086" y="8472"/>
                  </a:cubicBezTo>
                  <a:cubicBezTo>
                    <a:pt x="13627" y="7974"/>
                    <a:pt x="14170" y="7464"/>
                    <a:pt x="14420" y="6868"/>
                  </a:cubicBezTo>
                  <a:cubicBezTo>
                    <a:pt x="14709" y="6181"/>
                    <a:pt x="14575" y="5464"/>
                    <a:pt x="14044" y="4885"/>
                  </a:cubicBezTo>
                  <a:cubicBezTo>
                    <a:pt x="13593" y="4393"/>
                    <a:pt x="12875" y="4026"/>
                    <a:pt x="12023" y="3825"/>
                  </a:cubicBezTo>
                  <a:cubicBezTo>
                    <a:pt x="10659" y="3503"/>
                    <a:pt x="9231" y="3631"/>
                    <a:pt x="8076" y="4087"/>
                  </a:cubicBezTo>
                  <a:cubicBezTo>
                    <a:pt x="7569" y="4288"/>
                    <a:pt x="7113" y="4553"/>
                    <a:pt x="6802" y="4894"/>
                  </a:cubicBezTo>
                  <a:cubicBezTo>
                    <a:pt x="6487" y="5241"/>
                    <a:pt x="6333" y="5657"/>
                    <a:pt x="6392" y="6090"/>
                  </a:cubicBezTo>
                  <a:close/>
                </a:path>
              </a:pathLst>
            </a:custGeom>
            <a:solidFill>
              <a:srgbClr val="545454"/>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grpSp>
      <p:grpSp>
        <p:nvGrpSpPr>
          <p:cNvPr id="140" name="Group">
            <a:extLst>
              <a:ext uri="{FF2B5EF4-FFF2-40B4-BE49-F238E27FC236}">
                <a16:creationId xmlns:a16="http://schemas.microsoft.com/office/drawing/2014/main" id="{BBF76A2B-DCC2-F4EE-D0EC-D7C49F3BF033}"/>
              </a:ext>
            </a:extLst>
          </p:cNvPr>
          <p:cNvGrpSpPr/>
          <p:nvPr/>
        </p:nvGrpSpPr>
        <p:grpSpPr>
          <a:xfrm>
            <a:off x="6021978" y="2631603"/>
            <a:ext cx="226935" cy="226935"/>
            <a:chOff x="-1" y="-1"/>
            <a:chExt cx="455093" cy="455093"/>
          </a:xfrm>
        </p:grpSpPr>
        <p:sp>
          <p:nvSpPr>
            <p:cNvPr id="141" name="Circle">
              <a:extLst>
                <a:ext uri="{FF2B5EF4-FFF2-40B4-BE49-F238E27FC236}">
                  <a16:creationId xmlns:a16="http://schemas.microsoft.com/office/drawing/2014/main" id="{BBD3EB88-1D62-6D32-C1FA-DB735D11CAF3}"/>
                </a:ext>
              </a:extLst>
            </p:cNvPr>
            <p:cNvSpPr/>
            <p:nvPr/>
          </p:nvSpPr>
          <p:spPr>
            <a:xfrm>
              <a:off x="-1" y="-1"/>
              <a:ext cx="455093" cy="455093"/>
            </a:xfrm>
            <a:prstGeom prst="ellipse">
              <a:avLst/>
            </a:prstGeom>
            <a:solidFill>
              <a:srgbClr val="F6F6F7"/>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sp>
          <p:nvSpPr>
            <p:cNvPr id="142" name="Shape">
              <a:extLst>
                <a:ext uri="{FF2B5EF4-FFF2-40B4-BE49-F238E27FC236}">
                  <a16:creationId xmlns:a16="http://schemas.microsoft.com/office/drawing/2014/main" id="{1067F9DB-9CCB-EAEB-7BE3-45F9E2248C68}"/>
                </a:ext>
              </a:extLst>
            </p:cNvPr>
            <p:cNvSpPr/>
            <p:nvPr/>
          </p:nvSpPr>
          <p:spPr>
            <a:xfrm>
              <a:off x="172768" y="136711"/>
              <a:ext cx="118656" cy="181669"/>
            </a:xfrm>
            <a:custGeom>
              <a:avLst/>
              <a:gdLst/>
              <a:ahLst/>
              <a:cxnLst>
                <a:cxn ang="0">
                  <a:pos x="wd2" y="hd2"/>
                </a:cxn>
                <a:cxn ang="5400000">
                  <a:pos x="wd2" y="hd2"/>
                </a:cxn>
                <a:cxn ang="10800000">
                  <a:pos x="wd2" y="hd2"/>
                </a:cxn>
                <a:cxn ang="16200000">
                  <a:pos x="wd2" y="hd2"/>
                </a:cxn>
              </a:cxnLst>
              <a:rect l="0" t="0" r="r" b="b"/>
              <a:pathLst>
                <a:path w="21513" h="21591" extrusionOk="0">
                  <a:moveTo>
                    <a:pt x="12133" y="3705"/>
                  </a:moveTo>
                  <a:lnTo>
                    <a:pt x="1263" y="3705"/>
                  </a:lnTo>
                  <a:cubicBezTo>
                    <a:pt x="1093" y="3705"/>
                    <a:pt x="928" y="3666"/>
                    <a:pt x="798" y="3594"/>
                  </a:cubicBezTo>
                  <a:cubicBezTo>
                    <a:pt x="678" y="3528"/>
                    <a:pt x="594" y="3438"/>
                    <a:pt x="560" y="3337"/>
                  </a:cubicBezTo>
                  <a:lnTo>
                    <a:pt x="560" y="514"/>
                  </a:lnTo>
                  <a:cubicBezTo>
                    <a:pt x="555" y="373"/>
                    <a:pt x="640" y="238"/>
                    <a:pt x="793" y="140"/>
                  </a:cubicBezTo>
                  <a:cubicBezTo>
                    <a:pt x="918" y="60"/>
                    <a:pt x="1081" y="11"/>
                    <a:pt x="1254" y="0"/>
                  </a:cubicBezTo>
                  <a:lnTo>
                    <a:pt x="20447" y="0"/>
                  </a:lnTo>
                  <a:cubicBezTo>
                    <a:pt x="20614" y="-2"/>
                    <a:pt x="20776" y="39"/>
                    <a:pt x="20896" y="115"/>
                  </a:cubicBezTo>
                  <a:cubicBezTo>
                    <a:pt x="21022" y="193"/>
                    <a:pt x="21092" y="302"/>
                    <a:pt x="21092" y="415"/>
                  </a:cubicBezTo>
                  <a:lnTo>
                    <a:pt x="21092" y="3562"/>
                  </a:lnTo>
                  <a:cubicBezTo>
                    <a:pt x="21087" y="3658"/>
                    <a:pt x="21056" y="3753"/>
                    <a:pt x="21000" y="3842"/>
                  </a:cubicBezTo>
                  <a:cubicBezTo>
                    <a:pt x="20947" y="3928"/>
                    <a:pt x="20871" y="4008"/>
                    <a:pt x="20776" y="4078"/>
                  </a:cubicBezTo>
                  <a:lnTo>
                    <a:pt x="14615" y="7758"/>
                  </a:lnTo>
                  <a:cubicBezTo>
                    <a:pt x="14538" y="7808"/>
                    <a:pt x="14510" y="7882"/>
                    <a:pt x="14542" y="7950"/>
                  </a:cubicBezTo>
                  <a:cubicBezTo>
                    <a:pt x="14567" y="8001"/>
                    <a:pt x="14623" y="8042"/>
                    <a:pt x="14697" y="8064"/>
                  </a:cubicBezTo>
                  <a:cubicBezTo>
                    <a:pt x="15727" y="8167"/>
                    <a:pt x="16712" y="8411"/>
                    <a:pt x="17589" y="8779"/>
                  </a:cubicBezTo>
                  <a:cubicBezTo>
                    <a:pt x="18597" y="9202"/>
                    <a:pt x="19434" y="9776"/>
                    <a:pt x="20059" y="10445"/>
                  </a:cubicBezTo>
                  <a:cubicBezTo>
                    <a:pt x="20822" y="11262"/>
                    <a:pt x="21235" y="12169"/>
                    <a:pt x="21412" y="13104"/>
                  </a:cubicBezTo>
                  <a:cubicBezTo>
                    <a:pt x="21588" y="14039"/>
                    <a:pt x="21528" y="15007"/>
                    <a:pt x="21273" y="15951"/>
                  </a:cubicBezTo>
                  <a:cubicBezTo>
                    <a:pt x="21068" y="16709"/>
                    <a:pt x="20740" y="17451"/>
                    <a:pt x="20211" y="18132"/>
                  </a:cubicBezTo>
                  <a:cubicBezTo>
                    <a:pt x="19696" y="18796"/>
                    <a:pt x="18997" y="19394"/>
                    <a:pt x="18143" y="19891"/>
                  </a:cubicBezTo>
                  <a:cubicBezTo>
                    <a:pt x="16120" y="21069"/>
                    <a:pt x="13441" y="21598"/>
                    <a:pt x="10734" y="21591"/>
                  </a:cubicBezTo>
                  <a:cubicBezTo>
                    <a:pt x="9081" y="21587"/>
                    <a:pt x="7448" y="21385"/>
                    <a:pt x="5977" y="20953"/>
                  </a:cubicBezTo>
                  <a:cubicBezTo>
                    <a:pt x="4452" y="20506"/>
                    <a:pt x="3115" y="19817"/>
                    <a:pt x="2073" y="18929"/>
                  </a:cubicBezTo>
                  <a:cubicBezTo>
                    <a:pt x="862" y="17895"/>
                    <a:pt x="145" y="16650"/>
                    <a:pt x="13" y="15350"/>
                  </a:cubicBezTo>
                  <a:lnTo>
                    <a:pt x="2" y="14852"/>
                  </a:lnTo>
                  <a:cubicBezTo>
                    <a:pt x="-12" y="14739"/>
                    <a:pt x="49" y="14627"/>
                    <a:pt x="170" y="14546"/>
                  </a:cubicBezTo>
                  <a:cubicBezTo>
                    <a:pt x="295" y="14462"/>
                    <a:pt x="469" y="14420"/>
                    <a:pt x="646" y="14429"/>
                  </a:cubicBezTo>
                  <a:lnTo>
                    <a:pt x="5990" y="14429"/>
                  </a:lnTo>
                  <a:cubicBezTo>
                    <a:pt x="6127" y="14434"/>
                    <a:pt x="6257" y="14472"/>
                    <a:pt x="6355" y="14535"/>
                  </a:cubicBezTo>
                  <a:cubicBezTo>
                    <a:pt x="6460" y="14603"/>
                    <a:pt x="6522" y="14695"/>
                    <a:pt x="6526" y="14791"/>
                  </a:cubicBezTo>
                  <a:cubicBezTo>
                    <a:pt x="6610" y="15121"/>
                    <a:pt x="6718" y="15448"/>
                    <a:pt x="6850" y="15771"/>
                  </a:cubicBezTo>
                  <a:cubicBezTo>
                    <a:pt x="6942" y="15998"/>
                    <a:pt x="7046" y="16223"/>
                    <a:pt x="7161" y="16445"/>
                  </a:cubicBezTo>
                  <a:cubicBezTo>
                    <a:pt x="7666" y="17125"/>
                    <a:pt x="8547" y="17608"/>
                    <a:pt x="9568" y="17834"/>
                  </a:cubicBezTo>
                  <a:cubicBezTo>
                    <a:pt x="10568" y="18055"/>
                    <a:pt x="11702" y="18029"/>
                    <a:pt x="12693" y="17662"/>
                  </a:cubicBezTo>
                  <a:cubicBezTo>
                    <a:pt x="14380" y="17037"/>
                    <a:pt x="14922" y="15695"/>
                    <a:pt x="14955" y="14403"/>
                  </a:cubicBezTo>
                  <a:cubicBezTo>
                    <a:pt x="14994" y="12890"/>
                    <a:pt x="14322" y="11313"/>
                    <a:pt x="12282" y="10703"/>
                  </a:cubicBezTo>
                  <a:cubicBezTo>
                    <a:pt x="11786" y="10554"/>
                    <a:pt x="11242" y="10487"/>
                    <a:pt x="10698" y="10509"/>
                  </a:cubicBezTo>
                  <a:cubicBezTo>
                    <a:pt x="10298" y="10525"/>
                    <a:pt x="9905" y="10589"/>
                    <a:pt x="9540" y="10698"/>
                  </a:cubicBezTo>
                  <a:lnTo>
                    <a:pt x="8545" y="11086"/>
                  </a:lnTo>
                  <a:cubicBezTo>
                    <a:pt x="8397" y="11157"/>
                    <a:pt x="8216" y="11191"/>
                    <a:pt x="8034" y="11182"/>
                  </a:cubicBezTo>
                  <a:cubicBezTo>
                    <a:pt x="7838" y="11172"/>
                    <a:pt x="7656" y="11114"/>
                    <a:pt x="7523" y="11019"/>
                  </a:cubicBezTo>
                  <a:lnTo>
                    <a:pt x="4907" y="8740"/>
                  </a:lnTo>
                  <a:cubicBezTo>
                    <a:pt x="4780" y="8645"/>
                    <a:pt x="4719" y="8520"/>
                    <a:pt x="4739" y="8394"/>
                  </a:cubicBezTo>
                  <a:cubicBezTo>
                    <a:pt x="4758" y="8276"/>
                    <a:pt x="4847" y="8168"/>
                    <a:pt x="4987" y="8092"/>
                  </a:cubicBezTo>
                  <a:lnTo>
                    <a:pt x="12302" y="3940"/>
                  </a:lnTo>
                  <a:cubicBezTo>
                    <a:pt x="12347" y="3901"/>
                    <a:pt x="12360" y="3851"/>
                    <a:pt x="12336" y="3805"/>
                  </a:cubicBezTo>
                  <a:cubicBezTo>
                    <a:pt x="12306" y="3747"/>
                    <a:pt x="12226" y="3707"/>
                    <a:pt x="12133" y="3705"/>
                  </a:cubicBezTo>
                  <a:close/>
                </a:path>
              </a:pathLst>
            </a:custGeom>
            <a:solidFill>
              <a:srgbClr val="545454"/>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grpSp>
      <p:grpSp>
        <p:nvGrpSpPr>
          <p:cNvPr id="143" name="Group">
            <a:extLst>
              <a:ext uri="{FF2B5EF4-FFF2-40B4-BE49-F238E27FC236}">
                <a16:creationId xmlns:a16="http://schemas.microsoft.com/office/drawing/2014/main" id="{82D9491A-9D64-D348-7DC8-38D03D950B6B}"/>
              </a:ext>
            </a:extLst>
          </p:cNvPr>
          <p:cNvGrpSpPr/>
          <p:nvPr/>
        </p:nvGrpSpPr>
        <p:grpSpPr>
          <a:xfrm>
            <a:off x="8127899" y="2631603"/>
            <a:ext cx="226935" cy="226935"/>
            <a:chOff x="0" y="-1"/>
            <a:chExt cx="455093" cy="455093"/>
          </a:xfrm>
        </p:grpSpPr>
        <p:sp>
          <p:nvSpPr>
            <p:cNvPr id="144" name="Circle">
              <a:extLst>
                <a:ext uri="{FF2B5EF4-FFF2-40B4-BE49-F238E27FC236}">
                  <a16:creationId xmlns:a16="http://schemas.microsoft.com/office/drawing/2014/main" id="{5B55BE03-5D4F-F348-39F4-3D7E7B7D6699}"/>
                </a:ext>
              </a:extLst>
            </p:cNvPr>
            <p:cNvSpPr/>
            <p:nvPr/>
          </p:nvSpPr>
          <p:spPr>
            <a:xfrm>
              <a:off x="0" y="-1"/>
              <a:ext cx="455093" cy="455093"/>
            </a:xfrm>
            <a:prstGeom prst="ellipse">
              <a:avLst/>
            </a:prstGeom>
            <a:solidFill>
              <a:srgbClr val="F6F6F7"/>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sp>
          <p:nvSpPr>
            <p:cNvPr id="145" name="Shape">
              <a:extLst>
                <a:ext uri="{FF2B5EF4-FFF2-40B4-BE49-F238E27FC236}">
                  <a16:creationId xmlns:a16="http://schemas.microsoft.com/office/drawing/2014/main" id="{6DAB7F3B-E7C5-C848-BFC5-B988A53BA6AE}"/>
                </a:ext>
              </a:extLst>
            </p:cNvPr>
            <p:cNvSpPr/>
            <p:nvPr/>
          </p:nvSpPr>
          <p:spPr>
            <a:xfrm>
              <a:off x="161670" y="128582"/>
              <a:ext cx="134373" cy="179723"/>
            </a:xfrm>
            <a:custGeom>
              <a:avLst/>
              <a:gdLst/>
              <a:ahLst/>
              <a:cxnLst>
                <a:cxn ang="0">
                  <a:pos x="wd2" y="hd2"/>
                </a:cxn>
                <a:cxn ang="5400000">
                  <a:pos x="wd2" y="hd2"/>
                </a:cxn>
                <a:cxn ang="10800000">
                  <a:pos x="wd2" y="hd2"/>
                </a:cxn>
                <a:cxn ang="16200000">
                  <a:pos x="wd2" y="hd2"/>
                </a:cxn>
              </a:cxnLst>
              <a:rect l="0" t="0" r="r" b="b"/>
              <a:pathLst>
                <a:path w="21591" h="21586" extrusionOk="0">
                  <a:moveTo>
                    <a:pt x="13613" y="470"/>
                  </a:moveTo>
                  <a:cubicBezTo>
                    <a:pt x="13665" y="361"/>
                    <a:pt x="13642" y="239"/>
                    <a:pt x="13550" y="145"/>
                  </a:cubicBezTo>
                  <a:cubicBezTo>
                    <a:pt x="13448" y="41"/>
                    <a:pt x="13277" y="-14"/>
                    <a:pt x="13105" y="3"/>
                  </a:cubicBezTo>
                  <a:lnTo>
                    <a:pt x="8290" y="3"/>
                  </a:lnTo>
                  <a:cubicBezTo>
                    <a:pt x="8122" y="0"/>
                    <a:pt x="7957" y="32"/>
                    <a:pt x="7811" y="95"/>
                  </a:cubicBezTo>
                  <a:cubicBezTo>
                    <a:pt x="7666" y="158"/>
                    <a:pt x="7546" y="251"/>
                    <a:pt x="7468" y="363"/>
                  </a:cubicBezTo>
                  <a:lnTo>
                    <a:pt x="259" y="12493"/>
                  </a:lnTo>
                  <a:cubicBezTo>
                    <a:pt x="159" y="12622"/>
                    <a:pt x="87" y="12762"/>
                    <a:pt x="44" y="12907"/>
                  </a:cubicBezTo>
                  <a:cubicBezTo>
                    <a:pt x="5" y="13039"/>
                    <a:pt x="-8" y="13175"/>
                    <a:pt x="4" y="13309"/>
                  </a:cubicBezTo>
                  <a:lnTo>
                    <a:pt x="4" y="15558"/>
                  </a:lnTo>
                  <a:cubicBezTo>
                    <a:pt x="6" y="15682"/>
                    <a:pt x="72" y="15801"/>
                    <a:pt x="190" y="15888"/>
                  </a:cubicBezTo>
                  <a:cubicBezTo>
                    <a:pt x="307" y="15976"/>
                    <a:pt x="465" y="16026"/>
                    <a:pt x="631" y="16027"/>
                  </a:cubicBezTo>
                  <a:lnTo>
                    <a:pt x="13137" y="16027"/>
                  </a:lnTo>
                  <a:cubicBezTo>
                    <a:pt x="13235" y="16020"/>
                    <a:pt x="13328" y="16058"/>
                    <a:pt x="13373" y="16123"/>
                  </a:cubicBezTo>
                  <a:cubicBezTo>
                    <a:pt x="13393" y="16151"/>
                    <a:pt x="13402" y="16183"/>
                    <a:pt x="13399" y="16215"/>
                  </a:cubicBezTo>
                  <a:lnTo>
                    <a:pt x="13399" y="21194"/>
                  </a:lnTo>
                  <a:cubicBezTo>
                    <a:pt x="13407" y="21292"/>
                    <a:pt x="13461" y="21384"/>
                    <a:pt x="13552" y="21455"/>
                  </a:cubicBezTo>
                  <a:cubicBezTo>
                    <a:pt x="13657" y="21538"/>
                    <a:pt x="13802" y="21585"/>
                    <a:pt x="13954" y="21586"/>
                  </a:cubicBezTo>
                  <a:lnTo>
                    <a:pt x="18605" y="21586"/>
                  </a:lnTo>
                  <a:cubicBezTo>
                    <a:pt x="18737" y="21575"/>
                    <a:pt x="18860" y="21532"/>
                    <a:pt x="18957" y="21465"/>
                  </a:cubicBezTo>
                  <a:cubicBezTo>
                    <a:pt x="19071" y="21386"/>
                    <a:pt x="19141" y="21278"/>
                    <a:pt x="19154" y="21162"/>
                  </a:cubicBezTo>
                  <a:lnTo>
                    <a:pt x="19154" y="16255"/>
                  </a:lnTo>
                  <a:cubicBezTo>
                    <a:pt x="19164" y="16198"/>
                    <a:pt x="19199" y="16146"/>
                    <a:pt x="19254" y="16107"/>
                  </a:cubicBezTo>
                  <a:cubicBezTo>
                    <a:pt x="19328" y="16054"/>
                    <a:pt x="19431" y="16029"/>
                    <a:pt x="19533" y="16039"/>
                  </a:cubicBezTo>
                  <a:lnTo>
                    <a:pt x="21016" y="16039"/>
                  </a:lnTo>
                  <a:cubicBezTo>
                    <a:pt x="21173" y="16029"/>
                    <a:pt x="21320" y="15975"/>
                    <a:pt x="21426" y="15889"/>
                  </a:cubicBezTo>
                  <a:cubicBezTo>
                    <a:pt x="21529" y="15805"/>
                    <a:pt x="21588" y="15696"/>
                    <a:pt x="21591" y="15582"/>
                  </a:cubicBezTo>
                  <a:lnTo>
                    <a:pt x="21591" y="12528"/>
                  </a:lnTo>
                  <a:cubicBezTo>
                    <a:pt x="21592" y="12453"/>
                    <a:pt x="21556" y="12380"/>
                    <a:pt x="21489" y="12323"/>
                  </a:cubicBezTo>
                  <a:cubicBezTo>
                    <a:pt x="21394" y="12242"/>
                    <a:pt x="21250" y="12203"/>
                    <a:pt x="21108" y="12221"/>
                  </a:cubicBezTo>
                  <a:lnTo>
                    <a:pt x="19582" y="12221"/>
                  </a:lnTo>
                  <a:cubicBezTo>
                    <a:pt x="19493" y="12236"/>
                    <a:pt x="19399" y="12223"/>
                    <a:pt x="19323" y="12185"/>
                  </a:cubicBezTo>
                  <a:cubicBezTo>
                    <a:pt x="19250" y="12148"/>
                    <a:pt x="19200" y="12091"/>
                    <a:pt x="19183" y="12026"/>
                  </a:cubicBezTo>
                  <a:lnTo>
                    <a:pt x="19183" y="8346"/>
                  </a:lnTo>
                  <a:cubicBezTo>
                    <a:pt x="19204" y="8201"/>
                    <a:pt x="19129" y="8056"/>
                    <a:pt x="18983" y="7959"/>
                  </a:cubicBezTo>
                  <a:cubicBezTo>
                    <a:pt x="18855" y="7873"/>
                    <a:pt x="18684" y="7832"/>
                    <a:pt x="18514" y="7846"/>
                  </a:cubicBezTo>
                  <a:lnTo>
                    <a:pt x="14014" y="7846"/>
                  </a:lnTo>
                  <a:cubicBezTo>
                    <a:pt x="13824" y="7844"/>
                    <a:pt x="13643" y="7903"/>
                    <a:pt x="13517" y="8008"/>
                  </a:cubicBezTo>
                  <a:cubicBezTo>
                    <a:pt x="13409" y="8099"/>
                    <a:pt x="13350" y="8218"/>
                    <a:pt x="13353" y="8340"/>
                  </a:cubicBezTo>
                  <a:lnTo>
                    <a:pt x="13353" y="11989"/>
                  </a:lnTo>
                  <a:cubicBezTo>
                    <a:pt x="13360" y="12034"/>
                    <a:pt x="13339" y="12078"/>
                    <a:pt x="13297" y="12110"/>
                  </a:cubicBezTo>
                  <a:cubicBezTo>
                    <a:pt x="13254" y="12142"/>
                    <a:pt x="13194" y="12157"/>
                    <a:pt x="13135" y="12152"/>
                  </a:cubicBezTo>
                  <a:lnTo>
                    <a:pt x="6897" y="12152"/>
                  </a:lnTo>
                  <a:cubicBezTo>
                    <a:pt x="6846" y="12154"/>
                    <a:pt x="6798" y="12138"/>
                    <a:pt x="6766" y="12108"/>
                  </a:cubicBezTo>
                  <a:cubicBezTo>
                    <a:pt x="6723" y="12068"/>
                    <a:pt x="6720" y="12012"/>
                    <a:pt x="6758" y="11969"/>
                  </a:cubicBezTo>
                  <a:lnTo>
                    <a:pt x="13613" y="470"/>
                  </a:lnTo>
                  <a:close/>
                </a:path>
              </a:pathLst>
            </a:custGeom>
            <a:solidFill>
              <a:srgbClr val="545454"/>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grpSp>
      <p:grpSp>
        <p:nvGrpSpPr>
          <p:cNvPr id="146" name="Group">
            <a:extLst>
              <a:ext uri="{FF2B5EF4-FFF2-40B4-BE49-F238E27FC236}">
                <a16:creationId xmlns:a16="http://schemas.microsoft.com/office/drawing/2014/main" id="{A4F3575D-3FE7-1E6E-8434-A440B07C2034}"/>
              </a:ext>
            </a:extLst>
          </p:cNvPr>
          <p:cNvGrpSpPr/>
          <p:nvPr/>
        </p:nvGrpSpPr>
        <p:grpSpPr>
          <a:xfrm>
            <a:off x="10223909" y="2631603"/>
            <a:ext cx="226935" cy="226935"/>
            <a:chOff x="-1" y="-1"/>
            <a:chExt cx="455093" cy="455093"/>
          </a:xfrm>
        </p:grpSpPr>
        <p:sp>
          <p:nvSpPr>
            <p:cNvPr id="147" name="Circle">
              <a:extLst>
                <a:ext uri="{FF2B5EF4-FFF2-40B4-BE49-F238E27FC236}">
                  <a16:creationId xmlns:a16="http://schemas.microsoft.com/office/drawing/2014/main" id="{6B5B770C-7859-5D8B-D50A-0353D6733DED}"/>
                </a:ext>
              </a:extLst>
            </p:cNvPr>
            <p:cNvSpPr/>
            <p:nvPr/>
          </p:nvSpPr>
          <p:spPr>
            <a:xfrm>
              <a:off x="-1" y="-1"/>
              <a:ext cx="455093" cy="455093"/>
            </a:xfrm>
            <a:prstGeom prst="ellipse">
              <a:avLst/>
            </a:prstGeom>
            <a:solidFill>
              <a:srgbClr val="F6F6F7"/>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sp>
          <p:nvSpPr>
            <p:cNvPr id="148" name="Shape">
              <a:extLst>
                <a:ext uri="{FF2B5EF4-FFF2-40B4-BE49-F238E27FC236}">
                  <a16:creationId xmlns:a16="http://schemas.microsoft.com/office/drawing/2014/main" id="{B1C47C3C-D8CE-36A3-B19E-8548E0D6E8F4}"/>
                </a:ext>
              </a:extLst>
            </p:cNvPr>
            <p:cNvSpPr/>
            <p:nvPr/>
          </p:nvSpPr>
          <p:spPr>
            <a:xfrm>
              <a:off x="177645" y="132123"/>
              <a:ext cx="117997" cy="181748"/>
            </a:xfrm>
            <a:custGeom>
              <a:avLst/>
              <a:gdLst/>
              <a:ahLst/>
              <a:cxnLst>
                <a:cxn ang="0">
                  <a:pos x="wd2" y="hd2"/>
                </a:cxn>
                <a:cxn ang="5400000">
                  <a:pos x="wd2" y="hd2"/>
                </a:cxn>
                <a:cxn ang="10800000">
                  <a:pos x="wd2" y="hd2"/>
                </a:cxn>
                <a:cxn ang="16200000">
                  <a:pos x="wd2" y="hd2"/>
                </a:cxn>
              </a:cxnLst>
              <a:rect l="0" t="0" r="r" b="b"/>
              <a:pathLst>
                <a:path w="21510" h="21530" extrusionOk="0">
                  <a:moveTo>
                    <a:pt x="666" y="0"/>
                  </a:moveTo>
                  <a:lnTo>
                    <a:pt x="19758" y="0"/>
                  </a:lnTo>
                  <a:cubicBezTo>
                    <a:pt x="19936" y="5"/>
                    <a:pt x="20103" y="55"/>
                    <a:pt x="20225" y="138"/>
                  </a:cubicBezTo>
                  <a:cubicBezTo>
                    <a:pt x="20339" y="216"/>
                    <a:pt x="20406" y="318"/>
                    <a:pt x="20413" y="425"/>
                  </a:cubicBezTo>
                  <a:lnTo>
                    <a:pt x="20413" y="3234"/>
                  </a:lnTo>
                  <a:cubicBezTo>
                    <a:pt x="20405" y="3356"/>
                    <a:pt x="20324" y="3471"/>
                    <a:pt x="20189" y="3556"/>
                  </a:cubicBezTo>
                  <a:cubicBezTo>
                    <a:pt x="20060" y="3637"/>
                    <a:pt x="19891" y="3684"/>
                    <a:pt x="19712" y="3689"/>
                  </a:cubicBezTo>
                  <a:lnTo>
                    <a:pt x="6816" y="3689"/>
                  </a:lnTo>
                  <a:cubicBezTo>
                    <a:pt x="6715" y="3690"/>
                    <a:pt x="6619" y="3719"/>
                    <a:pt x="6552" y="3769"/>
                  </a:cubicBezTo>
                  <a:cubicBezTo>
                    <a:pt x="6496" y="3810"/>
                    <a:pt x="6464" y="3864"/>
                    <a:pt x="6463" y="3919"/>
                  </a:cubicBezTo>
                  <a:lnTo>
                    <a:pt x="6463" y="8251"/>
                  </a:lnTo>
                  <a:cubicBezTo>
                    <a:pt x="6431" y="8318"/>
                    <a:pt x="6474" y="8391"/>
                    <a:pt x="6567" y="8427"/>
                  </a:cubicBezTo>
                  <a:cubicBezTo>
                    <a:pt x="6624" y="8450"/>
                    <a:pt x="6693" y="8455"/>
                    <a:pt x="6756" y="8441"/>
                  </a:cubicBezTo>
                  <a:cubicBezTo>
                    <a:pt x="7651" y="8100"/>
                    <a:pt x="8625" y="7855"/>
                    <a:pt x="9641" y="7716"/>
                  </a:cubicBezTo>
                  <a:cubicBezTo>
                    <a:pt x="10817" y="7554"/>
                    <a:pt x="12027" y="7536"/>
                    <a:pt x="13217" y="7647"/>
                  </a:cubicBezTo>
                  <a:cubicBezTo>
                    <a:pt x="14687" y="7782"/>
                    <a:pt x="16102" y="8111"/>
                    <a:pt x="17340" y="8643"/>
                  </a:cubicBezTo>
                  <a:cubicBezTo>
                    <a:pt x="18522" y="9151"/>
                    <a:pt x="19508" y="9829"/>
                    <a:pt x="20193" y="10635"/>
                  </a:cubicBezTo>
                  <a:cubicBezTo>
                    <a:pt x="21025" y="11612"/>
                    <a:pt x="21372" y="12722"/>
                    <a:pt x="21477" y="13836"/>
                  </a:cubicBezTo>
                  <a:cubicBezTo>
                    <a:pt x="21578" y="14902"/>
                    <a:pt x="21460" y="15978"/>
                    <a:pt x="20946" y="16993"/>
                  </a:cubicBezTo>
                  <a:cubicBezTo>
                    <a:pt x="20346" y="18177"/>
                    <a:pt x="19235" y="19224"/>
                    <a:pt x="17742" y="20007"/>
                  </a:cubicBezTo>
                  <a:cubicBezTo>
                    <a:pt x="16254" y="20788"/>
                    <a:pt x="14454" y="21272"/>
                    <a:pt x="12561" y="21451"/>
                  </a:cubicBezTo>
                  <a:cubicBezTo>
                    <a:pt x="10981" y="21600"/>
                    <a:pt x="9373" y="21534"/>
                    <a:pt x="7818" y="21299"/>
                  </a:cubicBezTo>
                  <a:cubicBezTo>
                    <a:pt x="6240" y="21061"/>
                    <a:pt x="4723" y="20649"/>
                    <a:pt x="3475" y="19975"/>
                  </a:cubicBezTo>
                  <a:cubicBezTo>
                    <a:pt x="2557" y="19479"/>
                    <a:pt x="1821" y="18859"/>
                    <a:pt x="1247" y="18179"/>
                  </a:cubicBezTo>
                  <a:cubicBezTo>
                    <a:pt x="749" y="17588"/>
                    <a:pt x="376" y="16956"/>
                    <a:pt x="139" y="16301"/>
                  </a:cubicBezTo>
                  <a:lnTo>
                    <a:pt x="15" y="15781"/>
                  </a:lnTo>
                  <a:cubicBezTo>
                    <a:pt x="-22" y="15679"/>
                    <a:pt x="12" y="15571"/>
                    <a:pt x="108" y="15486"/>
                  </a:cubicBezTo>
                  <a:cubicBezTo>
                    <a:pt x="211" y="15396"/>
                    <a:pt x="373" y="15342"/>
                    <a:pt x="547" y="15341"/>
                  </a:cubicBezTo>
                  <a:lnTo>
                    <a:pt x="6028" y="15308"/>
                  </a:lnTo>
                  <a:cubicBezTo>
                    <a:pt x="6180" y="15311"/>
                    <a:pt x="6328" y="15341"/>
                    <a:pt x="6455" y="15395"/>
                  </a:cubicBezTo>
                  <a:cubicBezTo>
                    <a:pt x="6640" y="15473"/>
                    <a:pt x="6769" y="15596"/>
                    <a:pt x="6815" y="15736"/>
                  </a:cubicBezTo>
                  <a:cubicBezTo>
                    <a:pt x="6877" y="15903"/>
                    <a:pt x="6956" y="16067"/>
                    <a:pt x="7050" y="16227"/>
                  </a:cubicBezTo>
                  <a:cubicBezTo>
                    <a:pt x="7144" y="16386"/>
                    <a:pt x="7254" y="16542"/>
                    <a:pt x="7379" y="16692"/>
                  </a:cubicBezTo>
                  <a:cubicBezTo>
                    <a:pt x="7781" y="17084"/>
                    <a:pt x="8341" y="17397"/>
                    <a:pt x="8999" y="17596"/>
                  </a:cubicBezTo>
                  <a:cubicBezTo>
                    <a:pt x="9737" y="17819"/>
                    <a:pt x="10563" y="17888"/>
                    <a:pt x="11363" y="17793"/>
                  </a:cubicBezTo>
                  <a:cubicBezTo>
                    <a:pt x="12108" y="17677"/>
                    <a:pt x="12793" y="17435"/>
                    <a:pt x="13349" y="17091"/>
                  </a:cubicBezTo>
                  <a:cubicBezTo>
                    <a:pt x="13996" y="16691"/>
                    <a:pt x="14437" y="16174"/>
                    <a:pt x="14668" y="15613"/>
                  </a:cubicBezTo>
                  <a:cubicBezTo>
                    <a:pt x="14911" y="15022"/>
                    <a:pt x="14916" y="14405"/>
                    <a:pt x="14792" y="13800"/>
                  </a:cubicBezTo>
                  <a:cubicBezTo>
                    <a:pt x="14669" y="13198"/>
                    <a:pt x="14411" y="12598"/>
                    <a:pt x="13812" y="12132"/>
                  </a:cubicBezTo>
                  <a:cubicBezTo>
                    <a:pt x="13358" y="11778"/>
                    <a:pt x="12742" y="11532"/>
                    <a:pt x="12066" y="11394"/>
                  </a:cubicBezTo>
                  <a:cubicBezTo>
                    <a:pt x="11425" y="11264"/>
                    <a:pt x="10746" y="11234"/>
                    <a:pt x="10084" y="11306"/>
                  </a:cubicBezTo>
                  <a:cubicBezTo>
                    <a:pt x="9488" y="11315"/>
                    <a:pt x="8904" y="11418"/>
                    <a:pt x="8381" y="11605"/>
                  </a:cubicBezTo>
                  <a:cubicBezTo>
                    <a:pt x="7936" y="11764"/>
                    <a:pt x="7545" y="11981"/>
                    <a:pt x="7234" y="12243"/>
                  </a:cubicBezTo>
                  <a:cubicBezTo>
                    <a:pt x="7172" y="12301"/>
                    <a:pt x="7111" y="12359"/>
                    <a:pt x="7052" y="12418"/>
                  </a:cubicBezTo>
                  <a:cubicBezTo>
                    <a:pt x="6993" y="12477"/>
                    <a:pt x="6935" y="12536"/>
                    <a:pt x="6860" y="12586"/>
                  </a:cubicBezTo>
                  <a:cubicBezTo>
                    <a:pt x="6698" y="12694"/>
                    <a:pt x="6470" y="12749"/>
                    <a:pt x="6239" y="12738"/>
                  </a:cubicBezTo>
                  <a:lnTo>
                    <a:pt x="664" y="12738"/>
                  </a:lnTo>
                  <a:cubicBezTo>
                    <a:pt x="496" y="12752"/>
                    <a:pt x="327" y="12714"/>
                    <a:pt x="208" y="12635"/>
                  </a:cubicBezTo>
                  <a:cubicBezTo>
                    <a:pt x="92" y="12558"/>
                    <a:pt x="36" y="12451"/>
                    <a:pt x="57" y="12344"/>
                  </a:cubicBezTo>
                  <a:lnTo>
                    <a:pt x="57" y="443"/>
                  </a:lnTo>
                  <a:cubicBezTo>
                    <a:pt x="41" y="342"/>
                    <a:pt x="85" y="241"/>
                    <a:pt x="180" y="160"/>
                  </a:cubicBezTo>
                  <a:cubicBezTo>
                    <a:pt x="295" y="61"/>
                    <a:pt x="475" y="2"/>
                    <a:pt x="666" y="0"/>
                  </a:cubicBezTo>
                  <a:close/>
                </a:path>
              </a:pathLst>
            </a:custGeom>
            <a:solidFill>
              <a:srgbClr val="545454"/>
            </a:solidFill>
            <a:ln w="12700" cap="flat">
              <a:noFill/>
              <a:miter lim="400000"/>
            </a:ln>
            <a:effectLst/>
          </p:spPr>
          <p:txBody>
            <a:bodyPr wrap="square" lIns="0" tIns="0" rIns="0" bIns="0" numCol="1" anchor="ctr">
              <a:noAutofit/>
            </a:bodyPr>
            <a:lstStyle/>
            <a:p>
              <a:pPr algn="ctr">
                <a:defRPr sz="3200">
                  <a:solidFill>
                    <a:srgbClr val="FFFFFF"/>
                  </a:solidFill>
                </a:defRPr>
              </a:pPr>
              <a:endParaRPr sz="1600">
                <a:latin typeface="微软雅黑" panose="020B0503020204020204" pitchFamily="34" charset="-122"/>
                <a:ea typeface="微软雅黑" panose="020B0503020204020204" pitchFamily="34" charset="-122"/>
              </a:endParaRPr>
            </a:p>
          </p:txBody>
        </p:sp>
      </p:grpSp>
      <p:sp>
        <p:nvSpPr>
          <p:cNvPr id="149" name="Graphic 33">
            <a:extLst>
              <a:ext uri="{FF2B5EF4-FFF2-40B4-BE49-F238E27FC236}">
                <a16:creationId xmlns:a16="http://schemas.microsoft.com/office/drawing/2014/main" id="{4B5C1DB8-12BC-3454-AB06-9C923AA615CF}"/>
              </a:ext>
            </a:extLst>
          </p:cNvPr>
          <p:cNvSpPr/>
          <p:nvPr/>
        </p:nvSpPr>
        <p:spPr>
          <a:xfrm rot="5400000">
            <a:off x="1843679" y="3447146"/>
            <a:ext cx="187811" cy="159906"/>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7A8C8E"/>
          </a:solidFill>
          <a:ln w="12700" cap="flat">
            <a:noFill/>
            <a:miter lim="400000"/>
          </a:ln>
          <a:effectLst/>
        </p:spPr>
        <p:txBody>
          <a:bodyPr wrap="square" lIns="22860" tIns="22860" rIns="22860" bIns="22860" numCol="1" anchor="ctr">
            <a:noAutofit/>
          </a:bodyP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50" name="Rounded Rectangle">
            <a:extLst>
              <a:ext uri="{FF2B5EF4-FFF2-40B4-BE49-F238E27FC236}">
                <a16:creationId xmlns:a16="http://schemas.microsoft.com/office/drawing/2014/main" id="{74A59948-F027-9452-3609-EAD7EE141C18}"/>
              </a:ext>
            </a:extLst>
          </p:cNvPr>
          <p:cNvSpPr/>
          <p:nvPr/>
        </p:nvSpPr>
        <p:spPr>
          <a:xfrm>
            <a:off x="958429" y="3855546"/>
            <a:ext cx="1961352" cy="2409565"/>
          </a:xfrm>
          <a:prstGeom prst="roundRect">
            <a:avLst>
              <a:gd name="adj" fmla="val 2741"/>
            </a:avLst>
          </a:prstGeom>
          <a:solidFill>
            <a:srgbClr val="F2F6F7"/>
          </a:solidFill>
          <a:ln w="12700" cap="flat">
            <a:noFill/>
            <a:miter lim="400000"/>
          </a:ln>
          <a:effectLst/>
        </p:spPr>
        <p:txBody>
          <a:bodyPr wrap="square" lIns="0" tIns="0" rIns="0" bIns="0" numCol="1" anchor="ctr">
            <a:noAutofit/>
          </a:bodyPr>
          <a:lstStyle/>
          <a:p>
            <a:pPr algn="ctr"/>
            <a:endParaRPr sz="836">
              <a:latin typeface="微软雅黑" panose="020B0503020204020204" pitchFamily="34" charset="-122"/>
              <a:ea typeface="微软雅黑" panose="020B0503020204020204" pitchFamily="34" charset="-122"/>
            </a:endParaRPr>
          </a:p>
        </p:txBody>
      </p:sp>
      <p:sp>
        <p:nvSpPr>
          <p:cNvPr id="151"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7378A353-6A81-960F-7CA4-E401009B0D43}"/>
              </a:ext>
            </a:extLst>
          </p:cNvPr>
          <p:cNvSpPr/>
          <p:nvPr/>
        </p:nvSpPr>
        <p:spPr>
          <a:xfrm>
            <a:off x="1114286" y="4225088"/>
            <a:ext cx="1667731" cy="130924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58">
                <a:solidFill>
                  <a:srgbClr val="9D9F9D"/>
                </a:solidFill>
                <a:latin typeface="微软雅黑"/>
                <a:ea typeface="微软雅黑"/>
                <a:cs typeface="微软雅黑"/>
                <a:sym typeface="Barlow Medium"/>
              </a:defRPr>
            </a:lvl1pPr>
          </a:lstStyle>
          <a:p>
            <a:pPr>
              <a:lnSpc>
                <a:spcPct val="150000"/>
              </a:lnSpc>
            </a:pPr>
            <a:r>
              <a:rPr lang="zh-CN" altLang="en-US" sz="929"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5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975EF119-3901-3E48-49AC-1716D65220EA}"/>
              </a:ext>
            </a:extLst>
          </p:cNvPr>
          <p:cNvSpPr/>
          <p:nvPr/>
        </p:nvSpPr>
        <p:spPr>
          <a:xfrm>
            <a:off x="1476613" y="3977728"/>
            <a:ext cx="943078" cy="21924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230">
                <a:solidFill>
                  <a:srgbClr val="535353"/>
                </a:solidFill>
                <a:latin typeface="微软雅黑"/>
                <a:ea typeface="微软雅黑"/>
                <a:cs typeface="微软雅黑"/>
                <a:sym typeface="Barlow SemiBold"/>
              </a:defRPr>
            </a:lvl1pPr>
          </a:lstStyle>
          <a:p>
            <a:pPr algn="ctr"/>
            <a:r>
              <a:rPr lang="zh-CN" altLang="en-US" sz="1115" b="1" dirty="0">
                <a:solidFill>
                  <a:srgbClr val="333333"/>
                </a:solidFill>
                <a:latin typeface="微软雅黑" panose="020B0503020204020204" pitchFamily="34" charset="-122"/>
                <a:ea typeface="微软雅黑" panose="020B0503020204020204" pitchFamily="34" charset="-122"/>
              </a:rPr>
              <a:t>策划工作重点</a:t>
            </a:r>
            <a:endParaRPr sz="1115" b="1" dirty="0">
              <a:solidFill>
                <a:srgbClr val="333333"/>
              </a:solidFill>
              <a:latin typeface="微软雅黑" panose="020B0503020204020204" pitchFamily="34" charset="-122"/>
              <a:ea typeface="微软雅黑" panose="020B0503020204020204" pitchFamily="34" charset="-122"/>
            </a:endParaRPr>
          </a:p>
        </p:txBody>
      </p:sp>
      <p:sp>
        <p:nvSpPr>
          <p:cNvPr id="153" name="Graphic 33">
            <a:extLst>
              <a:ext uri="{FF2B5EF4-FFF2-40B4-BE49-F238E27FC236}">
                <a16:creationId xmlns:a16="http://schemas.microsoft.com/office/drawing/2014/main" id="{74E50B70-3149-4DAD-6FC2-036EFF51208B}"/>
              </a:ext>
            </a:extLst>
          </p:cNvPr>
          <p:cNvSpPr/>
          <p:nvPr/>
        </p:nvSpPr>
        <p:spPr>
          <a:xfrm rot="5400000">
            <a:off x="3945280" y="3449485"/>
            <a:ext cx="187811" cy="159906"/>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7A8C8E"/>
          </a:solidFill>
          <a:ln w="12700" cap="flat">
            <a:noFill/>
            <a:miter lim="400000"/>
          </a:ln>
          <a:effectLst/>
        </p:spPr>
        <p:txBody>
          <a:bodyPr wrap="square" lIns="22860" tIns="22860" rIns="22860" bIns="22860" numCol="1" anchor="ctr">
            <a:noAutofit/>
          </a:bodyP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54" name="Rounded Rectangle">
            <a:extLst>
              <a:ext uri="{FF2B5EF4-FFF2-40B4-BE49-F238E27FC236}">
                <a16:creationId xmlns:a16="http://schemas.microsoft.com/office/drawing/2014/main" id="{F11AA68A-FBDD-E361-B0B5-5456EF865EA4}"/>
              </a:ext>
            </a:extLst>
          </p:cNvPr>
          <p:cNvSpPr/>
          <p:nvPr/>
        </p:nvSpPr>
        <p:spPr>
          <a:xfrm>
            <a:off x="3060033" y="3857885"/>
            <a:ext cx="1961351" cy="2409565"/>
          </a:xfrm>
          <a:prstGeom prst="roundRect">
            <a:avLst>
              <a:gd name="adj" fmla="val 2741"/>
            </a:avLst>
          </a:prstGeom>
          <a:solidFill>
            <a:srgbClr val="F2F6F7"/>
          </a:solidFill>
          <a:ln w="12700" cap="flat">
            <a:noFill/>
            <a:miter lim="400000"/>
          </a:ln>
          <a:effectLst/>
        </p:spPr>
        <p:txBody>
          <a:bodyPr wrap="square" lIns="0" tIns="0" rIns="0" bIns="0" numCol="1" anchor="ctr">
            <a:noAutofit/>
          </a:bodyPr>
          <a:lstStyle/>
          <a:p>
            <a:pPr algn="ctr"/>
            <a:endParaRPr sz="836">
              <a:latin typeface="微软雅黑" panose="020B0503020204020204" pitchFamily="34" charset="-122"/>
              <a:ea typeface="微软雅黑" panose="020B0503020204020204" pitchFamily="34" charset="-122"/>
            </a:endParaRPr>
          </a:p>
        </p:txBody>
      </p:sp>
      <p:sp>
        <p:nvSpPr>
          <p:cNvPr id="155" name="Graphic 33">
            <a:extLst>
              <a:ext uri="{FF2B5EF4-FFF2-40B4-BE49-F238E27FC236}">
                <a16:creationId xmlns:a16="http://schemas.microsoft.com/office/drawing/2014/main" id="{BA317E51-8792-61AB-904F-5358E13F1B78}"/>
              </a:ext>
            </a:extLst>
          </p:cNvPr>
          <p:cNvSpPr/>
          <p:nvPr/>
        </p:nvSpPr>
        <p:spPr>
          <a:xfrm rot="5400000">
            <a:off x="6049654" y="3447146"/>
            <a:ext cx="187811" cy="159906"/>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7A8C8E"/>
          </a:solidFill>
          <a:ln w="12700" cap="flat">
            <a:noFill/>
            <a:miter lim="400000"/>
          </a:ln>
          <a:effectLst/>
        </p:spPr>
        <p:txBody>
          <a:bodyPr wrap="square" lIns="22860" tIns="22860" rIns="22860" bIns="22860" numCol="1" anchor="ctr">
            <a:noAutofit/>
          </a:bodyP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56" name="Rounded Rectangle">
            <a:extLst>
              <a:ext uri="{FF2B5EF4-FFF2-40B4-BE49-F238E27FC236}">
                <a16:creationId xmlns:a16="http://schemas.microsoft.com/office/drawing/2014/main" id="{A8A82FFA-8550-D33B-266F-8A15EF2C677A}"/>
              </a:ext>
            </a:extLst>
          </p:cNvPr>
          <p:cNvSpPr/>
          <p:nvPr/>
        </p:nvSpPr>
        <p:spPr>
          <a:xfrm>
            <a:off x="5164406" y="3855546"/>
            <a:ext cx="1961352" cy="2409565"/>
          </a:xfrm>
          <a:prstGeom prst="roundRect">
            <a:avLst>
              <a:gd name="adj" fmla="val 2741"/>
            </a:avLst>
          </a:prstGeom>
          <a:solidFill>
            <a:srgbClr val="F2F6F7"/>
          </a:solidFill>
          <a:ln w="12700" cap="flat">
            <a:noFill/>
            <a:miter lim="400000"/>
          </a:ln>
          <a:effectLst/>
        </p:spPr>
        <p:txBody>
          <a:bodyPr wrap="square" lIns="0" tIns="0" rIns="0" bIns="0" numCol="1" anchor="ctr">
            <a:noAutofit/>
          </a:bodyPr>
          <a:lstStyle/>
          <a:p>
            <a:pPr algn="ctr"/>
            <a:endParaRPr sz="836">
              <a:latin typeface="微软雅黑" panose="020B0503020204020204" pitchFamily="34" charset="-122"/>
              <a:ea typeface="微软雅黑" panose="020B0503020204020204" pitchFamily="34" charset="-122"/>
            </a:endParaRPr>
          </a:p>
        </p:txBody>
      </p:sp>
      <p:sp>
        <p:nvSpPr>
          <p:cNvPr id="157" name="Graphic 33">
            <a:extLst>
              <a:ext uri="{FF2B5EF4-FFF2-40B4-BE49-F238E27FC236}">
                <a16:creationId xmlns:a16="http://schemas.microsoft.com/office/drawing/2014/main" id="{16764F49-32D7-6FB3-0B08-B17849182A1D}"/>
              </a:ext>
            </a:extLst>
          </p:cNvPr>
          <p:cNvSpPr/>
          <p:nvPr/>
        </p:nvSpPr>
        <p:spPr>
          <a:xfrm rot="5400000">
            <a:off x="8140347" y="3449485"/>
            <a:ext cx="187811" cy="159906"/>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7A8C8E"/>
          </a:solidFill>
          <a:ln w="12700" cap="flat">
            <a:noFill/>
            <a:miter lim="400000"/>
          </a:ln>
          <a:effectLst/>
        </p:spPr>
        <p:txBody>
          <a:bodyPr wrap="square" lIns="22860" tIns="22860" rIns="22860" bIns="22860" numCol="1" anchor="ctr">
            <a:noAutofit/>
          </a:bodyP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58" name="Rounded Rectangle">
            <a:extLst>
              <a:ext uri="{FF2B5EF4-FFF2-40B4-BE49-F238E27FC236}">
                <a16:creationId xmlns:a16="http://schemas.microsoft.com/office/drawing/2014/main" id="{891032CD-9A19-0A5B-C3E0-F356E1026A7B}"/>
              </a:ext>
            </a:extLst>
          </p:cNvPr>
          <p:cNvSpPr/>
          <p:nvPr/>
        </p:nvSpPr>
        <p:spPr>
          <a:xfrm>
            <a:off x="7255100" y="3857885"/>
            <a:ext cx="1961351" cy="2409565"/>
          </a:xfrm>
          <a:prstGeom prst="roundRect">
            <a:avLst>
              <a:gd name="adj" fmla="val 2741"/>
            </a:avLst>
          </a:prstGeom>
          <a:solidFill>
            <a:srgbClr val="F2F6F7"/>
          </a:solidFill>
          <a:ln w="12700" cap="flat">
            <a:noFill/>
            <a:miter lim="400000"/>
          </a:ln>
          <a:effectLst/>
        </p:spPr>
        <p:txBody>
          <a:bodyPr wrap="square" lIns="0" tIns="0" rIns="0" bIns="0" numCol="1" anchor="ctr">
            <a:noAutofit/>
          </a:bodyPr>
          <a:lstStyle/>
          <a:p>
            <a:pPr algn="ctr"/>
            <a:endParaRPr sz="836">
              <a:latin typeface="微软雅黑" panose="020B0503020204020204" pitchFamily="34" charset="-122"/>
              <a:ea typeface="微软雅黑" panose="020B0503020204020204" pitchFamily="34" charset="-122"/>
            </a:endParaRPr>
          </a:p>
        </p:txBody>
      </p:sp>
      <p:sp>
        <p:nvSpPr>
          <p:cNvPr id="159" name="Graphic 33">
            <a:extLst>
              <a:ext uri="{FF2B5EF4-FFF2-40B4-BE49-F238E27FC236}">
                <a16:creationId xmlns:a16="http://schemas.microsoft.com/office/drawing/2014/main" id="{8C0F7272-7BA3-6CB7-40D0-96AA8134CFC4}"/>
              </a:ext>
            </a:extLst>
          </p:cNvPr>
          <p:cNvSpPr/>
          <p:nvPr/>
        </p:nvSpPr>
        <p:spPr>
          <a:xfrm rot="5400000">
            <a:off x="10241950" y="3449485"/>
            <a:ext cx="187811" cy="159906"/>
          </a:xfrm>
          <a:custGeom>
            <a:avLst/>
            <a:gdLst/>
            <a:ahLst/>
            <a:cxnLst>
              <a:cxn ang="0">
                <a:pos x="wd2" y="hd2"/>
              </a:cxn>
              <a:cxn ang="5400000">
                <a:pos x="wd2" y="hd2"/>
              </a:cxn>
              <a:cxn ang="10800000">
                <a:pos x="wd2" y="hd2"/>
              </a:cxn>
              <a:cxn ang="16200000">
                <a:pos x="wd2" y="hd2"/>
              </a:cxn>
            </a:cxnLst>
            <a:rect l="0" t="0" r="r" b="b"/>
            <a:pathLst>
              <a:path w="21600" h="21600" extrusionOk="0">
                <a:moveTo>
                  <a:pt x="1093" y="0"/>
                </a:moveTo>
                <a:cubicBezTo>
                  <a:pt x="499" y="0"/>
                  <a:pt x="0" y="584"/>
                  <a:pt x="0" y="1283"/>
                </a:cubicBezTo>
                <a:cubicBezTo>
                  <a:pt x="0" y="1537"/>
                  <a:pt x="86" y="1788"/>
                  <a:pt x="205" y="1978"/>
                </a:cubicBezTo>
                <a:lnTo>
                  <a:pt x="5189" y="10800"/>
                </a:lnTo>
                <a:lnTo>
                  <a:pt x="205" y="19649"/>
                </a:lnTo>
                <a:cubicBezTo>
                  <a:pt x="86" y="19839"/>
                  <a:pt x="0" y="20089"/>
                  <a:pt x="0" y="20344"/>
                </a:cubicBezTo>
                <a:cubicBezTo>
                  <a:pt x="0" y="21042"/>
                  <a:pt x="499" y="21600"/>
                  <a:pt x="1093" y="21600"/>
                </a:cubicBezTo>
                <a:lnTo>
                  <a:pt x="4325" y="21600"/>
                </a:lnTo>
                <a:cubicBezTo>
                  <a:pt x="4702" y="21600"/>
                  <a:pt x="5041" y="21382"/>
                  <a:pt x="5235" y="21039"/>
                </a:cubicBezTo>
                <a:lnTo>
                  <a:pt x="10629" y="11495"/>
                </a:lnTo>
                <a:cubicBezTo>
                  <a:pt x="10748" y="11304"/>
                  <a:pt x="10811" y="11054"/>
                  <a:pt x="10811" y="10800"/>
                </a:cubicBezTo>
                <a:cubicBezTo>
                  <a:pt x="10811" y="10546"/>
                  <a:pt x="10748" y="10296"/>
                  <a:pt x="10629" y="10105"/>
                </a:cubicBezTo>
                <a:lnTo>
                  <a:pt x="5235" y="588"/>
                </a:lnTo>
                <a:cubicBezTo>
                  <a:pt x="5041" y="245"/>
                  <a:pt x="4702" y="0"/>
                  <a:pt x="4325" y="0"/>
                </a:cubicBezTo>
                <a:lnTo>
                  <a:pt x="1093" y="0"/>
                </a:lnTo>
                <a:close/>
                <a:moveTo>
                  <a:pt x="11881" y="0"/>
                </a:moveTo>
                <a:cubicBezTo>
                  <a:pt x="11287" y="0"/>
                  <a:pt x="10811" y="584"/>
                  <a:pt x="10811" y="1283"/>
                </a:cubicBezTo>
                <a:cubicBezTo>
                  <a:pt x="10811" y="1537"/>
                  <a:pt x="10875" y="1788"/>
                  <a:pt x="10993" y="1978"/>
                </a:cubicBezTo>
                <a:lnTo>
                  <a:pt x="15978" y="10800"/>
                </a:lnTo>
                <a:lnTo>
                  <a:pt x="10993" y="19649"/>
                </a:lnTo>
                <a:cubicBezTo>
                  <a:pt x="10875" y="19839"/>
                  <a:pt x="10811" y="20089"/>
                  <a:pt x="10811" y="20344"/>
                </a:cubicBezTo>
                <a:cubicBezTo>
                  <a:pt x="10811" y="21042"/>
                  <a:pt x="11287" y="21600"/>
                  <a:pt x="11881" y="21600"/>
                </a:cubicBezTo>
                <a:lnTo>
                  <a:pt x="15113" y="21600"/>
                </a:lnTo>
                <a:cubicBezTo>
                  <a:pt x="15491" y="21600"/>
                  <a:pt x="15829" y="21382"/>
                  <a:pt x="16024" y="21039"/>
                </a:cubicBezTo>
                <a:lnTo>
                  <a:pt x="21418" y="11495"/>
                </a:lnTo>
                <a:cubicBezTo>
                  <a:pt x="21537" y="11304"/>
                  <a:pt x="21600" y="11054"/>
                  <a:pt x="21600" y="10800"/>
                </a:cubicBezTo>
                <a:cubicBezTo>
                  <a:pt x="21600" y="10546"/>
                  <a:pt x="21537" y="10296"/>
                  <a:pt x="21418" y="10105"/>
                </a:cubicBezTo>
                <a:lnTo>
                  <a:pt x="16024" y="588"/>
                </a:lnTo>
                <a:cubicBezTo>
                  <a:pt x="15829" y="245"/>
                  <a:pt x="15491" y="0"/>
                  <a:pt x="15113" y="0"/>
                </a:cubicBezTo>
                <a:lnTo>
                  <a:pt x="11881" y="0"/>
                </a:lnTo>
                <a:close/>
              </a:path>
            </a:pathLst>
          </a:custGeom>
          <a:solidFill>
            <a:srgbClr val="7A8C8E"/>
          </a:solidFill>
          <a:ln w="12700" cap="flat">
            <a:noFill/>
            <a:miter lim="400000"/>
          </a:ln>
          <a:effectLst/>
        </p:spPr>
        <p:txBody>
          <a:bodyPr wrap="square" lIns="22860" tIns="22860" rIns="22860" bIns="22860" numCol="1" anchor="ctr">
            <a:noAutofit/>
          </a:bodyPr>
          <a:lstStyle/>
          <a:p>
            <a:pPr algn="ctr" defTabSz="457200">
              <a:defRPr sz="1672">
                <a:solidFill>
                  <a:srgbClr val="000000"/>
                </a:solidFill>
                <a:latin typeface="微软雅黑"/>
                <a:ea typeface="微软雅黑"/>
                <a:cs typeface="微软雅黑"/>
                <a:sym typeface="Calibri"/>
              </a:defRPr>
            </a:pPr>
            <a:endParaRPr sz="836">
              <a:latin typeface="微软雅黑" panose="020B0503020204020204" pitchFamily="34" charset="-122"/>
              <a:ea typeface="微软雅黑" panose="020B0503020204020204" pitchFamily="34" charset="-122"/>
            </a:endParaRPr>
          </a:p>
        </p:txBody>
      </p:sp>
      <p:sp>
        <p:nvSpPr>
          <p:cNvPr id="160" name="Rounded Rectangle">
            <a:extLst>
              <a:ext uri="{FF2B5EF4-FFF2-40B4-BE49-F238E27FC236}">
                <a16:creationId xmlns:a16="http://schemas.microsoft.com/office/drawing/2014/main" id="{A87F88FE-0771-42BF-D564-D40A65B248A4}"/>
              </a:ext>
            </a:extLst>
          </p:cNvPr>
          <p:cNvSpPr/>
          <p:nvPr/>
        </p:nvSpPr>
        <p:spPr>
          <a:xfrm>
            <a:off x="9356702" y="3857885"/>
            <a:ext cx="1961351" cy="2409565"/>
          </a:xfrm>
          <a:prstGeom prst="roundRect">
            <a:avLst>
              <a:gd name="adj" fmla="val 2741"/>
            </a:avLst>
          </a:prstGeom>
          <a:solidFill>
            <a:srgbClr val="F2F6F7"/>
          </a:solidFill>
          <a:ln w="12700" cap="flat">
            <a:noFill/>
            <a:miter lim="400000"/>
          </a:ln>
          <a:effectLst/>
        </p:spPr>
        <p:txBody>
          <a:bodyPr wrap="square" lIns="0" tIns="0" rIns="0" bIns="0" numCol="1" anchor="ctr">
            <a:noAutofit/>
          </a:bodyPr>
          <a:lstStyle/>
          <a:p>
            <a:pPr algn="ctr"/>
            <a:endParaRPr sz="836">
              <a:latin typeface="微软雅黑" panose="020B0503020204020204" pitchFamily="34" charset="-122"/>
              <a:ea typeface="微软雅黑" panose="020B0503020204020204" pitchFamily="34" charset="-122"/>
            </a:endParaRPr>
          </a:p>
        </p:txBody>
      </p:sp>
      <p:sp>
        <p:nvSpPr>
          <p:cNvPr id="161" name="文本框 132">
            <a:extLst>
              <a:ext uri="{FF2B5EF4-FFF2-40B4-BE49-F238E27FC236}">
                <a16:creationId xmlns:a16="http://schemas.microsoft.com/office/drawing/2014/main" id="{D6EA31E7-5A45-2434-8462-955F29E00BBE}"/>
              </a:ext>
            </a:extLst>
          </p:cNvPr>
          <p:cNvSpPr txBox="1"/>
          <p:nvPr/>
        </p:nvSpPr>
        <p:spPr>
          <a:xfrm>
            <a:off x="802934" y="1238250"/>
            <a:ext cx="2840595" cy="486142"/>
          </a:xfrm>
          <a:prstGeom prst="rect">
            <a:avLst/>
          </a:prstGeom>
          <a:noFill/>
        </p:spPr>
        <p:txBody>
          <a:bodyPr wrap="none" rtlCol="0">
            <a:spAutoFit/>
          </a:bodyPr>
          <a:lstStyle/>
          <a:p>
            <a:r>
              <a:rPr kumimoji="1" lang="zh-CN" altLang="en-US" sz="2602"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项目进度基本流程</a:t>
            </a:r>
          </a:p>
        </p:txBody>
      </p:sp>
      <p:graphicFrame>
        <p:nvGraphicFramePr>
          <p:cNvPr id="162" name="图示 133">
            <a:extLst>
              <a:ext uri="{FF2B5EF4-FFF2-40B4-BE49-F238E27FC236}">
                <a16:creationId xmlns:a16="http://schemas.microsoft.com/office/drawing/2014/main" id="{84EEE30A-1F22-BADC-28B0-719577F156BC}"/>
              </a:ext>
            </a:extLst>
          </p:cNvPr>
          <p:cNvGraphicFramePr/>
          <p:nvPr>
            <p:extLst>
              <p:ext uri="{D42A27DB-BD31-4B8C-83A1-F6EECF244321}">
                <p14:modId xmlns:p14="http://schemas.microsoft.com/office/powerpoint/2010/main" val="3663281027"/>
              </p:ext>
            </p:extLst>
          </p:nvPr>
        </p:nvGraphicFramePr>
        <p:xfrm>
          <a:off x="1114286" y="5689696"/>
          <a:ext cx="1667731" cy="4126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63"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2D1CB009-037D-656B-5812-BA780E8EA771}"/>
              </a:ext>
            </a:extLst>
          </p:cNvPr>
          <p:cNvSpPr/>
          <p:nvPr/>
        </p:nvSpPr>
        <p:spPr>
          <a:xfrm>
            <a:off x="3209490" y="4225088"/>
            <a:ext cx="1667731" cy="130924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58">
                <a:solidFill>
                  <a:srgbClr val="9D9F9D"/>
                </a:solidFill>
                <a:latin typeface="微软雅黑"/>
                <a:ea typeface="微软雅黑"/>
                <a:cs typeface="微软雅黑"/>
                <a:sym typeface="Barlow Medium"/>
              </a:defRPr>
            </a:lvl1pPr>
          </a:lstStyle>
          <a:p>
            <a:pPr>
              <a:lnSpc>
                <a:spcPct val="150000"/>
              </a:lnSpc>
            </a:pPr>
            <a:r>
              <a:rPr lang="zh-CN" altLang="en-US" sz="929"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64"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44FF7240-4322-05A6-DBF9-066BDE6C8B02}"/>
              </a:ext>
            </a:extLst>
          </p:cNvPr>
          <p:cNvSpPr/>
          <p:nvPr/>
        </p:nvSpPr>
        <p:spPr>
          <a:xfrm>
            <a:off x="3064076" y="3977728"/>
            <a:ext cx="1947673" cy="21924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230">
                <a:solidFill>
                  <a:srgbClr val="535353"/>
                </a:solidFill>
                <a:latin typeface="微软雅黑"/>
                <a:ea typeface="微软雅黑"/>
                <a:cs typeface="微软雅黑"/>
                <a:sym typeface="Barlow SemiBold"/>
              </a:defRPr>
            </a:lvl1pPr>
          </a:lstStyle>
          <a:p>
            <a:pPr algn="ctr"/>
            <a:r>
              <a:rPr lang="zh-CN" altLang="en-US" sz="1115" b="1" dirty="0">
                <a:solidFill>
                  <a:srgbClr val="333333"/>
                </a:solidFill>
                <a:latin typeface="微软雅黑" panose="020B0503020204020204" pitchFamily="34" charset="-122"/>
                <a:ea typeface="微软雅黑" panose="020B0503020204020204" pitchFamily="34" charset="-122"/>
              </a:rPr>
              <a:t>空间设计工作重点</a:t>
            </a:r>
            <a:endParaRPr sz="1115" b="1" dirty="0">
              <a:solidFill>
                <a:srgbClr val="333333"/>
              </a:solidFill>
              <a:latin typeface="微软雅黑" panose="020B0503020204020204" pitchFamily="34" charset="-122"/>
              <a:ea typeface="微软雅黑" panose="020B0503020204020204" pitchFamily="34" charset="-122"/>
            </a:endParaRPr>
          </a:p>
        </p:txBody>
      </p:sp>
      <p:graphicFrame>
        <p:nvGraphicFramePr>
          <p:cNvPr id="165" name="图示 136">
            <a:extLst>
              <a:ext uri="{FF2B5EF4-FFF2-40B4-BE49-F238E27FC236}">
                <a16:creationId xmlns:a16="http://schemas.microsoft.com/office/drawing/2014/main" id="{2577DC3C-F0AC-7283-EDCE-E1A43CB8269F}"/>
              </a:ext>
            </a:extLst>
          </p:cNvPr>
          <p:cNvGraphicFramePr/>
          <p:nvPr>
            <p:extLst>
              <p:ext uri="{D42A27DB-BD31-4B8C-83A1-F6EECF244321}">
                <p14:modId xmlns:p14="http://schemas.microsoft.com/office/powerpoint/2010/main" val="733533983"/>
              </p:ext>
            </p:extLst>
          </p:nvPr>
        </p:nvGraphicFramePr>
        <p:xfrm>
          <a:off x="3209490" y="5689696"/>
          <a:ext cx="1667731" cy="41260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166"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4CB0CDED-B09C-575D-7CAE-3F7B0995595D}"/>
              </a:ext>
            </a:extLst>
          </p:cNvPr>
          <p:cNvSpPr/>
          <p:nvPr/>
        </p:nvSpPr>
        <p:spPr>
          <a:xfrm>
            <a:off x="5319093" y="4225088"/>
            <a:ext cx="1667731" cy="130924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58">
                <a:solidFill>
                  <a:srgbClr val="9D9F9D"/>
                </a:solidFill>
                <a:latin typeface="微软雅黑"/>
                <a:ea typeface="微软雅黑"/>
                <a:cs typeface="微软雅黑"/>
                <a:sym typeface="Barlow Medium"/>
              </a:defRPr>
            </a:lvl1pPr>
          </a:lstStyle>
          <a:p>
            <a:pPr>
              <a:lnSpc>
                <a:spcPct val="150000"/>
              </a:lnSpc>
            </a:pPr>
            <a:r>
              <a:rPr lang="zh-CN" altLang="en-US" sz="929"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67"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3E87B131-4EF0-3B95-7A47-98BFBA87D089}"/>
              </a:ext>
            </a:extLst>
          </p:cNvPr>
          <p:cNvSpPr/>
          <p:nvPr/>
        </p:nvSpPr>
        <p:spPr>
          <a:xfrm>
            <a:off x="5170841" y="3977728"/>
            <a:ext cx="1941236" cy="21924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230">
                <a:solidFill>
                  <a:srgbClr val="535353"/>
                </a:solidFill>
                <a:latin typeface="微软雅黑"/>
                <a:ea typeface="微软雅黑"/>
                <a:cs typeface="微软雅黑"/>
                <a:sym typeface="Barlow SemiBold"/>
              </a:defRPr>
            </a:lvl1pPr>
          </a:lstStyle>
          <a:p>
            <a:pPr algn="ctr"/>
            <a:r>
              <a:rPr lang="zh-CN" altLang="en-US" sz="1115" b="1" dirty="0">
                <a:solidFill>
                  <a:srgbClr val="333333"/>
                </a:solidFill>
                <a:latin typeface="微软雅黑" panose="020B0503020204020204" pitchFamily="34" charset="-122"/>
                <a:ea typeface="微软雅黑" panose="020B0503020204020204" pitchFamily="34" charset="-122"/>
              </a:rPr>
              <a:t>平面设计工作重点</a:t>
            </a:r>
            <a:endParaRPr sz="1115" b="1" dirty="0">
              <a:solidFill>
                <a:srgbClr val="333333"/>
              </a:solidFill>
              <a:latin typeface="微软雅黑" panose="020B0503020204020204" pitchFamily="34" charset="-122"/>
              <a:ea typeface="微软雅黑" panose="020B0503020204020204" pitchFamily="34" charset="-122"/>
            </a:endParaRPr>
          </a:p>
        </p:txBody>
      </p:sp>
      <p:graphicFrame>
        <p:nvGraphicFramePr>
          <p:cNvPr id="168" name="图示 139">
            <a:extLst>
              <a:ext uri="{FF2B5EF4-FFF2-40B4-BE49-F238E27FC236}">
                <a16:creationId xmlns:a16="http://schemas.microsoft.com/office/drawing/2014/main" id="{8EF3FB19-DC07-062E-9633-54D7E87332FC}"/>
              </a:ext>
            </a:extLst>
          </p:cNvPr>
          <p:cNvGraphicFramePr/>
          <p:nvPr>
            <p:extLst>
              <p:ext uri="{D42A27DB-BD31-4B8C-83A1-F6EECF244321}">
                <p14:modId xmlns:p14="http://schemas.microsoft.com/office/powerpoint/2010/main" val="980855097"/>
              </p:ext>
            </p:extLst>
          </p:nvPr>
        </p:nvGraphicFramePr>
        <p:xfrm>
          <a:off x="5319093" y="5689696"/>
          <a:ext cx="1667731" cy="412607"/>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sp>
        <p:nvSpPr>
          <p:cNvPr id="169"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924B5954-F5F5-10EE-E639-4D3F6184F186}"/>
              </a:ext>
            </a:extLst>
          </p:cNvPr>
          <p:cNvSpPr/>
          <p:nvPr/>
        </p:nvSpPr>
        <p:spPr>
          <a:xfrm>
            <a:off x="7399896" y="4225088"/>
            <a:ext cx="1667731" cy="130924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58">
                <a:solidFill>
                  <a:srgbClr val="9D9F9D"/>
                </a:solidFill>
                <a:latin typeface="微软雅黑"/>
                <a:ea typeface="微软雅黑"/>
                <a:cs typeface="微软雅黑"/>
                <a:sym typeface="Barlow Medium"/>
              </a:defRPr>
            </a:lvl1pPr>
          </a:lstStyle>
          <a:p>
            <a:pPr>
              <a:lnSpc>
                <a:spcPct val="150000"/>
              </a:lnSpc>
            </a:pPr>
            <a:r>
              <a:rPr lang="zh-CN" altLang="en-US" sz="929"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70"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CAEB0F74-2E95-13DF-D689-292D068C5EC2}"/>
              </a:ext>
            </a:extLst>
          </p:cNvPr>
          <p:cNvSpPr/>
          <p:nvPr/>
        </p:nvSpPr>
        <p:spPr>
          <a:xfrm>
            <a:off x="7266009" y="3977728"/>
            <a:ext cx="1953155" cy="21924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230">
                <a:solidFill>
                  <a:srgbClr val="535353"/>
                </a:solidFill>
                <a:latin typeface="微软雅黑"/>
                <a:ea typeface="微软雅黑"/>
                <a:cs typeface="微软雅黑"/>
                <a:sym typeface="Barlow SemiBold"/>
              </a:defRPr>
            </a:lvl1pPr>
          </a:lstStyle>
          <a:p>
            <a:pPr algn="ctr"/>
            <a:r>
              <a:rPr lang="zh-CN" altLang="en-US" sz="1115" b="1" dirty="0">
                <a:solidFill>
                  <a:srgbClr val="333333"/>
                </a:solidFill>
                <a:latin typeface="微软雅黑" panose="020B0503020204020204" pitchFamily="34" charset="-122"/>
                <a:ea typeface="微软雅黑" panose="020B0503020204020204" pitchFamily="34" charset="-122"/>
              </a:rPr>
              <a:t>插画设计工作重点</a:t>
            </a:r>
            <a:endParaRPr sz="1115" b="1" dirty="0">
              <a:solidFill>
                <a:srgbClr val="333333"/>
              </a:solidFill>
              <a:latin typeface="微软雅黑" panose="020B0503020204020204" pitchFamily="34" charset="-122"/>
              <a:ea typeface="微软雅黑" panose="020B0503020204020204" pitchFamily="34" charset="-122"/>
            </a:endParaRPr>
          </a:p>
        </p:txBody>
      </p:sp>
      <p:graphicFrame>
        <p:nvGraphicFramePr>
          <p:cNvPr id="171" name="图示 142">
            <a:extLst>
              <a:ext uri="{FF2B5EF4-FFF2-40B4-BE49-F238E27FC236}">
                <a16:creationId xmlns:a16="http://schemas.microsoft.com/office/drawing/2014/main" id="{8AD46914-ED4E-21AA-D3ED-E4F7C1173BF5}"/>
              </a:ext>
            </a:extLst>
          </p:cNvPr>
          <p:cNvGraphicFramePr/>
          <p:nvPr>
            <p:extLst>
              <p:ext uri="{D42A27DB-BD31-4B8C-83A1-F6EECF244321}">
                <p14:modId xmlns:p14="http://schemas.microsoft.com/office/powerpoint/2010/main" val="3353258684"/>
              </p:ext>
            </p:extLst>
          </p:nvPr>
        </p:nvGraphicFramePr>
        <p:xfrm>
          <a:off x="7399896" y="5689696"/>
          <a:ext cx="1667731" cy="412607"/>
        </p:xfrm>
        <a:graphic>
          <a:graphicData uri="http://schemas.openxmlformats.org/drawingml/2006/diagram">
            <dgm:relIds xmlns:dgm="http://schemas.openxmlformats.org/drawingml/2006/diagram" xmlns:r="http://schemas.openxmlformats.org/officeDocument/2006/relationships" r:dm="rId18" r:lo="rId19" r:qs="rId20" r:cs="rId21"/>
          </a:graphicData>
        </a:graphic>
      </p:graphicFrame>
      <p:sp>
        <p:nvSpPr>
          <p:cNvPr id="172"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ECCAB8C7-3AF7-991A-DBD6-EFD18518A57E}"/>
              </a:ext>
            </a:extLst>
          </p:cNvPr>
          <p:cNvSpPr/>
          <p:nvPr/>
        </p:nvSpPr>
        <p:spPr>
          <a:xfrm>
            <a:off x="9502298" y="4225088"/>
            <a:ext cx="1667731" cy="1309248"/>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1858">
                <a:solidFill>
                  <a:srgbClr val="9D9F9D"/>
                </a:solidFill>
                <a:latin typeface="微软雅黑"/>
                <a:ea typeface="微软雅黑"/>
                <a:cs typeface="微软雅黑"/>
                <a:sym typeface="Barlow Medium"/>
              </a:defRPr>
            </a:lvl1pPr>
          </a:lstStyle>
          <a:p>
            <a:pPr>
              <a:lnSpc>
                <a:spcPct val="150000"/>
              </a:lnSpc>
            </a:pPr>
            <a:r>
              <a:rPr lang="zh-CN" altLang="en-US" sz="929" dirty="0">
                <a:solidFill>
                  <a:srgbClr val="7A8C8E"/>
                </a:solidFill>
                <a:latin typeface="微软雅黑" panose="020B0503020204020204" pitchFamily="34" charset="-122"/>
                <a:ea typeface="微软雅黑" panose="020B0503020204020204" pitchFamily="34" charset="-122"/>
              </a:rPr>
              <a:t>填写本项的目标、关键动作与交付物。</a:t>
            </a:r>
          </a:p>
        </p:txBody>
      </p:sp>
      <p:sp>
        <p:nvSpPr>
          <p:cNvPr id="173" name="Lorem Ipsum is simply dummy text of the printing and typesetting industry. Lorem Ipsum has been the industry's standard dummy text ever since the 1500s, when an unknown printer took a galley of type and scrambled it to make a type specimen book. It has s">
            <a:extLst>
              <a:ext uri="{FF2B5EF4-FFF2-40B4-BE49-F238E27FC236}">
                <a16:creationId xmlns:a16="http://schemas.microsoft.com/office/drawing/2014/main" id="{1D3C9220-9A83-1D01-4817-95A737DF918A}"/>
              </a:ext>
            </a:extLst>
          </p:cNvPr>
          <p:cNvSpPr/>
          <p:nvPr/>
        </p:nvSpPr>
        <p:spPr>
          <a:xfrm>
            <a:off x="9864625" y="3977728"/>
            <a:ext cx="943078" cy="219241"/>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t">
            <a:spAutoFit/>
          </a:bodyPr>
          <a:lstStyle>
            <a:lvl1pPr>
              <a:defRPr sz="2230">
                <a:solidFill>
                  <a:srgbClr val="535353"/>
                </a:solidFill>
                <a:latin typeface="微软雅黑"/>
                <a:ea typeface="微软雅黑"/>
                <a:cs typeface="微软雅黑"/>
                <a:sym typeface="Barlow SemiBold"/>
              </a:defRPr>
            </a:lvl1pPr>
          </a:lstStyle>
          <a:p>
            <a:pPr algn="ctr"/>
            <a:r>
              <a:rPr lang="zh-CN" altLang="en-US" sz="1115" b="1" dirty="0">
                <a:solidFill>
                  <a:srgbClr val="333333"/>
                </a:solidFill>
                <a:latin typeface="微软雅黑" panose="020B0503020204020204" pitchFamily="34" charset="-122"/>
                <a:ea typeface="微软雅黑" panose="020B0503020204020204" pitchFamily="34" charset="-122"/>
              </a:rPr>
              <a:t>安装工作重点</a:t>
            </a:r>
            <a:endParaRPr sz="1115" b="1" dirty="0">
              <a:solidFill>
                <a:srgbClr val="333333"/>
              </a:solidFill>
              <a:latin typeface="微软雅黑" panose="020B0503020204020204" pitchFamily="34" charset="-122"/>
              <a:ea typeface="微软雅黑" panose="020B0503020204020204" pitchFamily="34" charset="-122"/>
            </a:endParaRPr>
          </a:p>
        </p:txBody>
      </p:sp>
      <p:graphicFrame>
        <p:nvGraphicFramePr>
          <p:cNvPr id="174" name="图示 145">
            <a:extLst>
              <a:ext uri="{FF2B5EF4-FFF2-40B4-BE49-F238E27FC236}">
                <a16:creationId xmlns:a16="http://schemas.microsoft.com/office/drawing/2014/main" id="{E467AA5A-F174-1F4D-B6CB-28E483349A40}"/>
              </a:ext>
            </a:extLst>
          </p:cNvPr>
          <p:cNvGraphicFramePr/>
          <p:nvPr>
            <p:extLst>
              <p:ext uri="{D42A27DB-BD31-4B8C-83A1-F6EECF244321}">
                <p14:modId xmlns:p14="http://schemas.microsoft.com/office/powerpoint/2010/main" val="1440281898"/>
              </p:ext>
            </p:extLst>
          </p:nvPr>
        </p:nvGraphicFramePr>
        <p:xfrm>
          <a:off x="9502298" y="5689696"/>
          <a:ext cx="1667731" cy="412607"/>
        </p:xfrm>
        <a:graphic>
          <a:graphicData uri="http://schemas.openxmlformats.org/drawingml/2006/diagram">
            <dgm:relIds xmlns:dgm="http://schemas.openxmlformats.org/drawingml/2006/diagram" xmlns:r="http://schemas.openxmlformats.org/officeDocument/2006/relationships" r:dm="rId23" r:lo="rId24" r:qs="rId25" r:cs="rId26"/>
          </a:graphicData>
        </a:graphic>
      </p:graphicFrame>
    </p:spTree>
    <p:extLst>
      <p:ext uri="{BB962C8B-B14F-4D97-AF65-F5344CB8AC3E}">
        <p14:creationId xmlns:p14="http://schemas.microsoft.com/office/powerpoint/2010/main" val="1851778670"/>
      </p:ext>
    </p:extLst>
  </p:cSld>
  <p:clrMapOvr>
    <a:masterClrMapping/>
  </p:clrMapOvr>
</p:sld>
</file>

<file path=ppt/slides/vr_business_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R019 十步折返流程（结构示例）</a:t>
            </a:r>
          </a:p>
        </p:txBody>
      </p:sp>
      <p:sp>
        <p:nvSpPr>
          <p:cNvPr id="101" name="文本框 132">
            <a:extLst>
              <a:ext uri="{FF2B5EF4-FFF2-40B4-BE49-F238E27FC236}">
                <a16:creationId xmlns:a16="http://schemas.microsoft.com/office/drawing/2014/main" id="{D6EA31E7-5A45-2434-8462-955F29E00BBE}"/>
              </a:ext>
            </a:extLst>
          </p:cNvPr>
          <p:cNvSpPr txBox="1"/>
          <p:nvPr/>
        </p:nvSpPr>
        <p:spPr>
          <a:xfrm>
            <a:off x="809829" y="1238250"/>
            <a:ext cx="2841917" cy="486368"/>
          </a:xfrm>
          <a:prstGeom prst="rect">
            <a:avLst/>
          </a:prstGeom>
          <a:noFill/>
        </p:spPr>
        <p:txBody>
          <a:bodyPr wrap="none" rtlCol="0">
            <a:spAutoFit/>
          </a:bodyPr>
          <a:lstStyle/>
          <a:p>
            <a:r>
              <a:rPr kumimoji="1" lang="zh-CN" altLang="en-US" sz="2603"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项目进度基本流程</a:t>
            </a:r>
          </a:p>
        </p:txBody>
      </p:sp>
      <p:sp>
        <p:nvSpPr>
          <p:cNvPr id="102" name="Rounded Rectangle">
            <a:extLst>
              <a:ext uri="{FF2B5EF4-FFF2-40B4-BE49-F238E27FC236}">
                <a16:creationId xmlns:a16="http://schemas.microsoft.com/office/drawing/2014/main" id="{80197883-848A-D73D-FFDD-FACCF3309DA9}"/>
              </a:ext>
            </a:extLst>
          </p:cNvPr>
          <p:cNvSpPr/>
          <p:nvPr/>
        </p:nvSpPr>
        <p:spPr>
          <a:xfrm>
            <a:off x="5111089" y="1887274"/>
            <a:ext cx="2054345" cy="2162909"/>
          </a:xfrm>
          <a:prstGeom prst="roundRect">
            <a:avLst>
              <a:gd name="adj" fmla="val 4605"/>
            </a:avLst>
          </a:prstGeom>
          <a:solidFill>
            <a:srgbClr val="58B6C0">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03" name="Rounded Rectangle">
            <a:extLst>
              <a:ext uri="{FF2B5EF4-FFF2-40B4-BE49-F238E27FC236}">
                <a16:creationId xmlns:a16="http://schemas.microsoft.com/office/drawing/2014/main" id="{88FE264A-22A3-AF03-909B-6E1B8076DB63}"/>
              </a:ext>
            </a:extLst>
          </p:cNvPr>
          <p:cNvSpPr/>
          <p:nvPr/>
        </p:nvSpPr>
        <p:spPr>
          <a:xfrm>
            <a:off x="5177710" y="1949530"/>
            <a:ext cx="1923906" cy="901370"/>
          </a:xfrm>
          <a:prstGeom prst="roundRect">
            <a:avLst>
              <a:gd name="adj" fmla="val 7040"/>
            </a:avLst>
          </a:prstGeom>
          <a:solidFill>
            <a:srgbClr val="58B6C0"/>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04" name="Step 3">
            <a:extLst>
              <a:ext uri="{FF2B5EF4-FFF2-40B4-BE49-F238E27FC236}">
                <a16:creationId xmlns:a16="http://schemas.microsoft.com/office/drawing/2014/main" id="{C1CF4060-2A0A-9B97-50CB-F829C99498EA}"/>
              </a:ext>
            </a:extLst>
          </p:cNvPr>
          <p:cNvSpPr txBox="1"/>
          <p:nvPr/>
        </p:nvSpPr>
        <p:spPr>
          <a:xfrm>
            <a:off x="5271245" y="2546224"/>
            <a:ext cx="1590585"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3</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05" name="Rounded Rectangle">
            <a:extLst>
              <a:ext uri="{FF2B5EF4-FFF2-40B4-BE49-F238E27FC236}">
                <a16:creationId xmlns:a16="http://schemas.microsoft.com/office/drawing/2014/main" id="{80E29DB3-E2D0-A9BC-16C0-357C141DE459}"/>
              </a:ext>
            </a:extLst>
          </p:cNvPr>
          <p:cNvSpPr/>
          <p:nvPr/>
        </p:nvSpPr>
        <p:spPr>
          <a:xfrm>
            <a:off x="3002720" y="1887274"/>
            <a:ext cx="2054346" cy="2162909"/>
          </a:xfrm>
          <a:prstGeom prst="roundRect">
            <a:avLst>
              <a:gd name="adj" fmla="val 4605"/>
            </a:avLst>
          </a:prstGeom>
          <a:solidFill>
            <a:srgbClr val="3494BA">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06" name="Rounded Rectangle">
            <a:extLst>
              <a:ext uri="{FF2B5EF4-FFF2-40B4-BE49-F238E27FC236}">
                <a16:creationId xmlns:a16="http://schemas.microsoft.com/office/drawing/2014/main" id="{DA57596A-32FA-C7EF-83B0-78333990028A}"/>
              </a:ext>
            </a:extLst>
          </p:cNvPr>
          <p:cNvSpPr/>
          <p:nvPr/>
        </p:nvSpPr>
        <p:spPr>
          <a:xfrm>
            <a:off x="3069341" y="1949530"/>
            <a:ext cx="1923906" cy="901370"/>
          </a:xfrm>
          <a:prstGeom prst="roundRect">
            <a:avLst>
              <a:gd name="adj" fmla="val 7040"/>
            </a:avLst>
          </a:prstGeom>
          <a:solidFill>
            <a:srgbClr val="3494BA"/>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07" name="Step 2">
            <a:extLst>
              <a:ext uri="{FF2B5EF4-FFF2-40B4-BE49-F238E27FC236}">
                <a16:creationId xmlns:a16="http://schemas.microsoft.com/office/drawing/2014/main" id="{7DA50528-BB0A-857B-5CF4-768598F64D19}"/>
              </a:ext>
            </a:extLst>
          </p:cNvPr>
          <p:cNvSpPr txBox="1"/>
          <p:nvPr/>
        </p:nvSpPr>
        <p:spPr>
          <a:xfrm>
            <a:off x="3162876" y="2546224"/>
            <a:ext cx="1590584"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2</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08" name="Rounded Rectangle">
            <a:extLst>
              <a:ext uri="{FF2B5EF4-FFF2-40B4-BE49-F238E27FC236}">
                <a16:creationId xmlns:a16="http://schemas.microsoft.com/office/drawing/2014/main" id="{31075E2F-1C50-5DEB-24A0-86FA10E803B8}"/>
              </a:ext>
            </a:extLst>
          </p:cNvPr>
          <p:cNvSpPr/>
          <p:nvPr/>
        </p:nvSpPr>
        <p:spPr>
          <a:xfrm>
            <a:off x="894352" y="1887274"/>
            <a:ext cx="2054346" cy="2162909"/>
          </a:xfrm>
          <a:prstGeom prst="roundRect">
            <a:avLst>
              <a:gd name="adj" fmla="val 4605"/>
            </a:avLst>
          </a:prstGeom>
          <a:solidFill>
            <a:srgbClr val="336699">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09" name="Set and promote a vision for your Business Intelligence.">
            <a:extLst>
              <a:ext uri="{FF2B5EF4-FFF2-40B4-BE49-F238E27FC236}">
                <a16:creationId xmlns:a16="http://schemas.microsoft.com/office/drawing/2014/main" id="{4ECF571B-16FB-D593-BBDA-2D15645ED4B9}"/>
              </a:ext>
            </a:extLst>
          </p:cNvPr>
          <p:cNvSpPr txBox="1"/>
          <p:nvPr/>
        </p:nvSpPr>
        <p:spPr>
          <a:xfrm>
            <a:off x="1128885" y="2986847"/>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10" name="Rounded Rectangle">
            <a:extLst>
              <a:ext uri="{FF2B5EF4-FFF2-40B4-BE49-F238E27FC236}">
                <a16:creationId xmlns:a16="http://schemas.microsoft.com/office/drawing/2014/main" id="{99723BB8-69D0-9F50-5ED1-336FC1979447}"/>
              </a:ext>
            </a:extLst>
          </p:cNvPr>
          <p:cNvSpPr/>
          <p:nvPr/>
        </p:nvSpPr>
        <p:spPr>
          <a:xfrm>
            <a:off x="960973" y="1949530"/>
            <a:ext cx="1923906" cy="901370"/>
          </a:xfrm>
          <a:prstGeom prst="roundRect">
            <a:avLst>
              <a:gd name="adj" fmla="val 7040"/>
            </a:avLst>
          </a:prstGeom>
          <a:solidFill>
            <a:srgbClr val="336699"/>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1" name="Step 1">
            <a:extLst>
              <a:ext uri="{FF2B5EF4-FFF2-40B4-BE49-F238E27FC236}">
                <a16:creationId xmlns:a16="http://schemas.microsoft.com/office/drawing/2014/main" id="{2664643B-579A-10A7-B01A-2DC4DD259FAA}"/>
              </a:ext>
            </a:extLst>
          </p:cNvPr>
          <p:cNvSpPr txBox="1"/>
          <p:nvPr/>
        </p:nvSpPr>
        <p:spPr>
          <a:xfrm>
            <a:off x="1054508" y="2546224"/>
            <a:ext cx="1590584"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en" sz="1115" b="1" dirty="0">
                <a:solidFill>
                  <a:srgbClr val="FFFFFF"/>
                </a:solidFill>
                <a:latin typeface="微软雅黑" panose="020B0503020204020204" pitchFamily="34" charset="-122"/>
                <a:ea typeface="微软雅黑" panose="020B0503020204020204" pitchFamily="34" charset="-122"/>
              </a:rPr>
              <a:t>步骤1</a:t>
            </a:r>
            <a:endParaRPr sz="1115" b="1" dirty="0">
              <a:solidFill>
                <a:srgbClr val="FFFFFF"/>
              </a:solidFill>
              <a:latin typeface="微软雅黑" panose="020B0503020204020204" pitchFamily="34" charset="-122"/>
              <a:ea typeface="微软雅黑" panose="020B0503020204020204" pitchFamily="34" charset="-122"/>
            </a:endParaRPr>
          </a:p>
        </p:txBody>
      </p:sp>
      <p:sp>
        <p:nvSpPr>
          <p:cNvPr id="112" name="Rounded Rectangle">
            <a:extLst>
              <a:ext uri="{FF2B5EF4-FFF2-40B4-BE49-F238E27FC236}">
                <a16:creationId xmlns:a16="http://schemas.microsoft.com/office/drawing/2014/main" id="{F96D08AD-ABF0-1E02-3215-A4B129D5032C}"/>
              </a:ext>
            </a:extLst>
          </p:cNvPr>
          <p:cNvSpPr/>
          <p:nvPr/>
        </p:nvSpPr>
        <p:spPr>
          <a:xfrm>
            <a:off x="9327825" y="1887274"/>
            <a:ext cx="2054346" cy="2162909"/>
          </a:xfrm>
          <a:prstGeom prst="roundRect">
            <a:avLst>
              <a:gd name="adj" fmla="val 4605"/>
            </a:avLst>
          </a:prstGeom>
          <a:solidFill>
            <a:srgbClr val="336699">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3" name="Rounded Rectangle">
            <a:extLst>
              <a:ext uri="{FF2B5EF4-FFF2-40B4-BE49-F238E27FC236}">
                <a16:creationId xmlns:a16="http://schemas.microsoft.com/office/drawing/2014/main" id="{47E3BE1C-1BF2-1A31-B085-87E08DFAA348}"/>
              </a:ext>
            </a:extLst>
          </p:cNvPr>
          <p:cNvSpPr/>
          <p:nvPr/>
        </p:nvSpPr>
        <p:spPr>
          <a:xfrm>
            <a:off x="9394446" y="1949530"/>
            <a:ext cx="1923906" cy="901370"/>
          </a:xfrm>
          <a:prstGeom prst="roundRect">
            <a:avLst>
              <a:gd name="adj" fmla="val 7040"/>
            </a:avLst>
          </a:prstGeom>
          <a:solidFill>
            <a:srgbClr val="336699"/>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4" name="Step 5">
            <a:extLst>
              <a:ext uri="{FF2B5EF4-FFF2-40B4-BE49-F238E27FC236}">
                <a16:creationId xmlns:a16="http://schemas.microsoft.com/office/drawing/2014/main" id="{9D373442-49E8-6B76-01F9-7B5641C7E043}"/>
              </a:ext>
            </a:extLst>
          </p:cNvPr>
          <p:cNvSpPr txBox="1"/>
          <p:nvPr/>
        </p:nvSpPr>
        <p:spPr>
          <a:xfrm>
            <a:off x="9487982" y="2546224"/>
            <a:ext cx="1590584"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5</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15" name="Rounded Rectangle">
            <a:extLst>
              <a:ext uri="{FF2B5EF4-FFF2-40B4-BE49-F238E27FC236}">
                <a16:creationId xmlns:a16="http://schemas.microsoft.com/office/drawing/2014/main" id="{27A0998A-10C1-72AB-ADA4-0F8940A81585}"/>
              </a:ext>
            </a:extLst>
          </p:cNvPr>
          <p:cNvSpPr/>
          <p:nvPr/>
        </p:nvSpPr>
        <p:spPr>
          <a:xfrm>
            <a:off x="7219457" y="1887274"/>
            <a:ext cx="2054345" cy="2162909"/>
          </a:xfrm>
          <a:prstGeom prst="roundRect">
            <a:avLst>
              <a:gd name="adj" fmla="val 4605"/>
            </a:avLst>
          </a:prstGeom>
          <a:solidFill>
            <a:srgbClr val="75BDA7">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6" name="Rounded Rectangle">
            <a:extLst>
              <a:ext uri="{FF2B5EF4-FFF2-40B4-BE49-F238E27FC236}">
                <a16:creationId xmlns:a16="http://schemas.microsoft.com/office/drawing/2014/main" id="{33B2BEFC-381B-D9ED-664C-7E8BAA481B4F}"/>
              </a:ext>
            </a:extLst>
          </p:cNvPr>
          <p:cNvSpPr/>
          <p:nvPr/>
        </p:nvSpPr>
        <p:spPr>
          <a:xfrm>
            <a:off x="7286078" y="1949530"/>
            <a:ext cx="1923906" cy="901370"/>
          </a:xfrm>
          <a:prstGeom prst="roundRect">
            <a:avLst>
              <a:gd name="adj" fmla="val 7040"/>
            </a:avLst>
          </a:prstGeom>
          <a:solidFill>
            <a:srgbClr val="75BDA7"/>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7" name="Step 4">
            <a:extLst>
              <a:ext uri="{FF2B5EF4-FFF2-40B4-BE49-F238E27FC236}">
                <a16:creationId xmlns:a16="http://schemas.microsoft.com/office/drawing/2014/main" id="{37D8222C-FD27-7D67-375E-BED5F5F1A67C}"/>
              </a:ext>
            </a:extLst>
          </p:cNvPr>
          <p:cNvSpPr txBox="1"/>
          <p:nvPr/>
        </p:nvSpPr>
        <p:spPr>
          <a:xfrm>
            <a:off x="7379613" y="2546224"/>
            <a:ext cx="1590585"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4</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18" name="Rounded Rectangle">
            <a:extLst>
              <a:ext uri="{FF2B5EF4-FFF2-40B4-BE49-F238E27FC236}">
                <a16:creationId xmlns:a16="http://schemas.microsoft.com/office/drawing/2014/main" id="{70C0B1E8-27F3-B818-743B-66C77F92FB18}"/>
              </a:ext>
            </a:extLst>
          </p:cNvPr>
          <p:cNvSpPr/>
          <p:nvPr/>
        </p:nvSpPr>
        <p:spPr>
          <a:xfrm>
            <a:off x="5111089" y="4104542"/>
            <a:ext cx="2054345" cy="2162908"/>
          </a:xfrm>
          <a:prstGeom prst="roundRect">
            <a:avLst>
              <a:gd name="adj" fmla="val 4605"/>
            </a:avLst>
          </a:prstGeom>
          <a:solidFill>
            <a:srgbClr val="58B6C0">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19" name="Rounded Rectangle">
            <a:extLst>
              <a:ext uri="{FF2B5EF4-FFF2-40B4-BE49-F238E27FC236}">
                <a16:creationId xmlns:a16="http://schemas.microsoft.com/office/drawing/2014/main" id="{F333728A-FEC5-6710-C5B6-470567B6157D}"/>
              </a:ext>
            </a:extLst>
          </p:cNvPr>
          <p:cNvSpPr/>
          <p:nvPr/>
        </p:nvSpPr>
        <p:spPr>
          <a:xfrm>
            <a:off x="5177710" y="4166798"/>
            <a:ext cx="1923906" cy="901370"/>
          </a:xfrm>
          <a:prstGeom prst="roundRect">
            <a:avLst>
              <a:gd name="adj" fmla="val 7040"/>
            </a:avLst>
          </a:prstGeom>
          <a:solidFill>
            <a:srgbClr val="58B6C0"/>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0" name="Step 8">
            <a:extLst>
              <a:ext uri="{FF2B5EF4-FFF2-40B4-BE49-F238E27FC236}">
                <a16:creationId xmlns:a16="http://schemas.microsoft.com/office/drawing/2014/main" id="{821642BB-0D8C-8C02-DB8B-9F5FFA355D8E}"/>
              </a:ext>
            </a:extLst>
          </p:cNvPr>
          <p:cNvSpPr txBox="1"/>
          <p:nvPr/>
        </p:nvSpPr>
        <p:spPr>
          <a:xfrm>
            <a:off x="5271245" y="4763492"/>
            <a:ext cx="1590585"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8</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21" name="Rounded Rectangle">
            <a:extLst>
              <a:ext uri="{FF2B5EF4-FFF2-40B4-BE49-F238E27FC236}">
                <a16:creationId xmlns:a16="http://schemas.microsoft.com/office/drawing/2014/main" id="{FC2C55C3-B689-9728-D047-C402C46BF4AC}"/>
              </a:ext>
            </a:extLst>
          </p:cNvPr>
          <p:cNvSpPr/>
          <p:nvPr/>
        </p:nvSpPr>
        <p:spPr>
          <a:xfrm>
            <a:off x="3002720" y="4104542"/>
            <a:ext cx="2054346" cy="2162908"/>
          </a:xfrm>
          <a:prstGeom prst="roundRect">
            <a:avLst>
              <a:gd name="adj" fmla="val 4605"/>
            </a:avLst>
          </a:prstGeom>
          <a:solidFill>
            <a:srgbClr val="3494BA">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2" name="Rounded Rectangle">
            <a:extLst>
              <a:ext uri="{FF2B5EF4-FFF2-40B4-BE49-F238E27FC236}">
                <a16:creationId xmlns:a16="http://schemas.microsoft.com/office/drawing/2014/main" id="{E75AB313-2A4D-DA7E-79A8-3CA489E69846}"/>
              </a:ext>
            </a:extLst>
          </p:cNvPr>
          <p:cNvSpPr/>
          <p:nvPr/>
        </p:nvSpPr>
        <p:spPr>
          <a:xfrm>
            <a:off x="3069341" y="4166798"/>
            <a:ext cx="1923906" cy="901370"/>
          </a:xfrm>
          <a:prstGeom prst="roundRect">
            <a:avLst>
              <a:gd name="adj" fmla="val 7040"/>
            </a:avLst>
          </a:prstGeom>
          <a:solidFill>
            <a:srgbClr val="3494BA"/>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3" name="Step 9">
            <a:extLst>
              <a:ext uri="{FF2B5EF4-FFF2-40B4-BE49-F238E27FC236}">
                <a16:creationId xmlns:a16="http://schemas.microsoft.com/office/drawing/2014/main" id="{C332805C-B361-7D03-2457-754C45BE471D}"/>
              </a:ext>
            </a:extLst>
          </p:cNvPr>
          <p:cNvSpPr txBox="1"/>
          <p:nvPr/>
        </p:nvSpPr>
        <p:spPr>
          <a:xfrm>
            <a:off x="3162876" y="4763492"/>
            <a:ext cx="1590584"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9</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24" name="Rounded Rectangle">
            <a:extLst>
              <a:ext uri="{FF2B5EF4-FFF2-40B4-BE49-F238E27FC236}">
                <a16:creationId xmlns:a16="http://schemas.microsoft.com/office/drawing/2014/main" id="{F356C4AE-032B-ED49-E2D4-C971F133FC8C}"/>
              </a:ext>
            </a:extLst>
          </p:cNvPr>
          <p:cNvSpPr/>
          <p:nvPr/>
        </p:nvSpPr>
        <p:spPr>
          <a:xfrm>
            <a:off x="894352" y="4104542"/>
            <a:ext cx="2054346" cy="2162908"/>
          </a:xfrm>
          <a:prstGeom prst="roundRect">
            <a:avLst>
              <a:gd name="adj" fmla="val 4605"/>
            </a:avLst>
          </a:prstGeom>
          <a:solidFill>
            <a:srgbClr val="336699">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5" name="Rounded Rectangle">
            <a:extLst>
              <a:ext uri="{FF2B5EF4-FFF2-40B4-BE49-F238E27FC236}">
                <a16:creationId xmlns:a16="http://schemas.microsoft.com/office/drawing/2014/main" id="{A9BD4D53-9EDA-E15E-C93B-EC4E4213D39B}"/>
              </a:ext>
            </a:extLst>
          </p:cNvPr>
          <p:cNvSpPr/>
          <p:nvPr/>
        </p:nvSpPr>
        <p:spPr>
          <a:xfrm>
            <a:off x="960972" y="4166798"/>
            <a:ext cx="1923906" cy="901370"/>
          </a:xfrm>
          <a:prstGeom prst="roundRect">
            <a:avLst>
              <a:gd name="adj" fmla="val 7040"/>
            </a:avLst>
          </a:prstGeom>
          <a:solidFill>
            <a:srgbClr val="336699"/>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6" name="Step 10">
            <a:extLst>
              <a:ext uri="{FF2B5EF4-FFF2-40B4-BE49-F238E27FC236}">
                <a16:creationId xmlns:a16="http://schemas.microsoft.com/office/drawing/2014/main" id="{15921162-F69B-8190-525A-F50CB5C3315F}"/>
              </a:ext>
            </a:extLst>
          </p:cNvPr>
          <p:cNvSpPr txBox="1"/>
          <p:nvPr/>
        </p:nvSpPr>
        <p:spPr>
          <a:xfrm>
            <a:off x="1054508" y="4763492"/>
            <a:ext cx="1590585"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10</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27" name="Rounded Rectangle">
            <a:extLst>
              <a:ext uri="{FF2B5EF4-FFF2-40B4-BE49-F238E27FC236}">
                <a16:creationId xmlns:a16="http://schemas.microsoft.com/office/drawing/2014/main" id="{5FE9CF37-1AB0-410E-7EE5-4D92146493D1}"/>
              </a:ext>
            </a:extLst>
          </p:cNvPr>
          <p:cNvSpPr/>
          <p:nvPr/>
        </p:nvSpPr>
        <p:spPr>
          <a:xfrm>
            <a:off x="9327825" y="4104542"/>
            <a:ext cx="2054346" cy="2162908"/>
          </a:xfrm>
          <a:prstGeom prst="roundRect">
            <a:avLst>
              <a:gd name="adj" fmla="val 4605"/>
            </a:avLst>
          </a:prstGeom>
          <a:solidFill>
            <a:srgbClr val="336699">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8" name="Rounded Rectangle">
            <a:extLst>
              <a:ext uri="{FF2B5EF4-FFF2-40B4-BE49-F238E27FC236}">
                <a16:creationId xmlns:a16="http://schemas.microsoft.com/office/drawing/2014/main" id="{FB45AFC0-5374-1EDC-8740-C7F39629C794}"/>
              </a:ext>
            </a:extLst>
          </p:cNvPr>
          <p:cNvSpPr/>
          <p:nvPr/>
        </p:nvSpPr>
        <p:spPr>
          <a:xfrm>
            <a:off x="9394446" y="4166798"/>
            <a:ext cx="1923906" cy="901370"/>
          </a:xfrm>
          <a:prstGeom prst="roundRect">
            <a:avLst>
              <a:gd name="adj" fmla="val 7040"/>
            </a:avLst>
          </a:prstGeom>
          <a:solidFill>
            <a:srgbClr val="336699"/>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29" name="Step 6">
            <a:extLst>
              <a:ext uri="{FF2B5EF4-FFF2-40B4-BE49-F238E27FC236}">
                <a16:creationId xmlns:a16="http://schemas.microsoft.com/office/drawing/2014/main" id="{30E9BF49-8DDD-2E89-4F08-87B2D8FCD02C}"/>
              </a:ext>
            </a:extLst>
          </p:cNvPr>
          <p:cNvSpPr txBox="1"/>
          <p:nvPr/>
        </p:nvSpPr>
        <p:spPr>
          <a:xfrm>
            <a:off x="9487982" y="4763492"/>
            <a:ext cx="1590584"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6</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30" name="Rounded Rectangle">
            <a:extLst>
              <a:ext uri="{FF2B5EF4-FFF2-40B4-BE49-F238E27FC236}">
                <a16:creationId xmlns:a16="http://schemas.microsoft.com/office/drawing/2014/main" id="{475C1398-35B2-2C2A-D162-48626E94EED6}"/>
              </a:ext>
            </a:extLst>
          </p:cNvPr>
          <p:cNvSpPr/>
          <p:nvPr/>
        </p:nvSpPr>
        <p:spPr>
          <a:xfrm>
            <a:off x="7219457" y="4104542"/>
            <a:ext cx="2054345" cy="2162908"/>
          </a:xfrm>
          <a:prstGeom prst="roundRect">
            <a:avLst>
              <a:gd name="adj" fmla="val 4605"/>
            </a:avLst>
          </a:prstGeom>
          <a:solidFill>
            <a:srgbClr val="75BDA7">
              <a:alpha val="20000"/>
            </a:srgbClr>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31" name="Rounded Rectangle">
            <a:extLst>
              <a:ext uri="{FF2B5EF4-FFF2-40B4-BE49-F238E27FC236}">
                <a16:creationId xmlns:a16="http://schemas.microsoft.com/office/drawing/2014/main" id="{B3AD0BE5-1C44-3E6B-640F-2D015C596DCE}"/>
              </a:ext>
            </a:extLst>
          </p:cNvPr>
          <p:cNvSpPr/>
          <p:nvPr/>
        </p:nvSpPr>
        <p:spPr>
          <a:xfrm>
            <a:off x="7286078" y="4166798"/>
            <a:ext cx="1923906" cy="901370"/>
          </a:xfrm>
          <a:prstGeom prst="roundRect">
            <a:avLst>
              <a:gd name="adj" fmla="val 7040"/>
            </a:avLst>
          </a:prstGeom>
          <a:solidFill>
            <a:srgbClr val="75BDA7"/>
          </a:solidFill>
          <a:ln w="12700">
            <a:miter lim="400000"/>
          </a:ln>
        </p:spPr>
        <p:txBody>
          <a:bodyPr lIns="0" tIns="0" rIns="0" bIns="0" anchor="ctr"/>
          <a:lstStyle/>
          <a:p>
            <a:endParaRPr sz="837">
              <a:latin typeface="微软雅黑" panose="020B0503020204020204" pitchFamily="34" charset="-122"/>
              <a:ea typeface="微软雅黑" panose="020B0503020204020204" pitchFamily="34" charset="-122"/>
            </a:endParaRPr>
          </a:p>
        </p:txBody>
      </p:sp>
      <p:sp>
        <p:nvSpPr>
          <p:cNvPr id="132" name="Step 7">
            <a:extLst>
              <a:ext uri="{FF2B5EF4-FFF2-40B4-BE49-F238E27FC236}">
                <a16:creationId xmlns:a16="http://schemas.microsoft.com/office/drawing/2014/main" id="{38B4AAD5-2196-74AB-E9C1-FB6D96ADB110}"/>
              </a:ext>
            </a:extLst>
          </p:cNvPr>
          <p:cNvSpPr txBox="1"/>
          <p:nvPr/>
        </p:nvSpPr>
        <p:spPr>
          <a:xfrm>
            <a:off x="7379613" y="4763492"/>
            <a:ext cx="1590585" cy="21934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FFFFFF"/>
                </a:solidFill>
              </a:defRPr>
            </a:lvl1pPr>
          </a:lstStyle>
          <a:p>
            <a:r>
              <a:rPr lang="zh-CN" altLang="en-US" sz="1115" b="1" dirty="0">
                <a:solidFill>
                  <a:srgbClr val="FFFFFF"/>
                </a:solidFill>
                <a:latin typeface="微软雅黑" panose="020B0503020204020204" pitchFamily="34" charset="-122"/>
                <a:ea typeface="微软雅黑" panose="020B0503020204020204" pitchFamily="34" charset="-122"/>
              </a:rPr>
              <a:t>步骤</a:t>
            </a:r>
            <a:r>
              <a:rPr lang="en-US" altLang="zh-CN" sz="1115" b="1" dirty="0">
                <a:solidFill>
                  <a:srgbClr val="FFFFFF"/>
                </a:solidFill>
                <a:latin typeface="微软雅黑" panose="020B0503020204020204" pitchFamily="34" charset="-122"/>
                <a:ea typeface="微软雅黑" panose="020B0503020204020204" pitchFamily="34" charset="-122"/>
              </a:rPr>
              <a:t>7</a:t>
            </a:r>
            <a:endParaRPr lang="zh-CN" altLang="en-US" sz="1115" b="1" dirty="0">
              <a:solidFill>
                <a:srgbClr val="FFFFFF"/>
              </a:solidFill>
              <a:latin typeface="微软雅黑" panose="020B0503020204020204" pitchFamily="34" charset="-122"/>
              <a:ea typeface="微软雅黑" panose="020B0503020204020204" pitchFamily="34" charset="-122"/>
            </a:endParaRPr>
          </a:p>
        </p:txBody>
      </p:sp>
      <p:sp>
        <p:nvSpPr>
          <p:cNvPr id="133" name="Freeform 610">
            <a:extLst>
              <a:ext uri="{FF2B5EF4-FFF2-40B4-BE49-F238E27FC236}">
                <a16:creationId xmlns:a16="http://schemas.microsoft.com/office/drawing/2014/main" id="{FBF97EF5-8966-145A-5F84-5125D96737B5}"/>
              </a:ext>
            </a:extLst>
          </p:cNvPr>
          <p:cNvSpPr/>
          <p:nvPr/>
        </p:nvSpPr>
        <p:spPr>
          <a:xfrm>
            <a:off x="1805060" y="2269202"/>
            <a:ext cx="271774" cy="240040"/>
          </a:xfrm>
          <a:custGeom>
            <a:avLst/>
            <a:gdLst/>
            <a:ahLst/>
            <a:cxnLst>
              <a:cxn ang="0">
                <a:pos x="wd2" y="hd2"/>
              </a:cxn>
              <a:cxn ang="5400000">
                <a:pos x="wd2" y="hd2"/>
              </a:cxn>
              <a:cxn ang="10800000">
                <a:pos x="wd2" y="hd2"/>
              </a:cxn>
              <a:cxn ang="16200000">
                <a:pos x="wd2" y="hd2"/>
              </a:cxn>
            </a:cxnLst>
            <a:rect l="0" t="0" r="r" b="b"/>
            <a:pathLst>
              <a:path w="21600" h="21600" extrusionOk="0">
                <a:moveTo>
                  <a:pt x="15836" y="0"/>
                </a:moveTo>
                <a:lnTo>
                  <a:pt x="15836" y="2856"/>
                </a:lnTo>
                <a:lnTo>
                  <a:pt x="13502" y="5314"/>
                </a:lnTo>
                <a:lnTo>
                  <a:pt x="14301" y="6326"/>
                </a:lnTo>
                <a:lnTo>
                  <a:pt x="16635" y="3886"/>
                </a:lnTo>
                <a:lnTo>
                  <a:pt x="21600" y="3886"/>
                </a:lnTo>
                <a:lnTo>
                  <a:pt x="21600" y="0"/>
                </a:lnTo>
                <a:lnTo>
                  <a:pt x="15836" y="0"/>
                </a:lnTo>
                <a:close/>
                <a:moveTo>
                  <a:pt x="8396" y="831"/>
                </a:moveTo>
                <a:cubicBezTo>
                  <a:pt x="3701" y="1189"/>
                  <a:pt x="0" y="5698"/>
                  <a:pt x="0" y="11207"/>
                </a:cubicBezTo>
                <a:cubicBezTo>
                  <a:pt x="0" y="13844"/>
                  <a:pt x="853" y="16242"/>
                  <a:pt x="2256" y="18075"/>
                </a:cubicBezTo>
                <a:lnTo>
                  <a:pt x="5498" y="14334"/>
                </a:lnTo>
                <a:cubicBezTo>
                  <a:pt x="4915" y="13466"/>
                  <a:pt x="4558" y="12389"/>
                  <a:pt x="4558" y="11207"/>
                </a:cubicBezTo>
                <a:cubicBezTo>
                  <a:pt x="4558" y="8610"/>
                  <a:pt x="6226" y="6467"/>
                  <a:pt x="8396" y="6128"/>
                </a:cubicBezTo>
                <a:lnTo>
                  <a:pt x="8396" y="831"/>
                </a:lnTo>
                <a:close/>
                <a:moveTo>
                  <a:pt x="9602" y="831"/>
                </a:moveTo>
                <a:lnTo>
                  <a:pt x="9602" y="6128"/>
                </a:lnTo>
                <a:cubicBezTo>
                  <a:pt x="11575" y="6436"/>
                  <a:pt x="13140" y="8244"/>
                  <a:pt x="13408" y="10520"/>
                </a:cubicBezTo>
                <a:lnTo>
                  <a:pt x="17997" y="10520"/>
                </a:lnTo>
                <a:cubicBezTo>
                  <a:pt x="17894" y="8722"/>
                  <a:pt x="17382" y="7036"/>
                  <a:pt x="16588" y="5603"/>
                </a:cubicBezTo>
                <a:lnTo>
                  <a:pt x="15679" y="6561"/>
                </a:lnTo>
                <a:cubicBezTo>
                  <a:pt x="16090" y="7346"/>
                  <a:pt x="16415" y="8212"/>
                  <a:pt x="16603" y="9128"/>
                </a:cubicBezTo>
                <a:lnTo>
                  <a:pt x="14348" y="9128"/>
                </a:lnTo>
                <a:cubicBezTo>
                  <a:pt x="13786" y="7207"/>
                  <a:pt x="12472" y="5691"/>
                  <a:pt x="10808" y="5043"/>
                </a:cubicBezTo>
                <a:lnTo>
                  <a:pt x="10808" y="2440"/>
                </a:lnTo>
                <a:cubicBezTo>
                  <a:pt x="11739" y="2695"/>
                  <a:pt x="12607" y="3139"/>
                  <a:pt x="13377" y="3742"/>
                </a:cubicBezTo>
                <a:lnTo>
                  <a:pt x="14285" y="2784"/>
                </a:lnTo>
                <a:cubicBezTo>
                  <a:pt x="12954" y="1669"/>
                  <a:pt x="11344" y="964"/>
                  <a:pt x="9602" y="831"/>
                </a:cubicBezTo>
                <a:close/>
                <a:moveTo>
                  <a:pt x="13408" y="11894"/>
                </a:moveTo>
                <a:cubicBezTo>
                  <a:pt x="13114" y="14397"/>
                  <a:pt x="11257" y="16340"/>
                  <a:pt x="9007" y="16340"/>
                </a:cubicBezTo>
                <a:cubicBezTo>
                  <a:pt x="8011" y="16340"/>
                  <a:pt x="7085" y="15949"/>
                  <a:pt x="6344" y="15310"/>
                </a:cubicBezTo>
                <a:lnTo>
                  <a:pt x="3101" y="19051"/>
                </a:lnTo>
                <a:cubicBezTo>
                  <a:pt x="4682" y="20634"/>
                  <a:pt x="6749" y="21600"/>
                  <a:pt x="9007" y="21600"/>
                </a:cubicBezTo>
                <a:cubicBezTo>
                  <a:pt x="13780" y="21600"/>
                  <a:pt x="17688" y="17311"/>
                  <a:pt x="17997" y="11894"/>
                </a:cubicBezTo>
                <a:lnTo>
                  <a:pt x="13408" y="11894"/>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4" name="Freeform 772">
            <a:extLst>
              <a:ext uri="{FF2B5EF4-FFF2-40B4-BE49-F238E27FC236}">
                <a16:creationId xmlns:a16="http://schemas.microsoft.com/office/drawing/2014/main" id="{5F7B39BA-FD06-12B4-B76B-CACBA07FB2EF}"/>
              </a:ext>
            </a:extLst>
          </p:cNvPr>
          <p:cNvSpPr/>
          <p:nvPr/>
        </p:nvSpPr>
        <p:spPr>
          <a:xfrm>
            <a:off x="3946360" y="2266892"/>
            <a:ext cx="233686" cy="244659"/>
          </a:xfrm>
          <a:custGeom>
            <a:avLst/>
            <a:gdLst/>
            <a:ahLst/>
            <a:cxnLst>
              <a:cxn ang="0">
                <a:pos x="wd2" y="hd2"/>
              </a:cxn>
              <a:cxn ang="5400000">
                <a:pos x="wd2" y="hd2"/>
              </a:cxn>
              <a:cxn ang="10800000">
                <a:pos x="wd2" y="hd2"/>
              </a:cxn>
              <a:cxn ang="16200000">
                <a:pos x="wd2" y="hd2"/>
              </a:cxn>
            </a:cxnLst>
            <a:rect l="0" t="0" r="r" b="b"/>
            <a:pathLst>
              <a:path w="21287" h="21600" extrusionOk="0">
                <a:moveTo>
                  <a:pt x="0" y="0"/>
                </a:moveTo>
                <a:lnTo>
                  <a:pt x="0" y="16670"/>
                </a:lnTo>
                <a:cubicBezTo>
                  <a:pt x="0" y="18174"/>
                  <a:pt x="1243" y="19419"/>
                  <a:pt x="2765" y="19419"/>
                </a:cubicBezTo>
                <a:lnTo>
                  <a:pt x="7845" y="19419"/>
                </a:lnTo>
                <a:lnTo>
                  <a:pt x="8492" y="15819"/>
                </a:lnTo>
                <a:lnTo>
                  <a:pt x="8527" y="15535"/>
                </a:lnTo>
                <a:lnTo>
                  <a:pt x="8689" y="15304"/>
                </a:lnTo>
                <a:lnTo>
                  <a:pt x="12118" y="10073"/>
                </a:lnTo>
                <a:lnTo>
                  <a:pt x="10251" y="8920"/>
                </a:lnTo>
                <a:lnTo>
                  <a:pt x="13411" y="3901"/>
                </a:lnTo>
                <a:cubicBezTo>
                  <a:pt x="13656" y="3508"/>
                  <a:pt x="14011" y="3203"/>
                  <a:pt x="14398" y="2997"/>
                </a:cubicBezTo>
                <a:cubicBezTo>
                  <a:pt x="14785" y="2790"/>
                  <a:pt x="15199" y="2678"/>
                  <a:pt x="15637" y="2678"/>
                </a:cubicBezTo>
                <a:cubicBezTo>
                  <a:pt x="16052" y="2677"/>
                  <a:pt x="16488" y="2792"/>
                  <a:pt x="16875" y="2997"/>
                </a:cubicBezTo>
                <a:lnTo>
                  <a:pt x="16875" y="0"/>
                </a:lnTo>
                <a:lnTo>
                  <a:pt x="0" y="0"/>
                </a:lnTo>
                <a:close/>
                <a:moveTo>
                  <a:pt x="5888" y="3157"/>
                </a:moveTo>
                <a:lnTo>
                  <a:pt x="7037" y="3919"/>
                </a:lnTo>
                <a:lnTo>
                  <a:pt x="4596" y="7537"/>
                </a:lnTo>
                <a:lnTo>
                  <a:pt x="2352" y="5888"/>
                </a:lnTo>
                <a:lnTo>
                  <a:pt x="3178" y="4788"/>
                </a:lnTo>
                <a:lnTo>
                  <a:pt x="4255" y="5586"/>
                </a:lnTo>
                <a:lnTo>
                  <a:pt x="5888" y="3157"/>
                </a:lnTo>
                <a:close/>
                <a:moveTo>
                  <a:pt x="19084" y="3813"/>
                </a:moveTo>
                <a:cubicBezTo>
                  <a:pt x="18359" y="3813"/>
                  <a:pt x="17640" y="4162"/>
                  <a:pt x="17217" y="4806"/>
                </a:cubicBezTo>
                <a:lnTo>
                  <a:pt x="16301" y="4238"/>
                </a:lnTo>
                <a:cubicBezTo>
                  <a:pt x="16095" y="4110"/>
                  <a:pt x="15864" y="4043"/>
                  <a:pt x="15637" y="4043"/>
                </a:cubicBezTo>
                <a:cubicBezTo>
                  <a:pt x="15432" y="4043"/>
                  <a:pt x="15244" y="4091"/>
                  <a:pt x="15062" y="4185"/>
                </a:cubicBezTo>
                <a:cubicBezTo>
                  <a:pt x="14880" y="4280"/>
                  <a:pt x="14715" y="4428"/>
                  <a:pt x="14595" y="4611"/>
                </a:cubicBezTo>
                <a:lnTo>
                  <a:pt x="12028" y="8530"/>
                </a:lnTo>
                <a:lnTo>
                  <a:pt x="13195" y="9257"/>
                </a:lnTo>
                <a:lnTo>
                  <a:pt x="15673" y="5462"/>
                </a:lnTo>
                <a:lnTo>
                  <a:pt x="16463" y="5941"/>
                </a:lnTo>
                <a:lnTo>
                  <a:pt x="9856" y="16049"/>
                </a:lnTo>
                <a:lnTo>
                  <a:pt x="8851" y="21600"/>
                </a:lnTo>
                <a:lnTo>
                  <a:pt x="13590" y="18390"/>
                </a:lnTo>
                <a:lnTo>
                  <a:pt x="20933" y="7182"/>
                </a:lnTo>
                <a:cubicBezTo>
                  <a:pt x="21600" y="6164"/>
                  <a:pt x="21295" y="4806"/>
                  <a:pt x="20268" y="4150"/>
                </a:cubicBezTo>
                <a:cubicBezTo>
                  <a:pt x="19897" y="3912"/>
                  <a:pt x="19495" y="3813"/>
                  <a:pt x="19084" y="3813"/>
                </a:cubicBezTo>
                <a:close/>
                <a:moveTo>
                  <a:pt x="19066" y="5178"/>
                </a:moveTo>
                <a:cubicBezTo>
                  <a:pt x="19224" y="5178"/>
                  <a:pt x="19398" y="5216"/>
                  <a:pt x="19532" y="5302"/>
                </a:cubicBezTo>
                <a:cubicBezTo>
                  <a:pt x="19910" y="5543"/>
                  <a:pt x="20015" y="6043"/>
                  <a:pt x="19784" y="6420"/>
                </a:cubicBezTo>
                <a:lnTo>
                  <a:pt x="18725" y="8051"/>
                </a:lnTo>
                <a:lnTo>
                  <a:pt x="17324" y="7147"/>
                </a:lnTo>
                <a:lnTo>
                  <a:pt x="18383" y="5551"/>
                </a:lnTo>
                <a:cubicBezTo>
                  <a:pt x="18537" y="5316"/>
                  <a:pt x="18782" y="5178"/>
                  <a:pt x="19066" y="5178"/>
                </a:cubicBezTo>
                <a:close/>
                <a:moveTo>
                  <a:pt x="5888" y="8069"/>
                </a:moveTo>
                <a:lnTo>
                  <a:pt x="7037" y="8832"/>
                </a:lnTo>
                <a:lnTo>
                  <a:pt x="4596" y="12467"/>
                </a:lnTo>
                <a:lnTo>
                  <a:pt x="2352" y="10800"/>
                </a:lnTo>
                <a:lnTo>
                  <a:pt x="3178" y="9700"/>
                </a:lnTo>
                <a:lnTo>
                  <a:pt x="4255" y="10499"/>
                </a:lnTo>
                <a:lnTo>
                  <a:pt x="5888" y="8069"/>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5" name="Freeform 673">
            <a:extLst>
              <a:ext uri="{FF2B5EF4-FFF2-40B4-BE49-F238E27FC236}">
                <a16:creationId xmlns:a16="http://schemas.microsoft.com/office/drawing/2014/main" id="{EC7979E8-6482-CBC4-C629-51AD9FCE6840}"/>
              </a:ext>
            </a:extLst>
          </p:cNvPr>
          <p:cNvSpPr/>
          <p:nvPr/>
        </p:nvSpPr>
        <p:spPr>
          <a:xfrm>
            <a:off x="6010776" y="2255644"/>
            <a:ext cx="263299" cy="267157"/>
          </a:xfrm>
          <a:custGeom>
            <a:avLst/>
            <a:gdLst/>
            <a:ahLst/>
            <a:cxnLst>
              <a:cxn ang="0">
                <a:pos x="wd2" y="hd2"/>
              </a:cxn>
              <a:cxn ang="5400000">
                <a:pos x="wd2" y="hd2"/>
              </a:cxn>
              <a:cxn ang="10800000">
                <a:pos x="wd2" y="hd2"/>
              </a:cxn>
              <a:cxn ang="16200000">
                <a:pos x="wd2" y="hd2"/>
              </a:cxn>
            </a:cxnLst>
            <a:rect l="0" t="0" r="r" b="b"/>
            <a:pathLst>
              <a:path w="21600" h="21600" extrusionOk="0">
                <a:moveTo>
                  <a:pt x="16992" y="0"/>
                </a:moveTo>
                <a:cubicBezTo>
                  <a:pt x="16558" y="0"/>
                  <a:pt x="16132" y="69"/>
                  <a:pt x="15731" y="179"/>
                </a:cubicBezTo>
                <a:lnTo>
                  <a:pt x="15731" y="1234"/>
                </a:lnTo>
                <a:cubicBezTo>
                  <a:pt x="15291" y="1390"/>
                  <a:pt x="14898" y="1618"/>
                  <a:pt x="14551" y="1916"/>
                </a:cubicBezTo>
                <a:lnTo>
                  <a:pt x="13646" y="1397"/>
                </a:lnTo>
                <a:cubicBezTo>
                  <a:pt x="13050" y="1990"/>
                  <a:pt x="12604" y="2734"/>
                  <a:pt x="12384" y="3573"/>
                </a:cubicBezTo>
                <a:lnTo>
                  <a:pt x="13290" y="4093"/>
                </a:lnTo>
                <a:cubicBezTo>
                  <a:pt x="13249" y="4317"/>
                  <a:pt x="13225" y="4555"/>
                  <a:pt x="13225" y="4791"/>
                </a:cubicBezTo>
                <a:cubicBezTo>
                  <a:pt x="13225" y="5027"/>
                  <a:pt x="13249" y="5249"/>
                  <a:pt x="13290" y="5473"/>
                </a:cubicBezTo>
                <a:lnTo>
                  <a:pt x="12384" y="6009"/>
                </a:lnTo>
                <a:cubicBezTo>
                  <a:pt x="12604" y="6848"/>
                  <a:pt x="13050" y="7592"/>
                  <a:pt x="13646" y="8185"/>
                </a:cubicBezTo>
                <a:lnTo>
                  <a:pt x="14551" y="7666"/>
                </a:lnTo>
                <a:cubicBezTo>
                  <a:pt x="14898" y="7964"/>
                  <a:pt x="15292" y="8192"/>
                  <a:pt x="15731" y="8348"/>
                </a:cubicBezTo>
                <a:lnTo>
                  <a:pt x="15731" y="9403"/>
                </a:lnTo>
                <a:cubicBezTo>
                  <a:pt x="16132" y="9513"/>
                  <a:pt x="16558" y="9582"/>
                  <a:pt x="16992" y="9582"/>
                </a:cubicBezTo>
                <a:cubicBezTo>
                  <a:pt x="17426" y="9582"/>
                  <a:pt x="17837" y="9513"/>
                  <a:pt x="18237" y="9403"/>
                </a:cubicBezTo>
                <a:lnTo>
                  <a:pt x="18237" y="8348"/>
                </a:lnTo>
                <a:cubicBezTo>
                  <a:pt x="18677" y="8192"/>
                  <a:pt x="19087" y="7964"/>
                  <a:pt x="19434" y="7666"/>
                </a:cubicBezTo>
                <a:lnTo>
                  <a:pt x="20339" y="8185"/>
                </a:lnTo>
                <a:cubicBezTo>
                  <a:pt x="20935" y="7592"/>
                  <a:pt x="21380" y="6848"/>
                  <a:pt x="21600" y="6009"/>
                </a:cubicBezTo>
                <a:lnTo>
                  <a:pt x="20678" y="5473"/>
                </a:lnTo>
                <a:cubicBezTo>
                  <a:pt x="20720" y="5249"/>
                  <a:pt x="20759" y="5027"/>
                  <a:pt x="20759" y="4791"/>
                </a:cubicBezTo>
                <a:cubicBezTo>
                  <a:pt x="20759" y="4556"/>
                  <a:pt x="20736" y="4316"/>
                  <a:pt x="20695" y="4093"/>
                </a:cubicBezTo>
                <a:lnTo>
                  <a:pt x="21600" y="3573"/>
                </a:lnTo>
                <a:cubicBezTo>
                  <a:pt x="21380" y="2734"/>
                  <a:pt x="20935" y="1990"/>
                  <a:pt x="20339" y="1397"/>
                </a:cubicBezTo>
                <a:lnTo>
                  <a:pt x="19434" y="1916"/>
                </a:lnTo>
                <a:cubicBezTo>
                  <a:pt x="19087" y="1618"/>
                  <a:pt x="18677" y="1390"/>
                  <a:pt x="18237" y="1234"/>
                </a:cubicBezTo>
                <a:lnTo>
                  <a:pt x="18237" y="179"/>
                </a:lnTo>
                <a:cubicBezTo>
                  <a:pt x="17837" y="68"/>
                  <a:pt x="17426" y="0"/>
                  <a:pt x="16992" y="0"/>
                </a:cubicBezTo>
                <a:close/>
                <a:moveTo>
                  <a:pt x="16992" y="3021"/>
                </a:moveTo>
                <a:cubicBezTo>
                  <a:pt x="17961" y="3021"/>
                  <a:pt x="18738" y="3817"/>
                  <a:pt x="18738" y="4791"/>
                </a:cubicBezTo>
                <a:cubicBezTo>
                  <a:pt x="18738" y="5765"/>
                  <a:pt x="17961" y="6561"/>
                  <a:pt x="16992" y="6561"/>
                </a:cubicBezTo>
                <a:cubicBezTo>
                  <a:pt x="16022" y="6561"/>
                  <a:pt x="15230" y="5765"/>
                  <a:pt x="15230" y="4791"/>
                </a:cubicBezTo>
                <a:cubicBezTo>
                  <a:pt x="15230" y="3817"/>
                  <a:pt x="16022" y="3021"/>
                  <a:pt x="16992" y="3021"/>
                </a:cubicBezTo>
                <a:close/>
                <a:moveTo>
                  <a:pt x="8779" y="6123"/>
                </a:moveTo>
                <a:lnTo>
                  <a:pt x="8326" y="7341"/>
                </a:lnTo>
                <a:cubicBezTo>
                  <a:pt x="7800" y="7291"/>
                  <a:pt x="7270" y="7297"/>
                  <a:pt x="6758" y="7373"/>
                </a:cubicBezTo>
                <a:lnTo>
                  <a:pt x="6241" y="6204"/>
                </a:lnTo>
                <a:cubicBezTo>
                  <a:pt x="5070" y="6435"/>
                  <a:pt x="3963" y="6920"/>
                  <a:pt x="3023" y="7633"/>
                </a:cubicBezTo>
                <a:lnTo>
                  <a:pt x="3557" y="8819"/>
                </a:lnTo>
                <a:cubicBezTo>
                  <a:pt x="3158" y="9150"/>
                  <a:pt x="2789" y="9530"/>
                  <a:pt x="2474" y="9955"/>
                </a:cubicBezTo>
                <a:lnTo>
                  <a:pt x="1261" y="9485"/>
                </a:lnTo>
                <a:cubicBezTo>
                  <a:pt x="932" y="9970"/>
                  <a:pt x="668" y="10499"/>
                  <a:pt x="453" y="11060"/>
                </a:cubicBezTo>
                <a:cubicBezTo>
                  <a:pt x="240" y="11621"/>
                  <a:pt x="82" y="12201"/>
                  <a:pt x="0" y="12781"/>
                </a:cubicBezTo>
                <a:lnTo>
                  <a:pt x="1213" y="13252"/>
                </a:lnTo>
                <a:cubicBezTo>
                  <a:pt x="1163" y="13781"/>
                  <a:pt x="1185" y="14297"/>
                  <a:pt x="1261" y="14811"/>
                </a:cubicBezTo>
                <a:lnTo>
                  <a:pt x="81" y="15347"/>
                </a:lnTo>
                <a:cubicBezTo>
                  <a:pt x="193" y="15923"/>
                  <a:pt x="354" y="16487"/>
                  <a:pt x="598" y="17036"/>
                </a:cubicBezTo>
                <a:cubicBezTo>
                  <a:pt x="842" y="17586"/>
                  <a:pt x="1152" y="18094"/>
                  <a:pt x="1504" y="18563"/>
                </a:cubicBezTo>
                <a:lnTo>
                  <a:pt x="2684" y="18043"/>
                </a:lnTo>
                <a:cubicBezTo>
                  <a:pt x="3013" y="18444"/>
                  <a:pt x="3391" y="18799"/>
                  <a:pt x="3816" y="19115"/>
                </a:cubicBezTo>
                <a:lnTo>
                  <a:pt x="3363" y="20333"/>
                </a:lnTo>
                <a:cubicBezTo>
                  <a:pt x="3847" y="20661"/>
                  <a:pt x="4356" y="20946"/>
                  <a:pt x="4915" y="21162"/>
                </a:cubicBezTo>
                <a:cubicBezTo>
                  <a:pt x="5472" y="21376"/>
                  <a:pt x="6047" y="21518"/>
                  <a:pt x="6629" y="21600"/>
                </a:cubicBezTo>
                <a:lnTo>
                  <a:pt x="7098" y="20382"/>
                </a:lnTo>
                <a:cubicBezTo>
                  <a:pt x="7624" y="20432"/>
                  <a:pt x="8154" y="20426"/>
                  <a:pt x="8666" y="20349"/>
                </a:cubicBezTo>
                <a:lnTo>
                  <a:pt x="9183" y="21519"/>
                </a:lnTo>
                <a:cubicBezTo>
                  <a:pt x="10354" y="21288"/>
                  <a:pt x="11445" y="20786"/>
                  <a:pt x="12384" y="20073"/>
                </a:cubicBezTo>
                <a:lnTo>
                  <a:pt x="11867" y="18904"/>
                </a:lnTo>
                <a:cubicBezTo>
                  <a:pt x="12266" y="18573"/>
                  <a:pt x="12635" y="18194"/>
                  <a:pt x="12950" y="17767"/>
                </a:cubicBezTo>
                <a:lnTo>
                  <a:pt x="14147" y="18238"/>
                </a:lnTo>
                <a:cubicBezTo>
                  <a:pt x="14476" y="17753"/>
                  <a:pt x="14756" y="17224"/>
                  <a:pt x="14971" y="16663"/>
                </a:cubicBezTo>
                <a:cubicBezTo>
                  <a:pt x="15186" y="16102"/>
                  <a:pt x="15326" y="15522"/>
                  <a:pt x="15408" y="14941"/>
                </a:cubicBezTo>
                <a:lnTo>
                  <a:pt x="14195" y="14470"/>
                </a:lnTo>
                <a:cubicBezTo>
                  <a:pt x="14245" y="13942"/>
                  <a:pt x="14239" y="13425"/>
                  <a:pt x="14163" y="12911"/>
                </a:cubicBezTo>
                <a:lnTo>
                  <a:pt x="15343" y="12375"/>
                </a:lnTo>
                <a:cubicBezTo>
                  <a:pt x="15231" y="11800"/>
                  <a:pt x="15053" y="11236"/>
                  <a:pt x="14810" y="10686"/>
                </a:cubicBezTo>
                <a:cubicBezTo>
                  <a:pt x="14566" y="10137"/>
                  <a:pt x="14271" y="9629"/>
                  <a:pt x="13920" y="9160"/>
                </a:cubicBezTo>
                <a:lnTo>
                  <a:pt x="12724" y="9679"/>
                </a:lnTo>
                <a:cubicBezTo>
                  <a:pt x="12395" y="9279"/>
                  <a:pt x="12017" y="8924"/>
                  <a:pt x="11592" y="8608"/>
                </a:cubicBezTo>
                <a:lnTo>
                  <a:pt x="12061" y="7389"/>
                </a:lnTo>
                <a:cubicBezTo>
                  <a:pt x="11576" y="7062"/>
                  <a:pt x="11052" y="6777"/>
                  <a:pt x="10493" y="6561"/>
                </a:cubicBezTo>
                <a:cubicBezTo>
                  <a:pt x="9936" y="6346"/>
                  <a:pt x="9361" y="6205"/>
                  <a:pt x="8779" y="6123"/>
                </a:cubicBezTo>
                <a:close/>
                <a:moveTo>
                  <a:pt x="7599" y="10329"/>
                </a:moveTo>
                <a:cubicBezTo>
                  <a:pt x="8055" y="10314"/>
                  <a:pt x="8520" y="10398"/>
                  <a:pt x="8973" y="10573"/>
                </a:cubicBezTo>
                <a:cubicBezTo>
                  <a:pt x="10784" y="11270"/>
                  <a:pt x="11689" y="13301"/>
                  <a:pt x="10994" y="15120"/>
                </a:cubicBezTo>
                <a:cubicBezTo>
                  <a:pt x="10299" y="16939"/>
                  <a:pt x="8263" y="17848"/>
                  <a:pt x="6451" y="17150"/>
                </a:cubicBezTo>
                <a:cubicBezTo>
                  <a:pt x="4642" y="16452"/>
                  <a:pt x="3735" y="14422"/>
                  <a:pt x="4430" y="12603"/>
                </a:cubicBezTo>
                <a:cubicBezTo>
                  <a:pt x="4951" y="11238"/>
                  <a:pt x="6231" y="10376"/>
                  <a:pt x="7599" y="10329"/>
                </a:cubicBez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6" name="Freeform 723">
            <a:extLst>
              <a:ext uri="{FF2B5EF4-FFF2-40B4-BE49-F238E27FC236}">
                <a16:creationId xmlns:a16="http://schemas.microsoft.com/office/drawing/2014/main" id="{57A4CE1F-2071-EFE8-DCC6-99FB2486924E}"/>
              </a:ext>
            </a:extLst>
          </p:cNvPr>
          <p:cNvSpPr/>
          <p:nvPr/>
        </p:nvSpPr>
        <p:spPr>
          <a:xfrm>
            <a:off x="8143359" y="2269303"/>
            <a:ext cx="214226" cy="23983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6064"/>
                </a:lnTo>
                <a:cubicBezTo>
                  <a:pt x="0" y="17494"/>
                  <a:pt x="1191" y="18674"/>
                  <a:pt x="2722" y="18814"/>
                </a:cubicBezTo>
                <a:lnTo>
                  <a:pt x="2722" y="1375"/>
                </a:lnTo>
                <a:lnTo>
                  <a:pt x="17328" y="1375"/>
                </a:lnTo>
                <a:lnTo>
                  <a:pt x="17328" y="0"/>
                </a:lnTo>
                <a:lnTo>
                  <a:pt x="0" y="0"/>
                </a:lnTo>
                <a:close/>
                <a:moveTo>
                  <a:pt x="4252" y="2768"/>
                </a:moveTo>
                <a:lnTo>
                  <a:pt x="4252" y="18832"/>
                </a:lnTo>
                <a:cubicBezTo>
                  <a:pt x="4252" y="20355"/>
                  <a:pt x="5619" y="21600"/>
                  <a:pt x="7293" y="21600"/>
                </a:cubicBezTo>
                <a:lnTo>
                  <a:pt x="18540" y="21600"/>
                </a:lnTo>
                <a:cubicBezTo>
                  <a:pt x="20213" y="21600"/>
                  <a:pt x="21600" y="20355"/>
                  <a:pt x="21600" y="18832"/>
                </a:cubicBezTo>
                <a:lnTo>
                  <a:pt x="21600" y="2768"/>
                </a:lnTo>
                <a:lnTo>
                  <a:pt x="4252" y="2768"/>
                </a:lnTo>
                <a:close/>
                <a:moveTo>
                  <a:pt x="7909" y="5952"/>
                </a:moveTo>
                <a:lnTo>
                  <a:pt x="17944" y="5952"/>
                </a:lnTo>
                <a:lnTo>
                  <a:pt x="17944" y="7327"/>
                </a:lnTo>
                <a:lnTo>
                  <a:pt x="7909" y="7327"/>
                </a:lnTo>
                <a:lnTo>
                  <a:pt x="7909" y="5952"/>
                </a:lnTo>
                <a:close/>
                <a:moveTo>
                  <a:pt x="7909" y="9280"/>
                </a:moveTo>
                <a:lnTo>
                  <a:pt x="13373" y="9280"/>
                </a:lnTo>
                <a:cubicBezTo>
                  <a:pt x="13373" y="9280"/>
                  <a:pt x="13373" y="10655"/>
                  <a:pt x="13373" y="10655"/>
                </a:cubicBezTo>
                <a:lnTo>
                  <a:pt x="7909" y="10655"/>
                </a:lnTo>
                <a:lnTo>
                  <a:pt x="7909" y="9280"/>
                </a:lnTo>
                <a:close/>
                <a:moveTo>
                  <a:pt x="10174" y="14400"/>
                </a:moveTo>
                <a:cubicBezTo>
                  <a:pt x="11434" y="14400"/>
                  <a:pt x="12459" y="15333"/>
                  <a:pt x="12459" y="16480"/>
                </a:cubicBezTo>
                <a:cubicBezTo>
                  <a:pt x="12459" y="17627"/>
                  <a:pt x="11434" y="18543"/>
                  <a:pt x="10174" y="18543"/>
                </a:cubicBezTo>
                <a:cubicBezTo>
                  <a:pt x="8914" y="18543"/>
                  <a:pt x="7909" y="17627"/>
                  <a:pt x="7909" y="16480"/>
                </a:cubicBezTo>
                <a:cubicBezTo>
                  <a:pt x="7909" y="15333"/>
                  <a:pt x="8914" y="14400"/>
                  <a:pt x="10174" y="14400"/>
                </a:cubicBezTo>
                <a:close/>
                <a:moveTo>
                  <a:pt x="16573" y="14671"/>
                </a:moveTo>
                <a:lnTo>
                  <a:pt x="18083" y="14671"/>
                </a:lnTo>
                <a:lnTo>
                  <a:pt x="18083" y="18543"/>
                </a:lnTo>
                <a:lnTo>
                  <a:pt x="16573" y="18543"/>
                </a:lnTo>
                <a:lnTo>
                  <a:pt x="16573" y="14671"/>
                </a:lnTo>
                <a:close/>
                <a:moveTo>
                  <a:pt x="13830" y="16878"/>
                </a:moveTo>
                <a:lnTo>
                  <a:pt x="15360" y="16878"/>
                </a:lnTo>
                <a:lnTo>
                  <a:pt x="15360" y="18543"/>
                </a:lnTo>
                <a:lnTo>
                  <a:pt x="13830" y="18543"/>
                </a:lnTo>
                <a:lnTo>
                  <a:pt x="13830" y="16878"/>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7" name="Freeform 654">
            <a:extLst>
              <a:ext uri="{FF2B5EF4-FFF2-40B4-BE49-F238E27FC236}">
                <a16:creationId xmlns:a16="http://schemas.microsoft.com/office/drawing/2014/main" id="{80F6761E-1320-6006-3EC5-96AF4203AD1C}"/>
              </a:ext>
            </a:extLst>
          </p:cNvPr>
          <p:cNvSpPr/>
          <p:nvPr/>
        </p:nvSpPr>
        <p:spPr>
          <a:xfrm>
            <a:off x="10216837" y="2259861"/>
            <a:ext cx="269015" cy="258720"/>
          </a:xfrm>
          <a:custGeom>
            <a:avLst/>
            <a:gdLst/>
            <a:ahLst/>
            <a:cxnLst>
              <a:cxn ang="0">
                <a:pos x="wd2" y="hd2"/>
              </a:cxn>
              <a:cxn ang="5400000">
                <a:pos x="wd2" y="hd2"/>
              </a:cxn>
              <a:cxn ang="10800000">
                <a:pos x="wd2" y="hd2"/>
              </a:cxn>
              <a:cxn ang="16200000">
                <a:pos x="wd2" y="hd2"/>
              </a:cxn>
            </a:cxnLst>
            <a:rect l="0" t="0" r="r" b="b"/>
            <a:pathLst>
              <a:path w="21600" h="21600" extrusionOk="0">
                <a:moveTo>
                  <a:pt x="10919" y="0"/>
                </a:moveTo>
                <a:cubicBezTo>
                  <a:pt x="6496" y="0"/>
                  <a:pt x="2912" y="3798"/>
                  <a:pt x="2912" y="8486"/>
                </a:cubicBezTo>
                <a:cubicBezTo>
                  <a:pt x="2912" y="9860"/>
                  <a:pt x="3235" y="11161"/>
                  <a:pt x="3782" y="12309"/>
                </a:cubicBezTo>
                <a:lnTo>
                  <a:pt x="2753" y="12980"/>
                </a:lnTo>
                <a:cubicBezTo>
                  <a:pt x="2465" y="12742"/>
                  <a:pt x="2103" y="12594"/>
                  <a:pt x="1709" y="12594"/>
                </a:cubicBezTo>
                <a:cubicBezTo>
                  <a:pt x="770" y="12595"/>
                  <a:pt x="0" y="13411"/>
                  <a:pt x="0" y="14406"/>
                </a:cubicBezTo>
                <a:cubicBezTo>
                  <a:pt x="0" y="15400"/>
                  <a:pt x="770" y="16200"/>
                  <a:pt x="1709" y="16200"/>
                </a:cubicBezTo>
                <a:cubicBezTo>
                  <a:pt x="2648" y="16200"/>
                  <a:pt x="3402" y="15399"/>
                  <a:pt x="3402" y="14406"/>
                </a:cubicBezTo>
                <a:cubicBezTo>
                  <a:pt x="3402" y="14297"/>
                  <a:pt x="3388" y="14190"/>
                  <a:pt x="3371" y="14087"/>
                </a:cubicBezTo>
                <a:lnTo>
                  <a:pt x="4399" y="13399"/>
                </a:lnTo>
                <a:cubicBezTo>
                  <a:pt x="5741" y="15394"/>
                  <a:pt x="7877" y="16744"/>
                  <a:pt x="10317" y="16938"/>
                </a:cubicBezTo>
                <a:lnTo>
                  <a:pt x="10317" y="18129"/>
                </a:lnTo>
                <a:cubicBezTo>
                  <a:pt x="9679" y="18388"/>
                  <a:pt x="9225" y="19038"/>
                  <a:pt x="9225" y="19806"/>
                </a:cubicBezTo>
                <a:cubicBezTo>
                  <a:pt x="9225" y="20800"/>
                  <a:pt x="9981" y="21600"/>
                  <a:pt x="10919" y="21600"/>
                </a:cubicBezTo>
                <a:cubicBezTo>
                  <a:pt x="11857" y="21600"/>
                  <a:pt x="12628" y="20799"/>
                  <a:pt x="12628" y="19806"/>
                </a:cubicBezTo>
                <a:cubicBezTo>
                  <a:pt x="12628" y="19039"/>
                  <a:pt x="12174" y="18388"/>
                  <a:pt x="11536" y="18129"/>
                </a:cubicBezTo>
                <a:lnTo>
                  <a:pt x="11536" y="16938"/>
                </a:lnTo>
                <a:cubicBezTo>
                  <a:pt x="13938" y="16747"/>
                  <a:pt x="16045" y="15443"/>
                  <a:pt x="17391" y="13500"/>
                </a:cubicBezTo>
                <a:lnTo>
                  <a:pt x="18245" y="14053"/>
                </a:lnTo>
                <a:cubicBezTo>
                  <a:pt x="18225" y="14164"/>
                  <a:pt x="18214" y="14289"/>
                  <a:pt x="18214" y="14406"/>
                </a:cubicBezTo>
                <a:cubicBezTo>
                  <a:pt x="18214" y="15400"/>
                  <a:pt x="18968" y="16200"/>
                  <a:pt x="19907" y="16200"/>
                </a:cubicBezTo>
                <a:cubicBezTo>
                  <a:pt x="20845" y="16200"/>
                  <a:pt x="21600" y="15399"/>
                  <a:pt x="21600" y="14406"/>
                </a:cubicBezTo>
                <a:cubicBezTo>
                  <a:pt x="21600" y="13412"/>
                  <a:pt x="20845" y="12594"/>
                  <a:pt x="19907" y="12594"/>
                </a:cubicBezTo>
                <a:cubicBezTo>
                  <a:pt x="19520" y="12594"/>
                  <a:pt x="19164" y="12733"/>
                  <a:pt x="18878" y="12963"/>
                </a:cubicBezTo>
                <a:lnTo>
                  <a:pt x="18024" y="12410"/>
                </a:lnTo>
                <a:cubicBezTo>
                  <a:pt x="18602" y="11237"/>
                  <a:pt x="18942" y="9902"/>
                  <a:pt x="18942" y="8486"/>
                </a:cubicBezTo>
                <a:cubicBezTo>
                  <a:pt x="18942" y="3798"/>
                  <a:pt x="15342" y="0"/>
                  <a:pt x="10919" y="0"/>
                </a:cubicBezTo>
                <a:close/>
                <a:moveTo>
                  <a:pt x="10919" y="1794"/>
                </a:moveTo>
                <a:cubicBezTo>
                  <a:pt x="14398" y="1794"/>
                  <a:pt x="17233" y="4798"/>
                  <a:pt x="17233" y="8486"/>
                </a:cubicBezTo>
                <a:cubicBezTo>
                  <a:pt x="17233" y="12173"/>
                  <a:pt x="14398" y="15177"/>
                  <a:pt x="10919" y="15177"/>
                </a:cubicBezTo>
                <a:cubicBezTo>
                  <a:pt x="7439" y="15177"/>
                  <a:pt x="4621" y="12173"/>
                  <a:pt x="4621" y="8486"/>
                </a:cubicBezTo>
                <a:cubicBezTo>
                  <a:pt x="4621" y="4798"/>
                  <a:pt x="7439" y="1794"/>
                  <a:pt x="10919" y="1794"/>
                </a:cubicBezTo>
                <a:close/>
                <a:moveTo>
                  <a:pt x="10919" y="4360"/>
                </a:moveTo>
                <a:cubicBezTo>
                  <a:pt x="9980" y="4360"/>
                  <a:pt x="9225" y="5177"/>
                  <a:pt x="9225" y="6171"/>
                </a:cubicBezTo>
                <a:cubicBezTo>
                  <a:pt x="9225" y="7166"/>
                  <a:pt x="9980" y="7966"/>
                  <a:pt x="10919" y="7966"/>
                </a:cubicBezTo>
                <a:cubicBezTo>
                  <a:pt x="11857" y="7966"/>
                  <a:pt x="12628" y="7166"/>
                  <a:pt x="12628" y="6171"/>
                </a:cubicBezTo>
                <a:cubicBezTo>
                  <a:pt x="12628" y="5177"/>
                  <a:pt x="11857" y="4360"/>
                  <a:pt x="10919" y="4360"/>
                </a:cubicBezTo>
                <a:close/>
                <a:moveTo>
                  <a:pt x="9953" y="8486"/>
                </a:moveTo>
                <a:cubicBezTo>
                  <a:pt x="8647" y="8486"/>
                  <a:pt x="7577" y="9088"/>
                  <a:pt x="7532" y="9844"/>
                </a:cubicBezTo>
                <a:lnTo>
                  <a:pt x="7532" y="11320"/>
                </a:lnTo>
                <a:lnTo>
                  <a:pt x="14321" y="11320"/>
                </a:lnTo>
                <a:lnTo>
                  <a:pt x="14321" y="9844"/>
                </a:lnTo>
                <a:cubicBezTo>
                  <a:pt x="14277" y="9089"/>
                  <a:pt x="13207" y="8486"/>
                  <a:pt x="11900" y="8486"/>
                </a:cubicBezTo>
                <a:lnTo>
                  <a:pt x="9953" y="8486"/>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8" name="Freeform 753">
            <a:extLst>
              <a:ext uri="{FF2B5EF4-FFF2-40B4-BE49-F238E27FC236}">
                <a16:creationId xmlns:a16="http://schemas.microsoft.com/office/drawing/2014/main" id="{11C805B8-D8A0-57E4-2389-B7CE2E9C6831}"/>
              </a:ext>
            </a:extLst>
          </p:cNvPr>
          <p:cNvSpPr/>
          <p:nvPr/>
        </p:nvSpPr>
        <p:spPr>
          <a:xfrm>
            <a:off x="1803474" y="4494845"/>
            <a:ext cx="235314" cy="193840"/>
          </a:xfrm>
          <a:custGeom>
            <a:avLst/>
            <a:gdLst/>
            <a:ahLst/>
            <a:cxnLst>
              <a:cxn ang="0">
                <a:pos x="wd2" y="hd2"/>
              </a:cxn>
              <a:cxn ang="5400000">
                <a:pos x="wd2" y="hd2"/>
              </a:cxn>
              <a:cxn ang="10800000">
                <a:pos x="wd2" y="hd2"/>
              </a:cxn>
              <a:cxn ang="16200000">
                <a:pos x="wd2" y="hd2"/>
              </a:cxn>
            </a:cxnLst>
            <a:rect l="0" t="0" r="r" b="b"/>
            <a:pathLst>
              <a:path w="21600" h="21600" extrusionOk="0">
                <a:moveTo>
                  <a:pt x="4975" y="0"/>
                </a:moveTo>
                <a:lnTo>
                  <a:pt x="0" y="7207"/>
                </a:lnTo>
                <a:lnTo>
                  <a:pt x="10800" y="21600"/>
                </a:lnTo>
                <a:lnTo>
                  <a:pt x="21600" y="7207"/>
                </a:lnTo>
                <a:lnTo>
                  <a:pt x="16607" y="0"/>
                </a:lnTo>
                <a:lnTo>
                  <a:pt x="4975" y="0"/>
                </a:lnTo>
                <a:close/>
                <a:moveTo>
                  <a:pt x="7652" y="1724"/>
                </a:moveTo>
                <a:lnTo>
                  <a:pt x="9208" y="1724"/>
                </a:lnTo>
                <a:lnTo>
                  <a:pt x="7236" y="6357"/>
                </a:lnTo>
                <a:lnTo>
                  <a:pt x="14291" y="6357"/>
                </a:lnTo>
                <a:lnTo>
                  <a:pt x="12084" y="1724"/>
                </a:lnTo>
                <a:lnTo>
                  <a:pt x="13694" y="1724"/>
                </a:lnTo>
                <a:lnTo>
                  <a:pt x="15902" y="6357"/>
                </a:lnTo>
                <a:lnTo>
                  <a:pt x="19176" y="6357"/>
                </a:lnTo>
                <a:lnTo>
                  <a:pt x="19737" y="7163"/>
                </a:lnTo>
                <a:lnTo>
                  <a:pt x="19067" y="8058"/>
                </a:lnTo>
                <a:lnTo>
                  <a:pt x="15630" y="8058"/>
                </a:lnTo>
                <a:lnTo>
                  <a:pt x="10800" y="18914"/>
                </a:lnTo>
                <a:lnTo>
                  <a:pt x="5952" y="8058"/>
                </a:lnTo>
                <a:lnTo>
                  <a:pt x="2533" y="8058"/>
                </a:lnTo>
                <a:lnTo>
                  <a:pt x="1845" y="7163"/>
                </a:lnTo>
                <a:lnTo>
                  <a:pt x="2406" y="6357"/>
                </a:lnTo>
                <a:lnTo>
                  <a:pt x="5662" y="6357"/>
                </a:lnTo>
                <a:lnTo>
                  <a:pt x="7652" y="1724"/>
                </a:lnTo>
                <a:close/>
                <a:moveTo>
                  <a:pt x="7544" y="8058"/>
                </a:moveTo>
                <a:lnTo>
                  <a:pt x="10800" y="15377"/>
                </a:lnTo>
                <a:lnTo>
                  <a:pt x="14056" y="8058"/>
                </a:lnTo>
                <a:lnTo>
                  <a:pt x="7544" y="8058"/>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39" name="Freeform 576">
            <a:extLst>
              <a:ext uri="{FF2B5EF4-FFF2-40B4-BE49-F238E27FC236}">
                <a16:creationId xmlns:a16="http://schemas.microsoft.com/office/drawing/2014/main" id="{11AC122C-6239-12B6-C5F5-39517295220E}"/>
              </a:ext>
            </a:extLst>
          </p:cNvPr>
          <p:cNvSpPr/>
          <p:nvPr/>
        </p:nvSpPr>
        <p:spPr>
          <a:xfrm>
            <a:off x="3958168" y="4476465"/>
            <a:ext cx="186636" cy="230599"/>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8684"/>
                </a:lnTo>
                <a:cubicBezTo>
                  <a:pt x="0" y="20289"/>
                  <a:pt x="1589" y="21600"/>
                  <a:pt x="3535" y="21600"/>
                </a:cubicBezTo>
                <a:lnTo>
                  <a:pt x="18065" y="21600"/>
                </a:lnTo>
                <a:cubicBezTo>
                  <a:pt x="20011" y="21600"/>
                  <a:pt x="21600" y="20289"/>
                  <a:pt x="21600" y="18684"/>
                </a:cubicBezTo>
                <a:lnTo>
                  <a:pt x="21600" y="6134"/>
                </a:lnTo>
                <a:lnTo>
                  <a:pt x="17700" y="6134"/>
                </a:lnTo>
                <a:cubicBezTo>
                  <a:pt x="15753" y="6134"/>
                  <a:pt x="14164" y="4823"/>
                  <a:pt x="14164" y="3217"/>
                </a:cubicBezTo>
                <a:lnTo>
                  <a:pt x="14164" y="0"/>
                </a:lnTo>
                <a:lnTo>
                  <a:pt x="0" y="0"/>
                </a:lnTo>
                <a:close/>
                <a:moveTo>
                  <a:pt x="15943" y="0"/>
                </a:moveTo>
                <a:lnTo>
                  <a:pt x="15943" y="3217"/>
                </a:lnTo>
                <a:cubicBezTo>
                  <a:pt x="15943" y="4022"/>
                  <a:pt x="16724" y="4666"/>
                  <a:pt x="17700" y="4666"/>
                </a:cubicBezTo>
                <a:lnTo>
                  <a:pt x="21600" y="4666"/>
                </a:lnTo>
                <a:lnTo>
                  <a:pt x="15943" y="0"/>
                </a:lnTo>
                <a:close/>
                <a:moveTo>
                  <a:pt x="4265" y="3349"/>
                </a:moveTo>
                <a:lnTo>
                  <a:pt x="10971" y="3349"/>
                </a:lnTo>
                <a:lnTo>
                  <a:pt x="10971" y="4817"/>
                </a:lnTo>
                <a:lnTo>
                  <a:pt x="4265" y="4817"/>
                </a:lnTo>
                <a:lnTo>
                  <a:pt x="4265" y="3349"/>
                </a:lnTo>
                <a:close/>
                <a:moveTo>
                  <a:pt x="10811" y="7583"/>
                </a:moveTo>
                <a:cubicBezTo>
                  <a:pt x="12487" y="7583"/>
                  <a:pt x="14141" y="8109"/>
                  <a:pt x="15419" y="9163"/>
                </a:cubicBezTo>
                <a:cubicBezTo>
                  <a:pt x="17976" y="11272"/>
                  <a:pt x="17976" y="14693"/>
                  <a:pt x="15419" y="16802"/>
                </a:cubicBezTo>
                <a:cubicBezTo>
                  <a:pt x="14141" y="17856"/>
                  <a:pt x="12487" y="18383"/>
                  <a:pt x="10811" y="18383"/>
                </a:cubicBezTo>
                <a:cubicBezTo>
                  <a:pt x="9136" y="18383"/>
                  <a:pt x="7459" y="17856"/>
                  <a:pt x="6181" y="16802"/>
                </a:cubicBezTo>
                <a:cubicBezTo>
                  <a:pt x="3624" y="14693"/>
                  <a:pt x="3624" y="11272"/>
                  <a:pt x="6181" y="9163"/>
                </a:cubicBezTo>
                <a:cubicBezTo>
                  <a:pt x="7459" y="8109"/>
                  <a:pt x="9136" y="7583"/>
                  <a:pt x="10811" y="7583"/>
                </a:cubicBezTo>
                <a:close/>
                <a:moveTo>
                  <a:pt x="10811" y="9050"/>
                </a:moveTo>
                <a:cubicBezTo>
                  <a:pt x="9535" y="9050"/>
                  <a:pt x="8315" y="9454"/>
                  <a:pt x="7413" y="10198"/>
                </a:cubicBezTo>
                <a:cubicBezTo>
                  <a:pt x="7063" y="10487"/>
                  <a:pt x="6788" y="10813"/>
                  <a:pt x="6569" y="11157"/>
                </a:cubicBezTo>
                <a:lnTo>
                  <a:pt x="10766" y="11985"/>
                </a:lnTo>
                <a:lnTo>
                  <a:pt x="13503" y="9728"/>
                </a:lnTo>
                <a:cubicBezTo>
                  <a:pt x="12715" y="9282"/>
                  <a:pt x="11787" y="9050"/>
                  <a:pt x="10811" y="9050"/>
                </a:cubicBezTo>
                <a:close/>
                <a:moveTo>
                  <a:pt x="14735" y="10762"/>
                </a:moveTo>
                <a:lnTo>
                  <a:pt x="12020" y="13020"/>
                </a:lnTo>
                <a:lnTo>
                  <a:pt x="13024" y="16482"/>
                </a:lnTo>
                <a:cubicBezTo>
                  <a:pt x="13445" y="16299"/>
                  <a:pt x="13841" y="16071"/>
                  <a:pt x="14187" y="15786"/>
                </a:cubicBezTo>
                <a:cubicBezTo>
                  <a:pt x="15836" y="14425"/>
                  <a:pt x="16004" y="12296"/>
                  <a:pt x="14735" y="10762"/>
                </a:cubicBezTo>
                <a:close/>
                <a:moveTo>
                  <a:pt x="6067" y="12569"/>
                </a:moveTo>
                <a:cubicBezTo>
                  <a:pt x="5916" y="13716"/>
                  <a:pt x="6349" y="14908"/>
                  <a:pt x="7413" y="15786"/>
                </a:cubicBezTo>
                <a:cubicBezTo>
                  <a:pt x="8315" y="16530"/>
                  <a:pt x="9535" y="16934"/>
                  <a:pt x="10811" y="16934"/>
                </a:cubicBezTo>
                <a:cubicBezTo>
                  <a:pt x="10987" y="16934"/>
                  <a:pt x="11140" y="16931"/>
                  <a:pt x="11313" y="16915"/>
                </a:cubicBezTo>
                <a:lnTo>
                  <a:pt x="10310" y="13397"/>
                </a:lnTo>
                <a:lnTo>
                  <a:pt x="6067" y="12569"/>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40" name="Freeform 626">
            <a:extLst>
              <a:ext uri="{FF2B5EF4-FFF2-40B4-BE49-F238E27FC236}">
                <a16:creationId xmlns:a16="http://schemas.microsoft.com/office/drawing/2014/main" id="{578B5094-B1FD-45C8-AB4F-B6C07F0C7ECE}"/>
              </a:ext>
            </a:extLst>
          </p:cNvPr>
          <p:cNvSpPr/>
          <p:nvPr/>
        </p:nvSpPr>
        <p:spPr>
          <a:xfrm>
            <a:off x="6049764" y="4476454"/>
            <a:ext cx="183927" cy="230621"/>
          </a:xfrm>
          <a:custGeom>
            <a:avLst/>
            <a:gdLst/>
            <a:ahLst/>
            <a:cxnLst>
              <a:cxn ang="0">
                <a:pos x="wd2" y="hd2"/>
              </a:cxn>
              <a:cxn ang="5400000">
                <a:pos x="wd2" y="hd2"/>
              </a:cxn>
              <a:cxn ang="10800000">
                <a:pos x="wd2" y="hd2"/>
              </a:cxn>
              <a:cxn ang="16200000">
                <a:pos x="wd2" y="hd2"/>
              </a:cxn>
            </a:cxnLst>
            <a:rect l="0" t="0" r="r" b="b"/>
            <a:pathLst>
              <a:path w="20845" h="21600" extrusionOk="0">
                <a:moveTo>
                  <a:pt x="20683" y="4237"/>
                </a:moveTo>
                <a:cubicBezTo>
                  <a:pt x="20647" y="4079"/>
                  <a:pt x="20535" y="3839"/>
                  <a:pt x="20433" y="3703"/>
                </a:cubicBezTo>
                <a:cubicBezTo>
                  <a:pt x="20433" y="3703"/>
                  <a:pt x="17653" y="0"/>
                  <a:pt x="10422" y="0"/>
                </a:cubicBezTo>
                <a:cubicBezTo>
                  <a:pt x="3193" y="0"/>
                  <a:pt x="410" y="3703"/>
                  <a:pt x="410" y="3703"/>
                </a:cubicBezTo>
                <a:cubicBezTo>
                  <a:pt x="308" y="3839"/>
                  <a:pt x="196" y="4079"/>
                  <a:pt x="161" y="4237"/>
                </a:cubicBezTo>
                <a:cubicBezTo>
                  <a:pt x="161" y="4237"/>
                  <a:pt x="-377" y="6638"/>
                  <a:pt x="513" y="10081"/>
                </a:cubicBezTo>
                <a:cubicBezTo>
                  <a:pt x="1332" y="13245"/>
                  <a:pt x="3598" y="17782"/>
                  <a:pt x="9749" y="21420"/>
                </a:cubicBezTo>
                <a:cubicBezTo>
                  <a:pt x="9951" y="21540"/>
                  <a:pt x="10187" y="21600"/>
                  <a:pt x="10422" y="21600"/>
                </a:cubicBezTo>
                <a:cubicBezTo>
                  <a:pt x="10658" y="21600"/>
                  <a:pt x="10893" y="21540"/>
                  <a:pt x="11096" y="21420"/>
                </a:cubicBezTo>
                <a:cubicBezTo>
                  <a:pt x="17245" y="17781"/>
                  <a:pt x="19511" y="13245"/>
                  <a:pt x="20330" y="10081"/>
                </a:cubicBezTo>
                <a:cubicBezTo>
                  <a:pt x="21223" y="6638"/>
                  <a:pt x="20683" y="4237"/>
                  <a:pt x="20683" y="4237"/>
                </a:cubicBezTo>
                <a:close/>
                <a:moveTo>
                  <a:pt x="17961" y="9645"/>
                </a:moveTo>
                <a:cubicBezTo>
                  <a:pt x="17938" y="9736"/>
                  <a:pt x="17909" y="9831"/>
                  <a:pt x="17882" y="9924"/>
                </a:cubicBezTo>
                <a:lnTo>
                  <a:pt x="10422" y="9924"/>
                </a:lnTo>
                <a:lnTo>
                  <a:pt x="10422" y="19304"/>
                </a:lnTo>
                <a:cubicBezTo>
                  <a:pt x="5623" y="16237"/>
                  <a:pt x="3712" y="12588"/>
                  <a:pt x="2961" y="9924"/>
                </a:cubicBezTo>
                <a:lnTo>
                  <a:pt x="10422" y="9924"/>
                </a:lnTo>
                <a:lnTo>
                  <a:pt x="10422" y="2043"/>
                </a:lnTo>
                <a:cubicBezTo>
                  <a:pt x="15571" y="2043"/>
                  <a:pt x="17864" y="4227"/>
                  <a:pt x="18318" y="4724"/>
                </a:cubicBezTo>
                <a:cubicBezTo>
                  <a:pt x="18393" y="5183"/>
                  <a:pt x="18627" y="7074"/>
                  <a:pt x="17961" y="9645"/>
                </a:cubicBez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41" name="Freeform 846">
            <a:extLst>
              <a:ext uri="{FF2B5EF4-FFF2-40B4-BE49-F238E27FC236}">
                <a16:creationId xmlns:a16="http://schemas.microsoft.com/office/drawing/2014/main" id="{C25DA2CD-AFC5-209D-C76C-F6C09D6DBB94}"/>
              </a:ext>
            </a:extLst>
          </p:cNvPr>
          <p:cNvSpPr/>
          <p:nvPr/>
        </p:nvSpPr>
        <p:spPr>
          <a:xfrm>
            <a:off x="8123258" y="4489321"/>
            <a:ext cx="245957" cy="20488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6454"/>
                </a:lnTo>
                <a:cubicBezTo>
                  <a:pt x="0" y="18227"/>
                  <a:pt x="1182" y="19673"/>
                  <a:pt x="2631" y="19673"/>
                </a:cubicBezTo>
                <a:lnTo>
                  <a:pt x="3427" y="19673"/>
                </a:lnTo>
                <a:lnTo>
                  <a:pt x="3427" y="17407"/>
                </a:lnTo>
                <a:lnTo>
                  <a:pt x="2631" y="17407"/>
                </a:lnTo>
                <a:cubicBezTo>
                  <a:pt x="2202" y="17407"/>
                  <a:pt x="1835" y="16978"/>
                  <a:pt x="1835" y="16454"/>
                </a:cubicBezTo>
                <a:lnTo>
                  <a:pt x="1835" y="13002"/>
                </a:lnTo>
                <a:lnTo>
                  <a:pt x="5123" y="9953"/>
                </a:lnTo>
                <a:cubicBezTo>
                  <a:pt x="5385" y="10189"/>
                  <a:pt x="5708" y="10313"/>
                  <a:pt x="6058" y="10313"/>
                </a:cubicBezTo>
                <a:cubicBezTo>
                  <a:pt x="6497" y="10313"/>
                  <a:pt x="6896" y="10094"/>
                  <a:pt x="7183" y="9741"/>
                </a:cubicBezTo>
                <a:lnTo>
                  <a:pt x="9225" y="11139"/>
                </a:lnTo>
                <a:cubicBezTo>
                  <a:pt x="9222" y="11188"/>
                  <a:pt x="9208" y="11237"/>
                  <a:pt x="9208" y="11287"/>
                </a:cubicBezTo>
                <a:cubicBezTo>
                  <a:pt x="9208" y="12355"/>
                  <a:pt x="9927" y="13214"/>
                  <a:pt x="10800" y="13214"/>
                </a:cubicBezTo>
                <a:cubicBezTo>
                  <a:pt x="11674" y="13214"/>
                  <a:pt x="12375" y="12356"/>
                  <a:pt x="12375" y="11287"/>
                </a:cubicBezTo>
                <a:cubicBezTo>
                  <a:pt x="12375" y="11031"/>
                  <a:pt x="12328" y="10791"/>
                  <a:pt x="12254" y="10567"/>
                </a:cubicBezTo>
                <a:lnTo>
                  <a:pt x="14677" y="7433"/>
                </a:lnTo>
                <a:cubicBezTo>
                  <a:pt x="14924" y="7629"/>
                  <a:pt x="15226" y="7751"/>
                  <a:pt x="15542" y="7751"/>
                </a:cubicBezTo>
                <a:cubicBezTo>
                  <a:pt x="15881" y="7751"/>
                  <a:pt x="16185" y="7612"/>
                  <a:pt x="16442" y="7391"/>
                </a:cubicBezTo>
                <a:lnTo>
                  <a:pt x="19748" y="10038"/>
                </a:lnTo>
                <a:lnTo>
                  <a:pt x="19748" y="16454"/>
                </a:lnTo>
                <a:cubicBezTo>
                  <a:pt x="19748" y="16978"/>
                  <a:pt x="19398" y="17407"/>
                  <a:pt x="18969" y="17407"/>
                </a:cubicBezTo>
                <a:lnTo>
                  <a:pt x="18173" y="17407"/>
                </a:lnTo>
                <a:lnTo>
                  <a:pt x="18173" y="19673"/>
                </a:lnTo>
                <a:lnTo>
                  <a:pt x="18969" y="19673"/>
                </a:lnTo>
                <a:cubicBezTo>
                  <a:pt x="20418" y="19673"/>
                  <a:pt x="21600" y="18227"/>
                  <a:pt x="21600" y="16454"/>
                </a:cubicBezTo>
                <a:lnTo>
                  <a:pt x="21600" y="0"/>
                </a:lnTo>
                <a:lnTo>
                  <a:pt x="0" y="0"/>
                </a:lnTo>
                <a:close/>
                <a:moveTo>
                  <a:pt x="1835" y="2266"/>
                </a:moveTo>
                <a:lnTo>
                  <a:pt x="19748" y="2266"/>
                </a:lnTo>
                <a:lnTo>
                  <a:pt x="19748" y="8111"/>
                </a:lnTo>
                <a:lnTo>
                  <a:pt x="17117" y="5993"/>
                </a:lnTo>
                <a:cubicBezTo>
                  <a:pt x="17123" y="5932"/>
                  <a:pt x="17117" y="5865"/>
                  <a:pt x="17117" y="5802"/>
                </a:cubicBezTo>
                <a:cubicBezTo>
                  <a:pt x="17117" y="4734"/>
                  <a:pt x="16416" y="3875"/>
                  <a:pt x="15542" y="3875"/>
                </a:cubicBezTo>
                <a:cubicBezTo>
                  <a:pt x="14669" y="3875"/>
                  <a:pt x="13950" y="4734"/>
                  <a:pt x="13950" y="5802"/>
                </a:cubicBezTo>
                <a:cubicBezTo>
                  <a:pt x="13950" y="5870"/>
                  <a:pt x="13962" y="5949"/>
                  <a:pt x="13967" y="6014"/>
                </a:cubicBezTo>
                <a:lnTo>
                  <a:pt x="11302" y="9466"/>
                </a:lnTo>
                <a:cubicBezTo>
                  <a:pt x="11143" y="9400"/>
                  <a:pt x="10978" y="9360"/>
                  <a:pt x="10800" y="9360"/>
                </a:cubicBezTo>
                <a:cubicBezTo>
                  <a:pt x="10450" y="9360"/>
                  <a:pt x="10128" y="9505"/>
                  <a:pt x="9865" y="9741"/>
                </a:cubicBezTo>
                <a:lnTo>
                  <a:pt x="7633" y="8216"/>
                </a:lnTo>
                <a:cubicBezTo>
                  <a:pt x="7561" y="7230"/>
                  <a:pt x="6883" y="6459"/>
                  <a:pt x="6058" y="6459"/>
                </a:cubicBezTo>
                <a:cubicBezTo>
                  <a:pt x="5185" y="6459"/>
                  <a:pt x="4465" y="7317"/>
                  <a:pt x="4465" y="8386"/>
                </a:cubicBezTo>
                <a:cubicBezTo>
                  <a:pt x="4465" y="8429"/>
                  <a:pt x="4481" y="8471"/>
                  <a:pt x="4483" y="8513"/>
                </a:cubicBezTo>
                <a:lnTo>
                  <a:pt x="1835" y="10969"/>
                </a:lnTo>
                <a:lnTo>
                  <a:pt x="1835" y="2266"/>
                </a:lnTo>
                <a:close/>
                <a:moveTo>
                  <a:pt x="7373" y="13871"/>
                </a:moveTo>
                <a:lnTo>
                  <a:pt x="4465" y="18360"/>
                </a:lnTo>
                <a:lnTo>
                  <a:pt x="6456" y="18360"/>
                </a:lnTo>
                <a:lnTo>
                  <a:pt x="6456" y="21600"/>
                </a:lnTo>
                <a:lnTo>
                  <a:pt x="8290" y="21600"/>
                </a:lnTo>
                <a:lnTo>
                  <a:pt x="8290" y="18360"/>
                </a:lnTo>
                <a:lnTo>
                  <a:pt x="10263" y="18360"/>
                </a:lnTo>
                <a:lnTo>
                  <a:pt x="7373" y="13871"/>
                </a:lnTo>
                <a:close/>
                <a:moveTo>
                  <a:pt x="13292" y="13871"/>
                </a:moveTo>
                <a:lnTo>
                  <a:pt x="13292" y="17111"/>
                </a:lnTo>
                <a:lnTo>
                  <a:pt x="11319" y="17111"/>
                </a:lnTo>
                <a:lnTo>
                  <a:pt x="14227" y="21600"/>
                </a:lnTo>
                <a:lnTo>
                  <a:pt x="17117" y="17111"/>
                </a:lnTo>
                <a:lnTo>
                  <a:pt x="15144" y="17111"/>
                </a:lnTo>
                <a:lnTo>
                  <a:pt x="15144" y="13871"/>
                </a:lnTo>
                <a:lnTo>
                  <a:pt x="13292" y="13871"/>
                </a:ln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sp>
        <p:nvSpPr>
          <p:cNvPr id="142" name="Freeform 634">
            <a:extLst>
              <a:ext uri="{FF2B5EF4-FFF2-40B4-BE49-F238E27FC236}">
                <a16:creationId xmlns:a16="http://schemas.microsoft.com/office/drawing/2014/main" id="{39825DE1-77F2-E6D4-D567-D99711582BC5}"/>
              </a:ext>
            </a:extLst>
          </p:cNvPr>
          <p:cNvSpPr/>
          <p:nvPr/>
        </p:nvSpPr>
        <p:spPr>
          <a:xfrm>
            <a:off x="10246250" y="4478575"/>
            <a:ext cx="244380" cy="226380"/>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0" y="18668"/>
                </a:lnTo>
                <a:cubicBezTo>
                  <a:pt x="0" y="20272"/>
                  <a:pt x="1189" y="21600"/>
                  <a:pt x="2648" y="21600"/>
                </a:cubicBezTo>
                <a:lnTo>
                  <a:pt x="13517" y="21600"/>
                </a:lnTo>
                <a:cubicBezTo>
                  <a:pt x="14976" y="21600"/>
                  <a:pt x="16165" y="20272"/>
                  <a:pt x="16165" y="18668"/>
                </a:cubicBezTo>
                <a:lnTo>
                  <a:pt x="16165" y="17575"/>
                </a:lnTo>
                <a:cubicBezTo>
                  <a:pt x="15405" y="17901"/>
                  <a:pt x="14573" y="18093"/>
                  <a:pt x="13709" y="18093"/>
                </a:cubicBezTo>
                <a:cubicBezTo>
                  <a:pt x="10721" y="18093"/>
                  <a:pt x="8191" y="15956"/>
                  <a:pt x="7299" y="12994"/>
                </a:cubicBezTo>
                <a:lnTo>
                  <a:pt x="3710" y="12994"/>
                </a:lnTo>
                <a:lnTo>
                  <a:pt x="3710" y="11519"/>
                </a:lnTo>
                <a:lnTo>
                  <a:pt x="7003" y="11519"/>
                </a:lnTo>
                <a:cubicBezTo>
                  <a:pt x="6972" y="11231"/>
                  <a:pt x="6950" y="10953"/>
                  <a:pt x="6950" y="10656"/>
                </a:cubicBezTo>
                <a:cubicBezTo>
                  <a:pt x="6950" y="10260"/>
                  <a:pt x="6983" y="9868"/>
                  <a:pt x="7037" y="9487"/>
                </a:cubicBezTo>
                <a:lnTo>
                  <a:pt x="3710" y="9487"/>
                </a:lnTo>
                <a:lnTo>
                  <a:pt x="3710" y="8031"/>
                </a:lnTo>
                <a:lnTo>
                  <a:pt x="7386" y="8031"/>
                </a:lnTo>
                <a:cubicBezTo>
                  <a:pt x="7642" y="7285"/>
                  <a:pt x="8001" y="6589"/>
                  <a:pt x="8448" y="5980"/>
                </a:cubicBezTo>
                <a:lnTo>
                  <a:pt x="3710" y="5980"/>
                </a:lnTo>
                <a:lnTo>
                  <a:pt x="3710" y="4523"/>
                </a:lnTo>
                <a:lnTo>
                  <a:pt x="9894" y="4523"/>
                </a:lnTo>
                <a:cubicBezTo>
                  <a:pt x="10984" y="3695"/>
                  <a:pt x="12288" y="3220"/>
                  <a:pt x="13709" y="3220"/>
                </a:cubicBezTo>
                <a:cubicBezTo>
                  <a:pt x="14573" y="3220"/>
                  <a:pt x="15405" y="3392"/>
                  <a:pt x="16165" y="3718"/>
                </a:cubicBezTo>
                <a:lnTo>
                  <a:pt x="16165" y="0"/>
                </a:lnTo>
                <a:lnTo>
                  <a:pt x="0" y="0"/>
                </a:lnTo>
                <a:close/>
                <a:moveTo>
                  <a:pt x="13709" y="4676"/>
                </a:moveTo>
                <a:cubicBezTo>
                  <a:pt x="10706" y="4676"/>
                  <a:pt x="8274" y="7353"/>
                  <a:pt x="8274" y="10656"/>
                </a:cubicBezTo>
                <a:cubicBezTo>
                  <a:pt x="8274" y="13959"/>
                  <a:pt x="10706" y="16636"/>
                  <a:pt x="13709" y="16636"/>
                </a:cubicBezTo>
                <a:cubicBezTo>
                  <a:pt x="14925" y="16636"/>
                  <a:pt x="16044" y="16190"/>
                  <a:pt x="16949" y="15448"/>
                </a:cubicBezTo>
                <a:lnTo>
                  <a:pt x="20276" y="19108"/>
                </a:lnTo>
                <a:lnTo>
                  <a:pt x="21600" y="17652"/>
                </a:lnTo>
                <a:lnTo>
                  <a:pt x="18238" y="13972"/>
                </a:lnTo>
                <a:cubicBezTo>
                  <a:pt x="18814" y="13022"/>
                  <a:pt x="19144" y="11883"/>
                  <a:pt x="19144" y="10656"/>
                </a:cubicBezTo>
                <a:cubicBezTo>
                  <a:pt x="19144" y="7353"/>
                  <a:pt x="16712" y="4676"/>
                  <a:pt x="13709" y="4676"/>
                </a:cubicBezTo>
                <a:close/>
                <a:moveTo>
                  <a:pt x="13709" y="6133"/>
                </a:moveTo>
                <a:cubicBezTo>
                  <a:pt x="15975" y="6133"/>
                  <a:pt x="17820" y="8163"/>
                  <a:pt x="17820" y="10656"/>
                </a:cubicBezTo>
                <a:cubicBezTo>
                  <a:pt x="17820" y="13150"/>
                  <a:pt x="15976" y="15179"/>
                  <a:pt x="13709" y="15179"/>
                </a:cubicBezTo>
                <a:cubicBezTo>
                  <a:pt x="11443" y="15179"/>
                  <a:pt x="9598" y="13150"/>
                  <a:pt x="9598" y="10656"/>
                </a:cubicBezTo>
                <a:cubicBezTo>
                  <a:pt x="9598" y="8163"/>
                  <a:pt x="11443" y="6133"/>
                  <a:pt x="13709" y="6133"/>
                </a:cubicBezTo>
                <a:close/>
              </a:path>
            </a:pathLst>
          </a:custGeom>
          <a:solidFill>
            <a:srgbClr val="FFFFFF"/>
          </a:solidFill>
          <a:ln w="12700">
            <a:miter lim="400000"/>
          </a:ln>
        </p:spPr>
        <p:txBody>
          <a:bodyPr lIns="22860" rIns="22860" anchor="ctr"/>
          <a:lstStyle/>
          <a:p>
            <a:pPr defTabSz="457200">
              <a:defRPr sz="1673">
                <a:solidFill>
                  <a:srgbClr val="000000"/>
                </a:solidFill>
                <a:latin typeface="微软雅黑"/>
                <a:ea typeface="微软雅黑"/>
                <a:cs typeface="微软雅黑"/>
                <a:sym typeface="DM Sans Regular"/>
              </a:defRPr>
            </a:pPr>
            <a:endParaRPr sz="837">
              <a:latin typeface="微软雅黑" panose="020B0503020204020204" pitchFamily="34" charset="-122"/>
              <a:ea typeface="微软雅黑" panose="020B0503020204020204" pitchFamily="34" charset="-122"/>
            </a:endParaRPr>
          </a:p>
        </p:txBody>
      </p:sp>
      <p:grpSp>
        <p:nvGrpSpPr>
          <p:cNvPr id="143" name="Group">
            <a:extLst>
              <a:ext uri="{FF2B5EF4-FFF2-40B4-BE49-F238E27FC236}">
                <a16:creationId xmlns:a16="http://schemas.microsoft.com/office/drawing/2014/main" id="{2E476846-4320-B97A-CB89-5EE68F551BFB}"/>
              </a:ext>
            </a:extLst>
          </p:cNvPr>
          <p:cNvGrpSpPr/>
          <p:nvPr/>
        </p:nvGrpSpPr>
        <p:grpSpPr>
          <a:xfrm rot="10800000">
            <a:off x="4950145" y="2949558"/>
            <a:ext cx="260738" cy="265751"/>
            <a:chOff x="0" y="0"/>
            <a:chExt cx="525065" cy="525065"/>
          </a:xfrm>
        </p:grpSpPr>
        <p:sp>
          <p:nvSpPr>
            <p:cNvPr id="144" name="Circle">
              <a:extLst>
                <a:ext uri="{FF2B5EF4-FFF2-40B4-BE49-F238E27FC236}">
                  <a16:creationId xmlns:a16="http://schemas.microsoft.com/office/drawing/2014/main" id="{C72F4E08-1EBC-BC8C-ED9E-30C250F10F7A}"/>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45" name="Graphic 2">
              <a:extLst>
                <a:ext uri="{FF2B5EF4-FFF2-40B4-BE49-F238E27FC236}">
                  <a16:creationId xmlns:a16="http://schemas.microsoft.com/office/drawing/2014/main" id="{B7B31941-7A05-850E-F2D7-8D2F534878C3}"/>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46" name="Group">
            <a:extLst>
              <a:ext uri="{FF2B5EF4-FFF2-40B4-BE49-F238E27FC236}">
                <a16:creationId xmlns:a16="http://schemas.microsoft.com/office/drawing/2014/main" id="{46D8A2DD-0380-AD33-C271-CCA32F99C860}"/>
              </a:ext>
            </a:extLst>
          </p:cNvPr>
          <p:cNvGrpSpPr/>
          <p:nvPr/>
        </p:nvGrpSpPr>
        <p:grpSpPr>
          <a:xfrm rot="10800000">
            <a:off x="2840369" y="2949558"/>
            <a:ext cx="260738" cy="265751"/>
            <a:chOff x="0" y="0"/>
            <a:chExt cx="525065" cy="525065"/>
          </a:xfrm>
        </p:grpSpPr>
        <p:sp>
          <p:nvSpPr>
            <p:cNvPr id="147" name="Circle">
              <a:extLst>
                <a:ext uri="{FF2B5EF4-FFF2-40B4-BE49-F238E27FC236}">
                  <a16:creationId xmlns:a16="http://schemas.microsoft.com/office/drawing/2014/main" id="{476C87D4-0925-CC94-8D17-0F505C072B41}"/>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48" name="Graphic 2">
              <a:extLst>
                <a:ext uri="{FF2B5EF4-FFF2-40B4-BE49-F238E27FC236}">
                  <a16:creationId xmlns:a16="http://schemas.microsoft.com/office/drawing/2014/main" id="{0DEC79BF-65D4-922D-7E94-F158E1F1A542}"/>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49" name="Group">
            <a:extLst>
              <a:ext uri="{FF2B5EF4-FFF2-40B4-BE49-F238E27FC236}">
                <a16:creationId xmlns:a16="http://schemas.microsoft.com/office/drawing/2014/main" id="{F52A9C9B-539F-DC1A-FE5F-0F7A16CAF5E9}"/>
              </a:ext>
            </a:extLst>
          </p:cNvPr>
          <p:cNvGrpSpPr/>
          <p:nvPr/>
        </p:nvGrpSpPr>
        <p:grpSpPr>
          <a:xfrm rot="10800000">
            <a:off x="7059921" y="2949558"/>
            <a:ext cx="260738" cy="265751"/>
            <a:chOff x="0" y="0"/>
            <a:chExt cx="525065" cy="525065"/>
          </a:xfrm>
        </p:grpSpPr>
        <p:sp>
          <p:nvSpPr>
            <p:cNvPr id="150" name="Circle">
              <a:extLst>
                <a:ext uri="{FF2B5EF4-FFF2-40B4-BE49-F238E27FC236}">
                  <a16:creationId xmlns:a16="http://schemas.microsoft.com/office/drawing/2014/main" id="{8F59D44F-4E83-1E9B-D781-94672072A910}"/>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51" name="Graphic 2">
              <a:extLst>
                <a:ext uri="{FF2B5EF4-FFF2-40B4-BE49-F238E27FC236}">
                  <a16:creationId xmlns:a16="http://schemas.microsoft.com/office/drawing/2014/main" id="{F58DADE2-2F73-46F9-F662-BF8FE08DDEBC}"/>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52" name="Group">
            <a:extLst>
              <a:ext uri="{FF2B5EF4-FFF2-40B4-BE49-F238E27FC236}">
                <a16:creationId xmlns:a16="http://schemas.microsoft.com/office/drawing/2014/main" id="{3D8EC9AB-2C55-9EC6-0E00-31C3C785612E}"/>
              </a:ext>
            </a:extLst>
          </p:cNvPr>
          <p:cNvGrpSpPr/>
          <p:nvPr/>
        </p:nvGrpSpPr>
        <p:grpSpPr>
          <a:xfrm rot="10800000">
            <a:off x="9169697" y="2949558"/>
            <a:ext cx="260738" cy="265751"/>
            <a:chOff x="0" y="0"/>
            <a:chExt cx="525065" cy="525065"/>
          </a:xfrm>
        </p:grpSpPr>
        <p:sp>
          <p:nvSpPr>
            <p:cNvPr id="153" name="Circle">
              <a:extLst>
                <a:ext uri="{FF2B5EF4-FFF2-40B4-BE49-F238E27FC236}">
                  <a16:creationId xmlns:a16="http://schemas.microsoft.com/office/drawing/2014/main" id="{62C2F9B4-0E23-9ECB-9902-B6C828BB3D0D}"/>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54" name="Graphic 2">
              <a:extLst>
                <a:ext uri="{FF2B5EF4-FFF2-40B4-BE49-F238E27FC236}">
                  <a16:creationId xmlns:a16="http://schemas.microsoft.com/office/drawing/2014/main" id="{46D3655A-8484-CAD3-4B01-62989900A027}"/>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55" name="Group">
            <a:extLst>
              <a:ext uri="{FF2B5EF4-FFF2-40B4-BE49-F238E27FC236}">
                <a16:creationId xmlns:a16="http://schemas.microsoft.com/office/drawing/2014/main" id="{7967E06C-8456-1472-CD7E-73246885B1B1}"/>
              </a:ext>
            </a:extLst>
          </p:cNvPr>
          <p:cNvGrpSpPr/>
          <p:nvPr/>
        </p:nvGrpSpPr>
        <p:grpSpPr>
          <a:xfrm rot="16200000">
            <a:off x="10216102" y="3956035"/>
            <a:ext cx="265750" cy="260737"/>
            <a:chOff x="0" y="0"/>
            <a:chExt cx="525065" cy="525065"/>
          </a:xfrm>
        </p:grpSpPr>
        <p:sp>
          <p:nvSpPr>
            <p:cNvPr id="156" name="Circle">
              <a:extLst>
                <a:ext uri="{FF2B5EF4-FFF2-40B4-BE49-F238E27FC236}">
                  <a16:creationId xmlns:a16="http://schemas.microsoft.com/office/drawing/2014/main" id="{E0BE38BC-747D-357D-E345-0583E52AF3BD}"/>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57" name="Graphic 2">
              <a:extLst>
                <a:ext uri="{FF2B5EF4-FFF2-40B4-BE49-F238E27FC236}">
                  <a16:creationId xmlns:a16="http://schemas.microsoft.com/office/drawing/2014/main" id="{F51C0805-8C31-6FE1-42C2-EA4DF3570CFB}"/>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58" name="Group">
            <a:extLst>
              <a:ext uri="{FF2B5EF4-FFF2-40B4-BE49-F238E27FC236}">
                <a16:creationId xmlns:a16="http://schemas.microsoft.com/office/drawing/2014/main" id="{23F021B5-6384-9F13-9066-86E9BB250103}"/>
              </a:ext>
            </a:extLst>
          </p:cNvPr>
          <p:cNvGrpSpPr/>
          <p:nvPr/>
        </p:nvGrpSpPr>
        <p:grpSpPr>
          <a:xfrm>
            <a:off x="9173430" y="5161303"/>
            <a:ext cx="260738" cy="265751"/>
            <a:chOff x="0" y="0"/>
            <a:chExt cx="525065" cy="525065"/>
          </a:xfrm>
        </p:grpSpPr>
        <p:sp>
          <p:nvSpPr>
            <p:cNvPr id="159" name="Circle">
              <a:extLst>
                <a:ext uri="{FF2B5EF4-FFF2-40B4-BE49-F238E27FC236}">
                  <a16:creationId xmlns:a16="http://schemas.microsoft.com/office/drawing/2014/main" id="{2B5EFB0B-91D6-9071-C22A-357B4BDD4C87}"/>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60" name="Graphic 2">
              <a:extLst>
                <a:ext uri="{FF2B5EF4-FFF2-40B4-BE49-F238E27FC236}">
                  <a16:creationId xmlns:a16="http://schemas.microsoft.com/office/drawing/2014/main" id="{EEB46373-548E-1C30-439F-271A45B64551}"/>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61" name="Group">
            <a:extLst>
              <a:ext uri="{FF2B5EF4-FFF2-40B4-BE49-F238E27FC236}">
                <a16:creationId xmlns:a16="http://schemas.microsoft.com/office/drawing/2014/main" id="{903C5C5E-3256-0361-D052-FAE7A34F1B36}"/>
              </a:ext>
            </a:extLst>
          </p:cNvPr>
          <p:cNvGrpSpPr/>
          <p:nvPr/>
        </p:nvGrpSpPr>
        <p:grpSpPr>
          <a:xfrm>
            <a:off x="7062665" y="5161303"/>
            <a:ext cx="260737" cy="265751"/>
            <a:chOff x="0" y="0"/>
            <a:chExt cx="525065" cy="525065"/>
          </a:xfrm>
        </p:grpSpPr>
        <p:sp>
          <p:nvSpPr>
            <p:cNvPr id="162" name="Circle">
              <a:extLst>
                <a:ext uri="{FF2B5EF4-FFF2-40B4-BE49-F238E27FC236}">
                  <a16:creationId xmlns:a16="http://schemas.microsoft.com/office/drawing/2014/main" id="{206DCDD8-87D6-9C79-22D9-76BFE7771B62}"/>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63" name="Graphic 2">
              <a:extLst>
                <a:ext uri="{FF2B5EF4-FFF2-40B4-BE49-F238E27FC236}">
                  <a16:creationId xmlns:a16="http://schemas.microsoft.com/office/drawing/2014/main" id="{F03BD28E-D8CF-0500-384F-5EBCFBD11E9C}"/>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64" name="Group">
            <a:extLst>
              <a:ext uri="{FF2B5EF4-FFF2-40B4-BE49-F238E27FC236}">
                <a16:creationId xmlns:a16="http://schemas.microsoft.com/office/drawing/2014/main" id="{4FFF5F5F-BF65-4BB5-4D7A-DC52125B4714}"/>
              </a:ext>
            </a:extLst>
          </p:cNvPr>
          <p:cNvGrpSpPr/>
          <p:nvPr/>
        </p:nvGrpSpPr>
        <p:grpSpPr>
          <a:xfrm>
            <a:off x="4952889" y="5161303"/>
            <a:ext cx="260737" cy="265751"/>
            <a:chOff x="0" y="0"/>
            <a:chExt cx="525065" cy="525065"/>
          </a:xfrm>
        </p:grpSpPr>
        <p:sp>
          <p:nvSpPr>
            <p:cNvPr id="165" name="Circle">
              <a:extLst>
                <a:ext uri="{FF2B5EF4-FFF2-40B4-BE49-F238E27FC236}">
                  <a16:creationId xmlns:a16="http://schemas.microsoft.com/office/drawing/2014/main" id="{5DD43C4A-DDD9-D591-44C1-9FFEE378B019}"/>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66" name="Graphic 2">
              <a:extLst>
                <a:ext uri="{FF2B5EF4-FFF2-40B4-BE49-F238E27FC236}">
                  <a16:creationId xmlns:a16="http://schemas.microsoft.com/office/drawing/2014/main" id="{1E4B3BA4-AB9A-F20B-3B9D-86F61A09DA8B}"/>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grpSp>
        <p:nvGrpSpPr>
          <p:cNvPr id="167" name="Group">
            <a:extLst>
              <a:ext uri="{FF2B5EF4-FFF2-40B4-BE49-F238E27FC236}">
                <a16:creationId xmlns:a16="http://schemas.microsoft.com/office/drawing/2014/main" id="{532B3EC8-B534-883E-39A3-A7786DFDDDD8}"/>
              </a:ext>
            </a:extLst>
          </p:cNvPr>
          <p:cNvGrpSpPr/>
          <p:nvPr/>
        </p:nvGrpSpPr>
        <p:grpSpPr>
          <a:xfrm>
            <a:off x="2843193" y="5161303"/>
            <a:ext cx="260738" cy="265751"/>
            <a:chOff x="0" y="0"/>
            <a:chExt cx="525065" cy="525065"/>
          </a:xfrm>
        </p:grpSpPr>
        <p:sp>
          <p:nvSpPr>
            <p:cNvPr id="168" name="Circle">
              <a:extLst>
                <a:ext uri="{FF2B5EF4-FFF2-40B4-BE49-F238E27FC236}">
                  <a16:creationId xmlns:a16="http://schemas.microsoft.com/office/drawing/2014/main" id="{19482ABF-8506-5CF9-5D22-D098602DA533}"/>
                </a:ext>
              </a:extLst>
            </p:cNvPr>
            <p:cNvSpPr/>
            <p:nvPr/>
          </p:nvSpPr>
          <p:spPr>
            <a:xfrm>
              <a:off x="2181" y="2181"/>
              <a:ext cx="520703" cy="520703"/>
            </a:xfrm>
            <a:prstGeom prst="ellipse">
              <a:avLst/>
            </a:prstGeom>
            <a:solidFill>
              <a:srgbClr val="FCFFFF"/>
            </a:solidFill>
            <a:ln w="12700" cap="flat">
              <a:noFill/>
              <a:miter lim="400000"/>
            </a:ln>
            <a:effectLst/>
          </p:spPr>
          <p:txBody>
            <a:bodyPr wrap="square" lIns="0" tIns="0" rIns="0" bIns="0" numCol="1" anchor="ctr">
              <a:noAutofit/>
            </a:bodyPr>
            <a:lstStyle/>
            <a:p>
              <a:endParaRPr sz="900">
                <a:latin typeface="微软雅黑" panose="020B0503020204020204" pitchFamily="34" charset="-122"/>
                <a:ea typeface="微软雅黑" panose="020B0503020204020204" pitchFamily="34" charset="-122"/>
              </a:endParaRPr>
            </a:p>
          </p:txBody>
        </p:sp>
        <p:sp>
          <p:nvSpPr>
            <p:cNvPr id="169" name="Graphic 2">
              <a:extLst>
                <a:ext uri="{FF2B5EF4-FFF2-40B4-BE49-F238E27FC236}">
                  <a16:creationId xmlns:a16="http://schemas.microsoft.com/office/drawing/2014/main" id="{E376803B-C505-5D41-9780-72BAFC43D73E}"/>
                </a:ext>
              </a:extLst>
            </p:cNvPr>
            <p:cNvSpPr/>
            <p:nvPr/>
          </p:nvSpPr>
          <p:spPr>
            <a:xfrm rot="5400000">
              <a:off x="0" y="-1"/>
              <a:ext cx="525066" cy="525067"/>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cubicBezTo>
                    <a:pt x="4836" y="0"/>
                    <a:pt x="0" y="4836"/>
                    <a:pt x="0" y="10800"/>
                  </a:cubicBezTo>
                  <a:cubicBezTo>
                    <a:pt x="0" y="16764"/>
                    <a:pt x="4836" y="21600"/>
                    <a:pt x="10800" y="21600"/>
                  </a:cubicBezTo>
                  <a:cubicBezTo>
                    <a:pt x="16764" y="21600"/>
                    <a:pt x="21600" y="16764"/>
                    <a:pt x="21600" y="10800"/>
                  </a:cubicBezTo>
                  <a:cubicBezTo>
                    <a:pt x="21600" y="4836"/>
                    <a:pt x="16764" y="0"/>
                    <a:pt x="10800" y="0"/>
                  </a:cubicBezTo>
                  <a:close/>
                  <a:moveTo>
                    <a:pt x="15036" y="13236"/>
                  </a:moveTo>
                  <a:lnTo>
                    <a:pt x="11436" y="16836"/>
                  </a:lnTo>
                  <a:cubicBezTo>
                    <a:pt x="11084" y="17188"/>
                    <a:pt x="10516" y="17188"/>
                    <a:pt x="10164" y="16836"/>
                  </a:cubicBezTo>
                  <a:lnTo>
                    <a:pt x="6564" y="13236"/>
                  </a:lnTo>
                  <a:cubicBezTo>
                    <a:pt x="6306" y="12979"/>
                    <a:pt x="6229" y="12592"/>
                    <a:pt x="6368" y="12255"/>
                  </a:cubicBezTo>
                  <a:cubicBezTo>
                    <a:pt x="6508" y="11920"/>
                    <a:pt x="6836" y="11700"/>
                    <a:pt x="7200" y="11700"/>
                  </a:cubicBezTo>
                  <a:lnTo>
                    <a:pt x="9900" y="11700"/>
                  </a:lnTo>
                  <a:lnTo>
                    <a:pt x="9900" y="5400"/>
                  </a:lnTo>
                  <a:cubicBezTo>
                    <a:pt x="9900" y="4903"/>
                    <a:pt x="10303" y="4500"/>
                    <a:pt x="10800" y="4500"/>
                  </a:cubicBezTo>
                  <a:cubicBezTo>
                    <a:pt x="11297" y="4500"/>
                    <a:pt x="11700" y="4903"/>
                    <a:pt x="11700" y="5400"/>
                  </a:cubicBezTo>
                  <a:lnTo>
                    <a:pt x="11700" y="11700"/>
                  </a:lnTo>
                  <a:lnTo>
                    <a:pt x="14400" y="11700"/>
                  </a:lnTo>
                  <a:cubicBezTo>
                    <a:pt x="14764" y="11700"/>
                    <a:pt x="15092" y="11920"/>
                    <a:pt x="15232" y="12255"/>
                  </a:cubicBezTo>
                  <a:cubicBezTo>
                    <a:pt x="15371" y="12592"/>
                    <a:pt x="15294" y="12979"/>
                    <a:pt x="15036" y="13236"/>
                  </a:cubicBezTo>
                  <a:close/>
                </a:path>
              </a:pathLst>
            </a:custGeom>
            <a:solidFill>
              <a:srgbClr val="A7A7A7"/>
            </a:solidFill>
            <a:ln w="12700" cap="flat">
              <a:noFill/>
              <a:miter lim="400000"/>
            </a:ln>
            <a:effectLst/>
          </p:spPr>
          <p:txBody>
            <a:bodyPr wrap="square" lIns="22860" tIns="22860" rIns="22860" bIns="22860" numCol="1" anchor="ctr">
              <a:noAutofit/>
            </a:bodyPr>
            <a:lstStyle/>
            <a:p>
              <a:pPr defTabSz="457200">
                <a:defRPr sz="1800">
                  <a:solidFill>
                    <a:srgbClr val="000000"/>
                  </a:solidFill>
                  <a:latin typeface="微软雅黑"/>
                  <a:ea typeface="微软雅黑"/>
                  <a:cs typeface="微软雅黑"/>
                  <a:sym typeface="DM Sans Regular"/>
                </a:defRPr>
              </a:pPr>
              <a:endParaRPr sz="900">
                <a:latin typeface="微软雅黑" panose="020B0503020204020204" pitchFamily="34" charset="-122"/>
                <a:ea typeface="微软雅黑" panose="020B0503020204020204" pitchFamily="34" charset="-122"/>
              </a:endParaRPr>
            </a:p>
          </p:txBody>
        </p:sp>
      </p:grpSp>
      <p:sp>
        <p:nvSpPr>
          <p:cNvPr id="170" name="Set and promote a vision for your Business Intelligence.">
            <a:extLst>
              <a:ext uri="{FF2B5EF4-FFF2-40B4-BE49-F238E27FC236}">
                <a16:creationId xmlns:a16="http://schemas.microsoft.com/office/drawing/2014/main" id="{CA721417-A6EC-737A-145E-D714A93BD3D4}"/>
              </a:ext>
            </a:extLst>
          </p:cNvPr>
          <p:cNvSpPr txBox="1"/>
          <p:nvPr/>
        </p:nvSpPr>
        <p:spPr>
          <a:xfrm>
            <a:off x="3261079" y="2986847"/>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1" name="Set and promote a vision for your Business Intelligence.">
            <a:extLst>
              <a:ext uri="{FF2B5EF4-FFF2-40B4-BE49-F238E27FC236}">
                <a16:creationId xmlns:a16="http://schemas.microsoft.com/office/drawing/2014/main" id="{D040EDA0-6875-E17F-4BF8-7DE5FCA95C13}"/>
              </a:ext>
            </a:extLst>
          </p:cNvPr>
          <p:cNvSpPr txBox="1"/>
          <p:nvPr/>
        </p:nvSpPr>
        <p:spPr>
          <a:xfrm>
            <a:off x="5357257" y="2986847"/>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2" name="Set and promote a vision for your Business Intelligence.">
            <a:extLst>
              <a:ext uri="{FF2B5EF4-FFF2-40B4-BE49-F238E27FC236}">
                <a16:creationId xmlns:a16="http://schemas.microsoft.com/office/drawing/2014/main" id="{CBFB66C7-DF6D-F58D-C50F-6443B96C1C95}"/>
              </a:ext>
            </a:extLst>
          </p:cNvPr>
          <p:cNvSpPr txBox="1"/>
          <p:nvPr/>
        </p:nvSpPr>
        <p:spPr>
          <a:xfrm>
            <a:off x="7446231" y="2986847"/>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3" name="Set and promote a vision for your Business Intelligence.">
            <a:extLst>
              <a:ext uri="{FF2B5EF4-FFF2-40B4-BE49-F238E27FC236}">
                <a16:creationId xmlns:a16="http://schemas.microsoft.com/office/drawing/2014/main" id="{2768C3B2-60E4-6BD9-A44B-D938AE7B8913}"/>
              </a:ext>
            </a:extLst>
          </p:cNvPr>
          <p:cNvSpPr txBox="1"/>
          <p:nvPr/>
        </p:nvSpPr>
        <p:spPr>
          <a:xfrm>
            <a:off x="9585629" y="2986847"/>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4" name="Set and promote a vision for your Business Intelligence.">
            <a:extLst>
              <a:ext uri="{FF2B5EF4-FFF2-40B4-BE49-F238E27FC236}">
                <a16:creationId xmlns:a16="http://schemas.microsoft.com/office/drawing/2014/main" id="{560B2992-6023-08F5-F056-86F452D28C30}"/>
              </a:ext>
            </a:extLst>
          </p:cNvPr>
          <p:cNvSpPr txBox="1"/>
          <p:nvPr/>
        </p:nvSpPr>
        <p:spPr>
          <a:xfrm>
            <a:off x="1128885" y="5205482"/>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5" name="Set and promote a vision for your Business Intelligence.">
            <a:extLst>
              <a:ext uri="{FF2B5EF4-FFF2-40B4-BE49-F238E27FC236}">
                <a16:creationId xmlns:a16="http://schemas.microsoft.com/office/drawing/2014/main" id="{7D293D7A-7CB9-3B46-4DEE-E7E4FCB54C5D}"/>
              </a:ext>
            </a:extLst>
          </p:cNvPr>
          <p:cNvSpPr txBox="1"/>
          <p:nvPr/>
        </p:nvSpPr>
        <p:spPr>
          <a:xfrm>
            <a:off x="3261079" y="5205482"/>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6" name="Set and promote a vision for your Business Intelligence.">
            <a:extLst>
              <a:ext uri="{FF2B5EF4-FFF2-40B4-BE49-F238E27FC236}">
                <a16:creationId xmlns:a16="http://schemas.microsoft.com/office/drawing/2014/main" id="{ABA89771-2206-2214-C37F-6E5C8B4529E2}"/>
              </a:ext>
            </a:extLst>
          </p:cNvPr>
          <p:cNvSpPr txBox="1"/>
          <p:nvPr/>
        </p:nvSpPr>
        <p:spPr>
          <a:xfrm>
            <a:off x="5357257" y="5205482"/>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7" name="Set and promote a vision for your Business Intelligence.">
            <a:extLst>
              <a:ext uri="{FF2B5EF4-FFF2-40B4-BE49-F238E27FC236}">
                <a16:creationId xmlns:a16="http://schemas.microsoft.com/office/drawing/2014/main" id="{BBCADB8D-AAD7-0A66-ECF2-E4EEB357943B}"/>
              </a:ext>
            </a:extLst>
          </p:cNvPr>
          <p:cNvSpPr txBox="1"/>
          <p:nvPr/>
        </p:nvSpPr>
        <p:spPr>
          <a:xfrm>
            <a:off x="7446231" y="5205482"/>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8" name="Set and promote a vision for your Business Intelligence.">
            <a:extLst>
              <a:ext uri="{FF2B5EF4-FFF2-40B4-BE49-F238E27FC236}">
                <a16:creationId xmlns:a16="http://schemas.microsoft.com/office/drawing/2014/main" id="{0F3F7C57-233F-5A1F-B34D-617D15BEF2D5}"/>
              </a:ext>
            </a:extLst>
          </p:cNvPr>
          <p:cNvSpPr txBox="1"/>
          <p:nvPr/>
        </p:nvSpPr>
        <p:spPr>
          <a:xfrm>
            <a:off x="9585629" y="5205482"/>
            <a:ext cx="1590585" cy="105737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lvl1pPr>
              <a:defRPr sz="2231">
                <a:solidFill>
                  <a:srgbClr val="535353"/>
                </a:solidFill>
                <a:latin typeface="微软雅黑"/>
                <a:ea typeface="微软雅黑"/>
                <a:cs typeface="微软雅黑"/>
                <a:sym typeface="DM Sans Regular"/>
              </a:defRPr>
            </a:lvl1pPr>
          </a:lstStyle>
          <a:p>
            <a:pPr>
              <a:lnSpc>
                <a:spcPct val="150000"/>
              </a:lnSpc>
            </a:pPr>
            <a:r>
              <a:rPr lang="zh-CN" altLang="en-US" sz="744" dirty="0">
                <a:solidFill>
                  <a:srgbClr val="333333"/>
                </a:solidFill>
                <a:latin typeface="微软雅黑" panose="020B0503020204020204" pitchFamily="34" charset="-122"/>
                <a:ea typeface="微软雅黑" panose="020B0503020204020204" pitchFamily="34" charset="-122"/>
              </a:rPr>
              <a:t>填写本项的目标、关键动作与交付物。</a:t>
            </a:r>
          </a:p>
          <a:p>
            <a:pPr>
              <a:lnSpc>
                <a:spcPct val="150000"/>
              </a:lnSpc>
            </a:pPr>
            <a:endParaRPr lang="zh-CN" altLang="en-US" sz="744" dirty="0">
              <a:solidFill>
                <a:srgbClr val="333333"/>
              </a:solidFill>
              <a:latin typeface="微软雅黑" panose="020B0503020204020204" pitchFamily="34" charset="-122"/>
              <a:ea typeface="微软雅黑" panose="020B0503020204020204" pitchFamily="34" charset="-122"/>
            </a:endParaRPr>
          </a:p>
        </p:txBody>
      </p:sp>
      <p:sp>
        <p:nvSpPr>
          <p:cNvPr id="179" name="椭圆 167">
            <a:extLst>
              <a:ext uri="{FF2B5EF4-FFF2-40B4-BE49-F238E27FC236}">
                <a16:creationId xmlns:a16="http://schemas.microsoft.com/office/drawing/2014/main" id="{516A0E85-A0E9-51CA-1AF1-3AA300DDA2AD}"/>
              </a:ext>
            </a:extLst>
          </p:cNvPr>
          <p:cNvSpPr/>
          <p:nvPr/>
        </p:nvSpPr>
        <p:spPr>
          <a:xfrm>
            <a:off x="1674579" y="2146593"/>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0" name="椭圆 168">
            <a:extLst>
              <a:ext uri="{FF2B5EF4-FFF2-40B4-BE49-F238E27FC236}">
                <a16:creationId xmlns:a16="http://schemas.microsoft.com/office/drawing/2014/main" id="{73DBD72D-42E3-5CAE-09C8-6025F470DCD4}"/>
              </a:ext>
            </a:extLst>
          </p:cNvPr>
          <p:cNvSpPr/>
          <p:nvPr/>
        </p:nvSpPr>
        <p:spPr>
          <a:xfrm>
            <a:off x="3799570" y="2146593"/>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1" name="椭圆 169">
            <a:extLst>
              <a:ext uri="{FF2B5EF4-FFF2-40B4-BE49-F238E27FC236}">
                <a16:creationId xmlns:a16="http://schemas.microsoft.com/office/drawing/2014/main" id="{0DE2F981-AE82-5A7A-C6E9-C64CC8AA28B9}"/>
              </a:ext>
            </a:extLst>
          </p:cNvPr>
          <p:cNvSpPr/>
          <p:nvPr/>
        </p:nvSpPr>
        <p:spPr>
          <a:xfrm>
            <a:off x="5895748" y="2146593"/>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2" name="椭圆 170">
            <a:extLst>
              <a:ext uri="{FF2B5EF4-FFF2-40B4-BE49-F238E27FC236}">
                <a16:creationId xmlns:a16="http://schemas.microsoft.com/office/drawing/2014/main" id="{D23DCCEF-251B-7AB5-1011-FBF4F8F92E3F}"/>
              </a:ext>
            </a:extLst>
          </p:cNvPr>
          <p:cNvSpPr/>
          <p:nvPr/>
        </p:nvSpPr>
        <p:spPr>
          <a:xfrm>
            <a:off x="7999130" y="2146593"/>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3" name="椭圆 171">
            <a:extLst>
              <a:ext uri="{FF2B5EF4-FFF2-40B4-BE49-F238E27FC236}">
                <a16:creationId xmlns:a16="http://schemas.microsoft.com/office/drawing/2014/main" id="{655CBAA2-BD2D-C88A-6BF1-FBC4B291A537}"/>
              </a:ext>
            </a:extLst>
          </p:cNvPr>
          <p:cNvSpPr/>
          <p:nvPr/>
        </p:nvSpPr>
        <p:spPr>
          <a:xfrm>
            <a:off x="10102511" y="2146593"/>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4" name="椭圆 173">
            <a:extLst>
              <a:ext uri="{FF2B5EF4-FFF2-40B4-BE49-F238E27FC236}">
                <a16:creationId xmlns:a16="http://schemas.microsoft.com/office/drawing/2014/main" id="{C0B14E00-691C-6A6E-99E8-CC7A5CBD7E53}"/>
              </a:ext>
            </a:extLst>
          </p:cNvPr>
          <p:cNvSpPr/>
          <p:nvPr/>
        </p:nvSpPr>
        <p:spPr>
          <a:xfrm>
            <a:off x="1674579" y="4350820"/>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5" name="椭圆 174">
            <a:extLst>
              <a:ext uri="{FF2B5EF4-FFF2-40B4-BE49-F238E27FC236}">
                <a16:creationId xmlns:a16="http://schemas.microsoft.com/office/drawing/2014/main" id="{B958EB8E-C409-68A4-88D9-225631B4B349}"/>
              </a:ext>
            </a:extLst>
          </p:cNvPr>
          <p:cNvSpPr/>
          <p:nvPr/>
        </p:nvSpPr>
        <p:spPr>
          <a:xfrm>
            <a:off x="3799570" y="4350820"/>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6" name="椭圆 175">
            <a:extLst>
              <a:ext uri="{FF2B5EF4-FFF2-40B4-BE49-F238E27FC236}">
                <a16:creationId xmlns:a16="http://schemas.microsoft.com/office/drawing/2014/main" id="{799A040B-1E9F-F6D1-78D5-CE07975A1BBC}"/>
              </a:ext>
            </a:extLst>
          </p:cNvPr>
          <p:cNvSpPr/>
          <p:nvPr/>
        </p:nvSpPr>
        <p:spPr>
          <a:xfrm>
            <a:off x="5895748" y="4350820"/>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7" name="椭圆 176">
            <a:extLst>
              <a:ext uri="{FF2B5EF4-FFF2-40B4-BE49-F238E27FC236}">
                <a16:creationId xmlns:a16="http://schemas.microsoft.com/office/drawing/2014/main" id="{3D0E1356-1A33-8DEC-0F72-E0C5F144B823}"/>
              </a:ext>
            </a:extLst>
          </p:cNvPr>
          <p:cNvSpPr/>
          <p:nvPr/>
        </p:nvSpPr>
        <p:spPr>
          <a:xfrm>
            <a:off x="7999130" y="4350820"/>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88" name="椭圆 177">
            <a:extLst>
              <a:ext uri="{FF2B5EF4-FFF2-40B4-BE49-F238E27FC236}">
                <a16:creationId xmlns:a16="http://schemas.microsoft.com/office/drawing/2014/main" id="{B6741645-98A9-1740-6014-66253401FCDE}"/>
              </a:ext>
            </a:extLst>
          </p:cNvPr>
          <p:cNvSpPr/>
          <p:nvPr/>
        </p:nvSpPr>
        <p:spPr>
          <a:xfrm>
            <a:off x="10102511" y="4350820"/>
            <a:ext cx="482626" cy="482626"/>
          </a:xfrm>
          <a:prstGeom prst="ellipse">
            <a:avLst/>
          </a:prstGeom>
          <a:noFill/>
          <a:ln w="381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Tree>
    <p:extLst>
      <p:ext uri="{BB962C8B-B14F-4D97-AF65-F5344CB8AC3E}">
        <p14:creationId xmlns:p14="http://schemas.microsoft.com/office/powerpoint/2010/main" val="1851778670"/>
      </p:ext>
    </p:extLst>
  </p:cSld>
  <p:clrMapOvr>
    <a:masterClrMapping/>
  </p:clrMapOvr>
</p:sld>
</file>

<file path=ppt/slides/vr_business_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R020 六分支鱼骨分析（结构示例）</a:t>
            </a:r>
          </a:p>
        </p:txBody>
      </p:sp>
      <p:sp>
        <p:nvSpPr>
          <p:cNvPr id="101" name="Right Arrow 3">
            <a:extLst>
              <a:ext uri="{FF2B5EF4-FFF2-40B4-BE49-F238E27FC236}">
                <a16:creationId xmlns:a16="http://schemas.microsoft.com/office/drawing/2014/main" id="{945C8E58-AA69-351D-AB40-9CF27BF9CED5}"/>
              </a:ext>
            </a:extLst>
          </p:cNvPr>
          <p:cNvSpPr/>
          <p:nvPr/>
        </p:nvSpPr>
        <p:spPr>
          <a:xfrm>
            <a:off x="797404" y="3327521"/>
            <a:ext cx="9646261" cy="849226"/>
          </a:xfrm>
          <a:prstGeom prst="rightArrow">
            <a:avLst>
              <a:gd name="adj1" fmla="val 56364"/>
              <a:gd name="adj2" fmla="val 69000"/>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02" name="Rounded Rectangle 55">
            <a:extLst>
              <a:ext uri="{FF2B5EF4-FFF2-40B4-BE49-F238E27FC236}">
                <a16:creationId xmlns:a16="http://schemas.microsoft.com/office/drawing/2014/main" id="{A171F06B-B00B-6FB2-0B01-F6B214E111FD}"/>
              </a:ext>
            </a:extLst>
          </p:cNvPr>
          <p:cNvSpPr/>
          <p:nvPr/>
        </p:nvSpPr>
        <p:spPr>
          <a:xfrm>
            <a:off x="6834765" y="1238250"/>
            <a:ext cx="1939534" cy="485012"/>
          </a:xfrm>
          <a:prstGeom prst="roundRect">
            <a:avLst>
              <a:gd name="adj" fmla="val 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03" name="Straight Arrow Connector 56">
            <a:extLst>
              <a:ext uri="{FF2B5EF4-FFF2-40B4-BE49-F238E27FC236}">
                <a16:creationId xmlns:a16="http://schemas.microsoft.com/office/drawing/2014/main" id="{DC2C8597-FF35-64A9-36B5-200FF291D77E}"/>
              </a:ext>
            </a:extLst>
          </p:cNvPr>
          <p:cNvCxnSpPr/>
          <p:nvPr/>
        </p:nvCxnSpPr>
        <p:spPr>
          <a:xfrm>
            <a:off x="8783377" y="1759310"/>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04" name="Straight Arrow Connector 58">
            <a:extLst>
              <a:ext uri="{FF2B5EF4-FFF2-40B4-BE49-F238E27FC236}">
                <a16:creationId xmlns:a16="http://schemas.microsoft.com/office/drawing/2014/main" id="{AA981C80-32C8-E560-936D-54CB2EA90A83}"/>
              </a:ext>
            </a:extLst>
          </p:cNvPr>
          <p:cNvCxnSpPr/>
          <p:nvPr/>
        </p:nvCxnSpPr>
        <p:spPr>
          <a:xfrm>
            <a:off x="6837787" y="2345914"/>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05" name="Straight Arrow Connector 59">
            <a:extLst>
              <a:ext uri="{FF2B5EF4-FFF2-40B4-BE49-F238E27FC236}">
                <a16:creationId xmlns:a16="http://schemas.microsoft.com/office/drawing/2014/main" id="{DA0AE8BD-57AA-6FA3-E18B-607E78344BE7}"/>
              </a:ext>
            </a:extLst>
          </p:cNvPr>
          <p:cNvCxnSpPr/>
          <p:nvPr/>
        </p:nvCxnSpPr>
        <p:spPr>
          <a:xfrm>
            <a:off x="6837787" y="307999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06" name="Rectangle 60">
            <a:extLst>
              <a:ext uri="{FF2B5EF4-FFF2-40B4-BE49-F238E27FC236}">
                <a16:creationId xmlns:a16="http://schemas.microsoft.com/office/drawing/2014/main" id="{7BEEED00-7AF9-27AD-A883-0078193A0B12}"/>
              </a:ext>
            </a:extLst>
          </p:cNvPr>
          <p:cNvSpPr/>
          <p:nvPr/>
        </p:nvSpPr>
        <p:spPr>
          <a:xfrm>
            <a:off x="6834765" y="2793058"/>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07" name="Rectangle 61">
            <a:extLst>
              <a:ext uri="{FF2B5EF4-FFF2-40B4-BE49-F238E27FC236}">
                <a16:creationId xmlns:a16="http://schemas.microsoft.com/office/drawing/2014/main" id="{896CFFC3-FBE7-8F7C-27E8-DC0889763EDF}"/>
              </a:ext>
            </a:extLst>
          </p:cNvPr>
          <p:cNvSpPr/>
          <p:nvPr/>
        </p:nvSpPr>
        <p:spPr>
          <a:xfrm>
            <a:off x="6834765" y="2058983"/>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08" name="Rounded Rectangle 63">
            <a:extLst>
              <a:ext uri="{FF2B5EF4-FFF2-40B4-BE49-F238E27FC236}">
                <a16:creationId xmlns:a16="http://schemas.microsoft.com/office/drawing/2014/main" id="{F8B00F75-B577-AD70-3724-3A87176F6AE0}"/>
              </a:ext>
            </a:extLst>
          </p:cNvPr>
          <p:cNvSpPr/>
          <p:nvPr/>
        </p:nvSpPr>
        <p:spPr>
          <a:xfrm>
            <a:off x="4012824" y="1238250"/>
            <a:ext cx="1939534" cy="485012"/>
          </a:xfrm>
          <a:prstGeom prst="roundRect">
            <a:avLst>
              <a:gd name="adj" fmla="val 0"/>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09" name="Straight Arrow Connector 64">
            <a:extLst>
              <a:ext uri="{FF2B5EF4-FFF2-40B4-BE49-F238E27FC236}">
                <a16:creationId xmlns:a16="http://schemas.microsoft.com/office/drawing/2014/main" id="{3E517328-03B7-67A9-C8C4-35C9EDC50485}"/>
              </a:ext>
            </a:extLst>
          </p:cNvPr>
          <p:cNvCxnSpPr/>
          <p:nvPr/>
        </p:nvCxnSpPr>
        <p:spPr>
          <a:xfrm>
            <a:off x="5961436" y="1759310"/>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10" name="Straight Arrow Connector 66">
            <a:extLst>
              <a:ext uri="{FF2B5EF4-FFF2-40B4-BE49-F238E27FC236}">
                <a16:creationId xmlns:a16="http://schemas.microsoft.com/office/drawing/2014/main" id="{1824B31A-60A7-2514-C0C4-37BC192F9E7F}"/>
              </a:ext>
            </a:extLst>
          </p:cNvPr>
          <p:cNvCxnSpPr/>
          <p:nvPr/>
        </p:nvCxnSpPr>
        <p:spPr>
          <a:xfrm>
            <a:off x="4015845" y="2345914"/>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11" name="Straight Arrow Connector 67">
            <a:extLst>
              <a:ext uri="{FF2B5EF4-FFF2-40B4-BE49-F238E27FC236}">
                <a16:creationId xmlns:a16="http://schemas.microsoft.com/office/drawing/2014/main" id="{FC27AF8A-6F72-D2EE-7AD2-B22468ABB29A}"/>
              </a:ext>
            </a:extLst>
          </p:cNvPr>
          <p:cNvCxnSpPr/>
          <p:nvPr/>
        </p:nvCxnSpPr>
        <p:spPr>
          <a:xfrm>
            <a:off x="4015845" y="307999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12" name="Rectangle 68">
            <a:extLst>
              <a:ext uri="{FF2B5EF4-FFF2-40B4-BE49-F238E27FC236}">
                <a16:creationId xmlns:a16="http://schemas.microsoft.com/office/drawing/2014/main" id="{DDE69C5F-2589-9642-7E4F-E6CE1D80BD10}"/>
              </a:ext>
            </a:extLst>
          </p:cNvPr>
          <p:cNvSpPr/>
          <p:nvPr/>
        </p:nvSpPr>
        <p:spPr>
          <a:xfrm>
            <a:off x="4012824" y="2793058"/>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13" name="Rectangle 69">
            <a:extLst>
              <a:ext uri="{FF2B5EF4-FFF2-40B4-BE49-F238E27FC236}">
                <a16:creationId xmlns:a16="http://schemas.microsoft.com/office/drawing/2014/main" id="{DE420ABF-B349-C9B7-F872-10E8DDFA7C38}"/>
              </a:ext>
            </a:extLst>
          </p:cNvPr>
          <p:cNvSpPr/>
          <p:nvPr/>
        </p:nvSpPr>
        <p:spPr>
          <a:xfrm>
            <a:off x="4012824" y="2058983"/>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14" name="Rounded Rectangle 79">
            <a:extLst>
              <a:ext uri="{FF2B5EF4-FFF2-40B4-BE49-F238E27FC236}">
                <a16:creationId xmlns:a16="http://schemas.microsoft.com/office/drawing/2014/main" id="{A98614DB-3878-D518-DD8E-4BF61D7B9204}"/>
              </a:ext>
            </a:extLst>
          </p:cNvPr>
          <p:cNvSpPr/>
          <p:nvPr/>
        </p:nvSpPr>
        <p:spPr>
          <a:xfrm>
            <a:off x="1190882" y="1238250"/>
            <a:ext cx="1939534" cy="485012"/>
          </a:xfrm>
          <a:prstGeom prst="roundRect">
            <a:avLst>
              <a:gd name="adj" fmla="val 0"/>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en-US" sz="1127" b="1" dirty="0" err="1">
                <a:solidFill>
                  <a:srgbClr val="FFFFFF"/>
                </a:solidFill>
                <a:latin typeface="微软雅黑" panose="020B0503020204020204" pitchFamily="34" charset="-122"/>
                <a:ea typeface="微软雅黑" panose="020B0503020204020204" pitchFamily="34" charset="-122"/>
              </a:rPr>
              <a:t>品牌策划</a:t>
            </a:r>
            <a:r>
              <a:rPr lang="zh-CN" altLang="en-US" sz="1127" b="1" dirty="0">
                <a:solidFill>
                  <a:srgbClr val="FFFFFF"/>
                </a:solidFill>
                <a:latin typeface="微软雅黑" panose="020B0503020204020204" pitchFamily="34" charset="-122"/>
                <a:ea typeface="微软雅黑" panose="020B0503020204020204" pitchFamily="34" charset="-122"/>
              </a:rPr>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15" name="Straight Arrow Connector 80">
            <a:extLst>
              <a:ext uri="{FF2B5EF4-FFF2-40B4-BE49-F238E27FC236}">
                <a16:creationId xmlns:a16="http://schemas.microsoft.com/office/drawing/2014/main" id="{C8A670A1-BCCA-B4A7-5AD3-FF2B273AA084}"/>
              </a:ext>
            </a:extLst>
          </p:cNvPr>
          <p:cNvCxnSpPr/>
          <p:nvPr/>
        </p:nvCxnSpPr>
        <p:spPr>
          <a:xfrm>
            <a:off x="3139495" y="1759310"/>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16" name="Straight Arrow Connector 82">
            <a:extLst>
              <a:ext uri="{FF2B5EF4-FFF2-40B4-BE49-F238E27FC236}">
                <a16:creationId xmlns:a16="http://schemas.microsoft.com/office/drawing/2014/main" id="{612116F9-36CA-6A2E-7545-13F814109A3A}"/>
              </a:ext>
            </a:extLst>
          </p:cNvPr>
          <p:cNvCxnSpPr/>
          <p:nvPr/>
        </p:nvCxnSpPr>
        <p:spPr>
          <a:xfrm>
            <a:off x="1193904" y="2345914"/>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17" name="Straight Arrow Connector 83">
            <a:extLst>
              <a:ext uri="{FF2B5EF4-FFF2-40B4-BE49-F238E27FC236}">
                <a16:creationId xmlns:a16="http://schemas.microsoft.com/office/drawing/2014/main" id="{2335A5CD-7AF2-4D50-6A90-EB15EA474243}"/>
              </a:ext>
            </a:extLst>
          </p:cNvPr>
          <p:cNvCxnSpPr/>
          <p:nvPr/>
        </p:nvCxnSpPr>
        <p:spPr>
          <a:xfrm>
            <a:off x="1193904" y="307999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18" name="Rectangle 84">
            <a:extLst>
              <a:ext uri="{FF2B5EF4-FFF2-40B4-BE49-F238E27FC236}">
                <a16:creationId xmlns:a16="http://schemas.microsoft.com/office/drawing/2014/main" id="{FCC095DD-1381-D2FF-2A70-52D0700EC6D6}"/>
              </a:ext>
            </a:extLst>
          </p:cNvPr>
          <p:cNvSpPr/>
          <p:nvPr/>
        </p:nvSpPr>
        <p:spPr>
          <a:xfrm>
            <a:off x="1190882" y="2793058"/>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19" name="Rectangle 85">
            <a:extLst>
              <a:ext uri="{FF2B5EF4-FFF2-40B4-BE49-F238E27FC236}">
                <a16:creationId xmlns:a16="http://schemas.microsoft.com/office/drawing/2014/main" id="{2765CB72-73A2-FEF0-EC77-75998C34A858}"/>
              </a:ext>
            </a:extLst>
          </p:cNvPr>
          <p:cNvSpPr/>
          <p:nvPr/>
        </p:nvSpPr>
        <p:spPr>
          <a:xfrm>
            <a:off x="1190882" y="2058983"/>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20" name="Rounded Rectangle 150">
            <a:extLst>
              <a:ext uri="{FF2B5EF4-FFF2-40B4-BE49-F238E27FC236}">
                <a16:creationId xmlns:a16="http://schemas.microsoft.com/office/drawing/2014/main" id="{F4E2CEDC-24BE-92D0-04A7-BC70625E1A09}"/>
              </a:ext>
            </a:extLst>
          </p:cNvPr>
          <p:cNvSpPr/>
          <p:nvPr/>
        </p:nvSpPr>
        <p:spPr>
          <a:xfrm>
            <a:off x="6834765" y="5782438"/>
            <a:ext cx="1939534" cy="485012"/>
          </a:xfrm>
          <a:prstGeom prst="roundRect">
            <a:avLst>
              <a:gd name="adj" fmla="val 0"/>
            </a:avLst>
          </a:prstGeom>
          <a:solidFill>
            <a:srgbClr val="333333"/>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21" name="Straight Arrow Connector 151">
            <a:extLst>
              <a:ext uri="{FF2B5EF4-FFF2-40B4-BE49-F238E27FC236}">
                <a16:creationId xmlns:a16="http://schemas.microsoft.com/office/drawing/2014/main" id="{ADC1754C-1560-163F-B581-586C642AD890}"/>
              </a:ext>
            </a:extLst>
          </p:cNvPr>
          <p:cNvCxnSpPr/>
          <p:nvPr/>
        </p:nvCxnSpPr>
        <p:spPr>
          <a:xfrm flipV="1">
            <a:off x="8783377" y="4078336"/>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22" name="Straight Arrow Connector 153">
            <a:extLst>
              <a:ext uri="{FF2B5EF4-FFF2-40B4-BE49-F238E27FC236}">
                <a16:creationId xmlns:a16="http://schemas.microsoft.com/office/drawing/2014/main" id="{9D473828-26BB-672C-636E-2705FDBC6BF2}"/>
              </a:ext>
            </a:extLst>
          </p:cNvPr>
          <p:cNvCxnSpPr/>
          <p:nvPr/>
        </p:nvCxnSpPr>
        <p:spPr>
          <a:xfrm>
            <a:off x="6837787" y="5159786"/>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23" name="Straight Arrow Connector 154">
            <a:extLst>
              <a:ext uri="{FF2B5EF4-FFF2-40B4-BE49-F238E27FC236}">
                <a16:creationId xmlns:a16="http://schemas.microsoft.com/office/drawing/2014/main" id="{5EB32C6E-DD6A-D4E6-D36E-329F4BB38AAB}"/>
              </a:ext>
            </a:extLst>
          </p:cNvPr>
          <p:cNvCxnSpPr/>
          <p:nvPr/>
        </p:nvCxnSpPr>
        <p:spPr>
          <a:xfrm>
            <a:off x="6837787" y="442571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24" name="Rectangle 155">
            <a:extLst>
              <a:ext uri="{FF2B5EF4-FFF2-40B4-BE49-F238E27FC236}">
                <a16:creationId xmlns:a16="http://schemas.microsoft.com/office/drawing/2014/main" id="{5490BC63-152B-2D2A-BE8A-FFE388BED7C2}"/>
              </a:ext>
            </a:extLst>
          </p:cNvPr>
          <p:cNvSpPr/>
          <p:nvPr/>
        </p:nvSpPr>
        <p:spPr>
          <a:xfrm>
            <a:off x="6834765" y="4486156"/>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25" name="Rectangle 156">
            <a:extLst>
              <a:ext uri="{FF2B5EF4-FFF2-40B4-BE49-F238E27FC236}">
                <a16:creationId xmlns:a16="http://schemas.microsoft.com/office/drawing/2014/main" id="{271FA30F-2E8C-3BEB-22D2-895A1A54D448}"/>
              </a:ext>
            </a:extLst>
          </p:cNvPr>
          <p:cNvSpPr/>
          <p:nvPr/>
        </p:nvSpPr>
        <p:spPr>
          <a:xfrm>
            <a:off x="6834765" y="5220231"/>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26" name="Rounded Rectangle 143">
            <a:extLst>
              <a:ext uri="{FF2B5EF4-FFF2-40B4-BE49-F238E27FC236}">
                <a16:creationId xmlns:a16="http://schemas.microsoft.com/office/drawing/2014/main" id="{C2E3A57A-E91C-3A74-A87F-EE896AE46175}"/>
              </a:ext>
            </a:extLst>
          </p:cNvPr>
          <p:cNvSpPr/>
          <p:nvPr/>
        </p:nvSpPr>
        <p:spPr>
          <a:xfrm>
            <a:off x="4012824" y="5782438"/>
            <a:ext cx="1939534" cy="485012"/>
          </a:xfrm>
          <a:prstGeom prst="roundRect">
            <a:avLst>
              <a:gd name="adj" fmla="val 0"/>
            </a:avLst>
          </a:prstGeom>
          <a:solidFill>
            <a:srgbClr val="7A8C8E"/>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27" name="Straight Arrow Connector 144">
            <a:extLst>
              <a:ext uri="{FF2B5EF4-FFF2-40B4-BE49-F238E27FC236}">
                <a16:creationId xmlns:a16="http://schemas.microsoft.com/office/drawing/2014/main" id="{A4F4506C-5EF2-4805-5621-1BF6F8892EFA}"/>
              </a:ext>
            </a:extLst>
          </p:cNvPr>
          <p:cNvCxnSpPr/>
          <p:nvPr/>
        </p:nvCxnSpPr>
        <p:spPr>
          <a:xfrm flipV="1">
            <a:off x="5961436" y="4078336"/>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28" name="Straight Arrow Connector 146">
            <a:extLst>
              <a:ext uri="{FF2B5EF4-FFF2-40B4-BE49-F238E27FC236}">
                <a16:creationId xmlns:a16="http://schemas.microsoft.com/office/drawing/2014/main" id="{E83AD912-4E2D-FAF0-C43A-D0A921EEE1E3}"/>
              </a:ext>
            </a:extLst>
          </p:cNvPr>
          <p:cNvCxnSpPr/>
          <p:nvPr/>
        </p:nvCxnSpPr>
        <p:spPr>
          <a:xfrm>
            <a:off x="4015845" y="5159786"/>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29" name="Straight Arrow Connector 147">
            <a:extLst>
              <a:ext uri="{FF2B5EF4-FFF2-40B4-BE49-F238E27FC236}">
                <a16:creationId xmlns:a16="http://schemas.microsoft.com/office/drawing/2014/main" id="{C08FBFF9-801B-D696-8551-53D1A40E809F}"/>
              </a:ext>
            </a:extLst>
          </p:cNvPr>
          <p:cNvCxnSpPr/>
          <p:nvPr/>
        </p:nvCxnSpPr>
        <p:spPr>
          <a:xfrm>
            <a:off x="4015845" y="442571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30" name="Rectangle 148">
            <a:extLst>
              <a:ext uri="{FF2B5EF4-FFF2-40B4-BE49-F238E27FC236}">
                <a16:creationId xmlns:a16="http://schemas.microsoft.com/office/drawing/2014/main" id="{0E511102-2997-4609-E6AB-E51D68CD50C3}"/>
              </a:ext>
            </a:extLst>
          </p:cNvPr>
          <p:cNvSpPr/>
          <p:nvPr/>
        </p:nvSpPr>
        <p:spPr>
          <a:xfrm>
            <a:off x="4012824" y="4486156"/>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31" name="Rectangle 149">
            <a:extLst>
              <a:ext uri="{FF2B5EF4-FFF2-40B4-BE49-F238E27FC236}">
                <a16:creationId xmlns:a16="http://schemas.microsoft.com/office/drawing/2014/main" id="{49BB79DC-CE1B-517A-0BF8-DD5CC57F883E}"/>
              </a:ext>
            </a:extLst>
          </p:cNvPr>
          <p:cNvSpPr/>
          <p:nvPr/>
        </p:nvSpPr>
        <p:spPr>
          <a:xfrm>
            <a:off x="4012824" y="5220231"/>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32" name="Rounded Rectangle 118">
            <a:extLst>
              <a:ext uri="{FF2B5EF4-FFF2-40B4-BE49-F238E27FC236}">
                <a16:creationId xmlns:a16="http://schemas.microsoft.com/office/drawing/2014/main" id="{67F947C9-EB2C-8926-8379-1596230B95DE}"/>
              </a:ext>
            </a:extLst>
          </p:cNvPr>
          <p:cNvSpPr/>
          <p:nvPr/>
        </p:nvSpPr>
        <p:spPr>
          <a:xfrm>
            <a:off x="1190882" y="5782438"/>
            <a:ext cx="1939534" cy="485012"/>
          </a:xfrm>
          <a:prstGeom prst="roundRect">
            <a:avLst>
              <a:gd name="adj" fmla="val 0"/>
            </a:avLst>
          </a:pr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33" name="Straight Arrow Connector 119">
            <a:extLst>
              <a:ext uri="{FF2B5EF4-FFF2-40B4-BE49-F238E27FC236}">
                <a16:creationId xmlns:a16="http://schemas.microsoft.com/office/drawing/2014/main" id="{6F363B10-69FD-1568-6F80-DEBE70B0731C}"/>
              </a:ext>
            </a:extLst>
          </p:cNvPr>
          <p:cNvCxnSpPr/>
          <p:nvPr/>
        </p:nvCxnSpPr>
        <p:spPr>
          <a:xfrm flipV="1">
            <a:off x="3139495" y="4078336"/>
            <a:ext cx="705013" cy="1668054"/>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34" name="Straight Arrow Connector 121">
            <a:extLst>
              <a:ext uri="{FF2B5EF4-FFF2-40B4-BE49-F238E27FC236}">
                <a16:creationId xmlns:a16="http://schemas.microsoft.com/office/drawing/2014/main" id="{B5B088A6-7DAC-3ED0-E448-34F5E382FCC6}"/>
              </a:ext>
            </a:extLst>
          </p:cNvPr>
          <p:cNvCxnSpPr/>
          <p:nvPr/>
        </p:nvCxnSpPr>
        <p:spPr>
          <a:xfrm>
            <a:off x="1193904" y="5159786"/>
            <a:ext cx="1949879"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cxnSp>
        <p:nvCxnSpPr>
          <p:cNvPr id="135" name="Straight Arrow Connector 122">
            <a:extLst>
              <a:ext uri="{FF2B5EF4-FFF2-40B4-BE49-F238E27FC236}">
                <a16:creationId xmlns:a16="http://schemas.microsoft.com/office/drawing/2014/main" id="{95DEBBC9-55FE-8FCC-D8E9-CF7C285B2D28}"/>
              </a:ext>
            </a:extLst>
          </p:cNvPr>
          <p:cNvCxnSpPr/>
          <p:nvPr/>
        </p:nvCxnSpPr>
        <p:spPr>
          <a:xfrm>
            <a:off x="1193904" y="4425710"/>
            <a:ext cx="2245146" cy="0"/>
          </a:xfrm>
          <a:prstGeom prst="straightConnector1">
            <a:avLst/>
          </a:prstGeom>
          <a:ln w="12700">
            <a:solidFill>
              <a:srgbClr val="336699"/>
            </a:solidFill>
            <a:prstDash val="solid"/>
            <a:tailEnd type="triangle"/>
          </a:ln>
        </p:spPr>
        <p:style>
          <a:lnRef idx="1">
            <a:srgbClr val="336699"/>
          </a:lnRef>
          <a:fillRef idx="0">
            <a:srgbClr val="336699"/>
          </a:fillRef>
          <a:effectRef idx="0">
            <a:srgbClr val="336699"/>
          </a:effectRef>
          <a:fontRef idx="minor">
            <a:srgbClr val="333333"/>
          </a:fontRef>
        </p:style>
      </p:cxnSp>
      <p:sp>
        <p:nvSpPr>
          <p:cNvPr id="136" name="Rectangle 125">
            <a:extLst>
              <a:ext uri="{FF2B5EF4-FFF2-40B4-BE49-F238E27FC236}">
                <a16:creationId xmlns:a16="http://schemas.microsoft.com/office/drawing/2014/main" id="{D912CE80-3A7C-9E98-75C9-DDA91EB18CE5}"/>
              </a:ext>
            </a:extLst>
          </p:cNvPr>
          <p:cNvSpPr/>
          <p:nvPr/>
        </p:nvSpPr>
        <p:spPr>
          <a:xfrm>
            <a:off x="1190882" y="4486156"/>
            <a:ext cx="1448726"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品牌设计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design</a:t>
            </a:r>
          </a:p>
        </p:txBody>
      </p:sp>
      <p:sp>
        <p:nvSpPr>
          <p:cNvPr id="137" name="Rectangle 126">
            <a:extLst>
              <a:ext uri="{FF2B5EF4-FFF2-40B4-BE49-F238E27FC236}">
                <a16:creationId xmlns:a16="http://schemas.microsoft.com/office/drawing/2014/main" id="{65AC1234-13B9-C013-AB17-D7A4340D577A}"/>
              </a:ext>
            </a:extLst>
          </p:cNvPr>
          <p:cNvSpPr/>
          <p:nvPr/>
        </p:nvSpPr>
        <p:spPr>
          <a:xfrm>
            <a:off x="1190882" y="5220231"/>
            <a:ext cx="1683605" cy="231266"/>
          </a:xfrm>
          <a:prstGeom prst="rect">
            <a:avLst/>
          </a:prstGeom>
        </p:spPr>
        <p:txBody>
          <a:bodyPr wrap="none">
            <a:spAutoFit/>
          </a:bodyPr>
          <a:lstStyle/>
          <a:p>
            <a:r>
              <a:rPr lang="zh-CN" altLang="en-US" sz="939" dirty="0">
                <a:solidFill>
                  <a:srgbClr val="333333">
                    <a:lumMod val="90000"/>
                    <a:lumOff val="10000"/>
                  </a:srgbClr>
                </a:solidFill>
                <a:latin typeface="微软雅黑" panose="020B0503020204020204" pitchFamily="34" charset="-122"/>
                <a:ea typeface="微软雅黑" panose="020B0503020204020204" pitchFamily="34" charset="-122"/>
              </a:rPr>
              <a:t>品牌推广 </a:t>
            </a:r>
            <a:r>
              <a:rPr lang="en-US" sz="939" dirty="0">
                <a:solidFill>
                  <a:srgbClr val="333333">
                    <a:lumMod val="90000"/>
                    <a:lumOff val="10000"/>
                  </a:srgbClr>
                </a:solidFill>
                <a:latin typeface="微软雅黑" panose="020B0503020204020204" pitchFamily="34" charset="-122"/>
                <a:ea typeface="微软雅黑" panose="020B0503020204020204" pitchFamily="34" charset="-122"/>
              </a:rPr>
              <a:t>Brand promotion</a:t>
            </a:r>
          </a:p>
        </p:txBody>
      </p:sp>
      <p:sp>
        <p:nvSpPr>
          <p:cNvPr id="138" name="Rectangle 157">
            <a:extLst>
              <a:ext uri="{FF2B5EF4-FFF2-40B4-BE49-F238E27FC236}">
                <a16:creationId xmlns:a16="http://schemas.microsoft.com/office/drawing/2014/main" id="{B9302D8A-B129-5587-6A5B-E233DA4FB9F2}"/>
              </a:ext>
            </a:extLst>
          </p:cNvPr>
          <p:cNvSpPr/>
          <p:nvPr/>
        </p:nvSpPr>
        <p:spPr>
          <a:xfrm>
            <a:off x="10443665" y="3593184"/>
            <a:ext cx="950932" cy="317991"/>
          </a:xfrm>
          <a:prstGeom prst="rect">
            <a:avLst/>
          </a:prstGeom>
        </p:spPr>
        <p:txBody>
          <a:bodyPr wrap="square">
            <a:spAutoFit/>
          </a:bodyPr>
          <a:lstStyle/>
          <a:p>
            <a:pPr algn="r"/>
            <a:r>
              <a:rPr lang="zh-CN" altLang="en-US" sz="1503" b="1" dirty="0">
                <a:solidFill>
                  <a:srgbClr val="336699"/>
                </a:solidFill>
                <a:latin typeface="微软雅黑" panose="020B0503020204020204" pitchFamily="34" charset="-122"/>
                <a:ea typeface="微软雅黑" panose="020B0503020204020204" pitchFamily="34" charset="-122"/>
              </a:rPr>
              <a:t>品牌策划</a:t>
            </a:r>
            <a:endParaRPr lang="en-US" sz="1503" b="1" dirty="0">
              <a:solidFill>
                <a:srgbClr val="336699"/>
              </a:solidFill>
              <a:latin typeface="微软雅黑" panose="020B0503020204020204" pitchFamily="34" charset="-122"/>
              <a:ea typeface="微软雅黑" panose="020B0503020204020204" pitchFamily="34" charset="-122"/>
            </a:endParaRPr>
          </a:p>
        </p:txBody>
      </p:sp>
      <p:sp>
        <p:nvSpPr>
          <p:cNvPr id="139" name="Rectangle 158">
            <a:extLst>
              <a:ext uri="{FF2B5EF4-FFF2-40B4-BE49-F238E27FC236}">
                <a16:creationId xmlns:a16="http://schemas.microsoft.com/office/drawing/2014/main" id="{E0C74D53-5C1D-97BF-8040-F2AADEF873FC}"/>
              </a:ext>
            </a:extLst>
          </p:cNvPr>
          <p:cNvSpPr/>
          <p:nvPr/>
        </p:nvSpPr>
        <p:spPr>
          <a:xfrm>
            <a:off x="7616825" y="3617550"/>
            <a:ext cx="2166474" cy="260174"/>
          </a:xfrm>
          <a:prstGeom prst="rect">
            <a:avLst/>
          </a:prstGeom>
        </p:spPr>
        <p:txBody>
          <a:bodyPr wrap="square">
            <a:spAutoFit/>
          </a:bodyPr>
          <a:lstStyle/>
          <a:p>
            <a:pPr algn="r"/>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sp>
        <p:nvSpPr>
          <p:cNvPr id="140" name="Rectangle 158">
            <a:extLst>
              <a:ext uri="{FF2B5EF4-FFF2-40B4-BE49-F238E27FC236}">
                <a16:creationId xmlns:a16="http://schemas.microsoft.com/office/drawing/2014/main" id="{34655D4D-41BD-F55A-138C-CC39D7A49675}"/>
              </a:ext>
            </a:extLst>
          </p:cNvPr>
          <p:cNvSpPr/>
          <p:nvPr/>
        </p:nvSpPr>
        <p:spPr>
          <a:xfrm>
            <a:off x="803197" y="3617550"/>
            <a:ext cx="2166474" cy="260174"/>
          </a:xfrm>
          <a:prstGeom prst="rect">
            <a:avLst/>
          </a:prstGeom>
        </p:spPr>
        <p:txBody>
          <a:bodyPr wrap="square">
            <a:spAutoFit/>
          </a:bodyPr>
          <a:lstStyle/>
          <a:p>
            <a:pPr algn="r"/>
            <a:r>
              <a:rPr lang="zh-CN" altLang="en-US" sz="1127" b="1" dirty="0">
                <a:solidFill>
                  <a:srgbClr val="FFFFFF"/>
                </a:solidFill>
                <a:latin typeface="微软雅黑" panose="020B0503020204020204" pitchFamily="34" charset="-122"/>
                <a:ea typeface="微软雅黑" panose="020B0503020204020204" pitchFamily="34" charset="-122"/>
              </a:rPr>
              <a:t>品牌策划 </a:t>
            </a:r>
            <a:r>
              <a:rPr lang="en-US" sz="1127" b="1" dirty="0">
                <a:solidFill>
                  <a:srgbClr val="FFFFFF"/>
                </a:solidFill>
                <a:latin typeface="微软雅黑" panose="020B0503020204020204" pitchFamily="34" charset="-122"/>
                <a:ea typeface="微软雅黑" panose="020B0503020204020204" pitchFamily="34" charset="-122"/>
              </a:rPr>
              <a:t>Brand planning</a:t>
            </a:r>
          </a:p>
        </p:txBody>
      </p:sp>
      <p:cxnSp>
        <p:nvCxnSpPr>
          <p:cNvPr id="141" name="直线箭头连接符 49">
            <a:extLst>
              <a:ext uri="{FF2B5EF4-FFF2-40B4-BE49-F238E27FC236}">
                <a16:creationId xmlns:a16="http://schemas.microsoft.com/office/drawing/2014/main" id="{479FBA61-CB08-C092-6751-445538E4F7DA}"/>
              </a:ext>
            </a:extLst>
          </p:cNvPr>
          <p:cNvCxnSpPr/>
          <p:nvPr/>
        </p:nvCxnSpPr>
        <p:spPr>
          <a:xfrm>
            <a:off x="3159045" y="3747637"/>
            <a:ext cx="4486408" cy="0"/>
          </a:xfrm>
          <a:prstGeom prst="straightConnector1">
            <a:avLst/>
          </a:prstGeom>
          <a:ln w="12700">
            <a:solidFill>
              <a:srgbClr val="FFFFFF"/>
            </a:solidFill>
            <a:tailEnd type="triangle"/>
          </a:ln>
        </p:spPr>
        <p:style>
          <a:lnRef idx="2">
            <a:srgbClr val="336699"/>
          </a:lnRef>
          <a:fillRef idx="0">
            <a:srgbClr val="336699"/>
          </a:fillRef>
          <a:effectRef idx="1">
            <a:srgbClr val="336699"/>
          </a:effectRef>
          <a:fontRef idx="minor">
            <a:srgbClr val="333333"/>
          </a:fontRef>
        </p:style>
      </p:cxnSp>
      <p:sp>
        <p:nvSpPr>
          <p:cNvPr id="142" name="文本框 50">
            <a:extLst>
              <a:ext uri="{FF2B5EF4-FFF2-40B4-BE49-F238E27FC236}">
                <a16:creationId xmlns:a16="http://schemas.microsoft.com/office/drawing/2014/main" id="{319B7D53-8B8E-8120-7C6C-402259834CA2}"/>
              </a:ext>
            </a:extLst>
          </p:cNvPr>
          <p:cNvSpPr txBox="1"/>
          <p:nvPr/>
        </p:nvSpPr>
        <p:spPr>
          <a:xfrm>
            <a:off x="9895016" y="1238250"/>
            <a:ext cx="1309930" cy="289083"/>
          </a:xfrm>
          <a:prstGeom prst="rect">
            <a:avLst/>
          </a:prstGeom>
          <a:noFill/>
        </p:spPr>
        <p:txBody>
          <a:bodyPr wrap="square" rtlCol="0">
            <a:spAutoFit/>
          </a:bodyPr>
          <a:lstStyle/>
          <a:p>
            <a:pPr algn="ctr"/>
            <a:r>
              <a:rPr kumimoji="1" lang="zh-CN" altLang="en-US" sz="1315"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43" name="文本框 51">
            <a:extLst>
              <a:ext uri="{FF2B5EF4-FFF2-40B4-BE49-F238E27FC236}">
                <a16:creationId xmlns:a16="http://schemas.microsoft.com/office/drawing/2014/main" id="{E29DA5DD-8B94-3531-4B31-D78EF2CF2775}"/>
              </a:ext>
            </a:extLst>
          </p:cNvPr>
          <p:cNvSpPr txBox="1"/>
          <p:nvPr/>
        </p:nvSpPr>
        <p:spPr>
          <a:xfrm>
            <a:off x="9776019" y="1654639"/>
            <a:ext cx="1618578" cy="1145249"/>
          </a:xfrm>
          <a:prstGeom prst="rect">
            <a:avLst/>
          </a:prstGeom>
          <a:noFill/>
        </p:spPr>
        <p:txBody>
          <a:bodyPr wrap="square" rtlCol="0">
            <a:spAutoFit/>
          </a:bodyPr>
          <a:lstStyle/>
          <a:p>
            <a:pPr algn="ct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44" name="文本框 52">
            <a:extLst>
              <a:ext uri="{FF2B5EF4-FFF2-40B4-BE49-F238E27FC236}">
                <a16:creationId xmlns:a16="http://schemas.microsoft.com/office/drawing/2014/main" id="{380E51D3-A77D-8F75-D92C-CD5FCB84A69C}"/>
              </a:ext>
            </a:extLst>
          </p:cNvPr>
          <p:cNvSpPr txBox="1"/>
          <p:nvPr/>
        </p:nvSpPr>
        <p:spPr>
          <a:xfrm>
            <a:off x="9895016" y="4702321"/>
            <a:ext cx="1309930" cy="289083"/>
          </a:xfrm>
          <a:prstGeom prst="rect">
            <a:avLst/>
          </a:prstGeom>
          <a:noFill/>
        </p:spPr>
        <p:txBody>
          <a:bodyPr wrap="square" rtlCol="0">
            <a:spAutoFit/>
          </a:bodyPr>
          <a:lstStyle/>
          <a:p>
            <a:pPr algn="ctr"/>
            <a:r>
              <a:rPr kumimoji="1" lang="zh-CN" altLang="en-US" sz="1315"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45" name="文本框 53">
            <a:extLst>
              <a:ext uri="{FF2B5EF4-FFF2-40B4-BE49-F238E27FC236}">
                <a16:creationId xmlns:a16="http://schemas.microsoft.com/office/drawing/2014/main" id="{BEAA47FF-C4F5-85B2-BEE9-009965DBDD32}"/>
              </a:ext>
            </a:extLst>
          </p:cNvPr>
          <p:cNvSpPr txBox="1"/>
          <p:nvPr/>
        </p:nvSpPr>
        <p:spPr>
          <a:xfrm>
            <a:off x="9776019" y="5118710"/>
            <a:ext cx="1618578" cy="1145249"/>
          </a:xfrm>
          <a:prstGeom prst="rect">
            <a:avLst/>
          </a:prstGeom>
          <a:noFill/>
        </p:spPr>
        <p:txBody>
          <a:bodyPr wrap="square" rtlCol="0">
            <a:spAutoFit/>
          </a:bodyPr>
          <a:lstStyle/>
          <a:p>
            <a:pPr algn="ct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Tree>
    <p:extLst>
      <p:ext uri="{BB962C8B-B14F-4D97-AF65-F5344CB8AC3E}">
        <p14:creationId xmlns:p14="http://schemas.microsoft.com/office/powerpoint/2010/main" val="1851778670"/>
      </p:ext>
    </p:extLst>
  </p:cSld>
  <p:clrMapOvr>
    <a:masterClrMapping/>
  </p:clrMapOvr>
</p:sld>
</file>

<file path=ppt/slides/vr_business_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R021 编号鱼骨分析（结构示例）</a:t>
            </a:r>
          </a:p>
        </p:txBody>
      </p:sp>
      <p:sp>
        <p:nvSpPr>
          <p:cNvPr id="101" name="Rectangle 102">
            <a:extLst>
              <a:ext uri="{FF2B5EF4-FFF2-40B4-BE49-F238E27FC236}">
                <a16:creationId xmlns:a16="http://schemas.microsoft.com/office/drawing/2014/main" id="{7696C886-8468-3BFE-2668-84B10E8464CE}"/>
              </a:ext>
            </a:extLst>
          </p:cNvPr>
          <p:cNvSpPr/>
          <p:nvPr/>
        </p:nvSpPr>
        <p:spPr>
          <a:xfrm>
            <a:off x="2345873" y="314928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p>
        </p:txBody>
      </p:sp>
      <p:cxnSp>
        <p:nvCxnSpPr>
          <p:cNvPr id="102" name="Straight Arrow Connector 80">
            <a:extLst>
              <a:ext uri="{FF2B5EF4-FFF2-40B4-BE49-F238E27FC236}">
                <a16:creationId xmlns:a16="http://schemas.microsoft.com/office/drawing/2014/main" id="{7B058B95-F5F7-CC4B-FC32-6F4DFBACB78C}"/>
              </a:ext>
            </a:extLst>
          </p:cNvPr>
          <p:cNvCxnSpPr/>
          <p:nvPr/>
        </p:nvCxnSpPr>
        <p:spPr>
          <a:xfrm>
            <a:off x="1292034" y="2150916"/>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03" name="Rectangle 100">
            <a:extLst>
              <a:ext uri="{FF2B5EF4-FFF2-40B4-BE49-F238E27FC236}">
                <a16:creationId xmlns:a16="http://schemas.microsoft.com/office/drawing/2014/main" id="{6AD2B0CD-A51F-39B1-0708-7476EDF56D7E}"/>
              </a:ext>
            </a:extLst>
          </p:cNvPr>
          <p:cNvSpPr/>
          <p:nvPr/>
        </p:nvSpPr>
        <p:spPr>
          <a:xfrm>
            <a:off x="1752635" y="2234668"/>
            <a:ext cx="2049872" cy="260355"/>
          </a:xfrm>
          <a:prstGeom prst="rect">
            <a:avLst/>
          </a:prstGeom>
          <a:noFill/>
        </p:spPr>
        <p:txBody>
          <a:bodyPr wrap="square">
            <a:spAutoFit/>
          </a:bodyPr>
          <a:lstStyle/>
          <a:p>
            <a:r>
              <a:rPr lang="en-US"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US"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p>
        </p:txBody>
      </p:sp>
      <p:cxnSp>
        <p:nvCxnSpPr>
          <p:cNvPr id="104" name="Straight Arrow Connector 82">
            <a:extLst>
              <a:ext uri="{FF2B5EF4-FFF2-40B4-BE49-F238E27FC236}">
                <a16:creationId xmlns:a16="http://schemas.microsoft.com/office/drawing/2014/main" id="{39C5614C-E787-DF76-39D4-7E264CCBAC0D}"/>
              </a:ext>
            </a:extLst>
          </p:cNvPr>
          <p:cNvCxnSpPr/>
          <p:nvPr/>
        </p:nvCxnSpPr>
        <p:spPr>
          <a:xfrm>
            <a:off x="1446597" y="2389857"/>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05" name="Rectangle 104">
            <a:extLst>
              <a:ext uri="{FF2B5EF4-FFF2-40B4-BE49-F238E27FC236}">
                <a16:creationId xmlns:a16="http://schemas.microsoft.com/office/drawing/2014/main" id="{8308950E-9DC9-056E-1CB4-6B6CFDA48BA5}"/>
              </a:ext>
            </a:extLst>
          </p:cNvPr>
          <p:cNvSpPr/>
          <p:nvPr/>
        </p:nvSpPr>
        <p:spPr>
          <a:xfrm>
            <a:off x="1952678" y="2539541"/>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p>
        </p:txBody>
      </p:sp>
      <p:cxnSp>
        <p:nvCxnSpPr>
          <p:cNvPr id="106" name="Straight Arrow Connector 50">
            <a:extLst>
              <a:ext uri="{FF2B5EF4-FFF2-40B4-BE49-F238E27FC236}">
                <a16:creationId xmlns:a16="http://schemas.microsoft.com/office/drawing/2014/main" id="{40B97FD0-E675-8C97-76B9-02B462A97247}"/>
              </a:ext>
            </a:extLst>
          </p:cNvPr>
          <p:cNvCxnSpPr/>
          <p:nvPr/>
        </p:nvCxnSpPr>
        <p:spPr>
          <a:xfrm>
            <a:off x="1631520" y="2694513"/>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07" name="Rectangle 103">
            <a:extLst>
              <a:ext uri="{FF2B5EF4-FFF2-40B4-BE49-F238E27FC236}">
                <a16:creationId xmlns:a16="http://schemas.microsoft.com/office/drawing/2014/main" id="{6B147D42-5030-9EAA-D503-4AB456C25D64}"/>
              </a:ext>
            </a:extLst>
          </p:cNvPr>
          <p:cNvSpPr/>
          <p:nvPr/>
        </p:nvSpPr>
        <p:spPr>
          <a:xfrm>
            <a:off x="2144657" y="2844414"/>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p>
        </p:txBody>
      </p:sp>
      <p:cxnSp>
        <p:nvCxnSpPr>
          <p:cNvPr id="108" name="Straight Arrow Connector 53">
            <a:extLst>
              <a:ext uri="{FF2B5EF4-FFF2-40B4-BE49-F238E27FC236}">
                <a16:creationId xmlns:a16="http://schemas.microsoft.com/office/drawing/2014/main" id="{34E30946-30BD-67D9-9D80-6D599A3C8CA5}"/>
              </a:ext>
            </a:extLst>
          </p:cNvPr>
          <p:cNvCxnSpPr/>
          <p:nvPr/>
        </p:nvCxnSpPr>
        <p:spPr>
          <a:xfrm>
            <a:off x="1821759" y="2999168"/>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cxnSp>
        <p:nvCxnSpPr>
          <p:cNvPr id="109" name="Straight Arrow Connector 62">
            <a:extLst>
              <a:ext uri="{FF2B5EF4-FFF2-40B4-BE49-F238E27FC236}">
                <a16:creationId xmlns:a16="http://schemas.microsoft.com/office/drawing/2014/main" id="{8962515F-7596-917E-0BFB-665BF51C8BA5}"/>
              </a:ext>
            </a:extLst>
          </p:cNvPr>
          <p:cNvCxnSpPr/>
          <p:nvPr/>
        </p:nvCxnSpPr>
        <p:spPr>
          <a:xfrm>
            <a:off x="2008808" y="3303824"/>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10" name="Rectangle 5">
            <a:extLst>
              <a:ext uri="{FF2B5EF4-FFF2-40B4-BE49-F238E27FC236}">
                <a16:creationId xmlns:a16="http://schemas.microsoft.com/office/drawing/2014/main" id="{DFBC3618-581A-0949-0FF3-11A2773025F1}"/>
              </a:ext>
            </a:extLst>
          </p:cNvPr>
          <p:cNvSpPr/>
          <p:nvPr/>
        </p:nvSpPr>
        <p:spPr>
          <a:xfrm>
            <a:off x="1676388" y="1648036"/>
            <a:ext cx="954032" cy="318212"/>
          </a:xfrm>
          <a:prstGeom prst="rect">
            <a:avLst/>
          </a:prstGeom>
        </p:spPr>
        <p:txBody>
          <a:bodyPr wrap="none">
            <a:spAutoFit/>
          </a:bodyPr>
          <a:lstStyle/>
          <a:p>
            <a:pPr algn="ctr"/>
            <a:r>
              <a:rPr lang="en-US" sz="1504" b="1"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endParaRPr lang="en-US"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11" name="Oval 44">
            <a:extLst>
              <a:ext uri="{FF2B5EF4-FFF2-40B4-BE49-F238E27FC236}">
                <a16:creationId xmlns:a16="http://schemas.microsoft.com/office/drawing/2014/main" id="{6BB0B4E2-A7AF-DDA5-61AB-2FB3B23CFE66}"/>
              </a:ext>
            </a:extLst>
          </p:cNvPr>
          <p:cNvSpPr/>
          <p:nvPr/>
        </p:nvSpPr>
        <p:spPr>
          <a:xfrm>
            <a:off x="846276" y="1479754"/>
            <a:ext cx="704775" cy="707445"/>
          </a:xfrm>
          <a:prstGeom prst="ellips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12" name="Rectangle 170">
            <a:extLst>
              <a:ext uri="{FF2B5EF4-FFF2-40B4-BE49-F238E27FC236}">
                <a16:creationId xmlns:a16="http://schemas.microsoft.com/office/drawing/2014/main" id="{C3BB7863-D5AF-0D1F-0014-AD5CD198130E}"/>
              </a:ext>
            </a:extLst>
          </p:cNvPr>
          <p:cNvSpPr/>
          <p:nvPr/>
        </p:nvSpPr>
        <p:spPr>
          <a:xfrm>
            <a:off x="992851" y="1662602"/>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01</a:t>
            </a:r>
            <a:endParaRPr lang="en-US" sz="1504" dirty="0">
              <a:solidFill>
                <a:srgbClr val="FFFFFF"/>
              </a:solidFill>
              <a:latin typeface="微软雅黑" panose="020B0503020204020204" pitchFamily="34" charset="-122"/>
              <a:ea typeface="微软雅黑" panose="020B0503020204020204" pitchFamily="34" charset="-122"/>
            </a:endParaRPr>
          </a:p>
        </p:txBody>
      </p:sp>
      <p:cxnSp>
        <p:nvCxnSpPr>
          <p:cNvPr id="113" name="Straight Arrow Connector 214">
            <a:extLst>
              <a:ext uri="{FF2B5EF4-FFF2-40B4-BE49-F238E27FC236}">
                <a16:creationId xmlns:a16="http://schemas.microsoft.com/office/drawing/2014/main" id="{295D2539-5414-22E3-E393-E49A08445379}"/>
              </a:ext>
            </a:extLst>
          </p:cNvPr>
          <p:cNvCxnSpPr/>
          <p:nvPr/>
        </p:nvCxnSpPr>
        <p:spPr>
          <a:xfrm flipV="1">
            <a:off x="1292034" y="3730608"/>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14" name="Rectangle 215">
            <a:extLst>
              <a:ext uri="{FF2B5EF4-FFF2-40B4-BE49-F238E27FC236}">
                <a16:creationId xmlns:a16="http://schemas.microsoft.com/office/drawing/2014/main" id="{5D93369B-E2B3-68A1-2F8A-1287AB05C230}"/>
              </a:ext>
            </a:extLst>
          </p:cNvPr>
          <p:cNvSpPr/>
          <p:nvPr/>
        </p:nvSpPr>
        <p:spPr>
          <a:xfrm>
            <a:off x="1752635" y="492345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15" name="Straight Arrow Connector 216">
            <a:extLst>
              <a:ext uri="{FF2B5EF4-FFF2-40B4-BE49-F238E27FC236}">
                <a16:creationId xmlns:a16="http://schemas.microsoft.com/office/drawing/2014/main" id="{438874C8-4E38-2F11-3174-2E1877FEE504}"/>
              </a:ext>
            </a:extLst>
          </p:cNvPr>
          <p:cNvCxnSpPr/>
          <p:nvPr/>
        </p:nvCxnSpPr>
        <p:spPr>
          <a:xfrm flipV="1">
            <a:off x="1446597" y="5077338"/>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16" name="Rectangle 217">
            <a:extLst>
              <a:ext uri="{FF2B5EF4-FFF2-40B4-BE49-F238E27FC236}">
                <a16:creationId xmlns:a16="http://schemas.microsoft.com/office/drawing/2014/main" id="{46283DF5-0F43-7A03-99E6-1E18C89AB698}"/>
              </a:ext>
            </a:extLst>
          </p:cNvPr>
          <p:cNvSpPr/>
          <p:nvPr/>
        </p:nvSpPr>
        <p:spPr>
          <a:xfrm>
            <a:off x="1952678" y="4618585"/>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17" name="Straight Arrow Connector 218">
            <a:extLst>
              <a:ext uri="{FF2B5EF4-FFF2-40B4-BE49-F238E27FC236}">
                <a16:creationId xmlns:a16="http://schemas.microsoft.com/office/drawing/2014/main" id="{CFD8768B-B940-8455-7375-1DF68196FCE6}"/>
              </a:ext>
            </a:extLst>
          </p:cNvPr>
          <p:cNvCxnSpPr/>
          <p:nvPr/>
        </p:nvCxnSpPr>
        <p:spPr>
          <a:xfrm flipV="1">
            <a:off x="1631520" y="4772681"/>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18" name="Rectangle 219">
            <a:extLst>
              <a:ext uri="{FF2B5EF4-FFF2-40B4-BE49-F238E27FC236}">
                <a16:creationId xmlns:a16="http://schemas.microsoft.com/office/drawing/2014/main" id="{A603F580-4AD1-D544-8139-C22821958B4A}"/>
              </a:ext>
            </a:extLst>
          </p:cNvPr>
          <p:cNvSpPr/>
          <p:nvPr/>
        </p:nvSpPr>
        <p:spPr>
          <a:xfrm>
            <a:off x="2144657" y="4313711"/>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19" name="Straight Arrow Connector 220">
            <a:extLst>
              <a:ext uri="{FF2B5EF4-FFF2-40B4-BE49-F238E27FC236}">
                <a16:creationId xmlns:a16="http://schemas.microsoft.com/office/drawing/2014/main" id="{B5EFAA2A-EA7C-31B8-7633-997B63D19579}"/>
              </a:ext>
            </a:extLst>
          </p:cNvPr>
          <p:cNvCxnSpPr/>
          <p:nvPr/>
        </p:nvCxnSpPr>
        <p:spPr>
          <a:xfrm flipV="1">
            <a:off x="1821759" y="4468026"/>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20" name="Rectangle 221">
            <a:extLst>
              <a:ext uri="{FF2B5EF4-FFF2-40B4-BE49-F238E27FC236}">
                <a16:creationId xmlns:a16="http://schemas.microsoft.com/office/drawing/2014/main" id="{5B8E3023-DA25-265B-1FB6-E76F7FBB5509}"/>
              </a:ext>
            </a:extLst>
          </p:cNvPr>
          <p:cNvSpPr/>
          <p:nvPr/>
        </p:nvSpPr>
        <p:spPr>
          <a:xfrm>
            <a:off x="2345873" y="4008837"/>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planning</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21" name="Straight Arrow Connector 222">
            <a:extLst>
              <a:ext uri="{FF2B5EF4-FFF2-40B4-BE49-F238E27FC236}">
                <a16:creationId xmlns:a16="http://schemas.microsoft.com/office/drawing/2014/main" id="{28AD7732-EBDD-9141-A239-748000EA3D68}"/>
              </a:ext>
            </a:extLst>
          </p:cNvPr>
          <p:cNvCxnSpPr/>
          <p:nvPr/>
        </p:nvCxnSpPr>
        <p:spPr>
          <a:xfrm flipV="1">
            <a:off x="2008808" y="4163371"/>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22" name="Rectangle 223">
            <a:extLst>
              <a:ext uri="{FF2B5EF4-FFF2-40B4-BE49-F238E27FC236}">
                <a16:creationId xmlns:a16="http://schemas.microsoft.com/office/drawing/2014/main" id="{293D0BFC-EB2B-F5E4-D4F4-3E246C40327E}"/>
              </a:ext>
            </a:extLst>
          </p:cNvPr>
          <p:cNvSpPr/>
          <p:nvPr/>
        </p:nvSpPr>
        <p:spPr>
          <a:xfrm>
            <a:off x="1680907" y="5448275"/>
            <a:ext cx="944993" cy="318212"/>
          </a:xfrm>
          <a:prstGeom prst="rect">
            <a:avLst/>
          </a:prstGeom>
        </p:spPr>
        <p:txBody>
          <a:bodyPr wrap="none">
            <a:spAutoFit/>
          </a:bodyPr>
          <a:lstStyle/>
          <a:p>
            <a:pPr algn="ctr"/>
            <a:r>
              <a:rPr lang="en-US" altLang="zh-CN" sz="1504" b="1" dirty="0" err="1">
                <a:solidFill>
                  <a:srgbClr val="333333">
                    <a:lumMod val="90000"/>
                    <a:lumOff val="10000"/>
                  </a:srgbClr>
                </a:solidFill>
                <a:latin typeface="微软雅黑" panose="020B0503020204020204" pitchFamily="34" charset="-122"/>
                <a:ea typeface="微软雅黑" panose="020B0503020204020204" pitchFamily="34" charset="-122"/>
              </a:rPr>
              <a:t>品牌策划</a:t>
            </a:r>
            <a:endParaRPr lang="en-US" altLang="zh-CN"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23" name="Freeform 227">
            <a:extLst>
              <a:ext uri="{FF2B5EF4-FFF2-40B4-BE49-F238E27FC236}">
                <a16:creationId xmlns:a16="http://schemas.microsoft.com/office/drawing/2014/main" id="{F19D5912-15ED-8DA1-AC8F-36D83FA551DA}"/>
              </a:ext>
            </a:extLst>
          </p:cNvPr>
          <p:cNvSpPr/>
          <p:nvPr/>
        </p:nvSpPr>
        <p:spPr>
          <a:xfrm>
            <a:off x="846276" y="5279995"/>
            <a:ext cx="704775" cy="707445"/>
          </a:xfrm>
          <a:custGeom>
            <a:avLst/>
            <a:gdLst>
              <a:gd name="connsiteX0" fmla="*/ 263184 w 526368"/>
              <a:gd name="connsiteY0" fmla="*/ 0 h 528362"/>
              <a:gd name="connsiteX1" fmla="*/ 526368 w 526368"/>
              <a:gd name="connsiteY1" fmla="*/ 264181 h 528362"/>
              <a:gd name="connsiteX2" fmla="*/ 263184 w 526368"/>
              <a:gd name="connsiteY2" fmla="*/ 528362 h 528362"/>
              <a:gd name="connsiteX3" fmla="*/ 0 w 526368"/>
              <a:gd name="connsiteY3" fmla="*/ 264181 h 528362"/>
              <a:gd name="connsiteX4" fmla="*/ 263184 w 526368"/>
              <a:gd name="connsiteY4" fmla="*/ 0 h 52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368" h="528362">
                <a:moveTo>
                  <a:pt x="263184" y="0"/>
                </a:moveTo>
                <a:cubicBezTo>
                  <a:pt x="408537" y="0"/>
                  <a:pt x="526368" y="118278"/>
                  <a:pt x="526368" y="264181"/>
                </a:cubicBezTo>
                <a:cubicBezTo>
                  <a:pt x="526368" y="410084"/>
                  <a:pt x="408537" y="528362"/>
                  <a:pt x="263184" y="528362"/>
                </a:cubicBezTo>
                <a:cubicBezTo>
                  <a:pt x="117831" y="528362"/>
                  <a:pt x="0" y="410084"/>
                  <a:pt x="0" y="264181"/>
                </a:cubicBezTo>
                <a:cubicBezTo>
                  <a:pt x="0" y="118278"/>
                  <a:pt x="117831" y="0"/>
                  <a:pt x="263184" y="0"/>
                </a:cubicBezTo>
                <a:close/>
              </a:path>
            </a:pathLst>
          </a:cu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24" name="Rectangle 225">
            <a:extLst>
              <a:ext uri="{FF2B5EF4-FFF2-40B4-BE49-F238E27FC236}">
                <a16:creationId xmlns:a16="http://schemas.microsoft.com/office/drawing/2014/main" id="{C54FEEA3-6BAB-1078-00CC-1D2E86E9CF47}"/>
              </a:ext>
            </a:extLst>
          </p:cNvPr>
          <p:cNvSpPr/>
          <p:nvPr/>
        </p:nvSpPr>
        <p:spPr>
          <a:xfrm>
            <a:off x="992851" y="5462841"/>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04</a:t>
            </a:r>
            <a:endParaRPr lang="en-US" sz="1504" dirty="0">
              <a:solidFill>
                <a:srgbClr val="FFFFFF"/>
              </a:solidFill>
              <a:latin typeface="微软雅黑" panose="020B0503020204020204" pitchFamily="34" charset="-122"/>
              <a:ea typeface="微软雅黑" panose="020B0503020204020204" pitchFamily="34" charset="-122"/>
            </a:endParaRPr>
          </a:p>
        </p:txBody>
      </p:sp>
      <p:sp>
        <p:nvSpPr>
          <p:cNvPr id="125" name="Rectangle 269">
            <a:extLst>
              <a:ext uri="{FF2B5EF4-FFF2-40B4-BE49-F238E27FC236}">
                <a16:creationId xmlns:a16="http://schemas.microsoft.com/office/drawing/2014/main" id="{A7710C1E-532B-92B0-AE4E-7EB70E426806}"/>
              </a:ext>
            </a:extLst>
          </p:cNvPr>
          <p:cNvSpPr/>
          <p:nvPr/>
        </p:nvSpPr>
        <p:spPr>
          <a:xfrm>
            <a:off x="4950185" y="314928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26" name="Straight Arrow Connector 270">
            <a:extLst>
              <a:ext uri="{FF2B5EF4-FFF2-40B4-BE49-F238E27FC236}">
                <a16:creationId xmlns:a16="http://schemas.microsoft.com/office/drawing/2014/main" id="{03AD37D3-7ACF-583B-C82F-747EBBA7B574}"/>
              </a:ext>
            </a:extLst>
          </p:cNvPr>
          <p:cNvCxnSpPr/>
          <p:nvPr/>
        </p:nvCxnSpPr>
        <p:spPr>
          <a:xfrm>
            <a:off x="3896344" y="2150916"/>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27" name="Rectangle 271">
            <a:extLst>
              <a:ext uri="{FF2B5EF4-FFF2-40B4-BE49-F238E27FC236}">
                <a16:creationId xmlns:a16="http://schemas.microsoft.com/office/drawing/2014/main" id="{FA0CBB85-3BA0-E29D-0F71-1D223391FC8C}"/>
              </a:ext>
            </a:extLst>
          </p:cNvPr>
          <p:cNvSpPr/>
          <p:nvPr/>
        </p:nvSpPr>
        <p:spPr>
          <a:xfrm>
            <a:off x="4356946" y="2234668"/>
            <a:ext cx="2049872" cy="260355"/>
          </a:xfrm>
          <a:prstGeom prst="rect">
            <a:avLst/>
          </a:prstGeom>
          <a:noFill/>
        </p:spPr>
        <p:txBody>
          <a:bodyPr wrap="square">
            <a:spAutoFit/>
          </a:bodyPr>
          <a:lstStyle/>
          <a:p>
            <a:r>
              <a:rPr lang="en-US"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28" name="Straight Arrow Connector 272">
            <a:extLst>
              <a:ext uri="{FF2B5EF4-FFF2-40B4-BE49-F238E27FC236}">
                <a16:creationId xmlns:a16="http://schemas.microsoft.com/office/drawing/2014/main" id="{A161F5FC-B4FE-8B5A-FA6D-B10D3CA71169}"/>
              </a:ext>
            </a:extLst>
          </p:cNvPr>
          <p:cNvCxnSpPr/>
          <p:nvPr/>
        </p:nvCxnSpPr>
        <p:spPr>
          <a:xfrm>
            <a:off x="4050909" y="2389857"/>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29" name="Rectangle 273">
            <a:extLst>
              <a:ext uri="{FF2B5EF4-FFF2-40B4-BE49-F238E27FC236}">
                <a16:creationId xmlns:a16="http://schemas.microsoft.com/office/drawing/2014/main" id="{AB308CB9-84D3-4598-46E7-44F96FFD3167}"/>
              </a:ext>
            </a:extLst>
          </p:cNvPr>
          <p:cNvSpPr/>
          <p:nvPr/>
        </p:nvSpPr>
        <p:spPr>
          <a:xfrm>
            <a:off x="4556990" y="2539541"/>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30" name="Straight Arrow Connector 274">
            <a:extLst>
              <a:ext uri="{FF2B5EF4-FFF2-40B4-BE49-F238E27FC236}">
                <a16:creationId xmlns:a16="http://schemas.microsoft.com/office/drawing/2014/main" id="{BA498BA9-EFBC-13AC-8AEA-B1AF72DCACB5}"/>
              </a:ext>
            </a:extLst>
          </p:cNvPr>
          <p:cNvCxnSpPr/>
          <p:nvPr/>
        </p:nvCxnSpPr>
        <p:spPr>
          <a:xfrm>
            <a:off x="4235832" y="2694513"/>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31" name="Rectangle 275">
            <a:extLst>
              <a:ext uri="{FF2B5EF4-FFF2-40B4-BE49-F238E27FC236}">
                <a16:creationId xmlns:a16="http://schemas.microsoft.com/office/drawing/2014/main" id="{0B8E6DCA-FDFF-80CF-155E-BE0153BFD4C2}"/>
              </a:ext>
            </a:extLst>
          </p:cNvPr>
          <p:cNvSpPr/>
          <p:nvPr/>
        </p:nvSpPr>
        <p:spPr>
          <a:xfrm>
            <a:off x="4748968" y="2844414"/>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32" name="Straight Arrow Connector 276">
            <a:extLst>
              <a:ext uri="{FF2B5EF4-FFF2-40B4-BE49-F238E27FC236}">
                <a16:creationId xmlns:a16="http://schemas.microsoft.com/office/drawing/2014/main" id="{7C41B0F0-8641-85B2-626D-F14343BD44B4}"/>
              </a:ext>
            </a:extLst>
          </p:cNvPr>
          <p:cNvCxnSpPr/>
          <p:nvPr/>
        </p:nvCxnSpPr>
        <p:spPr>
          <a:xfrm>
            <a:off x="4426071" y="2999168"/>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cxnSp>
        <p:nvCxnSpPr>
          <p:cNvPr id="133" name="Straight Arrow Connector 277">
            <a:extLst>
              <a:ext uri="{FF2B5EF4-FFF2-40B4-BE49-F238E27FC236}">
                <a16:creationId xmlns:a16="http://schemas.microsoft.com/office/drawing/2014/main" id="{EE4BAC1F-56F0-B877-1FE0-DD178AEDD821}"/>
              </a:ext>
            </a:extLst>
          </p:cNvPr>
          <p:cNvCxnSpPr/>
          <p:nvPr/>
        </p:nvCxnSpPr>
        <p:spPr>
          <a:xfrm>
            <a:off x="4613120" y="3303824"/>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34" name="Rectangle 278">
            <a:extLst>
              <a:ext uri="{FF2B5EF4-FFF2-40B4-BE49-F238E27FC236}">
                <a16:creationId xmlns:a16="http://schemas.microsoft.com/office/drawing/2014/main" id="{32682F3B-83C4-2279-9EC8-2910101A16DC}"/>
              </a:ext>
            </a:extLst>
          </p:cNvPr>
          <p:cNvSpPr/>
          <p:nvPr/>
        </p:nvSpPr>
        <p:spPr>
          <a:xfrm>
            <a:off x="4285220" y="1648036"/>
            <a:ext cx="944992" cy="318212"/>
          </a:xfrm>
          <a:prstGeom prst="rect">
            <a:avLst/>
          </a:prstGeom>
        </p:spPr>
        <p:txBody>
          <a:bodyPr wrap="none">
            <a:spAutoFit/>
          </a:bodyPr>
          <a:lstStyle/>
          <a:p>
            <a:pPr algn="ctr"/>
            <a:r>
              <a:rPr lang="en-US" sz="1504" b="1"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endParaRPr lang="en-US"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35" name="Oval 280">
            <a:extLst>
              <a:ext uri="{FF2B5EF4-FFF2-40B4-BE49-F238E27FC236}">
                <a16:creationId xmlns:a16="http://schemas.microsoft.com/office/drawing/2014/main" id="{4FAD4DD2-49D8-50FB-7A70-C7462B335AFD}"/>
              </a:ext>
            </a:extLst>
          </p:cNvPr>
          <p:cNvSpPr/>
          <p:nvPr/>
        </p:nvSpPr>
        <p:spPr>
          <a:xfrm>
            <a:off x="3450588" y="1479754"/>
            <a:ext cx="704775" cy="707445"/>
          </a:xfrm>
          <a:prstGeom prst="ellips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36" name="Rectangle 281">
            <a:extLst>
              <a:ext uri="{FF2B5EF4-FFF2-40B4-BE49-F238E27FC236}">
                <a16:creationId xmlns:a16="http://schemas.microsoft.com/office/drawing/2014/main" id="{5C53F497-2958-30A9-129D-29A304695345}"/>
              </a:ext>
            </a:extLst>
          </p:cNvPr>
          <p:cNvSpPr/>
          <p:nvPr/>
        </p:nvSpPr>
        <p:spPr>
          <a:xfrm>
            <a:off x="3597163" y="1662602"/>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02</a:t>
            </a:r>
            <a:endParaRPr lang="en-US" sz="1504" dirty="0">
              <a:solidFill>
                <a:srgbClr val="FFFFFF"/>
              </a:solidFill>
              <a:latin typeface="微软雅黑" panose="020B0503020204020204" pitchFamily="34" charset="-122"/>
              <a:ea typeface="微软雅黑" panose="020B0503020204020204" pitchFamily="34" charset="-122"/>
            </a:endParaRPr>
          </a:p>
        </p:txBody>
      </p:sp>
      <p:cxnSp>
        <p:nvCxnSpPr>
          <p:cNvPr id="137" name="Straight Arrow Connector 257">
            <a:extLst>
              <a:ext uri="{FF2B5EF4-FFF2-40B4-BE49-F238E27FC236}">
                <a16:creationId xmlns:a16="http://schemas.microsoft.com/office/drawing/2014/main" id="{52052A75-01F6-C3E6-7F20-D65AC80D53A4}"/>
              </a:ext>
            </a:extLst>
          </p:cNvPr>
          <p:cNvCxnSpPr/>
          <p:nvPr/>
        </p:nvCxnSpPr>
        <p:spPr>
          <a:xfrm flipV="1">
            <a:off x="3896344" y="3730608"/>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38" name="Rectangle 258">
            <a:extLst>
              <a:ext uri="{FF2B5EF4-FFF2-40B4-BE49-F238E27FC236}">
                <a16:creationId xmlns:a16="http://schemas.microsoft.com/office/drawing/2014/main" id="{BD3DEF69-7F1F-FF68-D799-0A4D3FE125F0}"/>
              </a:ext>
            </a:extLst>
          </p:cNvPr>
          <p:cNvSpPr/>
          <p:nvPr/>
        </p:nvSpPr>
        <p:spPr>
          <a:xfrm>
            <a:off x="4356946" y="492345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39" name="Straight Arrow Connector 259">
            <a:extLst>
              <a:ext uri="{FF2B5EF4-FFF2-40B4-BE49-F238E27FC236}">
                <a16:creationId xmlns:a16="http://schemas.microsoft.com/office/drawing/2014/main" id="{9538CA85-56CC-B303-632E-C9F5BE1232FD}"/>
              </a:ext>
            </a:extLst>
          </p:cNvPr>
          <p:cNvCxnSpPr/>
          <p:nvPr/>
        </p:nvCxnSpPr>
        <p:spPr>
          <a:xfrm flipV="1">
            <a:off x="4050909" y="5077338"/>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40" name="Rectangle 260">
            <a:extLst>
              <a:ext uri="{FF2B5EF4-FFF2-40B4-BE49-F238E27FC236}">
                <a16:creationId xmlns:a16="http://schemas.microsoft.com/office/drawing/2014/main" id="{F3C209F8-56AD-BE4B-7FC9-AE2552B09795}"/>
              </a:ext>
            </a:extLst>
          </p:cNvPr>
          <p:cNvSpPr/>
          <p:nvPr/>
        </p:nvSpPr>
        <p:spPr>
          <a:xfrm>
            <a:off x="4556990" y="4618585"/>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41" name="Straight Arrow Connector 261">
            <a:extLst>
              <a:ext uri="{FF2B5EF4-FFF2-40B4-BE49-F238E27FC236}">
                <a16:creationId xmlns:a16="http://schemas.microsoft.com/office/drawing/2014/main" id="{84EFA2E0-DA8E-6B77-3709-EAE755B0E1C6}"/>
              </a:ext>
            </a:extLst>
          </p:cNvPr>
          <p:cNvCxnSpPr/>
          <p:nvPr/>
        </p:nvCxnSpPr>
        <p:spPr>
          <a:xfrm flipV="1">
            <a:off x="4235832" y="4772681"/>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42" name="Rectangle 262">
            <a:extLst>
              <a:ext uri="{FF2B5EF4-FFF2-40B4-BE49-F238E27FC236}">
                <a16:creationId xmlns:a16="http://schemas.microsoft.com/office/drawing/2014/main" id="{658365DA-2373-1F61-8DFA-3772A04AC53A}"/>
              </a:ext>
            </a:extLst>
          </p:cNvPr>
          <p:cNvSpPr/>
          <p:nvPr/>
        </p:nvSpPr>
        <p:spPr>
          <a:xfrm>
            <a:off x="4748968" y="4313711"/>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43" name="Straight Arrow Connector 263">
            <a:extLst>
              <a:ext uri="{FF2B5EF4-FFF2-40B4-BE49-F238E27FC236}">
                <a16:creationId xmlns:a16="http://schemas.microsoft.com/office/drawing/2014/main" id="{8E1A2614-0057-C03E-E7FE-F34D1822277B}"/>
              </a:ext>
            </a:extLst>
          </p:cNvPr>
          <p:cNvCxnSpPr/>
          <p:nvPr/>
        </p:nvCxnSpPr>
        <p:spPr>
          <a:xfrm flipV="1">
            <a:off x="4426071" y="4468026"/>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44" name="Rectangle 264">
            <a:extLst>
              <a:ext uri="{FF2B5EF4-FFF2-40B4-BE49-F238E27FC236}">
                <a16:creationId xmlns:a16="http://schemas.microsoft.com/office/drawing/2014/main" id="{E6ABC094-4C88-651D-B850-CAF0F5B59305}"/>
              </a:ext>
            </a:extLst>
          </p:cNvPr>
          <p:cNvSpPr/>
          <p:nvPr/>
        </p:nvSpPr>
        <p:spPr>
          <a:xfrm>
            <a:off x="4950185" y="4008837"/>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design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45" name="Straight Arrow Connector 265">
            <a:extLst>
              <a:ext uri="{FF2B5EF4-FFF2-40B4-BE49-F238E27FC236}">
                <a16:creationId xmlns:a16="http://schemas.microsoft.com/office/drawing/2014/main" id="{3A123B1C-158F-1F40-0627-DAF07DFC10CF}"/>
              </a:ext>
            </a:extLst>
          </p:cNvPr>
          <p:cNvCxnSpPr/>
          <p:nvPr/>
        </p:nvCxnSpPr>
        <p:spPr>
          <a:xfrm flipV="1">
            <a:off x="4613120" y="4163371"/>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46" name="Rectangle 266">
            <a:extLst>
              <a:ext uri="{FF2B5EF4-FFF2-40B4-BE49-F238E27FC236}">
                <a16:creationId xmlns:a16="http://schemas.microsoft.com/office/drawing/2014/main" id="{7F3CF8C6-DE0D-8DAC-5405-CC72F41E5C90}"/>
              </a:ext>
            </a:extLst>
          </p:cNvPr>
          <p:cNvSpPr/>
          <p:nvPr/>
        </p:nvSpPr>
        <p:spPr>
          <a:xfrm>
            <a:off x="4285219" y="5448275"/>
            <a:ext cx="944993" cy="318212"/>
          </a:xfrm>
          <a:prstGeom prst="rect">
            <a:avLst/>
          </a:prstGeom>
        </p:spPr>
        <p:txBody>
          <a:bodyPr wrap="none">
            <a:spAutoFit/>
          </a:bodyPr>
          <a:lstStyle/>
          <a:p>
            <a:pPr algn="ctr"/>
            <a:r>
              <a:rPr lang="en-US" altLang="zh-CN" sz="1504" b="1" dirty="0" err="1">
                <a:solidFill>
                  <a:srgbClr val="333333">
                    <a:lumMod val="90000"/>
                    <a:lumOff val="10000"/>
                  </a:srgbClr>
                </a:solidFill>
                <a:latin typeface="微软雅黑" panose="020B0503020204020204" pitchFamily="34" charset="-122"/>
                <a:ea typeface="微软雅黑" panose="020B0503020204020204" pitchFamily="34" charset="-122"/>
              </a:rPr>
              <a:t>品牌设计</a:t>
            </a:r>
            <a:endParaRPr lang="en-US" altLang="zh-CN"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47" name="Freeform 267">
            <a:extLst>
              <a:ext uri="{FF2B5EF4-FFF2-40B4-BE49-F238E27FC236}">
                <a16:creationId xmlns:a16="http://schemas.microsoft.com/office/drawing/2014/main" id="{C22BF4C3-C1B2-2050-6EA5-FEED92865984}"/>
              </a:ext>
            </a:extLst>
          </p:cNvPr>
          <p:cNvSpPr/>
          <p:nvPr/>
        </p:nvSpPr>
        <p:spPr>
          <a:xfrm>
            <a:off x="3450588" y="5279995"/>
            <a:ext cx="704775" cy="707445"/>
          </a:xfrm>
          <a:custGeom>
            <a:avLst/>
            <a:gdLst>
              <a:gd name="connsiteX0" fmla="*/ 263184 w 526368"/>
              <a:gd name="connsiteY0" fmla="*/ 0 h 528362"/>
              <a:gd name="connsiteX1" fmla="*/ 526368 w 526368"/>
              <a:gd name="connsiteY1" fmla="*/ 264181 h 528362"/>
              <a:gd name="connsiteX2" fmla="*/ 263184 w 526368"/>
              <a:gd name="connsiteY2" fmla="*/ 528362 h 528362"/>
              <a:gd name="connsiteX3" fmla="*/ 0 w 526368"/>
              <a:gd name="connsiteY3" fmla="*/ 264181 h 528362"/>
              <a:gd name="connsiteX4" fmla="*/ 263184 w 526368"/>
              <a:gd name="connsiteY4" fmla="*/ 0 h 52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368" h="528362">
                <a:moveTo>
                  <a:pt x="263184" y="0"/>
                </a:moveTo>
                <a:cubicBezTo>
                  <a:pt x="408537" y="0"/>
                  <a:pt x="526368" y="118278"/>
                  <a:pt x="526368" y="264181"/>
                </a:cubicBezTo>
                <a:cubicBezTo>
                  <a:pt x="526368" y="410084"/>
                  <a:pt x="408537" y="528362"/>
                  <a:pt x="263184" y="528362"/>
                </a:cubicBezTo>
                <a:cubicBezTo>
                  <a:pt x="117831" y="528362"/>
                  <a:pt x="0" y="410084"/>
                  <a:pt x="0" y="264181"/>
                </a:cubicBezTo>
                <a:cubicBezTo>
                  <a:pt x="0" y="118278"/>
                  <a:pt x="117831" y="0"/>
                  <a:pt x="263184" y="0"/>
                </a:cubicBezTo>
                <a:close/>
              </a:path>
            </a:pathLst>
          </a:custGeom>
          <a:solidFill>
            <a:srgbClr val="7A8C8E"/>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48" name="Rectangle 268">
            <a:extLst>
              <a:ext uri="{FF2B5EF4-FFF2-40B4-BE49-F238E27FC236}">
                <a16:creationId xmlns:a16="http://schemas.microsoft.com/office/drawing/2014/main" id="{A6B243C1-3862-6215-63DD-AFA597279297}"/>
              </a:ext>
            </a:extLst>
          </p:cNvPr>
          <p:cNvSpPr/>
          <p:nvPr/>
        </p:nvSpPr>
        <p:spPr>
          <a:xfrm>
            <a:off x="3597163" y="5462841"/>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05</a:t>
            </a:r>
            <a:endParaRPr lang="en-US" sz="1504" dirty="0">
              <a:solidFill>
                <a:srgbClr val="FFFFFF"/>
              </a:solidFill>
              <a:latin typeface="微软雅黑" panose="020B0503020204020204" pitchFamily="34" charset="-122"/>
              <a:ea typeface="微软雅黑" panose="020B0503020204020204" pitchFamily="34" charset="-122"/>
            </a:endParaRPr>
          </a:p>
        </p:txBody>
      </p:sp>
      <p:sp>
        <p:nvSpPr>
          <p:cNvPr id="149" name="Rectangle 298">
            <a:extLst>
              <a:ext uri="{FF2B5EF4-FFF2-40B4-BE49-F238E27FC236}">
                <a16:creationId xmlns:a16="http://schemas.microsoft.com/office/drawing/2014/main" id="{2189CC6D-1170-3C38-5009-7BEE51442480}"/>
              </a:ext>
            </a:extLst>
          </p:cNvPr>
          <p:cNvSpPr/>
          <p:nvPr/>
        </p:nvSpPr>
        <p:spPr>
          <a:xfrm>
            <a:off x="7554498" y="314928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50" name="Straight Arrow Connector 299">
            <a:extLst>
              <a:ext uri="{FF2B5EF4-FFF2-40B4-BE49-F238E27FC236}">
                <a16:creationId xmlns:a16="http://schemas.microsoft.com/office/drawing/2014/main" id="{7EBB6963-555D-5F1A-2B6E-5F59B84CA92E}"/>
              </a:ext>
            </a:extLst>
          </p:cNvPr>
          <p:cNvCxnSpPr/>
          <p:nvPr/>
        </p:nvCxnSpPr>
        <p:spPr>
          <a:xfrm>
            <a:off x="6500657" y="2150916"/>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51" name="Rectangle 300">
            <a:extLst>
              <a:ext uri="{FF2B5EF4-FFF2-40B4-BE49-F238E27FC236}">
                <a16:creationId xmlns:a16="http://schemas.microsoft.com/office/drawing/2014/main" id="{C7401018-FB52-7327-3284-F0F7228FC849}"/>
              </a:ext>
            </a:extLst>
          </p:cNvPr>
          <p:cNvSpPr/>
          <p:nvPr/>
        </p:nvSpPr>
        <p:spPr>
          <a:xfrm>
            <a:off x="6961258" y="2234668"/>
            <a:ext cx="2049872" cy="260355"/>
          </a:xfrm>
          <a:prstGeom prst="rect">
            <a:avLst/>
          </a:prstGeom>
          <a:noFill/>
        </p:spPr>
        <p:txBody>
          <a:bodyPr wrap="square">
            <a:spAutoFit/>
          </a:bodyPr>
          <a:lstStyle/>
          <a:p>
            <a:r>
              <a:rPr lang="en-US"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52" name="Straight Arrow Connector 301">
            <a:extLst>
              <a:ext uri="{FF2B5EF4-FFF2-40B4-BE49-F238E27FC236}">
                <a16:creationId xmlns:a16="http://schemas.microsoft.com/office/drawing/2014/main" id="{D61249AD-48FB-571A-736D-0C8B08F85937}"/>
              </a:ext>
            </a:extLst>
          </p:cNvPr>
          <p:cNvCxnSpPr/>
          <p:nvPr/>
        </p:nvCxnSpPr>
        <p:spPr>
          <a:xfrm>
            <a:off x="6655221" y="2389857"/>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53" name="Rectangle 302">
            <a:extLst>
              <a:ext uri="{FF2B5EF4-FFF2-40B4-BE49-F238E27FC236}">
                <a16:creationId xmlns:a16="http://schemas.microsoft.com/office/drawing/2014/main" id="{C885848C-531C-4CEC-F6FB-69822686C354}"/>
              </a:ext>
            </a:extLst>
          </p:cNvPr>
          <p:cNvSpPr/>
          <p:nvPr/>
        </p:nvSpPr>
        <p:spPr>
          <a:xfrm>
            <a:off x="7161302" y="2539541"/>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54" name="Straight Arrow Connector 303">
            <a:extLst>
              <a:ext uri="{FF2B5EF4-FFF2-40B4-BE49-F238E27FC236}">
                <a16:creationId xmlns:a16="http://schemas.microsoft.com/office/drawing/2014/main" id="{E0721275-90F0-6388-FF43-70F715F8898E}"/>
              </a:ext>
            </a:extLst>
          </p:cNvPr>
          <p:cNvCxnSpPr/>
          <p:nvPr/>
        </p:nvCxnSpPr>
        <p:spPr>
          <a:xfrm>
            <a:off x="6840143" y="2694513"/>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55" name="Rectangle 304">
            <a:extLst>
              <a:ext uri="{FF2B5EF4-FFF2-40B4-BE49-F238E27FC236}">
                <a16:creationId xmlns:a16="http://schemas.microsoft.com/office/drawing/2014/main" id="{2A81F189-C27F-5A29-3C7C-30A7FF91CEC2}"/>
              </a:ext>
            </a:extLst>
          </p:cNvPr>
          <p:cNvSpPr/>
          <p:nvPr/>
        </p:nvSpPr>
        <p:spPr>
          <a:xfrm>
            <a:off x="7353280" y="2844414"/>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56" name="Straight Arrow Connector 306">
            <a:extLst>
              <a:ext uri="{FF2B5EF4-FFF2-40B4-BE49-F238E27FC236}">
                <a16:creationId xmlns:a16="http://schemas.microsoft.com/office/drawing/2014/main" id="{F6895D86-FBB0-2F1E-F830-DBCEE26E2CB1}"/>
              </a:ext>
            </a:extLst>
          </p:cNvPr>
          <p:cNvCxnSpPr/>
          <p:nvPr/>
        </p:nvCxnSpPr>
        <p:spPr>
          <a:xfrm>
            <a:off x="7030383" y="2999168"/>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cxnSp>
        <p:nvCxnSpPr>
          <p:cNvPr id="157" name="Straight Arrow Connector 307">
            <a:extLst>
              <a:ext uri="{FF2B5EF4-FFF2-40B4-BE49-F238E27FC236}">
                <a16:creationId xmlns:a16="http://schemas.microsoft.com/office/drawing/2014/main" id="{13C58E98-A9D8-171E-7171-A88FAFEDC3F8}"/>
              </a:ext>
            </a:extLst>
          </p:cNvPr>
          <p:cNvCxnSpPr/>
          <p:nvPr/>
        </p:nvCxnSpPr>
        <p:spPr>
          <a:xfrm>
            <a:off x="7217432" y="3303824"/>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58" name="Rectangle 308">
            <a:extLst>
              <a:ext uri="{FF2B5EF4-FFF2-40B4-BE49-F238E27FC236}">
                <a16:creationId xmlns:a16="http://schemas.microsoft.com/office/drawing/2014/main" id="{AAD05A07-FAE2-2634-9646-45B21F865879}"/>
              </a:ext>
            </a:extLst>
          </p:cNvPr>
          <p:cNvSpPr/>
          <p:nvPr/>
        </p:nvSpPr>
        <p:spPr>
          <a:xfrm>
            <a:off x="6889531" y="1648036"/>
            <a:ext cx="944992" cy="318212"/>
          </a:xfrm>
          <a:prstGeom prst="rect">
            <a:avLst/>
          </a:prstGeom>
        </p:spPr>
        <p:txBody>
          <a:bodyPr wrap="none">
            <a:spAutoFit/>
          </a:bodyPr>
          <a:lstStyle/>
          <a:p>
            <a:pPr algn="ctr"/>
            <a:r>
              <a:rPr lang="en-US" sz="1504" b="1"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endParaRPr lang="en-US"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59" name="Oval 309">
            <a:extLst>
              <a:ext uri="{FF2B5EF4-FFF2-40B4-BE49-F238E27FC236}">
                <a16:creationId xmlns:a16="http://schemas.microsoft.com/office/drawing/2014/main" id="{A7032662-EDA1-BA80-ACCB-9600BB8880E7}"/>
              </a:ext>
            </a:extLst>
          </p:cNvPr>
          <p:cNvSpPr/>
          <p:nvPr/>
        </p:nvSpPr>
        <p:spPr>
          <a:xfrm>
            <a:off x="6054899" y="1479754"/>
            <a:ext cx="704775" cy="707445"/>
          </a:xfrm>
          <a:prstGeom prst="ellipse">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60" name="Rectangle 310">
            <a:extLst>
              <a:ext uri="{FF2B5EF4-FFF2-40B4-BE49-F238E27FC236}">
                <a16:creationId xmlns:a16="http://schemas.microsoft.com/office/drawing/2014/main" id="{3B254146-9EA8-0311-0608-FEC313EF3C16}"/>
              </a:ext>
            </a:extLst>
          </p:cNvPr>
          <p:cNvSpPr/>
          <p:nvPr/>
        </p:nvSpPr>
        <p:spPr>
          <a:xfrm>
            <a:off x="6201475" y="1662602"/>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03</a:t>
            </a:r>
            <a:endParaRPr lang="en-US" sz="1504" dirty="0">
              <a:solidFill>
                <a:srgbClr val="FFFFFF"/>
              </a:solidFill>
              <a:latin typeface="微软雅黑" panose="020B0503020204020204" pitchFamily="34" charset="-122"/>
              <a:ea typeface="微软雅黑" panose="020B0503020204020204" pitchFamily="34" charset="-122"/>
            </a:endParaRPr>
          </a:p>
        </p:txBody>
      </p:sp>
      <p:cxnSp>
        <p:nvCxnSpPr>
          <p:cNvPr id="161" name="Straight Arrow Connector 286">
            <a:extLst>
              <a:ext uri="{FF2B5EF4-FFF2-40B4-BE49-F238E27FC236}">
                <a16:creationId xmlns:a16="http://schemas.microsoft.com/office/drawing/2014/main" id="{960548B0-174B-67D4-6C17-C2DB17EC8C54}"/>
              </a:ext>
            </a:extLst>
          </p:cNvPr>
          <p:cNvCxnSpPr/>
          <p:nvPr/>
        </p:nvCxnSpPr>
        <p:spPr>
          <a:xfrm flipV="1">
            <a:off x="6500657" y="3730608"/>
            <a:ext cx="982300" cy="1585672"/>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62" name="Rectangle 287">
            <a:extLst>
              <a:ext uri="{FF2B5EF4-FFF2-40B4-BE49-F238E27FC236}">
                <a16:creationId xmlns:a16="http://schemas.microsoft.com/office/drawing/2014/main" id="{C1994287-9105-8BF3-2C71-6ACA990BF1B9}"/>
              </a:ext>
            </a:extLst>
          </p:cNvPr>
          <p:cNvSpPr/>
          <p:nvPr/>
        </p:nvSpPr>
        <p:spPr>
          <a:xfrm>
            <a:off x="6961258" y="4923459"/>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63" name="Straight Arrow Connector 288">
            <a:extLst>
              <a:ext uri="{FF2B5EF4-FFF2-40B4-BE49-F238E27FC236}">
                <a16:creationId xmlns:a16="http://schemas.microsoft.com/office/drawing/2014/main" id="{6E34E5B5-2B1B-ADAA-28B9-07DCC0A6402D}"/>
              </a:ext>
            </a:extLst>
          </p:cNvPr>
          <p:cNvCxnSpPr/>
          <p:nvPr/>
        </p:nvCxnSpPr>
        <p:spPr>
          <a:xfrm flipV="1">
            <a:off x="6655221" y="5077338"/>
            <a:ext cx="246977"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64" name="Rectangle 289">
            <a:extLst>
              <a:ext uri="{FF2B5EF4-FFF2-40B4-BE49-F238E27FC236}">
                <a16:creationId xmlns:a16="http://schemas.microsoft.com/office/drawing/2014/main" id="{5F976E30-3BB8-1EC0-DCC3-A11BE8BB16AF}"/>
              </a:ext>
            </a:extLst>
          </p:cNvPr>
          <p:cNvSpPr/>
          <p:nvPr/>
        </p:nvSpPr>
        <p:spPr>
          <a:xfrm>
            <a:off x="7161302" y="4618585"/>
            <a:ext cx="2049871"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65" name="Straight Arrow Connector 290">
            <a:extLst>
              <a:ext uri="{FF2B5EF4-FFF2-40B4-BE49-F238E27FC236}">
                <a16:creationId xmlns:a16="http://schemas.microsoft.com/office/drawing/2014/main" id="{43CB46D0-0CAD-B2FC-EA18-088E4DAB607F}"/>
              </a:ext>
            </a:extLst>
          </p:cNvPr>
          <p:cNvCxnSpPr/>
          <p:nvPr/>
        </p:nvCxnSpPr>
        <p:spPr>
          <a:xfrm flipV="1">
            <a:off x="6840143" y="4772681"/>
            <a:ext cx="259666"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66" name="Rectangle 291">
            <a:extLst>
              <a:ext uri="{FF2B5EF4-FFF2-40B4-BE49-F238E27FC236}">
                <a16:creationId xmlns:a16="http://schemas.microsoft.com/office/drawing/2014/main" id="{5860C32A-D7E1-6B1D-2161-95729E4A4C24}"/>
              </a:ext>
            </a:extLst>
          </p:cNvPr>
          <p:cNvSpPr/>
          <p:nvPr/>
        </p:nvSpPr>
        <p:spPr>
          <a:xfrm>
            <a:off x="7353280" y="4313711"/>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67" name="Straight Arrow Connector 292">
            <a:extLst>
              <a:ext uri="{FF2B5EF4-FFF2-40B4-BE49-F238E27FC236}">
                <a16:creationId xmlns:a16="http://schemas.microsoft.com/office/drawing/2014/main" id="{4FD194A1-67BD-97BC-EF6E-556E87BA7240}"/>
              </a:ext>
            </a:extLst>
          </p:cNvPr>
          <p:cNvCxnSpPr/>
          <p:nvPr/>
        </p:nvCxnSpPr>
        <p:spPr>
          <a:xfrm flipV="1">
            <a:off x="7030383" y="4468026"/>
            <a:ext cx="274254"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68" name="Rectangle 293">
            <a:extLst>
              <a:ext uri="{FF2B5EF4-FFF2-40B4-BE49-F238E27FC236}">
                <a16:creationId xmlns:a16="http://schemas.microsoft.com/office/drawing/2014/main" id="{B20A4DF2-2B18-E4D4-4BDC-4CDDB4D02584}"/>
              </a:ext>
            </a:extLst>
          </p:cNvPr>
          <p:cNvSpPr/>
          <p:nvPr/>
        </p:nvSpPr>
        <p:spPr>
          <a:xfrm>
            <a:off x="7554498" y="4008837"/>
            <a:ext cx="2049872" cy="260355"/>
          </a:xfrm>
          <a:prstGeom prst="rect">
            <a:avLst/>
          </a:prstGeom>
          <a:noFill/>
        </p:spPr>
        <p:txBody>
          <a:bodyPr wrap="square">
            <a:spAutoFit/>
          </a:bodyPr>
          <a:lstStyle/>
          <a:p>
            <a:r>
              <a:rPr lang="en-US" altLang="zh-CN" sz="1128"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r>
              <a:rPr lang="zh-CN" altLang="en-US" sz="1128" dirty="0">
                <a:solidFill>
                  <a:srgbClr val="333333">
                    <a:lumMod val="90000"/>
                    <a:lumOff val="10000"/>
                  </a:srgbClr>
                </a:solidFill>
                <a:latin typeface="微软雅黑" panose="020B0503020204020204" pitchFamily="34" charset="-122"/>
                <a:ea typeface="微软雅黑" panose="020B0503020204020204" pitchFamily="34" charset="-122"/>
              </a:rPr>
              <a:t/>
            </a:r>
            <a:r>
              <a:rPr lang="en" altLang="zh-CN" sz="1128" dirty="0">
                <a:solidFill>
                  <a:srgbClr val="333333">
                    <a:lumMod val="90000"/>
                    <a:lumOff val="10000"/>
                  </a:srgbClr>
                </a:solidFill>
                <a:latin typeface="微软雅黑" panose="020B0503020204020204" pitchFamily="34" charset="-122"/>
                <a:ea typeface="微软雅黑" panose="020B0503020204020204" pitchFamily="34" charset="-122"/>
              </a:rPr>
              <a:t>Brand promotion</a:t>
            </a:r>
            <a:endParaRPr lang="en-US" altLang="zh-CN" sz="1128" dirty="0">
              <a:solidFill>
                <a:srgbClr val="333333">
                  <a:lumMod val="90000"/>
                  <a:lumOff val="10000"/>
                </a:srgbClr>
              </a:solidFill>
              <a:latin typeface="微软雅黑" panose="020B0503020204020204" pitchFamily="34" charset="-122"/>
              <a:ea typeface="微软雅黑" panose="020B0503020204020204" pitchFamily="34" charset="-122"/>
            </a:endParaRPr>
          </a:p>
        </p:txBody>
      </p:sp>
      <p:cxnSp>
        <p:nvCxnSpPr>
          <p:cNvPr id="169" name="Straight Arrow Connector 294">
            <a:extLst>
              <a:ext uri="{FF2B5EF4-FFF2-40B4-BE49-F238E27FC236}">
                <a16:creationId xmlns:a16="http://schemas.microsoft.com/office/drawing/2014/main" id="{9126BA54-E2CE-6BA6-3E64-7F15D7BB175A}"/>
              </a:ext>
            </a:extLst>
          </p:cNvPr>
          <p:cNvCxnSpPr/>
          <p:nvPr/>
        </p:nvCxnSpPr>
        <p:spPr>
          <a:xfrm flipV="1">
            <a:off x="7217432" y="4163371"/>
            <a:ext cx="288421" cy="0"/>
          </a:xfrm>
          <a:prstGeom prst="straightConnector1">
            <a:avLst/>
          </a:prstGeom>
          <a:ln w="12700">
            <a:solidFill>
              <a:srgbClr val="336699"/>
            </a:solidFill>
            <a:prstDash val="solid"/>
            <a:headEnd type="none" w="med" len="med"/>
            <a:tailEnd type="oval" w="sm" len="sm"/>
          </a:ln>
        </p:spPr>
        <p:style>
          <a:lnRef idx="1">
            <a:srgbClr val="336699"/>
          </a:lnRef>
          <a:fillRef idx="0">
            <a:srgbClr val="336699"/>
          </a:fillRef>
          <a:effectRef idx="0">
            <a:srgbClr val="336699"/>
          </a:effectRef>
          <a:fontRef idx="minor">
            <a:srgbClr val="333333"/>
          </a:fontRef>
        </p:style>
      </p:cxnSp>
      <p:sp>
        <p:nvSpPr>
          <p:cNvPr id="170" name="Rectangle 295">
            <a:extLst>
              <a:ext uri="{FF2B5EF4-FFF2-40B4-BE49-F238E27FC236}">
                <a16:creationId xmlns:a16="http://schemas.microsoft.com/office/drawing/2014/main" id="{4D8F79E8-11AA-2A04-AE14-65156054BEC1}"/>
              </a:ext>
            </a:extLst>
          </p:cNvPr>
          <p:cNvSpPr/>
          <p:nvPr/>
        </p:nvSpPr>
        <p:spPr>
          <a:xfrm>
            <a:off x="6889530" y="5448275"/>
            <a:ext cx="944993" cy="318212"/>
          </a:xfrm>
          <a:prstGeom prst="rect">
            <a:avLst/>
          </a:prstGeom>
        </p:spPr>
        <p:txBody>
          <a:bodyPr wrap="none">
            <a:spAutoFit/>
          </a:bodyPr>
          <a:lstStyle/>
          <a:p>
            <a:pPr algn="ctr"/>
            <a:r>
              <a:rPr lang="en-US" altLang="zh-CN" sz="1504" b="1" dirty="0" err="1">
                <a:solidFill>
                  <a:srgbClr val="333333">
                    <a:lumMod val="90000"/>
                    <a:lumOff val="10000"/>
                  </a:srgbClr>
                </a:solidFill>
                <a:latin typeface="微软雅黑" panose="020B0503020204020204" pitchFamily="34" charset="-122"/>
                <a:ea typeface="微软雅黑" panose="020B0503020204020204" pitchFamily="34" charset="-122"/>
              </a:rPr>
              <a:t>品牌推广</a:t>
            </a:r>
            <a:endParaRPr lang="en-US" altLang="zh-CN" sz="1504"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71" name="Freeform 296">
            <a:extLst>
              <a:ext uri="{FF2B5EF4-FFF2-40B4-BE49-F238E27FC236}">
                <a16:creationId xmlns:a16="http://schemas.microsoft.com/office/drawing/2014/main" id="{471F48A4-BEAA-8F49-3B31-ADBABFFD1B3A}"/>
              </a:ext>
            </a:extLst>
          </p:cNvPr>
          <p:cNvSpPr/>
          <p:nvPr/>
        </p:nvSpPr>
        <p:spPr>
          <a:xfrm>
            <a:off x="6054899" y="5279995"/>
            <a:ext cx="704775" cy="707445"/>
          </a:xfrm>
          <a:custGeom>
            <a:avLst/>
            <a:gdLst>
              <a:gd name="connsiteX0" fmla="*/ 263184 w 526368"/>
              <a:gd name="connsiteY0" fmla="*/ 0 h 528362"/>
              <a:gd name="connsiteX1" fmla="*/ 526368 w 526368"/>
              <a:gd name="connsiteY1" fmla="*/ 264181 h 528362"/>
              <a:gd name="connsiteX2" fmla="*/ 263184 w 526368"/>
              <a:gd name="connsiteY2" fmla="*/ 528362 h 528362"/>
              <a:gd name="connsiteX3" fmla="*/ 0 w 526368"/>
              <a:gd name="connsiteY3" fmla="*/ 264181 h 528362"/>
              <a:gd name="connsiteX4" fmla="*/ 263184 w 526368"/>
              <a:gd name="connsiteY4" fmla="*/ 0 h 5283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6368" h="528362">
                <a:moveTo>
                  <a:pt x="263184" y="0"/>
                </a:moveTo>
                <a:cubicBezTo>
                  <a:pt x="408537" y="0"/>
                  <a:pt x="526368" y="118278"/>
                  <a:pt x="526368" y="264181"/>
                </a:cubicBezTo>
                <a:cubicBezTo>
                  <a:pt x="526368" y="410084"/>
                  <a:pt x="408537" y="528362"/>
                  <a:pt x="263184" y="528362"/>
                </a:cubicBezTo>
                <a:cubicBezTo>
                  <a:pt x="117831" y="528362"/>
                  <a:pt x="0" y="410084"/>
                  <a:pt x="0" y="264181"/>
                </a:cubicBezTo>
                <a:cubicBezTo>
                  <a:pt x="0" y="118278"/>
                  <a:pt x="117831" y="0"/>
                  <a:pt x="263184" y="0"/>
                </a:cubicBezTo>
                <a:close/>
              </a:path>
            </a:pathLst>
          </a:custGeom>
          <a:solidFill>
            <a:srgbClr val="2683C6"/>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sz="1504" b="1"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72" name="Rectangle 297">
            <a:extLst>
              <a:ext uri="{FF2B5EF4-FFF2-40B4-BE49-F238E27FC236}">
                <a16:creationId xmlns:a16="http://schemas.microsoft.com/office/drawing/2014/main" id="{791004A2-DE7D-65F9-D887-B8B7014BBDAE}"/>
              </a:ext>
            </a:extLst>
          </p:cNvPr>
          <p:cNvSpPr/>
          <p:nvPr/>
        </p:nvSpPr>
        <p:spPr>
          <a:xfrm>
            <a:off x="6201475" y="5462841"/>
            <a:ext cx="411626" cy="318212"/>
          </a:xfrm>
          <a:prstGeom prst="rect">
            <a:avLst/>
          </a:prstGeom>
        </p:spPr>
        <p:txBody>
          <a:bodyPr wrap="none" lIns="0" rIns="0">
            <a:spAutoFit/>
          </a:bodyPr>
          <a:lstStyle/>
          <a:p>
            <a:pPr algn="ctr"/>
            <a:r>
              <a:rPr lang="en-US" sz="1504" b="1" dirty="0">
                <a:solidFill>
                  <a:srgbClr val="FFFFFF"/>
                </a:solidFill>
                <a:latin typeface="微软雅黑" panose="020B0503020204020204" pitchFamily="34" charset="-122"/>
                <a:ea typeface="微软雅黑" panose="020B0503020204020204" pitchFamily="34" charset="-122"/>
              </a:rPr>
              <a:t>06</a:t>
            </a:r>
            <a:endParaRPr lang="en-US" sz="1504" dirty="0">
              <a:solidFill>
                <a:srgbClr val="FFFFFF"/>
              </a:solidFill>
              <a:latin typeface="微软雅黑" panose="020B0503020204020204" pitchFamily="34" charset="-122"/>
              <a:ea typeface="微软雅黑" panose="020B0503020204020204" pitchFamily="34" charset="-122"/>
            </a:endParaRPr>
          </a:p>
        </p:txBody>
      </p:sp>
      <p:cxnSp>
        <p:nvCxnSpPr>
          <p:cNvPr id="173" name="Straight Arrow Connector 72">
            <a:extLst>
              <a:ext uri="{FF2B5EF4-FFF2-40B4-BE49-F238E27FC236}">
                <a16:creationId xmlns:a16="http://schemas.microsoft.com/office/drawing/2014/main" id="{20665577-5AD3-D632-52B0-BDAECB01F475}"/>
              </a:ext>
            </a:extLst>
          </p:cNvPr>
          <p:cNvCxnSpPr/>
          <p:nvPr/>
        </p:nvCxnSpPr>
        <p:spPr>
          <a:xfrm>
            <a:off x="1220223" y="3734430"/>
            <a:ext cx="9109768" cy="0"/>
          </a:xfrm>
          <a:prstGeom prst="straightConnector1">
            <a:avLst/>
          </a:prstGeom>
          <a:ln w="12700">
            <a:solidFill>
              <a:srgbClr val="336699"/>
            </a:solidFill>
            <a:prstDash val="solid"/>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74" name="Isosceles Triangle 311">
            <a:extLst>
              <a:ext uri="{FF2B5EF4-FFF2-40B4-BE49-F238E27FC236}">
                <a16:creationId xmlns:a16="http://schemas.microsoft.com/office/drawing/2014/main" id="{0DAC5C11-AEFE-7E6B-4807-49F150D051C3}"/>
              </a:ext>
            </a:extLst>
          </p:cNvPr>
          <p:cNvSpPr/>
          <p:nvPr/>
        </p:nvSpPr>
        <p:spPr>
          <a:xfrm rot="5400000">
            <a:off x="9438300" y="3327508"/>
            <a:ext cx="1248561" cy="810511"/>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6"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75" name="Chevron 312">
            <a:extLst>
              <a:ext uri="{FF2B5EF4-FFF2-40B4-BE49-F238E27FC236}">
                <a16:creationId xmlns:a16="http://schemas.microsoft.com/office/drawing/2014/main" id="{E0692150-FDEB-1AEF-9CF1-CE758538EEE1}"/>
              </a:ext>
            </a:extLst>
          </p:cNvPr>
          <p:cNvSpPr/>
          <p:nvPr/>
        </p:nvSpPr>
        <p:spPr>
          <a:xfrm>
            <a:off x="884284" y="3336281"/>
            <a:ext cx="598569" cy="792965"/>
          </a:xfrm>
          <a:prstGeom prst="chevron">
            <a:avLst>
              <a:gd name="adj" fmla="val 54393"/>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6" dirty="0">
              <a:solidFill>
                <a:srgbClr val="333333">
                  <a:lumMod val="90000"/>
                  <a:lumOff val="10000"/>
                </a:srgbClr>
              </a:solidFill>
              <a:latin typeface="微软雅黑" panose="020B0503020204020204" pitchFamily="34" charset="-122"/>
              <a:ea typeface="微软雅黑" panose="020B0503020204020204" pitchFamily="34" charset="-122"/>
            </a:endParaRPr>
          </a:p>
        </p:txBody>
      </p:sp>
      <p:sp>
        <p:nvSpPr>
          <p:cNvPr id="176" name="Rectangle 157">
            <a:extLst>
              <a:ext uri="{FF2B5EF4-FFF2-40B4-BE49-F238E27FC236}">
                <a16:creationId xmlns:a16="http://schemas.microsoft.com/office/drawing/2014/main" id="{887CA9B7-1714-5686-1A31-4B4C30F6609F}"/>
              </a:ext>
            </a:extLst>
          </p:cNvPr>
          <p:cNvSpPr/>
          <p:nvPr/>
        </p:nvSpPr>
        <p:spPr>
          <a:xfrm>
            <a:off x="10394132" y="3594820"/>
            <a:ext cx="951592" cy="318212"/>
          </a:xfrm>
          <a:prstGeom prst="rect">
            <a:avLst/>
          </a:prstGeom>
        </p:spPr>
        <p:txBody>
          <a:bodyPr wrap="square">
            <a:spAutoFit/>
          </a:bodyPr>
          <a:lstStyle/>
          <a:p>
            <a:pPr algn="r"/>
            <a:r>
              <a:rPr lang="zh-CN" altLang="en-US" sz="1504" b="1" dirty="0">
                <a:solidFill>
                  <a:srgbClr val="336699"/>
                </a:solidFill>
                <a:latin typeface="微软雅黑" panose="020B0503020204020204" pitchFamily="34" charset="-122"/>
                <a:ea typeface="微软雅黑" panose="020B0503020204020204" pitchFamily="34" charset="-122"/>
              </a:rPr>
              <a:t>品牌策划</a:t>
            </a:r>
            <a:endParaRPr lang="en-US" sz="1504" b="1" dirty="0">
              <a:solidFill>
                <a:srgbClr val="336699"/>
              </a:solidFill>
              <a:latin typeface="微软雅黑" panose="020B0503020204020204" pitchFamily="34" charset="-122"/>
              <a:ea typeface="微软雅黑" panose="020B0503020204020204" pitchFamily="34" charset="-122"/>
            </a:endParaRPr>
          </a:p>
        </p:txBody>
      </p:sp>
      <p:sp>
        <p:nvSpPr>
          <p:cNvPr id="177" name="文本框 88">
            <a:extLst>
              <a:ext uri="{FF2B5EF4-FFF2-40B4-BE49-F238E27FC236}">
                <a16:creationId xmlns:a16="http://schemas.microsoft.com/office/drawing/2014/main" id="{1CD373BD-4E14-DF0D-7B9D-C8410AE58343}"/>
              </a:ext>
            </a:extLst>
          </p:cNvPr>
          <p:cNvSpPr txBox="1"/>
          <p:nvPr/>
        </p:nvSpPr>
        <p:spPr>
          <a:xfrm>
            <a:off x="9845102" y="1238250"/>
            <a:ext cx="1310840" cy="289284"/>
          </a:xfrm>
          <a:prstGeom prst="rect">
            <a:avLst/>
          </a:prstGeom>
          <a:noFill/>
        </p:spPr>
        <p:txBody>
          <a:bodyPr wrap="square" rtlCol="0">
            <a:spAutoFit/>
          </a:bodyPr>
          <a:lstStyle/>
          <a:p>
            <a:pPr algn="ctr"/>
            <a:r>
              <a:rPr kumimoji="1" lang="zh-CN" altLang="en-US" sz="1316"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78" name="文本框 89">
            <a:extLst>
              <a:ext uri="{FF2B5EF4-FFF2-40B4-BE49-F238E27FC236}">
                <a16:creationId xmlns:a16="http://schemas.microsoft.com/office/drawing/2014/main" id="{D6245894-AD0C-E2E4-2856-A3CF53C9C52F}"/>
              </a:ext>
            </a:extLst>
          </p:cNvPr>
          <p:cNvSpPr txBox="1"/>
          <p:nvPr/>
        </p:nvSpPr>
        <p:spPr>
          <a:xfrm>
            <a:off x="9726022" y="1654928"/>
            <a:ext cx="1619702" cy="1146045"/>
          </a:xfrm>
          <a:prstGeom prst="rect">
            <a:avLst/>
          </a:prstGeom>
          <a:noFill/>
        </p:spPr>
        <p:txBody>
          <a:bodyPr wrap="square" rtlCol="0">
            <a:spAutoFit/>
          </a:bodyPr>
          <a:lstStyle/>
          <a:p>
            <a:pPr algn="ctr">
              <a:lnSpc>
                <a:spcPct val="150000"/>
              </a:lnSpc>
            </a:pPr>
            <a:r>
              <a:rPr kumimoji="1" lang="zh-CN" altLang="en-US" sz="940"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79" name="文本框 90">
            <a:extLst>
              <a:ext uri="{FF2B5EF4-FFF2-40B4-BE49-F238E27FC236}">
                <a16:creationId xmlns:a16="http://schemas.microsoft.com/office/drawing/2014/main" id="{3D2FFBB0-2ED5-D690-218D-0E7D54B53557}"/>
              </a:ext>
            </a:extLst>
          </p:cNvPr>
          <p:cNvSpPr txBox="1"/>
          <p:nvPr/>
        </p:nvSpPr>
        <p:spPr>
          <a:xfrm>
            <a:off x="9845102" y="4704728"/>
            <a:ext cx="1310840" cy="289284"/>
          </a:xfrm>
          <a:prstGeom prst="rect">
            <a:avLst/>
          </a:prstGeom>
          <a:noFill/>
        </p:spPr>
        <p:txBody>
          <a:bodyPr wrap="square" rtlCol="0">
            <a:spAutoFit/>
          </a:bodyPr>
          <a:lstStyle/>
          <a:p>
            <a:pPr algn="ctr"/>
            <a:r>
              <a:rPr kumimoji="1" lang="zh-CN" altLang="en-US" sz="1316" b="1" dirty="0">
                <a:solidFill>
                  <a:srgbClr val="336699"/>
                </a:solidFill>
                <a:latin typeface="微软雅黑" panose="020B0503020204020204" pitchFamily="34" charset="-122"/>
                <a:ea typeface="微软雅黑" panose="020B0503020204020204" pitchFamily="34" charset="-122"/>
                <a:cs typeface="微软雅黑" pitchFamily="18" charset="-122"/>
              </a:rPr>
              <a:t>项目重点工作</a:t>
            </a:r>
          </a:p>
        </p:txBody>
      </p:sp>
      <p:sp>
        <p:nvSpPr>
          <p:cNvPr id="180" name="文本框 91">
            <a:extLst>
              <a:ext uri="{FF2B5EF4-FFF2-40B4-BE49-F238E27FC236}">
                <a16:creationId xmlns:a16="http://schemas.microsoft.com/office/drawing/2014/main" id="{8F38A44A-002D-290A-A2C6-607DB6031917}"/>
              </a:ext>
            </a:extLst>
          </p:cNvPr>
          <p:cNvSpPr txBox="1"/>
          <p:nvPr/>
        </p:nvSpPr>
        <p:spPr>
          <a:xfrm>
            <a:off x="9726022" y="5121405"/>
            <a:ext cx="1619702" cy="1146045"/>
          </a:xfrm>
          <a:prstGeom prst="rect">
            <a:avLst/>
          </a:prstGeom>
          <a:noFill/>
        </p:spPr>
        <p:txBody>
          <a:bodyPr wrap="square" rtlCol="0">
            <a:spAutoFit/>
          </a:bodyPr>
          <a:lstStyle/>
          <a:p>
            <a:pPr algn="ctr">
              <a:lnSpc>
                <a:spcPct val="150000"/>
              </a:lnSpc>
            </a:pPr>
            <a:r>
              <a:rPr kumimoji="1" lang="zh-CN" altLang="en-US" sz="940"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Tree>
    <p:extLst>
      <p:ext uri="{BB962C8B-B14F-4D97-AF65-F5344CB8AC3E}">
        <p14:creationId xmlns:p14="http://schemas.microsoft.com/office/powerpoint/2010/main" val="1851778670"/>
      </p:ext>
    </p:extLst>
  </p:cSld>
  <p:clrMapOvr>
    <a:masterClrMapping/>
  </p:clrMapOvr>
</p:sld>
</file>

<file path=ppt/slides/vr_business_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R022 四阶段成果梳理（结构示例）</a:t>
            </a:r>
          </a:p>
        </p:txBody>
      </p:sp>
      <p:sp>
        <p:nvSpPr>
          <p:cNvPr id="101" name="圆角矩形 83">
            <a:extLst>
              <a:ext uri="{FF2B5EF4-FFF2-40B4-BE49-F238E27FC236}">
                <a16:creationId xmlns:a16="http://schemas.microsoft.com/office/drawing/2014/main" id="{10CAEF7C-082C-34D0-454D-51033278B047}"/>
              </a:ext>
            </a:extLst>
          </p:cNvPr>
          <p:cNvSpPr/>
          <p:nvPr/>
        </p:nvSpPr>
        <p:spPr>
          <a:xfrm>
            <a:off x="1188086" y="3656834"/>
            <a:ext cx="897898" cy="294648"/>
          </a:xfrm>
          <a:prstGeom prst="round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123" b="1" dirty="0">
                <a:solidFill>
                  <a:srgbClr val="FFFFFF"/>
                </a:solidFill>
                <a:latin typeface="微软雅黑" panose="020B0503020204020204" pitchFamily="34" charset="-122"/>
                <a:ea typeface="微软雅黑" panose="020B0503020204020204" pitchFamily="34" charset="-122"/>
              </a:rPr>
              <a:t>项目目标</a:t>
            </a:r>
          </a:p>
        </p:txBody>
      </p:sp>
      <p:sp>
        <p:nvSpPr>
          <p:cNvPr id="102" name="Line">
            <a:extLst>
              <a:ext uri="{FF2B5EF4-FFF2-40B4-BE49-F238E27FC236}">
                <a16:creationId xmlns:a16="http://schemas.microsoft.com/office/drawing/2014/main" id="{DA9D567A-D7D7-3E59-BAAF-04AD4B2EBF43}"/>
              </a:ext>
            </a:extLst>
          </p:cNvPr>
          <p:cNvSpPr/>
          <p:nvPr/>
        </p:nvSpPr>
        <p:spPr>
          <a:xfrm>
            <a:off x="1015580" y="2541755"/>
            <a:ext cx="1" cy="3684625"/>
          </a:xfrm>
          <a:prstGeom prst="line">
            <a:avLst/>
          </a:prstGeom>
          <a:noFill/>
          <a:ln w="19050" cap="flat">
            <a:solidFill>
              <a:srgbClr val="C6C4BE"/>
            </a:solidFill>
            <a:custDash>
              <a:ds d="200000" sp="200000"/>
            </a:custDash>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03" name="Line">
            <a:extLst>
              <a:ext uri="{FF2B5EF4-FFF2-40B4-BE49-F238E27FC236}">
                <a16:creationId xmlns:a16="http://schemas.microsoft.com/office/drawing/2014/main" id="{D9856B01-9791-05FE-0F78-861D29EFA613}"/>
              </a:ext>
            </a:extLst>
          </p:cNvPr>
          <p:cNvSpPr/>
          <p:nvPr/>
        </p:nvSpPr>
        <p:spPr>
          <a:xfrm>
            <a:off x="8716622" y="2541755"/>
            <a:ext cx="1" cy="3684625"/>
          </a:xfrm>
          <a:prstGeom prst="line">
            <a:avLst/>
          </a:prstGeom>
          <a:noFill/>
          <a:ln w="19050" cap="flat">
            <a:solidFill>
              <a:srgbClr val="C6C4BE"/>
            </a:solidFill>
            <a:custDash>
              <a:ds d="200000" sp="200000"/>
            </a:custDash>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04" name="Line">
            <a:extLst>
              <a:ext uri="{FF2B5EF4-FFF2-40B4-BE49-F238E27FC236}">
                <a16:creationId xmlns:a16="http://schemas.microsoft.com/office/drawing/2014/main" id="{AB0D6D86-4D01-591C-5E49-F72BB4EEF48E}"/>
              </a:ext>
            </a:extLst>
          </p:cNvPr>
          <p:cNvSpPr/>
          <p:nvPr/>
        </p:nvSpPr>
        <p:spPr>
          <a:xfrm>
            <a:off x="3574072" y="2541755"/>
            <a:ext cx="1" cy="3684625"/>
          </a:xfrm>
          <a:prstGeom prst="line">
            <a:avLst/>
          </a:prstGeom>
          <a:noFill/>
          <a:ln w="19050" cap="flat">
            <a:solidFill>
              <a:srgbClr val="C6C4BE"/>
            </a:solidFill>
            <a:custDash>
              <a:ds d="200000" sp="200000"/>
            </a:custDash>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05" name="Line">
            <a:extLst>
              <a:ext uri="{FF2B5EF4-FFF2-40B4-BE49-F238E27FC236}">
                <a16:creationId xmlns:a16="http://schemas.microsoft.com/office/drawing/2014/main" id="{F0351BBE-962E-C398-3FB4-F92D190B29FA}"/>
              </a:ext>
            </a:extLst>
          </p:cNvPr>
          <p:cNvSpPr/>
          <p:nvPr/>
        </p:nvSpPr>
        <p:spPr>
          <a:xfrm>
            <a:off x="6132564" y="2541755"/>
            <a:ext cx="1" cy="3684625"/>
          </a:xfrm>
          <a:prstGeom prst="line">
            <a:avLst/>
          </a:prstGeom>
          <a:noFill/>
          <a:ln w="19050" cap="flat">
            <a:solidFill>
              <a:srgbClr val="C6C4BE"/>
            </a:solidFill>
            <a:custDash>
              <a:ds d="200000" sp="200000"/>
            </a:custDash>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06" name="Rounded Rectangle">
            <a:extLst>
              <a:ext uri="{FF2B5EF4-FFF2-40B4-BE49-F238E27FC236}">
                <a16:creationId xmlns:a16="http://schemas.microsoft.com/office/drawing/2014/main" id="{893CBC07-8470-7167-6894-1B148D1C4DAF}"/>
              </a:ext>
            </a:extLst>
          </p:cNvPr>
          <p:cNvSpPr/>
          <p:nvPr/>
        </p:nvSpPr>
        <p:spPr>
          <a:xfrm>
            <a:off x="982489" y="2879944"/>
            <a:ext cx="10384127" cy="80879"/>
          </a:xfrm>
          <a:prstGeom prst="roundRect">
            <a:avLst>
              <a:gd name="adj" fmla="val 50000"/>
            </a:avLst>
          </a:prstGeom>
          <a:solidFill>
            <a:srgbClr val="EBE8E0"/>
          </a:solidFill>
          <a:ln w="12700">
            <a:miter lim="400000"/>
          </a:ln>
        </p:spPr>
        <p:txBody>
          <a:bodyPr lIns="0" tIns="0" rIns="0" bIns="0" anchor="ctr"/>
          <a:lstStyle/>
          <a:p>
            <a:pPr>
              <a:defRPr sz="2993" b="0">
                <a:solidFill>
                  <a:srgbClr val="FFFFFF"/>
                </a:solidFill>
                <a:latin typeface="微软雅黑"/>
                <a:ea typeface="微软雅黑"/>
                <a:cs typeface="微软雅黑"/>
                <a:sym typeface="Helvetica Neue Medium"/>
              </a:defRPr>
            </a:pPr>
            <a:endParaRPr sz="1497"/>
          </a:p>
        </p:txBody>
      </p:sp>
      <p:sp>
        <p:nvSpPr>
          <p:cNvPr id="107" name="Rectangle">
            <a:extLst>
              <a:ext uri="{FF2B5EF4-FFF2-40B4-BE49-F238E27FC236}">
                <a16:creationId xmlns:a16="http://schemas.microsoft.com/office/drawing/2014/main" id="{83783352-02C5-E4BC-5BA0-09B2528B2CB9}"/>
              </a:ext>
            </a:extLst>
          </p:cNvPr>
          <p:cNvSpPr/>
          <p:nvPr/>
        </p:nvSpPr>
        <p:spPr>
          <a:xfrm>
            <a:off x="982489" y="2879663"/>
            <a:ext cx="6286915" cy="81442"/>
          </a:xfrm>
          <a:prstGeom prst="roundRect">
            <a:avLst>
              <a:gd name="adj" fmla="val 0"/>
            </a:avLst>
          </a:prstGeom>
          <a:solidFill>
            <a:srgbClr val="C6C4C0"/>
          </a:solidFill>
          <a:ln w="12700">
            <a:miter lim="400000"/>
          </a:ln>
        </p:spPr>
        <p:txBody>
          <a:bodyPr lIns="0" tIns="0" rIns="0" bIns="0" anchor="ctr"/>
          <a:lstStyle/>
          <a:p>
            <a:pPr>
              <a:defRPr sz="2993" b="0">
                <a:solidFill>
                  <a:srgbClr val="FFFFFF"/>
                </a:solidFill>
                <a:latin typeface="微软雅黑"/>
                <a:ea typeface="微软雅黑"/>
                <a:cs typeface="微软雅黑"/>
                <a:sym typeface="Helvetica Neue Medium"/>
              </a:defRPr>
            </a:pPr>
            <a:endParaRPr sz="1497"/>
          </a:p>
        </p:txBody>
      </p:sp>
      <p:grpSp>
        <p:nvGrpSpPr>
          <p:cNvPr id="108" name="Group">
            <a:extLst>
              <a:ext uri="{FF2B5EF4-FFF2-40B4-BE49-F238E27FC236}">
                <a16:creationId xmlns:a16="http://schemas.microsoft.com/office/drawing/2014/main" id="{0CCD18CF-4B78-D218-C061-4E1E58F83986}"/>
              </a:ext>
            </a:extLst>
          </p:cNvPr>
          <p:cNvGrpSpPr/>
          <p:nvPr/>
        </p:nvGrpSpPr>
        <p:grpSpPr>
          <a:xfrm>
            <a:off x="790575" y="2699632"/>
            <a:ext cx="441347" cy="441501"/>
            <a:chOff x="0" y="0"/>
            <a:chExt cx="757071" cy="757335"/>
          </a:xfrm>
        </p:grpSpPr>
        <p:sp>
          <p:nvSpPr>
            <p:cNvPr id="109" name="Circle">
              <a:extLst>
                <a:ext uri="{FF2B5EF4-FFF2-40B4-BE49-F238E27FC236}">
                  <a16:creationId xmlns:a16="http://schemas.microsoft.com/office/drawing/2014/main" id="{A9B8E84A-4C0F-51D0-889B-8D6253030EA0}"/>
                </a:ext>
              </a:extLst>
            </p:cNvPr>
            <p:cNvSpPr/>
            <p:nvPr/>
          </p:nvSpPr>
          <p:spPr>
            <a:xfrm>
              <a:off x="0" y="0"/>
              <a:ext cx="757072" cy="757072"/>
            </a:xfrm>
            <a:prstGeom prst="ellipse">
              <a:avLst/>
            </a:prstGeom>
            <a:solidFill>
              <a:srgbClr val="336699"/>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dirty="0"/>
            </a:p>
          </p:txBody>
        </p:sp>
        <p:sp>
          <p:nvSpPr>
            <p:cNvPr id="110" name="Shape">
              <a:extLst>
                <a:ext uri="{FF2B5EF4-FFF2-40B4-BE49-F238E27FC236}">
                  <a16:creationId xmlns:a16="http://schemas.microsoft.com/office/drawing/2014/main" id="{8C5E26FA-F15F-E415-DBC9-23C3C29774B8}"/>
                </a:ext>
              </a:extLst>
            </p:cNvPr>
            <p:cNvSpPr/>
            <p:nvPr/>
          </p:nvSpPr>
          <p:spPr>
            <a:xfrm>
              <a:off x="186273" y="208446"/>
              <a:ext cx="569261" cy="548890"/>
            </a:xfrm>
            <a:custGeom>
              <a:avLst/>
              <a:gdLst/>
              <a:ahLst/>
              <a:cxnLst>
                <a:cxn ang="0">
                  <a:pos x="wd2" y="hd2"/>
                </a:cxn>
                <a:cxn ang="5400000">
                  <a:pos x="wd2" y="hd2"/>
                </a:cxn>
                <a:cxn ang="10800000">
                  <a:pos x="wd2" y="hd2"/>
                </a:cxn>
                <a:cxn ang="16200000">
                  <a:pos x="wd2" y="hd2"/>
                </a:cxn>
              </a:cxnLst>
              <a:rect l="0" t="0" r="r" b="b"/>
              <a:pathLst>
                <a:path w="21600" h="21600" extrusionOk="0">
                  <a:moveTo>
                    <a:pt x="21600" y="7597"/>
                  </a:moveTo>
                  <a:lnTo>
                    <a:pt x="14275" y="0"/>
                  </a:lnTo>
                  <a:lnTo>
                    <a:pt x="5530" y="166"/>
                  </a:lnTo>
                  <a:lnTo>
                    <a:pt x="0" y="4773"/>
                  </a:lnTo>
                  <a:lnTo>
                    <a:pt x="95" y="13176"/>
                  </a:lnTo>
                  <a:lnTo>
                    <a:pt x="8038" y="21600"/>
                  </a:lnTo>
                  <a:cubicBezTo>
                    <a:pt x="11696" y="21383"/>
                    <a:pt x="15137" y="19731"/>
                    <a:pt x="17663" y="16979"/>
                  </a:cubicBezTo>
                  <a:cubicBezTo>
                    <a:pt x="20001" y="14431"/>
                    <a:pt x="21396" y="11108"/>
                    <a:pt x="21600" y="7597"/>
                  </a:cubicBezTo>
                  <a:close/>
                </a:path>
              </a:pathLst>
            </a:custGeom>
            <a:solidFill>
              <a:srgbClr val="000000">
                <a:alpha val="20000"/>
              </a:srgbClr>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11" name="Graphic 12">
              <a:extLst>
                <a:ext uri="{FF2B5EF4-FFF2-40B4-BE49-F238E27FC236}">
                  <a16:creationId xmlns:a16="http://schemas.microsoft.com/office/drawing/2014/main" id="{F805411C-AE04-0753-B3C1-FE48F1C47E2F}"/>
                </a:ext>
              </a:extLst>
            </p:cNvPr>
            <p:cNvSpPr/>
            <p:nvPr/>
          </p:nvSpPr>
          <p:spPr>
            <a:xfrm>
              <a:off x="127361" y="127362"/>
              <a:ext cx="502349" cy="502348"/>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65"/>
                    <a:pt x="16765" y="21600"/>
                    <a:pt x="10800" y="21600"/>
                  </a:cubicBezTo>
                  <a:cubicBezTo>
                    <a:pt x="4835" y="21600"/>
                    <a:pt x="0" y="16765"/>
                    <a:pt x="0" y="10800"/>
                  </a:cubicBezTo>
                  <a:cubicBezTo>
                    <a:pt x="0" y="4835"/>
                    <a:pt x="4835" y="0"/>
                    <a:pt x="10800" y="0"/>
                  </a:cubicBezTo>
                  <a:cubicBezTo>
                    <a:pt x="16765" y="0"/>
                    <a:pt x="21600" y="4835"/>
                    <a:pt x="21600" y="10800"/>
                  </a:cubicBezTo>
                  <a:close/>
                  <a:moveTo>
                    <a:pt x="10229" y="15269"/>
                  </a:moveTo>
                  <a:lnTo>
                    <a:pt x="17069" y="8429"/>
                  </a:lnTo>
                  <a:cubicBezTo>
                    <a:pt x="17345" y="8143"/>
                    <a:pt x="17337" y="7687"/>
                    <a:pt x="17051" y="7411"/>
                  </a:cubicBezTo>
                  <a:cubicBezTo>
                    <a:pt x="16772" y="7141"/>
                    <a:pt x="16330" y="7141"/>
                    <a:pt x="16051" y="7411"/>
                  </a:cubicBezTo>
                  <a:lnTo>
                    <a:pt x="9720" y="13742"/>
                  </a:lnTo>
                  <a:lnTo>
                    <a:pt x="5549" y="9571"/>
                  </a:lnTo>
                  <a:cubicBezTo>
                    <a:pt x="5273" y="9285"/>
                    <a:pt x="4817" y="9277"/>
                    <a:pt x="4531" y="9553"/>
                  </a:cubicBezTo>
                  <a:cubicBezTo>
                    <a:pt x="4245" y="9829"/>
                    <a:pt x="4237" y="10285"/>
                    <a:pt x="4513" y="10571"/>
                  </a:cubicBezTo>
                  <a:cubicBezTo>
                    <a:pt x="4519" y="10577"/>
                    <a:pt x="4525" y="10583"/>
                    <a:pt x="4531" y="10589"/>
                  </a:cubicBezTo>
                  <a:lnTo>
                    <a:pt x="9211" y="15269"/>
                  </a:lnTo>
                  <a:cubicBezTo>
                    <a:pt x="9492" y="15550"/>
                    <a:pt x="9948" y="15550"/>
                    <a:pt x="10229" y="15269"/>
                  </a:cubicBezTo>
                  <a:close/>
                </a:path>
              </a:pathLst>
            </a:custGeom>
            <a:solidFill>
              <a:srgbClr val="F6F6F7"/>
            </a:solidFill>
            <a:ln w="12700" cap="flat">
              <a:noFill/>
              <a:miter lim="400000"/>
            </a:ln>
            <a:effectLst/>
          </p:spPr>
          <p:txBody>
            <a:bodyPr wrap="square" lIns="22860" tIns="22860" rIns="22860" bIns="22860" numCol="1" anchor="ctr">
              <a:noAutofit/>
            </a:bodyPr>
            <a:lstStyle/>
            <a:p>
              <a:pPr defTabSz="457200">
                <a:defRPr sz="1800" b="0">
                  <a:latin typeface="微软雅黑"/>
                  <a:ea typeface="微软雅黑"/>
                  <a:cs typeface="微软雅黑"/>
                  <a:sym typeface="Calibri"/>
                </a:defRPr>
              </a:pPr>
              <a:endParaRPr sz="900"/>
            </a:p>
          </p:txBody>
        </p:sp>
      </p:grpSp>
      <p:grpSp>
        <p:nvGrpSpPr>
          <p:cNvPr id="112" name="Group">
            <a:extLst>
              <a:ext uri="{FF2B5EF4-FFF2-40B4-BE49-F238E27FC236}">
                <a16:creationId xmlns:a16="http://schemas.microsoft.com/office/drawing/2014/main" id="{ED02BEE6-B477-2444-310A-13CEB69C55FE}"/>
              </a:ext>
            </a:extLst>
          </p:cNvPr>
          <p:cNvGrpSpPr/>
          <p:nvPr/>
        </p:nvGrpSpPr>
        <p:grpSpPr>
          <a:xfrm>
            <a:off x="3353399" y="2699632"/>
            <a:ext cx="441348" cy="441501"/>
            <a:chOff x="0" y="0"/>
            <a:chExt cx="757071" cy="757335"/>
          </a:xfrm>
        </p:grpSpPr>
        <p:sp>
          <p:nvSpPr>
            <p:cNvPr id="113" name="Circle">
              <a:extLst>
                <a:ext uri="{FF2B5EF4-FFF2-40B4-BE49-F238E27FC236}">
                  <a16:creationId xmlns:a16="http://schemas.microsoft.com/office/drawing/2014/main" id="{33BD8FE7-32F6-592E-C760-E82BCCB780C1}"/>
                </a:ext>
              </a:extLst>
            </p:cNvPr>
            <p:cNvSpPr/>
            <p:nvPr/>
          </p:nvSpPr>
          <p:spPr>
            <a:xfrm>
              <a:off x="0" y="0"/>
              <a:ext cx="757072" cy="757072"/>
            </a:xfrm>
            <a:prstGeom prst="ellipse">
              <a:avLst/>
            </a:prstGeom>
            <a:solidFill>
              <a:srgbClr val="3494BA"/>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14" name="Shape">
              <a:extLst>
                <a:ext uri="{FF2B5EF4-FFF2-40B4-BE49-F238E27FC236}">
                  <a16:creationId xmlns:a16="http://schemas.microsoft.com/office/drawing/2014/main" id="{3459C2E8-2B8D-3472-201D-D7BFFDD29804}"/>
                </a:ext>
              </a:extLst>
            </p:cNvPr>
            <p:cNvSpPr/>
            <p:nvPr/>
          </p:nvSpPr>
          <p:spPr>
            <a:xfrm>
              <a:off x="186273" y="208446"/>
              <a:ext cx="569261" cy="548890"/>
            </a:xfrm>
            <a:custGeom>
              <a:avLst/>
              <a:gdLst/>
              <a:ahLst/>
              <a:cxnLst>
                <a:cxn ang="0">
                  <a:pos x="wd2" y="hd2"/>
                </a:cxn>
                <a:cxn ang="5400000">
                  <a:pos x="wd2" y="hd2"/>
                </a:cxn>
                <a:cxn ang="10800000">
                  <a:pos x="wd2" y="hd2"/>
                </a:cxn>
                <a:cxn ang="16200000">
                  <a:pos x="wd2" y="hd2"/>
                </a:cxn>
              </a:cxnLst>
              <a:rect l="0" t="0" r="r" b="b"/>
              <a:pathLst>
                <a:path w="21600" h="21600" extrusionOk="0">
                  <a:moveTo>
                    <a:pt x="21600" y="7597"/>
                  </a:moveTo>
                  <a:lnTo>
                    <a:pt x="14275" y="0"/>
                  </a:lnTo>
                  <a:lnTo>
                    <a:pt x="5530" y="166"/>
                  </a:lnTo>
                  <a:lnTo>
                    <a:pt x="0" y="4773"/>
                  </a:lnTo>
                  <a:lnTo>
                    <a:pt x="95" y="13176"/>
                  </a:lnTo>
                  <a:lnTo>
                    <a:pt x="8038" y="21600"/>
                  </a:lnTo>
                  <a:cubicBezTo>
                    <a:pt x="11696" y="21383"/>
                    <a:pt x="15137" y="19731"/>
                    <a:pt x="17663" y="16979"/>
                  </a:cubicBezTo>
                  <a:cubicBezTo>
                    <a:pt x="20001" y="14431"/>
                    <a:pt x="21396" y="11108"/>
                    <a:pt x="21600" y="7597"/>
                  </a:cubicBezTo>
                  <a:close/>
                </a:path>
              </a:pathLst>
            </a:custGeom>
            <a:solidFill>
              <a:srgbClr val="000000">
                <a:alpha val="20000"/>
              </a:srgbClr>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15" name="Graphic 12">
              <a:extLst>
                <a:ext uri="{FF2B5EF4-FFF2-40B4-BE49-F238E27FC236}">
                  <a16:creationId xmlns:a16="http://schemas.microsoft.com/office/drawing/2014/main" id="{3F7C1651-FDE7-FF53-6B87-822A7EA9D543}"/>
                </a:ext>
              </a:extLst>
            </p:cNvPr>
            <p:cNvSpPr/>
            <p:nvPr/>
          </p:nvSpPr>
          <p:spPr>
            <a:xfrm>
              <a:off x="127361" y="127362"/>
              <a:ext cx="502349" cy="502348"/>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65"/>
                    <a:pt x="16765" y="21600"/>
                    <a:pt x="10800" y="21600"/>
                  </a:cubicBezTo>
                  <a:cubicBezTo>
                    <a:pt x="4835" y="21600"/>
                    <a:pt x="0" y="16765"/>
                    <a:pt x="0" y="10800"/>
                  </a:cubicBezTo>
                  <a:cubicBezTo>
                    <a:pt x="0" y="4835"/>
                    <a:pt x="4835" y="0"/>
                    <a:pt x="10800" y="0"/>
                  </a:cubicBezTo>
                  <a:cubicBezTo>
                    <a:pt x="16765" y="0"/>
                    <a:pt x="21600" y="4835"/>
                    <a:pt x="21600" y="10800"/>
                  </a:cubicBezTo>
                  <a:close/>
                  <a:moveTo>
                    <a:pt x="10229" y="15269"/>
                  </a:moveTo>
                  <a:lnTo>
                    <a:pt x="17069" y="8429"/>
                  </a:lnTo>
                  <a:cubicBezTo>
                    <a:pt x="17345" y="8143"/>
                    <a:pt x="17337" y="7687"/>
                    <a:pt x="17051" y="7411"/>
                  </a:cubicBezTo>
                  <a:cubicBezTo>
                    <a:pt x="16772" y="7141"/>
                    <a:pt x="16330" y="7141"/>
                    <a:pt x="16051" y="7411"/>
                  </a:cubicBezTo>
                  <a:lnTo>
                    <a:pt x="9720" y="13742"/>
                  </a:lnTo>
                  <a:lnTo>
                    <a:pt x="5549" y="9571"/>
                  </a:lnTo>
                  <a:cubicBezTo>
                    <a:pt x="5273" y="9285"/>
                    <a:pt x="4817" y="9277"/>
                    <a:pt x="4531" y="9553"/>
                  </a:cubicBezTo>
                  <a:cubicBezTo>
                    <a:pt x="4245" y="9829"/>
                    <a:pt x="4237" y="10285"/>
                    <a:pt x="4513" y="10571"/>
                  </a:cubicBezTo>
                  <a:cubicBezTo>
                    <a:pt x="4519" y="10577"/>
                    <a:pt x="4525" y="10583"/>
                    <a:pt x="4531" y="10589"/>
                  </a:cubicBezTo>
                  <a:lnTo>
                    <a:pt x="9211" y="15269"/>
                  </a:lnTo>
                  <a:cubicBezTo>
                    <a:pt x="9492" y="15550"/>
                    <a:pt x="9948" y="15550"/>
                    <a:pt x="10229" y="15269"/>
                  </a:cubicBezTo>
                  <a:close/>
                </a:path>
              </a:pathLst>
            </a:custGeom>
            <a:solidFill>
              <a:srgbClr val="F6F6F7"/>
            </a:solidFill>
            <a:ln w="12700" cap="flat">
              <a:noFill/>
              <a:miter lim="400000"/>
            </a:ln>
            <a:effectLst/>
          </p:spPr>
          <p:txBody>
            <a:bodyPr wrap="square" lIns="22860" tIns="22860" rIns="22860" bIns="22860" numCol="1" anchor="ctr">
              <a:noAutofit/>
            </a:bodyPr>
            <a:lstStyle/>
            <a:p>
              <a:pPr defTabSz="457200">
                <a:defRPr sz="1800" b="0">
                  <a:latin typeface="微软雅黑"/>
                  <a:ea typeface="微软雅黑"/>
                  <a:cs typeface="微软雅黑"/>
                  <a:sym typeface="Calibri"/>
                </a:defRPr>
              </a:pPr>
              <a:endParaRPr sz="900"/>
            </a:p>
          </p:txBody>
        </p:sp>
      </p:grpSp>
      <p:grpSp>
        <p:nvGrpSpPr>
          <p:cNvPr id="116" name="Group">
            <a:extLst>
              <a:ext uri="{FF2B5EF4-FFF2-40B4-BE49-F238E27FC236}">
                <a16:creationId xmlns:a16="http://schemas.microsoft.com/office/drawing/2014/main" id="{0A9E0E1D-D245-DF1F-77BE-E621B703C144}"/>
              </a:ext>
            </a:extLst>
          </p:cNvPr>
          <p:cNvGrpSpPr/>
          <p:nvPr/>
        </p:nvGrpSpPr>
        <p:grpSpPr>
          <a:xfrm>
            <a:off x="5916226" y="2699632"/>
            <a:ext cx="441347" cy="441501"/>
            <a:chOff x="0" y="0"/>
            <a:chExt cx="757071" cy="757335"/>
          </a:xfrm>
        </p:grpSpPr>
        <p:sp>
          <p:nvSpPr>
            <p:cNvPr id="117" name="Circle">
              <a:extLst>
                <a:ext uri="{FF2B5EF4-FFF2-40B4-BE49-F238E27FC236}">
                  <a16:creationId xmlns:a16="http://schemas.microsoft.com/office/drawing/2014/main" id="{211B1796-F686-D1D5-935D-9ACF6D036DFD}"/>
                </a:ext>
              </a:extLst>
            </p:cNvPr>
            <p:cNvSpPr/>
            <p:nvPr/>
          </p:nvSpPr>
          <p:spPr>
            <a:xfrm>
              <a:off x="0" y="0"/>
              <a:ext cx="757072" cy="757072"/>
            </a:xfrm>
            <a:prstGeom prst="ellipse">
              <a:avLst/>
            </a:prstGeom>
            <a:solidFill>
              <a:srgbClr val="58B6C0"/>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dirty="0"/>
            </a:p>
          </p:txBody>
        </p:sp>
        <p:sp>
          <p:nvSpPr>
            <p:cNvPr id="118" name="Shape">
              <a:extLst>
                <a:ext uri="{FF2B5EF4-FFF2-40B4-BE49-F238E27FC236}">
                  <a16:creationId xmlns:a16="http://schemas.microsoft.com/office/drawing/2014/main" id="{03BD81A2-A400-E13B-8AD6-A5BCDA889E1F}"/>
                </a:ext>
              </a:extLst>
            </p:cNvPr>
            <p:cNvSpPr/>
            <p:nvPr/>
          </p:nvSpPr>
          <p:spPr>
            <a:xfrm>
              <a:off x="186273" y="208446"/>
              <a:ext cx="569261" cy="548890"/>
            </a:xfrm>
            <a:custGeom>
              <a:avLst/>
              <a:gdLst/>
              <a:ahLst/>
              <a:cxnLst>
                <a:cxn ang="0">
                  <a:pos x="wd2" y="hd2"/>
                </a:cxn>
                <a:cxn ang="5400000">
                  <a:pos x="wd2" y="hd2"/>
                </a:cxn>
                <a:cxn ang="10800000">
                  <a:pos x="wd2" y="hd2"/>
                </a:cxn>
                <a:cxn ang="16200000">
                  <a:pos x="wd2" y="hd2"/>
                </a:cxn>
              </a:cxnLst>
              <a:rect l="0" t="0" r="r" b="b"/>
              <a:pathLst>
                <a:path w="21600" h="21600" extrusionOk="0">
                  <a:moveTo>
                    <a:pt x="21600" y="7597"/>
                  </a:moveTo>
                  <a:lnTo>
                    <a:pt x="14275" y="0"/>
                  </a:lnTo>
                  <a:lnTo>
                    <a:pt x="5530" y="166"/>
                  </a:lnTo>
                  <a:lnTo>
                    <a:pt x="0" y="4773"/>
                  </a:lnTo>
                  <a:lnTo>
                    <a:pt x="95" y="13176"/>
                  </a:lnTo>
                  <a:lnTo>
                    <a:pt x="8038" y="21600"/>
                  </a:lnTo>
                  <a:cubicBezTo>
                    <a:pt x="11696" y="21383"/>
                    <a:pt x="15137" y="19731"/>
                    <a:pt x="17663" y="16979"/>
                  </a:cubicBezTo>
                  <a:cubicBezTo>
                    <a:pt x="20001" y="14431"/>
                    <a:pt x="21396" y="11108"/>
                    <a:pt x="21600" y="7597"/>
                  </a:cubicBezTo>
                  <a:close/>
                </a:path>
              </a:pathLst>
            </a:custGeom>
            <a:solidFill>
              <a:srgbClr val="000000">
                <a:alpha val="20000"/>
              </a:srgbClr>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19" name="Graphic 12">
              <a:extLst>
                <a:ext uri="{FF2B5EF4-FFF2-40B4-BE49-F238E27FC236}">
                  <a16:creationId xmlns:a16="http://schemas.microsoft.com/office/drawing/2014/main" id="{582612B9-55D1-755B-FFB8-F1660EE748D3}"/>
                </a:ext>
              </a:extLst>
            </p:cNvPr>
            <p:cNvSpPr/>
            <p:nvPr/>
          </p:nvSpPr>
          <p:spPr>
            <a:xfrm>
              <a:off x="127361" y="127362"/>
              <a:ext cx="502349" cy="502348"/>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65"/>
                    <a:pt x="16765" y="21600"/>
                    <a:pt x="10800" y="21600"/>
                  </a:cubicBezTo>
                  <a:cubicBezTo>
                    <a:pt x="4835" y="21600"/>
                    <a:pt x="0" y="16765"/>
                    <a:pt x="0" y="10800"/>
                  </a:cubicBezTo>
                  <a:cubicBezTo>
                    <a:pt x="0" y="4835"/>
                    <a:pt x="4835" y="0"/>
                    <a:pt x="10800" y="0"/>
                  </a:cubicBezTo>
                  <a:cubicBezTo>
                    <a:pt x="16765" y="0"/>
                    <a:pt x="21600" y="4835"/>
                    <a:pt x="21600" y="10800"/>
                  </a:cubicBezTo>
                  <a:close/>
                  <a:moveTo>
                    <a:pt x="10229" y="15269"/>
                  </a:moveTo>
                  <a:lnTo>
                    <a:pt x="17069" y="8429"/>
                  </a:lnTo>
                  <a:cubicBezTo>
                    <a:pt x="17345" y="8143"/>
                    <a:pt x="17337" y="7687"/>
                    <a:pt x="17051" y="7411"/>
                  </a:cubicBezTo>
                  <a:cubicBezTo>
                    <a:pt x="16772" y="7141"/>
                    <a:pt x="16330" y="7141"/>
                    <a:pt x="16051" y="7411"/>
                  </a:cubicBezTo>
                  <a:lnTo>
                    <a:pt x="9720" y="13742"/>
                  </a:lnTo>
                  <a:lnTo>
                    <a:pt x="5549" y="9571"/>
                  </a:lnTo>
                  <a:cubicBezTo>
                    <a:pt x="5273" y="9285"/>
                    <a:pt x="4817" y="9277"/>
                    <a:pt x="4531" y="9553"/>
                  </a:cubicBezTo>
                  <a:cubicBezTo>
                    <a:pt x="4245" y="9829"/>
                    <a:pt x="4237" y="10285"/>
                    <a:pt x="4513" y="10571"/>
                  </a:cubicBezTo>
                  <a:cubicBezTo>
                    <a:pt x="4519" y="10577"/>
                    <a:pt x="4525" y="10583"/>
                    <a:pt x="4531" y="10589"/>
                  </a:cubicBezTo>
                  <a:lnTo>
                    <a:pt x="9211" y="15269"/>
                  </a:lnTo>
                  <a:cubicBezTo>
                    <a:pt x="9492" y="15550"/>
                    <a:pt x="9948" y="15550"/>
                    <a:pt x="10229" y="15269"/>
                  </a:cubicBezTo>
                  <a:close/>
                </a:path>
              </a:pathLst>
            </a:custGeom>
            <a:solidFill>
              <a:srgbClr val="F6F6F7"/>
            </a:solidFill>
            <a:ln w="12700" cap="flat">
              <a:noFill/>
              <a:miter lim="400000"/>
            </a:ln>
            <a:effectLst/>
          </p:spPr>
          <p:txBody>
            <a:bodyPr wrap="square" lIns="22860" tIns="22860" rIns="22860" bIns="22860" numCol="1" anchor="ctr">
              <a:noAutofit/>
            </a:bodyPr>
            <a:lstStyle/>
            <a:p>
              <a:pPr defTabSz="457200">
                <a:defRPr sz="1800" b="0">
                  <a:latin typeface="微软雅黑"/>
                  <a:ea typeface="微软雅黑"/>
                  <a:cs typeface="微软雅黑"/>
                  <a:sym typeface="Calibri"/>
                </a:defRPr>
              </a:pPr>
              <a:endParaRPr sz="900"/>
            </a:p>
          </p:txBody>
        </p:sp>
      </p:grpSp>
      <p:sp>
        <p:nvSpPr>
          <p:cNvPr id="120" name="Shape">
            <a:extLst>
              <a:ext uri="{FF2B5EF4-FFF2-40B4-BE49-F238E27FC236}">
                <a16:creationId xmlns:a16="http://schemas.microsoft.com/office/drawing/2014/main" id="{5196B890-97BB-2348-C016-54D312735565}"/>
              </a:ext>
            </a:extLst>
          </p:cNvPr>
          <p:cNvSpPr/>
          <p:nvPr/>
        </p:nvSpPr>
        <p:spPr>
          <a:xfrm rot="10800000">
            <a:off x="1193016" y="1262290"/>
            <a:ext cx="2195269" cy="1083206"/>
          </a:xfrm>
          <a:custGeom>
            <a:avLst/>
            <a:gdLst/>
            <a:ahLst/>
            <a:cxnLst>
              <a:cxn ang="0">
                <a:pos x="wd2" y="hd2"/>
              </a:cxn>
              <a:cxn ang="5400000">
                <a:pos x="wd2" y="hd2"/>
              </a:cxn>
              <a:cxn ang="10800000">
                <a:pos x="wd2" y="hd2"/>
              </a:cxn>
              <a:cxn ang="16200000">
                <a:pos x="wd2" y="hd2"/>
              </a:cxn>
            </a:cxnLst>
            <a:rect l="0" t="0" r="r" b="b"/>
            <a:pathLst>
              <a:path w="21595" h="21591" extrusionOk="0">
                <a:moveTo>
                  <a:pt x="21282" y="4"/>
                </a:moveTo>
                <a:cubicBezTo>
                  <a:pt x="21340" y="-9"/>
                  <a:pt x="21400" y="10"/>
                  <a:pt x="21454" y="68"/>
                </a:cubicBezTo>
                <a:cubicBezTo>
                  <a:pt x="21545" y="168"/>
                  <a:pt x="21600" y="357"/>
                  <a:pt x="21594" y="557"/>
                </a:cubicBezTo>
                <a:lnTo>
                  <a:pt x="21594" y="5547"/>
                </a:lnTo>
                <a:lnTo>
                  <a:pt x="21594" y="6405"/>
                </a:lnTo>
                <a:lnTo>
                  <a:pt x="21594" y="19230"/>
                </a:lnTo>
                <a:cubicBezTo>
                  <a:pt x="21594" y="19914"/>
                  <a:pt x="21594" y="20254"/>
                  <a:pt x="21534" y="20618"/>
                </a:cubicBezTo>
                <a:cubicBezTo>
                  <a:pt x="21458" y="21016"/>
                  <a:pt x="21294" y="21331"/>
                  <a:pt x="21085" y="21476"/>
                </a:cubicBezTo>
                <a:cubicBezTo>
                  <a:pt x="20895" y="21591"/>
                  <a:pt x="20715" y="21591"/>
                  <a:pt x="20361" y="21591"/>
                </a:cubicBezTo>
                <a:lnTo>
                  <a:pt x="1240" y="21591"/>
                </a:lnTo>
                <a:cubicBezTo>
                  <a:pt x="881" y="21591"/>
                  <a:pt x="702" y="21591"/>
                  <a:pt x="511" y="21476"/>
                </a:cubicBezTo>
                <a:cubicBezTo>
                  <a:pt x="302" y="21331"/>
                  <a:pt x="137" y="21016"/>
                  <a:pt x="61" y="20618"/>
                </a:cubicBezTo>
                <a:cubicBezTo>
                  <a:pt x="0" y="20254"/>
                  <a:pt x="0" y="19913"/>
                  <a:pt x="0" y="19239"/>
                </a:cubicBezTo>
                <a:lnTo>
                  <a:pt x="0" y="5561"/>
                </a:lnTo>
                <a:cubicBezTo>
                  <a:pt x="0" y="4876"/>
                  <a:pt x="0" y="4532"/>
                  <a:pt x="61" y="4168"/>
                </a:cubicBezTo>
                <a:cubicBezTo>
                  <a:pt x="137" y="3770"/>
                  <a:pt x="302" y="3460"/>
                  <a:pt x="511" y="3315"/>
                </a:cubicBezTo>
                <a:cubicBezTo>
                  <a:pt x="702" y="3200"/>
                  <a:pt x="881" y="3200"/>
                  <a:pt x="1235" y="3200"/>
                </a:cubicBezTo>
                <a:lnTo>
                  <a:pt x="19518" y="3200"/>
                </a:lnTo>
                <a:lnTo>
                  <a:pt x="21124" y="142"/>
                </a:lnTo>
                <a:cubicBezTo>
                  <a:pt x="21169" y="63"/>
                  <a:pt x="21224" y="17"/>
                  <a:pt x="21282" y="4"/>
                </a:cubicBezTo>
                <a:close/>
              </a:path>
            </a:pathLst>
          </a:custGeom>
          <a:solidFill>
            <a:srgbClr val="336699"/>
          </a:solidFill>
          <a:ln w="12700" cap="flat">
            <a:noFill/>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21" name="This is a sample text.…">
            <a:extLst>
              <a:ext uri="{FF2B5EF4-FFF2-40B4-BE49-F238E27FC236}">
                <a16:creationId xmlns:a16="http://schemas.microsoft.com/office/drawing/2014/main" id="{02E857CA-8338-92B3-329F-8A364AB752AA}"/>
              </a:ext>
            </a:extLst>
          </p:cNvPr>
          <p:cNvSpPr txBox="1"/>
          <p:nvPr/>
        </p:nvSpPr>
        <p:spPr>
          <a:xfrm>
            <a:off x="1192665" y="1417027"/>
            <a:ext cx="2195270" cy="39950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zh-CN" altLang="en-US" sz="1871" b="1" dirty="0">
                <a:latin typeface="微软雅黑" panose="020B0503020204020204" pitchFamily="34" charset="-122"/>
                <a:ea typeface="微软雅黑" panose="020B0503020204020204" pitchFamily="34" charset="-122"/>
              </a:rPr>
              <a:t>项目概述</a:t>
            </a:r>
            <a:endParaRPr lang="en-US" altLang="zh-CN" sz="1871" b="1" dirty="0">
              <a:latin typeface="微软雅黑" panose="020B0503020204020204" pitchFamily="34" charset="-122"/>
              <a:ea typeface="微软雅黑" panose="020B0503020204020204" pitchFamily="34" charset="-122"/>
            </a:endParaRPr>
          </a:p>
          <a:p>
            <a:pPr algn="ctr">
              <a:defRPr sz="2339" b="0">
                <a:solidFill>
                  <a:srgbClr val="F6F6F7"/>
                </a:solidFill>
                <a:latin typeface="微软雅黑"/>
                <a:ea typeface="微软雅黑"/>
                <a:cs typeface="微软雅黑"/>
                <a:sym typeface="Barlow Medium"/>
              </a:defRPr>
            </a:pPr>
            <a:endParaRPr lang="zh-CN" altLang="en-US" sz="1871" b="1" dirty="0">
              <a:latin typeface="微软雅黑" panose="020B0503020204020204" pitchFamily="34" charset="-122"/>
              <a:ea typeface="微软雅黑" panose="020B0503020204020204" pitchFamily="34" charset="-122"/>
            </a:endParaRPr>
          </a:p>
        </p:txBody>
      </p:sp>
      <p:sp>
        <p:nvSpPr>
          <p:cNvPr id="122" name="Shape">
            <a:extLst>
              <a:ext uri="{FF2B5EF4-FFF2-40B4-BE49-F238E27FC236}">
                <a16:creationId xmlns:a16="http://schemas.microsoft.com/office/drawing/2014/main" id="{09623EB7-3B5C-BB01-7CC8-EEFFE69CE749}"/>
              </a:ext>
            </a:extLst>
          </p:cNvPr>
          <p:cNvSpPr/>
          <p:nvPr/>
        </p:nvSpPr>
        <p:spPr>
          <a:xfrm rot="10800000">
            <a:off x="3761846" y="1262290"/>
            <a:ext cx="2195269" cy="1083206"/>
          </a:xfrm>
          <a:custGeom>
            <a:avLst/>
            <a:gdLst/>
            <a:ahLst/>
            <a:cxnLst>
              <a:cxn ang="0">
                <a:pos x="wd2" y="hd2"/>
              </a:cxn>
              <a:cxn ang="5400000">
                <a:pos x="wd2" y="hd2"/>
              </a:cxn>
              <a:cxn ang="10800000">
                <a:pos x="wd2" y="hd2"/>
              </a:cxn>
              <a:cxn ang="16200000">
                <a:pos x="wd2" y="hd2"/>
              </a:cxn>
            </a:cxnLst>
            <a:rect l="0" t="0" r="r" b="b"/>
            <a:pathLst>
              <a:path w="21595" h="21591" extrusionOk="0">
                <a:moveTo>
                  <a:pt x="21282" y="4"/>
                </a:moveTo>
                <a:cubicBezTo>
                  <a:pt x="21340" y="-9"/>
                  <a:pt x="21400" y="10"/>
                  <a:pt x="21454" y="68"/>
                </a:cubicBezTo>
                <a:cubicBezTo>
                  <a:pt x="21545" y="168"/>
                  <a:pt x="21600" y="357"/>
                  <a:pt x="21594" y="557"/>
                </a:cubicBezTo>
                <a:lnTo>
                  <a:pt x="21594" y="5547"/>
                </a:lnTo>
                <a:lnTo>
                  <a:pt x="21594" y="6405"/>
                </a:lnTo>
                <a:lnTo>
                  <a:pt x="21594" y="19230"/>
                </a:lnTo>
                <a:cubicBezTo>
                  <a:pt x="21594" y="19914"/>
                  <a:pt x="21594" y="20254"/>
                  <a:pt x="21534" y="20618"/>
                </a:cubicBezTo>
                <a:cubicBezTo>
                  <a:pt x="21458" y="21016"/>
                  <a:pt x="21294" y="21331"/>
                  <a:pt x="21085" y="21476"/>
                </a:cubicBezTo>
                <a:cubicBezTo>
                  <a:pt x="20895" y="21591"/>
                  <a:pt x="20715" y="21591"/>
                  <a:pt x="20361" y="21591"/>
                </a:cubicBezTo>
                <a:lnTo>
                  <a:pt x="1240" y="21591"/>
                </a:lnTo>
                <a:cubicBezTo>
                  <a:pt x="881" y="21591"/>
                  <a:pt x="702" y="21591"/>
                  <a:pt x="511" y="21476"/>
                </a:cubicBezTo>
                <a:cubicBezTo>
                  <a:pt x="302" y="21331"/>
                  <a:pt x="137" y="21016"/>
                  <a:pt x="61" y="20618"/>
                </a:cubicBezTo>
                <a:cubicBezTo>
                  <a:pt x="0" y="20254"/>
                  <a:pt x="0" y="19913"/>
                  <a:pt x="0" y="19239"/>
                </a:cubicBezTo>
                <a:lnTo>
                  <a:pt x="0" y="5561"/>
                </a:lnTo>
                <a:cubicBezTo>
                  <a:pt x="0" y="4876"/>
                  <a:pt x="0" y="4532"/>
                  <a:pt x="61" y="4168"/>
                </a:cubicBezTo>
                <a:cubicBezTo>
                  <a:pt x="137" y="3770"/>
                  <a:pt x="302" y="3460"/>
                  <a:pt x="511" y="3315"/>
                </a:cubicBezTo>
                <a:cubicBezTo>
                  <a:pt x="702" y="3200"/>
                  <a:pt x="881" y="3200"/>
                  <a:pt x="1235" y="3200"/>
                </a:cubicBezTo>
                <a:lnTo>
                  <a:pt x="19518" y="3200"/>
                </a:lnTo>
                <a:lnTo>
                  <a:pt x="21124" y="142"/>
                </a:lnTo>
                <a:cubicBezTo>
                  <a:pt x="21169" y="63"/>
                  <a:pt x="21224" y="17"/>
                  <a:pt x="21282" y="4"/>
                </a:cubicBezTo>
                <a:close/>
              </a:path>
            </a:pathLst>
          </a:custGeom>
          <a:solidFill>
            <a:srgbClr val="3494BA"/>
          </a:solidFill>
          <a:ln w="12700" cap="flat">
            <a:noFill/>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23" name="Shape">
            <a:extLst>
              <a:ext uri="{FF2B5EF4-FFF2-40B4-BE49-F238E27FC236}">
                <a16:creationId xmlns:a16="http://schemas.microsoft.com/office/drawing/2014/main" id="{B624A053-7567-53D4-B785-4FC7F553467D}"/>
              </a:ext>
            </a:extLst>
          </p:cNvPr>
          <p:cNvSpPr/>
          <p:nvPr/>
        </p:nvSpPr>
        <p:spPr>
          <a:xfrm rot="10800000">
            <a:off x="6309445" y="1262290"/>
            <a:ext cx="2195269" cy="1083206"/>
          </a:xfrm>
          <a:custGeom>
            <a:avLst/>
            <a:gdLst/>
            <a:ahLst/>
            <a:cxnLst>
              <a:cxn ang="0">
                <a:pos x="wd2" y="hd2"/>
              </a:cxn>
              <a:cxn ang="5400000">
                <a:pos x="wd2" y="hd2"/>
              </a:cxn>
              <a:cxn ang="10800000">
                <a:pos x="wd2" y="hd2"/>
              </a:cxn>
              <a:cxn ang="16200000">
                <a:pos x="wd2" y="hd2"/>
              </a:cxn>
            </a:cxnLst>
            <a:rect l="0" t="0" r="r" b="b"/>
            <a:pathLst>
              <a:path w="21595" h="21591" extrusionOk="0">
                <a:moveTo>
                  <a:pt x="21282" y="4"/>
                </a:moveTo>
                <a:cubicBezTo>
                  <a:pt x="21340" y="-9"/>
                  <a:pt x="21400" y="10"/>
                  <a:pt x="21454" y="68"/>
                </a:cubicBezTo>
                <a:cubicBezTo>
                  <a:pt x="21545" y="168"/>
                  <a:pt x="21600" y="357"/>
                  <a:pt x="21594" y="557"/>
                </a:cubicBezTo>
                <a:lnTo>
                  <a:pt x="21594" y="5547"/>
                </a:lnTo>
                <a:lnTo>
                  <a:pt x="21594" y="6405"/>
                </a:lnTo>
                <a:lnTo>
                  <a:pt x="21594" y="19230"/>
                </a:lnTo>
                <a:cubicBezTo>
                  <a:pt x="21594" y="19914"/>
                  <a:pt x="21594" y="20254"/>
                  <a:pt x="21534" y="20618"/>
                </a:cubicBezTo>
                <a:cubicBezTo>
                  <a:pt x="21458" y="21016"/>
                  <a:pt x="21294" y="21331"/>
                  <a:pt x="21085" y="21476"/>
                </a:cubicBezTo>
                <a:cubicBezTo>
                  <a:pt x="20895" y="21591"/>
                  <a:pt x="20715" y="21591"/>
                  <a:pt x="20361" y="21591"/>
                </a:cubicBezTo>
                <a:lnTo>
                  <a:pt x="1240" y="21591"/>
                </a:lnTo>
                <a:cubicBezTo>
                  <a:pt x="881" y="21591"/>
                  <a:pt x="702" y="21591"/>
                  <a:pt x="511" y="21476"/>
                </a:cubicBezTo>
                <a:cubicBezTo>
                  <a:pt x="302" y="21331"/>
                  <a:pt x="137" y="21016"/>
                  <a:pt x="61" y="20618"/>
                </a:cubicBezTo>
                <a:cubicBezTo>
                  <a:pt x="0" y="20254"/>
                  <a:pt x="0" y="19913"/>
                  <a:pt x="0" y="19239"/>
                </a:cubicBezTo>
                <a:lnTo>
                  <a:pt x="0" y="5561"/>
                </a:lnTo>
                <a:cubicBezTo>
                  <a:pt x="0" y="4876"/>
                  <a:pt x="0" y="4532"/>
                  <a:pt x="61" y="4168"/>
                </a:cubicBezTo>
                <a:cubicBezTo>
                  <a:pt x="137" y="3770"/>
                  <a:pt x="302" y="3460"/>
                  <a:pt x="511" y="3315"/>
                </a:cubicBezTo>
                <a:cubicBezTo>
                  <a:pt x="702" y="3200"/>
                  <a:pt x="881" y="3200"/>
                  <a:pt x="1235" y="3200"/>
                </a:cubicBezTo>
                <a:lnTo>
                  <a:pt x="19518" y="3200"/>
                </a:lnTo>
                <a:lnTo>
                  <a:pt x="21124" y="142"/>
                </a:lnTo>
                <a:cubicBezTo>
                  <a:pt x="21169" y="63"/>
                  <a:pt x="21224" y="17"/>
                  <a:pt x="21282" y="4"/>
                </a:cubicBezTo>
                <a:close/>
              </a:path>
            </a:pathLst>
          </a:custGeom>
          <a:solidFill>
            <a:srgbClr val="58B6C0"/>
          </a:solidFill>
          <a:ln w="12700" cap="flat">
            <a:noFill/>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sp>
        <p:nvSpPr>
          <p:cNvPr id="124" name="Shape">
            <a:extLst>
              <a:ext uri="{FF2B5EF4-FFF2-40B4-BE49-F238E27FC236}">
                <a16:creationId xmlns:a16="http://schemas.microsoft.com/office/drawing/2014/main" id="{DC7DCDDB-34F4-9481-D85C-DD1203892F94}"/>
              </a:ext>
            </a:extLst>
          </p:cNvPr>
          <p:cNvSpPr/>
          <p:nvPr/>
        </p:nvSpPr>
        <p:spPr>
          <a:xfrm rot="10800000">
            <a:off x="8931357" y="1262290"/>
            <a:ext cx="2195269" cy="1083206"/>
          </a:xfrm>
          <a:custGeom>
            <a:avLst/>
            <a:gdLst/>
            <a:ahLst/>
            <a:cxnLst>
              <a:cxn ang="0">
                <a:pos x="wd2" y="hd2"/>
              </a:cxn>
              <a:cxn ang="5400000">
                <a:pos x="wd2" y="hd2"/>
              </a:cxn>
              <a:cxn ang="10800000">
                <a:pos x="wd2" y="hd2"/>
              </a:cxn>
              <a:cxn ang="16200000">
                <a:pos x="wd2" y="hd2"/>
              </a:cxn>
            </a:cxnLst>
            <a:rect l="0" t="0" r="r" b="b"/>
            <a:pathLst>
              <a:path w="21595" h="21591" extrusionOk="0">
                <a:moveTo>
                  <a:pt x="21282" y="4"/>
                </a:moveTo>
                <a:cubicBezTo>
                  <a:pt x="21340" y="-9"/>
                  <a:pt x="21400" y="10"/>
                  <a:pt x="21454" y="68"/>
                </a:cubicBezTo>
                <a:cubicBezTo>
                  <a:pt x="21545" y="168"/>
                  <a:pt x="21600" y="357"/>
                  <a:pt x="21594" y="557"/>
                </a:cubicBezTo>
                <a:lnTo>
                  <a:pt x="21594" y="5547"/>
                </a:lnTo>
                <a:lnTo>
                  <a:pt x="21594" y="6405"/>
                </a:lnTo>
                <a:lnTo>
                  <a:pt x="21594" y="19230"/>
                </a:lnTo>
                <a:cubicBezTo>
                  <a:pt x="21594" y="19914"/>
                  <a:pt x="21594" y="20254"/>
                  <a:pt x="21534" y="20618"/>
                </a:cubicBezTo>
                <a:cubicBezTo>
                  <a:pt x="21458" y="21016"/>
                  <a:pt x="21294" y="21331"/>
                  <a:pt x="21085" y="21476"/>
                </a:cubicBezTo>
                <a:cubicBezTo>
                  <a:pt x="20895" y="21591"/>
                  <a:pt x="20715" y="21591"/>
                  <a:pt x="20361" y="21591"/>
                </a:cubicBezTo>
                <a:lnTo>
                  <a:pt x="1240" y="21591"/>
                </a:lnTo>
                <a:cubicBezTo>
                  <a:pt x="881" y="21591"/>
                  <a:pt x="702" y="21591"/>
                  <a:pt x="511" y="21476"/>
                </a:cubicBezTo>
                <a:cubicBezTo>
                  <a:pt x="302" y="21331"/>
                  <a:pt x="137" y="21016"/>
                  <a:pt x="61" y="20618"/>
                </a:cubicBezTo>
                <a:cubicBezTo>
                  <a:pt x="0" y="20254"/>
                  <a:pt x="0" y="19913"/>
                  <a:pt x="0" y="19239"/>
                </a:cubicBezTo>
                <a:lnTo>
                  <a:pt x="0" y="5561"/>
                </a:lnTo>
                <a:cubicBezTo>
                  <a:pt x="0" y="4876"/>
                  <a:pt x="0" y="4532"/>
                  <a:pt x="61" y="4168"/>
                </a:cubicBezTo>
                <a:cubicBezTo>
                  <a:pt x="137" y="3770"/>
                  <a:pt x="302" y="3460"/>
                  <a:pt x="511" y="3315"/>
                </a:cubicBezTo>
                <a:cubicBezTo>
                  <a:pt x="702" y="3200"/>
                  <a:pt x="881" y="3200"/>
                  <a:pt x="1235" y="3200"/>
                </a:cubicBezTo>
                <a:lnTo>
                  <a:pt x="19518" y="3200"/>
                </a:lnTo>
                <a:lnTo>
                  <a:pt x="21124" y="142"/>
                </a:lnTo>
                <a:cubicBezTo>
                  <a:pt x="21169" y="63"/>
                  <a:pt x="21224" y="17"/>
                  <a:pt x="21282" y="4"/>
                </a:cubicBezTo>
                <a:close/>
              </a:path>
            </a:pathLst>
          </a:custGeom>
          <a:solidFill>
            <a:srgbClr val="336699"/>
          </a:solidFill>
          <a:ln w="12700" cap="flat">
            <a:noFill/>
            <a:miter lim="400000"/>
          </a:ln>
          <a:effectLst/>
        </p:spPr>
        <p:txBody>
          <a:bodyPr wrap="square" lIns="0" tIns="0" rIns="0" bIns="0" numCol="1" anchor="ctr">
            <a:noAutofit/>
          </a:bodyPr>
          <a:lstStyle/>
          <a:p>
            <a:pPr>
              <a:defRPr sz="2993" b="0">
                <a:solidFill>
                  <a:srgbClr val="FFFFFF"/>
                </a:solidFill>
                <a:latin typeface="微软雅黑"/>
                <a:ea typeface="微软雅黑"/>
                <a:cs typeface="微软雅黑"/>
                <a:sym typeface="Helvetica Neue Medium"/>
              </a:defRPr>
            </a:pPr>
            <a:endParaRPr sz="1497"/>
          </a:p>
        </p:txBody>
      </p:sp>
      <p:grpSp>
        <p:nvGrpSpPr>
          <p:cNvPr id="125" name="Group">
            <a:extLst>
              <a:ext uri="{FF2B5EF4-FFF2-40B4-BE49-F238E27FC236}">
                <a16:creationId xmlns:a16="http://schemas.microsoft.com/office/drawing/2014/main" id="{DBD2DCFE-F941-E112-C73E-A53C7969C65B}"/>
              </a:ext>
            </a:extLst>
          </p:cNvPr>
          <p:cNvGrpSpPr/>
          <p:nvPr/>
        </p:nvGrpSpPr>
        <p:grpSpPr>
          <a:xfrm>
            <a:off x="8505982" y="2699632"/>
            <a:ext cx="441348" cy="441501"/>
            <a:chOff x="0" y="0"/>
            <a:chExt cx="757071" cy="757335"/>
          </a:xfrm>
        </p:grpSpPr>
        <p:sp>
          <p:nvSpPr>
            <p:cNvPr id="126" name="Circle">
              <a:extLst>
                <a:ext uri="{FF2B5EF4-FFF2-40B4-BE49-F238E27FC236}">
                  <a16:creationId xmlns:a16="http://schemas.microsoft.com/office/drawing/2014/main" id="{82266A60-1E8D-C9A9-C4F5-C76E379C9EB6}"/>
                </a:ext>
              </a:extLst>
            </p:cNvPr>
            <p:cNvSpPr/>
            <p:nvPr/>
          </p:nvSpPr>
          <p:spPr>
            <a:xfrm>
              <a:off x="0" y="0"/>
              <a:ext cx="757072" cy="757072"/>
            </a:xfrm>
            <a:prstGeom prst="ellipse">
              <a:avLst/>
            </a:prstGeom>
            <a:solidFill>
              <a:srgbClr val="3494BA"/>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27" name="Shape">
              <a:extLst>
                <a:ext uri="{FF2B5EF4-FFF2-40B4-BE49-F238E27FC236}">
                  <a16:creationId xmlns:a16="http://schemas.microsoft.com/office/drawing/2014/main" id="{BBF746AA-4CD9-2434-76BC-5274E77CCD41}"/>
                </a:ext>
              </a:extLst>
            </p:cNvPr>
            <p:cNvSpPr/>
            <p:nvPr/>
          </p:nvSpPr>
          <p:spPr>
            <a:xfrm>
              <a:off x="186273" y="208446"/>
              <a:ext cx="569261" cy="548890"/>
            </a:xfrm>
            <a:custGeom>
              <a:avLst/>
              <a:gdLst/>
              <a:ahLst/>
              <a:cxnLst>
                <a:cxn ang="0">
                  <a:pos x="wd2" y="hd2"/>
                </a:cxn>
                <a:cxn ang="5400000">
                  <a:pos x="wd2" y="hd2"/>
                </a:cxn>
                <a:cxn ang="10800000">
                  <a:pos x="wd2" y="hd2"/>
                </a:cxn>
                <a:cxn ang="16200000">
                  <a:pos x="wd2" y="hd2"/>
                </a:cxn>
              </a:cxnLst>
              <a:rect l="0" t="0" r="r" b="b"/>
              <a:pathLst>
                <a:path w="21600" h="21600" extrusionOk="0">
                  <a:moveTo>
                    <a:pt x="21600" y="7597"/>
                  </a:moveTo>
                  <a:lnTo>
                    <a:pt x="14275" y="0"/>
                  </a:lnTo>
                  <a:lnTo>
                    <a:pt x="5530" y="166"/>
                  </a:lnTo>
                  <a:lnTo>
                    <a:pt x="0" y="4773"/>
                  </a:lnTo>
                  <a:lnTo>
                    <a:pt x="95" y="13176"/>
                  </a:lnTo>
                  <a:lnTo>
                    <a:pt x="8038" y="21600"/>
                  </a:lnTo>
                  <a:cubicBezTo>
                    <a:pt x="11696" y="21383"/>
                    <a:pt x="15137" y="19731"/>
                    <a:pt x="17663" y="16979"/>
                  </a:cubicBezTo>
                  <a:cubicBezTo>
                    <a:pt x="20001" y="14431"/>
                    <a:pt x="21396" y="11108"/>
                    <a:pt x="21600" y="7597"/>
                  </a:cubicBezTo>
                  <a:close/>
                </a:path>
              </a:pathLst>
            </a:custGeom>
            <a:solidFill>
              <a:srgbClr val="000000">
                <a:alpha val="20000"/>
              </a:srgbClr>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28" name="Graphic 12">
              <a:extLst>
                <a:ext uri="{FF2B5EF4-FFF2-40B4-BE49-F238E27FC236}">
                  <a16:creationId xmlns:a16="http://schemas.microsoft.com/office/drawing/2014/main" id="{DEF84A53-5E56-F52D-D412-212F53FE9E99}"/>
                </a:ext>
              </a:extLst>
            </p:cNvPr>
            <p:cNvSpPr/>
            <p:nvPr/>
          </p:nvSpPr>
          <p:spPr>
            <a:xfrm>
              <a:off x="127361" y="127362"/>
              <a:ext cx="502349" cy="502348"/>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65"/>
                    <a:pt x="16765" y="21600"/>
                    <a:pt x="10800" y="21600"/>
                  </a:cubicBezTo>
                  <a:cubicBezTo>
                    <a:pt x="4835" y="21600"/>
                    <a:pt x="0" y="16765"/>
                    <a:pt x="0" y="10800"/>
                  </a:cubicBezTo>
                  <a:cubicBezTo>
                    <a:pt x="0" y="4835"/>
                    <a:pt x="4835" y="0"/>
                    <a:pt x="10800" y="0"/>
                  </a:cubicBezTo>
                  <a:cubicBezTo>
                    <a:pt x="16765" y="0"/>
                    <a:pt x="21600" y="4835"/>
                    <a:pt x="21600" y="10800"/>
                  </a:cubicBezTo>
                  <a:close/>
                  <a:moveTo>
                    <a:pt x="10229" y="15269"/>
                  </a:moveTo>
                  <a:lnTo>
                    <a:pt x="17069" y="8429"/>
                  </a:lnTo>
                  <a:cubicBezTo>
                    <a:pt x="17345" y="8143"/>
                    <a:pt x="17337" y="7687"/>
                    <a:pt x="17051" y="7411"/>
                  </a:cubicBezTo>
                  <a:cubicBezTo>
                    <a:pt x="16772" y="7141"/>
                    <a:pt x="16330" y="7141"/>
                    <a:pt x="16051" y="7411"/>
                  </a:cubicBezTo>
                  <a:lnTo>
                    <a:pt x="9720" y="13742"/>
                  </a:lnTo>
                  <a:lnTo>
                    <a:pt x="5549" y="9571"/>
                  </a:lnTo>
                  <a:cubicBezTo>
                    <a:pt x="5273" y="9285"/>
                    <a:pt x="4817" y="9277"/>
                    <a:pt x="4531" y="9553"/>
                  </a:cubicBezTo>
                  <a:cubicBezTo>
                    <a:pt x="4245" y="9829"/>
                    <a:pt x="4237" y="10285"/>
                    <a:pt x="4513" y="10571"/>
                  </a:cubicBezTo>
                  <a:cubicBezTo>
                    <a:pt x="4519" y="10577"/>
                    <a:pt x="4525" y="10583"/>
                    <a:pt x="4531" y="10589"/>
                  </a:cubicBezTo>
                  <a:lnTo>
                    <a:pt x="9211" y="15269"/>
                  </a:lnTo>
                  <a:cubicBezTo>
                    <a:pt x="9492" y="15550"/>
                    <a:pt x="9948" y="15550"/>
                    <a:pt x="10229" y="15269"/>
                  </a:cubicBezTo>
                  <a:close/>
                </a:path>
              </a:pathLst>
            </a:custGeom>
            <a:solidFill>
              <a:srgbClr val="F6F6F7"/>
            </a:solidFill>
            <a:ln w="12700" cap="flat">
              <a:noFill/>
              <a:miter lim="400000"/>
            </a:ln>
            <a:effectLst/>
          </p:spPr>
          <p:txBody>
            <a:bodyPr wrap="square" lIns="22860" tIns="22860" rIns="22860" bIns="22860" numCol="1" anchor="ctr">
              <a:noAutofit/>
            </a:bodyPr>
            <a:lstStyle/>
            <a:p>
              <a:pPr defTabSz="457200">
                <a:defRPr sz="1800" b="0">
                  <a:latin typeface="微软雅黑"/>
                  <a:ea typeface="微软雅黑"/>
                  <a:cs typeface="微软雅黑"/>
                  <a:sym typeface="Calibri"/>
                </a:defRPr>
              </a:pPr>
              <a:endParaRPr sz="900"/>
            </a:p>
          </p:txBody>
        </p:sp>
      </p:grpSp>
      <p:grpSp>
        <p:nvGrpSpPr>
          <p:cNvPr id="129" name="Group">
            <a:extLst>
              <a:ext uri="{FF2B5EF4-FFF2-40B4-BE49-F238E27FC236}">
                <a16:creationId xmlns:a16="http://schemas.microsoft.com/office/drawing/2014/main" id="{E5CC9054-398A-0E97-7D60-060015185ADF}"/>
              </a:ext>
            </a:extLst>
          </p:cNvPr>
          <p:cNvGrpSpPr/>
          <p:nvPr/>
        </p:nvGrpSpPr>
        <p:grpSpPr>
          <a:xfrm>
            <a:off x="10960077" y="2699632"/>
            <a:ext cx="441348" cy="441501"/>
            <a:chOff x="0" y="0"/>
            <a:chExt cx="757071" cy="757335"/>
          </a:xfrm>
        </p:grpSpPr>
        <p:sp>
          <p:nvSpPr>
            <p:cNvPr id="130" name="Circle">
              <a:extLst>
                <a:ext uri="{FF2B5EF4-FFF2-40B4-BE49-F238E27FC236}">
                  <a16:creationId xmlns:a16="http://schemas.microsoft.com/office/drawing/2014/main" id="{910FEF10-8772-BF7A-AC21-08C4612E8DB6}"/>
                </a:ext>
              </a:extLst>
            </p:cNvPr>
            <p:cNvSpPr/>
            <p:nvPr/>
          </p:nvSpPr>
          <p:spPr>
            <a:xfrm>
              <a:off x="0" y="0"/>
              <a:ext cx="757072" cy="757072"/>
            </a:xfrm>
            <a:prstGeom prst="ellipse">
              <a:avLst/>
            </a:prstGeom>
            <a:solidFill>
              <a:srgbClr val="336699"/>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31" name="Shape">
              <a:extLst>
                <a:ext uri="{FF2B5EF4-FFF2-40B4-BE49-F238E27FC236}">
                  <a16:creationId xmlns:a16="http://schemas.microsoft.com/office/drawing/2014/main" id="{182A3656-2221-CA34-28BE-4C3CE32C84B2}"/>
                </a:ext>
              </a:extLst>
            </p:cNvPr>
            <p:cNvSpPr/>
            <p:nvPr/>
          </p:nvSpPr>
          <p:spPr>
            <a:xfrm>
              <a:off x="186273" y="208446"/>
              <a:ext cx="569261" cy="548890"/>
            </a:xfrm>
            <a:custGeom>
              <a:avLst/>
              <a:gdLst/>
              <a:ahLst/>
              <a:cxnLst>
                <a:cxn ang="0">
                  <a:pos x="wd2" y="hd2"/>
                </a:cxn>
                <a:cxn ang="5400000">
                  <a:pos x="wd2" y="hd2"/>
                </a:cxn>
                <a:cxn ang="10800000">
                  <a:pos x="wd2" y="hd2"/>
                </a:cxn>
                <a:cxn ang="16200000">
                  <a:pos x="wd2" y="hd2"/>
                </a:cxn>
              </a:cxnLst>
              <a:rect l="0" t="0" r="r" b="b"/>
              <a:pathLst>
                <a:path w="21600" h="21600" extrusionOk="0">
                  <a:moveTo>
                    <a:pt x="21600" y="7597"/>
                  </a:moveTo>
                  <a:lnTo>
                    <a:pt x="14275" y="0"/>
                  </a:lnTo>
                  <a:lnTo>
                    <a:pt x="5530" y="166"/>
                  </a:lnTo>
                  <a:lnTo>
                    <a:pt x="0" y="4773"/>
                  </a:lnTo>
                  <a:lnTo>
                    <a:pt x="95" y="13176"/>
                  </a:lnTo>
                  <a:lnTo>
                    <a:pt x="8038" y="21600"/>
                  </a:lnTo>
                  <a:cubicBezTo>
                    <a:pt x="11696" y="21383"/>
                    <a:pt x="15137" y="19731"/>
                    <a:pt x="17663" y="16979"/>
                  </a:cubicBezTo>
                  <a:cubicBezTo>
                    <a:pt x="20001" y="14431"/>
                    <a:pt x="21396" y="11108"/>
                    <a:pt x="21600" y="7597"/>
                  </a:cubicBezTo>
                  <a:close/>
                </a:path>
              </a:pathLst>
            </a:custGeom>
            <a:solidFill>
              <a:srgbClr val="000000">
                <a:alpha val="20000"/>
              </a:srgbClr>
            </a:solidFill>
            <a:ln w="12700" cap="flat">
              <a:noFill/>
              <a:miter lim="400000"/>
            </a:ln>
            <a:effectLst/>
          </p:spPr>
          <p:txBody>
            <a:bodyPr wrap="square" lIns="0" tIns="0" rIns="0" bIns="0" numCol="1" anchor="ctr">
              <a:noAutofit/>
            </a:bodyPr>
            <a:lstStyle/>
            <a:p>
              <a:pPr>
                <a:defRPr sz="3200" b="0">
                  <a:solidFill>
                    <a:srgbClr val="FFFFFF"/>
                  </a:solidFill>
                  <a:latin typeface="微软雅黑"/>
                  <a:ea typeface="微软雅黑"/>
                  <a:cs typeface="微软雅黑"/>
                  <a:sym typeface="Helvetica Neue Medium"/>
                </a:defRPr>
              </a:pPr>
              <a:endParaRPr sz="1600"/>
            </a:p>
          </p:txBody>
        </p:sp>
        <p:sp>
          <p:nvSpPr>
            <p:cNvPr id="132" name="Graphic 12">
              <a:extLst>
                <a:ext uri="{FF2B5EF4-FFF2-40B4-BE49-F238E27FC236}">
                  <a16:creationId xmlns:a16="http://schemas.microsoft.com/office/drawing/2014/main" id="{ED456BBB-D318-4E10-1AD5-67E92BEA3343}"/>
                </a:ext>
              </a:extLst>
            </p:cNvPr>
            <p:cNvSpPr/>
            <p:nvPr/>
          </p:nvSpPr>
          <p:spPr>
            <a:xfrm>
              <a:off x="127361" y="127362"/>
              <a:ext cx="502349" cy="502348"/>
            </a:xfrm>
            <a:custGeom>
              <a:avLst/>
              <a:gdLst/>
              <a:ahLst/>
              <a:cxnLst>
                <a:cxn ang="0">
                  <a:pos x="wd2" y="hd2"/>
                </a:cxn>
                <a:cxn ang="5400000">
                  <a:pos x="wd2" y="hd2"/>
                </a:cxn>
                <a:cxn ang="10800000">
                  <a:pos x="wd2" y="hd2"/>
                </a:cxn>
                <a:cxn ang="16200000">
                  <a:pos x="wd2" y="hd2"/>
                </a:cxn>
              </a:cxnLst>
              <a:rect l="0" t="0" r="r" b="b"/>
              <a:pathLst>
                <a:path w="21600" h="21600" extrusionOk="0">
                  <a:moveTo>
                    <a:pt x="21600" y="10800"/>
                  </a:moveTo>
                  <a:cubicBezTo>
                    <a:pt x="21600" y="16765"/>
                    <a:pt x="16765" y="21600"/>
                    <a:pt x="10800" y="21600"/>
                  </a:cubicBezTo>
                  <a:cubicBezTo>
                    <a:pt x="4835" y="21600"/>
                    <a:pt x="0" y="16765"/>
                    <a:pt x="0" y="10800"/>
                  </a:cubicBezTo>
                  <a:cubicBezTo>
                    <a:pt x="0" y="4835"/>
                    <a:pt x="4835" y="0"/>
                    <a:pt x="10800" y="0"/>
                  </a:cubicBezTo>
                  <a:cubicBezTo>
                    <a:pt x="16765" y="0"/>
                    <a:pt x="21600" y="4835"/>
                    <a:pt x="21600" y="10800"/>
                  </a:cubicBezTo>
                  <a:close/>
                  <a:moveTo>
                    <a:pt x="10229" y="15269"/>
                  </a:moveTo>
                  <a:lnTo>
                    <a:pt x="17069" y="8429"/>
                  </a:lnTo>
                  <a:cubicBezTo>
                    <a:pt x="17345" y="8143"/>
                    <a:pt x="17337" y="7687"/>
                    <a:pt x="17051" y="7411"/>
                  </a:cubicBezTo>
                  <a:cubicBezTo>
                    <a:pt x="16772" y="7141"/>
                    <a:pt x="16330" y="7141"/>
                    <a:pt x="16051" y="7411"/>
                  </a:cubicBezTo>
                  <a:lnTo>
                    <a:pt x="9720" y="13742"/>
                  </a:lnTo>
                  <a:lnTo>
                    <a:pt x="5549" y="9571"/>
                  </a:lnTo>
                  <a:cubicBezTo>
                    <a:pt x="5273" y="9285"/>
                    <a:pt x="4817" y="9277"/>
                    <a:pt x="4531" y="9553"/>
                  </a:cubicBezTo>
                  <a:cubicBezTo>
                    <a:pt x="4245" y="9829"/>
                    <a:pt x="4237" y="10285"/>
                    <a:pt x="4513" y="10571"/>
                  </a:cubicBezTo>
                  <a:cubicBezTo>
                    <a:pt x="4519" y="10577"/>
                    <a:pt x="4525" y="10583"/>
                    <a:pt x="4531" y="10589"/>
                  </a:cubicBezTo>
                  <a:lnTo>
                    <a:pt x="9211" y="15269"/>
                  </a:lnTo>
                  <a:cubicBezTo>
                    <a:pt x="9492" y="15550"/>
                    <a:pt x="9948" y="15550"/>
                    <a:pt x="10229" y="15269"/>
                  </a:cubicBezTo>
                  <a:close/>
                </a:path>
              </a:pathLst>
            </a:custGeom>
            <a:solidFill>
              <a:srgbClr val="F6F6F7"/>
            </a:solidFill>
            <a:ln w="12700" cap="flat">
              <a:noFill/>
              <a:miter lim="400000"/>
            </a:ln>
            <a:effectLst/>
          </p:spPr>
          <p:txBody>
            <a:bodyPr wrap="square" lIns="22860" tIns="22860" rIns="22860" bIns="22860" numCol="1" anchor="ctr">
              <a:noAutofit/>
            </a:bodyPr>
            <a:lstStyle/>
            <a:p>
              <a:pPr defTabSz="457200">
                <a:defRPr sz="1800" b="0">
                  <a:latin typeface="微软雅黑"/>
                  <a:ea typeface="微软雅黑"/>
                  <a:cs typeface="微软雅黑"/>
                  <a:sym typeface="Calibri"/>
                </a:defRPr>
              </a:pPr>
              <a:endParaRPr sz="900"/>
            </a:p>
          </p:txBody>
        </p:sp>
      </p:grpSp>
      <p:sp>
        <p:nvSpPr>
          <p:cNvPr id="133" name="文本框 58">
            <a:extLst>
              <a:ext uri="{FF2B5EF4-FFF2-40B4-BE49-F238E27FC236}">
                <a16:creationId xmlns:a16="http://schemas.microsoft.com/office/drawing/2014/main" id="{016134FD-F0D6-55C6-2139-232C21067D41}"/>
              </a:ext>
            </a:extLst>
          </p:cNvPr>
          <p:cNvSpPr txBox="1"/>
          <p:nvPr/>
        </p:nvSpPr>
        <p:spPr>
          <a:xfrm>
            <a:off x="1137845" y="3199494"/>
            <a:ext cx="2169736" cy="316698"/>
          </a:xfrm>
          <a:prstGeom prst="rect">
            <a:avLst/>
          </a:prstGeom>
          <a:noFill/>
        </p:spPr>
        <p:txBody>
          <a:bodyPr wrap="square" rtlCol="0">
            <a:spAutoFit/>
          </a:bodyPr>
          <a:lstStyle/>
          <a:p>
            <a:r>
              <a:rPr lang="zh-CN" altLang="en-US" sz="1497" b="1" i="0" u="none" strike="noStrike" dirty="0">
                <a:solidFill>
                  <a:srgbClr val="336699"/>
                </a:solidFill>
                <a:effectLst/>
                <a:latin typeface="微软雅黑" panose="020B0503020204020204" pitchFamily="34" charset="-122"/>
                <a:ea typeface="微软雅黑" panose="020B0503020204020204" pitchFamily="34" charset="-122"/>
              </a:rPr>
              <a:t>项目背景与目标</a:t>
            </a:r>
            <a:endParaRPr kumimoji="1" lang="zh-CN" altLang="en-US" sz="1497"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4" name="文本框 62">
            <a:extLst>
              <a:ext uri="{FF2B5EF4-FFF2-40B4-BE49-F238E27FC236}">
                <a16:creationId xmlns:a16="http://schemas.microsoft.com/office/drawing/2014/main" id="{72F23DA1-D429-AE9E-6C9C-70A1788F0B15}"/>
              </a:ext>
            </a:extLst>
          </p:cNvPr>
          <p:cNvSpPr txBox="1"/>
          <p:nvPr/>
        </p:nvSpPr>
        <p:spPr>
          <a:xfrm>
            <a:off x="3744685" y="3199494"/>
            <a:ext cx="2169736" cy="316698"/>
          </a:xfrm>
          <a:prstGeom prst="rect">
            <a:avLst/>
          </a:prstGeom>
          <a:noFill/>
        </p:spPr>
        <p:txBody>
          <a:bodyPr wrap="square" rtlCol="0">
            <a:spAutoFit/>
          </a:bodyPr>
          <a:lstStyle/>
          <a:p>
            <a:r>
              <a:rPr lang="zh-CN" altLang="en-US" sz="1497" b="1" i="0" u="none" strike="noStrike" dirty="0">
                <a:solidFill>
                  <a:srgbClr val="336699"/>
                </a:solidFill>
                <a:effectLst/>
                <a:latin typeface="微软雅黑" panose="020B0503020204020204" pitchFamily="34" charset="-122"/>
                <a:ea typeface="微软雅黑" panose="020B0503020204020204" pitchFamily="34" charset="-122"/>
              </a:rPr>
              <a:t>解决方案与实施方法</a:t>
            </a:r>
            <a:endParaRPr kumimoji="1" lang="zh-CN" altLang="en-US" sz="1497"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5" name="文本框 66">
            <a:extLst>
              <a:ext uri="{FF2B5EF4-FFF2-40B4-BE49-F238E27FC236}">
                <a16:creationId xmlns:a16="http://schemas.microsoft.com/office/drawing/2014/main" id="{47BD4507-5B42-7FAB-1453-92E2FAA9013F}"/>
              </a:ext>
            </a:extLst>
          </p:cNvPr>
          <p:cNvSpPr txBox="1"/>
          <p:nvPr/>
        </p:nvSpPr>
        <p:spPr>
          <a:xfrm>
            <a:off x="6300610" y="3199494"/>
            <a:ext cx="2169736" cy="316698"/>
          </a:xfrm>
          <a:prstGeom prst="rect">
            <a:avLst/>
          </a:prstGeom>
          <a:noFill/>
        </p:spPr>
        <p:txBody>
          <a:bodyPr wrap="square" rtlCol="0">
            <a:spAutoFit/>
          </a:bodyPr>
          <a:lstStyle/>
          <a:p>
            <a:r>
              <a:rPr lang="zh-CN" altLang="en-US" sz="1497" b="1" i="0" u="none" strike="noStrike" dirty="0">
                <a:solidFill>
                  <a:srgbClr val="336699"/>
                </a:solidFill>
                <a:effectLst/>
                <a:latin typeface="微软雅黑" panose="020B0503020204020204" pitchFamily="34" charset="-122"/>
                <a:ea typeface="微软雅黑" panose="020B0503020204020204" pitchFamily="34" charset="-122"/>
              </a:rPr>
              <a:t>关键成果与数据分析</a:t>
            </a:r>
            <a:endParaRPr kumimoji="1" lang="zh-CN" altLang="en-US" sz="1497"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6" name="文本框 70">
            <a:extLst>
              <a:ext uri="{FF2B5EF4-FFF2-40B4-BE49-F238E27FC236}">
                <a16:creationId xmlns:a16="http://schemas.microsoft.com/office/drawing/2014/main" id="{0F9EC519-4EB4-5538-6445-9139BE237A58}"/>
              </a:ext>
            </a:extLst>
          </p:cNvPr>
          <p:cNvSpPr txBox="1"/>
          <p:nvPr/>
        </p:nvSpPr>
        <p:spPr>
          <a:xfrm>
            <a:off x="8927816" y="3199494"/>
            <a:ext cx="2169736" cy="316698"/>
          </a:xfrm>
          <a:prstGeom prst="rect">
            <a:avLst/>
          </a:prstGeom>
          <a:noFill/>
        </p:spPr>
        <p:txBody>
          <a:bodyPr wrap="square" rtlCol="0">
            <a:spAutoFit/>
          </a:bodyPr>
          <a:lstStyle/>
          <a:p>
            <a:r>
              <a:rPr lang="zh-CN" altLang="en-US" sz="1497" b="1" i="0" u="none" strike="noStrike" dirty="0">
                <a:solidFill>
                  <a:srgbClr val="336699"/>
                </a:solidFill>
                <a:effectLst/>
                <a:latin typeface="微软雅黑" panose="020B0503020204020204" pitchFamily="34" charset="-122"/>
                <a:ea typeface="微软雅黑" panose="020B0503020204020204" pitchFamily="34" charset="-122"/>
              </a:rPr>
              <a:t>未来展望与团队感谢</a:t>
            </a:r>
            <a:endParaRPr kumimoji="1" lang="zh-CN" altLang="en-US" sz="1497"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7" name="This is a sample text.…">
            <a:extLst>
              <a:ext uri="{FF2B5EF4-FFF2-40B4-BE49-F238E27FC236}">
                <a16:creationId xmlns:a16="http://schemas.microsoft.com/office/drawing/2014/main" id="{F822E8C7-5AEC-A84C-36A7-885D44D63666}"/>
              </a:ext>
            </a:extLst>
          </p:cNvPr>
          <p:cNvSpPr txBox="1"/>
          <p:nvPr/>
        </p:nvSpPr>
        <p:spPr>
          <a:xfrm>
            <a:off x="1192665" y="1771164"/>
            <a:ext cx="2195270" cy="3182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en" altLang="zh-CN" sz="935" dirty="0">
                <a:latin typeface="微软雅黑" panose="020B0503020204020204" pitchFamily="34" charset="-122"/>
                <a:ea typeface="微软雅黑" panose="020B0503020204020204" pitchFamily="34" charset="-122"/>
              </a:rPr>
              <a:t>PROJECT OVERVIEW</a:t>
            </a:r>
            <a:endParaRPr lang="zh-CN" altLang="en-US" sz="935" dirty="0">
              <a:latin typeface="微软雅黑" panose="020B0503020204020204" pitchFamily="34" charset="-122"/>
              <a:ea typeface="微软雅黑" panose="020B0503020204020204" pitchFamily="34" charset="-122"/>
            </a:endParaRPr>
          </a:p>
        </p:txBody>
      </p:sp>
      <p:sp>
        <p:nvSpPr>
          <p:cNvPr id="138" name="This is a sample text.…">
            <a:extLst>
              <a:ext uri="{FF2B5EF4-FFF2-40B4-BE49-F238E27FC236}">
                <a16:creationId xmlns:a16="http://schemas.microsoft.com/office/drawing/2014/main" id="{3C49C0B1-FDA1-7676-B834-2C02F7D6F7A0}"/>
              </a:ext>
            </a:extLst>
          </p:cNvPr>
          <p:cNvSpPr txBox="1"/>
          <p:nvPr/>
        </p:nvSpPr>
        <p:spPr>
          <a:xfrm>
            <a:off x="3758773" y="1417027"/>
            <a:ext cx="2195270" cy="39950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zh-CN" altLang="en-US" sz="1871" b="1" dirty="0">
                <a:latin typeface="微软雅黑" panose="020B0503020204020204" pitchFamily="34" charset="-122"/>
                <a:ea typeface="微软雅黑" panose="020B0503020204020204" pitchFamily="34" charset="-122"/>
              </a:rPr>
              <a:t>解决方案与方法</a:t>
            </a:r>
          </a:p>
        </p:txBody>
      </p:sp>
      <p:sp>
        <p:nvSpPr>
          <p:cNvPr id="139" name="This is a sample text.…">
            <a:extLst>
              <a:ext uri="{FF2B5EF4-FFF2-40B4-BE49-F238E27FC236}">
                <a16:creationId xmlns:a16="http://schemas.microsoft.com/office/drawing/2014/main" id="{B26F439E-BCB0-7A48-67CD-FFB67B997816}"/>
              </a:ext>
            </a:extLst>
          </p:cNvPr>
          <p:cNvSpPr txBox="1"/>
          <p:nvPr/>
        </p:nvSpPr>
        <p:spPr>
          <a:xfrm>
            <a:off x="3758773" y="1771164"/>
            <a:ext cx="2195270" cy="3182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en" altLang="zh-CN" sz="935" dirty="0">
                <a:latin typeface="微软雅黑" panose="020B0503020204020204" pitchFamily="34" charset="-122"/>
                <a:ea typeface="微软雅黑" panose="020B0503020204020204" pitchFamily="34" charset="-122"/>
              </a:rPr>
              <a:t>SOLUTIONS AND METHODS</a:t>
            </a:r>
            <a:endParaRPr lang="zh-CN" altLang="en-US" sz="935" dirty="0">
              <a:latin typeface="微软雅黑" panose="020B0503020204020204" pitchFamily="34" charset="-122"/>
              <a:ea typeface="微软雅黑" panose="020B0503020204020204" pitchFamily="34" charset="-122"/>
            </a:endParaRPr>
          </a:p>
        </p:txBody>
      </p:sp>
      <p:sp>
        <p:nvSpPr>
          <p:cNvPr id="140" name="This is a sample text.…">
            <a:extLst>
              <a:ext uri="{FF2B5EF4-FFF2-40B4-BE49-F238E27FC236}">
                <a16:creationId xmlns:a16="http://schemas.microsoft.com/office/drawing/2014/main" id="{918A356D-0421-BCC9-3EBD-2875F440017C}"/>
              </a:ext>
            </a:extLst>
          </p:cNvPr>
          <p:cNvSpPr txBox="1"/>
          <p:nvPr/>
        </p:nvSpPr>
        <p:spPr>
          <a:xfrm>
            <a:off x="6303135" y="1417027"/>
            <a:ext cx="2195270" cy="39950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zh-CN" altLang="en-US" sz="1871" b="1" dirty="0">
                <a:latin typeface="微软雅黑" panose="020B0503020204020204" pitchFamily="34" charset="-122"/>
                <a:ea typeface="微软雅黑" panose="020B0503020204020204" pitchFamily="34" charset="-122"/>
              </a:rPr>
              <a:t>关键成果与成效</a:t>
            </a:r>
          </a:p>
        </p:txBody>
      </p:sp>
      <p:sp>
        <p:nvSpPr>
          <p:cNvPr id="141" name="This is a sample text.…">
            <a:extLst>
              <a:ext uri="{FF2B5EF4-FFF2-40B4-BE49-F238E27FC236}">
                <a16:creationId xmlns:a16="http://schemas.microsoft.com/office/drawing/2014/main" id="{435018B3-5BA6-4BE0-1306-B2198574CA6D}"/>
              </a:ext>
            </a:extLst>
          </p:cNvPr>
          <p:cNvSpPr txBox="1"/>
          <p:nvPr/>
        </p:nvSpPr>
        <p:spPr>
          <a:xfrm>
            <a:off x="6303135" y="1771164"/>
            <a:ext cx="2195270" cy="3182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en" altLang="zh-CN" sz="935" dirty="0">
                <a:latin typeface="微软雅黑" panose="020B0503020204020204" pitchFamily="34" charset="-122"/>
                <a:ea typeface="微软雅黑" panose="020B0503020204020204" pitchFamily="34" charset="-122"/>
              </a:rPr>
              <a:t>RESULTS AND OUTCOMES</a:t>
            </a:r>
            <a:endParaRPr lang="zh-CN" altLang="en-US" sz="935" dirty="0">
              <a:latin typeface="微软雅黑" panose="020B0503020204020204" pitchFamily="34" charset="-122"/>
              <a:ea typeface="微软雅黑" panose="020B0503020204020204" pitchFamily="34" charset="-122"/>
            </a:endParaRPr>
          </a:p>
        </p:txBody>
      </p:sp>
      <p:sp>
        <p:nvSpPr>
          <p:cNvPr id="142" name="This is a sample text.…">
            <a:extLst>
              <a:ext uri="{FF2B5EF4-FFF2-40B4-BE49-F238E27FC236}">
                <a16:creationId xmlns:a16="http://schemas.microsoft.com/office/drawing/2014/main" id="{B51D02DF-F6BC-3A26-8177-57F8BFE8B3BF}"/>
              </a:ext>
            </a:extLst>
          </p:cNvPr>
          <p:cNvSpPr txBox="1"/>
          <p:nvPr/>
        </p:nvSpPr>
        <p:spPr>
          <a:xfrm>
            <a:off x="8934483" y="1417027"/>
            <a:ext cx="2195270" cy="39950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zh-CN" altLang="en-US" sz="1871" b="1" dirty="0">
                <a:latin typeface="微软雅黑" panose="020B0503020204020204" pitchFamily="34" charset="-122"/>
                <a:ea typeface="微软雅黑" panose="020B0503020204020204" pitchFamily="34" charset="-122"/>
              </a:rPr>
              <a:t>未来展望与感谢</a:t>
            </a:r>
          </a:p>
        </p:txBody>
      </p:sp>
      <p:sp>
        <p:nvSpPr>
          <p:cNvPr id="143" name="This is a sample text.…">
            <a:extLst>
              <a:ext uri="{FF2B5EF4-FFF2-40B4-BE49-F238E27FC236}">
                <a16:creationId xmlns:a16="http://schemas.microsoft.com/office/drawing/2014/main" id="{95E15E13-9D32-6DCE-F67F-5A0BF3923333}"/>
              </a:ext>
            </a:extLst>
          </p:cNvPr>
          <p:cNvSpPr txBox="1"/>
          <p:nvPr/>
        </p:nvSpPr>
        <p:spPr>
          <a:xfrm>
            <a:off x="8934483" y="1771164"/>
            <a:ext cx="2195270" cy="318267"/>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noAutofit/>
          </a:bodyPr>
          <a:lstStyle/>
          <a:p>
            <a:pPr algn="ctr">
              <a:defRPr sz="2339" b="0">
                <a:solidFill>
                  <a:srgbClr val="F6F6F7"/>
                </a:solidFill>
                <a:latin typeface="微软雅黑"/>
                <a:ea typeface="微软雅黑"/>
                <a:cs typeface="微软雅黑"/>
                <a:sym typeface="Barlow Medium"/>
              </a:defRPr>
            </a:pPr>
            <a:r>
              <a:rPr lang="en" altLang="zh-CN" sz="935" dirty="0">
                <a:latin typeface="微软雅黑" panose="020B0503020204020204" pitchFamily="34" charset="-122"/>
                <a:ea typeface="微软雅黑" panose="020B0503020204020204" pitchFamily="34" charset="-122"/>
              </a:rPr>
              <a:t>OUTLOOK AND THANKS</a:t>
            </a:r>
            <a:endParaRPr lang="zh-CN" altLang="en-US" sz="935" dirty="0">
              <a:latin typeface="微软雅黑" panose="020B0503020204020204" pitchFamily="34" charset="-122"/>
              <a:ea typeface="微软雅黑" panose="020B0503020204020204" pitchFamily="34" charset="-122"/>
            </a:endParaRPr>
          </a:p>
        </p:txBody>
      </p:sp>
      <p:sp>
        <p:nvSpPr>
          <p:cNvPr id="144" name="This is a sample text. Your description here.">
            <a:extLst>
              <a:ext uri="{FF2B5EF4-FFF2-40B4-BE49-F238E27FC236}">
                <a16:creationId xmlns:a16="http://schemas.microsoft.com/office/drawing/2014/main" id="{972CF9B4-E11D-01D9-D295-AC73E04D4F0E}"/>
              </a:ext>
            </a:extLst>
          </p:cNvPr>
          <p:cNvSpPr txBox="1"/>
          <p:nvPr/>
        </p:nvSpPr>
        <p:spPr>
          <a:xfrm>
            <a:off x="1191723" y="4021863"/>
            <a:ext cx="2160971" cy="54582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明确项目的主要目标，例如提升效率、增加销售额、改进客户满意度等。</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描述该项目对公司整体战略或业务的重要性。</a:t>
            </a:r>
          </a:p>
        </p:txBody>
      </p:sp>
      <p:sp>
        <p:nvSpPr>
          <p:cNvPr id="145" name="圆角矩形 85">
            <a:extLst>
              <a:ext uri="{FF2B5EF4-FFF2-40B4-BE49-F238E27FC236}">
                <a16:creationId xmlns:a16="http://schemas.microsoft.com/office/drawing/2014/main" id="{BBFB7D56-1792-3FBC-1FE7-D03677D18FA0}"/>
              </a:ext>
            </a:extLst>
          </p:cNvPr>
          <p:cNvSpPr/>
          <p:nvPr/>
        </p:nvSpPr>
        <p:spPr>
          <a:xfrm>
            <a:off x="1188086" y="4760735"/>
            <a:ext cx="897898" cy="294648"/>
          </a:xfrm>
          <a:prstGeom prst="round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背景介绍</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46" name="This is a sample text. Your description here.">
            <a:extLst>
              <a:ext uri="{FF2B5EF4-FFF2-40B4-BE49-F238E27FC236}">
                <a16:creationId xmlns:a16="http://schemas.microsoft.com/office/drawing/2014/main" id="{96621AE0-33DD-F923-76F6-EA939425BE33}"/>
              </a:ext>
            </a:extLst>
          </p:cNvPr>
          <p:cNvSpPr txBox="1"/>
          <p:nvPr/>
        </p:nvSpPr>
        <p:spPr>
          <a:xfrm>
            <a:off x="1191723" y="5125764"/>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简要说明项目启动的背景和初始情况。</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阐述所面临的主要问题和挑战。</a:t>
            </a:r>
          </a:p>
        </p:txBody>
      </p:sp>
      <p:sp>
        <p:nvSpPr>
          <p:cNvPr id="147" name="圆角矩形 87">
            <a:extLst>
              <a:ext uri="{FF2B5EF4-FFF2-40B4-BE49-F238E27FC236}">
                <a16:creationId xmlns:a16="http://schemas.microsoft.com/office/drawing/2014/main" id="{5AA2F952-FE1D-E63A-A09E-91E9C1FB577F}"/>
              </a:ext>
            </a:extLst>
          </p:cNvPr>
          <p:cNvSpPr/>
          <p:nvPr/>
        </p:nvSpPr>
        <p:spPr>
          <a:xfrm>
            <a:off x="3790439" y="3656834"/>
            <a:ext cx="897898" cy="294648"/>
          </a:xfrm>
          <a:prstGeom prst="round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解决方案</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48" name="This is a sample text. Your description here.">
            <a:extLst>
              <a:ext uri="{FF2B5EF4-FFF2-40B4-BE49-F238E27FC236}">
                <a16:creationId xmlns:a16="http://schemas.microsoft.com/office/drawing/2014/main" id="{1A393B78-D5C8-967B-5ED7-7B6740F91490}"/>
              </a:ext>
            </a:extLst>
          </p:cNvPr>
          <p:cNvSpPr txBox="1"/>
          <p:nvPr/>
        </p:nvSpPr>
        <p:spPr>
          <a:xfrm>
            <a:off x="3794076" y="4021863"/>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概述你为解决问题所采取的方法和策略。</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包括使用的工具、技术和资源。</a:t>
            </a:r>
          </a:p>
        </p:txBody>
      </p:sp>
      <p:sp>
        <p:nvSpPr>
          <p:cNvPr id="149" name="圆角矩形 89">
            <a:extLst>
              <a:ext uri="{FF2B5EF4-FFF2-40B4-BE49-F238E27FC236}">
                <a16:creationId xmlns:a16="http://schemas.microsoft.com/office/drawing/2014/main" id="{1D5D8289-12A5-4BDC-58A2-89FB6B5A0F54}"/>
              </a:ext>
            </a:extLst>
          </p:cNvPr>
          <p:cNvSpPr/>
          <p:nvPr/>
        </p:nvSpPr>
        <p:spPr>
          <a:xfrm>
            <a:off x="3790439" y="4562946"/>
            <a:ext cx="897898" cy="294648"/>
          </a:xfrm>
          <a:prstGeom prst="round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实施步骤</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50" name="This is a sample text. Your description here.">
            <a:extLst>
              <a:ext uri="{FF2B5EF4-FFF2-40B4-BE49-F238E27FC236}">
                <a16:creationId xmlns:a16="http://schemas.microsoft.com/office/drawing/2014/main" id="{25DD65ED-BC94-509E-50F4-F4612ECC2617}"/>
              </a:ext>
            </a:extLst>
          </p:cNvPr>
          <p:cNvSpPr txBox="1"/>
          <p:nvPr/>
        </p:nvSpPr>
        <p:spPr>
          <a:xfrm>
            <a:off x="3794076" y="4927974"/>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列出具体的实施步骤和里程碑。</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强调关键行动和决策点。</a:t>
            </a:r>
          </a:p>
        </p:txBody>
      </p:sp>
      <p:sp>
        <p:nvSpPr>
          <p:cNvPr id="151" name="圆角矩形 91">
            <a:extLst>
              <a:ext uri="{FF2B5EF4-FFF2-40B4-BE49-F238E27FC236}">
                <a16:creationId xmlns:a16="http://schemas.microsoft.com/office/drawing/2014/main" id="{B53E3D68-41FB-A2BC-64C8-EEB7D6959BA3}"/>
              </a:ext>
            </a:extLst>
          </p:cNvPr>
          <p:cNvSpPr/>
          <p:nvPr/>
        </p:nvSpPr>
        <p:spPr>
          <a:xfrm>
            <a:off x="6356547" y="3656834"/>
            <a:ext cx="897898" cy="294648"/>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主要成果</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52" name="This is a sample text. Your description here.">
            <a:extLst>
              <a:ext uri="{FF2B5EF4-FFF2-40B4-BE49-F238E27FC236}">
                <a16:creationId xmlns:a16="http://schemas.microsoft.com/office/drawing/2014/main" id="{7C7DEF87-B3D7-6581-F9DF-C522F8F95C9F}"/>
              </a:ext>
            </a:extLst>
          </p:cNvPr>
          <p:cNvSpPr txBox="1"/>
          <p:nvPr/>
        </p:nvSpPr>
        <p:spPr>
          <a:xfrm>
            <a:off x="6360184" y="4021863"/>
            <a:ext cx="2160971" cy="54582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列出项目取得的主要成果和成就。</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用具体的例子来说明这些成果，例如完成了哪些重要任务、实现了哪些里程碑等。</a:t>
            </a:r>
          </a:p>
        </p:txBody>
      </p:sp>
      <p:sp>
        <p:nvSpPr>
          <p:cNvPr id="153" name="圆角矩形 93">
            <a:extLst>
              <a:ext uri="{FF2B5EF4-FFF2-40B4-BE49-F238E27FC236}">
                <a16:creationId xmlns:a16="http://schemas.microsoft.com/office/drawing/2014/main" id="{CB6FCB01-8588-76ED-E1B6-59A2D1CEA07C}"/>
              </a:ext>
            </a:extLst>
          </p:cNvPr>
          <p:cNvSpPr/>
          <p:nvPr/>
        </p:nvSpPr>
        <p:spPr>
          <a:xfrm>
            <a:off x="6356547" y="4760735"/>
            <a:ext cx="897898" cy="294648"/>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数据支持</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54" name="This is a sample text. Your description here.">
            <a:extLst>
              <a:ext uri="{FF2B5EF4-FFF2-40B4-BE49-F238E27FC236}">
                <a16:creationId xmlns:a16="http://schemas.microsoft.com/office/drawing/2014/main" id="{617EE7C6-2536-8AF2-48B4-1E49DF4801EE}"/>
              </a:ext>
            </a:extLst>
          </p:cNvPr>
          <p:cNvSpPr txBox="1"/>
          <p:nvPr/>
        </p:nvSpPr>
        <p:spPr>
          <a:xfrm>
            <a:off x="6360184" y="5125764"/>
            <a:ext cx="2160971" cy="545825"/>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提供相关的数据和指标，用数据说话。</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使用图表（如柱状图、饼图、折线图等）直观展示数据。</a:t>
            </a:r>
          </a:p>
        </p:txBody>
      </p:sp>
      <p:sp>
        <p:nvSpPr>
          <p:cNvPr id="155" name="圆角矩形 95">
            <a:extLst>
              <a:ext uri="{FF2B5EF4-FFF2-40B4-BE49-F238E27FC236}">
                <a16:creationId xmlns:a16="http://schemas.microsoft.com/office/drawing/2014/main" id="{52ABCF14-8E2D-7F24-2F5A-F50454A5074C}"/>
              </a:ext>
            </a:extLst>
          </p:cNvPr>
          <p:cNvSpPr/>
          <p:nvPr/>
        </p:nvSpPr>
        <p:spPr>
          <a:xfrm>
            <a:off x="8944402" y="3656834"/>
            <a:ext cx="897898" cy="294648"/>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未来计划</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56" name="This is a sample text. Your description here.">
            <a:extLst>
              <a:ext uri="{FF2B5EF4-FFF2-40B4-BE49-F238E27FC236}">
                <a16:creationId xmlns:a16="http://schemas.microsoft.com/office/drawing/2014/main" id="{C1EB7879-C3EA-A053-2ED5-B24D8B44E8B3}"/>
              </a:ext>
            </a:extLst>
          </p:cNvPr>
          <p:cNvSpPr txBox="1"/>
          <p:nvPr/>
        </p:nvSpPr>
        <p:spPr>
          <a:xfrm>
            <a:off x="8948038" y="4021863"/>
            <a:ext cx="2352635"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分享项目的下一步计划和长期发展方向。</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解释如何在当前成果的基础上进一步改进和扩展。</a:t>
            </a:r>
          </a:p>
        </p:txBody>
      </p:sp>
      <p:sp>
        <p:nvSpPr>
          <p:cNvPr id="157" name="圆角矩形 97">
            <a:extLst>
              <a:ext uri="{FF2B5EF4-FFF2-40B4-BE49-F238E27FC236}">
                <a16:creationId xmlns:a16="http://schemas.microsoft.com/office/drawing/2014/main" id="{67A285B4-B486-549D-7786-B15614899308}"/>
              </a:ext>
            </a:extLst>
          </p:cNvPr>
          <p:cNvSpPr/>
          <p:nvPr/>
        </p:nvSpPr>
        <p:spPr>
          <a:xfrm>
            <a:off x="8944402" y="4562946"/>
            <a:ext cx="897898" cy="294648"/>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持续改进</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58" name="This is a sample text. Your description here.">
            <a:extLst>
              <a:ext uri="{FF2B5EF4-FFF2-40B4-BE49-F238E27FC236}">
                <a16:creationId xmlns:a16="http://schemas.microsoft.com/office/drawing/2014/main" id="{808D9E46-44DC-713F-8099-EABB7191B790}"/>
              </a:ext>
            </a:extLst>
          </p:cNvPr>
          <p:cNvSpPr txBox="1"/>
          <p:nvPr/>
        </p:nvSpPr>
        <p:spPr>
          <a:xfrm>
            <a:off x="8948039" y="4927974"/>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描述将如何继续监控和优化项目效果。</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强调质量控制和反馈机制的建立。</a:t>
            </a:r>
          </a:p>
        </p:txBody>
      </p:sp>
      <p:sp>
        <p:nvSpPr>
          <p:cNvPr id="159" name="圆角矩形 99">
            <a:extLst>
              <a:ext uri="{FF2B5EF4-FFF2-40B4-BE49-F238E27FC236}">
                <a16:creationId xmlns:a16="http://schemas.microsoft.com/office/drawing/2014/main" id="{7A9423B3-0C5A-210C-C07C-391BAED8E6E1}"/>
              </a:ext>
            </a:extLst>
          </p:cNvPr>
          <p:cNvSpPr/>
          <p:nvPr/>
        </p:nvSpPr>
        <p:spPr>
          <a:xfrm>
            <a:off x="3790439" y="5469057"/>
            <a:ext cx="897898" cy="294648"/>
          </a:xfrm>
          <a:prstGeom prst="round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创新方式</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60" name="This is a sample text. Your description here.">
            <a:extLst>
              <a:ext uri="{FF2B5EF4-FFF2-40B4-BE49-F238E27FC236}">
                <a16:creationId xmlns:a16="http://schemas.microsoft.com/office/drawing/2014/main" id="{7BA17546-3D85-DBFF-15C7-3EE62D89E88E}"/>
              </a:ext>
            </a:extLst>
          </p:cNvPr>
          <p:cNvSpPr txBox="1"/>
          <p:nvPr/>
        </p:nvSpPr>
        <p:spPr>
          <a:xfrm>
            <a:off x="3794076" y="5834086"/>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突出项目中的创新点和独特之处。</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解释这些创新如何帮助达成目标。</a:t>
            </a:r>
          </a:p>
        </p:txBody>
      </p:sp>
      <p:sp>
        <p:nvSpPr>
          <p:cNvPr id="161" name="圆角矩形 101">
            <a:extLst>
              <a:ext uri="{FF2B5EF4-FFF2-40B4-BE49-F238E27FC236}">
                <a16:creationId xmlns:a16="http://schemas.microsoft.com/office/drawing/2014/main" id="{14B05F59-490E-8758-A8B3-877021BFF501}"/>
              </a:ext>
            </a:extLst>
          </p:cNvPr>
          <p:cNvSpPr/>
          <p:nvPr/>
        </p:nvSpPr>
        <p:spPr>
          <a:xfrm>
            <a:off x="8944402" y="5505301"/>
            <a:ext cx="897898" cy="294648"/>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1123" b="1" i="0" u="none" strike="noStrike" dirty="0">
                <a:solidFill>
                  <a:srgbClr val="FFFFFF"/>
                </a:solidFill>
                <a:effectLst/>
                <a:latin typeface="微软雅黑" panose="020B0503020204020204" pitchFamily="34" charset="-122"/>
                <a:ea typeface="微软雅黑" panose="020B0503020204020204" pitchFamily="34" charset="-122"/>
              </a:rPr>
              <a:t>感谢合作</a:t>
            </a:r>
            <a:endParaRPr kumimoji="1" lang="zh-CN" altLang="en-US" sz="1123" b="1" dirty="0">
              <a:solidFill>
                <a:srgbClr val="FFFFFF"/>
              </a:solidFill>
              <a:latin typeface="微软雅黑" panose="020B0503020204020204" pitchFamily="34" charset="-122"/>
              <a:ea typeface="微软雅黑" panose="020B0503020204020204" pitchFamily="34" charset="-122"/>
            </a:endParaRPr>
          </a:p>
        </p:txBody>
      </p:sp>
      <p:sp>
        <p:nvSpPr>
          <p:cNvPr id="162" name="This is a sample text. Your description here.">
            <a:extLst>
              <a:ext uri="{FF2B5EF4-FFF2-40B4-BE49-F238E27FC236}">
                <a16:creationId xmlns:a16="http://schemas.microsoft.com/office/drawing/2014/main" id="{7D6CFE85-783F-7FAB-DBE9-E0891BCBDDF8}"/>
              </a:ext>
            </a:extLst>
          </p:cNvPr>
          <p:cNvSpPr txBox="1"/>
          <p:nvPr/>
        </p:nvSpPr>
        <p:spPr>
          <a:xfrm>
            <a:off x="8948039" y="5870330"/>
            <a:ext cx="2160971" cy="373080"/>
          </a:xfrm>
          <a:prstGeom prst="rect">
            <a:avLst/>
          </a:pr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numCol="1" anchor="t">
            <a:spAutoFit/>
          </a:bodyPr>
          <a:lstStyle>
            <a:lvl1pPr marL="330729" indent="-330729" algn="l">
              <a:buClr>
                <a:srgbClr val="E27C55"/>
              </a:buClr>
              <a:buSzPct val="125000"/>
              <a:buChar char="•"/>
              <a:defRPr sz="2339" b="0">
                <a:solidFill>
                  <a:srgbClr val="9E9F9E"/>
                </a:solidFill>
                <a:latin typeface="微软雅黑"/>
                <a:ea typeface="微软雅黑"/>
                <a:cs typeface="微软雅黑"/>
                <a:sym typeface="Barlow Medium"/>
              </a:defRPr>
            </a:lvl1pPr>
          </a:lstStyle>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感谢所有参与项目的团队成员和支持人员。</a:t>
            </a:r>
          </a:p>
          <a:p>
            <a:pPr marL="228600" indent="-228600" algn="l">
              <a:lnSpc>
                <a:spcPct val="150000"/>
              </a:lnSpc>
              <a:buClr>
                <a:srgbClr val="336699"/>
              </a:buClr>
              <a:buFont typeface="+mj-lt"/>
              <a:buAutoNum type="alphaLcPeriod"/>
            </a:pPr>
            <a:r>
              <a:rPr lang="zh-CN" altLang="en-US" sz="748" b="0" i="0" u="none" strike="noStrike" dirty="0">
                <a:solidFill>
                  <a:srgbClr val="7A8C8E"/>
                </a:solidFill>
                <a:effectLst/>
                <a:latin typeface="微软雅黑" panose="020B0503020204020204" pitchFamily="34" charset="-122"/>
                <a:ea typeface="微软雅黑" panose="020B0503020204020204" pitchFamily="34" charset="-122"/>
              </a:rPr>
              <a:t>强调合作精神和团队的重要性。</a:t>
            </a:r>
          </a:p>
        </p:txBody>
      </p:sp>
      <p:sp>
        <p:nvSpPr>
          <p:cNvPr id="163" name="右箭头 103">
            <a:extLst>
              <a:ext uri="{FF2B5EF4-FFF2-40B4-BE49-F238E27FC236}">
                <a16:creationId xmlns:a16="http://schemas.microsoft.com/office/drawing/2014/main" id="{1C73001E-788E-CC88-FA26-4AB46AD73ACD}"/>
              </a:ext>
            </a:extLst>
          </p:cNvPr>
          <p:cNvSpPr/>
          <p:nvPr/>
        </p:nvSpPr>
        <p:spPr>
          <a:xfrm>
            <a:off x="1650497" y="2456418"/>
            <a:ext cx="1225062" cy="243214"/>
          </a:xfrm>
          <a:prstGeom prst="rightArrow">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64" name="右箭头 104">
            <a:extLst>
              <a:ext uri="{FF2B5EF4-FFF2-40B4-BE49-F238E27FC236}">
                <a16:creationId xmlns:a16="http://schemas.microsoft.com/office/drawing/2014/main" id="{05DBC195-66F7-AF8A-7746-D03DECE43548}"/>
              </a:ext>
            </a:extLst>
          </p:cNvPr>
          <p:cNvSpPr/>
          <p:nvPr/>
        </p:nvSpPr>
        <p:spPr>
          <a:xfrm>
            <a:off x="4267348" y="2456418"/>
            <a:ext cx="1225062" cy="243214"/>
          </a:xfrm>
          <a:prstGeom prst="rightArrow">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65" name="右箭头 105">
            <a:extLst>
              <a:ext uri="{FF2B5EF4-FFF2-40B4-BE49-F238E27FC236}">
                <a16:creationId xmlns:a16="http://schemas.microsoft.com/office/drawing/2014/main" id="{3932BF54-3DBA-B3D1-6359-84BD376A1DEC}"/>
              </a:ext>
            </a:extLst>
          </p:cNvPr>
          <p:cNvSpPr/>
          <p:nvPr/>
        </p:nvSpPr>
        <p:spPr>
          <a:xfrm>
            <a:off x="6811709" y="2456418"/>
            <a:ext cx="1225062" cy="243214"/>
          </a:xfrm>
          <a:prstGeom prst="rightArrow">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66" name="右箭头 106">
            <a:extLst>
              <a:ext uri="{FF2B5EF4-FFF2-40B4-BE49-F238E27FC236}">
                <a16:creationId xmlns:a16="http://schemas.microsoft.com/office/drawing/2014/main" id="{0EDE0836-C36C-4CC7-E4CA-7577F2BE0B12}"/>
              </a:ext>
            </a:extLst>
          </p:cNvPr>
          <p:cNvSpPr/>
          <p:nvPr/>
        </p:nvSpPr>
        <p:spPr>
          <a:xfrm>
            <a:off x="9334323" y="2456418"/>
            <a:ext cx="1225062" cy="243214"/>
          </a:xfrm>
          <a:prstGeom prst="rightArrow">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Tree>
    <p:extLst>
      <p:ext uri="{BB962C8B-B14F-4D97-AF65-F5344CB8AC3E}">
        <p14:creationId xmlns:p14="http://schemas.microsoft.com/office/powerpoint/2010/main" val="1851778670"/>
      </p:ext>
    </p:extLst>
  </p:cSld>
  <p:clrMapOvr>
    <a:masterClrMapping/>
  </p:clrMapOvr>
</p:sld>
</file>

<file path=ppt/slides/vr_business_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R023 阶段成果阶梯（结构示例）</a:t>
            </a:r>
          </a:p>
        </p:txBody>
      </p:sp>
      <p:sp>
        <p:nvSpPr>
          <p:cNvPr id="101" name="object 8">
            <a:extLst>
              <a:ext uri="{FF2B5EF4-FFF2-40B4-BE49-F238E27FC236}">
                <a16:creationId xmlns:a16="http://schemas.microsoft.com/office/drawing/2014/main" id="{3F6744BD-3285-B4A9-577D-1CF1D438CCBA}"/>
              </a:ext>
            </a:extLst>
          </p:cNvPr>
          <p:cNvSpPr/>
          <p:nvPr/>
        </p:nvSpPr>
        <p:spPr>
          <a:xfrm>
            <a:off x="4293013" y="2276097"/>
            <a:ext cx="3677030" cy="549913"/>
          </a:xfrm>
          <a:custGeom>
            <a:avLst/>
            <a:gdLst/>
            <a:ahLst/>
            <a:cxnLst/>
            <a:rect l="l" t="t" r="r" b="b"/>
            <a:pathLst>
              <a:path w="3982720" h="595630">
                <a:moveTo>
                  <a:pt x="3982212" y="0"/>
                </a:moveTo>
                <a:lnTo>
                  <a:pt x="0" y="0"/>
                </a:lnTo>
                <a:lnTo>
                  <a:pt x="0" y="595617"/>
                </a:lnTo>
                <a:lnTo>
                  <a:pt x="3982212" y="595617"/>
                </a:lnTo>
                <a:lnTo>
                  <a:pt x="3982212" y="0"/>
                </a:lnTo>
                <a:close/>
              </a:path>
            </a:pathLst>
          </a:custGeom>
          <a:solidFill>
            <a:srgbClr val="336699">
              <a:alpha val="80000"/>
            </a:srgbClr>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2" name="object 9">
            <a:extLst>
              <a:ext uri="{FF2B5EF4-FFF2-40B4-BE49-F238E27FC236}">
                <a16:creationId xmlns:a16="http://schemas.microsoft.com/office/drawing/2014/main" id="{368F9AA0-3659-55BC-F377-6D919234543B}"/>
              </a:ext>
            </a:extLst>
          </p:cNvPr>
          <p:cNvSpPr/>
          <p:nvPr/>
        </p:nvSpPr>
        <p:spPr>
          <a:xfrm>
            <a:off x="4293010" y="1238250"/>
            <a:ext cx="3677030" cy="913942"/>
          </a:xfrm>
          <a:custGeom>
            <a:avLst/>
            <a:gdLst/>
            <a:ahLst/>
            <a:cxnLst/>
            <a:rect l="l" t="t" r="r" b="b"/>
            <a:pathLst>
              <a:path w="3982720" h="595630">
                <a:moveTo>
                  <a:pt x="3136861" y="0"/>
                </a:moveTo>
                <a:lnTo>
                  <a:pt x="845362" y="0"/>
                </a:lnTo>
                <a:lnTo>
                  <a:pt x="0" y="595617"/>
                </a:lnTo>
                <a:lnTo>
                  <a:pt x="3982224" y="595617"/>
                </a:lnTo>
                <a:lnTo>
                  <a:pt x="3136861"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3" name="object 10">
            <a:extLst>
              <a:ext uri="{FF2B5EF4-FFF2-40B4-BE49-F238E27FC236}">
                <a16:creationId xmlns:a16="http://schemas.microsoft.com/office/drawing/2014/main" id="{02083934-9719-3D35-6667-BB165A9EC927}"/>
              </a:ext>
            </a:extLst>
          </p:cNvPr>
          <p:cNvSpPr/>
          <p:nvPr/>
        </p:nvSpPr>
        <p:spPr>
          <a:xfrm>
            <a:off x="4293013" y="2949921"/>
            <a:ext cx="3677030" cy="549913"/>
          </a:xfrm>
          <a:custGeom>
            <a:avLst/>
            <a:gdLst/>
            <a:ahLst/>
            <a:cxnLst/>
            <a:rect l="l" t="t" r="r" b="b"/>
            <a:pathLst>
              <a:path w="3982720" h="595629">
                <a:moveTo>
                  <a:pt x="3982212" y="0"/>
                </a:moveTo>
                <a:lnTo>
                  <a:pt x="0" y="0"/>
                </a:lnTo>
                <a:lnTo>
                  <a:pt x="0" y="595617"/>
                </a:lnTo>
                <a:lnTo>
                  <a:pt x="3982212" y="595617"/>
                </a:lnTo>
                <a:lnTo>
                  <a:pt x="3982212" y="0"/>
                </a:lnTo>
                <a:close/>
              </a:path>
            </a:pathLst>
          </a:custGeom>
          <a:solidFill>
            <a:srgbClr val="336699">
              <a:alpha val="60000"/>
            </a:srgbClr>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4" name="object 11">
            <a:extLst>
              <a:ext uri="{FF2B5EF4-FFF2-40B4-BE49-F238E27FC236}">
                <a16:creationId xmlns:a16="http://schemas.microsoft.com/office/drawing/2014/main" id="{85FCC690-656D-EA8F-96BC-139D4361EEE0}"/>
              </a:ext>
            </a:extLst>
          </p:cNvPr>
          <p:cNvSpPr/>
          <p:nvPr/>
        </p:nvSpPr>
        <p:spPr>
          <a:xfrm>
            <a:off x="4293013" y="3623747"/>
            <a:ext cx="3677030" cy="549913"/>
          </a:xfrm>
          <a:custGeom>
            <a:avLst/>
            <a:gdLst/>
            <a:ahLst/>
            <a:cxnLst/>
            <a:rect l="l" t="t" r="r" b="b"/>
            <a:pathLst>
              <a:path w="3982720" h="595629">
                <a:moveTo>
                  <a:pt x="3982212" y="0"/>
                </a:moveTo>
                <a:lnTo>
                  <a:pt x="0" y="0"/>
                </a:lnTo>
                <a:lnTo>
                  <a:pt x="0" y="595617"/>
                </a:lnTo>
                <a:lnTo>
                  <a:pt x="3982212" y="595617"/>
                </a:lnTo>
                <a:lnTo>
                  <a:pt x="3982212" y="0"/>
                </a:lnTo>
                <a:close/>
              </a:path>
            </a:pathLst>
          </a:custGeom>
          <a:solidFill>
            <a:srgbClr val="336699">
              <a:alpha val="40000"/>
            </a:srgbClr>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5" name="object 12">
            <a:extLst>
              <a:ext uri="{FF2B5EF4-FFF2-40B4-BE49-F238E27FC236}">
                <a16:creationId xmlns:a16="http://schemas.microsoft.com/office/drawing/2014/main" id="{1CAAD0D5-443F-5D65-4B59-CDC6C8A97C74}"/>
              </a:ext>
            </a:extLst>
          </p:cNvPr>
          <p:cNvSpPr/>
          <p:nvPr/>
        </p:nvSpPr>
        <p:spPr>
          <a:xfrm>
            <a:off x="4293013" y="4297571"/>
            <a:ext cx="3677030" cy="549913"/>
          </a:xfrm>
          <a:custGeom>
            <a:avLst/>
            <a:gdLst/>
            <a:ahLst/>
            <a:cxnLst/>
            <a:rect l="l" t="t" r="r" b="b"/>
            <a:pathLst>
              <a:path w="3982720" h="595629">
                <a:moveTo>
                  <a:pt x="3982212" y="0"/>
                </a:moveTo>
                <a:lnTo>
                  <a:pt x="0" y="0"/>
                </a:lnTo>
                <a:lnTo>
                  <a:pt x="0" y="595617"/>
                </a:lnTo>
                <a:lnTo>
                  <a:pt x="3982212" y="595617"/>
                </a:lnTo>
                <a:lnTo>
                  <a:pt x="3982212" y="0"/>
                </a:lnTo>
                <a:close/>
              </a:path>
            </a:pathLst>
          </a:custGeom>
          <a:solidFill>
            <a:srgbClr val="336699">
              <a:alpha val="20000"/>
            </a:srgbClr>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6" name="object 13">
            <a:extLst>
              <a:ext uri="{FF2B5EF4-FFF2-40B4-BE49-F238E27FC236}">
                <a16:creationId xmlns:a16="http://schemas.microsoft.com/office/drawing/2014/main" id="{6AB14D7C-5E62-0A96-4EB5-07DBA97379FF}"/>
              </a:ext>
            </a:extLst>
          </p:cNvPr>
          <p:cNvSpPr/>
          <p:nvPr/>
        </p:nvSpPr>
        <p:spPr>
          <a:xfrm>
            <a:off x="4293013" y="4971397"/>
            <a:ext cx="3677030" cy="549913"/>
          </a:xfrm>
          <a:custGeom>
            <a:avLst/>
            <a:gdLst/>
            <a:ahLst/>
            <a:cxnLst/>
            <a:rect l="l" t="t" r="r" b="b"/>
            <a:pathLst>
              <a:path w="3982720" h="595629">
                <a:moveTo>
                  <a:pt x="3982212" y="0"/>
                </a:moveTo>
                <a:lnTo>
                  <a:pt x="0" y="0"/>
                </a:lnTo>
                <a:lnTo>
                  <a:pt x="0" y="595617"/>
                </a:lnTo>
                <a:lnTo>
                  <a:pt x="3982212" y="595617"/>
                </a:lnTo>
                <a:lnTo>
                  <a:pt x="3982212" y="0"/>
                </a:lnTo>
                <a:close/>
              </a:path>
            </a:pathLst>
          </a:custGeom>
          <a:solidFill>
            <a:srgbClr val="336699">
              <a:alpha val="10000"/>
            </a:srgbClr>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7" name="object 14">
            <a:extLst>
              <a:ext uri="{FF2B5EF4-FFF2-40B4-BE49-F238E27FC236}">
                <a16:creationId xmlns:a16="http://schemas.microsoft.com/office/drawing/2014/main" id="{9EB96910-0206-53AB-74E7-C4FD6249A442}"/>
              </a:ext>
            </a:extLst>
          </p:cNvPr>
          <p:cNvSpPr/>
          <p:nvPr/>
        </p:nvSpPr>
        <p:spPr>
          <a:xfrm>
            <a:off x="8361947" y="1238250"/>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FFFFFF"/>
          </a:solidFill>
          <a:ln w="15875">
            <a:solidFill>
              <a:srgbClr val="BDBEC0"/>
            </a:solid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8" name="object 15">
            <a:extLst>
              <a:ext uri="{FF2B5EF4-FFF2-40B4-BE49-F238E27FC236}">
                <a16:creationId xmlns:a16="http://schemas.microsoft.com/office/drawing/2014/main" id="{48DD1E26-D561-7AAA-41AC-4AFDB924FFB9}"/>
              </a:ext>
            </a:extLst>
          </p:cNvPr>
          <p:cNvSpPr/>
          <p:nvPr/>
        </p:nvSpPr>
        <p:spPr>
          <a:xfrm>
            <a:off x="8361947" y="2741716"/>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9" name="object 16">
            <a:extLst>
              <a:ext uri="{FF2B5EF4-FFF2-40B4-BE49-F238E27FC236}">
                <a16:creationId xmlns:a16="http://schemas.microsoft.com/office/drawing/2014/main" id="{77541D4E-98A5-6BD1-3B32-37BDBA4B315B}"/>
              </a:ext>
            </a:extLst>
          </p:cNvPr>
          <p:cNvSpPr/>
          <p:nvPr/>
        </p:nvSpPr>
        <p:spPr>
          <a:xfrm>
            <a:off x="8361947" y="4245183"/>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FFFFFF"/>
          </a:solidFill>
          <a:ln w="15875">
            <a:solidFill>
              <a:srgbClr val="BDBEC0"/>
            </a:solid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0" name="object 17">
            <a:extLst>
              <a:ext uri="{FF2B5EF4-FFF2-40B4-BE49-F238E27FC236}">
                <a16:creationId xmlns:a16="http://schemas.microsoft.com/office/drawing/2014/main" id="{871CBDBD-B9B8-EA74-0F22-F618D76284E3}"/>
              </a:ext>
            </a:extLst>
          </p:cNvPr>
          <p:cNvSpPr/>
          <p:nvPr/>
        </p:nvSpPr>
        <p:spPr>
          <a:xfrm>
            <a:off x="922997" y="2741716"/>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FFFFFF"/>
          </a:solidFill>
          <a:ln w="15875">
            <a:solidFill>
              <a:srgbClr val="BDBEC0"/>
            </a:solid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1" name="object 18">
            <a:extLst>
              <a:ext uri="{FF2B5EF4-FFF2-40B4-BE49-F238E27FC236}">
                <a16:creationId xmlns:a16="http://schemas.microsoft.com/office/drawing/2014/main" id="{E95653A1-F81D-2A39-F37F-A28F1E63A908}"/>
              </a:ext>
            </a:extLst>
          </p:cNvPr>
          <p:cNvSpPr/>
          <p:nvPr/>
        </p:nvSpPr>
        <p:spPr>
          <a:xfrm>
            <a:off x="922997" y="1238250"/>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2" name="object 19">
            <a:extLst>
              <a:ext uri="{FF2B5EF4-FFF2-40B4-BE49-F238E27FC236}">
                <a16:creationId xmlns:a16="http://schemas.microsoft.com/office/drawing/2014/main" id="{377DCB70-C1CA-645E-C869-073BF34B5FEB}"/>
              </a:ext>
            </a:extLst>
          </p:cNvPr>
          <p:cNvSpPr/>
          <p:nvPr/>
        </p:nvSpPr>
        <p:spPr>
          <a:xfrm>
            <a:off x="922997" y="4245183"/>
            <a:ext cx="2978207" cy="1276290"/>
          </a:xfrm>
          <a:custGeom>
            <a:avLst/>
            <a:gdLst/>
            <a:ahLst/>
            <a:cxnLst/>
            <a:rect l="l" t="t" r="r" b="b"/>
            <a:pathLst>
              <a:path w="3225800" h="1382395">
                <a:moveTo>
                  <a:pt x="3225190" y="0"/>
                </a:moveTo>
                <a:lnTo>
                  <a:pt x="0" y="0"/>
                </a:lnTo>
                <a:lnTo>
                  <a:pt x="0" y="1382204"/>
                </a:lnTo>
                <a:lnTo>
                  <a:pt x="3225190" y="1382204"/>
                </a:lnTo>
                <a:lnTo>
                  <a:pt x="3225190" y="0"/>
                </a:lnTo>
                <a:close/>
              </a:path>
            </a:pathLst>
          </a:custGeom>
          <a:solidFill>
            <a:srgbClr val="75BDA7"/>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3" name="object 12">
            <a:extLst>
              <a:ext uri="{FF2B5EF4-FFF2-40B4-BE49-F238E27FC236}">
                <a16:creationId xmlns:a16="http://schemas.microsoft.com/office/drawing/2014/main" id="{F804CC24-74A4-F18E-3283-BF98BE94EA4E}"/>
              </a:ext>
            </a:extLst>
          </p:cNvPr>
          <p:cNvSpPr/>
          <p:nvPr/>
        </p:nvSpPr>
        <p:spPr>
          <a:xfrm>
            <a:off x="945613" y="5752314"/>
            <a:ext cx="10395582" cy="515324"/>
          </a:xfrm>
          <a:custGeom>
            <a:avLst/>
            <a:gdLst/>
            <a:ahLst/>
            <a:cxnLst/>
            <a:rect l="l" t="t" r="r" b="b"/>
            <a:pathLst>
              <a:path w="11259820" h="558164">
                <a:moveTo>
                  <a:pt x="11259451" y="278980"/>
                </a:moveTo>
                <a:lnTo>
                  <a:pt x="10737037" y="0"/>
                </a:lnTo>
                <a:lnTo>
                  <a:pt x="10737037" y="148843"/>
                </a:lnTo>
                <a:lnTo>
                  <a:pt x="0" y="148843"/>
                </a:lnTo>
                <a:lnTo>
                  <a:pt x="0" y="442493"/>
                </a:lnTo>
                <a:lnTo>
                  <a:pt x="10737037" y="442493"/>
                </a:lnTo>
                <a:lnTo>
                  <a:pt x="10737037" y="557961"/>
                </a:lnTo>
                <a:lnTo>
                  <a:pt x="11259451" y="278980"/>
                </a:lnTo>
                <a:close/>
              </a:path>
            </a:pathLst>
          </a:custGeom>
          <a:solidFill>
            <a:srgbClr val="336699"/>
          </a:solidFill>
          <a:ln w="5689">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4" name="文本框 62">
            <a:extLst>
              <a:ext uri="{FF2B5EF4-FFF2-40B4-BE49-F238E27FC236}">
                <a16:creationId xmlns:a16="http://schemas.microsoft.com/office/drawing/2014/main" id="{5EE4B586-1F37-7C80-B0EC-B8FB113DDC6E}"/>
              </a:ext>
            </a:extLst>
          </p:cNvPr>
          <p:cNvSpPr txBox="1"/>
          <p:nvPr/>
        </p:nvSpPr>
        <p:spPr>
          <a:xfrm>
            <a:off x="851146" y="5590606"/>
            <a:ext cx="796214" cy="312569"/>
          </a:xfrm>
          <a:prstGeom prst="rect">
            <a:avLst/>
          </a:prstGeom>
          <a:noFill/>
        </p:spPr>
        <p:txBody>
          <a:bodyPr wrap="square" rtlCol="0">
            <a:spAutoFit/>
          </a:bodyPr>
          <a:lstStyle/>
          <a:p>
            <a:pPr algn="ctr"/>
            <a:r>
              <a:rPr kumimoji="1" lang="en-US" altLang="zh-CN" sz="1477" dirty="0">
                <a:latin typeface="微软雅黑" panose="020B0503020204020204" pitchFamily="34" charset="-122"/>
                <a:ea typeface="微软雅黑" panose="020B0503020204020204" pitchFamily="34" charset="-122"/>
                <a:cs typeface="微软雅黑" pitchFamily="18" charset="-122"/>
              </a:rPr>
              <a:t>3月</a:t>
            </a:r>
            <a:endParaRPr kumimoji="1" lang="zh-CN" altLang="en-US" sz="1477" dirty="0">
              <a:latin typeface="微软雅黑" panose="020B0503020204020204" pitchFamily="34" charset="-122"/>
              <a:ea typeface="微软雅黑" panose="020B0503020204020204" pitchFamily="34" charset="-122"/>
              <a:cs typeface="微软雅黑" pitchFamily="18" charset="-122"/>
            </a:endParaRPr>
          </a:p>
        </p:txBody>
      </p:sp>
      <p:sp>
        <p:nvSpPr>
          <p:cNvPr id="115" name="文本框 63">
            <a:extLst>
              <a:ext uri="{FF2B5EF4-FFF2-40B4-BE49-F238E27FC236}">
                <a16:creationId xmlns:a16="http://schemas.microsoft.com/office/drawing/2014/main" id="{1ABAD503-A05A-C5F3-0DB4-77A0832784AB}"/>
              </a:ext>
            </a:extLst>
          </p:cNvPr>
          <p:cNvSpPr txBox="1"/>
          <p:nvPr/>
        </p:nvSpPr>
        <p:spPr>
          <a:xfrm>
            <a:off x="9949919" y="5590606"/>
            <a:ext cx="796214" cy="312569"/>
          </a:xfrm>
          <a:prstGeom prst="rect">
            <a:avLst/>
          </a:prstGeom>
          <a:noFill/>
        </p:spPr>
        <p:txBody>
          <a:bodyPr wrap="square" rtlCol="0">
            <a:spAutoFit/>
          </a:bodyPr>
          <a:lstStyle/>
          <a:p>
            <a:pPr algn="ctr"/>
            <a:r>
              <a:rPr kumimoji="1" lang="en-US" altLang="zh-CN" sz="1477" dirty="0">
                <a:latin typeface="微软雅黑" panose="020B0503020204020204" pitchFamily="34" charset="-122"/>
                <a:ea typeface="微软雅黑" panose="020B0503020204020204" pitchFamily="34" charset="-122"/>
                <a:cs typeface="微软雅黑" pitchFamily="18" charset="-122"/>
              </a:rPr>
              <a:t>6月</a:t>
            </a:r>
            <a:endParaRPr kumimoji="1" lang="zh-CN" altLang="en-US" sz="1477" dirty="0">
              <a:latin typeface="微软雅黑" panose="020B0503020204020204" pitchFamily="34" charset="-122"/>
              <a:ea typeface="微软雅黑" panose="020B0503020204020204" pitchFamily="34" charset="-122"/>
              <a:cs typeface="微软雅黑" pitchFamily="18" charset="-122"/>
            </a:endParaRPr>
          </a:p>
        </p:txBody>
      </p:sp>
      <p:cxnSp>
        <p:nvCxnSpPr>
          <p:cNvPr id="116" name="直线箭头连接符 64">
            <a:extLst>
              <a:ext uri="{FF2B5EF4-FFF2-40B4-BE49-F238E27FC236}">
                <a16:creationId xmlns:a16="http://schemas.microsoft.com/office/drawing/2014/main" id="{6A920C2F-47D4-ABCD-E203-F502C8E2E777}"/>
              </a:ext>
            </a:extLst>
          </p:cNvPr>
          <p:cNvCxnSpPr>
            <a:cxnSpLocks/>
          </p:cNvCxnSpPr>
          <p:nvPr/>
        </p:nvCxnSpPr>
        <p:spPr>
          <a:xfrm>
            <a:off x="1718096" y="5739899"/>
            <a:ext cx="8127218" cy="0"/>
          </a:xfrm>
          <a:prstGeom prst="straightConnector1">
            <a:avLst/>
          </a:prstGeom>
          <a:ln>
            <a:solidFill>
              <a:srgbClr val="333333"/>
            </a:solidFill>
            <a:tailEnd type="triangle"/>
          </a:ln>
        </p:spPr>
        <p:style>
          <a:lnRef idx="2">
            <a:srgbClr val="336699"/>
          </a:lnRef>
          <a:fillRef idx="0">
            <a:srgbClr val="336699"/>
          </a:fillRef>
          <a:effectRef idx="1">
            <a:srgbClr val="336699"/>
          </a:effectRef>
          <a:fontRef idx="minor">
            <a:srgbClr val="333333"/>
          </a:fontRef>
        </p:style>
      </p:cxnSp>
      <p:sp>
        <p:nvSpPr>
          <p:cNvPr id="117" name="矩形 65">
            <a:extLst>
              <a:ext uri="{FF2B5EF4-FFF2-40B4-BE49-F238E27FC236}">
                <a16:creationId xmlns:a16="http://schemas.microsoft.com/office/drawing/2014/main" id="{F64E0242-FC67-90A3-2FFF-03B42FA4D6EC}"/>
              </a:ext>
            </a:extLst>
          </p:cNvPr>
          <p:cNvSpPr/>
          <p:nvPr/>
        </p:nvSpPr>
        <p:spPr>
          <a:xfrm flipH="1">
            <a:off x="8468626" y="1834869"/>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18" name="圆角矩形 66">
            <a:extLst>
              <a:ext uri="{FF2B5EF4-FFF2-40B4-BE49-F238E27FC236}">
                <a16:creationId xmlns:a16="http://schemas.microsoft.com/office/drawing/2014/main" id="{EF17F5C9-D7CC-4535-E32A-A9157FF55827}"/>
              </a:ext>
            </a:extLst>
          </p:cNvPr>
          <p:cNvSpPr/>
          <p:nvPr/>
        </p:nvSpPr>
        <p:spPr>
          <a:xfrm>
            <a:off x="8527268" y="1392090"/>
            <a:ext cx="1037971" cy="31831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19" name="图形 67" descr="奖杯 纯色填充">
            <a:extLst>
              <a:ext uri="{FF2B5EF4-FFF2-40B4-BE49-F238E27FC236}">
                <a16:creationId xmlns:a16="http://schemas.microsoft.com/office/drawing/2014/main" id="{7BC34EF6-446A-9B15-2146-5E2EDFC9D35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39041" y="1334411"/>
            <a:ext cx="388247" cy="388247"/>
          </a:xfrm>
          <a:prstGeom prst="rect">
            <a:avLst/>
          </a:prstGeom>
        </p:spPr>
      </p:pic>
      <p:sp>
        <p:nvSpPr>
          <p:cNvPr id="120" name="矩形 68">
            <a:extLst>
              <a:ext uri="{FF2B5EF4-FFF2-40B4-BE49-F238E27FC236}">
                <a16:creationId xmlns:a16="http://schemas.microsoft.com/office/drawing/2014/main" id="{CE42702E-9FED-9DF7-EE7F-B0AE0FEBCEB1}"/>
              </a:ext>
            </a:extLst>
          </p:cNvPr>
          <p:cNvSpPr/>
          <p:nvPr/>
        </p:nvSpPr>
        <p:spPr>
          <a:xfrm flipH="1">
            <a:off x="8468626" y="4865605"/>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21" name="圆角矩形 69">
            <a:extLst>
              <a:ext uri="{FF2B5EF4-FFF2-40B4-BE49-F238E27FC236}">
                <a16:creationId xmlns:a16="http://schemas.microsoft.com/office/drawing/2014/main" id="{5F1521D5-8C09-B17A-4767-BF592A69A3CC}"/>
              </a:ext>
            </a:extLst>
          </p:cNvPr>
          <p:cNvSpPr/>
          <p:nvPr/>
        </p:nvSpPr>
        <p:spPr>
          <a:xfrm>
            <a:off x="8527268" y="4422826"/>
            <a:ext cx="1037971" cy="31831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22" name="图形 70" descr="奖杯 纯色填充">
            <a:extLst>
              <a:ext uri="{FF2B5EF4-FFF2-40B4-BE49-F238E27FC236}">
                <a16:creationId xmlns:a16="http://schemas.microsoft.com/office/drawing/2014/main" id="{90CD7345-00A1-549B-BA52-33E527A1896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39041" y="4365146"/>
            <a:ext cx="388247" cy="388247"/>
          </a:xfrm>
          <a:prstGeom prst="rect">
            <a:avLst/>
          </a:prstGeom>
        </p:spPr>
      </p:pic>
      <p:sp>
        <p:nvSpPr>
          <p:cNvPr id="123" name="矩形 71">
            <a:extLst>
              <a:ext uri="{FF2B5EF4-FFF2-40B4-BE49-F238E27FC236}">
                <a16:creationId xmlns:a16="http://schemas.microsoft.com/office/drawing/2014/main" id="{039D889B-6DA2-5EF3-D884-954DF1BF2F8A}"/>
              </a:ext>
            </a:extLst>
          </p:cNvPr>
          <p:cNvSpPr/>
          <p:nvPr/>
        </p:nvSpPr>
        <p:spPr>
          <a:xfrm flipH="1">
            <a:off x="8468626" y="3337574"/>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24" name="圆角矩形 72">
            <a:extLst>
              <a:ext uri="{FF2B5EF4-FFF2-40B4-BE49-F238E27FC236}">
                <a16:creationId xmlns:a16="http://schemas.microsoft.com/office/drawing/2014/main" id="{1A9CF934-BDFB-19C9-D3F7-327B0A0B1D29}"/>
              </a:ext>
            </a:extLst>
          </p:cNvPr>
          <p:cNvSpPr/>
          <p:nvPr/>
        </p:nvSpPr>
        <p:spPr>
          <a:xfrm>
            <a:off x="8527268" y="2894795"/>
            <a:ext cx="1037971" cy="318311"/>
          </a:xfrm>
          <a:prstGeom prst="round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336699"/>
                </a:solidFill>
                <a:latin typeface="微软雅黑" panose="020B0503020204020204" pitchFamily="34" charset="-122"/>
                <a:ea typeface="微软雅黑" panose="020B0503020204020204" pitchFamily="34" charset="-122"/>
                <a:cs typeface="微软雅黑" pitchFamily="18" charset="-122"/>
              </a:rPr>
              <a:t>主要业绩</a:t>
            </a:r>
          </a:p>
        </p:txBody>
      </p:sp>
      <p:pic>
        <p:nvPicPr>
          <p:cNvPr id="125" name="图形 73" descr="奖杯 纯色填充">
            <a:extLst>
              <a:ext uri="{FF2B5EF4-FFF2-40B4-BE49-F238E27FC236}">
                <a16:creationId xmlns:a16="http://schemas.microsoft.com/office/drawing/2014/main" id="{0121C6ED-78B1-EEE2-AEC3-FCE0E769DD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39041" y="2837115"/>
            <a:ext cx="388247" cy="388247"/>
          </a:xfrm>
          <a:prstGeom prst="rect">
            <a:avLst/>
          </a:prstGeom>
        </p:spPr>
      </p:pic>
      <p:cxnSp>
        <p:nvCxnSpPr>
          <p:cNvPr id="126" name="直线连接符 75">
            <a:extLst>
              <a:ext uri="{FF2B5EF4-FFF2-40B4-BE49-F238E27FC236}">
                <a16:creationId xmlns:a16="http://schemas.microsoft.com/office/drawing/2014/main" id="{196A4EA2-C8A8-D386-C31B-440ECB30B1DD}"/>
              </a:ext>
            </a:extLst>
          </p:cNvPr>
          <p:cNvCxnSpPr/>
          <p:nvPr/>
        </p:nvCxnSpPr>
        <p:spPr>
          <a:xfrm>
            <a:off x="8535710" y="1817985"/>
            <a:ext cx="2676063" cy="0"/>
          </a:xfrm>
          <a:prstGeom prst="line">
            <a:avLst/>
          </a:prstGeom>
          <a:ln w="12700"/>
        </p:spPr>
        <p:style>
          <a:lnRef idx="1">
            <a:srgbClr val="336699"/>
          </a:lnRef>
          <a:fillRef idx="0">
            <a:srgbClr val="336699"/>
          </a:fillRef>
          <a:effectRef idx="0">
            <a:srgbClr val="336699"/>
          </a:effectRef>
          <a:fontRef idx="minor">
            <a:srgbClr val="333333"/>
          </a:fontRef>
        </p:style>
      </p:cxnSp>
      <p:cxnSp>
        <p:nvCxnSpPr>
          <p:cNvPr id="127" name="直线连接符 76">
            <a:extLst>
              <a:ext uri="{FF2B5EF4-FFF2-40B4-BE49-F238E27FC236}">
                <a16:creationId xmlns:a16="http://schemas.microsoft.com/office/drawing/2014/main" id="{B445F0E5-078A-A317-DFD3-F9BF918796C5}"/>
              </a:ext>
            </a:extLst>
          </p:cNvPr>
          <p:cNvCxnSpPr/>
          <p:nvPr/>
        </p:nvCxnSpPr>
        <p:spPr>
          <a:xfrm>
            <a:off x="8535710" y="4848720"/>
            <a:ext cx="2676063" cy="0"/>
          </a:xfrm>
          <a:prstGeom prst="line">
            <a:avLst/>
          </a:prstGeom>
          <a:ln w="12700"/>
        </p:spPr>
        <p:style>
          <a:lnRef idx="1">
            <a:srgbClr val="336699"/>
          </a:lnRef>
          <a:fillRef idx="0">
            <a:srgbClr val="336699"/>
          </a:fillRef>
          <a:effectRef idx="0">
            <a:srgbClr val="336699"/>
          </a:effectRef>
          <a:fontRef idx="minor">
            <a:srgbClr val="333333"/>
          </a:fontRef>
        </p:style>
      </p:cxnSp>
      <p:cxnSp>
        <p:nvCxnSpPr>
          <p:cNvPr id="128" name="直线连接符 77">
            <a:extLst>
              <a:ext uri="{FF2B5EF4-FFF2-40B4-BE49-F238E27FC236}">
                <a16:creationId xmlns:a16="http://schemas.microsoft.com/office/drawing/2014/main" id="{F4B88864-DFDB-8EFB-73A1-7745324A8543}"/>
              </a:ext>
            </a:extLst>
          </p:cNvPr>
          <p:cNvCxnSpPr/>
          <p:nvPr/>
        </p:nvCxnSpPr>
        <p:spPr>
          <a:xfrm>
            <a:off x="8535710" y="3312247"/>
            <a:ext cx="2676063"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29" name="文本框 78">
            <a:extLst>
              <a:ext uri="{FF2B5EF4-FFF2-40B4-BE49-F238E27FC236}">
                <a16:creationId xmlns:a16="http://schemas.microsoft.com/office/drawing/2014/main" id="{9AAFDD29-24FC-B051-1D62-3019143C0404}"/>
              </a:ext>
            </a:extLst>
          </p:cNvPr>
          <p:cNvSpPr txBox="1"/>
          <p:nvPr/>
        </p:nvSpPr>
        <p:spPr>
          <a:xfrm>
            <a:off x="4803676" y="1336443"/>
            <a:ext cx="2609666" cy="653553"/>
          </a:xfrm>
          <a:prstGeom prst="rect">
            <a:avLst/>
          </a:prstGeom>
          <a:noFill/>
        </p:spPr>
        <p:txBody>
          <a:bodyPr wrap="square" rtlCol="0">
            <a:spAutoFit/>
          </a:bodyPr>
          <a:lstStyle/>
          <a:p>
            <a:pPr algn="ctr"/>
            <a:r>
              <a:rPr lang="en-US" altLang="zh-CN" sz="1846"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2024</a:t>
            </a:r>
            <a:r>
              <a:rPr lang="zh-CN" altLang="en-US" sz="1846"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上半年</a:t>
            </a:r>
            <a:endParaRPr lang="en-US" altLang="zh-CN" sz="1846"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endParaRPr>
          </a:p>
          <a:p>
            <a:pPr algn="ctr"/>
            <a:r>
              <a:rPr lang="zh-CN" altLang="en-US" sz="1846"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工作成果展示</a:t>
            </a:r>
            <a:endParaRPr kumimoji="1" lang="zh-CN" altLang="en-US" sz="1846"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0" name="矩形 79">
            <a:extLst>
              <a:ext uri="{FF2B5EF4-FFF2-40B4-BE49-F238E27FC236}">
                <a16:creationId xmlns:a16="http://schemas.microsoft.com/office/drawing/2014/main" id="{8A7E51CA-5BB0-5D99-08C6-7D24CE45C422}"/>
              </a:ext>
            </a:extLst>
          </p:cNvPr>
          <p:cNvSpPr/>
          <p:nvPr/>
        </p:nvSpPr>
        <p:spPr>
          <a:xfrm flipH="1">
            <a:off x="1031083" y="1834869"/>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31" name="圆角矩形 80">
            <a:extLst>
              <a:ext uri="{FF2B5EF4-FFF2-40B4-BE49-F238E27FC236}">
                <a16:creationId xmlns:a16="http://schemas.microsoft.com/office/drawing/2014/main" id="{42945F56-E4D6-1342-630E-203279A84B6C}"/>
              </a:ext>
            </a:extLst>
          </p:cNvPr>
          <p:cNvSpPr/>
          <p:nvPr/>
        </p:nvSpPr>
        <p:spPr>
          <a:xfrm>
            <a:off x="1089725" y="1392090"/>
            <a:ext cx="1037971" cy="318311"/>
          </a:xfrm>
          <a:prstGeom prst="round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336699"/>
                </a:solidFill>
                <a:latin typeface="微软雅黑" panose="020B0503020204020204" pitchFamily="34" charset="-122"/>
                <a:ea typeface="微软雅黑" panose="020B0503020204020204" pitchFamily="34" charset="-122"/>
                <a:cs typeface="微软雅黑" pitchFamily="18" charset="-122"/>
              </a:rPr>
              <a:t>主要业绩</a:t>
            </a:r>
          </a:p>
        </p:txBody>
      </p:sp>
      <p:pic>
        <p:nvPicPr>
          <p:cNvPr id="132" name="图形 81" descr="奖杯 纯色填充">
            <a:extLst>
              <a:ext uri="{FF2B5EF4-FFF2-40B4-BE49-F238E27FC236}">
                <a16:creationId xmlns:a16="http://schemas.microsoft.com/office/drawing/2014/main" id="{6E9CC82F-71B5-5C7B-0928-A688F03A99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401498" y="1334411"/>
            <a:ext cx="388247" cy="388247"/>
          </a:xfrm>
          <a:prstGeom prst="rect">
            <a:avLst/>
          </a:prstGeom>
        </p:spPr>
      </p:pic>
      <p:cxnSp>
        <p:nvCxnSpPr>
          <p:cNvPr id="133" name="直线连接符 82">
            <a:extLst>
              <a:ext uri="{FF2B5EF4-FFF2-40B4-BE49-F238E27FC236}">
                <a16:creationId xmlns:a16="http://schemas.microsoft.com/office/drawing/2014/main" id="{F8D242EE-7377-AA6C-00E8-5D396340D040}"/>
              </a:ext>
            </a:extLst>
          </p:cNvPr>
          <p:cNvCxnSpPr/>
          <p:nvPr/>
        </p:nvCxnSpPr>
        <p:spPr>
          <a:xfrm>
            <a:off x="1098167" y="1809543"/>
            <a:ext cx="2676063"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34" name="矩形 83">
            <a:extLst>
              <a:ext uri="{FF2B5EF4-FFF2-40B4-BE49-F238E27FC236}">
                <a16:creationId xmlns:a16="http://schemas.microsoft.com/office/drawing/2014/main" id="{FE3FE4D8-D71D-9F51-6D0C-1147F7BCC523}"/>
              </a:ext>
            </a:extLst>
          </p:cNvPr>
          <p:cNvSpPr/>
          <p:nvPr/>
        </p:nvSpPr>
        <p:spPr>
          <a:xfrm flipH="1">
            <a:off x="1031083" y="4865605"/>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35" name="圆角矩形 84">
            <a:extLst>
              <a:ext uri="{FF2B5EF4-FFF2-40B4-BE49-F238E27FC236}">
                <a16:creationId xmlns:a16="http://schemas.microsoft.com/office/drawing/2014/main" id="{1EF45B58-A596-4BF4-8D29-4B7291FB9DA1}"/>
              </a:ext>
            </a:extLst>
          </p:cNvPr>
          <p:cNvSpPr/>
          <p:nvPr/>
        </p:nvSpPr>
        <p:spPr>
          <a:xfrm>
            <a:off x="1089725" y="4422826"/>
            <a:ext cx="1037971" cy="318311"/>
          </a:xfrm>
          <a:prstGeom prst="round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336699"/>
                </a:solidFill>
                <a:latin typeface="微软雅黑" panose="020B0503020204020204" pitchFamily="34" charset="-122"/>
                <a:ea typeface="微软雅黑" panose="020B0503020204020204" pitchFamily="34" charset="-122"/>
                <a:cs typeface="微软雅黑" pitchFamily="18" charset="-122"/>
              </a:rPr>
              <a:t>主要业绩</a:t>
            </a:r>
          </a:p>
        </p:txBody>
      </p:sp>
      <p:pic>
        <p:nvPicPr>
          <p:cNvPr id="136" name="图形 85" descr="奖杯 纯色填充">
            <a:extLst>
              <a:ext uri="{FF2B5EF4-FFF2-40B4-BE49-F238E27FC236}">
                <a16:creationId xmlns:a16="http://schemas.microsoft.com/office/drawing/2014/main" id="{2B349115-BFE8-DBFE-F15A-19CC855A8F2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401498" y="4365146"/>
            <a:ext cx="388247" cy="388247"/>
          </a:xfrm>
          <a:prstGeom prst="rect">
            <a:avLst/>
          </a:prstGeom>
        </p:spPr>
      </p:pic>
      <p:cxnSp>
        <p:nvCxnSpPr>
          <p:cNvPr id="137" name="直线连接符 86">
            <a:extLst>
              <a:ext uri="{FF2B5EF4-FFF2-40B4-BE49-F238E27FC236}">
                <a16:creationId xmlns:a16="http://schemas.microsoft.com/office/drawing/2014/main" id="{6CD37689-69A2-A150-3935-909E4D6ECFC7}"/>
              </a:ext>
            </a:extLst>
          </p:cNvPr>
          <p:cNvCxnSpPr/>
          <p:nvPr/>
        </p:nvCxnSpPr>
        <p:spPr>
          <a:xfrm>
            <a:off x="1098167" y="4840278"/>
            <a:ext cx="2676063"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38" name="矩形 87">
            <a:extLst>
              <a:ext uri="{FF2B5EF4-FFF2-40B4-BE49-F238E27FC236}">
                <a16:creationId xmlns:a16="http://schemas.microsoft.com/office/drawing/2014/main" id="{10CFF68A-8742-A626-E730-4C97A607544F}"/>
              </a:ext>
            </a:extLst>
          </p:cNvPr>
          <p:cNvSpPr/>
          <p:nvPr/>
        </p:nvSpPr>
        <p:spPr>
          <a:xfrm flipH="1">
            <a:off x="1031083" y="3337574"/>
            <a:ext cx="2734705" cy="491527"/>
          </a:xfrm>
          <a:prstGeom prst="rect">
            <a:avLst/>
          </a:prstGeom>
          <a:ln>
            <a:noFill/>
          </a:ln>
        </p:spPr>
        <p:txBody>
          <a:bodyPr wrap="square" lIns="91440" tIns="45720" rIns="91440" bIns="45720" anchor="t">
            <a:spAutoFit/>
          </a:bodyPr>
          <a:lstStyle/>
          <a:p>
            <a:pPr>
              <a:lnSpc>
                <a:spcPct val="150000"/>
              </a:lnSpc>
            </a:pPr>
            <a:r>
              <a:rPr kumimoji="1"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这里请放入您需要替换的文字内容，这里请放入。这里请放入您需要替换的文字内容，这里请放入。</a:t>
            </a:r>
          </a:p>
        </p:txBody>
      </p:sp>
      <p:sp>
        <p:nvSpPr>
          <p:cNvPr id="139" name="圆角矩形 88">
            <a:extLst>
              <a:ext uri="{FF2B5EF4-FFF2-40B4-BE49-F238E27FC236}">
                <a16:creationId xmlns:a16="http://schemas.microsoft.com/office/drawing/2014/main" id="{B0772C3D-A006-0972-D64D-DB7A53A2319E}"/>
              </a:ext>
            </a:extLst>
          </p:cNvPr>
          <p:cNvSpPr/>
          <p:nvPr/>
        </p:nvSpPr>
        <p:spPr>
          <a:xfrm>
            <a:off x="1089725" y="2894795"/>
            <a:ext cx="1037971" cy="31831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40" name="图形 89" descr="奖杯 纯色填充">
            <a:extLst>
              <a:ext uri="{FF2B5EF4-FFF2-40B4-BE49-F238E27FC236}">
                <a16:creationId xmlns:a16="http://schemas.microsoft.com/office/drawing/2014/main" id="{E7B80AEF-669E-2E15-47B0-C7DA29081C9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01498" y="2837115"/>
            <a:ext cx="388247" cy="388247"/>
          </a:xfrm>
          <a:prstGeom prst="rect">
            <a:avLst/>
          </a:prstGeom>
        </p:spPr>
      </p:pic>
      <p:cxnSp>
        <p:nvCxnSpPr>
          <p:cNvPr id="141" name="直线连接符 90">
            <a:extLst>
              <a:ext uri="{FF2B5EF4-FFF2-40B4-BE49-F238E27FC236}">
                <a16:creationId xmlns:a16="http://schemas.microsoft.com/office/drawing/2014/main" id="{66DD0AB1-0BAD-6243-7FD7-E5BBBB8F24C0}"/>
              </a:ext>
            </a:extLst>
          </p:cNvPr>
          <p:cNvCxnSpPr/>
          <p:nvPr/>
        </p:nvCxnSpPr>
        <p:spPr>
          <a:xfrm>
            <a:off x="1098167" y="3320689"/>
            <a:ext cx="2676063" cy="0"/>
          </a:xfrm>
          <a:prstGeom prst="line">
            <a:avLst/>
          </a:prstGeom>
          <a:ln w="12700"/>
        </p:spPr>
        <p:style>
          <a:lnRef idx="1">
            <a:srgbClr val="336699"/>
          </a:lnRef>
          <a:fillRef idx="0">
            <a:srgbClr val="336699"/>
          </a:fillRef>
          <a:effectRef idx="0">
            <a:srgbClr val="336699"/>
          </a:effectRef>
          <a:fontRef idx="minor">
            <a:srgbClr val="333333"/>
          </a:fontRef>
        </p:style>
      </p:cxnSp>
      <p:sp>
        <p:nvSpPr>
          <p:cNvPr id="142" name="Freeform 45">
            <a:extLst>
              <a:ext uri="{FF2B5EF4-FFF2-40B4-BE49-F238E27FC236}">
                <a16:creationId xmlns:a16="http://schemas.microsoft.com/office/drawing/2014/main" id="{CE26B332-F47B-EE55-8801-5077CEB3BBF7}"/>
              </a:ext>
            </a:extLst>
          </p:cNvPr>
          <p:cNvSpPr>
            <a:spLocks noEditPoints="1"/>
          </p:cNvSpPr>
          <p:nvPr/>
        </p:nvSpPr>
        <p:spPr bwMode="auto">
          <a:xfrm>
            <a:off x="4603265" y="2388042"/>
            <a:ext cx="311725" cy="311725"/>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63">
              <a:solidFill>
                <a:srgbClr val="FFFFFF"/>
              </a:solidFill>
              <a:latin typeface="微软雅黑" panose="020B0503020204020204" pitchFamily="34" charset="-122"/>
              <a:ea typeface="微软雅黑" panose="020B0503020204020204" pitchFamily="34" charset="-122"/>
            </a:endParaRPr>
          </a:p>
        </p:txBody>
      </p:sp>
      <p:sp>
        <p:nvSpPr>
          <p:cNvPr id="143" name="文本框 92">
            <a:extLst>
              <a:ext uri="{FF2B5EF4-FFF2-40B4-BE49-F238E27FC236}">
                <a16:creationId xmlns:a16="http://schemas.microsoft.com/office/drawing/2014/main" id="{4B8A43BC-C646-48A1-F006-A153D608676F}"/>
              </a:ext>
            </a:extLst>
          </p:cNvPr>
          <p:cNvSpPr txBox="1"/>
          <p:nvPr/>
        </p:nvSpPr>
        <p:spPr>
          <a:xfrm>
            <a:off x="4837768" y="2337941"/>
            <a:ext cx="2828077" cy="369400"/>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46" b="1" dirty="0">
                <a:solidFill>
                  <a:srgbClr val="FFFFFF"/>
                </a:solidFill>
                <a:latin typeface="微软雅黑" panose="020B0503020204020204" pitchFamily="34" charset="-122"/>
                <a:ea typeface="微软雅黑" panose="020B0503020204020204" pitchFamily="34" charset="-122"/>
                <a:cs typeface="微软雅黑" pitchFamily="18" charset="-122"/>
              </a:rPr>
              <a:t>完成领导安排的工作</a:t>
            </a:r>
          </a:p>
        </p:txBody>
      </p:sp>
      <p:sp>
        <p:nvSpPr>
          <p:cNvPr id="144" name="Freeform 45">
            <a:extLst>
              <a:ext uri="{FF2B5EF4-FFF2-40B4-BE49-F238E27FC236}">
                <a16:creationId xmlns:a16="http://schemas.microsoft.com/office/drawing/2014/main" id="{EDAF3F72-7B14-720C-8716-A6E600BA631F}"/>
              </a:ext>
            </a:extLst>
          </p:cNvPr>
          <p:cNvSpPr>
            <a:spLocks noEditPoints="1"/>
          </p:cNvSpPr>
          <p:nvPr/>
        </p:nvSpPr>
        <p:spPr bwMode="auto">
          <a:xfrm>
            <a:off x="4603265" y="3063415"/>
            <a:ext cx="311725" cy="311725"/>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63">
              <a:solidFill>
                <a:srgbClr val="FFFFFF"/>
              </a:solidFill>
              <a:latin typeface="微软雅黑" panose="020B0503020204020204" pitchFamily="34" charset="-122"/>
              <a:ea typeface="微软雅黑" panose="020B0503020204020204" pitchFamily="34" charset="-122"/>
            </a:endParaRPr>
          </a:p>
        </p:txBody>
      </p:sp>
      <p:sp>
        <p:nvSpPr>
          <p:cNvPr id="145" name="文本框 94">
            <a:extLst>
              <a:ext uri="{FF2B5EF4-FFF2-40B4-BE49-F238E27FC236}">
                <a16:creationId xmlns:a16="http://schemas.microsoft.com/office/drawing/2014/main" id="{D1DA425A-7639-DBE2-5182-39A2098CB293}"/>
              </a:ext>
            </a:extLst>
          </p:cNvPr>
          <p:cNvSpPr txBox="1"/>
          <p:nvPr/>
        </p:nvSpPr>
        <p:spPr>
          <a:xfrm>
            <a:off x="4837768" y="3013314"/>
            <a:ext cx="2828077" cy="369400"/>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46" b="1" dirty="0">
                <a:solidFill>
                  <a:srgbClr val="FFFFFF"/>
                </a:solidFill>
                <a:latin typeface="微软雅黑" panose="020B0503020204020204" pitchFamily="34" charset="-122"/>
                <a:ea typeface="微软雅黑" panose="020B0503020204020204" pitchFamily="34" charset="-122"/>
                <a:cs typeface="微软雅黑" pitchFamily="18" charset="-122"/>
              </a:rPr>
              <a:t>活动方案的策划内容</a:t>
            </a:r>
          </a:p>
        </p:txBody>
      </p:sp>
      <p:sp>
        <p:nvSpPr>
          <p:cNvPr id="146" name="Freeform 45">
            <a:extLst>
              <a:ext uri="{FF2B5EF4-FFF2-40B4-BE49-F238E27FC236}">
                <a16:creationId xmlns:a16="http://schemas.microsoft.com/office/drawing/2014/main" id="{6F73D334-784F-2A1A-F838-FD3D86E0806A}"/>
              </a:ext>
            </a:extLst>
          </p:cNvPr>
          <p:cNvSpPr>
            <a:spLocks noEditPoints="1"/>
          </p:cNvSpPr>
          <p:nvPr/>
        </p:nvSpPr>
        <p:spPr bwMode="auto">
          <a:xfrm>
            <a:off x="4603265" y="3730345"/>
            <a:ext cx="311725" cy="311725"/>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63">
              <a:solidFill>
                <a:srgbClr val="FFFFFF"/>
              </a:solidFill>
              <a:latin typeface="微软雅黑" panose="020B0503020204020204" pitchFamily="34" charset="-122"/>
              <a:ea typeface="微软雅黑" panose="020B0503020204020204" pitchFamily="34" charset="-122"/>
            </a:endParaRPr>
          </a:p>
        </p:txBody>
      </p:sp>
      <p:sp>
        <p:nvSpPr>
          <p:cNvPr id="147" name="文本框 96">
            <a:extLst>
              <a:ext uri="{FF2B5EF4-FFF2-40B4-BE49-F238E27FC236}">
                <a16:creationId xmlns:a16="http://schemas.microsoft.com/office/drawing/2014/main" id="{CD3A4F57-FAFF-586D-17BB-C29412778B42}"/>
              </a:ext>
            </a:extLst>
          </p:cNvPr>
          <p:cNvSpPr txBox="1"/>
          <p:nvPr/>
        </p:nvSpPr>
        <p:spPr>
          <a:xfrm>
            <a:off x="4837768" y="3680245"/>
            <a:ext cx="2828077" cy="369400"/>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46" b="1" dirty="0">
                <a:solidFill>
                  <a:srgbClr val="FFFFFF"/>
                </a:solidFill>
                <a:latin typeface="微软雅黑" panose="020B0503020204020204" pitchFamily="34" charset="-122"/>
                <a:ea typeface="微软雅黑" panose="020B0503020204020204" pitchFamily="34" charset="-122"/>
                <a:cs typeface="微软雅黑" pitchFamily="18" charset="-122"/>
              </a:rPr>
              <a:t>图文美化的设计工作</a:t>
            </a:r>
          </a:p>
        </p:txBody>
      </p:sp>
      <p:sp>
        <p:nvSpPr>
          <p:cNvPr id="148" name="Freeform 45">
            <a:extLst>
              <a:ext uri="{FF2B5EF4-FFF2-40B4-BE49-F238E27FC236}">
                <a16:creationId xmlns:a16="http://schemas.microsoft.com/office/drawing/2014/main" id="{AB70BCA7-784B-5061-E43C-829EBC27F5FB}"/>
              </a:ext>
            </a:extLst>
          </p:cNvPr>
          <p:cNvSpPr>
            <a:spLocks noEditPoints="1"/>
          </p:cNvSpPr>
          <p:nvPr/>
        </p:nvSpPr>
        <p:spPr bwMode="auto">
          <a:xfrm>
            <a:off x="4603265" y="4397276"/>
            <a:ext cx="311725" cy="311725"/>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336699"/>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63">
              <a:solidFill>
                <a:srgbClr val="FFFFFF"/>
              </a:solidFill>
              <a:latin typeface="微软雅黑" panose="020B0503020204020204" pitchFamily="34" charset="-122"/>
              <a:ea typeface="微软雅黑" panose="020B0503020204020204" pitchFamily="34" charset="-122"/>
            </a:endParaRPr>
          </a:p>
        </p:txBody>
      </p:sp>
      <p:sp>
        <p:nvSpPr>
          <p:cNvPr id="149" name="文本框 98">
            <a:extLst>
              <a:ext uri="{FF2B5EF4-FFF2-40B4-BE49-F238E27FC236}">
                <a16:creationId xmlns:a16="http://schemas.microsoft.com/office/drawing/2014/main" id="{D7EC2F50-AB4D-D2FA-FDE5-DF38DF149D17}"/>
              </a:ext>
            </a:extLst>
          </p:cNvPr>
          <p:cNvSpPr txBox="1"/>
          <p:nvPr/>
        </p:nvSpPr>
        <p:spPr>
          <a:xfrm>
            <a:off x="4837768" y="4347175"/>
            <a:ext cx="2828077" cy="369400"/>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46" b="1" dirty="0">
                <a:solidFill>
                  <a:srgbClr val="336699"/>
                </a:solidFill>
                <a:latin typeface="微软雅黑" panose="020B0503020204020204" pitchFamily="34" charset="-122"/>
                <a:ea typeface="微软雅黑" panose="020B0503020204020204" pitchFamily="34" charset="-122"/>
                <a:cs typeface="微软雅黑" pitchFamily="18" charset="-122"/>
              </a:rPr>
              <a:t>落地安装的现场监督</a:t>
            </a:r>
          </a:p>
        </p:txBody>
      </p:sp>
      <p:sp>
        <p:nvSpPr>
          <p:cNvPr id="150" name="Freeform 45">
            <a:extLst>
              <a:ext uri="{FF2B5EF4-FFF2-40B4-BE49-F238E27FC236}">
                <a16:creationId xmlns:a16="http://schemas.microsoft.com/office/drawing/2014/main" id="{52027162-CD33-B58E-CFFF-1624BDBF441D}"/>
              </a:ext>
            </a:extLst>
          </p:cNvPr>
          <p:cNvSpPr>
            <a:spLocks noEditPoints="1"/>
          </p:cNvSpPr>
          <p:nvPr/>
        </p:nvSpPr>
        <p:spPr bwMode="auto">
          <a:xfrm>
            <a:off x="4603265" y="5097975"/>
            <a:ext cx="311725" cy="311725"/>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336699"/>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63">
              <a:solidFill>
                <a:srgbClr val="FFFFFF"/>
              </a:solidFill>
              <a:latin typeface="微软雅黑" panose="020B0503020204020204" pitchFamily="34" charset="-122"/>
              <a:ea typeface="微软雅黑" panose="020B0503020204020204" pitchFamily="34" charset="-122"/>
            </a:endParaRPr>
          </a:p>
        </p:txBody>
      </p:sp>
      <p:sp>
        <p:nvSpPr>
          <p:cNvPr id="151" name="文本框 100">
            <a:extLst>
              <a:ext uri="{FF2B5EF4-FFF2-40B4-BE49-F238E27FC236}">
                <a16:creationId xmlns:a16="http://schemas.microsoft.com/office/drawing/2014/main" id="{07A4A648-9629-CBAD-FEA2-3EA73B3949DF}"/>
              </a:ext>
            </a:extLst>
          </p:cNvPr>
          <p:cNvSpPr txBox="1"/>
          <p:nvPr/>
        </p:nvSpPr>
        <p:spPr>
          <a:xfrm>
            <a:off x="4837768" y="5047875"/>
            <a:ext cx="2828077" cy="369400"/>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46" b="1" dirty="0">
                <a:solidFill>
                  <a:srgbClr val="336699"/>
                </a:solidFill>
                <a:latin typeface="微软雅黑" panose="020B0503020204020204" pitchFamily="34" charset="-122"/>
                <a:ea typeface="微软雅黑" panose="020B0503020204020204" pitchFamily="34" charset="-122"/>
                <a:cs typeface="微软雅黑" pitchFamily="18" charset="-122"/>
              </a:rPr>
              <a:t>活动完成的收尾内容</a:t>
            </a:r>
          </a:p>
        </p:txBody>
      </p:sp>
    </p:spTree>
    <p:extLst>
      <p:ext uri="{BB962C8B-B14F-4D97-AF65-F5344CB8AC3E}">
        <p14:creationId xmlns:p14="http://schemas.microsoft.com/office/powerpoint/2010/main" val="1851778670"/>
      </p:ext>
    </p:extLst>
  </p:cSld>
  <p:clrMapOvr>
    <a:masterClrMapping/>
  </p:clrMapOvr>
</p:sld>
</file>

<file path=ppt/slides/vr_business_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R024 四项计划并列（结构示例）</a:t>
            </a:r>
          </a:p>
        </p:txBody>
      </p:sp>
      <p:pic>
        <p:nvPicPr>
          <p:cNvPr id="101" name="object 8">
            <a:extLst>
              <a:ext uri="{FF2B5EF4-FFF2-40B4-BE49-F238E27FC236}">
                <a16:creationId xmlns:a16="http://schemas.microsoft.com/office/drawing/2014/main" id="{825AF2C5-25E7-052D-B8D3-383880E82E3D}"/>
              </a:ext>
            </a:extLst>
          </p:cNvPr>
          <p:cNvPicPr/>
          <p:nvPr/>
        </p:nvPicPr>
        <p:blipFill>
          <a:blip r:embed="rId4" cstate="print"/>
          <a:stretch>
            <a:fillRect/>
          </a:stretch>
        </p:blipFill>
        <p:spPr>
          <a:xfrm>
            <a:off x="2297107" y="2421135"/>
            <a:ext cx="120214" cy="120225"/>
          </a:xfrm>
          <a:prstGeom prst="rect">
            <a:avLst/>
          </a:prstGeom>
          <a:solidFill>
            <a:srgbClr val="FFFFFF"/>
          </a:solidFill>
        </p:spPr>
      </p:pic>
      <p:pic>
        <p:nvPicPr>
          <p:cNvPr id="102" name="object 9">
            <a:extLst>
              <a:ext uri="{FF2B5EF4-FFF2-40B4-BE49-F238E27FC236}">
                <a16:creationId xmlns:a16="http://schemas.microsoft.com/office/drawing/2014/main" id="{4F000E4A-9388-8323-975D-B96749CC8925}"/>
              </a:ext>
            </a:extLst>
          </p:cNvPr>
          <p:cNvPicPr/>
          <p:nvPr/>
        </p:nvPicPr>
        <p:blipFill>
          <a:blip r:embed="rId4" cstate="print"/>
          <a:stretch>
            <a:fillRect/>
          </a:stretch>
        </p:blipFill>
        <p:spPr>
          <a:xfrm>
            <a:off x="4759510" y="2421135"/>
            <a:ext cx="120214" cy="120225"/>
          </a:xfrm>
          <a:prstGeom prst="rect">
            <a:avLst/>
          </a:prstGeom>
          <a:solidFill>
            <a:srgbClr val="FFFFFF"/>
          </a:solidFill>
        </p:spPr>
      </p:pic>
      <p:pic>
        <p:nvPicPr>
          <p:cNvPr id="103" name="object 10">
            <a:extLst>
              <a:ext uri="{FF2B5EF4-FFF2-40B4-BE49-F238E27FC236}">
                <a16:creationId xmlns:a16="http://schemas.microsoft.com/office/drawing/2014/main" id="{9A5574D0-F60A-45D6-F4C4-01BDD1A5F99E}"/>
              </a:ext>
            </a:extLst>
          </p:cNvPr>
          <p:cNvPicPr/>
          <p:nvPr/>
        </p:nvPicPr>
        <p:blipFill>
          <a:blip r:embed="rId4" cstate="print"/>
          <a:stretch>
            <a:fillRect/>
          </a:stretch>
        </p:blipFill>
        <p:spPr>
          <a:xfrm>
            <a:off x="7221914" y="2421135"/>
            <a:ext cx="120214" cy="120225"/>
          </a:xfrm>
          <a:prstGeom prst="rect">
            <a:avLst/>
          </a:prstGeom>
          <a:solidFill>
            <a:srgbClr val="FFFFFF"/>
          </a:solidFill>
        </p:spPr>
      </p:pic>
      <p:pic>
        <p:nvPicPr>
          <p:cNvPr id="104" name="object 11">
            <a:extLst>
              <a:ext uri="{FF2B5EF4-FFF2-40B4-BE49-F238E27FC236}">
                <a16:creationId xmlns:a16="http://schemas.microsoft.com/office/drawing/2014/main" id="{CA5184E0-2C17-3D9D-D1AF-BC9195D8E113}"/>
              </a:ext>
            </a:extLst>
          </p:cNvPr>
          <p:cNvPicPr/>
          <p:nvPr/>
        </p:nvPicPr>
        <p:blipFill>
          <a:blip r:embed="rId5" cstate="print"/>
          <a:stretch>
            <a:fillRect/>
          </a:stretch>
        </p:blipFill>
        <p:spPr>
          <a:xfrm>
            <a:off x="9744425" y="2421135"/>
            <a:ext cx="120214" cy="120225"/>
          </a:xfrm>
          <a:prstGeom prst="rect">
            <a:avLst/>
          </a:prstGeom>
          <a:solidFill>
            <a:srgbClr val="FFFFFF"/>
          </a:solidFill>
        </p:spPr>
      </p:pic>
      <p:sp>
        <p:nvSpPr>
          <p:cNvPr id="105" name="object 12">
            <a:extLst>
              <a:ext uri="{FF2B5EF4-FFF2-40B4-BE49-F238E27FC236}">
                <a16:creationId xmlns:a16="http://schemas.microsoft.com/office/drawing/2014/main" id="{A90B3135-CBDD-DCBE-2389-9C61D8DF9654}"/>
              </a:ext>
            </a:extLst>
          </p:cNvPr>
          <p:cNvSpPr/>
          <p:nvPr/>
        </p:nvSpPr>
        <p:spPr>
          <a:xfrm>
            <a:off x="1290001" y="2481247"/>
            <a:ext cx="9641746" cy="0"/>
          </a:xfrm>
          <a:custGeom>
            <a:avLst/>
            <a:gdLst/>
            <a:ahLst/>
            <a:cxnLst/>
            <a:rect l="l" t="t" r="r" b="b"/>
            <a:pathLst>
              <a:path w="11258550">
                <a:moveTo>
                  <a:pt x="0" y="0"/>
                </a:moveTo>
                <a:lnTo>
                  <a:pt x="11258092" y="0"/>
                </a:lnTo>
              </a:path>
            </a:pathLst>
          </a:custGeom>
          <a:ln w="12700">
            <a:solidFill>
              <a:srgbClr val="CFD0D1"/>
            </a:solidFill>
            <a:prstDash val="solid"/>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6" name="object 13">
            <a:extLst>
              <a:ext uri="{FF2B5EF4-FFF2-40B4-BE49-F238E27FC236}">
                <a16:creationId xmlns:a16="http://schemas.microsoft.com/office/drawing/2014/main" id="{9D8FD474-F487-894B-A6BB-BCA5C428C761}"/>
              </a:ext>
            </a:extLst>
          </p:cNvPr>
          <p:cNvSpPr/>
          <p:nvPr/>
        </p:nvSpPr>
        <p:spPr>
          <a:xfrm>
            <a:off x="1290004" y="2775054"/>
            <a:ext cx="2254635" cy="2685433"/>
          </a:xfrm>
          <a:custGeom>
            <a:avLst/>
            <a:gdLst/>
            <a:ahLst/>
            <a:cxnLst/>
            <a:rect l="l" t="t" r="r" b="b"/>
            <a:pathLst>
              <a:path w="2632710" h="2849879">
                <a:moveTo>
                  <a:pt x="1875815" y="231927"/>
                </a:moveTo>
                <a:lnTo>
                  <a:pt x="1676730" y="0"/>
                </a:lnTo>
                <a:lnTo>
                  <a:pt x="0" y="0"/>
                </a:lnTo>
                <a:lnTo>
                  <a:pt x="0" y="2849422"/>
                </a:lnTo>
                <a:lnTo>
                  <a:pt x="2632125" y="2849422"/>
                </a:lnTo>
                <a:lnTo>
                  <a:pt x="2632125" y="231927"/>
                </a:lnTo>
                <a:lnTo>
                  <a:pt x="1875815" y="231927"/>
                </a:lnTo>
                <a:close/>
              </a:path>
            </a:pathLst>
          </a:custGeom>
          <a:solidFill>
            <a:srgbClr val="336699"/>
          </a:solidFill>
          <a:ln w="16725">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7" name="object 14">
            <a:extLst>
              <a:ext uri="{FF2B5EF4-FFF2-40B4-BE49-F238E27FC236}">
                <a16:creationId xmlns:a16="http://schemas.microsoft.com/office/drawing/2014/main" id="{CFB3861E-0A20-9C4A-D0A2-BD1E27026F06}"/>
              </a:ext>
            </a:extLst>
          </p:cNvPr>
          <p:cNvSpPr/>
          <p:nvPr/>
        </p:nvSpPr>
        <p:spPr>
          <a:xfrm>
            <a:off x="3752407" y="2775054"/>
            <a:ext cx="2254635" cy="2685433"/>
          </a:xfrm>
          <a:custGeom>
            <a:avLst/>
            <a:gdLst/>
            <a:ahLst/>
            <a:cxnLst/>
            <a:rect l="l" t="t" r="r" b="b"/>
            <a:pathLst>
              <a:path w="2632710" h="2849879">
                <a:moveTo>
                  <a:pt x="1875815" y="231927"/>
                </a:moveTo>
                <a:lnTo>
                  <a:pt x="1676730" y="0"/>
                </a:lnTo>
                <a:lnTo>
                  <a:pt x="0" y="0"/>
                </a:lnTo>
                <a:lnTo>
                  <a:pt x="0" y="2849422"/>
                </a:lnTo>
                <a:lnTo>
                  <a:pt x="2632125" y="2849422"/>
                </a:lnTo>
                <a:lnTo>
                  <a:pt x="2632125" y="231927"/>
                </a:lnTo>
                <a:lnTo>
                  <a:pt x="1875815" y="231927"/>
                </a:lnTo>
                <a:close/>
              </a:path>
            </a:pathLst>
          </a:custGeom>
          <a:solidFill>
            <a:srgbClr val="3494BA"/>
          </a:solidFill>
          <a:ln w="22225">
            <a:noFill/>
            <a:prstDash val="solid"/>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8" name="object 15">
            <a:extLst>
              <a:ext uri="{FF2B5EF4-FFF2-40B4-BE49-F238E27FC236}">
                <a16:creationId xmlns:a16="http://schemas.microsoft.com/office/drawing/2014/main" id="{7B85ECDA-3DF3-D3DD-BAC3-B2081855097C}"/>
              </a:ext>
            </a:extLst>
          </p:cNvPr>
          <p:cNvSpPr/>
          <p:nvPr/>
        </p:nvSpPr>
        <p:spPr>
          <a:xfrm>
            <a:off x="6214811" y="2775054"/>
            <a:ext cx="2254635" cy="2685433"/>
          </a:xfrm>
          <a:custGeom>
            <a:avLst/>
            <a:gdLst/>
            <a:ahLst/>
            <a:cxnLst/>
            <a:rect l="l" t="t" r="r" b="b"/>
            <a:pathLst>
              <a:path w="2632709" h="2849879">
                <a:moveTo>
                  <a:pt x="1875815" y="231927"/>
                </a:moveTo>
                <a:lnTo>
                  <a:pt x="1676730" y="0"/>
                </a:lnTo>
                <a:lnTo>
                  <a:pt x="0" y="0"/>
                </a:lnTo>
                <a:lnTo>
                  <a:pt x="0" y="2849422"/>
                </a:lnTo>
                <a:lnTo>
                  <a:pt x="2632125" y="2849422"/>
                </a:lnTo>
                <a:lnTo>
                  <a:pt x="2632125" y="231927"/>
                </a:lnTo>
                <a:lnTo>
                  <a:pt x="1875815" y="231927"/>
                </a:lnTo>
                <a:close/>
              </a:path>
            </a:pathLst>
          </a:custGeom>
          <a:solidFill>
            <a:srgbClr val="58B6C0"/>
          </a:solidFill>
          <a:ln w="16725">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9" name="object 16">
            <a:extLst>
              <a:ext uri="{FF2B5EF4-FFF2-40B4-BE49-F238E27FC236}">
                <a16:creationId xmlns:a16="http://schemas.microsoft.com/office/drawing/2014/main" id="{7C0F3A00-A45D-C049-A5EF-CE22DD93AF16}"/>
              </a:ext>
            </a:extLst>
          </p:cNvPr>
          <p:cNvSpPr/>
          <p:nvPr/>
        </p:nvSpPr>
        <p:spPr>
          <a:xfrm>
            <a:off x="8677215" y="2775054"/>
            <a:ext cx="2254635" cy="2685433"/>
          </a:xfrm>
          <a:custGeom>
            <a:avLst/>
            <a:gdLst/>
            <a:ahLst/>
            <a:cxnLst/>
            <a:rect l="l" t="t" r="r" b="b"/>
            <a:pathLst>
              <a:path w="2632709" h="2849879">
                <a:moveTo>
                  <a:pt x="1875815" y="231927"/>
                </a:moveTo>
                <a:lnTo>
                  <a:pt x="1676742" y="0"/>
                </a:lnTo>
                <a:lnTo>
                  <a:pt x="0" y="0"/>
                </a:lnTo>
                <a:lnTo>
                  <a:pt x="0" y="2849422"/>
                </a:lnTo>
                <a:lnTo>
                  <a:pt x="2632125" y="2849422"/>
                </a:lnTo>
                <a:lnTo>
                  <a:pt x="2632125" y="231927"/>
                </a:lnTo>
                <a:lnTo>
                  <a:pt x="1875815" y="231927"/>
                </a:lnTo>
                <a:close/>
              </a:path>
            </a:pathLst>
          </a:custGeom>
          <a:solidFill>
            <a:srgbClr val="75BDA7"/>
          </a:solidFill>
          <a:ln w="16725">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0" name="圆角矩形 25">
            <a:extLst>
              <a:ext uri="{FF2B5EF4-FFF2-40B4-BE49-F238E27FC236}">
                <a16:creationId xmlns:a16="http://schemas.microsoft.com/office/drawing/2014/main" id="{A6B030F6-0921-B20B-8930-DD25A4569AD0}"/>
              </a:ext>
            </a:extLst>
          </p:cNvPr>
          <p:cNvSpPr/>
          <p:nvPr/>
        </p:nvSpPr>
        <p:spPr>
          <a:xfrm>
            <a:off x="1494065"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11" name="文本框 33">
            <a:extLst>
              <a:ext uri="{FF2B5EF4-FFF2-40B4-BE49-F238E27FC236}">
                <a16:creationId xmlns:a16="http://schemas.microsoft.com/office/drawing/2014/main" id="{E32FC746-9D80-3FEE-F8A2-A68AC2C7E837}"/>
              </a:ext>
            </a:extLst>
          </p:cNvPr>
          <p:cNvSpPr txBox="1"/>
          <p:nvPr/>
        </p:nvSpPr>
        <p:spPr>
          <a:xfrm>
            <a:off x="1678960" y="1238250"/>
            <a:ext cx="1236293" cy="497613"/>
          </a:xfrm>
          <a:prstGeom prst="rect">
            <a:avLst/>
          </a:prstGeom>
          <a:noFill/>
        </p:spPr>
        <p:txBody>
          <a:bodyPr wrap="square" rtlCol="0">
            <a:spAutoFit/>
          </a:bodyPr>
          <a:lstStyle/>
          <a:p>
            <a:pPr algn="ctr">
              <a:lnSpc>
                <a:spcPct val="150000"/>
              </a:lnSpc>
            </a:pPr>
            <a:r>
              <a:rPr lang="zh-CN" altLang="en-US" sz="2055" b="1" u="none" strike="noStrike" dirty="0">
                <a:solidFill>
                  <a:srgbClr val="336699"/>
                </a:solidFill>
                <a:effectLst/>
                <a:latin typeface="微软雅黑" panose="020B0503020204020204" pitchFamily="34" charset="-122"/>
                <a:ea typeface="微软雅黑" panose="020B0503020204020204" pitchFamily="34" charset="-122"/>
                <a:cs typeface="微软雅黑" pitchFamily="18" charset="-122"/>
              </a:rPr>
              <a:t>工作计划</a:t>
            </a:r>
            <a:endParaRPr kumimoji="1" lang="zh-CN" altLang="en-US" sz="205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2" name="文本框 34">
            <a:extLst>
              <a:ext uri="{FF2B5EF4-FFF2-40B4-BE49-F238E27FC236}">
                <a16:creationId xmlns:a16="http://schemas.microsoft.com/office/drawing/2014/main" id="{6E20979E-8490-53AB-F6A8-02FE8A1F3D42}"/>
              </a:ext>
            </a:extLst>
          </p:cNvPr>
          <p:cNvSpPr txBox="1"/>
          <p:nvPr/>
        </p:nvSpPr>
        <p:spPr>
          <a:xfrm>
            <a:off x="1320761" y="1742592"/>
            <a:ext cx="2219560" cy="531275"/>
          </a:xfrm>
          <a:prstGeom prst="rect">
            <a:avLst/>
          </a:prstGeom>
          <a:noFill/>
        </p:spPr>
        <p:txBody>
          <a:bodyPr wrap="square" rtlCol="0">
            <a:spAutoFit/>
          </a:bodyPr>
          <a:lstStyle/>
          <a:p>
            <a:pPr algn="ctr">
              <a:lnSpc>
                <a:spcPct val="150000"/>
              </a:lnSpc>
            </a:pPr>
            <a:r>
              <a:rPr kumimoji="1" lang="zh-CN" altLang="en-US" sz="1028"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13" name="文本框 35">
            <a:extLst>
              <a:ext uri="{FF2B5EF4-FFF2-40B4-BE49-F238E27FC236}">
                <a16:creationId xmlns:a16="http://schemas.microsoft.com/office/drawing/2014/main" id="{15CAFD17-606C-8670-A2BC-64A01FDE89D5}"/>
              </a:ext>
            </a:extLst>
          </p:cNvPr>
          <p:cNvSpPr txBox="1"/>
          <p:nvPr/>
        </p:nvSpPr>
        <p:spPr>
          <a:xfrm>
            <a:off x="4145681" y="1238250"/>
            <a:ext cx="1236293" cy="509090"/>
          </a:xfrm>
          <a:prstGeom prst="rect">
            <a:avLst/>
          </a:prstGeom>
          <a:noFill/>
        </p:spPr>
        <p:txBody>
          <a:bodyPr wrap="square" rtlCol="0">
            <a:spAutoFit/>
          </a:bodyPr>
          <a:lstStyle/>
          <a:p>
            <a:pPr algn="ctr">
              <a:lnSpc>
                <a:spcPct val="150000"/>
              </a:lnSpc>
            </a:pPr>
            <a:r>
              <a:rPr lang="zh-CN" altLang="en-US" sz="2055" b="1" u="none" strike="noStrike" dirty="0">
                <a:solidFill>
                  <a:srgbClr val="336699"/>
                </a:solidFill>
                <a:effectLst/>
                <a:latin typeface="微软雅黑" panose="020B0503020204020204" pitchFamily="34" charset="-122"/>
                <a:ea typeface="微软雅黑" panose="020B0503020204020204" pitchFamily="34" charset="-122"/>
                <a:cs typeface="微软雅黑" pitchFamily="18" charset="-122"/>
              </a:rPr>
              <a:t>工作计划</a:t>
            </a:r>
            <a:endParaRPr kumimoji="1" lang="zh-CN" altLang="en-US" sz="205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4" name="文本框 36">
            <a:extLst>
              <a:ext uri="{FF2B5EF4-FFF2-40B4-BE49-F238E27FC236}">
                <a16:creationId xmlns:a16="http://schemas.microsoft.com/office/drawing/2014/main" id="{49E1891F-5F5D-68D2-A003-5BB08959F384}"/>
              </a:ext>
            </a:extLst>
          </p:cNvPr>
          <p:cNvSpPr txBox="1"/>
          <p:nvPr/>
        </p:nvSpPr>
        <p:spPr>
          <a:xfrm>
            <a:off x="3787482" y="1742592"/>
            <a:ext cx="2219560" cy="531275"/>
          </a:xfrm>
          <a:prstGeom prst="rect">
            <a:avLst/>
          </a:prstGeom>
          <a:noFill/>
        </p:spPr>
        <p:txBody>
          <a:bodyPr wrap="square" rtlCol="0">
            <a:spAutoFit/>
          </a:bodyPr>
          <a:lstStyle/>
          <a:p>
            <a:pPr algn="ctr">
              <a:lnSpc>
                <a:spcPct val="150000"/>
              </a:lnSpc>
            </a:pPr>
            <a:r>
              <a:rPr kumimoji="1" lang="zh-CN" altLang="en-US" sz="1028"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15" name="文本框 37">
            <a:extLst>
              <a:ext uri="{FF2B5EF4-FFF2-40B4-BE49-F238E27FC236}">
                <a16:creationId xmlns:a16="http://schemas.microsoft.com/office/drawing/2014/main" id="{B197817E-EC12-1890-F04E-53736A890520}"/>
              </a:ext>
            </a:extLst>
          </p:cNvPr>
          <p:cNvSpPr txBox="1"/>
          <p:nvPr/>
        </p:nvSpPr>
        <p:spPr>
          <a:xfrm>
            <a:off x="6612402" y="1238250"/>
            <a:ext cx="1236293" cy="509090"/>
          </a:xfrm>
          <a:prstGeom prst="rect">
            <a:avLst/>
          </a:prstGeom>
          <a:noFill/>
        </p:spPr>
        <p:txBody>
          <a:bodyPr wrap="square" rtlCol="0">
            <a:spAutoFit/>
          </a:bodyPr>
          <a:lstStyle/>
          <a:p>
            <a:pPr algn="ctr">
              <a:lnSpc>
                <a:spcPct val="150000"/>
              </a:lnSpc>
            </a:pPr>
            <a:r>
              <a:rPr lang="zh-CN" altLang="en-US" sz="2055" b="1" u="none" strike="noStrike" dirty="0">
                <a:solidFill>
                  <a:srgbClr val="336699"/>
                </a:solidFill>
                <a:effectLst/>
                <a:latin typeface="微软雅黑" panose="020B0503020204020204" pitchFamily="34" charset="-122"/>
                <a:ea typeface="微软雅黑" panose="020B0503020204020204" pitchFamily="34" charset="-122"/>
                <a:cs typeface="微软雅黑" pitchFamily="18" charset="-122"/>
              </a:rPr>
              <a:t>工作计划</a:t>
            </a:r>
            <a:endParaRPr kumimoji="1" lang="zh-CN" altLang="en-US" sz="205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6" name="文本框 38">
            <a:extLst>
              <a:ext uri="{FF2B5EF4-FFF2-40B4-BE49-F238E27FC236}">
                <a16:creationId xmlns:a16="http://schemas.microsoft.com/office/drawing/2014/main" id="{15747AE5-7F7B-440E-5C31-19CFB2CD3051}"/>
              </a:ext>
            </a:extLst>
          </p:cNvPr>
          <p:cNvSpPr txBox="1"/>
          <p:nvPr/>
        </p:nvSpPr>
        <p:spPr>
          <a:xfrm>
            <a:off x="6254202" y="1742592"/>
            <a:ext cx="2213219" cy="531275"/>
          </a:xfrm>
          <a:prstGeom prst="rect">
            <a:avLst/>
          </a:prstGeom>
          <a:noFill/>
        </p:spPr>
        <p:txBody>
          <a:bodyPr wrap="square" rtlCol="0">
            <a:spAutoFit/>
          </a:bodyPr>
          <a:lstStyle/>
          <a:p>
            <a:pPr algn="ctr">
              <a:lnSpc>
                <a:spcPct val="150000"/>
              </a:lnSpc>
            </a:pPr>
            <a:r>
              <a:rPr kumimoji="1" lang="zh-CN" altLang="en-US" sz="1028"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17" name="文本框 39">
            <a:extLst>
              <a:ext uri="{FF2B5EF4-FFF2-40B4-BE49-F238E27FC236}">
                <a16:creationId xmlns:a16="http://schemas.microsoft.com/office/drawing/2014/main" id="{EECF0AC0-78D2-6FAB-D2FB-A24325161AF1}"/>
              </a:ext>
            </a:extLst>
          </p:cNvPr>
          <p:cNvSpPr txBox="1"/>
          <p:nvPr/>
        </p:nvSpPr>
        <p:spPr>
          <a:xfrm>
            <a:off x="9079123" y="1238250"/>
            <a:ext cx="1236293" cy="497613"/>
          </a:xfrm>
          <a:prstGeom prst="rect">
            <a:avLst/>
          </a:prstGeom>
          <a:noFill/>
        </p:spPr>
        <p:txBody>
          <a:bodyPr wrap="square" rtlCol="0">
            <a:spAutoFit/>
          </a:bodyPr>
          <a:lstStyle/>
          <a:p>
            <a:pPr algn="ctr">
              <a:lnSpc>
                <a:spcPct val="150000"/>
              </a:lnSpc>
            </a:pPr>
            <a:r>
              <a:rPr lang="zh-CN" altLang="en-US" sz="2055" b="1" u="none" strike="noStrike" dirty="0">
                <a:solidFill>
                  <a:srgbClr val="336699"/>
                </a:solidFill>
                <a:effectLst/>
                <a:latin typeface="微软雅黑" panose="020B0503020204020204" pitchFamily="34" charset="-122"/>
                <a:ea typeface="微软雅黑" panose="020B0503020204020204" pitchFamily="34" charset="-122"/>
                <a:cs typeface="微软雅黑" pitchFamily="18" charset="-122"/>
              </a:rPr>
              <a:t>工作计划</a:t>
            </a:r>
            <a:endParaRPr kumimoji="1" lang="zh-CN" altLang="en-US" sz="205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18" name="文本框 40">
            <a:extLst>
              <a:ext uri="{FF2B5EF4-FFF2-40B4-BE49-F238E27FC236}">
                <a16:creationId xmlns:a16="http://schemas.microsoft.com/office/drawing/2014/main" id="{DEC7D229-78E6-53D4-A3AC-3E5992D0BBB8}"/>
              </a:ext>
            </a:extLst>
          </p:cNvPr>
          <p:cNvSpPr txBox="1"/>
          <p:nvPr/>
        </p:nvSpPr>
        <p:spPr>
          <a:xfrm>
            <a:off x="8720923" y="1742592"/>
            <a:ext cx="2206193" cy="531275"/>
          </a:xfrm>
          <a:prstGeom prst="rect">
            <a:avLst/>
          </a:prstGeom>
          <a:noFill/>
        </p:spPr>
        <p:txBody>
          <a:bodyPr wrap="square" rtlCol="0">
            <a:spAutoFit/>
          </a:bodyPr>
          <a:lstStyle/>
          <a:p>
            <a:pPr algn="ctr">
              <a:lnSpc>
                <a:spcPct val="150000"/>
              </a:lnSpc>
            </a:pPr>
            <a:r>
              <a:rPr kumimoji="1" lang="zh-CN" altLang="en-US" sz="1028"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19" name="小李PPT5">
            <a:extLst>
              <a:ext uri="{FF2B5EF4-FFF2-40B4-BE49-F238E27FC236}">
                <a16:creationId xmlns:a16="http://schemas.microsoft.com/office/drawing/2014/main" id="{2BBC64B9-DE3F-A8F2-835C-136137A68F8C}"/>
              </a:ext>
            </a:extLst>
          </p:cNvPr>
          <p:cNvSpPr/>
          <p:nvPr>
            <p:custDataLst>
              <p:tags r:id="rId1"/>
            </p:custDataLst>
          </p:nvPr>
        </p:nvSpPr>
        <p:spPr>
          <a:xfrm>
            <a:off x="875427" y="5713937"/>
            <a:ext cx="10441146" cy="553513"/>
          </a:xfrm>
          <a:prstGeom prst="rect">
            <a:avLst/>
          </a:prstGeom>
          <a:solidFill>
            <a:srgbClr val="336699"/>
          </a:solidFill>
          <a:ln w="6350">
            <a:solidFill>
              <a:srgbClr val="F2F2F2"/>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713" b="0" i="0" u="none" strike="noStrike" kern="1200" cap="none" spc="0" normalizeH="0" baseline="0" noProof="0" dirty="0">
              <a:ln>
                <a:noFill/>
              </a:ln>
              <a:solidFill>
                <a:srgbClr val="F2F2F2"/>
              </a:solidFill>
              <a:effectLst/>
              <a:uLnTx/>
              <a:uFillTx/>
              <a:latin typeface="微软雅黑"/>
              <a:ea typeface="微软雅黑"/>
              <a:cs typeface="微软雅黑"/>
            </a:endParaRPr>
          </a:p>
        </p:txBody>
      </p:sp>
      <p:sp>
        <p:nvSpPr>
          <p:cNvPr id="120" name="文本框 44">
            <a:extLst>
              <a:ext uri="{FF2B5EF4-FFF2-40B4-BE49-F238E27FC236}">
                <a16:creationId xmlns:a16="http://schemas.microsoft.com/office/drawing/2014/main" id="{D84DEB58-6141-FA95-0A78-9DFC2EFD25F2}"/>
              </a:ext>
            </a:extLst>
          </p:cNvPr>
          <p:cNvSpPr txBox="1"/>
          <p:nvPr/>
        </p:nvSpPr>
        <p:spPr>
          <a:xfrm>
            <a:off x="2588761" y="5811636"/>
            <a:ext cx="7041054" cy="294109"/>
          </a:xfrm>
          <a:prstGeom prst="rect">
            <a:avLst/>
          </a:prstGeom>
          <a:noFill/>
        </p:spPr>
        <p:txBody>
          <a:bodyPr wrap="square" rtlCol="0">
            <a:spAutoFit/>
          </a:bodyPr>
          <a:lstStyle/>
          <a:p>
            <a:pPr algn="ctr">
              <a:lnSpc>
                <a:spcPct val="150000"/>
              </a:lnSpc>
            </a:pPr>
            <a:r>
              <a:rPr kumimoji="1" lang="zh-CN" altLang="en-US" sz="1028"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kumimoji="1" lang="en-US" altLang="zh-CN" sz="1028" dirty="0">
                <a:solidFill>
                  <a:srgbClr val="FFFFFF"/>
                </a:solidFill>
                <a:latin typeface="微软雅黑" panose="020B0503020204020204" pitchFamily="34" charset="-122"/>
                <a:ea typeface="微软雅黑" panose="020B0503020204020204" pitchFamily="34" charset="-122"/>
                <a:cs typeface="微软雅黑" pitchFamily="18" charset="-122"/>
              </a:rPr>
              <a:t/>
            </a:r>
            <a:r>
              <a:rPr kumimoji="1" lang="zh-CN" altLang="en-US" sz="1028" dirty="0">
                <a:solidFill>
                  <a:srgbClr val="FFFFFF"/>
                </a:solidFill>
                <a:latin typeface="微软雅黑" panose="020B0503020204020204" pitchFamily="34" charset="-122"/>
                <a:ea typeface="微软雅黑" panose="020B0503020204020204" pitchFamily="34" charset="-122"/>
                <a:cs typeface="微软雅黑" pitchFamily="18" charset="-122"/>
              </a:rPr>
              <a:t/>
            </a:r>
            <a:r>
              <a:rPr kumimoji="1" lang="en-US" altLang="zh-CN" sz="1028" dirty="0">
                <a:solidFill>
                  <a:srgbClr val="FFFFFF"/>
                </a:solidFill>
                <a:latin typeface="微软雅黑" panose="020B0503020204020204" pitchFamily="34" charset="-122"/>
                <a:ea typeface="微软雅黑" panose="020B0503020204020204" pitchFamily="34" charset="-122"/>
                <a:cs typeface="微软雅黑" pitchFamily="18" charset="-122"/>
              </a:rPr>
              <a:t/>
            </a:r>
            <a:r>
              <a:rPr kumimoji="1" lang="zh-CN" altLang="en-US" sz="1028" dirty="0">
                <a:solidFill>
                  <a:srgbClr val="FFFFFF"/>
                </a:solidFill>
                <a:latin typeface="微软雅黑" panose="020B0503020204020204" pitchFamily="34" charset="-122"/>
                <a:ea typeface="微软雅黑" panose="020B0503020204020204" pitchFamily="34" charset="-122"/>
                <a:cs typeface="微软雅黑" pitchFamily="18" charset="-122"/>
              </a:rPr>
              <a:t/>
            </a:r>
          </a:p>
        </p:txBody>
      </p:sp>
      <p:sp>
        <p:nvSpPr>
          <p:cNvPr id="121" name="文本框 45">
            <a:extLst>
              <a:ext uri="{FF2B5EF4-FFF2-40B4-BE49-F238E27FC236}">
                <a16:creationId xmlns:a16="http://schemas.microsoft.com/office/drawing/2014/main" id="{EF6EA880-FCBF-003D-62FF-ED6541AF5529}"/>
              </a:ext>
            </a:extLst>
          </p:cNvPr>
          <p:cNvSpPr txBox="1"/>
          <p:nvPr/>
        </p:nvSpPr>
        <p:spPr>
          <a:xfrm>
            <a:off x="1494065" y="3042956"/>
            <a:ext cx="1654681" cy="365770"/>
          </a:xfrm>
          <a:prstGeom prst="rect">
            <a:avLst/>
          </a:prstGeom>
          <a:noFill/>
        </p:spPr>
        <p:txBody>
          <a:bodyPr wrap="square" rtlCol="0">
            <a:spAutoFit/>
          </a:bodyPr>
          <a:lstStyle/>
          <a:p>
            <a:pPr>
              <a:lnSpc>
                <a:spcPct val="150000"/>
              </a:lnSpc>
            </a:pPr>
            <a:r>
              <a:rPr lang="en-US" altLang="zh-CN" sz="137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01</a:t>
            </a:r>
            <a:r>
              <a:rPr lang="en-US" altLang="zh-CN" sz="1370" b="1" dirty="0">
                <a:solidFill>
                  <a:srgbClr val="FFFFFF"/>
                </a:solidFill>
                <a:latin typeface="微软雅黑" panose="020B0503020204020204" pitchFamily="34" charset="-122"/>
                <a:ea typeface="微软雅黑" panose="020B0503020204020204" pitchFamily="34" charset="-122"/>
                <a:cs typeface="微软雅黑" pitchFamily="18" charset="-122"/>
              </a:rPr>
              <a:t>.</a:t>
            </a:r>
            <a:r>
              <a:rPr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rPr>
              <a:t>提升工作技能</a:t>
            </a:r>
            <a:endParaRPr kumimoji="1"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2" name="矩形 46">
            <a:extLst>
              <a:ext uri="{FF2B5EF4-FFF2-40B4-BE49-F238E27FC236}">
                <a16:creationId xmlns:a16="http://schemas.microsoft.com/office/drawing/2014/main" id="{CEDB5E9B-CDD5-E7C0-6729-0E741D09623B}"/>
              </a:ext>
            </a:extLst>
          </p:cNvPr>
          <p:cNvSpPr/>
          <p:nvPr/>
        </p:nvSpPr>
        <p:spPr>
          <a:xfrm flipH="1">
            <a:off x="1463665" y="3551420"/>
            <a:ext cx="1708574" cy="851302"/>
          </a:xfrm>
          <a:prstGeom prst="rect">
            <a:avLst/>
          </a:prstGeom>
          <a:ln>
            <a:noFill/>
          </a:ln>
        </p:spPr>
        <p:txBody>
          <a:bodyPr wrap="square" lIns="91440" tIns="45720" rIns="91440" bIns="45720" anchor="t">
            <a:spAutoFit/>
          </a:bodyPr>
          <a:lstStyle/>
          <a:p>
            <a:pPr>
              <a:lnSpc>
                <a:spcPct val="150000"/>
              </a:lnSpc>
            </a:pPr>
            <a:r>
              <a:rPr kumimoji="1" lang="zh-CN" altLang="en-US" sz="856"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3" name="文本框 47">
            <a:extLst>
              <a:ext uri="{FF2B5EF4-FFF2-40B4-BE49-F238E27FC236}">
                <a16:creationId xmlns:a16="http://schemas.microsoft.com/office/drawing/2014/main" id="{7449BD30-8675-57C3-5513-8A6828F7661F}"/>
              </a:ext>
            </a:extLst>
          </p:cNvPr>
          <p:cNvSpPr txBox="1"/>
          <p:nvPr/>
        </p:nvSpPr>
        <p:spPr>
          <a:xfrm>
            <a:off x="6450999" y="3042956"/>
            <a:ext cx="1654681" cy="365770"/>
          </a:xfrm>
          <a:prstGeom prst="rect">
            <a:avLst/>
          </a:prstGeom>
          <a:noFill/>
        </p:spPr>
        <p:txBody>
          <a:bodyPr wrap="square" rtlCol="0">
            <a:spAutoFit/>
          </a:bodyPr>
          <a:lstStyle/>
          <a:p>
            <a:pPr>
              <a:lnSpc>
                <a:spcPct val="150000"/>
              </a:lnSpc>
            </a:pPr>
            <a:r>
              <a:rPr lang="en-US" altLang="zh-CN" sz="137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03</a:t>
            </a:r>
            <a:r>
              <a:rPr lang="en-US" altLang="zh-CN" sz="1370" b="1" dirty="0">
                <a:solidFill>
                  <a:srgbClr val="FFFFFF"/>
                </a:solidFill>
                <a:latin typeface="微软雅黑" panose="020B0503020204020204" pitchFamily="34" charset="-122"/>
                <a:ea typeface="微软雅黑" panose="020B0503020204020204" pitchFamily="34" charset="-122"/>
                <a:cs typeface="微软雅黑" pitchFamily="18" charset="-122"/>
              </a:rPr>
              <a:t>.</a:t>
            </a:r>
            <a:r>
              <a:rPr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rPr>
              <a:t>强化部门交流</a:t>
            </a:r>
            <a:endParaRPr kumimoji="1"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4" name="矩形 48">
            <a:extLst>
              <a:ext uri="{FF2B5EF4-FFF2-40B4-BE49-F238E27FC236}">
                <a16:creationId xmlns:a16="http://schemas.microsoft.com/office/drawing/2014/main" id="{6AA87B7B-6FB6-E618-8349-4B825B962707}"/>
              </a:ext>
            </a:extLst>
          </p:cNvPr>
          <p:cNvSpPr/>
          <p:nvPr/>
        </p:nvSpPr>
        <p:spPr>
          <a:xfrm flipH="1">
            <a:off x="6420599" y="3551420"/>
            <a:ext cx="1708574" cy="851302"/>
          </a:xfrm>
          <a:prstGeom prst="rect">
            <a:avLst/>
          </a:prstGeom>
          <a:ln>
            <a:noFill/>
          </a:ln>
        </p:spPr>
        <p:txBody>
          <a:bodyPr wrap="square" lIns="91440" tIns="45720" rIns="91440" bIns="45720" anchor="t">
            <a:spAutoFit/>
          </a:bodyPr>
          <a:lstStyle/>
          <a:p>
            <a:pPr>
              <a:lnSpc>
                <a:spcPct val="150000"/>
              </a:lnSpc>
            </a:pPr>
            <a:r>
              <a:rPr kumimoji="1" lang="zh-CN" altLang="en-US" sz="856"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5" name="文本框 49">
            <a:extLst>
              <a:ext uri="{FF2B5EF4-FFF2-40B4-BE49-F238E27FC236}">
                <a16:creationId xmlns:a16="http://schemas.microsoft.com/office/drawing/2014/main" id="{16B4E209-3C96-ED2A-342F-9D2D340473F2}"/>
              </a:ext>
            </a:extLst>
          </p:cNvPr>
          <p:cNvSpPr txBox="1"/>
          <p:nvPr/>
        </p:nvSpPr>
        <p:spPr>
          <a:xfrm>
            <a:off x="8941212" y="3042956"/>
            <a:ext cx="1654681" cy="365770"/>
          </a:xfrm>
          <a:prstGeom prst="rect">
            <a:avLst/>
          </a:prstGeom>
          <a:noFill/>
        </p:spPr>
        <p:txBody>
          <a:bodyPr wrap="square" rtlCol="0">
            <a:spAutoFit/>
          </a:bodyPr>
          <a:lstStyle/>
          <a:p>
            <a:pPr>
              <a:lnSpc>
                <a:spcPct val="150000"/>
              </a:lnSpc>
            </a:pPr>
            <a:r>
              <a:rPr lang="en-US" altLang="zh-CN" sz="137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04</a:t>
            </a:r>
            <a:r>
              <a:rPr lang="en-US" altLang="zh-CN" sz="1370" b="1" dirty="0">
                <a:solidFill>
                  <a:srgbClr val="FFFFFF"/>
                </a:solidFill>
                <a:latin typeface="微软雅黑" panose="020B0503020204020204" pitchFamily="34" charset="-122"/>
                <a:ea typeface="微软雅黑" panose="020B0503020204020204" pitchFamily="34" charset="-122"/>
                <a:cs typeface="微软雅黑" pitchFamily="18" charset="-122"/>
              </a:rPr>
              <a:t>.</a:t>
            </a:r>
            <a:r>
              <a:rPr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rPr>
              <a:t>提高工作效率</a:t>
            </a:r>
            <a:endParaRPr kumimoji="1"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6" name="矩形 50">
            <a:extLst>
              <a:ext uri="{FF2B5EF4-FFF2-40B4-BE49-F238E27FC236}">
                <a16:creationId xmlns:a16="http://schemas.microsoft.com/office/drawing/2014/main" id="{2EBA3B9B-8D7C-2E1D-DD98-A7B49016B496}"/>
              </a:ext>
            </a:extLst>
          </p:cNvPr>
          <p:cNvSpPr/>
          <p:nvPr/>
        </p:nvSpPr>
        <p:spPr>
          <a:xfrm flipH="1">
            <a:off x="8910812" y="3551420"/>
            <a:ext cx="1708574" cy="851302"/>
          </a:xfrm>
          <a:prstGeom prst="rect">
            <a:avLst/>
          </a:prstGeom>
          <a:ln>
            <a:noFill/>
          </a:ln>
        </p:spPr>
        <p:txBody>
          <a:bodyPr wrap="square" lIns="91440" tIns="45720" rIns="91440" bIns="45720" anchor="t">
            <a:spAutoFit/>
          </a:bodyPr>
          <a:lstStyle/>
          <a:p>
            <a:pPr>
              <a:lnSpc>
                <a:spcPct val="150000"/>
              </a:lnSpc>
            </a:pPr>
            <a:r>
              <a:rPr kumimoji="1" lang="zh-CN" altLang="en-US" sz="856"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7" name="文本框 51">
            <a:extLst>
              <a:ext uri="{FF2B5EF4-FFF2-40B4-BE49-F238E27FC236}">
                <a16:creationId xmlns:a16="http://schemas.microsoft.com/office/drawing/2014/main" id="{7332DD21-8F17-0A7F-A187-1DF0F66F8AD0}"/>
              </a:ext>
            </a:extLst>
          </p:cNvPr>
          <p:cNvSpPr txBox="1"/>
          <p:nvPr/>
        </p:nvSpPr>
        <p:spPr>
          <a:xfrm>
            <a:off x="4031263" y="3042956"/>
            <a:ext cx="1654681" cy="365770"/>
          </a:xfrm>
          <a:prstGeom prst="rect">
            <a:avLst/>
          </a:prstGeom>
          <a:noFill/>
        </p:spPr>
        <p:txBody>
          <a:bodyPr wrap="square" rtlCol="0">
            <a:spAutoFit/>
          </a:bodyPr>
          <a:lstStyle/>
          <a:p>
            <a:pPr>
              <a:lnSpc>
                <a:spcPct val="150000"/>
              </a:lnSpc>
            </a:pPr>
            <a:r>
              <a:rPr lang="en-US" altLang="zh-CN" sz="137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02</a:t>
            </a:r>
            <a:r>
              <a:rPr lang="en-US" altLang="zh-CN" sz="1370" b="1" dirty="0">
                <a:solidFill>
                  <a:srgbClr val="FFFFFF"/>
                </a:solidFill>
                <a:latin typeface="微软雅黑" panose="020B0503020204020204" pitchFamily="34" charset="-122"/>
                <a:ea typeface="微软雅黑" panose="020B0503020204020204" pitchFamily="34" charset="-122"/>
                <a:cs typeface="微软雅黑" pitchFamily="18" charset="-122"/>
              </a:rPr>
              <a:t>.</a:t>
            </a:r>
            <a:r>
              <a:rPr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rPr>
              <a:t>加强沟通协作</a:t>
            </a:r>
            <a:endParaRPr kumimoji="1" lang="zh-CN" altLang="en-US" sz="1370"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8" name="矩形 52">
            <a:extLst>
              <a:ext uri="{FF2B5EF4-FFF2-40B4-BE49-F238E27FC236}">
                <a16:creationId xmlns:a16="http://schemas.microsoft.com/office/drawing/2014/main" id="{A19A54BF-55C9-14FE-136B-9753896473CB}"/>
              </a:ext>
            </a:extLst>
          </p:cNvPr>
          <p:cNvSpPr/>
          <p:nvPr/>
        </p:nvSpPr>
        <p:spPr>
          <a:xfrm flipH="1">
            <a:off x="4000863" y="3551420"/>
            <a:ext cx="1708574" cy="851302"/>
          </a:xfrm>
          <a:prstGeom prst="rect">
            <a:avLst/>
          </a:prstGeom>
          <a:ln>
            <a:noFill/>
          </a:ln>
        </p:spPr>
        <p:txBody>
          <a:bodyPr wrap="square" lIns="91440" tIns="45720" rIns="91440" bIns="45720" anchor="t">
            <a:spAutoFit/>
          </a:bodyPr>
          <a:lstStyle/>
          <a:p>
            <a:pPr>
              <a:lnSpc>
                <a:spcPct val="150000"/>
              </a:lnSpc>
            </a:pPr>
            <a:r>
              <a:rPr kumimoji="1" lang="zh-CN" altLang="en-US" sz="856"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9" name="圆角矩形 53">
            <a:extLst>
              <a:ext uri="{FF2B5EF4-FFF2-40B4-BE49-F238E27FC236}">
                <a16:creationId xmlns:a16="http://schemas.microsoft.com/office/drawing/2014/main" id="{22A5EA7A-BA23-C27C-FBBA-F2DE4A5BF24F}"/>
              </a:ext>
            </a:extLst>
          </p:cNvPr>
          <p:cNvSpPr/>
          <p:nvPr/>
        </p:nvSpPr>
        <p:spPr>
          <a:xfrm>
            <a:off x="2441599"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0" name="圆角矩形 54">
            <a:extLst>
              <a:ext uri="{FF2B5EF4-FFF2-40B4-BE49-F238E27FC236}">
                <a16:creationId xmlns:a16="http://schemas.microsoft.com/office/drawing/2014/main" id="{991DE199-1B56-6B47-7C99-AD880527ADDC}"/>
              </a:ext>
            </a:extLst>
          </p:cNvPr>
          <p:cNvSpPr/>
          <p:nvPr/>
        </p:nvSpPr>
        <p:spPr>
          <a:xfrm>
            <a:off x="3952955"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1" name="圆角矩形 55">
            <a:extLst>
              <a:ext uri="{FF2B5EF4-FFF2-40B4-BE49-F238E27FC236}">
                <a16:creationId xmlns:a16="http://schemas.microsoft.com/office/drawing/2014/main" id="{B8FECD2A-950B-0311-98B1-A7D2524F288E}"/>
              </a:ext>
            </a:extLst>
          </p:cNvPr>
          <p:cNvSpPr/>
          <p:nvPr/>
        </p:nvSpPr>
        <p:spPr>
          <a:xfrm>
            <a:off x="4900489"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2" name="圆角矩形 56">
            <a:extLst>
              <a:ext uri="{FF2B5EF4-FFF2-40B4-BE49-F238E27FC236}">
                <a16:creationId xmlns:a16="http://schemas.microsoft.com/office/drawing/2014/main" id="{44A91E1A-417B-5BF4-03AA-4EEDB3ED5A2A}"/>
              </a:ext>
            </a:extLst>
          </p:cNvPr>
          <p:cNvSpPr/>
          <p:nvPr/>
        </p:nvSpPr>
        <p:spPr>
          <a:xfrm>
            <a:off x="6450999"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3" name="圆角矩形 57">
            <a:extLst>
              <a:ext uri="{FF2B5EF4-FFF2-40B4-BE49-F238E27FC236}">
                <a16:creationId xmlns:a16="http://schemas.microsoft.com/office/drawing/2014/main" id="{C62DCFD9-B6FE-2967-E2FD-FEFA2FC7678B}"/>
              </a:ext>
            </a:extLst>
          </p:cNvPr>
          <p:cNvSpPr/>
          <p:nvPr/>
        </p:nvSpPr>
        <p:spPr>
          <a:xfrm>
            <a:off x="7398533"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4" name="圆角矩形 58">
            <a:extLst>
              <a:ext uri="{FF2B5EF4-FFF2-40B4-BE49-F238E27FC236}">
                <a16:creationId xmlns:a16="http://schemas.microsoft.com/office/drawing/2014/main" id="{EBFA0C3D-11DE-8DCC-E36E-E4AEE4F85B76}"/>
              </a:ext>
            </a:extLst>
          </p:cNvPr>
          <p:cNvSpPr/>
          <p:nvPr/>
        </p:nvSpPr>
        <p:spPr>
          <a:xfrm>
            <a:off x="8909889"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35" name="圆角矩形 59">
            <a:extLst>
              <a:ext uri="{FF2B5EF4-FFF2-40B4-BE49-F238E27FC236}">
                <a16:creationId xmlns:a16="http://schemas.microsoft.com/office/drawing/2014/main" id="{5622FCA9-0B80-E642-BA47-2AC91369425F}"/>
              </a:ext>
            </a:extLst>
          </p:cNvPr>
          <p:cNvSpPr/>
          <p:nvPr/>
        </p:nvSpPr>
        <p:spPr>
          <a:xfrm>
            <a:off x="9857423" y="4616523"/>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cxnSp>
        <p:nvCxnSpPr>
          <p:cNvPr id="136" name="直线连接符 60">
            <a:extLst>
              <a:ext uri="{FF2B5EF4-FFF2-40B4-BE49-F238E27FC236}">
                <a16:creationId xmlns:a16="http://schemas.microsoft.com/office/drawing/2014/main" id="{399B8104-1DEE-1273-A20F-CBE05DC48436}"/>
              </a:ext>
            </a:extLst>
          </p:cNvPr>
          <p:cNvCxnSpPr>
            <a:cxnSpLocks/>
          </p:cNvCxnSpPr>
          <p:nvPr/>
        </p:nvCxnSpPr>
        <p:spPr>
          <a:xfrm>
            <a:off x="1549898" y="3476523"/>
            <a:ext cx="1572985" cy="0"/>
          </a:xfrm>
          <a:prstGeom prst="line">
            <a:avLst/>
          </a:prstGeom>
          <a:ln w="19050">
            <a:solidFill>
              <a:srgbClr val="FFFFFF"/>
            </a:solidFill>
          </a:ln>
        </p:spPr>
        <p:style>
          <a:lnRef idx="1">
            <a:srgbClr val="336699"/>
          </a:lnRef>
          <a:fillRef idx="0">
            <a:srgbClr val="336699"/>
          </a:fillRef>
          <a:effectRef idx="0">
            <a:srgbClr val="336699"/>
          </a:effectRef>
          <a:fontRef idx="minor">
            <a:srgbClr val="333333"/>
          </a:fontRef>
        </p:style>
      </p:cxnSp>
      <p:cxnSp>
        <p:nvCxnSpPr>
          <p:cNvPr id="137" name="直线连接符 62">
            <a:extLst>
              <a:ext uri="{FF2B5EF4-FFF2-40B4-BE49-F238E27FC236}">
                <a16:creationId xmlns:a16="http://schemas.microsoft.com/office/drawing/2014/main" id="{EB97D8E8-0076-F88B-8B47-F7D0D6C8C4C9}"/>
              </a:ext>
            </a:extLst>
          </p:cNvPr>
          <p:cNvCxnSpPr>
            <a:cxnSpLocks/>
          </p:cNvCxnSpPr>
          <p:nvPr/>
        </p:nvCxnSpPr>
        <p:spPr>
          <a:xfrm>
            <a:off x="6506832" y="3476523"/>
            <a:ext cx="1572985" cy="0"/>
          </a:xfrm>
          <a:prstGeom prst="line">
            <a:avLst/>
          </a:prstGeom>
          <a:ln w="19050">
            <a:solidFill>
              <a:srgbClr val="FFFFFF"/>
            </a:solidFill>
          </a:ln>
        </p:spPr>
        <p:style>
          <a:lnRef idx="1">
            <a:srgbClr val="336699"/>
          </a:lnRef>
          <a:fillRef idx="0">
            <a:srgbClr val="336699"/>
          </a:fillRef>
          <a:effectRef idx="0">
            <a:srgbClr val="336699"/>
          </a:effectRef>
          <a:fontRef idx="minor">
            <a:srgbClr val="333333"/>
          </a:fontRef>
        </p:style>
      </p:cxnSp>
      <p:cxnSp>
        <p:nvCxnSpPr>
          <p:cNvPr id="138" name="直线连接符 63">
            <a:extLst>
              <a:ext uri="{FF2B5EF4-FFF2-40B4-BE49-F238E27FC236}">
                <a16:creationId xmlns:a16="http://schemas.microsoft.com/office/drawing/2014/main" id="{179052B9-3102-9BDD-77A3-58FCE57BC967}"/>
              </a:ext>
            </a:extLst>
          </p:cNvPr>
          <p:cNvCxnSpPr>
            <a:cxnSpLocks/>
          </p:cNvCxnSpPr>
          <p:nvPr/>
        </p:nvCxnSpPr>
        <p:spPr>
          <a:xfrm>
            <a:off x="8973553" y="3476523"/>
            <a:ext cx="1572985" cy="0"/>
          </a:xfrm>
          <a:prstGeom prst="line">
            <a:avLst/>
          </a:prstGeom>
          <a:ln w="19050">
            <a:solidFill>
              <a:srgbClr val="FFFFFF"/>
            </a:solidFill>
          </a:ln>
        </p:spPr>
        <p:style>
          <a:lnRef idx="1">
            <a:srgbClr val="336699"/>
          </a:lnRef>
          <a:fillRef idx="0">
            <a:srgbClr val="336699"/>
          </a:fillRef>
          <a:effectRef idx="0">
            <a:srgbClr val="336699"/>
          </a:effectRef>
          <a:fontRef idx="minor">
            <a:srgbClr val="333333"/>
          </a:fontRef>
        </p:style>
      </p:cxnSp>
      <p:cxnSp>
        <p:nvCxnSpPr>
          <p:cNvPr id="139" name="直线连接符 64">
            <a:extLst>
              <a:ext uri="{FF2B5EF4-FFF2-40B4-BE49-F238E27FC236}">
                <a16:creationId xmlns:a16="http://schemas.microsoft.com/office/drawing/2014/main" id="{F5217F62-0816-B545-032D-4038F73A09D9}"/>
              </a:ext>
            </a:extLst>
          </p:cNvPr>
          <p:cNvCxnSpPr>
            <a:cxnSpLocks/>
          </p:cNvCxnSpPr>
          <p:nvPr/>
        </p:nvCxnSpPr>
        <p:spPr>
          <a:xfrm>
            <a:off x="4083068" y="3476523"/>
            <a:ext cx="1572985" cy="0"/>
          </a:xfrm>
          <a:prstGeom prst="line">
            <a:avLst/>
          </a:prstGeom>
          <a:ln w="19050">
            <a:solidFill>
              <a:srgbClr val="FFFFFF"/>
            </a:solidFill>
          </a:ln>
        </p:spPr>
        <p:style>
          <a:lnRef idx="1">
            <a:srgbClr val="336699"/>
          </a:lnRef>
          <a:fillRef idx="0">
            <a:srgbClr val="336699"/>
          </a:fillRef>
          <a:effectRef idx="0">
            <a:srgbClr val="336699"/>
          </a:effectRef>
          <a:fontRef idx="minor">
            <a:srgbClr val="333333"/>
          </a:fontRef>
        </p:style>
      </p:cxnSp>
      <p:sp>
        <p:nvSpPr>
          <p:cNvPr id="140" name="圆角矩形 12">
            <a:extLst>
              <a:ext uri="{FF2B5EF4-FFF2-40B4-BE49-F238E27FC236}">
                <a16:creationId xmlns:a16="http://schemas.microsoft.com/office/drawing/2014/main" id="{57F60D61-7F2B-57F4-F8A3-4612FD716826}"/>
              </a:ext>
            </a:extLst>
          </p:cNvPr>
          <p:cNvSpPr/>
          <p:nvPr/>
        </p:nvSpPr>
        <p:spPr>
          <a:xfrm>
            <a:off x="1494065"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1" name="圆角矩形 13">
            <a:extLst>
              <a:ext uri="{FF2B5EF4-FFF2-40B4-BE49-F238E27FC236}">
                <a16:creationId xmlns:a16="http://schemas.microsoft.com/office/drawing/2014/main" id="{CA3F2C49-DF57-E452-81FE-3B5B456F06CE}"/>
              </a:ext>
            </a:extLst>
          </p:cNvPr>
          <p:cNvSpPr/>
          <p:nvPr/>
        </p:nvSpPr>
        <p:spPr>
          <a:xfrm>
            <a:off x="2441599"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2" name="圆角矩形 14">
            <a:extLst>
              <a:ext uri="{FF2B5EF4-FFF2-40B4-BE49-F238E27FC236}">
                <a16:creationId xmlns:a16="http://schemas.microsoft.com/office/drawing/2014/main" id="{E0DCB8C0-CF12-DC5A-D68B-B9844C1A34A8}"/>
              </a:ext>
            </a:extLst>
          </p:cNvPr>
          <p:cNvSpPr/>
          <p:nvPr/>
        </p:nvSpPr>
        <p:spPr>
          <a:xfrm>
            <a:off x="3952955"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3" name="圆角矩形 15">
            <a:extLst>
              <a:ext uri="{FF2B5EF4-FFF2-40B4-BE49-F238E27FC236}">
                <a16:creationId xmlns:a16="http://schemas.microsoft.com/office/drawing/2014/main" id="{0F16EE0C-FAEF-619F-972B-4F1030E5F345}"/>
              </a:ext>
            </a:extLst>
          </p:cNvPr>
          <p:cNvSpPr/>
          <p:nvPr/>
        </p:nvSpPr>
        <p:spPr>
          <a:xfrm>
            <a:off x="4900489"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4" name="圆角矩形 26">
            <a:extLst>
              <a:ext uri="{FF2B5EF4-FFF2-40B4-BE49-F238E27FC236}">
                <a16:creationId xmlns:a16="http://schemas.microsoft.com/office/drawing/2014/main" id="{A0A45C7C-B090-D22B-2EF2-EF22A5816ACA}"/>
              </a:ext>
            </a:extLst>
          </p:cNvPr>
          <p:cNvSpPr/>
          <p:nvPr/>
        </p:nvSpPr>
        <p:spPr>
          <a:xfrm>
            <a:off x="6450999"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5" name="圆角矩形 27">
            <a:extLst>
              <a:ext uri="{FF2B5EF4-FFF2-40B4-BE49-F238E27FC236}">
                <a16:creationId xmlns:a16="http://schemas.microsoft.com/office/drawing/2014/main" id="{A87B1612-A0B5-A641-5B1F-BF3E20783097}"/>
              </a:ext>
            </a:extLst>
          </p:cNvPr>
          <p:cNvSpPr/>
          <p:nvPr/>
        </p:nvSpPr>
        <p:spPr>
          <a:xfrm>
            <a:off x="7398533"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6" name="圆角矩形 28">
            <a:extLst>
              <a:ext uri="{FF2B5EF4-FFF2-40B4-BE49-F238E27FC236}">
                <a16:creationId xmlns:a16="http://schemas.microsoft.com/office/drawing/2014/main" id="{F7FE1EBA-379D-21BA-6D63-F754ADE56492}"/>
              </a:ext>
            </a:extLst>
          </p:cNvPr>
          <p:cNvSpPr/>
          <p:nvPr/>
        </p:nvSpPr>
        <p:spPr>
          <a:xfrm>
            <a:off x="8909889"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47" name="圆角矩形 29">
            <a:extLst>
              <a:ext uri="{FF2B5EF4-FFF2-40B4-BE49-F238E27FC236}">
                <a16:creationId xmlns:a16="http://schemas.microsoft.com/office/drawing/2014/main" id="{D1D6BC7C-C947-A0CB-027B-4F25D9188DE9}"/>
              </a:ext>
            </a:extLst>
          </p:cNvPr>
          <p:cNvSpPr/>
          <p:nvPr/>
        </p:nvSpPr>
        <p:spPr>
          <a:xfrm>
            <a:off x="9857423" y="4996550"/>
            <a:ext cx="863148" cy="250588"/>
          </a:xfrm>
          <a:prstGeom prst="roundRect">
            <a:avLst>
              <a:gd name="adj" fmla="val 50000"/>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942" dirty="0">
                <a:solidFill>
                  <a:srgbClr val="336699"/>
                </a:solidFill>
                <a:latin typeface="微软雅黑" panose="020B0503020204020204" pitchFamily="34" charset="-122"/>
                <a:ea typeface="微软雅黑" panose="020B0503020204020204" pitchFamily="34" charset="-122"/>
                <a:cs typeface="微软雅黑" pitchFamily="18" charset="-122"/>
              </a:rPr>
              <a:t>市场化名词</a:t>
            </a:r>
          </a:p>
        </p:txBody>
      </p:sp>
    </p:spTree>
    <p:extLst>
      <p:ext uri="{BB962C8B-B14F-4D97-AF65-F5344CB8AC3E}">
        <p14:creationId xmlns:p14="http://schemas.microsoft.com/office/powerpoint/2010/main" val="1851778670"/>
      </p:ext>
    </p:extLst>
  </p:cSld>
  <p:clrMapOvr>
    <a:masterClrMapping/>
  </p:clrMapOvr>
</p:sld>
</file>

<file path=ppt/slides/vr_business_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R025 中心目标与五项措施（结构示例）</a:t>
            </a:r>
          </a:p>
        </p:txBody>
      </p:sp>
      <p:sp>
        <p:nvSpPr>
          <p:cNvPr id="101" name="Freeform: Shape 3">
            <a:extLst>
              <a:ext uri="{FF2B5EF4-FFF2-40B4-BE49-F238E27FC236}">
                <a16:creationId xmlns:a16="http://schemas.microsoft.com/office/drawing/2014/main" id="{A7E478E4-D1DF-7A9E-9867-40393CDEC8E8}"/>
              </a:ext>
            </a:extLst>
          </p:cNvPr>
          <p:cNvSpPr/>
          <p:nvPr/>
        </p:nvSpPr>
        <p:spPr>
          <a:xfrm rot="10800000">
            <a:off x="3369163" y="3540613"/>
            <a:ext cx="5453674" cy="2726837"/>
          </a:xfrm>
          <a:custGeom>
            <a:avLst/>
            <a:gdLst>
              <a:gd name="connsiteX0" fmla="*/ 0 w 4762500"/>
              <a:gd name="connsiteY0" fmla="*/ 0 h 2381250"/>
              <a:gd name="connsiteX1" fmla="*/ 4762500 w 4762500"/>
              <a:gd name="connsiteY1" fmla="*/ 0 h 2381250"/>
              <a:gd name="connsiteX2" fmla="*/ 2381250 w 4762500"/>
              <a:gd name="connsiteY2" fmla="*/ 2381250 h 2381250"/>
              <a:gd name="connsiteX3" fmla="*/ 0 w 4762500"/>
              <a:gd name="connsiteY3" fmla="*/ 0 h 2381250"/>
            </a:gdLst>
            <a:ahLst/>
            <a:cxnLst>
              <a:cxn ang="0">
                <a:pos x="connsiteX0" y="connsiteY0"/>
              </a:cxn>
              <a:cxn ang="0">
                <a:pos x="connsiteX1" y="connsiteY1"/>
              </a:cxn>
              <a:cxn ang="0">
                <a:pos x="connsiteX2" y="connsiteY2"/>
              </a:cxn>
              <a:cxn ang="0">
                <a:pos x="connsiteX3" y="connsiteY3"/>
              </a:cxn>
            </a:cxnLst>
            <a:rect l="l" t="t" r="r" b="b"/>
            <a:pathLst>
              <a:path w="4762500" h="2381250">
                <a:moveTo>
                  <a:pt x="0" y="0"/>
                </a:moveTo>
                <a:lnTo>
                  <a:pt x="4762500" y="0"/>
                </a:lnTo>
                <a:cubicBezTo>
                  <a:pt x="4762500" y="1315128"/>
                  <a:pt x="3696378" y="2381250"/>
                  <a:pt x="2381250" y="2381250"/>
                </a:cubicBezTo>
                <a:cubicBezTo>
                  <a:pt x="1066122" y="2381250"/>
                  <a:pt x="0" y="1315128"/>
                  <a:pt x="0" y="0"/>
                </a:cubicBezTo>
                <a:close/>
              </a:path>
            </a:pathLst>
          </a:custGeom>
          <a:no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p>
        </p:txBody>
      </p:sp>
      <p:sp>
        <p:nvSpPr>
          <p:cNvPr id="102" name="Rectangle 6">
            <a:extLst>
              <a:ext uri="{FF2B5EF4-FFF2-40B4-BE49-F238E27FC236}">
                <a16:creationId xmlns:a16="http://schemas.microsoft.com/office/drawing/2014/main" id="{2D575145-436B-371F-7D7E-E5FE7D8D9E46}"/>
              </a:ext>
            </a:extLst>
          </p:cNvPr>
          <p:cNvSpPr/>
          <p:nvPr/>
        </p:nvSpPr>
        <p:spPr>
          <a:xfrm>
            <a:off x="1070148" y="3601800"/>
            <a:ext cx="2218837" cy="1405610"/>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03" name="Rectangle 24">
            <a:extLst>
              <a:ext uri="{FF2B5EF4-FFF2-40B4-BE49-F238E27FC236}">
                <a16:creationId xmlns:a16="http://schemas.microsoft.com/office/drawing/2014/main" id="{83F523FF-1AED-8AB7-A276-234C371B7957}"/>
              </a:ext>
            </a:extLst>
          </p:cNvPr>
          <p:cNvSpPr/>
          <p:nvPr/>
        </p:nvSpPr>
        <p:spPr>
          <a:xfrm>
            <a:off x="2363507" y="1814839"/>
            <a:ext cx="2218837" cy="1405610"/>
          </a:xfrm>
          <a:prstGeom prst="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04" name="Oval 28">
            <a:extLst>
              <a:ext uri="{FF2B5EF4-FFF2-40B4-BE49-F238E27FC236}">
                <a16:creationId xmlns:a16="http://schemas.microsoft.com/office/drawing/2014/main" id="{F063A65D-A026-E17A-5D59-1D0E6F748517}"/>
              </a:ext>
            </a:extLst>
          </p:cNvPr>
          <p:cNvSpPr/>
          <p:nvPr/>
        </p:nvSpPr>
        <p:spPr>
          <a:xfrm>
            <a:off x="5818380" y="3215928"/>
            <a:ext cx="562373" cy="562373"/>
          </a:xfrm>
          <a:prstGeom prst="ellipse">
            <a:avLst/>
          </a:prstGeom>
          <a:solidFill>
            <a:srgbClr val="58B6C0"/>
          </a:solid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none" rtlCol="0" anchor="ctr" lIns="0" rIns="0"/>
          <a:lstStyle/>
          <a:p>
            <a:pPr algn="ctr"/>
            <a:r>
              <a:rPr lang="en-US" sz="2121" dirty="0">
                <a:solidFill>
                  <a:srgbClr val="FFFFFF"/>
                </a:solidFill>
                <a:latin typeface="微软雅黑" panose="020B0503020204020204" pitchFamily="34" charset="-122"/>
                <a:ea typeface="微软雅黑" panose="020B0503020204020204" pitchFamily="34" charset="-122"/>
              </a:rPr>
              <a:t>03</a:t>
            </a:r>
          </a:p>
        </p:txBody>
      </p:sp>
      <p:sp>
        <p:nvSpPr>
          <p:cNvPr id="105" name="Rectangle 30">
            <a:extLst>
              <a:ext uri="{FF2B5EF4-FFF2-40B4-BE49-F238E27FC236}">
                <a16:creationId xmlns:a16="http://schemas.microsoft.com/office/drawing/2014/main" id="{961BC7FA-16B2-99DB-45E6-69BB773D2F13}"/>
              </a:ext>
            </a:extLst>
          </p:cNvPr>
          <p:cNvSpPr/>
          <p:nvPr/>
        </p:nvSpPr>
        <p:spPr>
          <a:xfrm>
            <a:off x="4986581" y="1238250"/>
            <a:ext cx="2218837" cy="1405610"/>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06" name="Oval 4">
            <a:extLst>
              <a:ext uri="{FF2B5EF4-FFF2-40B4-BE49-F238E27FC236}">
                <a16:creationId xmlns:a16="http://schemas.microsoft.com/office/drawing/2014/main" id="{F2EBA16D-4B98-1124-4054-52FBE06029DD}"/>
              </a:ext>
            </a:extLst>
          </p:cNvPr>
          <p:cNvSpPr/>
          <p:nvPr/>
        </p:nvSpPr>
        <p:spPr>
          <a:xfrm>
            <a:off x="3288985" y="5079544"/>
            <a:ext cx="562373" cy="562373"/>
          </a:xfrm>
          <a:prstGeom prst="ellipse">
            <a:avLst/>
          </a:prstGeom>
          <a:solidFill>
            <a:srgbClr val="336699"/>
          </a:solid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none" rtlCol="0" anchor="ctr" lIns="0" rIns="0"/>
          <a:lstStyle/>
          <a:p>
            <a:pPr algn="ctr"/>
            <a:r>
              <a:rPr lang="en-US" sz="2121" dirty="0">
                <a:solidFill>
                  <a:srgbClr val="FFFFFF"/>
                </a:solidFill>
                <a:latin typeface="微软雅黑" panose="020B0503020204020204" pitchFamily="34" charset="-122"/>
                <a:ea typeface="微软雅黑" panose="020B0503020204020204" pitchFamily="34" charset="-122"/>
              </a:rPr>
              <a:t>01</a:t>
            </a:r>
          </a:p>
        </p:txBody>
      </p:sp>
      <p:sp>
        <p:nvSpPr>
          <p:cNvPr id="107" name="Oval 38">
            <a:extLst>
              <a:ext uri="{FF2B5EF4-FFF2-40B4-BE49-F238E27FC236}">
                <a16:creationId xmlns:a16="http://schemas.microsoft.com/office/drawing/2014/main" id="{E0ABF062-999E-7A44-D474-C3D279AE20B0}"/>
              </a:ext>
            </a:extLst>
          </p:cNvPr>
          <p:cNvSpPr/>
          <p:nvPr/>
        </p:nvSpPr>
        <p:spPr>
          <a:xfrm>
            <a:off x="8340642" y="5079544"/>
            <a:ext cx="562373" cy="562373"/>
          </a:xfrm>
          <a:prstGeom prst="ellipse">
            <a:avLst/>
          </a:prstGeom>
          <a:solidFill>
            <a:srgbClr val="3494BA"/>
          </a:solid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none" rtlCol="0" anchor="ctr" lIns="0" rIns="0"/>
          <a:lstStyle/>
          <a:p>
            <a:pPr algn="ctr"/>
            <a:r>
              <a:rPr lang="en-US" sz="2121" dirty="0">
                <a:solidFill>
                  <a:srgbClr val="FFFFFF"/>
                </a:solidFill>
                <a:latin typeface="微软雅黑" panose="020B0503020204020204" pitchFamily="34" charset="-122"/>
                <a:ea typeface="微软雅黑" panose="020B0503020204020204" pitchFamily="34" charset="-122"/>
              </a:rPr>
              <a:t>05</a:t>
            </a:r>
          </a:p>
        </p:txBody>
      </p:sp>
      <p:sp>
        <p:nvSpPr>
          <p:cNvPr id="108" name="Oval 22">
            <a:extLst>
              <a:ext uri="{FF2B5EF4-FFF2-40B4-BE49-F238E27FC236}">
                <a16:creationId xmlns:a16="http://schemas.microsoft.com/office/drawing/2014/main" id="{37192CA3-3E08-CDA6-09FC-70C0AA78A0F1}"/>
              </a:ext>
            </a:extLst>
          </p:cNvPr>
          <p:cNvSpPr/>
          <p:nvPr/>
        </p:nvSpPr>
        <p:spPr>
          <a:xfrm>
            <a:off x="4033313" y="3941715"/>
            <a:ext cx="562373" cy="562373"/>
          </a:xfrm>
          <a:prstGeom prst="ellipse">
            <a:avLst/>
          </a:prstGeom>
          <a:solidFill>
            <a:srgbClr val="3494BA"/>
          </a:solid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none" rtlCol="0" anchor="ctr" lIns="0" rIns="0"/>
          <a:lstStyle/>
          <a:p>
            <a:pPr algn="ctr"/>
            <a:r>
              <a:rPr lang="en-US" sz="2121" dirty="0">
                <a:solidFill>
                  <a:srgbClr val="FFFFFF"/>
                </a:solidFill>
                <a:latin typeface="微软雅黑" panose="020B0503020204020204" pitchFamily="34" charset="-122"/>
                <a:ea typeface="微软雅黑" panose="020B0503020204020204" pitchFamily="34" charset="-122"/>
              </a:rPr>
              <a:t>02</a:t>
            </a:r>
          </a:p>
        </p:txBody>
      </p:sp>
      <p:sp>
        <p:nvSpPr>
          <p:cNvPr id="109" name="Oval 39">
            <a:extLst>
              <a:ext uri="{FF2B5EF4-FFF2-40B4-BE49-F238E27FC236}">
                <a16:creationId xmlns:a16="http://schemas.microsoft.com/office/drawing/2014/main" id="{2BCCE760-7C47-E359-EA4E-F0A3FFA37049}"/>
              </a:ext>
            </a:extLst>
          </p:cNvPr>
          <p:cNvSpPr/>
          <p:nvPr/>
        </p:nvSpPr>
        <p:spPr>
          <a:xfrm>
            <a:off x="7596315" y="3941715"/>
            <a:ext cx="562373" cy="562373"/>
          </a:xfrm>
          <a:prstGeom prst="ellipse">
            <a:avLst/>
          </a:prstGeom>
          <a:solidFill>
            <a:srgbClr val="336699"/>
          </a:solidFill>
          <a:ln w="38100">
            <a:solidFill>
              <a:srgbClr val="F2F6F7">
                <a:lumMod val="90000"/>
              </a:srgbClr>
            </a:solidFill>
          </a:ln>
        </p:spPr>
        <p:style>
          <a:lnRef idx="2">
            <a:srgbClr val="336699">
              <a:shade val="50000"/>
            </a:srgbClr>
          </a:lnRef>
          <a:fillRef idx="1">
            <a:srgbClr val="336699"/>
          </a:fillRef>
          <a:effectRef idx="0">
            <a:srgbClr val="336699"/>
          </a:effectRef>
          <a:fontRef idx="minor">
            <a:srgbClr val="FFFFFF"/>
          </a:fontRef>
        </p:style>
        <p:txBody>
          <a:bodyPr wrap="none" rtlCol="0" anchor="ctr" lIns="0" rIns="0"/>
          <a:lstStyle/>
          <a:p>
            <a:pPr algn="ctr"/>
            <a:r>
              <a:rPr lang="en-US" sz="2121" dirty="0">
                <a:solidFill>
                  <a:srgbClr val="FFFFFF"/>
                </a:solidFill>
                <a:latin typeface="微软雅黑" panose="020B0503020204020204" pitchFamily="34" charset="-122"/>
                <a:ea typeface="微软雅黑" panose="020B0503020204020204" pitchFamily="34" charset="-122"/>
              </a:rPr>
              <a:t>04</a:t>
            </a:r>
          </a:p>
        </p:txBody>
      </p:sp>
      <p:sp>
        <p:nvSpPr>
          <p:cNvPr id="110" name="Rectangle 45">
            <a:extLst>
              <a:ext uri="{FF2B5EF4-FFF2-40B4-BE49-F238E27FC236}">
                <a16:creationId xmlns:a16="http://schemas.microsoft.com/office/drawing/2014/main" id="{3955869B-DE7B-B2FB-FC57-49B2CB754C4B}"/>
              </a:ext>
            </a:extLst>
          </p:cNvPr>
          <p:cNvSpPr/>
          <p:nvPr/>
        </p:nvSpPr>
        <p:spPr>
          <a:xfrm>
            <a:off x="8903015" y="3601800"/>
            <a:ext cx="2218837" cy="1405610"/>
          </a:xfrm>
          <a:prstGeom prst="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11" name="Rectangle 50">
            <a:extLst>
              <a:ext uri="{FF2B5EF4-FFF2-40B4-BE49-F238E27FC236}">
                <a16:creationId xmlns:a16="http://schemas.microsoft.com/office/drawing/2014/main" id="{616CDAB3-732F-786C-9BFC-41C13A137613}"/>
              </a:ext>
            </a:extLst>
          </p:cNvPr>
          <p:cNvSpPr/>
          <p:nvPr/>
        </p:nvSpPr>
        <p:spPr>
          <a:xfrm>
            <a:off x="7608952" y="1814839"/>
            <a:ext cx="2218837" cy="1405610"/>
          </a:xfrm>
          <a:prstGeom prst="rect">
            <a:avLst/>
          </a:prstGeom>
          <a:solidFill>
            <a:srgbClr val="F2F6F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12" name="Freeform: Shape 55">
            <a:extLst>
              <a:ext uri="{FF2B5EF4-FFF2-40B4-BE49-F238E27FC236}">
                <a16:creationId xmlns:a16="http://schemas.microsoft.com/office/drawing/2014/main" id="{C862169F-D9A5-E5E2-282C-4430892F3D59}"/>
              </a:ext>
            </a:extLst>
          </p:cNvPr>
          <p:cNvSpPr/>
          <p:nvPr/>
        </p:nvSpPr>
        <p:spPr>
          <a:xfrm rot="10800000">
            <a:off x="3931536" y="4102985"/>
            <a:ext cx="4328928" cy="2164464"/>
          </a:xfrm>
          <a:custGeom>
            <a:avLst/>
            <a:gdLst>
              <a:gd name="connsiteX0" fmla="*/ 0 w 4762500"/>
              <a:gd name="connsiteY0" fmla="*/ 0 h 2381250"/>
              <a:gd name="connsiteX1" fmla="*/ 4762500 w 4762500"/>
              <a:gd name="connsiteY1" fmla="*/ 0 h 2381250"/>
              <a:gd name="connsiteX2" fmla="*/ 2381250 w 4762500"/>
              <a:gd name="connsiteY2" fmla="*/ 2381250 h 2381250"/>
              <a:gd name="connsiteX3" fmla="*/ 0 w 4762500"/>
              <a:gd name="connsiteY3" fmla="*/ 0 h 2381250"/>
            </a:gdLst>
            <a:ahLst/>
            <a:cxnLst>
              <a:cxn ang="0">
                <a:pos x="connsiteX0" y="connsiteY0"/>
              </a:cxn>
              <a:cxn ang="0">
                <a:pos x="connsiteX1" y="connsiteY1"/>
              </a:cxn>
              <a:cxn ang="0">
                <a:pos x="connsiteX2" y="connsiteY2"/>
              </a:cxn>
              <a:cxn ang="0">
                <a:pos x="connsiteX3" y="connsiteY3"/>
              </a:cxn>
            </a:cxnLst>
            <a:rect l="l" t="t" r="r" b="b"/>
            <a:pathLst>
              <a:path w="4762500" h="2381250">
                <a:moveTo>
                  <a:pt x="0" y="0"/>
                </a:moveTo>
                <a:lnTo>
                  <a:pt x="4762500" y="0"/>
                </a:lnTo>
                <a:cubicBezTo>
                  <a:pt x="4762500" y="1315128"/>
                  <a:pt x="3696378" y="2381250"/>
                  <a:pt x="2381250" y="2381250"/>
                </a:cubicBezTo>
                <a:cubicBezTo>
                  <a:pt x="1066122" y="2381250"/>
                  <a:pt x="0" y="1315128"/>
                  <a:pt x="0" y="0"/>
                </a:cubicBezTo>
                <a:close/>
              </a:path>
            </a:pathLst>
          </a:cu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p>
        </p:txBody>
      </p:sp>
      <p:sp>
        <p:nvSpPr>
          <p:cNvPr id="113" name="Text Placeholder 1">
            <a:extLst>
              <a:ext uri="{FF2B5EF4-FFF2-40B4-BE49-F238E27FC236}">
                <a16:creationId xmlns:a16="http://schemas.microsoft.com/office/drawing/2014/main" id="{B28A443F-DADB-23EF-5444-9BAEE0014416}"/>
              </a:ext>
            </a:extLst>
          </p:cNvPr>
          <p:cNvSpPr txBox="1">
            <a:spLocks/>
          </p:cNvSpPr>
          <p:nvPr/>
        </p:nvSpPr>
        <p:spPr>
          <a:xfrm>
            <a:off x="1177476" y="4047337"/>
            <a:ext cx="1956191" cy="1162624"/>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lnSpc>
                <a:spcPct val="150000"/>
              </a:lnSpc>
              <a:buNone/>
            </a:pPr>
            <a:r>
              <a:rPr lang="zh-CN" altLang="en-US" sz="795" dirty="0">
                <a:solidFill>
                  <a:srgbClr val="F2F6F7">
                    <a:lumMod val="50000"/>
                  </a:srgbClr>
                </a:solidFill>
                <a:latin typeface="微软雅黑" panose="020B0503020204020204" pitchFamily="34" charset="-122"/>
                <a:ea typeface="微软雅黑" panose="020B0503020204020204" pitchFamily="34" charset="-122"/>
              </a:rPr>
              <a:t>填写本项的目标、关键动作与交付物。</a:t>
            </a:r>
            <a:endParaRPr lang="en-US" sz="795" dirty="0">
              <a:solidFill>
                <a:srgbClr val="F2F6F7">
                  <a:lumMod val="50000"/>
                </a:srgbClr>
              </a:solidFill>
              <a:latin typeface="微软雅黑" panose="020B0503020204020204" pitchFamily="34" charset="-122"/>
              <a:ea typeface="微软雅黑" panose="020B0503020204020204" pitchFamily="34" charset="-122"/>
            </a:endParaRPr>
          </a:p>
        </p:txBody>
      </p:sp>
      <p:sp>
        <p:nvSpPr>
          <p:cNvPr id="114" name="Text Placeholder 2">
            <a:extLst>
              <a:ext uri="{FF2B5EF4-FFF2-40B4-BE49-F238E27FC236}">
                <a16:creationId xmlns:a16="http://schemas.microsoft.com/office/drawing/2014/main" id="{4A6F33D6-EEB6-BCB0-A5B9-4FA1FE791237}"/>
              </a:ext>
            </a:extLst>
          </p:cNvPr>
          <p:cNvSpPr txBox="1">
            <a:spLocks/>
          </p:cNvSpPr>
          <p:nvPr/>
        </p:nvSpPr>
        <p:spPr>
          <a:xfrm>
            <a:off x="1177476" y="3735883"/>
            <a:ext cx="1571971" cy="2423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buNone/>
            </a:pPr>
            <a:r>
              <a:rPr lang="zh-CN" altLang="en-US" sz="1237" b="1" dirty="0">
                <a:solidFill>
                  <a:srgbClr val="336699"/>
                </a:solidFill>
                <a:latin typeface="微软雅黑" panose="020B0503020204020204" pitchFamily="34" charset="-122"/>
                <a:ea typeface="微软雅黑" panose="020B0503020204020204" pitchFamily="34" charset="-122"/>
              </a:rPr>
              <a:t>提升个人专业技能</a:t>
            </a:r>
            <a:endParaRPr lang="en-US" sz="1237" b="1" dirty="0">
              <a:solidFill>
                <a:srgbClr val="336699"/>
              </a:solidFill>
              <a:latin typeface="微软雅黑" panose="020B0503020204020204" pitchFamily="34" charset="-122"/>
              <a:ea typeface="微软雅黑" panose="020B0503020204020204" pitchFamily="34" charset="-122"/>
            </a:endParaRPr>
          </a:p>
        </p:txBody>
      </p:sp>
      <p:sp>
        <p:nvSpPr>
          <p:cNvPr id="115" name="Text Placeholder 5">
            <a:extLst>
              <a:ext uri="{FF2B5EF4-FFF2-40B4-BE49-F238E27FC236}">
                <a16:creationId xmlns:a16="http://schemas.microsoft.com/office/drawing/2014/main" id="{BA51F7EF-4015-1A5A-D695-785E492AEC50}"/>
              </a:ext>
            </a:extLst>
          </p:cNvPr>
          <p:cNvSpPr txBox="1">
            <a:spLocks/>
          </p:cNvSpPr>
          <p:nvPr/>
        </p:nvSpPr>
        <p:spPr>
          <a:xfrm>
            <a:off x="2470834" y="2260375"/>
            <a:ext cx="1956191" cy="116262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lnSpc>
                <a:spcPct val="150000"/>
              </a:lnSpc>
              <a:buNone/>
            </a:pPr>
            <a:r>
              <a:rPr lang="zh-CN" altLang="en-US" sz="795" dirty="0">
                <a:solidFill>
                  <a:srgbClr val="FFFFFF"/>
                </a:solidFill>
                <a:latin typeface="微软雅黑" panose="020B0503020204020204" pitchFamily="34" charset="-122"/>
                <a:ea typeface="微软雅黑" panose="020B0503020204020204" pitchFamily="34" charset="-122"/>
              </a:rPr>
              <a:t>填写本项的目标、关键动作与交付物。</a:t>
            </a:r>
          </a:p>
        </p:txBody>
      </p:sp>
      <p:sp>
        <p:nvSpPr>
          <p:cNvPr id="116" name="Text Placeholder 7">
            <a:extLst>
              <a:ext uri="{FF2B5EF4-FFF2-40B4-BE49-F238E27FC236}">
                <a16:creationId xmlns:a16="http://schemas.microsoft.com/office/drawing/2014/main" id="{4F388E36-23EA-C6DA-EC98-ABC8B5F24D4B}"/>
              </a:ext>
            </a:extLst>
          </p:cNvPr>
          <p:cNvSpPr txBox="1">
            <a:spLocks/>
          </p:cNvSpPr>
          <p:nvPr/>
        </p:nvSpPr>
        <p:spPr>
          <a:xfrm>
            <a:off x="2470834" y="1948921"/>
            <a:ext cx="1571971" cy="2423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buNone/>
            </a:pPr>
            <a:r>
              <a:rPr lang="zh-CN" altLang="en-US" sz="1237" b="1" dirty="0">
                <a:solidFill>
                  <a:srgbClr val="FFFFFF"/>
                </a:solidFill>
                <a:latin typeface="微软雅黑" panose="020B0503020204020204" pitchFamily="34" charset="-122"/>
                <a:ea typeface="微软雅黑" panose="020B0503020204020204" pitchFamily="34" charset="-122"/>
              </a:rPr>
              <a:t>实现销售目标</a:t>
            </a:r>
            <a:endParaRPr lang="en-US" sz="1237" b="1" dirty="0">
              <a:solidFill>
                <a:srgbClr val="FFFFFF"/>
              </a:solidFill>
              <a:latin typeface="微软雅黑" panose="020B0503020204020204" pitchFamily="34" charset="-122"/>
              <a:ea typeface="微软雅黑" panose="020B0503020204020204" pitchFamily="34" charset="-122"/>
            </a:endParaRPr>
          </a:p>
        </p:txBody>
      </p:sp>
      <p:sp>
        <p:nvSpPr>
          <p:cNvPr id="117" name="Text Placeholder 12">
            <a:extLst>
              <a:ext uri="{FF2B5EF4-FFF2-40B4-BE49-F238E27FC236}">
                <a16:creationId xmlns:a16="http://schemas.microsoft.com/office/drawing/2014/main" id="{216A0A72-8FBE-45BE-92B2-4FD55FD15189}"/>
              </a:ext>
            </a:extLst>
          </p:cNvPr>
          <p:cNvSpPr txBox="1">
            <a:spLocks/>
          </p:cNvSpPr>
          <p:nvPr/>
        </p:nvSpPr>
        <p:spPr>
          <a:xfrm>
            <a:off x="5093908" y="1683786"/>
            <a:ext cx="1956191" cy="116262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lnSpc>
                <a:spcPct val="150000"/>
              </a:lnSpc>
              <a:buNone/>
            </a:pPr>
            <a:r>
              <a:rPr lang="zh-CN" altLang="en-US" sz="795" dirty="0">
                <a:solidFill>
                  <a:srgbClr val="F2F6F7">
                    <a:lumMod val="50000"/>
                  </a:srgbClr>
                </a:solidFill>
                <a:latin typeface="微软雅黑" panose="020B0503020204020204" pitchFamily="34" charset="-122"/>
                <a:ea typeface="微软雅黑" panose="020B0503020204020204" pitchFamily="34" charset="-122"/>
              </a:rPr>
              <a:t>填写本项的目标、关键动作与交付物。</a:t>
            </a:r>
          </a:p>
        </p:txBody>
      </p:sp>
      <p:sp>
        <p:nvSpPr>
          <p:cNvPr id="118" name="Text Placeholder 13">
            <a:extLst>
              <a:ext uri="{FF2B5EF4-FFF2-40B4-BE49-F238E27FC236}">
                <a16:creationId xmlns:a16="http://schemas.microsoft.com/office/drawing/2014/main" id="{C01653CF-CCEA-6449-3AC5-8540F7B90E8A}"/>
              </a:ext>
            </a:extLst>
          </p:cNvPr>
          <p:cNvSpPr txBox="1">
            <a:spLocks/>
          </p:cNvSpPr>
          <p:nvPr/>
        </p:nvSpPr>
        <p:spPr>
          <a:xfrm>
            <a:off x="5093908" y="1372333"/>
            <a:ext cx="1571971" cy="2423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buNone/>
            </a:pPr>
            <a:r>
              <a:rPr lang="zh-CN" altLang="en-US" sz="1237" b="1" dirty="0">
                <a:solidFill>
                  <a:srgbClr val="336699"/>
                </a:solidFill>
                <a:latin typeface="微软雅黑" panose="020B0503020204020204" pitchFamily="34" charset="-122"/>
                <a:ea typeface="微软雅黑" panose="020B0503020204020204" pitchFamily="34" charset="-122"/>
              </a:rPr>
              <a:t>改善工作效率</a:t>
            </a:r>
            <a:endParaRPr lang="en-US" sz="1237" b="1" dirty="0">
              <a:solidFill>
                <a:srgbClr val="336699"/>
              </a:solidFill>
              <a:latin typeface="微软雅黑" panose="020B0503020204020204" pitchFamily="34" charset="-122"/>
              <a:ea typeface="微软雅黑" panose="020B0503020204020204" pitchFamily="34" charset="-122"/>
            </a:endParaRPr>
          </a:p>
        </p:txBody>
      </p:sp>
      <p:sp>
        <p:nvSpPr>
          <p:cNvPr id="119" name="Text Placeholder 14">
            <a:extLst>
              <a:ext uri="{FF2B5EF4-FFF2-40B4-BE49-F238E27FC236}">
                <a16:creationId xmlns:a16="http://schemas.microsoft.com/office/drawing/2014/main" id="{03FA233A-C6FC-45E8-233D-5C5548A9DF9E}"/>
              </a:ext>
            </a:extLst>
          </p:cNvPr>
          <p:cNvSpPr txBox="1">
            <a:spLocks/>
          </p:cNvSpPr>
          <p:nvPr/>
        </p:nvSpPr>
        <p:spPr>
          <a:xfrm>
            <a:off x="7716280" y="2260375"/>
            <a:ext cx="1956191" cy="116262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lnSpc>
                <a:spcPct val="150000"/>
              </a:lnSpc>
              <a:buNone/>
            </a:pPr>
            <a:r>
              <a:rPr lang="zh-CN" altLang="en-US" sz="795" dirty="0">
                <a:solidFill>
                  <a:srgbClr val="F2F6F7">
                    <a:lumMod val="50000"/>
                  </a:srgbClr>
                </a:solidFill>
                <a:latin typeface="微软雅黑" panose="020B0503020204020204" pitchFamily="34" charset="-122"/>
                <a:ea typeface="微软雅黑" panose="020B0503020204020204" pitchFamily="34" charset="-122"/>
              </a:rPr>
              <a:t>填写本项的目标、关键动作与交付物。</a:t>
            </a:r>
          </a:p>
        </p:txBody>
      </p:sp>
      <p:sp>
        <p:nvSpPr>
          <p:cNvPr id="120" name="Text Placeholder 15">
            <a:extLst>
              <a:ext uri="{FF2B5EF4-FFF2-40B4-BE49-F238E27FC236}">
                <a16:creationId xmlns:a16="http://schemas.microsoft.com/office/drawing/2014/main" id="{F8A3C3D4-36AF-5610-59FF-79A96F6B4E43}"/>
              </a:ext>
            </a:extLst>
          </p:cNvPr>
          <p:cNvSpPr txBox="1">
            <a:spLocks/>
          </p:cNvSpPr>
          <p:nvPr/>
        </p:nvSpPr>
        <p:spPr>
          <a:xfrm>
            <a:off x="7716280" y="1948921"/>
            <a:ext cx="1571971" cy="2423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buNone/>
            </a:pPr>
            <a:r>
              <a:rPr lang="zh-CN" altLang="en-US" sz="1237" b="1" dirty="0">
                <a:solidFill>
                  <a:srgbClr val="336699"/>
                </a:solidFill>
                <a:latin typeface="微软雅黑" panose="020B0503020204020204" pitchFamily="34" charset="-122"/>
                <a:ea typeface="微软雅黑" panose="020B0503020204020204" pitchFamily="34" charset="-122"/>
              </a:rPr>
              <a:t>加强团队协作</a:t>
            </a:r>
            <a:endParaRPr lang="en-US" sz="1237" b="1" dirty="0">
              <a:solidFill>
                <a:srgbClr val="336699"/>
              </a:solidFill>
              <a:latin typeface="微软雅黑" panose="020B0503020204020204" pitchFamily="34" charset="-122"/>
              <a:ea typeface="微软雅黑" panose="020B0503020204020204" pitchFamily="34" charset="-122"/>
            </a:endParaRPr>
          </a:p>
        </p:txBody>
      </p:sp>
      <p:sp>
        <p:nvSpPr>
          <p:cNvPr id="121" name="Text Placeholder 16">
            <a:extLst>
              <a:ext uri="{FF2B5EF4-FFF2-40B4-BE49-F238E27FC236}">
                <a16:creationId xmlns:a16="http://schemas.microsoft.com/office/drawing/2014/main" id="{59E3EF7B-07A0-D0BA-3C26-D981C40CB8EB}"/>
              </a:ext>
            </a:extLst>
          </p:cNvPr>
          <p:cNvSpPr txBox="1">
            <a:spLocks/>
          </p:cNvSpPr>
          <p:nvPr/>
        </p:nvSpPr>
        <p:spPr>
          <a:xfrm>
            <a:off x="9010342" y="4047337"/>
            <a:ext cx="1956191" cy="116262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lnSpc>
                <a:spcPct val="150000"/>
              </a:lnSpc>
              <a:buNone/>
            </a:pPr>
            <a:r>
              <a:rPr lang="zh-CN" altLang="en-US" sz="795" dirty="0">
                <a:solidFill>
                  <a:srgbClr val="FFFFFF"/>
                </a:solidFill>
                <a:latin typeface="微软雅黑" panose="020B0503020204020204" pitchFamily="34" charset="-122"/>
                <a:ea typeface="微软雅黑" panose="020B0503020204020204" pitchFamily="34" charset="-122"/>
              </a:rPr>
              <a:t>填写本项的目标、关键动作与交付物。</a:t>
            </a:r>
            <a:endParaRPr lang="en-US" sz="795" dirty="0">
              <a:solidFill>
                <a:srgbClr val="FFFFFF"/>
              </a:solidFill>
              <a:latin typeface="微软雅黑" panose="020B0503020204020204" pitchFamily="34" charset="-122"/>
              <a:ea typeface="微软雅黑" panose="020B0503020204020204" pitchFamily="34" charset="-122"/>
            </a:endParaRPr>
          </a:p>
        </p:txBody>
      </p:sp>
      <p:sp>
        <p:nvSpPr>
          <p:cNvPr id="122" name="Text Placeholder 17">
            <a:extLst>
              <a:ext uri="{FF2B5EF4-FFF2-40B4-BE49-F238E27FC236}">
                <a16:creationId xmlns:a16="http://schemas.microsoft.com/office/drawing/2014/main" id="{6FB1C173-5B0B-DAF5-4CB4-BABE3E35516A}"/>
              </a:ext>
            </a:extLst>
          </p:cNvPr>
          <p:cNvSpPr txBox="1">
            <a:spLocks/>
          </p:cNvSpPr>
          <p:nvPr/>
        </p:nvSpPr>
        <p:spPr>
          <a:xfrm>
            <a:off x="9010342" y="3735883"/>
            <a:ext cx="1571971" cy="24238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474" kern="1200">
                <a:solidFill>
                  <a:srgbClr val="333333"/>
                </a:solidFill>
                <a:latin typeface="微软雅黑"/>
                <a:ea typeface="微软雅黑"/>
                <a:cs typeface="微软雅黑"/>
              </a:defRPr>
            </a:lvl1pPr>
            <a:lvl2pPr marL="685800" indent="-228600" algn="l" defTabSz="914400" rtl="0" eaLnBrk="1" latinLnBrk="0" hangingPunct="1">
              <a:lnSpc>
                <a:spcPct val="90000"/>
              </a:lnSpc>
              <a:spcBef>
                <a:spcPts val="500"/>
              </a:spcBef>
              <a:buFont typeface="Arial" panose="020B0604020202020204" pitchFamily="34" charset="0"/>
              <a:buChar char="•"/>
              <a:defRPr sz="2121" kern="1200">
                <a:solidFill>
                  <a:srgbClr val="333333"/>
                </a:solidFill>
                <a:latin typeface="微软雅黑"/>
                <a:ea typeface="微软雅黑"/>
                <a:cs typeface="微软雅黑"/>
              </a:defRPr>
            </a:lvl2pPr>
            <a:lvl3pPr marL="1143000" indent="-228600" algn="l" defTabSz="914400" rtl="0" eaLnBrk="1" latinLnBrk="0" hangingPunct="1">
              <a:lnSpc>
                <a:spcPct val="90000"/>
              </a:lnSpc>
              <a:spcBef>
                <a:spcPts val="500"/>
              </a:spcBef>
              <a:buFont typeface="Arial" panose="020B0604020202020204" pitchFamily="34" charset="0"/>
              <a:buChar char="•"/>
              <a:defRPr sz="1767" kern="1200">
                <a:solidFill>
                  <a:srgbClr val="333333"/>
                </a:solidFill>
                <a:latin typeface="微软雅黑"/>
                <a:ea typeface="微软雅黑"/>
                <a:cs typeface="微软雅黑"/>
              </a:defRPr>
            </a:lvl3pPr>
            <a:lvl4pPr marL="1600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4pPr>
            <a:lvl5pPr marL="20574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5pPr>
            <a:lvl6pPr marL="25146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6pPr>
            <a:lvl7pPr marL="29718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7pPr>
            <a:lvl8pPr marL="34290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8pPr>
            <a:lvl9pPr marL="3886200" indent="-228600" algn="l" defTabSz="914400" rtl="0" eaLnBrk="1" latinLnBrk="0" hangingPunct="1">
              <a:lnSpc>
                <a:spcPct val="90000"/>
              </a:lnSpc>
              <a:spcBef>
                <a:spcPts val="500"/>
              </a:spcBef>
              <a:buFont typeface="Arial" panose="020B0604020202020204" pitchFamily="34" charset="0"/>
              <a:buChar char="•"/>
              <a:defRPr sz="1590" kern="1200">
                <a:solidFill>
                  <a:srgbClr val="333333"/>
                </a:solidFill>
                <a:latin typeface="微软雅黑"/>
                <a:ea typeface="微软雅黑"/>
                <a:cs typeface="微软雅黑"/>
              </a:defRPr>
            </a:lvl9pPr>
          </a:lstStyle>
          <a:p>
            <a:pPr marL="0" indent="0">
              <a:buNone/>
            </a:pPr>
            <a:r>
              <a:rPr lang="zh-CN" altLang="en-US" sz="1237" b="1" dirty="0">
                <a:solidFill>
                  <a:srgbClr val="FFFFFF"/>
                </a:solidFill>
                <a:latin typeface="微软雅黑" panose="020B0503020204020204" pitchFamily="34" charset="-122"/>
                <a:ea typeface="微软雅黑" panose="020B0503020204020204" pitchFamily="34" charset="-122"/>
              </a:rPr>
              <a:t>提升客户满意度</a:t>
            </a:r>
            <a:endParaRPr lang="en-US" sz="1237" b="1" dirty="0">
              <a:solidFill>
                <a:srgbClr val="FFFFFF"/>
              </a:solidFill>
              <a:latin typeface="微软雅黑" panose="020B0503020204020204" pitchFamily="34" charset="-122"/>
              <a:ea typeface="微软雅黑" panose="020B0503020204020204" pitchFamily="34" charset="-122"/>
            </a:endParaRPr>
          </a:p>
        </p:txBody>
      </p:sp>
      <p:sp>
        <p:nvSpPr>
          <p:cNvPr id="123" name="文本框 58">
            <a:extLst>
              <a:ext uri="{FF2B5EF4-FFF2-40B4-BE49-F238E27FC236}">
                <a16:creationId xmlns:a16="http://schemas.microsoft.com/office/drawing/2014/main" id="{04ECCF7B-C0FD-FF8D-6E93-2C1D580210C6}"/>
              </a:ext>
            </a:extLst>
          </p:cNvPr>
          <p:cNvSpPr txBox="1"/>
          <p:nvPr/>
        </p:nvSpPr>
        <p:spPr>
          <a:xfrm>
            <a:off x="4903969" y="5005857"/>
            <a:ext cx="2384072" cy="462310"/>
          </a:xfrm>
          <a:prstGeom prst="rect">
            <a:avLst/>
          </a:prstGeom>
          <a:noFill/>
        </p:spPr>
        <p:txBody>
          <a:bodyPr wrap="none" rtlCol="0">
            <a:spAutoFit/>
          </a:bodyPr>
          <a:lstStyle/>
          <a:p>
            <a:pPr algn="ctr"/>
            <a:r>
              <a:rPr lang="zh-CN" altLang="en-US" sz="2474" b="1" dirty="0">
                <a:solidFill>
                  <a:srgbClr val="FFFFFF"/>
                </a:solidFill>
                <a:effectLst/>
                <a:latin typeface="微软雅黑" panose="020B0503020204020204" pitchFamily="34" charset="-122"/>
                <a:ea typeface="微软雅黑" panose="020B0503020204020204" pitchFamily="34" charset="-122"/>
              </a:rPr>
              <a:t>下半年工作计划</a:t>
            </a:r>
          </a:p>
        </p:txBody>
      </p:sp>
      <p:sp>
        <p:nvSpPr>
          <p:cNvPr id="124" name="文本框 59">
            <a:extLst>
              <a:ext uri="{FF2B5EF4-FFF2-40B4-BE49-F238E27FC236}">
                <a16:creationId xmlns:a16="http://schemas.microsoft.com/office/drawing/2014/main" id="{F9899DB6-F794-4740-5444-84C18BC32959}"/>
              </a:ext>
            </a:extLst>
          </p:cNvPr>
          <p:cNvSpPr txBox="1"/>
          <p:nvPr/>
        </p:nvSpPr>
        <p:spPr>
          <a:xfrm>
            <a:off x="3369162" y="5474250"/>
            <a:ext cx="5453674" cy="503840"/>
          </a:xfrm>
          <a:prstGeom prst="rect">
            <a:avLst/>
          </a:prstGeom>
          <a:noFill/>
        </p:spPr>
        <p:txBody>
          <a:bodyPr wrap="square" rtlCol="0">
            <a:spAutoFit/>
          </a:bodyPr>
          <a:lstStyle/>
          <a:p>
            <a:pPr algn="ctr">
              <a:lnSpc>
                <a:spcPct val="150000"/>
              </a:lnSpc>
            </a:pPr>
            <a:r>
              <a:rPr kumimoji="1" lang="zh-CN" altLang="en-US" sz="97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工作成果是指工作一段时间后最终的产出。</a:t>
            </a:r>
            <a:endParaRPr kumimoji="1" lang="en-US" altLang="zh-CN" sz="97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endParaRPr>
          </a:p>
          <a:p>
            <a:pPr algn="ctr">
              <a:lnSpc>
                <a:spcPct val="150000"/>
              </a:lnSpc>
            </a:pPr>
            <a:r>
              <a:rPr kumimoji="1" lang="zh-CN" altLang="en-US" sz="972"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可定量的工作成果有搬运工的搬运量销售员的销售额及交易价格水平等。</a:t>
            </a:r>
          </a:p>
        </p:txBody>
      </p:sp>
      <p:sp>
        <p:nvSpPr>
          <p:cNvPr id="125" name="椭圆 60">
            <a:extLst>
              <a:ext uri="{FF2B5EF4-FFF2-40B4-BE49-F238E27FC236}">
                <a16:creationId xmlns:a16="http://schemas.microsoft.com/office/drawing/2014/main" id="{96AB4417-F8ED-9F00-5343-AA62605898D2}"/>
              </a:ext>
            </a:extLst>
          </p:cNvPr>
          <p:cNvSpPr/>
          <p:nvPr/>
        </p:nvSpPr>
        <p:spPr>
          <a:xfrm>
            <a:off x="5858313" y="4400322"/>
            <a:ext cx="475372" cy="475372"/>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sz="1104" b="1" dirty="0">
              <a:solidFill>
                <a:srgbClr val="336699"/>
              </a:solidFill>
              <a:latin typeface="微软雅黑" panose="020B0503020204020204" pitchFamily="34" charset="-122"/>
              <a:ea typeface="微软雅黑" panose="020B0503020204020204" pitchFamily="34" charset="-122"/>
            </a:endParaRPr>
          </a:p>
        </p:txBody>
      </p:sp>
      <p:pic>
        <p:nvPicPr>
          <p:cNvPr id="126" name="图形 62" descr="清单演示文稿 纯色填充">
            <a:extLst>
              <a:ext uri="{FF2B5EF4-FFF2-40B4-BE49-F238E27FC236}">
                <a16:creationId xmlns:a16="http://schemas.microsoft.com/office/drawing/2014/main" id="{C209B330-00C3-6BBA-7C15-8F7F5ED8713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940353" y="4475961"/>
            <a:ext cx="324093" cy="324093"/>
          </a:xfrm>
          <a:prstGeom prst="rect">
            <a:avLst/>
          </a:prstGeom>
        </p:spPr>
      </p:pic>
      <p:pic>
        <p:nvPicPr>
          <p:cNvPr id="127" name="图形 65" descr="徽章勾号 1 纯色填充">
            <a:extLst>
              <a:ext uri="{FF2B5EF4-FFF2-40B4-BE49-F238E27FC236}">
                <a16:creationId xmlns:a16="http://schemas.microsoft.com/office/drawing/2014/main" id="{19237B6A-14BE-104B-8BE8-DD6CF84D1C2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883614" y="3719759"/>
            <a:ext cx="250052" cy="250052"/>
          </a:xfrm>
          <a:prstGeom prst="rect">
            <a:avLst/>
          </a:prstGeom>
        </p:spPr>
      </p:pic>
      <p:pic>
        <p:nvPicPr>
          <p:cNvPr id="128" name="图形 66" descr="徽章勾号 1 纯色填充">
            <a:extLst>
              <a:ext uri="{FF2B5EF4-FFF2-40B4-BE49-F238E27FC236}">
                <a16:creationId xmlns:a16="http://schemas.microsoft.com/office/drawing/2014/main" id="{4880DD28-AB84-F9AC-AA19-1B2BDC3F7D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225636" y="1918985"/>
            <a:ext cx="250052" cy="250052"/>
          </a:xfrm>
          <a:prstGeom prst="rect">
            <a:avLst/>
          </a:prstGeom>
        </p:spPr>
      </p:pic>
      <p:pic>
        <p:nvPicPr>
          <p:cNvPr id="129" name="图形 67" descr="徽章勾号 1 纯色填充">
            <a:extLst>
              <a:ext uri="{FF2B5EF4-FFF2-40B4-BE49-F238E27FC236}">
                <a16:creationId xmlns:a16="http://schemas.microsoft.com/office/drawing/2014/main" id="{36A32131-E471-7060-2D8A-5C61CBC8789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54903" y="1371221"/>
            <a:ext cx="250052" cy="250052"/>
          </a:xfrm>
          <a:prstGeom prst="rect">
            <a:avLst/>
          </a:prstGeom>
        </p:spPr>
      </p:pic>
      <p:pic>
        <p:nvPicPr>
          <p:cNvPr id="130" name="图形 68" descr="徽章勾号 1 纯色填充">
            <a:extLst>
              <a:ext uri="{FF2B5EF4-FFF2-40B4-BE49-F238E27FC236}">
                <a16:creationId xmlns:a16="http://schemas.microsoft.com/office/drawing/2014/main" id="{64C4E401-BA50-1E83-1F90-0637C49DA4D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788388" y="3719759"/>
            <a:ext cx="250052" cy="250052"/>
          </a:xfrm>
          <a:prstGeom prst="rect">
            <a:avLst/>
          </a:prstGeom>
        </p:spPr>
      </p:pic>
      <p:pic>
        <p:nvPicPr>
          <p:cNvPr id="131" name="图形 69" descr="徽章勾号 1 纯色填充">
            <a:extLst>
              <a:ext uri="{FF2B5EF4-FFF2-40B4-BE49-F238E27FC236}">
                <a16:creationId xmlns:a16="http://schemas.microsoft.com/office/drawing/2014/main" id="{EB4955FC-F6BE-228C-FB9D-35CA4D2260C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484169" y="1918985"/>
            <a:ext cx="250052" cy="250052"/>
          </a:xfrm>
          <a:prstGeom prst="rect">
            <a:avLst/>
          </a:prstGeom>
        </p:spPr>
      </p:pic>
    </p:spTree>
    <p:extLst>
      <p:ext uri="{BB962C8B-B14F-4D97-AF65-F5344CB8AC3E}">
        <p14:creationId xmlns:p14="http://schemas.microsoft.com/office/powerpoint/2010/main" val="1851778670"/>
      </p:ext>
    </p:extLst>
  </p:cSld>
  <p:clrMapOvr>
    <a:masterClrMapping/>
  </p:clrMapOvr>
</p:sld>
</file>

<file path=ppt/slides/vr_business_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R026 中心主题与六项总结（结构示例）</a:t>
            </a:r>
          </a:p>
        </p:txBody>
      </p:sp>
      <p:sp>
        <p:nvSpPr>
          <p:cNvPr id="101" name="椭圆 7">
            <a:extLst>
              <a:ext uri="{FF2B5EF4-FFF2-40B4-BE49-F238E27FC236}">
                <a16:creationId xmlns:a16="http://schemas.microsoft.com/office/drawing/2014/main" id="{35CD647E-258C-7872-42A3-2DC50CA87758}"/>
              </a:ext>
            </a:extLst>
          </p:cNvPr>
          <p:cNvSpPr/>
          <p:nvPr/>
        </p:nvSpPr>
        <p:spPr>
          <a:xfrm>
            <a:off x="4163474" y="2109744"/>
            <a:ext cx="4157706" cy="4157706"/>
          </a:xfrm>
          <a:prstGeom prst="ellipse">
            <a:avLst/>
          </a:prstGeom>
          <a:gradFill flip="none" rotWithShape="1">
            <a:gsLst>
              <a:gs pos="100000">
                <a:srgbClr val="75BDA7">
                  <a:lumMod val="5000"/>
                  <a:lumOff val="95000"/>
                </a:srgbClr>
              </a:gs>
              <a:gs pos="45000">
                <a:srgbClr val="75BDA7">
                  <a:lumMod val="30000"/>
                  <a:lumOff val="70000"/>
                </a:srgbClr>
              </a:gs>
            </a:gsLst>
            <a:path path="rect">
              <a:fillToRect l="50000" t="50000" r="50000" b="50000"/>
            </a:path>
            <a:tileRect/>
          </a:gradFill>
          <a:ln>
            <a:solidFill>
              <a:srgbClr val="FFFFFF"/>
            </a:solidFill>
          </a:ln>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29" b="0" i="0" u="none" strike="noStrike" kern="1200" cap="none" spc="0" normalizeH="0" baseline="0" noProof="0" dirty="0">
              <a:ln>
                <a:noFill/>
              </a:ln>
              <a:solidFill>
                <a:prstClr val="white"/>
              </a:solidFill>
              <a:effectLst>
                <a:outerShdw blurRad="63500" sx="102000" sy="102000" algn="ctr" rotWithShape="0">
                  <a:prstClr val="black">
                    <a:alpha val="40000"/>
                  </a:prstClr>
                </a:outerShdw>
              </a:effectLst>
              <a:uLnTx/>
              <a:uFillTx/>
              <a:latin typeface="微软雅黑"/>
              <a:ea typeface="微软雅黑"/>
              <a:cs typeface="微软雅黑"/>
            </a:endParaRPr>
          </a:p>
        </p:txBody>
      </p:sp>
      <p:sp>
        <p:nvSpPr>
          <p:cNvPr id="102" name="椭圆 8"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5767A581-8EF4-1E72-608B-7C6B945888CA}"/>
              </a:ext>
            </a:extLst>
          </p:cNvPr>
          <p:cNvSpPr/>
          <p:nvPr/>
        </p:nvSpPr>
        <p:spPr>
          <a:xfrm>
            <a:off x="4651671" y="2794085"/>
            <a:ext cx="2856567" cy="2856567"/>
          </a:xfrm>
          <a:prstGeom prst="ellipse">
            <a:avLst/>
          </a:prstGeom>
          <a:solidFill>
            <a:srgbClr val="336699"/>
          </a:solidFill>
          <a:ln>
            <a:noFill/>
          </a:ln>
          <a:effectLst>
            <a:outerShdw blurRad="368300" dist="127000" dir="2400000" sx="98000" sy="98000" algn="tl" rotWithShape="0">
              <a:srgbClr val="336699">
                <a:alpha val="40000"/>
              </a:srgb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dirty="0">
              <a:gradFill flip="none" rotWithShape="1">
                <a:gsLst>
                  <a:gs pos="100000">
                    <a:srgbClr val="336699"/>
                  </a:gs>
                  <a:gs pos="0">
                    <a:srgbClr val="336699">
                      <a:lumMod val="60000"/>
                      <a:lumOff val="40000"/>
                    </a:srgbClr>
                  </a:gs>
                </a:gsLst>
                <a:lin ang="5400000" scaled="1"/>
                <a:tileRect/>
              </a:gradFill>
              <a:cs typeface="微软雅黑"/>
            </a:endParaRPr>
          </a:p>
        </p:txBody>
      </p:sp>
      <p:sp>
        <p:nvSpPr>
          <p:cNvPr id="103" name="Text Box 37"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09924036-64C6-0274-9D83-EDC8A65C4ECD}"/>
              </a:ext>
            </a:extLst>
          </p:cNvPr>
          <p:cNvSpPr txBox="1"/>
          <p:nvPr/>
        </p:nvSpPr>
        <p:spPr>
          <a:xfrm>
            <a:off x="5239469" y="4188598"/>
            <a:ext cx="1762417" cy="473381"/>
          </a:xfrm>
          <a:prstGeom prst="rect">
            <a:avLst/>
          </a:prstGeom>
          <a:noFill/>
          <a:ln w="9525">
            <a:noFill/>
          </a:ln>
        </p:spPr>
        <p:txBody>
          <a:bodyPr wrap="none" anchor="t" anchorCtr="0">
            <a:spAutoFit/>
          </a:bodyPr>
          <a:lstStyle/>
          <a:p>
            <a:pPr algn="ctr" eaLnBrk="0" hangingPunct="0"/>
            <a:r>
              <a:rPr lang="zh-CN" altLang="en-US" sz="2533" dirty="0">
                <a:solidFill>
                  <a:srgbClr val="FFFFFF"/>
                </a:solidFill>
                <a:latin typeface="微软雅黑" pitchFamily="18" charset="-122"/>
                <a:ea typeface="微软雅黑" pitchFamily="18" charset="-122"/>
                <a:cs typeface="微软雅黑" pitchFamily="18" charset="-122"/>
              </a:rPr>
              <a:t>半年度总结</a:t>
            </a:r>
            <a:endParaRPr lang="en-US" altLang="zh-CN" sz="2533" dirty="0">
              <a:solidFill>
                <a:srgbClr val="FFFFFF"/>
              </a:solidFill>
              <a:latin typeface="微软雅黑" pitchFamily="18" charset="-122"/>
              <a:ea typeface="微软雅黑" pitchFamily="18" charset="-122"/>
              <a:cs typeface="微软雅黑" pitchFamily="18" charset="-122"/>
            </a:endParaRPr>
          </a:p>
        </p:txBody>
      </p:sp>
      <p:sp>
        <p:nvSpPr>
          <p:cNvPr id="104" name="任意多边形: 形状 2"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1C4314AD-2FD3-C242-9F85-67C2C71C0F0A}"/>
              </a:ext>
            </a:extLst>
          </p:cNvPr>
          <p:cNvSpPr/>
          <p:nvPr/>
        </p:nvSpPr>
        <p:spPr>
          <a:xfrm>
            <a:off x="7433605" y="2544896"/>
            <a:ext cx="3600112" cy="1087286"/>
          </a:xfrm>
          <a:custGeom>
            <a:avLst/>
            <a:gdLst>
              <a:gd name="connsiteX0" fmla="*/ 0 w 3979142"/>
              <a:gd name="connsiteY0" fmla="*/ 0 h 1201759"/>
              <a:gd name="connsiteX1" fmla="*/ 3979142 w 3979142"/>
              <a:gd name="connsiteY1" fmla="*/ 0 h 1201759"/>
              <a:gd name="connsiteX2" fmla="*/ 3979142 w 3979142"/>
              <a:gd name="connsiteY2" fmla="*/ 1201759 h 1201759"/>
              <a:gd name="connsiteX3" fmla="*/ 830237 w 3979142"/>
              <a:gd name="connsiteY3" fmla="*/ 1201759 h 1201759"/>
              <a:gd name="connsiteX4" fmla="*/ 825706 w 3979142"/>
              <a:gd name="connsiteY4" fmla="*/ 1184139 h 1201759"/>
              <a:gd name="connsiteX5" fmla="*/ 59105 w 3979142"/>
              <a:gd name="connsiteY5" fmla="*/ 44198 h 1201759"/>
              <a:gd name="connsiteX6" fmla="*/ 0 w 3979142"/>
              <a:gd name="connsiteY6"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79142" h="1201759">
                <a:moveTo>
                  <a:pt x="0" y="0"/>
                </a:moveTo>
                <a:lnTo>
                  <a:pt x="3979142" y="0"/>
                </a:lnTo>
                <a:lnTo>
                  <a:pt x="3979142" y="1201759"/>
                </a:lnTo>
                <a:lnTo>
                  <a:pt x="830237" y="1201759"/>
                </a:lnTo>
                <a:lnTo>
                  <a:pt x="825706" y="1184139"/>
                </a:lnTo>
                <a:cubicBezTo>
                  <a:pt x="685254" y="732571"/>
                  <a:pt x="415223" y="338093"/>
                  <a:pt x="59105" y="44198"/>
                </a:cubicBezTo>
                <a:lnTo>
                  <a:pt x="0" y="0"/>
                </a:ln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p>
        </p:txBody>
      </p:sp>
      <p:sp>
        <p:nvSpPr>
          <p:cNvPr id="105" name="任意多边形: 形状 4"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687F2319-02B2-EF8D-4233-76131A2D3951}"/>
              </a:ext>
            </a:extLst>
          </p:cNvPr>
          <p:cNvSpPr/>
          <p:nvPr/>
        </p:nvSpPr>
        <p:spPr>
          <a:xfrm>
            <a:off x="8204644" y="3709517"/>
            <a:ext cx="2829074" cy="1087286"/>
          </a:xfrm>
          <a:custGeom>
            <a:avLst/>
            <a:gdLst>
              <a:gd name="connsiteX0" fmla="*/ 0 w 3126927"/>
              <a:gd name="connsiteY0" fmla="*/ 0 h 1201759"/>
              <a:gd name="connsiteX1" fmla="*/ 3126927 w 3126927"/>
              <a:gd name="connsiteY1" fmla="*/ 0 h 1201759"/>
              <a:gd name="connsiteX2" fmla="*/ 3126927 w 3126927"/>
              <a:gd name="connsiteY2" fmla="*/ 1201759 h 1201759"/>
              <a:gd name="connsiteX3" fmla="*/ 5532 w 3126927"/>
              <a:gd name="connsiteY3" fmla="*/ 1201759 h 1201759"/>
              <a:gd name="connsiteX4" fmla="*/ 32718 w 3126927"/>
              <a:gd name="connsiteY4" fmla="*/ 1096031 h 1201759"/>
              <a:gd name="connsiteX5" fmla="*/ 81549 w 3126927"/>
              <a:gd name="connsiteY5" fmla="*/ 611637 h 1201759"/>
              <a:gd name="connsiteX6" fmla="*/ 32718 w 3126927"/>
              <a:gd name="connsiteY6" fmla="*/ 127243 h 1201759"/>
              <a:gd name="connsiteX7" fmla="*/ 0 w 3126927"/>
              <a:gd name="connsiteY7"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26927" h="1201759">
                <a:moveTo>
                  <a:pt x="0" y="0"/>
                </a:moveTo>
                <a:lnTo>
                  <a:pt x="3126927" y="0"/>
                </a:lnTo>
                <a:lnTo>
                  <a:pt x="3126927" y="1201759"/>
                </a:lnTo>
                <a:lnTo>
                  <a:pt x="5532" y="1201759"/>
                </a:lnTo>
                <a:lnTo>
                  <a:pt x="32718" y="1096031"/>
                </a:lnTo>
                <a:cubicBezTo>
                  <a:pt x="64735" y="939567"/>
                  <a:pt x="81549" y="777566"/>
                  <a:pt x="81549" y="611637"/>
                </a:cubicBezTo>
                <a:cubicBezTo>
                  <a:pt x="81549" y="445709"/>
                  <a:pt x="64735" y="283707"/>
                  <a:pt x="32718" y="127243"/>
                </a:cubicBezTo>
                <a:lnTo>
                  <a:pt x="0" y="0"/>
                </a:lnTo>
                <a:close/>
              </a:path>
            </a:pathLst>
          </a:custGeom>
          <a:solidFill>
            <a:srgbClr val="FFFFFF"/>
          </a:solidFill>
          <a:ln>
            <a:solidFill>
              <a:srgbClr val="7A8C8E"/>
            </a:solidFill>
            <a:prstDash val="sysDash"/>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solidFill>
                <a:srgbClr val="336699">
                  <a:lumMod val="50000"/>
                </a:srgbClr>
              </a:solidFill>
            </a:endParaRPr>
          </a:p>
        </p:txBody>
      </p:sp>
      <p:sp>
        <p:nvSpPr>
          <p:cNvPr id="106" name="任意多边形: 形状 6"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865AA444-6AB1-9FAC-DFA8-0CA22715D850}"/>
              </a:ext>
            </a:extLst>
          </p:cNvPr>
          <p:cNvSpPr/>
          <p:nvPr/>
        </p:nvSpPr>
        <p:spPr>
          <a:xfrm>
            <a:off x="7459639" y="4874137"/>
            <a:ext cx="3574079" cy="1087286"/>
          </a:xfrm>
          <a:custGeom>
            <a:avLst/>
            <a:gdLst>
              <a:gd name="connsiteX0" fmla="*/ 806996 w 3950369"/>
              <a:gd name="connsiteY0" fmla="*/ 0 h 1201759"/>
              <a:gd name="connsiteX1" fmla="*/ 3950369 w 3950369"/>
              <a:gd name="connsiteY1" fmla="*/ 0 h 1201759"/>
              <a:gd name="connsiteX2" fmla="*/ 3950369 w 3950369"/>
              <a:gd name="connsiteY2" fmla="*/ 1201759 h 1201759"/>
              <a:gd name="connsiteX3" fmla="*/ 0 w 3950369"/>
              <a:gd name="connsiteY3" fmla="*/ 1201759 h 1201759"/>
              <a:gd name="connsiteX4" fmla="*/ 30332 w 3950369"/>
              <a:gd name="connsiteY4" fmla="*/ 1179077 h 1201759"/>
              <a:gd name="connsiteX5" fmla="*/ 796933 w 3950369"/>
              <a:gd name="connsiteY5" fmla="*/ 39136 h 1201759"/>
              <a:gd name="connsiteX6" fmla="*/ 806996 w 3950369"/>
              <a:gd name="connsiteY6"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50369" h="1201759">
                <a:moveTo>
                  <a:pt x="806996" y="0"/>
                </a:moveTo>
                <a:lnTo>
                  <a:pt x="3950369" y="0"/>
                </a:lnTo>
                <a:lnTo>
                  <a:pt x="3950369" y="1201759"/>
                </a:lnTo>
                <a:lnTo>
                  <a:pt x="0" y="1201759"/>
                </a:lnTo>
                <a:lnTo>
                  <a:pt x="30332" y="1179077"/>
                </a:lnTo>
                <a:cubicBezTo>
                  <a:pt x="386450" y="885183"/>
                  <a:pt x="656481" y="490705"/>
                  <a:pt x="796933" y="39136"/>
                </a:cubicBezTo>
                <a:lnTo>
                  <a:pt x="806996" y="0"/>
                </a:ln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p>
        </p:txBody>
      </p:sp>
      <p:sp>
        <p:nvSpPr>
          <p:cNvPr id="107"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89C7DD09-9160-CF0B-21F4-5522F0E09EED}"/>
              </a:ext>
            </a:extLst>
          </p:cNvPr>
          <p:cNvSpPr txBox="1"/>
          <p:nvPr/>
        </p:nvSpPr>
        <p:spPr>
          <a:xfrm>
            <a:off x="8497040" y="3950479"/>
            <a:ext cx="2447681" cy="611393"/>
          </a:xfrm>
          <a:prstGeom prst="rect">
            <a:avLst/>
          </a:prstGeom>
          <a:noFill/>
          <a:ln w="9525">
            <a:noFill/>
          </a:ln>
        </p:spPr>
        <p:txBody>
          <a:bodyPr wrap="square" anchor="t" anchorCtr="0">
            <a:spAutoFit/>
          </a:bodyPr>
          <a:lstStyle/>
          <a:p>
            <a:pPr eaLnBrk="0" hangingPunct="0">
              <a:lnSpc>
                <a:spcPct val="130000"/>
              </a:lnSpc>
            </a:pPr>
            <a:r>
              <a:rPr lang="zh-CN" altLang="en-US" b="1" dirty="0">
                <a:solidFill>
                  <a:srgbClr val="336699">
                    <a:lumMod val="50000"/>
                  </a:srgbClr>
                </a:solidFill>
                <a:latin typeface="微软雅黑" pitchFamily="18" charset="-122"/>
                <a:ea typeface="微软雅黑" pitchFamily="18" charset="-122"/>
                <a:cs typeface="微软雅黑" pitchFamily="18" charset="-122"/>
              </a:rPr>
              <a:t>部门主要优势</a:t>
            </a:r>
            <a:endParaRPr lang="en-US" altLang="zh-CN" b="1" dirty="0">
              <a:solidFill>
                <a:srgbClr val="336699">
                  <a:lumMod val="50000"/>
                </a:srgbClr>
              </a:solidFill>
              <a:latin typeface="微软雅黑" pitchFamily="18" charset="-122"/>
              <a:ea typeface="微软雅黑" pitchFamily="18" charset="-122"/>
              <a:cs typeface="微软雅黑" pitchFamily="18" charset="-122"/>
            </a:endParaRPr>
          </a:p>
          <a:p>
            <a:pPr eaLnBrk="0" hangingPunct="0">
              <a:lnSpc>
                <a:spcPct val="130000"/>
              </a:lnSpc>
            </a:pPr>
            <a:r>
              <a:rPr lang="zh-CN" altLang="en-US" sz="1086" dirty="0">
                <a:solidFill>
                  <a:srgbClr val="336699">
                    <a:lumMod val="50000"/>
                  </a:srgbClr>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336699">
                  <a:lumMod val="50000"/>
                </a:srgbClr>
              </a:solidFill>
              <a:latin typeface="微软雅黑" pitchFamily="18" charset="-122"/>
              <a:ea typeface="微软雅黑" pitchFamily="18" charset="-122"/>
              <a:cs typeface="微软雅黑" pitchFamily="18" charset="-122"/>
            </a:endParaRPr>
          </a:p>
        </p:txBody>
      </p:sp>
      <p:sp>
        <p:nvSpPr>
          <p:cNvPr id="108"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A6C62A03-0D29-1702-6449-927FECCB995F}"/>
              </a:ext>
            </a:extLst>
          </p:cNvPr>
          <p:cNvSpPr txBox="1"/>
          <p:nvPr/>
        </p:nvSpPr>
        <p:spPr>
          <a:xfrm>
            <a:off x="8267707" y="5069505"/>
            <a:ext cx="2447681" cy="611393"/>
          </a:xfrm>
          <a:prstGeom prst="rect">
            <a:avLst/>
          </a:prstGeom>
          <a:noFill/>
          <a:ln w="9525">
            <a:noFill/>
          </a:ln>
        </p:spPr>
        <p:txBody>
          <a:bodyPr wrap="square" anchor="t" anchorCtr="0">
            <a:spAutoFit/>
          </a:bodyPr>
          <a:lstStyle/>
          <a:p>
            <a:pPr eaLnBrk="0" hangingPunct="0">
              <a:lnSpc>
                <a:spcPct val="130000"/>
              </a:lnSpc>
            </a:pPr>
            <a:r>
              <a:rPr lang="zh-CN" altLang="en-US" b="1" dirty="0">
                <a:solidFill>
                  <a:srgbClr val="FFFFFF"/>
                </a:solidFill>
                <a:latin typeface="微软雅黑" pitchFamily="18" charset="-122"/>
                <a:ea typeface="微软雅黑" pitchFamily="18" charset="-122"/>
                <a:cs typeface="微软雅黑" pitchFamily="18" charset="-122"/>
              </a:rPr>
              <a:t>目标达成进度</a:t>
            </a:r>
            <a:endParaRPr lang="en-US" altLang="zh-CN" b="1" dirty="0">
              <a:solidFill>
                <a:srgbClr val="FFFFFF"/>
              </a:solidFill>
              <a:latin typeface="微软雅黑" pitchFamily="18" charset="-122"/>
              <a:ea typeface="微软雅黑" pitchFamily="18" charset="-122"/>
              <a:cs typeface="微软雅黑" pitchFamily="18" charset="-122"/>
            </a:endParaRPr>
          </a:p>
          <a:p>
            <a:pPr eaLnBrk="0" hangingPunct="0">
              <a:lnSpc>
                <a:spcPct val="130000"/>
              </a:lnSpc>
            </a:pPr>
            <a:r>
              <a:rPr lang="zh-CN" altLang="en-US" sz="1086" dirty="0">
                <a:solidFill>
                  <a:srgbClr val="FFFFFF"/>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FFFFFF"/>
              </a:solidFill>
              <a:latin typeface="微软雅黑" pitchFamily="18" charset="-122"/>
              <a:ea typeface="微软雅黑" pitchFamily="18" charset="-122"/>
              <a:cs typeface="微软雅黑" pitchFamily="18" charset="-122"/>
            </a:endParaRPr>
          </a:p>
        </p:txBody>
      </p:sp>
      <p:sp>
        <p:nvSpPr>
          <p:cNvPr id="109"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E2EA138D-3143-7628-0A8C-96466F75C78B}"/>
              </a:ext>
            </a:extLst>
          </p:cNvPr>
          <p:cNvSpPr txBox="1"/>
          <p:nvPr/>
        </p:nvSpPr>
        <p:spPr>
          <a:xfrm>
            <a:off x="8249322" y="2734261"/>
            <a:ext cx="2447681" cy="611393"/>
          </a:xfrm>
          <a:prstGeom prst="rect">
            <a:avLst/>
          </a:prstGeom>
          <a:noFill/>
          <a:ln w="9525">
            <a:noFill/>
          </a:ln>
        </p:spPr>
        <p:txBody>
          <a:bodyPr wrap="square" anchor="t" anchorCtr="0">
            <a:spAutoFit/>
          </a:bodyPr>
          <a:lstStyle/>
          <a:p>
            <a:pPr eaLnBrk="0" hangingPunct="0">
              <a:lnSpc>
                <a:spcPct val="130000"/>
              </a:lnSpc>
            </a:pPr>
            <a:r>
              <a:rPr lang="zh-CN" altLang="en-US" b="1" dirty="0">
                <a:solidFill>
                  <a:srgbClr val="FFFFFF"/>
                </a:solidFill>
                <a:latin typeface="微软雅黑" pitchFamily="18" charset="-122"/>
                <a:ea typeface="微软雅黑" pitchFamily="18" charset="-122"/>
                <a:cs typeface="微软雅黑" pitchFamily="18" charset="-122"/>
              </a:rPr>
              <a:t>部门主要成绩</a:t>
            </a:r>
            <a:endParaRPr lang="en-US" altLang="zh-CN" b="1" dirty="0">
              <a:solidFill>
                <a:srgbClr val="FFFFFF"/>
              </a:solidFill>
              <a:latin typeface="微软雅黑" pitchFamily="18" charset="-122"/>
              <a:ea typeface="微软雅黑" pitchFamily="18" charset="-122"/>
              <a:cs typeface="微软雅黑" pitchFamily="18" charset="-122"/>
            </a:endParaRPr>
          </a:p>
          <a:p>
            <a:pPr eaLnBrk="0" hangingPunct="0">
              <a:lnSpc>
                <a:spcPct val="130000"/>
              </a:lnSpc>
            </a:pPr>
            <a:r>
              <a:rPr lang="zh-CN" altLang="en-US" sz="1086" dirty="0">
                <a:solidFill>
                  <a:srgbClr val="FFFFFF"/>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FFFFFF"/>
              </a:solidFill>
              <a:latin typeface="微软雅黑" pitchFamily="18" charset="-122"/>
              <a:ea typeface="微软雅黑" pitchFamily="18" charset="-122"/>
              <a:cs typeface="微软雅黑" pitchFamily="18" charset="-122"/>
            </a:endParaRPr>
          </a:p>
        </p:txBody>
      </p:sp>
      <p:sp>
        <p:nvSpPr>
          <p:cNvPr id="110" name="任意多边形: 形状 1"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8004CE8C-2C4F-C395-C2A5-4D5D0DFAD3CA}"/>
              </a:ext>
            </a:extLst>
          </p:cNvPr>
          <p:cNvSpPr/>
          <p:nvPr/>
        </p:nvSpPr>
        <p:spPr>
          <a:xfrm>
            <a:off x="1183274" y="2544896"/>
            <a:ext cx="3590819" cy="1087286"/>
          </a:xfrm>
          <a:custGeom>
            <a:avLst/>
            <a:gdLst>
              <a:gd name="connsiteX0" fmla="*/ 0 w 3968871"/>
              <a:gd name="connsiteY0" fmla="*/ 0 h 1201759"/>
              <a:gd name="connsiteX1" fmla="*/ 3968871 w 3968871"/>
              <a:gd name="connsiteY1" fmla="*/ 0 h 1201759"/>
              <a:gd name="connsiteX2" fmla="*/ 3909765 w 3968871"/>
              <a:gd name="connsiteY2" fmla="*/ 44198 h 1201759"/>
              <a:gd name="connsiteX3" fmla="*/ 3143164 w 3968871"/>
              <a:gd name="connsiteY3" fmla="*/ 1184139 h 1201759"/>
              <a:gd name="connsiteX4" fmla="*/ 3138634 w 3968871"/>
              <a:gd name="connsiteY4" fmla="*/ 1201759 h 1201759"/>
              <a:gd name="connsiteX5" fmla="*/ 0 w 3968871"/>
              <a:gd name="connsiteY5" fmla="*/ 1201759 h 1201759"/>
              <a:gd name="connsiteX6" fmla="*/ 0 w 3968871"/>
              <a:gd name="connsiteY6"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68871" h="1201759">
                <a:moveTo>
                  <a:pt x="0" y="0"/>
                </a:moveTo>
                <a:lnTo>
                  <a:pt x="3968871" y="0"/>
                </a:lnTo>
                <a:lnTo>
                  <a:pt x="3909765" y="44198"/>
                </a:lnTo>
                <a:cubicBezTo>
                  <a:pt x="3553647" y="338093"/>
                  <a:pt x="3283616" y="732571"/>
                  <a:pt x="3143164" y="1184139"/>
                </a:cubicBezTo>
                <a:lnTo>
                  <a:pt x="3138634" y="1201759"/>
                </a:lnTo>
                <a:lnTo>
                  <a:pt x="0" y="1201759"/>
                </a:lnTo>
                <a:lnTo>
                  <a:pt x="0" y="0"/>
                </a:lnTo>
                <a:close/>
              </a:path>
            </a:pathLst>
          </a:custGeom>
          <a:solidFill>
            <a:srgbClr val="FFFFFF"/>
          </a:solidFill>
          <a:ln>
            <a:solidFill>
              <a:srgbClr val="7A8C8E"/>
            </a:solidFill>
            <a:prstDash val="sysDash"/>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solidFill>
                <a:srgbClr val="336699">
                  <a:lumMod val="50000"/>
                </a:srgbClr>
              </a:solidFill>
            </a:endParaRPr>
          </a:p>
        </p:txBody>
      </p:sp>
      <p:sp>
        <p:nvSpPr>
          <p:cNvPr id="111" name="任意多边形: 形状 3"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43B51CFC-22D6-DCE6-01FC-C9BD39B32568}"/>
              </a:ext>
            </a:extLst>
          </p:cNvPr>
          <p:cNvSpPr/>
          <p:nvPr/>
        </p:nvSpPr>
        <p:spPr>
          <a:xfrm>
            <a:off x="1183274" y="3709517"/>
            <a:ext cx="2819780" cy="1087286"/>
          </a:xfrm>
          <a:custGeom>
            <a:avLst/>
            <a:gdLst>
              <a:gd name="connsiteX0" fmla="*/ 0 w 3116655"/>
              <a:gd name="connsiteY0" fmla="*/ 0 h 1201759"/>
              <a:gd name="connsiteX1" fmla="*/ 3116655 w 3116655"/>
              <a:gd name="connsiteY1" fmla="*/ 0 h 1201759"/>
              <a:gd name="connsiteX2" fmla="*/ 3083937 w 3116655"/>
              <a:gd name="connsiteY2" fmla="*/ 127243 h 1201759"/>
              <a:gd name="connsiteX3" fmla="*/ 3035106 w 3116655"/>
              <a:gd name="connsiteY3" fmla="*/ 611637 h 1201759"/>
              <a:gd name="connsiteX4" fmla="*/ 3083937 w 3116655"/>
              <a:gd name="connsiteY4" fmla="*/ 1096031 h 1201759"/>
              <a:gd name="connsiteX5" fmla="*/ 3111123 w 3116655"/>
              <a:gd name="connsiteY5" fmla="*/ 1201759 h 1201759"/>
              <a:gd name="connsiteX6" fmla="*/ 0 w 3116655"/>
              <a:gd name="connsiteY6" fmla="*/ 1201759 h 1201759"/>
              <a:gd name="connsiteX7" fmla="*/ 0 w 3116655"/>
              <a:gd name="connsiteY7"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16655" h="1201759">
                <a:moveTo>
                  <a:pt x="0" y="0"/>
                </a:moveTo>
                <a:lnTo>
                  <a:pt x="3116655" y="0"/>
                </a:lnTo>
                <a:lnTo>
                  <a:pt x="3083937" y="127243"/>
                </a:lnTo>
                <a:cubicBezTo>
                  <a:pt x="3051920" y="283707"/>
                  <a:pt x="3035106" y="445709"/>
                  <a:pt x="3035106" y="611637"/>
                </a:cubicBezTo>
                <a:cubicBezTo>
                  <a:pt x="3035106" y="777566"/>
                  <a:pt x="3051920" y="939567"/>
                  <a:pt x="3083937" y="1096031"/>
                </a:cubicBezTo>
                <a:lnTo>
                  <a:pt x="3111123" y="1201759"/>
                </a:lnTo>
                <a:lnTo>
                  <a:pt x="0" y="1201759"/>
                </a:lnTo>
                <a:lnTo>
                  <a:pt x="0" y="0"/>
                </a:lnTo>
                <a:close/>
              </a:path>
            </a:pathLst>
          </a:custGeom>
          <a:solidFill>
            <a:srgbClr val="FFFFFF"/>
          </a:solidFill>
          <a:ln>
            <a:solidFill>
              <a:srgbClr val="7A8C8E"/>
            </a:solidFill>
            <a:prstDash val="sysDash"/>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solidFill>
                <a:srgbClr val="336699">
                  <a:lumMod val="50000"/>
                </a:srgbClr>
              </a:solidFill>
            </a:endParaRPr>
          </a:p>
        </p:txBody>
      </p:sp>
      <p:sp>
        <p:nvSpPr>
          <p:cNvPr id="112" name="任意多边形: 形状 5"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542284F4-0744-6010-9C9A-1DF9EFBA52B3}"/>
              </a:ext>
            </a:extLst>
          </p:cNvPr>
          <p:cNvSpPr/>
          <p:nvPr/>
        </p:nvSpPr>
        <p:spPr>
          <a:xfrm>
            <a:off x="1183273" y="4874137"/>
            <a:ext cx="3564787" cy="1087286"/>
          </a:xfrm>
          <a:custGeom>
            <a:avLst/>
            <a:gdLst>
              <a:gd name="connsiteX0" fmla="*/ 0 w 3940098"/>
              <a:gd name="connsiteY0" fmla="*/ 0 h 1201759"/>
              <a:gd name="connsiteX1" fmla="*/ 3133101 w 3940098"/>
              <a:gd name="connsiteY1" fmla="*/ 0 h 1201759"/>
              <a:gd name="connsiteX2" fmla="*/ 3143164 w 3940098"/>
              <a:gd name="connsiteY2" fmla="*/ 39136 h 1201759"/>
              <a:gd name="connsiteX3" fmla="*/ 3909765 w 3940098"/>
              <a:gd name="connsiteY3" fmla="*/ 1179077 h 1201759"/>
              <a:gd name="connsiteX4" fmla="*/ 3940098 w 3940098"/>
              <a:gd name="connsiteY4" fmla="*/ 1201759 h 1201759"/>
              <a:gd name="connsiteX5" fmla="*/ 0 w 3940098"/>
              <a:gd name="connsiteY5" fmla="*/ 1201759 h 1201759"/>
              <a:gd name="connsiteX6" fmla="*/ 0 w 3940098"/>
              <a:gd name="connsiteY6" fmla="*/ 0 h 1201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40098" h="1201759">
                <a:moveTo>
                  <a:pt x="0" y="0"/>
                </a:moveTo>
                <a:lnTo>
                  <a:pt x="3133101" y="0"/>
                </a:lnTo>
                <a:lnTo>
                  <a:pt x="3143164" y="39136"/>
                </a:lnTo>
                <a:cubicBezTo>
                  <a:pt x="3283616" y="490705"/>
                  <a:pt x="3553647" y="885183"/>
                  <a:pt x="3909765" y="1179077"/>
                </a:cubicBezTo>
                <a:lnTo>
                  <a:pt x="3940098" y="1201759"/>
                </a:lnTo>
                <a:lnTo>
                  <a:pt x="0" y="1201759"/>
                </a:lnTo>
                <a:lnTo>
                  <a:pt x="0" y="0"/>
                </a:ln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zh-CN" altLang="en-US">
              <a:solidFill>
                <a:srgbClr val="336699">
                  <a:lumMod val="50000"/>
                </a:srgbClr>
              </a:solidFill>
            </a:endParaRPr>
          </a:p>
        </p:txBody>
      </p:sp>
      <p:sp>
        <p:nvSpPr>
          <p:cNvPr id="113"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226CE99A-776C-1F3C-7142-563B2F421EA7}"/>
              </a:ext>
            </a:extLst>
          </p:cNvPr>
          <p:cNvSpPr txBox="1"/>
          <p:nvPr/>
        </p:nvSpPr>
        <p:spPr>
          <a:xfrm>
            <a:off x="1485462" y="2734261"/>
            <a:ext cx="2447681" cy="611393"/>
          </a:xfrm>
          <a:prstGeom prst="rect">
            <a:avLst/>
          </a:prstGeom>
          <a:noFill/>
          <a:ln w="9525">
            <a:noFill/>
          </a:ln>
        </p:spPr>
        <p:txBody>
          <a:bodyPr wrap="square" anchor="t" anchorCtr="0">
            <a:spAutoFit/>
          </a:bodyPr>
          <a:lstStyle/>
          <a:p>
            <a:pPr algn="r" eaLnBrk="0" hangingPunct="0">
              <a:lnSpc>
                <a:spcPct val="130000"/>
              </a:lnSpc>
            </a:pPr>
            <a:r>
              <a:rPr lang="zh-CN" altLang="en-US" b="1" dirty="0">
                <a:solidFill>
                  <a:srgbClr val="336699">
                    <a:lumMod val="50000"/>
                  </a:srgbClr>
                </a:solidFill>
                <a:latin typeface="微软雅黑" pitchFamily="18" charset="-122"/>
                <a:ea typeface="微软雅黑" pitchFamily="18" charset="-122"/>
                <a:cs typeface="微软雅黑" pitchFamily="18" charset="-122"/>
              </a:rPr>
              <a:t>项目主要成绩</a:t>
            </a:r>
            <a:endParaRPr lang="en-US" altLang="zh-CN" b="1" dirty="0">
              <a:solidFill>
                <a:srgbClr val="336699">
                  <a:lumMod val="50000"/>
                </a:srgbClr>
              </a:solidFill>
              <a:latin typeface="微软雅黑" pitchFamily="18" charset="-122"/>
              <a:ea typeface="微软雅黑" pitchFamily="18" charset="-122"/>
              <a:cs typeface="微软雅黑" pitchFamily="18" charset="-122"/>
            </a:endParaRPr>
          </a:p>
          <a:p>
            <a:pPr algn="r" eaLnBrk="0" hangingPunct="0">
              <a:lnSpc>
                <a:spcPct val="130000"/>
              </a:lnSpc>
            </a:pPr>
            <a:r>
              <a:rPr lang="zh-CN" altLang="en-US" sz="1086" dirty="0">
                <a:solidFill>
                  <a:srgbClr val="336699">
                    <a:lumMod val="50000"/>
                  </a:srgbClr>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336699">
                  <a:lumMod val="50000"/>
                </a:srgbClr>
              </a:solidFill>
              <a:latin typeface="微软雅黑" pitchFamily="18" charset="-122"/>
              <a:ea typeface="微软雅黑" pitchFamily="18" charset="-122"/>
              <a:cs typeface="微软雅黑" pitchFamily="18" charset="-122"/>
            </a:endParaRPr>
          </a:p>
        </p:txBody>
      </p:sp>
      <p:sp>
        <p:nvSpPr>
          <p:cNvPr id="114"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6A33F515-45B1-DE00-724D-C058F114B293}"/>
              </a:ext>
            </a:extLst>
          </p:cNvPr>
          <p:cNvSpPr txBox="1"/>
          <p:nvPr/>
        </p:nvSpPr>
        <p:spPr>
          <a:xfrm>
            <a:off x="1312651" y="3950479"/>
            <a:ext cx="2447681" cy="611393"/>
          </a:xfrm>
          <a:prstGeom prst="rect">
            <a:avLst/>
          </a:prstGeom>
          <a:noFill/>
          <a:ln w="9525">
            <a:noFill/>
          </a:ln>
        </p:spPr>
        <p:txBody>
          <a:bodyPr wrap="square" anchor="t" anchorCtr="0">
            <a:spAutoFit/>
          </a:bodyPr>
          <a:lstStyle/>
          <a:p>
            <a:pPr algn="r" eaLnBrk="0" hangingPunct="0">
              <a:lnSpc>
                <a:spcPct val="130000"/>
              </a:lnSpc>
            </a:pPr>
            <a:r>
              <a:rPr lang="zh-CN" altLang="en-US" b="1" dirty="0">
                <a:solidFill>
                  <a:srgbClr val="336699">
                    <a:lumMod val="50000"/>
                  </a:srgbClr>
                </a:solidFill>
                <a:latin typeface="微软雅黑" pitchFamily="18" charset="-122"/>
                <a:ea typeface="微软雅黑" pitchFamily="18" charset="-122"/>
                <a:cs typeface="微软雅黑" pitchFamily="18" charset="-122"/>
              </a:rPr>
              <a:t>项目重要任务</a:t>
            </a:r>
            <a:endParaRPr lang="en-US" altLang="zh-CN" b="1" dirty="0">
              <a:solidFill>
                <a:srgbClr val="336699">
                  <a:lumMod val="50000"/>
                </a:srgbClr>
              </a:solidFill>
              <a:latin typeface="微软雅黑" pitchFamily="18" charset="-122"/>
              <a:ea typeface="微软雅黑" pitchFamily="18" charset="-122"/>
              <a:cs typeface="微软雅黑" pitchFamily="18" charset="-122"/>
            </a:endParaRPr>
          </a:p>
          <a:p>
            <a:pPr algn="r" eaLnBrk="0" hangingPunct="0">
              <a:lnSpc>
                <a:spcPct val="130000"/>
              </a:lnSpc>
            </a:pPr>
            <a:r>
              <a:rPr lang="zh-CN" altLang="en-US" sz="1086" dirty="0">
                <a:solidFill>
                  <a:srgbClr val="336699">
                    <a:lumMod val="50000"/>
                  </a:srgbClr>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336699">
                  <a:lumMod val="50000"/>
                </a:srgbClr>
              </a:solidFill>
              <a:latin typeface="微软雅黑" pitchFamily="18" charset="-122"/>
              <a:ea typeface="微软雅黑" pitchFamily="18" charset="-122"/>
              <a:cs typeface="微软雅黑" pitchFamily="18" charset="-122"/>
            </a:endParaRPr>
          </a:p>
        </p:txBody>
      </p:sp>
      <p:sp>
        <p:nvSpPr>
          <p:cNvPr id="115" name="Text Box 3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044F39A6-E2BE-836A-8A0F-188A0C69A062}"/>
              </a:ext>
            </a:extLst>
          </p:cNvPr>
          <p:cNvSpPr txBox="1"/>
          <p:nvPr/>
        </p:nvSpPr>
        <p:spPr>
          <a:xfrm>
            <a:off x="1343692" y="5069505"/>
            <a:ext cx="2447681" cy="611393"/>
          </a:xfrm>
          <a:prstGeom prst="rect">
            <a:avLst/>
          </a:prstGeom>
          <a:noFill/>
          <a:ln w="9525">
            <a:noFill/>
          </a:ln>
        </p:spPr>
        <p:txBody>
          <a:bodyPr wrap="square" anchor="t" anchorCtr="0">
            <a:spAutoFit/>
          </a:bodyPr>
          <a:lstStyle/>
          <a:p>
            <a:pPr algn="r" eaLnBrk="0" hangingPunct="0">
              <a:lnSpc>
                <a:spcPct val="130000"/>
              </a:lnSpc>
            </a:pPr>
            <a:r>
              <a:rPr lang="zh-CN" altLang="en-US" b="1" dirty="0">
                <a:solidFill>
                  <a:srgbClr val="FFFFFF"/>
                </a:solidFill>
                <a:latin typeface="微软雅黑" pitchFamily="18" charset="-122"/>
                <a:ea typeface="微软雅黑" pitchFamily="18" charset="-122"/>
                <a:cs typeface="微软雅黑" pitchFamily="18" charset="-122"/>
              </a:rPr>
              <a:t>项目进度成果</a:t>
            </a:r>
            <a:endParaRPr lang="en-US" altLang="zh-CN" b="1" dirty="0">
              <a:solidFill>
                <a:srgbClr val="FFFFFF"/>
              </a:solidFill>
              <a:latin typeface="微软雅黑" pitchFamily="18" charset="-122"/>
              <a:ea typeface="微软雅黑" pitchFamily="18" charset="-122"/>
              <a:cs typeface="微软雅黑" pitchFamily="18" charset="-122"/>
            </a:endParaRPr>
          </a:p>
          <a:p>
            <a:pPr algn="r" eaLnBrk="0" hangingPunct="0">
              <a:lnSpc>
                <a:spcPct val="130000"/>
              </a:lnSpc>
            </a:pPr>
            <a:r>
              <a:rPr lang="zh-CN" altLang="en-US" sz="1086" dirty="0">
                <a:solidFill>
                  <a:srgbClr val="FFFFFF"/>
                </a:solidFill>
                <a:latin typeface="微软雅黑" pitchFamily="18" charset="-122"/>
                <a:ea typeface="微软雅黑" pitchFamily="18" charset="-122"/>
                <a:cs typeface="微软雅黑" pitchFamily="18" charset="-122"/>
              </a:rPr>
              <a:t>产品优势详细说明产品优势详细说明</a:t>
            </a:r>
            <a:endParaRPr lang="en-US" altLang="zh-CN" sz="1086" dirty="0">
              <a:solidFill>
                <a:srgbClr val="FFFFFF"/>
              </a:solidFill>
              <a:latin typeface="微软雅黑" pitchFamily="18" charset="-122"/>
              <a:ea typeface="微软雅黑" pitchFamily="18" charset="-122"/>
              <a:cs typeface="微软雅黑" pitchFamily="18" charset="-122"/>
            </a:endParaRPr>
          </a:p>
        </p:txBody>
      </p:sp>
      <p:sp>
        <p:nvSpPr>
          <p:cNvPr id="116" name="任意形状 22">
            <a:extLst>
              <a:ext uri="{FF2B5EF4-FFF2-40B4-BE49-F238E27FC236}">
                <a16:creationId xmlns:a16="http://schemas.microsoft.com/office/drawing/2014/main" id="{6537EBDC-3151-3B4F-9408-E36398DF7A40}"/>
              </a:ext>
            </a:extLst>
          </p:cNvPr>
          <p:cNvSpPr/>
          <p:nvPr/>
        </p:nvSpPr>
        <p:spPr>
          <a:xfrm>
            <a:off x="5689175" y="3339621"/>
            <a:ext cx="881382" cy="721131"/>
          </a:xfrm>
          <a:custGeom>
            <a:avLst/>
            <a:gdLst>
              <a:gd name="connsiteX0" fmla="*/ 381000 w 419100"/>
              <a:gd name="connsiteY0" fmla="*/ 304800 h 342900"/>
              <a:gd name="connsiteX1" fmla="*/ 419100 w 419100"/>
              <a:gd name="connsiteY1" fmla="*/ 304800 h 342900"/>
              <a:gd name="connsiteX2" fmla="*/ 419100 w 419100"/>
              <a:gd name="connsiteY2" fmla="*/ 342900 h 342900"/>
              <a:gd name="connsiteX3" fmla="*/ 0 w 419100"/>
              <a:gd name="connsiteY3" fmla="*/ 342900 h 342900"/>
              <a:gd name="connsiteX4" fmla="*/ 0 w 419100"/>
              <a:gd name="connsiteY4" fmla="*/ 304800 h 342900"/>
              <a:gd name="connsiteX5" fmla="*/ 38100 w 419100"/>
              <a:gd name="connsiteY5" fmla="*/ 304800 h 342900"/>
              <a:gd name="connsiteX6" fmla="*/ 38100 w 419100"/>
              <a:gd name="connsiteY6" fmla="*/ 19050 h 342900"/>
              <a:gd name="connsiteX7" fmla="*/ 57150 w 419100"/>
              <a:gd name="connsiteY7" fmla="*/ 0 h 342900"/>
              <a:gd name="connsiteX8" fmla="*/ 247650 w 419100"/>
              <a:gd name="connsiteY8" fmla="*/ 0 h 342900"/>
              <a:gd name="connsiteX9" fmla="*/ 266700 w 419100"/>
              <a:gd name="connsiteY9" fmla="*/ 19050 h 342900"/>
              <a:gd name="connsiteX10" fmla="*/ 266700 w 419100"/>
              <a:gd name="connsiteY10" fmla="*/ 304800 h 342900"/>
              <a:gd name="connsiteX11" fmla="*/ 304800 w 419100"/>
              <a:gd name="connsiteY11" fmla="*/ 304800 h 342900"/>
              <a:gd name="connsiteX12" fmla="*/ 304800 w 419100"/>
              <a:gd name="connsiteY12" fmla="*/ 114300 h 342900"/>
              <a:gd name="connsiteX13" fmla="*/ 361950 w 419100"/>
              <a:gd name="connsiteY13" fmla="*/ 114300 h 342900"/>
              <a:gd name="connsiteX14" fmla="*/ 381000 w 419100"/>
              <a:gd name="connsiteY14" fmla="*/ 133350 h 342900"/>
              <a:gd name="connsiteX15" fmla="*/ 381000 w 419100"/>
              <a:gd name="connsiteY15" fmla="*/ 304800 h 342900"/>
              <a:gd name="connsiteX16" fmla="*/ 114300 w 419100"/>
              <a:gd name="connsiteY16" fmla="*/ 152400 h 342900"/>
              <a:gd name="connsiteX17" fmla="*/ 114300 w 419100"/>
              <a:gd name="connsiteY17" fmla="*/ 190500 h 342900"/>
              <a:gd name="connsiteX18" fmla="*/ 190500 w 419100"/>
              <a:gd name="connsiteY18" fmla="*/ 190500 h 342900"/>
              <a:gd name="connsiteX19" fmla="*/ 190500 w 419100"/>
              <a:gd name="connsiteY19" fmla="*/ 152400 h 342900"/>
              <a:gd name="connsiteX20" fmla="*/ 114300 w 419100"/>
              <a:gd name="connsiteY20" fmla="*/ 152400 h 342900"/>
              <a:gd name="connsiteX21" fmla="*/ 114300 w 419100"/>
              <a:gd name="connsiteY21" fmla="*/ 76200 h 342900"/>
              <a:gd name="connsiteX22" fmla="*/ 114300 w 419100"/>
              <a:gd name="connsiteY22" fmla="*/ 114300 h 342900"/>
              <a:gd name="connsiteX23" fmla="*/ 190500 w 419100"/>
              <a:gd name="connsiteY23" fmla="*/ 114300 h 342900"/>
              <a:gd name="connsiteX24" fmla="*/ 190500 w 419100"/>
              <a:gd name="connsiteY24" fmla="*/ 76200 h 342900"/>
              <a:gd name="connsiteX25" fmla="*/ 114300 w 419100"/>
              <a:gd name="connsiteY25" fmla="*/ 76200 h 34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19100" h="342900">
                <a:moveTo>
                  <a:pt x="381000" y="304800"/>
                </a:moveTo>
                <a:lnTo>
                  <a:pt x="419100" y="304800"/>
                </a:lnTo>
                <a:lnTo>
                  <a:pt x="419100" y="342900"/>
                </a:lnTo>
                <a:lnTo>
                  <a:pt x="0" y="342900"/>
                </a:lnTo>
                <a:lnTo>
                  <a:pt x="0" y="304800"/>
                </a:lnTo>
                <a:lnTo>
                  <a:pt x="38100" y="304800"/>
                </a:lnTo>
                <a:lnTo>
                  <a:pt x="38100" y="19050"/>
                </a:lnTo>
                <a:cubicBezTo>
                  <a:pt x="38100" y="8529"/>
                  <a:pt x="46629" y="0"/>
                  <a:pt x="57150" y="0"/>
                </a:cubicBezTo>
                <a:lnTo>
                  <a:pt x="247650" y="0"/>
                </a:lnTo>
                <a:cubicBezTo>
                  <a:pt x="258171" y="0"/>
                  <a:pt x="266700" y="8529"/>
                  <a:pt x="266700" y="19050"/>
                </a:cubicBezTo>
                <a:lnTo>
                  <a:pt x="266700" y="304800"/>
                </a:lnTo>
                <a:lnTo>
                  <a:pt x="304800" y="304800"/>
                </a:lnTo>
                <a:lnTo>
                  <a:pt x="304800" y="114300"/>
                </a:lnTo>
                <a:lnTo>
                  <a:pt x="361950" y="114300"/>
                </a:lnTo>
                <a:cubicBezTo>
                  <a:pt x="372471" y="114300"/>
                  <a:pt x="381000" y="122829"/>
                  <a:pt x="381000" y="133350"/>
                </a:cubicBezTo>
                <a:lnTo>
                  <a:pt x="381000" y="304800"/>
                </a:lnTo>
                <a:close/>
                <a:moveTo>
                  <a:pt x="114300" y="152400"/>
                </a:moveTo>
                <a:lnTo>
                  <a:pt x="114300" y="190500"/>
                </a:lnTo>
                <a:lnTo>
                  <a:pt x="190500" y="190500"/>
                </a:lnTo>
                <a:lnTo>
                  <a:pt x="190500" y="152400"/>
                </a:lnTo>
                <a:lnTo>
                  <a:pt x="114300" y="152400"/>
                </a:lnTo>
                <a:close/>
                <a:moveTo>
                  <a:pt x="114300" y="76200"/>
                </a:moveTo>
                <a:lnTo>
                  <a:pt x="114300" y="114300"/>
                </a:lnTo>
                <a:lnTo>
                  <a:pt x="190500" y="114300"/>
                </a:lnTo>
                <a:lnTo>
                  <a:pt x="190500" y="76200"/>
                </a:lnTo>
                <a:lnTo>
                  <a:pt x="114300" y="76200"/>
                </a:lnTo>
                <a:close/>
              </a:path>
            </a:pathLst>
          </a:custGeom>
          <a:solidFill>
            <a:srgbClr val="FFFFFF"/>
          </a:solidFill>
          <a:ln w="19050" cap="flat">
            <a:noFill/>
            <a:prstDash val="solid"/>
            <a:miter/>
          </a:ln>
        </p:spPr>
        <p:txBody>
          <a:bodyPr rtlCol="0" anchor="ctr"/>
          <a:lstStyle/>
          <a:p>
            <a:endParaRPr lang="zh-CN" altLang="en-US"/>
          </a:p>
        </p:txBody>
      </p:sp>
      <p:sp>
        <p:nvSpPr>
          <p:cNvPr id="117" name="Text Box 37"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CB813510-8001-FF0F-B0B5-8D10CE66C894}"/>
              </a:ext>
            </a:extLst>
          </p:cNvPr>
          <p:cNvSpPr txBox="1"/>
          <p:nvPr/>
        </p:nvSpPr>
        <p:spPr>
          <a:xfrm>
            <a:off x="5297854" y="4592699"/>
            <a:ext cx="1664027" cy="250614"/>
          </a:xfrm>
          <a:prstGeom prst="rect">
            <a:avLst/>
          </a:prstGeom>
          <a:noFill/>
          <a:ln w="9525">
            <a:noFill/>
          </a:ln>
        </p:spPr>
        <p:txBody>
          <a:bodyPr wrap="none" anchor="t" anchorCtr="0">
            <a:spAutoFit/>
          </a:bodyPr>
          <a:lstStyle/>
          <a:p>
            <a:pPr algn="ctr" eaLnBrk="0" hangingPunct="0"/>
            <a:r>
              <a:rPr lang="en" altLang="zh-CN" sz="1086" dirty="0">
                <a:solidFill>
                  <a:srgbClr val="FFFFFF"/>
                </a:solidFill>
                <a:latin typeface="微软雅黑" panose="020B0402040204020203" pitchFamily="34" charset="-122"/>
                <a:ea typeface="微软雅黑" panose="020B0402040204020203" pitchFamily="34" charset="-122"/>
              </a:rPr>
              <a:t>Semi-annual summary</a:t>
            </a:r>
            <a:endParaRPr lang="en-US" altLang="zh-CN" sz="1086" dirty="0">
              <a:solidFill>
                <a:srgbClr val="FFFFFF"/>
              </a:solidFill>
              <a:latin typeface="微软雅黑" panose="020B0402040204020203" pitchFamily="34" charset="-122"/>
              <a:ea typeface="微软雅黑" panose="020B0402040204020203" pitchFamily="34" charset="-122"/>
            </a:endParaRPr>
          </a:p>
        </p:txBody>
      </p:sp>
      <p:sp>
        <p:nvSpPr>
          <p:cNvPr id="118" name="文本框 24">
            <a:extLst>
              <a:ext uri="{FF2B5EF4-FFF2-40B4-BE49-F238E27FC236}">
                <a16:creationId xmlns:a16="http://schemas.microsoft.com/office/drawing/2014/main" id="{166B4824-B8E6-905A-33A8-E440033DC178}"/>
              </a:ext>
            </a:extLst>
          </p:cNvPr>
          <p:cNvSpPr txBox="1"/>
          <p:nvPr/>
        </p:nvSpPr>
        <p:spPr>
          <a:xfrm>
            <a:off x="997524" y="1238250"/>
            <a:ext cx="10196951" cy="537833"/>
          </a:xfrm>
          <a:prstGeom prst="rect">
            <a:avLst/>
          </a:prstGeom>
          <a:noFill/>
        </p:spPr>
        <p:txBody>
          <a:bodyPr wrap="square" rtlCol="0">
            <a:spAutoFit/>
          </a:bodyPr>
          <a:lstStyle/>
          <a:p>
            <a:pPr algn="ctr">
              <a:lnSpc>
                <a:spcPct val="150000"/>
              </a:lnSpc>
            </a:pPr>
            <a:r>
              <a:rPr kumimoji="1" lang="zh-CN" altLang="en-US" sz="2171" b="1" dirty="0">
                <a:latin typeface="微软雅黑" pitchFamily="18" charset="-122"/>
                <a:ea typeface="微软雅黑" pitchFamily="18" charset="-122"/>
                <a:cs typeface="微软雅黑" pitchFamily="18" charset="-122"/>
              </a:rPr>
              <a:t>商务部</a:t>
            </a:r>
            <a:r>
              <a:rPr kumimoji="1" lang="en-US" altLang="zh-CN" sz="2171" b="1" dirty="0">
                <a:latin typeface="微软雅黑" pitchFamily="18" charset="-122"/>
                <a:ea typeface="微软雅黑" pitchFamily="18" charset="-122"/>
                <a:cs typeface="微软雅黑" pitchFamily="18" charset="-122"/>
              </a:rPr>
              <a:t>2024</a:t>
            </a:r>
            <a:r>
              <a:rPr kumimoji="1" lang="zh-CN" altLang="en-US" sz="2171" b="1" dirty="0">
                <a:latin typeface="微软雅黑" pitchFamily="18" charset="-122"/>
                <a:ea typeface="微软雅黑" pitchFamily="18" charset="-122"/>
                <a:cs typeface="微软雅黑" pitchFamily="18" charset="-122"/>
              </a:rPr>
              <a:t>上半年总结</a:t>
            </a:r>
          </a:p>
        </p:txBody>
      </p:sp>
      <p:sp>
        <p:nvSpPr>
          <p:cNvPr id="119" name="文本框 25">
            <a:extLst>
              <a:ext uri="{FF2B5EF4-FFF2-40B4-BE49-F238E27FC236}">
                <a16:creationId xmlns:a16="http://schemas.microsoft.com/office/drawing/2014/main" id="{3E6EAE47-927C-2FA1-1452-9D420D78A397}"/>
              </a:ext>
            </a:extLst>
          </p:cNvPr>
          <p:cNvSpPr txBox="1"/>
          <p:nvPr/>
        </p:nvSpPr>
        <p:spPr>
          <a:xfrm>
            <a:off x="2255706" y="1746735"/>
            <a:ext cx="7609447" cy="561328"/>
          </a:xfrm>
          <a:prstGeom prst="rect">
            <a:avLst/>
          </a:prstGeom>
          <a:noFill/>
        </p:spPr>
        <p:txBody>
          <a:bodyPr wrap="square" rtlCol="0">
            <a:spAutoFit/>
          </a:bodyPr>
          <a:lstStyle/>
          <a:p>
            <a:pPr algn="ctr">
              <a:lnSpc>
                <a:spcPct val="150000"/>
              </a:lnSpc>
            </a:pPr>
            <a:r>
              <a:rPr kumimoji="1" lang="zh-CN" altLang="en-US" sz="1086" dirty="0">
                <a:solidFill>
                  <a:srgbClr val="7A8C8E"/>
                </a:solidFill>
                <a:latin typeface="微软雅黑" pitchFamily="18" charset="-122"/>
                <a:ea typeface="微软雅黑" pitchFamily="18" charset="-122"/>
                <a:cs typeface="微软雅黑" pitchFamily="18" charset="-122"/>
              </a:rPr>
              <a:t>填写本项的目标、关键动作与交付物。</a:t>
            </a:r>
          </a:p>
        </p:txBody>
      </p:sp>
    </p:spTree>
    <p:extLst>
      <p:ext uri="{BB962C8B-B14F-4D97-AF65-F5344CB8AC3E}">
        <p14:creationId xmlns:p14="http://schemas.microsoft.com/office/powerpoint/2010/main" val="1851778670"/>
      </p:ext>
    </p:extLst>
  </p:cSld>
  <p:clrMapOvr>
    <a:masterClrMapping/>
  </p:clrMapOvr>
</p:sld>
</file>

<file path=ppt/slides/vr_business_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R027 问题与措施双侧对照（结构示例）</a:t>
            </a:r>
          </a:p>
        </p:txBody>
      </p:sp>
      <p:grpSp>
        <p:nvGrpSpPr>
          <p:cNvPr id="101" name="Google Shape;1946;p53">
            <a:extLst>
              <a:ext uri="{FF2B5EF4-FFF2-40B4-BE49-F238E27FC236}">
                <a16:creationId xmlns:a16="http://schemas.microsoft.com/office/drawing/2014/main" id="{1D49E949-03BD-F69E-FF55-FDE97DC18465}"/>
              </a:ext>
            </a:extLst>
          </p:cNvPr>
          <p:cNvGrpSpPr/>
          <p:nvPr/>
        </p:nvGrpSpPr>
        <p:grpSpPr>
          <a:xfrm>
            <a:off x="3511679" y="2519600"/>
            <a:ext cx="3529016" cy="3524342"/>
            <a:chOff x="-1" y="0"/>
            <a:chExt cx="7291032" cy="7281375"/>
          </a:xfrm>
        </p:grpSpPr>
        <p:sp>
          <p:nvSpPr>
            <p:cNvPr id="102" name="Google Shape;1947;p53">
              <a:extLst>
                <a:ext uri="{FF2B5EF4-FFF2-40B4-BE49-F238E27FC236}">
                  <a16:creationId xmlns:a16="http://schemas.microsoft.com/office/drawing/2014/main" id="{25B5646C-F61F-B4F6-85EE-A1BCAEFFAB1B}"/>
                </a:ext>
              </a:extLst>
            </p:cNvPr>
            <p:cNvSpPr/>
            <p:nvPr/>
          </p:nvSpPr>
          <p:spPr>
            <a:xfrm>
              <a:off x="-1" y="0"/>
              <a:ext cx="7291032" cy="7281375"/>
            </a:xfrm>
            <a:custGeom>
              <a:avLst/>
              <a:gdLst/>
              <a:ahLst/>
              <a:cxnLst/>
              <a:rect l="l" t="t" r="r" b="b"/>
              <a:pathLst>
                <a:path w="21583" h="21373" extrusionOk="0">
                  <a:moveTo>
                    <a:pt x="1" y="1938"/>
                  </a:moveTo>
                  <a:lnTo>
                    <a:pt x="1" y="19589"/>
                  </a:lnTo>
                  <a:cubicBezTo>
                    <a:pt x="35" y="20159"/>
                    <a:pt x="326" y="20682"/>
                    <a:pt x="794" y="21014"/>
                  </a:cubicBezTo>
                  <a:cubicBezTo>
                    <a:pt x="1366" y="21421"/>
                    <a:pt x="2117" y="21487"/>
                    <a:pt x="2752" y="21186"/>
                  </a:cubicBezTo>
                  <a:lnTo>
                    <a:pt x="20596" y="12359"/>
                  </a:lnTo>
                  <a:cubicBezTo>
                    <a:pt x="21202" y="12022"/>
                    <a:pt x="21579" y="11388"/>
                    <a:pt x="21583" y="10699"/>
                  </a:cubicBezTo>
                  <a:cubicBezTo>
                    <a:pt x="21587" y="10002"/>
                    <a:pt x="21209" y="9357"/>
                    <a:pt x="20596" y="9016"/>
                  </a:cubicBezTo>
                  <a:lnTo>
                    <a:pt x="2750" y="187"/>
                  </a:lnTo>
                  <a:cubicBezTo>
                    <a:pt x="2118" y="-113"/>
                    <a:pt x="1370" y="-49"/>
                    <a:pt x="800" y="356"/>
                  </a:cubicBezTo>
                  <a:cubicBezTo>
                    <a:pt x="286" y="720"/>
                    <a:pt x="-13" y="1312"/>
                    <a:pt x="1" y="1938"/>
                  </a:cubicBezTo>
                  <a:close/>
                </a:path>
              </a:pathLst>
            </a:custGeom>
            <a:solidFill>
              <a:srgbClr val="336699">
                <a:alpha val="29803"/>
              </a:srgbClr>
            </a:solidFill>
            <a:ln>
              <a:solidFill>
                <a:srgbClr val="336699"/>
              </a:solidFill>
            </a:ln>
          </p:spPr>
          <p:txBody>
            <a:bodyPr spcFirstLastPara="1" wrap="square" lIns="0" tIns="0" rIns="0" bIns="0" anchor="ctr" anchorCtr="0">
              <a:noAutofit/>
            </a:bodyPr>
            <a:lstStyle/>
            <a:p>
              <a:pPr algn="ctr">
                <a:buClr>
                  <a:srgbClr val="FFFFFF"/>
                </a:buClr>
                <a:buSzPts val="1100"/>
              </a:pPr>
              <a:endParaRPr sz="1467" b="1" dirty="0">
                <a:solidFill>
                  <a:srgbClr val="000000"/>
                </a:solidFill>
                <a:latin typeface="微软雅黑"/>
                <a:ea typeface="微软雅黑"/>
                <a:cs typeface="微软雅黑"/>
                <a:sym typeface="Helvetica Neue"/>
              </a:endParaRPr>
            </a:p>
          </p:txBody>
        </p:sp>
        <p:sp>
          <p:nvSpPr>
            <p:cNvPr id="103" name="Google Shape;1948;p53">
              <a:extLst>
                <a:ext uri="{FF2B5EF4-FFF2-40B4-BE49-F238E27FC236}">
                  <a16:creationId xmlns:a16="http://schemas.microsoft.com/office/drawing/2014/main" id="{D6224C15-1A07-DD95-83CC-79B3D5F9657A}"/>
                </a:ext>
              </a:extLst>
            </p:cNvPr>
            <p:cNvSpPr/>
            <p:nvPr/>
          </p:nvSpPr>
          <p:spPr>
            <a:xfrm>
              <a:off x="-1" y="0"/>
              <a:ext cx="7291032" cy="7281375"/>
            </a:xfrm>
            <a:custGeom>
              <a:avLst/>
              <a:gdLst/>
              <a:ahLst/>
              <a:cxnLst/>
              <a:rect l="l" t="t" r="r" b="b"/>
              <a:pathLst>
                <a:path w="21583" h="21373" extrusionOk="0">
                  <a:moveTo>
                    <a:pt x="1" y="1938"/>
                  </a:moveTo>
                  <a:lnTo>
                    <a:pt x="1" y="19589"/>
                  </a:lnTo>
                  <a:cubicBezTo>
                    <a:pt x="35" y="20159"/>
                    <a:pt x="326" y="20682"/>
                    <a:pt x="794" y="21014"/>
                  </a:cubicBezTo>
                  <a:cubicBezTo>
                    <a:pt x="1366" y="21421"/>
                    <a:pt x="2117" y="21487"/>
                    <a:pt x="2752" y="21186"/>
                  </a:cubicBezTo>
                  <a:lnTo>
                    <a:pt x="20596" y="12359"/>
                  </a:lnTo>
                  <a:cubicBezTo>
                    <a:pt x="21202" y="12022"/>
                    <a:pt x="21579" y="11388"/>
                    <a:pt x="21583" y="10699"/>
                  </a:cubicBezTo>
                  <a:cubicBezTo>
                    <a:pt x="21587" y="10002"/>
                    <a:pt x="21209" y="9357"/>
                    <a:pt x="20596" y="9016"/>
                  </a:cubicBezTo>
                  <a:lnTo>
                    <a:pt x="2750" y="187"/>
                  </a:lnTo>
                  <a:cubicBezTo>
                    <a:pt x="2118" y="-113"/>
                    <a:pt x="1370" y="-49"/>
                    <a:pt x="800" y="356"/>
                  </a:cubicBezTo>
                  <a:cubicBezTo>
                    <a:pt x="286" y="720"/>
                    <a:pt x="-13" y="1312"/>
                    <a:pt x="1" y="1938"/>
                  </a:cubicBezTo>
                  <a:close/>
                </a:path>
              </a:pathLst>
            </a:custGeom>
            <a:noFill/>
            <a:ln w="9525" cap="flat" cmpd="sng">
              <a:solidFill>
                <a:srgbClr val="336699"/>
              </a:solidFill>
              <a:prstDash val="solid"/>
              <a:miter lim="400000"/>
              <a:headEnd type="none" w="sm" len="sm"/>
              <a:tailEnd type="none" w="sm" len="sm"/>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a:ea typeface="微软雅黑"/>
                <a:cs typeface="微软雅黑"/>
                <a:sym typeface="Helvetica Neue"/>
              </a:endParaRPr>
            </a:p>
          </p:txBody>
        </p:sp>
      </p:grpSp>
      <p:grpSp>
        <p:nvGrpSpPr>
          <p:cNvPr id="104" name="Google Shape;1949;p53">
            <a:extLst>
              <a:ext uri="{FF2B5EF4-FFF2-40B4-BE49-F238E27FC236}">
                <a16:creationId xmlns:a16="http://schemas.microsoft.com/office/drawing/2014/main" id="{5CF53324-186D-2FE6-24E4-48591B1FBB1F}"/>
              </a:ext>
            </a:extLst>
          </p:cNvPr>
          <p:cNvGrpSpPr/>
          <p:nvPr/>
        </p:nvGrpSpPr>
        <p:grpSpPr>
          <a:xfrm>
            <a:off x="4999271" y="2519599"/>
            <a:ext cx="3529015" cy="3524342"/>
            <a:chOff x="0" y="-1"/>
            <a:chExt cx="7291031" cy="7281376"/>
          </a:xfrm>
        </p:grpSpPr>
        <p:sp>
          <p:nvSpPr>
            <p:cNvPr id="105" name="Google Shape;1950;p53">
              <a:extLst>
                <a:ext uri="{FF2B5EF4-FFF2-40B4-BE49-F238E27FC236}">
                  <a16:creationId xmlns:a16="http://schemas.microsoft.com/office/drawing/2014/main" id="{D4DD6714-99FA-579D-7D99-59788409A3AA}"/>
                </a:ext>
              </a:extLst>
            </p:cNvPr>
            <p:cNvSpPr/>
            <p:nvPr/>
          </p:nvSpPr>
          <p:spPr>
            <a:xfrm rot="10800000">
              <a:off x="0" y="-1"/>
              <a:ext cx="7291031" cy="7281376"/>
            </a:xfrm>
            <a:custGeom>
              <a:avLst/>
              <a:gdLst/>
              <a:ahLst/>
              <a:cxnLst/>
              <a:rect l="l" t="t" r="r" b="b"/>
              <a:pathLst>
                <a:path w="21583" h="21373" extrusionOk="0">
                  <a:moveTo>
                    <a:pt x="1" y="1938"/>
                  </a:moveTo>
                  <a:lnTo>
                    <a:pt x="1" y="19589"/>
                  </a:lnTo>
                  <a:cubicBezTo>
                    <a:pt x="35" y="20159"/>
                    <a:pt x="326" y="20682"/>
                    <a:pt x="794" y="21014"/>
                  </a:cubicBezTo>
                  <a:cubicBezTo>
                    <a:pt x="1366" y="21421"/>
                    <a:pt x="2117" y="21487"/>
                    <a:pt x="2752" y="21186"/>
                  </a:cubicBezTo>
                  <a:lnTo>
                    <a:pt x="20596" y="12359"/>
                  </a:lnTo>
                  <a:cubicBezTo>
                    <a:pt x="21202" y="12022"/>
                    <a:pt x="21579" y="11388"/>
                    <a:pt x="21583" y="10699"/>
                  </a:cubicBezTo>
                  <a:cubicBezTo>
                    <a:pt x="21587" y="10002"/>
                    <a:pt x="21209" y="9357"/>
                    <a:pt x="20596" y="9016"/>
                  </a:cubicBezTo>
                  <a:lnTo>
                    <a:pt x="2750" y="187"/>
                  </a:lnTo>
                  <a:cubicBezTo>
                    <a:pt x="2118" y="-113"/>
                    <a:pt x="1370" y="-49"/>
                    <a:pt x="800" y="356"/>
                  </a:cubicBezTo>
                  <a:cubicBezTo>
                    <a:pt x="286" y="720"/>
                    <a:pt x="-13" y="1312"/>
                    <a:pt x="1" y="1938"/>
                  </a:cubicBezTo>
                  <a:close/>
                </a:path>
              </a:pathLst>
            </a:custGeom>
            <a:solidFill>
              <a:srgbClr val="3494BA">
                <a:alpha val="29803"/>
              </a:srgbClr>
            </a:solidFill>
            <a:ln>
              <a:solidFill>
                <a:srgbClr val="3494BA"/>
              </a:solid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a:ea typeface="微软雅黑"/>
                <a:cs typeface="微软雅黑"/>
                <a:sym typeface="Helvetica Neue"/>
              </a:endParaRPr>
            </a:p>
          </p:txBody>
        </p:sp>
        <p:sp>
          <p:nvSpPr>
            <p:cNvPr id="106" name="Google Shape;1951;p53">
              <a:extLst>
                <a:ext uri="{FF2B5EF4-FFF2-40B4-BE49-F238E27FC236}">
                  <a16:creationId xmlns:a16="http://schemas.microsoft.com/office/drawing/2014/main" id="{DAC1372F-984B-BAA8-EC2E-E50608F36F86}"/>
                </a:ext>
              </a:extLst>
            </p:cNvPr>
            <p:cNvSpPr/>
            <p:nvPr/>
          </p:nvSpPr>
          <p:spPr>
            <a:xfrm rot="10800000">
              <a:off x="0" y="-1"/>
              <a:ext cx="7291031" cy="7281376"/>
            </a:xfrm>
            <a:custGeom>
              <a:avLst/>
              <a:gdLst/>
              <a:ahLst/>
              <a:cxnLst/>
              <a:rect l="l" t="t" r="r" b="b"/>
              <a:pathLst>
                <a:path w="21583" h="21373" extrusionOk="0">
                  <a:moveTo>
                    <a:pt x="1" y="1938"/>
                  </a:moveTo>
                  <a:lnTo>
                    <a:pt x="1" y="19589"/>
                  </a:lnTo>
                  <a:cubicBezTo>
                    <a:pt x="35" y="20159"/>
                    <a:pt x="326" y="20682"/>
                    <a:pt x="794" y="21014"/>
                  </a:cubicBezTo>
                  <a:cubicBezTo>
                    <a:pt x="1366" y="21421"/>
                    <a:pt x="2117" y="21487"/>
                    <a:pt x="2752" y="21186"/>
                  </a:cubicBezTo>
                  <a:lnTo>
                    <a:pt x="20596" y="12359"/>
                  </a:lnTo>
                  <a:cubicBezTo>
                    <a:pt x="21202" y="12022"/>
                    <a:pt x="21579" y="11388"/>
                    <a:pt x="21583" y="10699"/>
                  </a:cubicBezTo>
                  <a:cubicBezTo>
                    <a:pt x="21587" y="10002"/>
                    <a:pt x="21209" y="9357"/>
                    <a:pt x="20596" y="9016"/>
                  </a:cubicBezTo>
                  <a:lnTo>
                    <a:pt x="2750" y="187"/>
                  </a:lnTo>
                  <a:cubicBezTo>
                    <a:pt x="2118" y="-113"/>
                    <a:pt x="1370" y="-49"/>
                    <a:pt x="800" y="356"/>
                  </a:cubicBezTo>
                  <a:cubicBezTo>
                    <a:pt x="286" y="720"/>
                    <a:pt x="-13" y="1312"/>
                    <a:pt x="1" y="1938"/>
                  </a:cubicBezTo>
                  <a:close/>
                </a:path>
              </a:pathLst>
            </a:custGeom>
            <a:noFill/>
            <a:ln w="9525" cap="flat" cmpd="sng">
              <a:solidFill>
                <a:srgbClr val="3494BA"/>
              </a:solidFill>
              <a:prstDash val="solid"/>
              <a:miter lim="400000"/>
              <a:headEnd type="none" w="sm" len="sm"/>
              <a:tailEnd type="none" w="sm" len="sm"/>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a:ea typeface="微软雅黑"/>
                <a:cs typeface="微软雅黑"/>
                <a:sym typeface="Helvetica Neue"/>
              </a:endParaRPr>
            </a:p>
          </p:txBody>
        </p:sp>
      </p:grpSp>
      <p:sp>
        <p:nvSpPr>
          <p:cNvPr id="107" name="Google Shape;1964;p53">
            <a:extLst>
              <a:ext uri="{FF2B5EF4-FFF2-40B4-BE49-F238E27FC236}">
                <a16:creationId xmlns:a16="http://schemas.microsoft.com/office/drawing/2014/main" id="{D9B2059F-E183-F7DF-4824-CB7CB862CE15}"/>
              </a:ext>
            </a:extLst>
          </p:cNvPr>
          <p:cNvSpPr/>
          <p:nvPr/>
        </p:nvSpPr>
        <p:spPr>
          <a:xfrm>
            <a:off x="9096374" y="3372915"/>
            <a:ext cx="2194945" cy="422083"/>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参加沟通培训课程，学习如何清晰明了地传达信息，并建立定期沟通的机制，以确保团队理解一致。</a:t>
            </a:r>
            <a:endParaRPr sz="940" dirty="0">
              <a:latin typeface="微软雅黑" panose="020B0503020204020204" pitchFamily="34" charset="-122"/>
              <a:ea typeface="微软雅黑" panose="020B0503020204020204" pitchFamily="34" charset="-122"/>
            </a:endParaRPr>
          </a:p>
        </p:txBody>
      </p:sp>
      <p:sp>
        <p:nvSpPr>
          <p:cNvPr id="108" name="Google Shape;1965;p53">
            <a:extLst>
              <a:ext uri="{FF2B5EF4-FFF2-40B4-BE49-F238E27FC236}">
                <a16:creationId xmlns:a16="http://schemas.microsoft.com/office/drawing/2014/main" id="{3CA9777E-431B-8BD4-BDF3-AA8389F9D82E}"/>
              </a:ext>
            </a:extLst>
          </p:cNvPr>
          <p:cNvSpPr/>
          <p:nvPr/>
        </p:nvSpPr>
        <p:spPr>
          <a:xfrm>
            <a:off x="9099286" y="3060055"/>
            <a:ext cx="2123157" cy="273112"/>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buClr>
                <a:srgbClr val="333333"/>
              </a:buClr>
              <a:buSzPts val="1100"/>
            </a:pPr>
            <a:r>
              <a:rPr lang="zh-CN" altLang="en-US" sz="1379" b="1" dirty="0">
                <a:solidFill>
                  <a:srgbClr val="3494BA"/>
                </a:solidFill>
                <a:latin typeface="微软雅黑" panose="020B0503020204020204" pitchFamily="34" charset="-122"/>
                <a:ea typeface="微软雅黑" panose="020B0503020204020204" pitchFamily="34" charset="-122"/>
                <a:cs typeface="微软雅黑"/>
                <a:sym typeface="Barlow"/>
              </a:rPr>
              <a:t>提升沟通技巧</a:t>
            </a:r>
            <a:endParaRPr sz="627" dirty="0">
              <a:solidFill>
                <a:srgbClr val="3494BA"/>
              </a:solidFill>
              <a:latin typeface="微软雅黑" panose="020B0503020204020204" pitchFamily="34" charset="-122"/>
              <a:ea typeface="微软雅黑" panose="020B0503020204020204" pitchFamily="34" charset="-122"/>
            </a:endParaRPr>
          </a:p>
        </p:txBody>
      </p:sp>
      <p:sp>
        <p:nvSpPr>
          <p:cNvPr id="109" name="Google Shape;1966;p53">
            <a:extLst>
              <a:ext uri="{FF2B5EF4-FFF2-40B4-BE49-F238E27FC236}">
                <a16:creationId xmlns:a16="http://schemas.microsoft.com/office/drawing/2014/main" id="{46A7C444-CA35-43E5-90E4-8F266A79F529}"/>
              </a:ext>
            </a:extLst>
          </p:cNvPr>
          <p:cNvSpPr/>
          <p:nvPr/>
        </p:nvSpPr>
        <p:spPr>
          <a:xfrm>
            <a:off x="9096374" y="5536683"/>
            <a:ext cx="2194945" cy="422083"/>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填写本项的目标、关键动作与交付物。</a:t>
            </a:r>
            <a:endParaRPr sz="940" dirty="0">
              <a:latin typeface="微软雅黑" panose="020B0503020204020204" pitchFamily="34" charset="-122"/>
              <a:ea typeface="微软雅黑" panose="020B0503020204020204" pitchFamily="34" charset="-122"/>
            </a:endParaRPr>
          </a:p>
        </p:txBody>
      </p:sp>
      <p:sp>
        <p:nvSpPr>
          <p:cNvPr id="110" name="Google Shape;1967;p53">
            <a:extLst>
              <a:ext uri="{FF2B5EF4-FFF2-40B4-BE49-F238E27FC236}">
                <a16:creationId xmlns:a16="http://schemas.microsoft.com/office/drawing/2014/main" id="{C461B861-547B-7A1B-F686-E0A088594036}"/>
              </a:ext>
            </a:extLst>
          </p:cNvPr>
          <p:cNvSpPr/>
          <p:nvPr/>
        </p:nvSpPr>
        <p:spPr>
          <a:xfrm>
            <a:off x="9099286" y="5223825"/>
            <a:ext cx="2123157" cy="273112"/>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buClr>
                <a:srgbClr val="333333"/>
              </a:buClr>
              <a:buSzPts val="1100"/>
            </a:pPr>
            <a:r>
              <a:rPr lang="zh-CN" altLang="en-US" sz="1379" b="1" dirty="0">
                <a:solidFill>
                  <a:srgbClr val="3494BA"/>
                </a:solidFill>
                <a:latin typeface="微软雅黑" panose="020B0503020204020204" pitchFamily="34" charset="-122"/>
                <a:ea typeface="微软雅黑" panose="020B0503020204020204" pitchFamily="34" charset="-122"/>
                <a:cs typeface="微软雅黑"/>
                <a:sym typeface="Barlow"/>
              </a:rPr>
              <a:t>加强跨部门合作</a:t>
            </a:r>
            <a:endParaRPr sz="627" dirty="0">
              <a:solidFill>
                <a:srgbClr val="3494BA"/>
              </a:solidFill>
              <a:latin typeface="微软雅黑" panose="020B0503020204020204" pitchFamily="34" charset="-122"/>
              <a:ea typeface="微软雅黑" panose="020B0503020204020204" pitchFamily="34" charset="-122"/>
            </a:endParaRPr>
          </a:p>
        </p:txBody>
      </p:sp>
      <p:sp>
        <p:nvSpPr>
          <p:cNvPr id="111" name="Google Shape;1968;p53">
            <a:extLst>
              <a:ext uri="{FF2B5EF4-FFF2-40B4-BE49-F238E27FC236}">
                <a16:creationId xmlns:a16="http://schemas.microsoft.com/office/drawing/2014/main" id="{79CDBF43-B1DC-A7F1-4D34-1182BB975A63}"/>
              </a:ext>
            </a:extLst>
          </p:cNvPr>
          <p:cNvSpPr/>
          <p:nvPr/>
        </p:nvSpPr>
        <p:spPr>
          <a:xfrm>
            <a:off x="9096374" y="4454799"/>
            <a:ext cx="2194945" cy="422083"/>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使用时间管理工具</a:t>
            </a:r>
            <a:r>
              <a:rPr lang="en-GB" sz="940" dirty="0">
                <a:solidFill>
                  <a:srgbClr val="7A8C8E"/>
                </a:solidFill>
                <a:latin typeface="微软雅黑" panose="020B0503020204020204" pitchFamily="34" charset="-122"/>
                <a:ea typeface="微软雅黑" panose="020B0503020204020204" pitchFamily="34" charset="-122"/>
                <a:cs typeface="微软雅黑"/>
                <a:sym typeface="Barlow Medium"/>
              </a:rPr>
              <a:t>，</a:t>
            </a: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设立明确的工作目标和截止日期，并定期评估进展，确保任务按时完成。</a:t>
            </a:r>
            <a:endParaRPr sz="940" dirty="0">
              <a:latin typeface="微软雅黑" panose="020B0503020204020204" pitchFamily="34" charset="-122"/>
              <a:ea typeface="微软雅黑" panose="020B0503020204020204" pitchFamily="34" charset="-122"/>
            </a:endParaRPr>
          </a:p>
        </p:txBody>
      </p:sp>
      <p:sp>
        <p:nvSpPr>
          <p:cNvPr id="112" name="Google Shape;1969;p53">
            <a:extLst>
              <a:ext uri="{FF2B5EF4-FFF2-40B4-BE49-F238E27FC236}">
                <a16:creationId xmlns:a16="http://schemas.microsoft.com/office/drawing/2014/main" id="{8C25A25D-DEC8-E189-B854-4CCB8FACD17E}"/>
              </a:ext>
            </a:extLst>
          </p:cNvPr>
          <p:cNvSpPr/>
          <p:nvPr/>
        </p:nvSpPr>
        <p:spPr>
          <a:xfrm>
            <a:off x="9099286" y="4141940"/>
            <a:ext cx="2123157" cy="273112"/>
          </a:xfrm>
          <a:custGeom>
            <a:avLst/>
            <a:gdLst/>
            <a:ahLst/>
            <a:cxnLst/>
            <a:rect l="l" t="t" r="r" b="b"/>
            <a:pathLst>
              <a:path w="21600" h="120000" extrusionOk="0">
                <a:moveTo>
                  <a:pt x="0" y="0"/>
                </a:moveTo>
                <a:lnTo>
                  <a:pt x="21600" y="0"/>
                </a:lnTo>
                <a:lnTo>
                  <a:pt x="21600" y="0"/>
                </a:lnTo>
                <a:lnTo>
                  <a:pt x="0" y="0"/>
                </a:lnTo>
                <a:close/>
              </a:path>
            </a:pathLst>
          </a:custGeom>
          <a:noFill/>
          <a:ln>
            <a:noFill/>
          </a:ln>
        </p:spPr>
        <p:txBody>
          <a:bodyPr spcFirstLastPara="1" wrap="square" lIns="25400" tIns="25400" rIns="25400" bIns="25400" anchor="t" anchorCtr="0">
            <a:noAutofit/>
          </a:bodyPr>
          <a:lstStyle/>
          <a:p>
            <a:pPr>
              <a:buClr>
                <a:srgbClr val="333333"/>
              </a:buClr>
              <a:buSzPts val="1100"/>
            </a:pPr>
            <a:r>
              <a:rPr lang="zh-CN" altLang="en-US" sz="1379" b="1" dirty="0">
                <a:solidFill>
                  <a:srgbClr val="3494BA"/>
                </a:solidFill>
                <a:latin typeface="微软雅黑" panose="020B0503020204020204" pitchFamily="34" charset="-122"/>
                <a:ea typeface="微软雅黑" panose="020B0503020204020204" pitchFamily="34" charset="-122"/>
                <a:cs typeface="微软雅黑"/>
                <a:sym typeface="Barlow"/>
              </a:rPr>
              <a:t>优化时间管理</a:t>
            </a:r>
            <a:endParaRPr sz="627" dirty="0">
              <a:solidFill>
                <a:srgbClr val="3494BA"/>
              </a:solidFill>
              <a:latin typeface="微软雅黑" panose="020B0503020204020204" pitchFamily="34" charset="-122"/>
              <a:ea typeface="微软雅黑" panose="020B0503020204020204" pitchFamily="34" charset="-122"/>
            </a:endParaRPr>
          </a:p>
        </p:txBody>
      </p:sp>
      <p:grpSp>
        <p:nvGrpSpPr>
          <p:cNvPr id="113" name="Google Shape;1970;p53">
            <a:extLst>
              <a:ext uri="{FF2B5EF4-FFF2-40B4-BE49-F238E27FC236}">
                <a16:creationId xmlns:a16="http://schemas.microsoft.com/office/drawing/2014/main" id="{84038852-16C6-3E5B-E435-9ADDB1BE9A9E}"/>
              </a:ext>
            </a:extLst>
          </p:cNvPr>
          <p:cNvGrpSpPr/>
          <p:nvPr/>
        </p:nvGrpSpPr>
        <p:grpSpPr>
          <a:xfrm>
            <a:off x="8674020" y="3058089"/>
            <a:ext cx="276619" cy="276619"/>
            <a:chOff x="0" y="0"/>
            <a:chExt cx="571500" cy="571500"/>
          </a:xfrm>
        </p:grpSpPr>
        <p:sp>
          <p:nvSpPr>
            <p:cNvPr id="114" name="Google Shape;1971;p53">
              <a:extLst>
                <a:ext uri="{FF2B5EF4-FFF2-40B4-BE49-F238E27FC236}">
                  <a16:creationId xmlns:a16="http://schemas.microsoft.com/office/drawing/2014/main" id="{C3F13360-36DD-270E-E518-CCC24184DF19}"/>
                </a:ext>
              </a:extLst>
            </p:cNvPr>
            <p:cNvSpPr/>
            <p:nvPr/>
          </p:nvSpPr>
          <p:spPr>
            <a:xfrm>
              <a:off x="0" y="0"/>
              <a:ext cx="571500" cy="571500"/>
            </a:xfrm>
            <a:prstGeom prst="ellipse">
              <a:avLst/>
            </a:prstGeom>
            <a:solidFill>
              <a:srgbClr val="3494BA"/>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15" name="Google Shape;1972;p53">
              <a:extLst>
                <a:ext uri="{FF2B5EF4-FFF2-40B4-BE49-F238E27FC236}">
                  <a16:creationId xmlns:a16="http://schemas.microsoft.com/office/drawing/2014/main" id="{57376E4D-BD51-4DBB-7FBC-C681DAFA39C9}"/>
                </a:ext>
              </a:extLst>
            </p:cNvPr>
            <p:cNvSpPr/>
            <p:nvPr/>
          </p:nvSpPr>
          <p:spPr>
            <a:xfrm>
              <a:off x="240557" y="168335"/>
              <a:ext cx="307708" cy="367719"/>
            </a:xfrm>
            <a:custGeom>
              <a:avLst/>
              <a:gdLst/>
              <a:ahLst/>
              <a:cxnLst/>
              <a:rect l="l" t="t" r="r" b="b"/>
              <a:pathLst>
                <a:path w="21600" h="21600" extrusionOk="0">
                  <a:moveTo>
                    <a:pt x="21600" y="13450"/>
                  </a:moveTo>
                  <a:lnTo>
                    <a:pt x="5480" y="0"/>
                  </a:lnTo>
                  <a:lnTo>
                    <a:pt x="0" y="2690"/>
                  </a:lnTo>
                  <a:lnTo>
                    <a:pt x="2959" y="5156"/>
                  </a:lnTo>
                  <a:lnTo>
                    <a:pt x="2623" y="13045"/>
                  </a:lnTo>
                  <a:lnTo>
                    <a:pt x="12823" y="21600"/>
                  </a:lnTo>
                  <a:cubicBezTo>
                    <a:pt x="14999" y="20620"/>
                    <a:pt x="16932" y="19301"/>
                    <a:pt x="18520" y="17716"/>
                  </a:cubicBezTo>
                  <a:cubicBezTo>
                    <a:pt x="19802" y="16435"/>
                    <a:pt x="20841" y="14996"/>
                    <a:pt x="21600" y="13450"/>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16" name="Google Shape;1973;p53">
              <a:extLst>
                <a:ext uri="{FF2B5EF4-FFF2-40B4-BE49-F238E27FC236}">
                  <a16:creationId xmlns:a16="http://schemas.microsoft.com/office/drawing/2014/main" id="{98805675-4E55-51EC-1869-23319CE19F33}"/>
                </a:ext>
              </a:extLst>
            </p:cNvPr>
            <p:cNvSpPr/>
            <p:nvPr/>
          </p:nvSpPr>
          <p:spPr>
            <a:xfrm>
              <a:off x="238956" y="167704"/>
              <a:ext cx="82158" cy="224662"/>
            </a:xfrm>
            <a:custGeom>
              <a:avLst/>
              <a:gdLst/>
              <a:ahLst/>
              <a:cxnLst/>
              <a:rect l="l" t="t" r="r" b="b"/>
              <a:pathLst>
                <a:path w="21599" h="21584" extrusionOk="0">
                  <a:moveTo>
                    <a:pt x="0" y="1732"/>
                  </a:moveTo>
                  <a:cubicBezTo>
                    <a:pt x="-1" y="1616"/>
                    <a:pt x="100" y="1502"/>
                    <a:pt x="287" y="1407"/>
                  </a:cubicBezTo>
                  <a:cubicBezTo>
                    <a:pt x="489" y="1306"/>
                    <a:pt x="779" y="1232"/>
                    <a:pt x="1111" y="1198"/>
                  </a:cubicBezTo>
                  <a:lnTo>
                    <a:pt x="8348" y="207"/>
                  </a:lnTo>
                  <a:cubicBezTo>
                    <a:pt x="8705" y="144"/>
                    <a:pt x="9079" y="94"/>
                    <a:pt x="9464" y="60"/>
                  </a:cubicBezTo>
                  <a:cubicBezTo>
                    <a:pt x="9886" y="22"/>
                    <a:pt x="10318" y="2"/>
                    <a:pt x="10752" y="1"/>
                  </a:cubicBezTo>
                  <a:lnTo>
                    <a:pt x="20274" y="1"/>
                  </a:lnTo>
                  <a:cubicBezTo>
                    <a:pt x="20690" y="-10"/>
                    <a:pt x="21092" y="58"/>
                    <a:pt x="21339" y="180"/>
                  </a:cubicBezTo>
                  <a:cubicBezTo>
                    <a:pt x="21513" y="267"/>
                    <a:pt x="21593" y="374"/>
                    <a:pt x="21563" y="480"/>
                  </a:cubicBezTo>
                  <a:lnTo>
                    <a:pt x="21599" y="21163"/>
                  </a:lnTo>
                  <a:cubicBezTo>
                    <a:pt x="21587" y="21270"/>
                    <a:pt x="21469" y="21371"/>
                    <a:pt x="21266" y="21448"/>
                  </a:cubicBezTo>
                  <a:cubicBezTo>
                    <a:pt x="21024" y="21540"/>
                    <a:pt x="20684" y="21590"/>
                    <a:pt x="20334" y="21584"/>
                  </a:cubicBezTo>
                  <a:lnTo>
                    <a:pt x="11015" y="21584"/>
                  </a:lnTo>
                  <a:cubicBezTo>
                    <a:pt x="10657" y="21590"/>
                    <a:pt x="10311" y="21537"/>
                    <a:pt x="10072" y="21440"/>
                  </a:cubicBezTo>
                  <a:cubicBezTo>
                    <a:pt x="9891" y="21367"/>
                    <a:pt x="9785" y="21273"/>
                    <a:pt x="9771" y="21174"/>
                  </a:cubicBezTo>
                  <a:lnTo>
                    <a:pt x="9636" y="4253"/>
                  </a:lnTo>
                  <a:cubicBezTo>
                    <a:pt x="9639" y="4193"/>
                    <a:pt x="9570" y="4136"/>
                    <a:pt x="9447" y="4098"/>
                  </a:cubicBezTo>
                  <a:cubicBezTo>
                    <a:pt x="9286" y="4047"/>
                    <a:pt x="9059" y="4034"/>
                    <a:pt x="8864" y="4064"/>
                  </a:cubicBezTo>
                  <a:lnTo>
                    <a:pt x="1543" y="4572"/>
                  </a:lnTo>
                  <a:cubicBezTo>
                    <a:pt x="1228" y="4613"/>
                    <a:pt x="880" y="4601"/>
                    <a:pt x="591" y="4541"/>
                  </a:cubicBezTo>
                  <a:cubicBezTo>
                    <a:pt x="265" y="4472"/>
                    <a:pt x="51" y="4349"/>
                    <a:pt x="19" y="4212"/>
                  </a:cubicBezTo>
                  <a:lnTo>
                    <a:pt x="0" y="1732"/>
                  </a:ln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grpSp>
        <p:nvGrpSpPr>
          <p:cNvPr id="117" name="Google Shape;1974;p53">
            <a:extLst>
              <a:ext uri="{FF2B5EF4-FFF2-40B4-BE49-F238E27FC236}">
                <a16:creationId xmlns:a16="http://schemas.microsoft.com/office/drawing/2014/main" id="{0FF19A9B-88C1-120E-FC43-87E2658939F3}"/>
              </a:ext>
            </a:extLst>
          </p:cNvPr>
          <p:cNvGrpSpPr/>
          <p:nvPr/>
        </p:nvGrpSpPr>
        <p:grpSpPr>
          <a:xfrm>
            <a:off x="8674020" y="4141940"/>
            <a:ext cx="276619" cy="276619"/>
            <a:chOff x="0" y="0"/>
            <a:chExt cx="571500" cy="571500"/>
          </a:xfrm>
        </p:grpSpPr>
        <p:sp>
          <p:nvSpPr>
            <p:cNvPr id="118" name="Google Shape;1975;p53">
              <a:extLst>
                <a:ext uri="{FF2B5EF4-FFF2-40B4-BE49-F238E27FC236}">
                  <a16:creationId xmlns:a16="http://schemas.microsoft.com/office/drawing/2014/main" id="{AEA597CC-197F-0285-F0C8-84517768C0F0}"/>
                </a:ext>
              </a:extLst>
            </p:cNvPr>
            <p:cNvSpPr/>
            <p:nvPr/>
          </p:nvSpPr>
          <p:spPr>
            <a:xfrm>
              <a:off x="0" y="0"/>
              <a:ext cx="571500" cy="571500"/>
            </a:xfrm>
            <a:prstGeom prst="ellipse">
              <a:avLst/>
            </a:prstGeom>
            <a:solidFill>
              <a:srgbClr val="3494BA"/>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19" name="Google Shape;1976;p53">
              <a:extLst>
                <a:ext uri="{FF2B5EF4-FFF2-40B4-BE49-F238E27FC236}">
                  <a16:creationId xmlns:a16="http://schemas.microsoft.com/office/drawing/2014/main" id="{EB0A7682-40B7-3D75-B99D-718DDC9DAD5B}"/>
                </a:ext>
              </a:extLst>
            </p:cNvPr>
            <p:cNvSpPr/>
            <p:nvPr/>
          </p:nvSpPr>
          <p:spPr>
            <a:xfrm>
              <a:off x="216008" y="176152"/>
              <a:ext cx="338192" cy="376499"/>
            </a:xfrm>
            <a:custGeom>
              <a:avLst/>
              <a:gdLst/>
              <a:ahLst/>
              <a:cxnLst/>
              <a:rect l="l" t="t" r="r" b="b"/>
              <a:pathLst>
                <a:path w="21600" h="21600" extrusionOk="0">
                  <a:moveTo>
                    <a:pt x="21600" y="11901"/>
                  </a:moveTo>
                  <a:lnTo>
                    <a:pt x="8288" y="0"/>
                  </a:lnTo>
                  <a:lnTo>
                    <a:pt x="2509" y="135"/>
                  </a:lnTo>
                  <a:lnTo>
                    <a:pt x="0" y="3119"/>
                  </a:lnTo>
                  <a:lnTo>
                    <a:pt x="4283" y="7078"/>
                  </a:lnTo>
                  <a:lnTo>
                    <a:pt x="102" y="11743"/>
                  </a:lnTo>
                  <a:lnTo>
                    <a:pt x="11001" y="21600"/>
                  </a:lnTo>
                  <a:cubicBezTo>
                    <a:pt x="13575" y="20713"/>
                    <a:pt x="15892" y="19313"/>
                    <a:pt x="17776" y="17505"/>
                  </a:cubicBezTo>
                  <a:cubicBezTo>
                    <a:pt x="19460" y="15889"/>
                    <a:pt x="20761" y="13982"/>
                    <a:pt x="21600" y="11901"/>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20" name="Google Shape;1977;p53">
              <a:extLst>
                <a:ext uri="{FF2B5EF4-FFF2-40B4-BE49-F238E27FC236}">
                  <a16:creationId xmlns:a16="http://schemas.microsoft.com/office/drawing/2014/main" id="{E2A8722C-2F4B-1D60-3721-160B3513F723}"/>
                </a:ext>
              </a:extLst>
            </p:cNvPr>
            <p:cNvSpPr/>
            <p:nvPr/>
          </p:nvSpPr>
          <p:spPr>
            <a:xfrm>
              <a:off x="214456" y="154919"/>
              <a:ext cx="154018" cy="227372"/>
            </a:xfrm>
            <a:custGeom>
              <a:avLst/>
              <a:gdLst/>
              <a:ahLst/>
              <a:cxnLst/>
              <a:rect l="l" t="t" r="r" b="b"/>
              <a:pathLst>
                <a:path w="21596" h="21538" extrusionOk="0">
                  <a:moveTo>
                    <a:pt x="6392" y="6090"/>
                  </a:moveTo>
                  <a:lnTo>
                    <a:pt x="6392" y="6882"/>
                  </a:lnTo>
                  <a:cubicBezTo>
                    <a:pt x="6396" y="6960"/>
                    <a:pt x="6364" y="7038"/>
                    <a:pt x="6299" y="7103"/>
                  </a:cubicBezTo>
                  <a:cubicBezTo>
                    <a:pt x="6199" y="7203"/>
                    <a:pt x="6036" y="7265"/>
                    <a:pt x="5859" y="7271"/>
                  </a:cubicBezTo>
                  <a:lnTo>
                    <a:pt x="664" y="7276"/>
                  </a:lnTo>
                  <a:cubicBezTo>
                    <a:pt x="513" y="7279"/>
                    <a:pt x="364" y="7246"/>
                    <a:pt x="246" y="7182"/>
                  </a:cubicBezTo>
                  <a:cubicBezTo>
                    <a:pt x="87" y="7096"/>
                    <a:pt x="-4" y="6966"/>
                    <a:pt x="0" y="6829"/>
                  </a:cubicBezTo>
                  <a:lnTo>
                    <a:pt x="0" y="5619"/>
                  </a:lnTo>
                  <a:cubicBezTo>
                    <a:pt x="70" y="4333"/>
                    <a:pt x="814" y="3104"/>
                    <a:pt x="2100" y="2154"/>
                  </a:cubicBezTo>
                  <a:cubicBezTo>
                    <a:pt x="3421" y="1178"/>
                    <a:pt x="5208" y="568"/>
                    <a:pt x="7110" y="255"/>
                  </a:cubicBezTo>
                  <a:cubicBezTo>
                    <a:pt x="8638" y="4"/>
                    <a:pt x="10219" y="-53"/>
                    <a:pt x="11785" y="45"/>
                  </a:cubicBezTo>
                  <a:cubicBezTo>
                    <a:pt x="13407" y="147"/>
                    <a:pt x="15006" y="416"/>
                    <a:pt x="16439" y="941"/>
                  </a:cubicBezTo>
                  <a:cubicBezTo>
                    <a:pt x="17732" y="1414"/>
                    <a:pt x="18850" y="2083"/>
                    <a:pt x="19663" y="2911"/>
                  </a:cubicBezTo>
                  <a:cubicBezTo>
                    <a:pt x="20479" y="3743"/>
                    <a:pt x="20958" y="4708"/>
                    <a:pt x="20995" y="5706"/>
                  </a:cubicBezTo>
                  <a:cubicBezTo>
                    <a:pt x="21032" y="6696"/>
                    <a:pt x="20633" y="7663"/>
                    <a:pt x="20034" y="8566"/>
                  </a:cubicBezTo>
                  <a:cubicBezTo>
                    <a:pt x="19352" y="9594"/>
                    <a:pt x="18420" y="10534"/>
                    <a:pt x="17385" y="11416"/>
                  </a:cubicBezTo>
                  <a:cubicBezTo>
                    <a:pt x="16088" y="12522"/>
                    <a:pt x="14633" y="13536"/>
                    <a:pt x="13193" y="14557"/>
                  </a:cubicBezTo>
                  <a:cubicBezTo>
                    <a:pt x="11732" y="15593"/>
                    <a:pt x="10284" y="16637"/>
                    <a:pt x="8849" y="17689"/>
                  </a:cubicBezTo>
                  <a:cubicBezTo>
                    <a:pt x="8783" y="17718"/>
                    <a:pt x="8752" y="17772"/>
                    <a:pt x="8771" y="17824"/>
                  </a:cubicBezTo>
                  <a:cubicBezTo>
                    <a:pt x="8792" y="17880"/>
                    <a:pt x="8867" y="17919"/>
                    <a:pt x="8953" y="17919"/>
                  </a:cubicBezTo>
                  <a:lnTo>
                    <a:pt x="20829" y="17919"/>
                  </a:lnTo>
                  <a:cubicBezTo>
                    <a:pt x="21022" y="17905"/>
                    <a:pt x="21215" y="17947"/>
                    <a:pt x="21361" y="18034"/>
                  </a:cubicBezTo>
                  <a:cubicBezTo>
                    <a:pt x="21510" y="18123"/>
                    <a:pt x="21595" y="18250"/>
                    <a:pt x="21596" y="18384"/>
                  </a:cubicBezTo>
                  <a:lnTo>
                    <a:pt x="21596" y="21136"/>
                  </a:lnTo>
                  <a:cubicBezTo>
                    <a:pt x="21581" y="21230"/>
                    <a:pt x="21522" y="21318"/>
                    <a:pt x="21429" y="21387"/>
                  </a:cubicBezTo>
                  <a:cubicBezTo>
                    <a:pt x="21320" y="21470"/>
                    <a:pt x="21169" y="21522"/>
                    <a:pt x="21007" y="21534"/>
                  </a:cubicBezTo>
                  <a:lnTo>
                    <a:pt x="979" y="21534"/>
                  </a:lnTo>
                  <a:cubicBezTo>
                    <a:pt x="819" y="21547"/>
                    <a:pt x="657" y="21521"/>
                    <a:pt x="522" y="21461"/>
                  </a:cubicBezTo>
                  <a:cubicBezTo>
                    <a:pt x="361" y="21389"/>
                    <a:pt x="252" y="21274"/>
                    <a:pt x="222" y="21146"/>
                  </a:cubicBezTo>
                  <a:lnTo>
                    <a:pt x="189" y="18578"/>
                  </a:lnTo>
                  <a:cubicBezTo>
                    <a:pt x="178" y="18441"/>
                    <a:pt x="210" y="18305"/>
                    <a:pt x="282" y="18177"/>
                  </a:cubicBezTo>
                  <a:cubicBezTo>
                    <a:pt x="350" y="18057"/>
                    <a:pt x="453" y="17948"/>
                    <a:pt x="584" y="17855"/>
                  </a:cubicBezTo>
                  <a:lnTo>
                    <a:pt x="11394" y="10005"/>
                  </a:lnTo>
                  <a:cubicBezTo>
                    <a:pt x="11963" y="9497"/>
                    <a:pt x="12527" y="8986"/>
                    <a:pt x="13086" y="8472"/>
                  </a:cubicBezTo>
                  <a:cubicBezTo>
                    <a:pt x="13627" y="7974"/>
                    <a:pt x="14170" y="7464"/>
                    <a:pt x="14420" y="6868"/>
                  </a:cubicBezTo>
                  <a:cubicBezTo>
                    <a:pt x="14709" y="6181"/>
                    <a:pt x="14575" y="5464"/>
                    <a:pt x="14044" y="4885"/>
                  </a:cubicBezTo>
                  <a:cubicBezTo>
                    <a:pt x="13593" y="4393"/>
                    <a:pt x="12875" y="4026"/>
                    <a:pt x="12023" y="3825"/>
                  </a:cubicBezTo>
                  <a:cubicBezTo>
                    <a:pt x="10659" y="3503"/>
                    <a:pt x="9231" y="3631"/>
                    <a:pt x="8076" y="4087"/>
                  </a:cubicBezTo>
                  <a:cubicBezTo>
                    <a:pt x="7569" y="4288"/>
                    <a:pt x="7113" y="4553"/>
                    <a:pt x="6802" y="4894"/>
                  </a:cubicBezTo>
                  <a:cubicBezTo>
                    <a:pt x="6487" y="5241"/>
                    <a:pt x="6333" y="5657"/>
                    <a:pt x="6392" y="6090"/>
                  </a:cubicBez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grpSp>
        <p:nvGrpSpPr>
          <p:cNvPr id="121" name="Google Shape;1978;p53">
            <a:extLst>
              <a:ext uri="{FF2B5EF4-FFF2-40B4-BE49-F238E27FC236}">
                <a16:creationId xmlns:a16="http://schemas.microsoft.com/office/drawing/2014/main" id="{2E2C1B2B-428A-B22E-A9F1-EA22B4552D11}"/>
              </a:ext>
            </a:extLst>
          </p:cNvPr>
          <p:cNvGrpSpPr/>
          <p:nvPr/>
        </p:nvGrpSpPr>
        <p:grpSpPr>
          <a:xfrm>
            <a:off x="8674020" y="5223825"/>
            <a:ext cx="276619" cy="276619"/>
            <a:chOff x="0" y="0"/>
            <a:chExt cx="571500" cy="571500"/>
          </a:xfrm>
        </p:grpSpPr>
        <p:sp>
          <p:nvSpPr>
            <p:cNvPr id="122" name="Google Shape;1979;p53">
              <a:extLst>
                <a:ext uri="{FF2B5EF4-FFF2-40B4-BE49-F238E27FC236}">
                  <a16:creationId xmlns:a16="http://schemas.microsoft.com/office/drawing/2014/main" id="{E931081D-69FB-7ED6-C622-625E4EAB1E52}"/>
                </a:ext>
              </a:extLst>
            </p:cNvPr>
            <p:cNvSpPr/>
            <p:nvPr/>
          </p:nvSpPr>
          <p:spPr>
            <a:xfrm>
              <a:off x="0" y="0"/>
              <a:ext cx="571500" cy="571500"/>
            </a:xfrm>
            <a:prstGeom prst="ellipse">
              <a:avLst/>
            </a:prstGeom>
            <a:solidFill>
              <a:srgbClr val="3494BA"/>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23" name="Google Shape;1980;p53">
              <a:extLst>
                <a:ext uri="{FF2B5EF4-FFF2-40B4-BE49-F238E27FC236}">
                  <a16:creationId xmlns:a16="http://schemas.microsoft.com/office/drawing/2014/main" id="{DCFFBA02-5303-BA9E-6502-FBA9C0A2C361}"/>
                </a:ext>
              </a:extLst>
            </p:cNvPr>
            <p:cNvSpPr/>
            <p:nvPr/>
          </p:nvSpPr>
          <p:spPr>
            <a:xfrm>
              <a:off x="223383" y="173151"/>
              <a:ext cx="335427" cy="372645"/>
            </a:xfrm>
            <a:custGeom>
              <a:avLst/>
              <a:gdLst/>
              <a:ahLst/>
              <a:cxnLst/>
              <a:rect l="l" t="t" r="r" b="b"/>
              <a:pathLst>
                <a:path w="21600" h="21600" extrusionOk="0">
                  <a:moveTo>
                    <a:pt x="21600" y="11436"/>
                  </a:moveTo>
                  <a:lnTo>
                    <a:pt x="8875" y="0"/>
                  </a:lnTo>
                  <a:lnTo>
                    <a:pt x="0" y="2059"/>
                  </a:lnTo>
                  <a:lnTo>
                    <a:pt x="3454" y="5169"/>
                  </a:lnTo>
                  <a:lnTo>
                    <a:pt x="3192" y="6850"/>
                  </a:lnTo>
                  <a:lnTo>
                    <a:pt x="6750" y="10052"/>
                  </a:lnTo>
                  <a:lnTo>
                    <a:pt x="5490" y="11512"/>
                  </a:lnTo>
                  <a:lnTo>
                    <a:pt x="2410" y="8864"/>
                  </a:lnTo>
                  <a:lnTo>
                    <a:pt x="953" y="11886"/>
                  </a:lnTo>
                  <a:lnTo>
                    <a:pt x="11639" y="21600"/>
                  </a:lnTo>
                  <a:cubicBezTo>
                    <a:pt x="14159" y="20558"/>
                    <a:pt x="16388" y="19022"/>
                    <a:pt x="18162" y="17104"/>
                  </a:cubicBezTo>
                  <a:cubicBezTo>
                    <a:pt x="19707" y="15434"/>
                    <a:pt x="20875" y="13509"/>
                    <a:pt x="21600" y="11436"/>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24" name="Google Shape;1981;p53">
              <a:extLst>
                <a:ext uri="{FF2B5EF4-FFF2-40B4-BE49-F238E27FC236}">
                  <a16:creationId xmlns:a16="http://schemas.microsoft.com/office/drawing/2014/main" id="{A476EE52-DB57-6AFB-57EB-C6A746C6205D}"/>
                </a:ext>
              </a:extLst>
            </p:cNvPr>
            <p:cNvSpPr/>
            <p:nvPr/>
          </p:nvSpPr>
          <p:spPr>
            <a:xfrm>
              <a:off x="216961" y="171682"/>
              <a:ext cx="149008" cy="228136"/>
            </a:xfrm>
            <a:custGeom>
              <a:avLst/>
              <a:gdLst/>
              <a:ahLst/>
              <a:cxnLst/>
              <a:rect l="l" t="t" r="r" b="b"/>
              <a:pathLst>
                <a:path w="21513" h="21591" extrusionOk="0">
                  <a:moveTo>
                    <a:pt x="12133" y="3705"/>
                  </a:moveTo>
                  <a:lnTo>
                    <a:pt x="1263" y="3705"/>
                  </a:lnTo>
                  <a:cubicBezTo>
                    <a:pt x="1093" y="3705"/>
                    <a:pt x="928" y="3666"/>
                    <a:pt x="798" y="3594"/>
                  </a:cubicBezTo>
                  <a:cubicBezTo>
                    <a:pt x="678" y="3528"/>
                    <a:pt x="594" y="3438"/>
                    <a:pt x="560" y="3337"/>
                  </a:cubicBezTo>
                  <a:lnTo>
                    <a:pt x="560" y="514"/>
                  </a:lnTo>
                  <a:cubicBezTo>
                    <a:pt x="555" y="373"/>
                    <a:pt x="640" y="238"/>
                    <a:pt x="793" y="140"/>
                  </a:cubicBezTo>
                  <a:cubicBezTo>
                    <a:pt x="918" y="60"/>
                    <a:pt x="1081" y="11"/>
                    <a:pt x="1254" y="0"/>
                  </a:cubicBezTo>
                  <a:lnTo>
                    <a:pt x="20447" y="0"/>
                  </a:lnTo>
                  <a:cubicBezTo>
                    <a:pt x="20614" y="-2"/>
                    <a:pt x="20776" y="39"/>
                    <a:pt x="20896" y="115"/>
                  </a:cubicBezTo>
                  <a:cubicBezTo>
                    <a:pt x="21022" y="193"/>
                    <a:pt x="21092" y="302"/>
                    <a:pt x="21092" y="415"/>
                  </a:cubicBezTo>
                  <a:lnTo>
                    <a:pt x="21092" y="3562"/>
                  </a:lnTo>
                  <a:cubicBezTo>
                    <a:pt x="21087" y="3658"/>
                    <a:pt x="21056" y="3753"/>
                    <a:pt x="21000" y="3842"/>
                  </a:cubicBezTo>
                  <a:cubicBezTo>
                    <a:pt x="20947" y="3928"/>
                    <a:pt x="20871" y="4008"/>
                    <a:pt x="20776" y="4078"/>
                  </a:cubicBezTo>
                  <a:lnTo>
                    <a:pt x="14615" y="7758"/>
                  </a:lnTo>
                  <a:cubicBezTo>
                    <a:pt x="14538" y="7808"/>
                    <a:pt x="14510" y="7882"/>
                    <a:pt x="14542" y="7950"/>
                  </a:cubicBezTo>
                  <a:cubicBezTo>
                    <a:pt x="14567" y="8001"/>
                    <a:pt x="14623" y="8042"/>
                    <a:pt x="14697" y="8064"/>
                  </a:cubicBezTo>
                  <a:cubicBezTo>
                    <a:pt x="15727" y="8167"/>
                    <a:pt x="16712" y="8411"/>
                    <a:pt x="17589" y="8779"/>
                  </a:cubicBezTo>
                  <a:cubicBezTo>
                    <a:pt x="18597" y="9202"/>
                    <a:pt x="19434" y="9776"/>
                    <a:pt x="20059" y="10445"/>
                  </a:cubicBezTo>
                  <a:cubicBezTo>
                    <a:pt x="20822" y="11262"/>
                    <a:pt x="21235" y="12169"/>
                    <a:pt x="21412" y="13104"/>
                  </a:cubicBezTo>
                  <a:cubicBezTo>
                    <a:pt x="21588" y="14039"/>
                    <a:pt x="21528" y="15007"/>
                    <a:pt x="21273" y="15951"/>
                  </a:cubicBezTo>
                  <a:cubicBezTo>
                    <a:pt x="21068" y="16709"/>
                    <a:pt x="20740" y="17451"/>
                    <a:pt x="20211" y="18132"/>
                  </a:cubicBezTo>
                  <a:cubicBezTo>
                    <a:pt x="19696" y="18796"/>
                    <a:pt x="18997" y="19394"/>
                    <a:pt x="18143" y="19891"/>
                  </a:cubicBezTo>
                  <a:cubicBezTo>
                    <a:pt x="16120" y="21069"/>
                    <a:pt x="13441" y="21598"/>
                    <a:pt x="10734" y="21591"/>
                  </a:cubicBezTo>
                  <a:cubicBezTo>
                    <a:pt x="9081" y="21587"/>
                    <a:pt x="7448" y="21385"/>
                    <a:pt x="5977" y="20953"/>
                  </a:cubicBezTo>
                  <a:cubicBezTo>
                    <a:pt x="4452" y="20506"/>
                    <a:pt x="3115" y="19817"/>
                    <a:pt x="2073" y="18929"/>
                  </a:cubicBezTo>
                  <a:cubicBezTo>
                    <a:pt x="862" y="17895"/>
                    <a:pt x="145" y="16650"/>
                    <a:pt x="13" y="15350"/>
                  </a:cubicBezTo>
                  <a:lnTo>
                    <a:pt x="2" y="14852"/>
                  </a:lnTo>
                  <a:cubicBezTo>
                    <a:pt x="-12" y="14739"/>
                    <a:pt x="49" y="14627"/>
                    <a:pt x="170" y="14546"/>
                  </a:cubicBezTo>
                  <a:cubicBezTo>
                    <a:pt x="295" y="14462"/>
                    <a:pt x="469" y="14420"/>
                    <a:pt x="646" y="14429"/>
                  </a:cubicBezTo>
                  <a:lnTo>
                    <a:pt x="5990" y="14429"/>
                  </a:lnTo>
                  <a:cubicBezTo>
                    <a:pt x="6127" y="14434"/>
                    <a:pt x="6257" y="14472"/>
                    <a:pt x="6355" y="14535"/>
                  </a:cubicBezTo>
                  <a:cubicBezTo>
                    <a:pt x="6460" y="14603"/>
                    <a:pt x="6522" y="14695"/>
                    <a:pt x="6526" y="14791"/>
                  </a:cubicBezTo>
                  <a:cubicBezTo>
                    <a:pt x="6610" y="15121"/>
                    <a:pt x="6718" y="15448"/>
                    <a:pt x="6850" y="15771"/>
                  </a:cubicBezTo>
                  <a:cubicBezTo>
                    <a:pt x="6942" y="15998"/>
                    <a:pt x="7046" y="16223"/>
                    <a:pt x="7161" y="16445"/>
                  </a:cubicBezTo>
                  <a:cubicBezTo>
                    <a:pt x="7666" y="17125"/>
                    <a:pt x="8547" y="17608"/>
                    <a:pt x="9568" y="17834"/>
                  </a:cubicBezTo>
                  <a:cubicBezTo>
                    <a:pt x="10568" y="18055"/>
                    <a:pt x="11702" y="18029"/>
                    <a:pt x="12693" y="17662"/>
                  </a:cubicBezTo>
                  <a:cubicBezTo>
                    <a:pt x="14380" y="17037"/>
                    <a:pt x="14922" y="15695"/>
                    <a:pt x="14955" y="14403"/>
                  </a:cubicBezTo>
                  <a:cubicBezTo>
                    <a:pt x="14994" y="12890"/>
                    <a:pt x="14322" y="11313"/>
                    <a:pt x="12282" y="10703"/>
                  </a:cubicBezTo>
                  <a:cubicBezTo>
                    <a:pt x="11786" y="10554"/>
                    <a:pt x="11242" y="10487"/>
                    <a:pt x="10698" y="10509"/>
                  </a:cubicBezTo>
                  <a:cubicBezTo>
                    <a:pt x="10298" y="10525"/>
                    <a:pt x="9905" y="10589"/>
                    <a:pt x="9540" y="10698"/>
                  </a:cubicBezTo>
                  <a:lnTo>
                    <a:pt x="8545" y="11086"/>
                  </a:lnTo>
                  <a:cubicBezTo>
                    <a:pt x="8397" y="11157"/>
                    <a:pt x="8216" y="11191"/>
                    <a:pt x="8034" y="11182"/>
                  </a:cubicBezTo>
                  <a:cubicBezTo>
                    <a:pt x="7838" y="11172"/>
                    <a:pt x="7656" y="11114"/>
                    <a:pt x="7523" y="11019"/>
                  </a:cubicBezTo>
                  <a:lnTo>
                    <a:pt x="4907" y="8740"/>
                  </a:lnTo>
                  <a:cubicBezTo>
                    <a:pt x="4780" y="8645"/>
                    <a:pt x="4719" y="8520"/>
                    <a:pt x="4739" y="8394"/>
                  </a:cubicBezTo>
                  <a:cubicBezTo>
                    <a:pt x="4758" y="8276"/>
                    <a:pt x="4847" y="8168"/>
                    <a:pt x="4987" y="8092"/>
                  </a:cubicBezTo>
                  <a:lnTo>
                    <a:pt x="12302" y="3940"/>
                  </a:lnTo>
                  <a:cubicBezTo>
                    <a:pt x="12347" y="3901"/>
                    <a:pt x="12360" y="3851"/>
                    <a:pt x="12336" y="3805"/>
                  </a:cubicBezTo>
                  <a:cubicBezTo>
                    <a:pt x="12306" y="3747"/>
                    <a:pt x="12226" y="3707"/>
                    <a:pt x="12133" y="3705"/>
                  </a:cubicBez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cxnSp>
        <p:nvCxnSpPr>
          <p:cNvPr id="125" name="Google Shape;1982;p53">
            <a:extLst>
              <a:ext uri="{FF2B5EF4-FFF2-40B4-BE49-F238E27FC236}">
                <a16:creationId xmlns:a16="http://schemas.microsoft.com/office/drawing/2014/main" id="{CA1AAC48-5BA7-C4CB-EA7C-DF59C1C493FC}"/>
              </a:ext>
            </a:extLst>
          </p:cNvPr>
          <p:cNvCxnSpPr/>
          <p:nvPr/>
        </p:nvCxnSpPr>
        <p:spPr>
          <a:xfrm>
            <a:off x="8816981" y="3361587"/>
            <a:ext cx="0" cy="774841"/>
          </a:xfrm>
          <a:prstGeom prst="straightConnector1">
            <a:avLst/>
          </a:prstGeom>
          <a:noFill/>
          <a:ln w="9525" cap="flat" cmpd="sng">
            <a:solidFill>
              <a:srgbClr val="7A8C8E"/>
            </a:solidFill>
            <a:prstDash val="dash"/>
            <a:miter lim="400000"/>
            <a:headEnd type="none" w="sm" len="sm"/>
            <a:tailEnd type="triangle" w="med" len="med"/>
          </a:ln>
        </p:spPr>
      </p:cxnSp>
      <p:cxnSp>
        <p:nvCxnSpPr>
          <p:cNvPr id="126" name="Google Shape;1983;p53">
            <a:extLst>
              <a:ext uri="{FF2B5EF4-FFF2-40B4-BE49-F238E27FC236}">
                <a16:creationId xmlns:a16="http://schemas.microsoft.com/office/drawing/2014/main" id="{C55FD7B9-1ADC-1FB6-424C-2B24A46849B1}"/>
              </a:ext>
            </a:extLst>
          </p:cNvPr>
          <p:cNvCxnSpPr/>
          <p:nvPr/>
        </p:nvCxnSpPr>
        <p:spPr>
          <a:xfrm>
            <a:off x="8816981" y="4430544"/>
            <a:ext cx="0" cy="774841"/>
          </a:xfrm>
          <a:prstGeom prst="straightConnector1">
            <a:avLst/>
          </a:prstGeom>
          <a:noFill/>
          <a:ln w="9525" cap="flat" cmpd="sng">
            <a:solidFill>
              <a:srgbClr val="7A8C8E"/>
            </a:solidFill>
            <a:prstDash val="dash"/>
            <a:miter lim="400000"/>
            <a:headEnd type="none" w="sm" len="sm"/>
            <a:tailEnd type="triangle" w="med" len="med"/>
          </a:ln>
        </p:spPr>
      </p:cxnSp>
      <p:grpSp>
        <p:nvGrpSpPr>
          <p:cNvPr id="127" name="Google Shape;1984;p53">
            <a:extLst>
              <a:ext uri="{FF2B5EF4-FFF2-40B4-BE49-F238E27FC236}">
                <a16:creationId xmlns:a16="http://schemas.microsoft.com/office/drawing/2014/main" id="{221BFAAA-3AE6-67BF-1D6A-7D8E8F725821}"/>
              </a:ext>
            </a:extLst>
          </p:cNvPr>
          <p:cNvGrpSpPr/>
          <p:nvPr/>
        </p:nvGrpSpPr>
        <p:grpSpPr>
          <a:xfrm>
            <a:off x="3086947" y="3060594"/>
            <a:ext cx="276619" cy="276618"/>
            <a:chOff x="0" y="0"/>
            <a:chExt cx="571500" cy="571500"/>
          </a:xfrm>
        </p:grpSpPr>
        <p:sp>
          <p:nvSpPr>
            <p:cNvPr id="128" name="Google Shape;1985;p53">
              <a:extLst>
                <a:ext uri="{FF2B5EF4-FFF2-40B4-BE49-F238E27FC236}">
                  <a16:creationId xmlns:a16="http://schemas.microsoft.com/office/drawing/2014/main" id="{1E0BB618-633A-F106-563B-F19A7EBDD803}"/>
                </a:ext>
              </a:extLst>
            </p:cNvPr>
            <p:cNvSpPr/>
            <p:nvPr/>
          </p:nvSpPr>
          <p:spPr>
            <a:xfrm>
              <a:off x="0" y="0"/>
              <a:ext cx="571500" cy="571500"/>
            </a:xfrm>
            <a:prstGeom prst="ellipse">
              <a:avLst/>
            </a:prstGeom>
            <a:solidFill>
              <a:srgbClr val="336699"/>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29" name="Google Shape;1986;p53">
              <a:extLst>
                <a:ext uri="{FF2B5EF4-FFF2-40B4-BE49-F238E27FC236}">
                  <a16:creationId xmlns:a16="http://schemas.microsoft.com/office/drawing/2014/main" id="{76D066DC-F704-EFCB-F863-B511290E7358}"/>
                </a:ext>
              </a:extLst>
            </p:cNvPr>
            <p:cNvSpPr/>
            <p:nvPr/>
          </p:nvSpPr>
          <p:spPr>
            <a:xfrm>
              <a:off x="240557" y="168335"/>
              <a:ext cx="307708" cy="367719"/>
            </a:xfrm>
            <a:custGeom>
              <a:avLst/>
              <a:gdLst/>
              <a:ahLst/>
              <a:cxnLst/>
              <a:rect l="l" t="t" r="r" b="b"/>
              <a:pathLst>
                <a:path w="21600" h="21600" extrusionOk="0">
                  <a:moveTo>
                    <a:pt x="21600" y="13450"/>
                  </a:moveTo>
                  <a:lnTo>
                    <a:pt x="5480" y="0"/>
                  </a:lnTo>
                  <a:lnTo>
                    <a:pt x="0" y="2690"/>
                  </a:lnTo>
                  <a:lnTo>
                    <a:pt x="2959" y="5156"/>
                  </a:lnTo>
                  <a:lnTo>
                    <a:pt x="2623" y="13045"/>
                  </a:lnTo>
                  <a:lnTo>
                    <a:pt x="12823" y="21600"/>
                  </a:lnTo>
                  <a:cubicBezTo>
                    <a:pt x="14999" y="20620"/>
                    <a:pt x="16932" y="19301"/>
                    <a:pt x="18520" y="17716"/>
                  </a:cubicBezTo>
                  <a:cubicBezTo>
                    <a:pt x="19802" y="16435"/>
                    <a:pt x="20841" y="14996"/>
                    <a:pt x="21600" y="13450"/>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30" name="Google Shape;1987;p53">
              <a:extLst>
                <a:ext uri="{FF2B5EF4-FFF2-40B4-BE49-F238E27FC236}">
                  <a16:creationId xmlns:a16="http://schemas.microsoft.com/office/drawing/2014/main" id="{2CCD686B-C1E8-1B33-0944-734A3B25F855}"/>
                </a:ext>
              </a:extLst>
            </p:cNvPr>
            <p:cNvSpPr/>
            <p:nvPr/>
          </p:nvSpPr>
          <p:spPr>
            <a:xfrm>
              <a:off x="238956" y="167704"/>
              <a:ext cx="82158" cy="224662"/>
            </a:xfrm>
            <a:custGeom>
              <a:avLst/>
              <a:gdLst/>
              <a:ahLst/>
              <a:cxnLst/>
              <a:rect l="l" t="t" r="r" b="b"/>
              <a:pathLst>
                <a:path w="21599" h="21584" extrusionOk="0">
                  <a:moveTo>
                    <a:pt x="0" y="1732"/>
                  </a:moveTo>
                  <a:cubicBezTo>
                    <a:pt x="-1" y="1616"/>
                    <a:pt x="100" y="1502"/>
                    <a:pt x="287" y="1407"/>
                  </a:cubicBezTo>
                  <a:cubicBezTo>
                    <a:pt x="489" y="1306"/>
                    <a:pt x="779" y="1232"/>
                    <a:pt x="1111" y="1198"/>
                  </a:cubicBezTo>
                  <a:lnTo>
                    <a:pt x="8348" y="207"/>
                  </a:lnTo>
                  <a:cubicBezTo>
                    <a:pt x="8705" y="144"/>
                    <a:pt x="9079" y="94"/>
                    <a:pt x="9464" y="60"/>
                  </a:cubicBezTo>
                  <a:cubicBezTo>
                    <a:pt x="9886" y="22"/>
                    <a:pt x="10318" y="2"/>
                    <a:pt x="10752" y="1"/>
                  </a:cubicBezTo>
                  <a:lnTo>
                    <a:pt x="20274" y="1"/>
                  </a:lnTo>
                  <a:cubicBezTo>
                    <a:pt x="20690" y="-10"/>
                    <a:pt x="21092" y="58"/>
                    <a:pt x="21339" y="180"/>
                  </a:cubicBezTo>
                  <a:cubicBezTo>
                    <a:pt x="21513" y="267"/>
                    <a:pt x="21593" y="374"/>
                    <a:pt x="21563" y="480"/>
                  </a:cubicBezTo>
                  <a:lnTo>
                    <a:pt x="21599" y="21163"/>
                  </a:lnTo>
                  <a:cubicBezTo>
                    <a:pt x="21587" y="21270"/>
                    <a:pt x="21469" y="21371"/>
                    <a:pt x="21266" y="21448"/>
                  </a:cubicBezTo>
                  <a:cubicBezTo>
                    <a:pt x="21024" y="21540"/>
                    <a:pt x="20684" y="21590"/>
                    <a:pt x="20334" y="21584"/>
                  </a:cubicBezTo>
                  <a:lnTo>
                    <a:pt x="11015" y="21584"/>
                  </a:lnTo>
                  <a:cubicBezTo>
                    <a:pt x="10657" y="21590"/>
                    <a:pt x="10311" y="21537"/>
                    <a:pt x="10072" y="21440"/>
                  </a:cubicBezTo>
                  <a:cubicBezTo>
                    <a:pt x="9891" y="21367"/>
                    <a:pt x="9785" y="21273"/>
                    <a:pt x="9771" y="21174"/>
                  </a:cubicBezTo>
                  <a:lnTo>
                    <a:pt x="9636" y="4253"/>
                  </a:lnTo>
                  <a:cubicBezTo>
                    <a:pt x="9639" y="4193"/>
                    <a:pt x="9570" y="4136"/>
                    <a:pt x="9447" y="4098"/>
                  </a:cubicBezTo>
                  <a:cubicBezTo>
                    <a:pt x="9286" y="4047"/>
                    <a:pt x="9059" y="4034"/>
                    <a:pt x="8864" y="4064"/>
                  </a:cubicBezTo>
                  <a:lnTo>
                    <a:pt x="1543" y="4572"/>
                  </a:lnTo>
                  <a:cubicBezTo>
                    <a:pt x="1228" y="4613"/>
                    <a:pt x="880" y="4601"/>
                    <a:pt x="591" y="4541"/>
                  </a:cubicBezTo>
                  <a:cubicBezTo>
                    <a:pt x="265" y="4472"/>
                    <a:pt x="51" y="4349"/>
                    <a:pt x="19" y="4212"/>
                  </a:cubicBezTo>
                  <a:lnTo>
                    <a:pt x="0" y="1732"/>
                  </a:ln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grpSp>
        <p:nvGrpSpPr>
          <p:cNvPr id="131" name="Google Shape;1988;p53">
            <a:extLst>
              <a:ext uri="{FF2B5EF4-FFF2-40B4-BE49-F238E27FC236}">
                <a16:creationId xmlns:a16="http://schemas.microsoft.com/office/drawing/2014/main" id="{9AB5DE86-4C09-375B-8738-0235E5888148}"/>
              </a:ext>
            </a:extLst>
          </p:cNvPr>
          <p:cNvGrpSpPr/>
          <p:nvPr/>
        </p:nvGrpSpPr>
        <p:grpSpPr>
          <a:xfrm>
            <a:off x="3086947" y="4144445"/>
            <a:ext cx="276619" cy="276619"/>
            <a:chOff x="0" y="0"/>
            <a:chExt cx="571500" cy="571500"/>
          </a:xfrm>
        </p:grpSpPr>
        <p:sp>
          <p:nvSpPr>
            <p:cNvPr id="132" name="Google Shape;1989;p53">
              <a:extLst>
                <a:ext uri="{FF2B5EF4-FFF2-40B4-BE49-F238E27FC236}">
                  <a16:creationId xmlns:a16="http://schemas.microsoft.com/office/drawing/2014/main" id="{62CC2826-7C50-94A5-0CCD-9EE461FA2AD0}"/>
                </a:ext>
              </a:extLst>
            </p:cNvPr>
            <p:cNvSpPr/>
            <p:nvPr/>
          </p:nvSpPr>
          <p:spPr>
            <a:xfrm>
              <a:off x="0" y="0"/>
              <a:ext cx="571500" cy="571500"/>
            </a:xfrm>
            <a:prstGeom prst="ellipse">
              <a:avLst/>
            </a:prstGeom>
            <a:solidFill>
              <a:srgbClr val="336699"/>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33" name="Google Shape;1990;p53">
              <a:extLst>
                <a:ext uri="{FF2B5EF4-FFF2-40B4-BE49-F238E27FC236}">
                  <a16:creationId xmlns:a16="http://schemas.microsoft.com/office/drawing/2014/main" id="{C39283AE-125E-5F1F-BE7C-9AB1807B97E8}"/>
                </a:ext>
              </a:extLst>
            </p:cNvPr>
            <p:cNvSpPr/>
            <p:nvPr/>
          </p:nvSpPr>
          <p:spPr>
            <a:xfrm>
              <a:off x="216008" y="176152"/>
              <a:ext cx="338192" cy="376499"/>
            </a:xfrm>
            <a:custGeom>
              <a:avLst/>
              <a:gdLst/>
              <a:ahLst/>
              <a:cxnLst/>
              <a:rect l="l" t="t" r="r" b="b"/>
              <a:pathLst>
                <a:path w="21600" h="21600" extrusionOk="0">
                  <a:moveTo>
                    <a:pt x="21600" y="11901"/>
                  </a:moveTo>
                  <a:lnTo>
                    <a:pt x="8288" y="0"/>
                  </a:lnTo>
                  <a:lnTo>
                    <a:pt x="2509" y="135"/>
                  </a:lnTo>
                  <a:lnTo>
                    <a:pt x="0" y="3119"/>
                  </a:lnTo>
                  <a:lnTo>
                    <a:pt x="4283" y="7078"/>
                  </a:lnTo>
                  <a:lnTo>
                    <a:pt x="102" y="11743"/>
                  </a:lnTo>
                  <a:lnTo>
                    <a:pt x="11001" y="21600"/>
                  </a:lnTo>
                  <a:cubicBezTo>
                    <a:pt x="13575" y="20713"/>
                    <a:pt x="15892" y="19313"/>
                    <a:pt x="17776" y="17505"/>
                  </a:cubicBezTo>
                  <a:cubicBezTo>
                    <a:pt x="19460" y="15889"/>
                    <a:pt x="20761" y="13982"/>
                    <a:pt x="21600" y="11901"/>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34" name="Google Shape;1991;p53">
              <a:extLst>
                <a:ext uri="{FF2B5EF4-FFF2-40B4-BE49-F238E27FC236}">
                  <a16:creationId xmlns:a16="http://schemas.microsoft.com/office/drawing/2014/main" id="{43706B6C-0A6D-1BEC-1E40-B90BA14B1176}"/>
                </a:ext>
              </a:extLst>
            </p:cNvPr>
            <p:cNvSpPr/>
            <p:nvPr/>
          </p:nvSpPr>
          <p:spPr>
            <a:xfrm>
              <a:off x="214456" y="154919"/>
              <a:ext cx="154018" cy="227372"/>
            </a:xfrm>
            <a:custGeom>
              <a:avLst/>
              <a:gdLst/>
              <a:ahLst/>
              <a:cxnLst/>
              <a:rect l="l" t="t" r="r" b="b"/>
              <a:pathLst>
                <a:path w="21596" h="21538" extrusionOk="0">
                  <a:moveTo>
                    <a:pt x="6392" y="6090"/>
                  </a:moveTo>
                  <a:lnTo>
                    <a:pt x="6392" y="6882"/>
                  </a:lnTo>
                  <a:cubicBezTo>
                    <a:pt x="6396" y="6960"/>
                    <a:pt x="6364" y="7038"/>
                    <a:pt x="6299" y="7103"/>
                  </a:cubicBezTo>
                  <a:cubicBezTo>
                    <a:pt x="6199" y="7203"/>
                    <a:pt x="6036" y="7265"/>
                    <a:pt x="5859" y="7271"/>
                  </a:cubicBezTo>
                  <a:lnTo>
                    <a:pt x="664" y="7276"/>
                  </a:lnTo>
                  <a:cubicBezTo>
                    <a:pt x="513" y="7279"/>
                    <a:pt x="364" y="7246"/>
                    <a:pt x="246" y="7182"/>
                  </a:cubicBezTo>
                  <a:cubicBezTo>
                    <a:pt x="87" y="7096"/>
                    <a:pt x="-4" y="6966"/>
                    <a:pt x="0" y="6829"/>
                  </a:cubicBezTo>
                  <a:lnTo>
                    <a:pt x="0" y="5619"/>
                  </a:lnTo>
                  <a:cubicBezTo>
                    <a:pt x="70" y="4333"/>
                    <a:pt x="814" y="3104"/>
                    <a:pt x="2100" y="2154"/>
                  </a:cubicBezTo>
                  <a:cubicBezTo>
                    <a:pt x="3421" y="1178"/>
                    <a:pt x="5208" y="568"/>
                    <a:pt x="7110" y="255"/>
                  </a:cubicBezTo>
                  <a:cubicBezTo>
                    <a:pt x="8638" y="4"/>
                    <a:pt x="10219" y="-53"/>
                    <a:pt x="11785" y="45"/>
                  </a:cubicBezTo>
                  <a:cubicBezTo>
                    <a:pt x="13407" y="147"/>
                    <a:pt x="15006" y="416"/>
                    <a:pt x="16439" y="941"/>
                  </a:cubicBezTo>
                  <a:cubicBezTo>
                    <a:pt x="17732" y="1414"/>
                    <a:pt x="18850" y="2083"/>
                    <a:pt x="19663" y="2911"/>
                  </a:cubicBezTo>
                  <a:cubicBezTo>
                    <a:pt x="20479" y="3743"/>
                    <a:pt x="20958" y="4708"/>
                    <a:pt x="20995" y="5706"/>
                  </a:cubicBezTo>
                  <a:cubicBezTo>
                    <a:pt x="21032" y="6696"/>
                    <a:pt x="20633" y="7663"/>
                    <a:pt x="20034" y="8566"/>
                  </a:cubicBezTo>
                  <a:cubicBezTo>
                    <a:pt x="19352" y="9594"/>
                    <a:pt x="18420" y="10534"/>
                    <a:pt x="17385" y="11416"/>
                  </a:cubicBezTo>
                  <a:cubicBezTo>
                    <a:pt x="16088" y="12522"/>
                    <a:pt x="14633" y="13536"/>
                    <a:pt x="13193" y="14557"/>
                  </a:cubicBezTo>
                  <a:cubicBezTo>
                    <a:pt x="11732" y="15593"/>
                    <a:pt x="10284" y="16637"/>
                    <a:pt x="8849" y="17689"/>
                  </a:cubicBezTo>
                  <a:cubicBezTo>
                    <a:pt x="8783" y="17718"/>
                    <a:pt x="8752" y="17772"/>
                    <a:pt x="8771" y="17824"/>
                  </a:cubicBezTo>
                  <a:cubicBezTo>
                    <a:pt x="8792" y="17880"/>
                    <a:pt x="8867" y="17919"/>
                    <a:pt x="8953" y="17919"/>
                  </a:cubicBezTo>
                  <a:lnTo>
                    <a:pt x="20829" y="17919"/>
                  </a:lnTo>
                  <a:cubicBezTo>
                    <a:pt x="21022" y="17905"/>
                    <a:pt x="21215" y="17947"/>
                    <a:pt x="21361" y="18034"/>
                  </a:cubicBezTo>
                  <a:cubicBezTo>
                    <a:pt x="21510" y="18123"/>
                    <a:pt x="21595" y="18250"/>
                    <a:pt x="21596" y="18384"/>
                  </a:cubicBezTo>
                  <a:lnTo>
                    <a:pt x="21596" y="21136"/>
                  </a:lnTo>
                  <a:cubicBezTo>
                    <a:pt x="21581" y="21230"/>
                    <a:pt x="21522" y="21318"/>
                    <a:pt x="21429" y="21387"/>
                  </a:cubicBezTo>
                  <a:cubicBezTo>
                    <a:pt x="21320" y="21470"/>
                    <a:pt x="21169" y="21522"/>
                    <a:pt x="21007" y="21534"/>
                  </a:cubicBezTo>
                  <a:lnTo>
                    <a:pt x="979" y="21534"/>
                  </a:lnTo>
                  <a:cubicBezTo>
                    <a:pt x="819" y="21547"/>
                    <a:pt x="657" y="21521"/>
                    <a:pt x="522" y="21461"/>
                  </a:cubicBezTo>
                  <a:cubicBezTo>
                    <a:pt x="361" y="21389"/>
                    <a:pt x="252" y="21274"/>
                    <a:pt x="222" y="21146"/>
                  </a:cubicBezTo>
                  <a:lnTo>
                    <a:pt x="189" y="18578"/>
                  </a:lnTo>
                  <a:cubicBezTo>
                    <a:pt x="178" y="18441"/>
                    <a:pt x="210" y="18305"/>
                    <a:pt x="282" y="18177"/>
                  </a:cubicBezTo>
                  <a:cubicBezTo>
                    <a:pt x="350" y="18057"/>
                    <a:pt x="453" y="17948"/>
                    <a:pt x="584" y="17855"/>
                  </a:cubicBezTo>
                  <a:lnTo>
                    <a:pt x="11394" y="10005"/>
                  </a:lnTo>
                  <a:cubicBezTo>
                    <a:pt x="11963" y="9497"/>
                    <a:pt x="12527" y="8986"/>
                    <a:pt x="13086" y="8472"/>
                  </a:cubicBezTo>
                  <a:cubicBezTo>
                    <a:pt x="13627" y="7974"/>
                    <a:pt x="14170" y="7464"/>
                    <a:pt x="14420" y="6868"/>
                  </a:cubicBezTo>
                  <a:cubicBezTo>
                    <a:pt x="14709" y="6181"/>
                    <a:pt x="14575" y="5464"/>
                    <a:pt x="14044" y="4885"/>
                  </a:cubicBezTo>
                  <a:cubicBezTo>
                    <a:pt x="13593" y="4393"/>
                    <a:pt x="12875" y="4026"/>
                    <a:pt x="12023" y="3825"/>
                  </a:cubicBezTo>
                  <a:cubicBezTo>
                    <a:pt x="10659" y="3503"/>
                    <a:pt x="9231" y="3631"/>
                    <a:pt x="8076" y="4087"/>
                  </a:cubicBezTo>
                  <a:cubicBezTo>
                    <a:pt x="7569" y="4288"/>
                    <a:pt x="7113" y="4553"/>
                    <a:pt x="6802" y="4894"/>
                  </a:cubicBezTo>
                  <a:cubicBezTo>
                    <a:pt x="6487" y="5241"/>
                    <a:pt x="6333" y="5657"/>
                    <a:pt x="6392" y="6090"/>
                  </a:cubicBez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grpSp>
        <p:nvGrpSpPr>
          <p:cNvPr id="135" name="Google Shape;1992;p53">
            <a:extLst>
              <a:ext uri="{FF2B5EF4-FFF2-40B4-BE49-F238E27FC236}">
                <a16:creationId xmlns:a16="http://schemas.microsoft.com/office/drawing/2014/main" id="{FCED3182-07E1-FF74-44C5-0E86D2866F72}"/>
              </a:ext>
            </a:extLst>
          </p:cNvPr>
          <p:cNvGrpSpPr/>
          <p:nvPr/>
        </p:nvGrpSpPr>
        <p:grpSpPr>
          <a:xfrm>
            <a:off x="3086947" y="5226329"/>
            <a:ext cx="276619" cy="276619"/>
            <a:chOff x="0" y="0"/>
            <a:chExt cx="571500" cy="571500"/>
          </a:xfrm>
        </p:grpSpPr>
        <p:sp>
          <p:nvSpPr>
            <p:cNvPr id="136" name="Google Shape;1993;p53">
              <a:extLst>
                <a:ext uri="{FF2B5EF4-FFF2-40B4-BE49-F238E27FC236}">
                  <a16:creationId xmlns:a16="http://schemas.microsoft.com/office/drawing/2014/main" id="{575E2DB2-12AA-9553-944F-52FE78923028}"/>
                </a:ext>
              </a:extLst>
            </p:cNvPr>
            <p:cNvSpPr/>
            <p:nvPr/>
          </p:nvSpPr>
          <p:spPr>
            <a:xfrm>
              <a:off x="0" y="0"/>
              <a:ext cx="571500" cy="571500"/>
            </a:xfrm>
            <a:prstGeom prst="ellipse">
              <a:avLst/>
            </a:prstGeom>
            <a:solidFill>
              <a:srgbClr val="336699"/>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37" name="Google Shape;1994;p53">
              <a:extLst>
                <a:ext uri="{FF2B5EF4-FFF2-40B4-BE49-F238E27FC236}">
                  <a16:creationId xmlns:a16="http://schemas.microsoft.com/office/drawing/2014/main" id="{9B70C6CF-0593-4AEC-503B-B1E8C2F8F025}"/>
                </a:ext>
              </a:extLst>
            </p:cNvPr>
            <p:cNvSpPr/>
            <p:nvPr/>
          </p:nvSpPr>
          <p:spPr>
            <a:xfrm>
              <a:off x="223383" y="173151"/>
              <a:ext cx="335427" cy="372645"/>
            </a:xfrm>
            <a:custGeom>
              <a:avLst/>
              <a:gdLst/>
              <a:ahLst/>
              <a:cxnLst/>
              <a:rect l="l" t="t" r="r" b="b"/>
              <a:pathLst>
                <a:path w="21600" h="21600" extrusionOk="0">
                  <a:moveTo>
                    <a:pt x="21600" y="11436"/>
                  </a:moveTo>
                  <a:lnTo>
                    <a:pt x="8875" y="0"/>
                  </a:lnTo>
                  <a:lnTo>
                    <a:pt x="0" y="2059"/>
                  </a:lnTo>
                  <a:lnTo>
                    <a:pt x="3454" y="5169"/>
                  </a:lnTo>
                  <a:lnTo>
                    <a:pt x="3192" y="6850"/>
                  </a:lnTo>
                  <a:lnTo>
                    <a:pt x="6750" y="10052"/>
                  </a:lnTo>
                  <a:lnTo>
                    <a:pt x="5490" y="11512"/>
                  </a:lnTo>
                  <a:lnTo>
                    <a:pt x="2410" y="8864"/>
                  </a:lnTo>
                  <a:lnTo>
                    <a:pt x="953" y="11886"/>
                  </a:lnTo>
                  <a:lnTo>
                    <a:pt x="11639" y="21600"/>
                  </a:lnTo>
                  <a:cubicBezTo>
                    <a:pt x="14159" y="20558"/>
                    <a:pt x="16388" y="19022"/>
                    <a:pt x="18162" y="17104"/>
                  </a:cubicBezTo>
                  <a:cubicBezTo>
                    <a:pt x="19707" y="15434"/>
                    <a:pt x="20875" y="13509"/>
                    <a:pt x="21600" y="11436"/>
                  </a:cubicBezTo>
                  <a:close/>
                </a:path>
              </a:pathLst>
            </a:custGeom>
            <a:solidFill>
              <a:srgbClr val="000000">
                <a:alpha val="20000"/>
              </a:srgbClr>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sp>
          <p:nvSpPr>
            <p:cNvPr id="138" name="Google Shape;1995;p53">
              <a:extLst>
                <a:ext uri="{FF2B5EF4-FFF2-40B4-BE49-F238E27FC236}">
                  <a16:creationId xmlns:a16="http://schemas.microsoft.com/office/drawing/2014/main" id="{3DC46805-E783-1FF4-E5DA-8E911C5363FC}"/>
                </a:ext>
              </a:extLst>
            </p:cNvPr>
            <p:cNvSpPr/>
            <p:nvPr/>
          </p:nvSpPr>
          <p:spPr>
            <a:xfrm>
              <a:off x="216961" y="171682"/>
              <a:ext cx="149008" cy="228136"/>
            </a:xfrm>
            <a:custGeom>
              <a:avLst/>
              <a:gdLst/>
              <a:ahLst/>
              <a:cxnLst/>
              <a:rect l="l" t="t" r="r" b="b"/>
              <a:pathLst>
                <a:path w="21513" h="21591" extrusionOk="0">
                  <a:moveTo>
                    <a:pt x="12133" y="3705"/>
                  </a:moveTo>
                  <a:lnTo>
                    <a:pt x="1263" y="3705"/>
                  </a:lnTo>
                  <a:cubicBezTo>
                    <a:pt x="1093" y="3705"/>
                    <a:pt x="928" y="3666"/>
                    <a:pt x="798" y="3594"/>
                  </a:cubicBezTo>
                  <a:cubicBezTo>
                    <a:pt x="678" y="3528"/>
                    <a:pt x="594" y="3438"/>
                    <a:pt x="560" y="3337"/>
                  </a:cubicBezTo>
                  <a:lnTo>
                    <a:pt x="560" y="514"/>
                  </a:lnTo>
                  <a:cubicBezTo>
                    <a:pt x="555" y="373"/>
                    <a:pt x="640" y="238"/>
                    <a:pt x="793" y="140"/>
                  </a:cubicBezTo>
                  <a:cubicBezTo>
                    <a:pt x="918" y="60"/>
                    <a:pt x="1081" y="11"/>
                    <a:pt x="1254" y="0"/>
                  </a:cubicBezTo>
                  <a:lnTo>
                    <a:pt x="20447" y="0"/>
                  </a:lnTo>
                  <a:cubicBezTo>
                    <a:pt x="20614" y="-2"/>
                    <a:pt x="20776" y="39"/>
                    <a:pt x="20896" y="115"/>
                  </a:cubicBezTo>
                  <a:cubicBezTo>
                    <a:pt x="21022" y="193"/>
                    <a:pt x="21092" y="302"/>
                    <a:pt x="21092" y="415"/>
                  </a:cubicBezTo>
                  <a:lnTo>
                    <a:pt x="21092" y="3562"/>
                  </a:lnTo>
                  <a:cubicBezTo>
                    <a:pt x="21087" y="3658"/>
                    <a:pt x="21056" y="3753"/>
                    <a:pt x="21000" y="3842"/>
                  </a:cubicBezTo>
                  <a:cubicBezTo>
                    <a:pt x="20947" y="3928"/>
                    <a:pt x="20871" y="4008"/>
                    <a:pt x="20776" y="4078"/>
                  </a:cubicBezTo>
                  <a:lnTo>
                    <a:pt x="14615" y="7758"/>
                  </a:lnTo>
                  <a:cubicBezTo>
                    <a:pt x="14538" y="7808"/>
                    <a:pt x="14510" y="7882"/>
                    <a:pt x="14542" y="7950"/>
                  </a:cubicBezTo>
                  <a:cubicBezTo>
                    <a:pt x="14567" y="8001"/>
                    <a:pt x="14623" y="8042"/>
                    <a:pt x="14697" y="8064"/>
                  </a:cubicBezTo>
                  <a:cubicBezTo>
                    <a:pt x="15727" y="8167"/>
                    <a:pt x="16712" y="8411"/>
                    <a:pt x="17589" y="8779"/>
                  </a:cubicBezTo>
                  <a:cubicBezTo>
                    <a:pt x="18597" y="9202"/>
                    <a:pt x="19434" y="9776"/>
                    <a:pt x="20059" y="10445"/>
                  </a:cubicBezTo>
                  <a:cubicBezTo>
                    <a:pt x="20822" y="11262"/>
                    <a:pt x="21235" y="12169"/>
                    <a:pt x="21412" y="13104"/>
                  </a:cubicBezTo>
                  <a:cubicBezTo>
                    <a:pt x="21588" y="14039"/>
                    <a:pt x="21528" y="15007"/>
                    <a:pt x="21273" y="15951"/>
                  </a:cubicBezTo>
                  <a:cubicBezTo>
                    <a:pt x="21068" y="16709"/>
                    <a:pt x="20740" y="17451"/>
                    <a:pt x="20211" y="18132"/>
                  </a:cubicBezTo>
                  <a:cubicBezTo>
                    <a:pt x="19696" y="18796"/>
                    <a:pt x="18997" y="19394"/>
                    <a:pt x="18143" y="19891"/>
                  </a:cubicBezTo>
                  <a:cubicBezTo>
                    <a:pt x="16120" y="21069"/>
                    <a:pt x="13441" y="21598"/>
                    <a:pt x="10734" y="21591"/>
                  </a:cubicBezTo>
                  <a:cubicBezTo>
                    <a:pt x="9081" y="21587"/>
                    <a:pt x="7448" y="21385"/>
                    <a:pt x="5977" y="20953"/>
                  </a:cubicBezTo>
                  <a:cubicBezTo>
                    <a:pt x="4452" y="20506"/>
                    <a:pt x="3115" y="19817"/>
                    <a:pt x="2073" y="18929"/>
                  </a:cubicBezTo>
                  <a:cubicBezTo>
                    <a:pt x="862" y="17895"/>
                    <a:pt x="145" y="16650"/>
                    <a:pt x="13" y="15350"/>
                  </a:cubicBezTo>
                  <a:lnTo>
                    <a:pt x="2" y="14852"/>
                  </a:lnTo>
                  <a:cubicBezTo>
                    <a:pt x="-12" y="14739"/>
                    <a:pt x="49" y="14627"/>
                    <a:pt x="170" y="14546"/>
                  </a:cubicBezTo>
                  <a:cubicBezTo>
                    <a:pt x="295" y="14462"/>
                    <a:pt x="469" y="14420"/>
                    <a:pt x="646" y="14429"/>
                  </a:cubicBezTo>
                  <a:lnTo>
                    <a:pt x="5990" y="14429"/>
                  </a:lnTo>
                  <a:cubicBezTo>
                    <a:pt x="6127" y="14434"/>
                    <a:pt x="6257" y="14472"/>
                    <a:pt x="6355" y="14535"/>
                  </a:cubicBezTo>
                  <a:cubicBezTo>
                    <a:pt x="6460" y="14603"/>
                    <a:pt x="6522" y="14695"/>
                    <a:pt x="6526" y="14791"/>
                  </a:cubicBezTo>
                  <a:cubicBezTo>
                    <a:pt x="6610" y="15121"/>
                    <a:pt x="6718" y="15448"/>
                    <a:pt x="6850" y="15771"/>
                  </a:cubicBezTo>
                  <a:cubicBezTo>
                    <a:pt x="6942" y="15998"/>
                    <a:pt x="7046" y="16223"/>
                    <a:pt x="7161" y="16445"/>
                  </a:cubicBezTo>
                  <a:cubicBezTo>
                    <a:pt x="7666" y="17125"/>
                    <a:pt x="8547" y="17608"/>
                    <a:pt x="9568" y="17834"/>
                  </a:cubicBezTo>
                  <a:cubicBezTo>
                    <a:pt x="10568" y="18055"/>
                    <a:pt x="11702" y="18029"/>
                    <a:pt x="12693" y="17662"/>
                  </a:cubicBezTo>
                  <a:cubicBezTo>
                    <a:pt x="14380" y="17037"/>
                    <a:pt x="14922" y="15695"/>
                    <a:pt x="14955" y="14403"/>
                  </a:cubicBezTo>
                  <a:cubicBezTo>
                    <a:pt x="14994" y="12890"/>
                    <a:pt x="14322" y="11313"/>
                    <a:pt x="12282" y="10703"/>
                  </a:cubicBezTo>
                  <a:cubicBezTo>
                    <a:pt x="11786" y="10554"/>
                    <a:pt x="11242" y="10487"/>
                    <a:pt x="10698" y="10509"/>
                  </a:cubicBezTo>
                  <a:cubicBezTo>
                    <a:pt x="10298" y="10525"/>
                    <a:pt x="9905" y="10589"/>
                    <a:pt x="9540" y="10698"/>
                  </a:cubicBezTo>
                  <a:lnTo>
                    <a:pt x="8545" y="11086"/>
                  </a:lnTo>
                  <a:cubicBezTo>
                    <a:pt x="8397" y="11157"/>
                    <a:pt x="8216" y="11191"/>
                    <a:pt x="8034" y="11182"/>
                  </a:cubicBezTo>
                  <a:cubicBezTo>
                    <a:pt x="7838" y="11172"/>
                    <a:pt x="7656" y="11114"/>
                    <a:pt x="7523" y="11019"/>
                  </a:cubicBezTo>
                  <a:lnTo>
                    <a:pt x="4907" y="8740"/>
                  </a:lnTo>
                  <a:cubicBezTo>
                    <a:pt x="4780" y="8645"/>
                    <a:pt x="4719" y="8520"/>
                    <a:pt x="4739" y="8394"/>
                  </a:cubicBezTo>
                  <a:cubicBezTo>
                    <a:pt x="4758" y="8276"/>
                    <a:pt x="4847" y="8168"/>
                    <a:pt x="4987" y="8092"/>
                  </a:cubicBezTo>
                  <a:lnTo>
                    <a:pt x="12302" y="3940"/>
                  </a:lnTo>
                  <a:cubicBezTo>
                    <a:pt x="12347" y="3901"/>
                    <a:pt x="12360" y="3851"/>
                    <a:pt x="12336" y="3805"/>
                  </a:cubicBezTo>
                  <a:cubicBezTo>
                    <a:pt x="12306" y="3747"/>
                    <a:pt x="12226" y="3707"/>
                    <a:pt x="12133" y="3705"/>
                  </a:cubicBezTo>
                  <a:close/>
                </a:path>
              </a:pathLst>
            </a:custGeom>
            <a:solidFill>
              <a:srgbClr val="F6F6F6"/>
            </a:solidFill>
            <a:ln>
              <a:noFill/>
            </a:ln>
          </p:spPr>
          <p:txBody>
            <a:bodyPr spcFirstLastPara="1" wrap="square" lIns="0" tIns="0" rIns="0" bIns="0" anchor="ctr" anchorCtr="0">
              <a:noAutofit/>
            </a:bodyPr>
            <a:lstStyle/>
            <a:p>
              <a:pPr algn="ctr">
                <a:buClr>
                  <a:srgbClr val="FFFFFF"/>
                </a:buClr>
                <a:buSzPts val="1100"/>
              </a:pPr>
              <a:endParaRPr sz="1467" b="1">
                <a:solidFill>
                  <a:srgbClr val="000000"/>
                </a:solidFill>
                <a:latin typeface="微软雅黑" panose="020B0503020204020204" pitchFamily="34" charset="-122"/>
                <a:ea typeface="微软雅黑" panose="020B0503020204020204" pitchFamily="34" charset="-122"/>
                <a:cs typeface="微软雅黑"/>
                <a:sym typeface="Helvetica Neue"/>
              </a:endParaRPr>
            </a:p>
          </p:txBody>
        </p:sp>
      </p:grpSp>
      <p:cxnSp>
        <p:nvCxnSpPr>
          <p:cNvPr id="139" name="Google Shape;1996;p53">
            <a:extLst>
              <a:ext uri="{FF2B5EF4-FFF2-40B4-BE49-F238E27FC236}">
                <a16:creationId xmlns:a16="http://schemas.microsoft.com/office/drawing/2014/main" id="{4F42B8B4-C746-3B22-31DC-F1FA4C8C3061}"/>
              </a:ext>
            </a:extLst>
          </p:cNvPr>
          <p:cNvCxnSpPr/>
          <p:nvPr/>
        </p:nvCxnSpPr>
        <p:spPr>
          <a:xfrm>
            <a:off x="3229908" y="3364091"/>
            <a:ext cx="0" cy="774841"/>
          </a:xfrm>
          <a:prstGeom prst="straightConnector1">
            <a:avLst/>
          </a:prstGeom>
          <a:noFill/>
          <a:ln w="9525" cap="flat" cmpd="sng">
            <a:solidFill>
              <a:srgbClr val="7A8C8E"/>
            </a:solidFill>
            <a:prstDash val="dash"/>
            <a:miter lim="400000"/>
            <a:headEnd type="none" w="sm" len="sm"/>
            <a:tailEnd type="triangle" w="med" len="med"/>
          </a:ln>
        </p:spPr>
      </p:cxnSp>
      <p:cxnSp>
        <p:nvCxnSpPr>
          <p:cNvPr id="140" name="Google Shape;1997;p53">
            <a:extLst>
              <a:ext uri="{FF2B5EF4-FFF2-40B4-BE49-F238E27FC236}">
                <a16:creationId xmlns:a16="http://schemas.microsoft.com/office/drawing/2014/main" id="{C85E2F19-F38C-EE1D-6C4A-BD339FDC9693}"/>
              </a:ext>
            </a:extLst>
          </p:cNvPr>
          <p:cNvCxnSpPr/>
          <p:nvPr/>
        </p:nvCxnSpPr>
        <p:spPr>
          <a:xfrm>
            <a:off x="3229908" y="4433049"/>
            <a:ext cx="0" cy="774841"/>
          </a:xfrm>
          <a:prstGeom prst="straightConnector1">
            <a:avLst/>
          </a:prstGeom>
          <a:noFill/>
          <a:ln w="9525" cap="flat" cmpd="sng">
            <a:solidFill>
              <a:srgbClr val="7A8C8E"/>
            </a:solidFill>
            <a:prstDash val="dash"/>
            <a:miter lim="400000"/>
            <a:headEnd type="none" w="sm" len="sm"/>
            <a:tailEnd type="triangle" w="med" len="med"/>
          </a:ln>
        </p:spPr>
      </p:cxnSp>
      <p:sp>
        <p:nvSpPr>
          <p:cNvPr id="141" name="Google Shape;1998;p53">
            <a:extLst>
              <a:ext uri="{FF2B5EF4-FFF2-40B4-BE49-F238E27FC236}">
                <a16:creationId xmlns:a16="http://schemas.microsoft.com/office/drawing/2014/main" id="{82DC6746-CFE3-3BE6-A1F4-41B8A0A1B777}"/>
              </a:ext>
            </a:extLst>
          </p:cNvPr>
          <p:cNvSpPr txBox="1"/>
          <p:nvPr/>
        </p:nvSpPr>
        <p:spPr>
          <a:xfrm>
            <a:off x="790575" y="3372914"/>
            <a:ext cx="2194945" cy="482273"/>
          </a:xfrm>
          <a:prstGeom prst="rect">
            <a:avLst/>
          </a:prstGeom>
          <a:noFill/>
          <a:ln>
            <a:noFill/>
          </a:ln>
        </p:spPr>
        <p:txBody>
          <a:bodyPr spcFirstLastPara="1" wrap="square" lIns="25400" tIns="25400" rIns="25400" bIns="25400" anchor="t" anchorCtr="0">
            <a:spAutoFit/>
          </a:bodyPr>
          <a:lstStyle/>
          <a:p>
            <a:pPr algn="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 在团队协作中，我的沟通效果有时不够清晰和及时，导致项目进程出现偏差。</a:t>
            </a:r>
            <a:endParaRPr sz="940" dirty="0">
              <a:latin typeface="微软雅黑" panose="020B0503020204020204" pitchFamily="34" charset="-122"/>
              <a:ea typeface="微软雅黑" panose="020B0503020204020204" pitchFamily="34" charset="-122"/>
            </a:endParaRPr>
          </a:p>
        </p:txBody>
      </p:sp>
      <p:sp>
        <p:nvSpPr>
          <p:cNvPr id="142" name="Google Shape;1999;p53">
            <a:extLst>
              <a:ext uri="{FF2B5EF4-FFF2-40B4-BE49-F238E27FC236}">
                <a16:creationId xmlns:a16="http://schemas.microsoft.com/office/drawing/2014/main" id="{5C170E0C-F676-B767-411F-18BD7FAD3F1A}"/>
              </a:ext>
            </a:extLst>
          </p:cNvPr>
          <p:cNvSpPr txBox="1"/>
          <p:nvPr/>
        </p:nvSpPr>
        <p:spPr>
          <a:xfrm>
            <a:off x="862363" y="3060056"/>
            <a:ext cx="2123157" cy="268209"/>
          </a:xfrm>
          <a:prstGeom prst="rect">
            <a:avLst/>
          </a:prstGeom>
          <a:noFill/>
          <a:ln>
            <a:noFill/>
          </a:ln>
        </p:spPr>
        <p:txBody>
          <a:bodyPr spcFirstLastPara="1" wrap="square" lIns="25400" tIns="25400" rIns="25400" bIns="25400" anchor="t" anchorCtr="0">
            <a:spAutoFit/>
          </a:bodyPr>
          <a:lstStyle/>
          <a:p>
            <a:pPr algn="r">
              <a:buClr>
                <a:srgbClr val="333333"/>
              </a:buClr>
              <a:buSzPts val="1100"/>
            </a:pPr>
            <a:r>
              <a:rPr lang="zh-CN" altLang="en-US" sz="1379" b="1" dirty="0">
                <a:solidFill>
                  <a:srgbClr val="336699"/>
                </a:solidFill>
                <a:latin typeface="微软雅黑" panose="020B0503020204020204" pitchFamily="34" charset="-122"/>
                <a:ea typeface="微软雅黑" panose="020B0503020204020204" pitchFamily="34" charset="-122"/>
                <a:cs typeface="微软雅黑"/>
                <a:sym typeface="Barlow"/>
              </a:rPr>
              <a:t>沟通不畅</a:t>
            </a:r>
            <a:endParaRPr sz="627" dirty="0">
              <a:solidFill>
                <a:srgbClr val="336699"/>
              </a:solidFill>
              <a:latin typeface="微软雅黑" panose="020B0503020204020204" pitchFamily="34" charset="-122"/>
              <a:ea typeface="微软雅黑" panose="020B0503020204020204" pitchFamily="34" charset="-122"/>
            </a:endParaRPr>
          </a:p>
        </p:txBody>
      </p:sp>
      <p:sp>
        <p:nvSpPr>
          <p:cNvPr id="143" name="Google Shape;2000;p53">
            <a:extLst>
              <a:ext uri="{FF2B5EF4-FFF2-40B4-BE49-F238E27FC236}">
                <a16:creationId xmlns:a16="http://schemas.microsoft.com/office/drawing/2014/main" id="{A03CAC31-AE9A-ED83-02D6-3BCCD91A3F01}"/>
              </a:ext>
            </a:extLst>
          </p:cNvPr>
          <p:cNvSpPr txBox="1"/>
          <p:nvPr/>
        </p:nvSpPr>
        <p:spPr>
          <a:xfrm>
            <a:off x="790575" y="5536683"/>
            <a:ext cx="2194945" cy="699296"/>
          </a:xfrm>
          <a:prstGeom prst="rect">
            <a:avLst/>
          </a:prstGeom>
          <a:noFill/>
          <a:ln>
            <a:noFill/>
          </a:ln>
        </p:spPr>
        <p:txBody>
          <a:bodyPr spcFirstLastPara="1" wrap="square" lIns="25400" tIns="25400" rIns="25400" bIns="25400" anchor="t" anchorCtr="0">
            <a:spAutoFit/>
          </a:bodyPr>
          <a:lstStyle/>
          <a:p>
            <a:pPr algn="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我在与其他部门的沟通和合作中，需要更多的主动性和积极性，以确保整体项目进展顺利。</a:t>
            </a:r>
            <a:endParaRPr sz="940" dirty="0">
              <a:latin typeface="微软雅黑" panose="020B0503020204020204" pitchFamily="34" charset="-122"/>
              <a:ea typeface="微软雅黑" panose="020B0503020204020204" pitchFamily="34" charset="-122"/>
            </a:endParaRPr>
          </a:p>
        </p:txBody>
      </p:sp>
      <p:sp>
        <p:nvSpPr>
          <p:cNvPr id="144" name="Google Shape;2001;p53">
            <a:extLst>
              <a:ext uri="{FF2B5EF4-FFF2-40B4-BE49-F238E27FC236}">
                <a16:creationId xmlns:a16="http://schemas.microsoft.com/office/drawing/2014/main" id="{CD6219D7-1664-AAD0-82FF-E8F9FD9AD4FF}"/>
              </a:ext>
            </a:extLst>
          </p:cNvPr>
          <p:cNvSpPr txBox="1"/>
          <p:nvPr/>
        </p:nvSpPr>
        <p:spPr>
          <a:xfrm>
            <a:off x="862363" y="5223826"/>
            <a:ext cx="2123157" cy="268209"/>
          </a:xfrm>
          <a:prstGeom prst="rect">
            <a:avLst/>
          </a:prstGeom>
          <a:noFill/>
          <a:ln>
            <a:noFill/>
          </a:ln>
        </p:spPr>
        <p:txBody>
          <a:bodyPr spcFirstLastPara="1" wrap="square" lIns="25400" tIns="25400" rIns="25400" bIns="25400" anchor="t" anchorCtr="0">
            <a:spAutoFit/>
          </a:bodyPr>
          <a:lstStyle/>
          <a:p>
            <a:pPr algn="r">
              <a:buClr>
                <a:srgbClr val="333333"/>
              </a:buClr>
              <a:buSzPts val="1100"/>
            </a:pPr>
            <a:r>
              <a:rPr lang="zh-CN" altLang="en-US" sz="1379" b="1" dirty="0">
                <a:solidFill>
                  <a:srgbClr val="336699"/>
                </a:solidFill>
                <a:latin typeface="微软雅黑" panose="020B0503020204020204" pitchFamily="34" charset="-122"/>
                <a:ea typeface="微软雅黑" panose="020B0503020204020204" pitchFamily="34" charset="-122"/>
                <a:cs typeface="微软雅黑"/>
                <a:sym typeface="Barlow"/>
              </a:rPr>
              <a:t>缺乏跨部门协作</a:t>
            </a:r>
            <a:endParaRPr sz="627" dirty="0">
              <a:solidFill>
                <a:srgbClr val="336699"/>
              </a:solidFill>
              <a:latin typeface="微软雅黑" panose="020B0503020204020204" pitchFamily="34" charset="-122"/>
              <a:ea typeface="微软雅黑" panose="020B0503020204020204" pitchFamily="34" charset="-122"/>
            </a:endParaRPr>
          </a:p>
        </p:txBody>
      </p:sp>
      <p:sp>
        <p:nvSpPr>
          <p:cNvPr id="145" name="Google Shape;2002;p53">
            <a:extLst>
              <a:ext uri="{FF2B5EF4-FFF2-40B4-BE49-F238E27FC236}">
                <a16:creationId xmlns:a16="http://schemas.microsoft.com/office/drawing/2014/main" id="{62A28635-4CB0-AC2B-4332-179DF75C93B7}"/>
              </a:ext>
            </a:extLst>
          </p:cNvPr>
          <p:cNvSpPr txBox="1"/>
          <p:nvPr/>
        </p:nvSpPr>
        <p:spPr>
          <a:xfrm>
            <a:off x="790575" y="4454799"/>
            <a:ext cx="2194945" cy="482273"/>
          </a:xfrm>
          <a:prstGeom prst="rect">
            <a:avLst/>
          </a:prstGeom>
          <a:noFill/>
          <a:ln>
            <a:noFill/>
          </a:ln>
        </p:spPr>
        <p:txBody>
          <a:bodyPr spcFirstLastPara="1" wrap="square" lIns="25400" tIns="25400" rIns="25400" bIns="25400" anchor="t" anchorCtr="0">
            <a:spAutoFit/>
          </a:bodyPr>
          <a:lstStyle/>
          <a:p>
            <a:pPr algn="r">
              <a:lnSpc>
                <a:spcPct val="150000"/>
              </a:lnSpc>
              <a:buClr>
                <a:srgbClr val="7A8C8E"/>
              </a:buClr>
              <a:buSzPts val="9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在高压工作环境下，我有时难以有效管理时间，导致一些重要任务的完成延迟。</a:t>
            </a:r>
            <a:endParaRPr sz="940" dirty="0">
              <a:latin typeface="微软雅黑" panose="020B0503020204020204" pitchFamily="34" charset="-122"/>
              <a:ea typeface="微软雅黑" panose="020B0503020204020204" pitchFamily="34" charset="-122"/>
            </a:endParaRPr>
          </a:p>
        </p:txBody>
      </p:sp>
      <p:sp>
        <p:nvSpPr>
          <p:cNvPr id="146" name="Google Shape;2003;p53">
            <a:extLst>
              <a:ext uri="{FF2B5EF4-FFF2-40B4-BE49-F238E27FC236}">
                <a16:creationId xmlns:a16="http://schemas.microsoft.com/office/drawing/2014/main" id="{28B462FB-4AA8-A2FC-753A-C5AB67035C95}"/>
              </a:ext>
            </a:extLst>
          </p:cNvPr>
          <p:cNvSpPr txBox="1"/>
          <p:nvPr/>
        </p:nvSpPr>
        <p:spPr>
          <a:xfrm>
            <a:off x="862363" y="4141941"/>
            <a:ext cx="2123157" cy="268209"/>
          </a:xfrm>
          <a:prstGeom prst="rect">
            <a:avLst/>
          </a:prstGeom>
          <a:noFill/>
          <a:ln>
            <a:noFill/>
          </a:ln>
        </p:spPr>
        <p:txBody>
          <a:bodyPr spcFirstLastPara="1" wrap="square" lIns="25400" tIns="25400" rIns="25400" bIns="25400" anchor="t" anchorCtr="0">
            <a:spAutoFit/>
          </a:bodyPr>
          <a:lstStyle/>
          <a:p>
            <a:pPr algn="r">
              <a:buClr>
                <a:srgbClr val="333333"/>
              </a:buClr>
              <a:buSzPts val="1100"/>
            </a:pPr>
            <a:r>
              <a:rPr lang="zh-CN" altLang="en-US" sz="1379" b="1" dirty="0">
                <a:solidFill>
                  <a:srgbClr val="336699"/>
                </a:solidFill>
                <a:latin typeface="微软雅黑" panose="020B0503020204020204" pitchFamily="34" charset="-122"/>
                <a:ea typeface="微软雅黑" panose="020B0503020204020204" pitchFamily="34" charset="-122"/>
                <a:cs typeface="微软雅黑"/>
                <a:sym typeface="Barlow"/>
              </a:rPr>
              <a:t>时间管理困难</a:t>
            </a:r>
            <a:endParaRPr sz="627" dirty="0">
              <a:solidFill>
                <a:srgbClr val="336699"/>
              </a:solidFill>
              <a:latin typeface="微软雅黑" panose="020B0503020204020204" pitchFamily="34" charset="-122"/>
              <a:ea typeface="微软雅黑" panose="020B0503020204020204" pitchFamily="34" charset="-122"/>
            </a:endParaRPr>
          </a:p>
        </p:txBody>
      </p:sp>
      <p:cxnSp>
        <p:nvCxnSpPr>
          <p:cNvPr id="147" name="Google Shape;2004;p53">
            <a:extLst>
              <a:ext uri="{FF2B5EF4-FFF2-40B4-BE49-F238E27FC236}">
                <a16:creationId xmlns:a16="http://schemas.microsoft.com/office/drawing/2014/main" id="{1FECA9B2-3228-351D-06FD-F564551DC2FF}"/>
              </a:ext>
            </a:extLst>
          </p:cNvPr>
          <p:cNvCxnSpPr/>
          <p:nvPr/>
        </p:nvCxnSpPr>
        <p:spPr>
          <a:xfrm>
            <a:off x="6027661" y="5054080"/>
            <a:ext cx="0" cy="774841"/>
          </a:xfrm>
          <a:prstGeom prst="straightConnector1">
            <a:avLst/>
          </a:prstGeom>
          <a:noFill/>
          <a:ln w="9525" cap="flat" cmpd="sng">
            <a:solidFill>
              <a:srgbClr val="7A8C8E"/>
            </a:solidFill>
            <a:prstDash val="dash"/>
            <a:miter lim="400000"/>
            <a:headEnd type="none" w="sm" len="sm"/>
            <a:tailEnd type="none" w="sm" len="sm"/>
          </a:ln>
        </p:spPr>
      </p:cxnSp>
      <p:cxnSp>
        <p:nvCxnSpPr>
          <p:cNvPr id="148" name="Google Shape;2005;p53">
            <a:extLst>
              <a:ext uri="{FF2B5EF4-FFF2-40B4-BE49-F238E27FC236}">
                <a16:creationId xmlns:a16="http://schemas.microsoft.com/office/drawing/2014/main" id="{8EC958CB-0225-C66A-4942-D6C936B736F0}"/>
              </a:ext>
            </a:extLst>
          </p:cNvPr>
          <p:cNvCxnSpPr/>
          <p:nvPr/>
        </p:nvCxnSpPr>
        <p:spPr>
          <a:xfrm>
            <a:off x="6024939" y="2743710"/>
            <a:ext cx="0" cy="774840"/>
          </a:xfrm>
          <a:prstGeom prst="straightConnector1">
            <a:avLst/>
          </a:prstGeom>
          <a:noFill/>
          <a:ln w="9525" cap="flat" cmpd="sng">
            <a:solidFill>
              <a:srgbClr val="7A8C8E"/>
            </a:solidFill>
            <a:prstDash val="dash"/>
            <a:miter lim="400000"/>
            <a:headEnd type="none" w="sm" len="sm"/>
            <a:tailEnd type="none" w="sm" len="sm"/>
          </a:ln>
        </p:spPr>
      </p:cxnSp>
      <p:sp>
        <p:nvSpPr>
          <p:cNvPr id="149" name="文本框 5">
            <a:extLst>
              <a:ext uri="{FF2B5EF4-FFF2-40B4-BE49-F238E27FC236}">
                <a16:creationId xmlns:a16="http://schemas.microsoft.com/office/drawing/2014/main" id="{EC89501F-4147-2D8A-B39E-638D831770A5}"/>
              </a:ext>
            </a:extLst>
          </p:cNvPr>
          <p:cNvSpPr txBox="1"/>
          <p:nvPr/>
        </p:nvSpPr>
        <p:spPr>
          <a:xfrm>
            <a:off x="790575" y="1744767"/>
            <a:ext cx="10610850" cy="774832"/>
          </a:xfrm>
          <a:prstGeom prst="rect">
            <a:avLst/>
          </a:prstGeom>
          <a:noFill/>
        </p:spPr>
        <p:txBody>
          <a:bodyPr wrap="square" rtlCol="0">
            <a:spAutoFit/>
          </a:bodyPr>
          <a:lstStyle/>
          <a:p>
            <a:pPr algn="ctr">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a:p>
            <a:pPr algn="ctr">
              <a:lnSpc>
                <a:spcPct val="150000"/>
              </a:lnSpc>
            </a:pPr>
            <a:endPar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50" name="文本框 6">
            <a:extLst>
              <a:ext uri="{FF2B5EF4-FFF2-40B4-BE49-F238E27FC236}">
                <a16:creationId xmlns:a16="http://schemas.microsoft.com/office/drawing/2014/main" id="{22243EF3-600F-41EE-F86E-FFD3057FEC1A}"/>
              </a:ext>
            </a:extLst>
          </p:cNvPr>
          <p:cNvSpPr txBox="1"/>
          <p:nvPr/>
        </p:nvSpPr>
        <p:spPr>
          <a:xfrm>
            <a:off x="4322911" y="1269721"/>
            <a:ext cx="3549531" cy="491919"/>
          </a:xfrm>
          <a:prstGeom prst="rect">
            <a:avLst/>
          </a:prstGeom>
          <a:noFill/>
        </p:spPr>
        <p:txBody>
          <a:bodyPr wrap="none" rtlCol="0">
            <a:spAutoFit/>
          </a:bodyPr>
          <a:lstStyle/>
          <a:p>
            <a:pPr algn="ctr"/>
            <a:r>
              <a:rPr lang="zh-CN" altLang="en-US" sz="2632" b="1" dirty="0">
                <a:solidFill>
                  <a:srgbClr val="336699"/>
                </a:solidFill>
                <a:effectLst/>
                <a:latin typeface="微软雅黑" panose="020B0503020204020204" pitchFamily="34" charset="-122"/>
                <a:ea typeface="微软雅黑" panose="020B0503020204020204" pitchFamily="34" charset="-122"/>
              </a:rPr>
              <a:t>工作的不足与改进方案</a:t>
            </a:r>
          </a:p>
        </p:txBody>
      </p:sp>
      <p:sp>
        <p:nvSpPr>
          <p:cNvPr id="151" name="椭圆 11">
            <a:extLst>
              <a:ext uri="{FF2B5EF4-FFF2-40B4-BE49-F238E27FC236}">
                <a16:creationId xmlns:a16="http://schemas.microsoft.com/office/drawing/2014/main" id="{BDF26CB6-F2C6-6D3B-13B9-05AF3389D336}"/>
              </a:ext>
            </a:extLst>
          </p:cNvPr>
          <p:cNvSpPr/>
          <p:nvPr/>
        </p:nvSpPr>
        <p:spPr>
          <a:xfrm>
            <a:off x="3874395" y="3860407"/>
            <a:ext cx="876872" cy="876872"/>
          </a:xfrm>
          <a:prstGeom prst="ellipse">
            <a:avLst/>
          </a:prstGeom>
          <a:ln>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2" name="文本框 10">
            <a:extLst>
              <a:ext uri="{FF2B5EF4-FFF2-40B4-BE49-F238E27FC236}">
                <a16:creationId xmlns:a16="http://schemas.microsoft.com/office/drawing/2014/main" id="{D4138D99-7E10-70BB-1B57-E93D81C73BF9}"/>
              </a:ext>
            </a:extLst>
          </p:cNvPr>
          <p:cNvSpPr txBox="1"/>
          <p:nvPr/>
        </p:nvSpPr>
        <p:spPr>
          <a:xfrm>
            <a:off x="4008998" y="3999916"/>
            <a:ext cx="607664" cy="607664"/>
          </a:xfrm>
          <a:prstGeom prst="rect">
            <a:avLst/>
          </a:prstGeom>
          <a:noFill/>
        </p:spPr>
        <p:txBody>
          <a:bodyPr wrap="non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rPr>
              <a:t>工作</a:t>
            </a:r>
            <a:endParaRPr kumimoji="1" lang="en-US" altLang="zh-CN" b="1" dirty="0">
              <a:solidFill>
                <a:srgbClr val="FFFFFF"/>
              </a:solidFill>
              <a:latin typeface="微软雅黑" panose="020B0503020204020204" pitchFamily="34" charset="-122"/>
              <a:ea typeface="微软雅黑" panose="020B0503020204020204" pitchFamily="34" charset="-122"/>
            </a:endParaRPr>
          </a:p>
          <a:p>
            <a:r>
              <a:rPr kumimoji="1" lang="zh-CN" altLang="en-US" b="1" dirty="0">
                <a:solidFill>
                  <a:srgbClr val="FFFFFF"/>
                </a:solidFill>
                <a:latin typeface="微软雅黑" panose="020B0503020204020204" pitchFamily="34" charset="-122"/>
                <a:ea typeface="微软雅黑" panose="020B0503020204020204" pitchFamily="34" charset="-122"/>
              </a:rPr>
              <a:t>不足</a:t>
            </a:r>
          </a:p>
        </p:txBody>
      </p:sp>
      <p:sp>
        <p:nvSpPr>
          <p:cNvPr id="153" name="椭圆 12">
            <a:extLst>
              <a:ext uri="{FF2B5EF4-FFF2-40B4-BE49-F238E27FC236}">
                <a16:creationId xmlns:a16="http://schemas.microsoft.com/office/drawing/2014/main" id="{E5C17DDD-4BBD-D929-D85B-5BF442BE2AA1}"/>
              </a:ext>
            </a:extLst>
          </p:cNvPr>
          <p:cNvSpPr/>
          <p:nvPr/>
        </p:nvSpPr>
        <p:spPr>
          <a:xfrm>
            <a:off x="7298609" y="3860407"/>
            <a:ext cx="876872" cy="876872"/>
          </a:xfrm>
          <a:prstGeom prst="ellipse">
            <a:avLst/>
          </a:prstGeom>
          <a:ln>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4" name="文本框 13">
            <a:extLst>
              <a:ext uri="{FF2B5EF4-FFF2-40B4-BE49-F238E27FC236}">
                <a16:creationId xmlns:a16="http://schemas.microsoft.com/office/drawing/2014/main" id="{5D892F40-3915-DAC9-88FE-885FFA396EB6}"/>
              </a:ext>
            </a:extLst>
          </p:cNvPr>
          <p:cNvSpPr txBox="1"/>
          <p:nvPr/>
        </p:nvSpPr>
        <p:spPr>
          <a:xfrm>
            <a:off x="7433212" y="3999916"/>
            <a:ext cx="607664" cy="607664"/>
          </a:xfrm>
          <a:prstGeom prst="rect">
            <a:avLst/>
          </a:prstGeom>
          <a:noFill/>
        </p:spPr>
        <p:txBody>
          <a:bodyPr wrap="non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rPr>
              <a:t>改进</a:t>
            </a:r>
            <a:endParaRPr kumimoji="1" lang="en-US" altLang="zh-CN" b="1" dirty="0">
              <a:solidFill>
                <a:srgbClr val="FFFFFF"/>
              </a:solidFill>
              <a:latin typeface="微软雅黑" panose="020B0503020204020204" pitchFamily="34" charset="-122"/>
              <a:ea typeface="微软雅黑" panose="020B0503020204020204" pitchFamily="34" charset="-122"/>
            </a:endParaRPr>
          </a:p>
          <a:p>
            <a:r>
              <a:rPr kumimoji="1" lang="zh-CN" altLang="en-US" b="1" dirty="0">
                <a:solidFill>
                  <a:srgbClr val="FFFFFF"/>
                </a:solidFill>
                <a:latin typeface="微软雅黑" panose="020B0503020204020204" pitchFamily="34" charset="-122"/>
                <a:ea typeface="微软雅黑" panose="020B0503020204020204" pitchFamily="34" charset="-122"/>
              </a:rPr>
              <a:t>方案</a:t>
            </a:r>
          </a:p>
        </p:txBody>
      </p:sp>
      <p:sp>
        <p:nvSpPr>
          <p:cNvPr id="155" name="右箭头 15">
            <a:extLst>
              <a:ext uri="{FF2B5EF4-FFF2-40B4-BE49-F238E27FC236}">
                <a16:creationId xmlns:a16="http://schemas.microsoft.com/office/drawing/2014/main" id="{B8B0A3FF-18CC-5D14-C668-7B0B8992997B}"/>
              </a:ext>
            </a:extLst>
          </p:cNvPr>
          <p:cNvSpPr/>
          <p:nvPr/>
        </p:nvSpPr>
        <p:spPr>
          <a:xfrm>
            <a:off x="5385823" y="4173402"/>
            <a:ext cx="1282259" cy="192511"/>
          </a:xfrm>
          <a:prstGeom prst="rightArrow">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R028 问题与方案关系图（结构示例）</a:t>
            </a:r>
          </a:p>
        </p:txBody>
      </p:sp>
      <p:sp>
        <p:nvSpPr>
          <p:cNvPr id="101" name="圆角矩形 41">
            <a:extLst>
              <a:ext uri="{FF2B5EF4-FFF2-40B4-BE49-F238E27FC236}">
                <a16:creationId xmlns:a16="http://schemas.microsoft.com/office/drawing/2014/main" id="{58AB00C3-389D-2AAE-9CE5-F8017C5DDA14}"/>
              </a:ext>
            </a:extLst>
          </p:cNvPr>
          <p:cNvSpPr/>
          <p:nvPr/>
        </p:nvSpPr>
        <p:spPr>
          <a:xfrm>
            <a:off x="794461" y="2822429"/>
            <a:ext cx="2764910" cy="3332267"/>
          </a:xfrm>
          <a:prstGeom prst="roundRect">
            <a:avLst>
              <a:gd name="adj" fmla="val 4030"/>
            </a:avLst>
          </a:prstGeom>
          <a:noFill/>
          <a:ln w="12700">
            <a:solidFill>
              <a:srgbClr val="7A8C8E"/>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2" name="圆角矩形 36">
            <a:extLst>
              <a:ext uri="{FF2B5EF4-FFF2-40B4-BE49-F238E27FC236}">
                <a16:creationId xmlns:a16="http://schemas.microsoft.com/office/drawing/2014/main" id="{867A94E5-8A47-FD7E-B741-46AEF531F08C}"/>
              </a:ext>
            </a:extLst>
          </p:cNvPr>
          <p:cNvSpPr/>
          <p:nvPr/>
        </p:nvSpPr>
        <p:spPr>
          <a:xfrm>
            <a:off x="794462" y="2327012"/>
            <a:ext cx="2764909" cy="330686"/>
          </a:xfrm>
          <a:prstGeom prst="roundRect">
            <a:avLst>
              <a:gd name="adj" fmla="val 27683"/>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03" name="Google Shape;517;p25">
            <a:extLst>
              <a:ext uri="{FF2B5EF4-FFF2-40B4-BE49-F238E27FC236}">
                <a16:creationId xmlns:a16="http://schemas.microsoft.com/office/drawing/2014/main" id="{F3F06B10-2EFD-2870-232B-C432675F9672}"/>
              </a:ext>
            </a:extLst>
          </p:cNvPr>
          <p:cNvSpPr/>
          <p:nvPr/>
        </p:nvSpPr>
        <p:spPr>
          <a:xfrm>
            <a:off x="3779925" y="2796674"/>
            <a:ext cx="4634644" cy="2974550"/>
          </a:xfrm>
          <a:custGeom>
            <a:avLst/>
            <a:gdLst/>
            <a:ahLst/>
            <a:cxnLst/>
            <a:rect l="l" t="t" r="r" b="b"/>
            <a:pathLst>
              <a:path w="21293" h="16921" extrusionOk="0">
                <a:moveTo>
                  <a:pt x="10644" y="1503"/>
                </a:moveTo>
                <a:cubicBezTo>
                  <a:pt x="6229" y="-2276"/>
                  <a:pt x="186" y="1488"/>
                  <a:pt x="4" y="8129"/>
                </a:cubicBezTo>
                <a:cubicBezTo>
                  <a:pt x="-185" y="15034"/>
                  <a:pt x="6012" y="19310"/>
                  <a:pt x="10655" y="15479"/>
                </a:cubicBezTo>
                <a:cubicBezTo>
                  <a:pt x="15257" y="19286"/>
                  <a:pt x="21415" y="15100"/>
                  <a:pt x="21291" y="8249"/>
                </a:cubicBezTo>
                <a:cubicBezTo>
                  <a:pt x="21171" y="1558"/>
                  <a:pt x="15097" y="-2290"/>
                  <a:pt x="10644" y="1503"/>
                </a:cubicBezTo>
                <a:close/>
              </a:path>
            </a:pathLst>
          </a:custGeom>
          <a:noFill/>
          <a:ln w="9525" cap="flat" cmpd="sng">
            <a:solidFill>
              <a:srgbClr val="7A8C8E"/>
            </a:solidFill>
            <a:prstDash val="dash"/>
            <a:miter lim="400000"/>
            <a:headEnd type="none" w="sm" len="sm"/>
            <a:tailEnd type="none" w="sm" len="sm"/>
          </a:ln>
        </p:spPr>
        <p:txBody>
          <a:bodyPr spcFirstLastPara="1" wrap="square" lIns="0" tIns="0" rIns="0" bIns="0" anchor="ctr" anchorCtr="0">
            <a:noAutofit/>
          </a:bodyPr>
          <a:lstStyle/>
          <a:p>
            <a:pPr algn="ctr">
              <a:buClr>
                <a:srgbClr val="FFFFFF"/>
              </a:buClr>
              <a:buSzPts val="1100"/>
            </a:pPr>
            <a:endParaRPr sz="1379" b="1">
              <a:solidFill>
                <a:srgbClr val="000000"/>
              </a:solidFill>
              <a:latin typeface="微软雅黑"/>
              <a:ea typeface="微软雅黑"/>
              <a:cs typeface="微软雅黑"/>
              <a:sym typeface="Helvetica Neue"/>
            </a:endParaRPr>
          </a:p>
        </p:txBody>
      </p:sp>
      <p:sp>
        <p:nvSpPr>
          <p:cNvPr id="104" name="Google Shape;518;p25">
            <a:extLst>
              <a:ext uri="{FF2B5EF4-FFF2-40B4-BE49-F238E27FC236}">
                <a16:creationId xmlns:a16="http://schemas.microsoft.com/office/drawing/2014/main" id="{B6732782-12F8-3E06-8799-47121B626CA5}"/>
              </a:ext>
            </a:extLst>
          </p:cNvPr>
          <p:cNvSpPr/>
          <p:nvPr/>
        </p:nvSpPr>
        <p:spPr>
          <a:xfrm>
            <a:off x="4101472" y="3129740"/>
            <a:ext cx="2313819" cy="2313818"/>
          </a:xfrm>
          <a:prstGeom prst="ellipse">
            <a:avLst/>
          </a:prstGeom>
          <a:noFill/>
          <a:ln w="9525" cap="flat" cmpd="sng">
            <a:solidFill>
              <a:srgbClr val="336699"/>
            </a:solidFill>
            <a:prstDash val="solid"/>
            <a:miter lim="400000"/>
            <a:headEnd type="none" w="sm" len="sm"/>
            <a:tailEnd type="none" w="sm" len="sm"/>
          </a:ln>
        </p:spPr>
        <p:txBody>
          <a:bodyPr spcFirstLastPara="1" wrap="square" lIns="0" tIns="0" rIns="0" bIns="0" anchor="ctr" anchorCtr="0">
            <a:noAutofit/>
          </a:bodyPr>
          <a:lstStyle/>
          <a:p>
            <a:pPr algn="ctr">
              <a:buClr>
                <a:srgbClr val="FFFFFF"/>
              </a:buClr>
              <a:buSzPts val="1100"/>
            </a:pPr>
            <a:endParaRPr sz="1379" b="1">
              <a:solidFill>
                <a:srgbClr val="000000"/>
              </a:solidFill>
              <a:latin typeface="微软雅黑"/>
              <a:ea typeface="微软雅黑"/>
              <a:cs typeface="微软雅黑"/>
              <a:sym typeface="Helvetica Neue"/>
            </a:endParaRPr>
          </a:p>
        </p:txBody>
      </p:sp>
      <p:sp>
        <p:nvSpPr>
          <p:cNvPr id="105" name="Google Shape;519;p25">
            <a:extLst>
              <a:ext uri="{FF2B5EF4-FFF2-40B4-BE49-F238E27FC236}">
                <a16:creationId xmlns:a16="http://schemas.microsoft.com/office/drawing/2014/main" id="{22F2FA13-849B-7497-1655-4457F67FDD31}"/>
              </a:ext>
            </a:extLst>
          </p:cNvPr>
          <p:cNvSpPr/>
          <p:nvPr/>
        </p:nvSpPr>
        <p:spPr>
          <a:xfrm>
            <a:off x="4101472" y="3129740"/>
            <a:ext cx="2313819" cy="2313818"/>
          </a:xfrm>
          <a:prstGeom prst="ellipse">
            <a:avLst/>
          </a:prstGeom>
          <a:solidFill>
            <a:srgbClr val="336699">
              <a:alpha val="29803"/>
            </a:srgbClr>
          </a:solidFill>
          <a:ln>
            <a:noFill/>
          </a:ln>
        </p:spPr>
        <p:txBody>
          <a:bodyPr spcFirstLastPara="1" wrap="square" lIns="0" tIns="0" rIns="0" bIns="0" anchor="ctr" anchorCtr="0">
            <a:noAutofit/>
          </a:bodyPr>
          <a:lstStyle/>
          <a:p>
            <a:pPr algn="ctr">
              <a:buClr>
                <a:srgbClr val="FFFFFF"/>
              </a:buClr>
              <a:buSzPts val="1100"/>
            </a:pPr>
            <a:endParaRPr sz="1379" b="1">
              <a:solidFill>
                <a:srgbClr val="000000"/>
              </a:solidFill>
              <a:latin typeface="微软雅黑"/>
              <a:ea typeface="微软雅黑"/>
              <a:cs typeface="微软雅黑"/>
              <a:sym typeface="Helvetica Neue"/>
            </a:endParaRPr>
          </a:p>
        </p:txBody>
      </p:sp>
      <p:sp>
        <p:nvSpPr>
          <p:cNvPr id="106" name="Google Shape;520;p25">
            <a:extLst>
              <a:ext uri="{FF2B5EF4-FFF2-40B4-BE49-F238E27FC236}">
                <a16:creationId xmlns:a16="http://schemas.microsoft.com/office/drawing/2014/main" id="{74D15459-B0D1-A14B-72E6-5279BDEE701E}"/>
              </a:ext>
            </a:extLst>
          </p:cNvPr>
          <p:cNvSpPr/>
          <p:nvPr/>
        </p:nvSpPr>
        <p:spPr>
          <a:xfrm>
            <a:off x="5780058" y="3129740"/>
            <a:ext cx="2313819" cy="2313818"/>
          </a:xfrm>
          <a:prstGeom prst="ellipse">
            <a:avLst/>
          </a:prstGeom>
          <a:noFill/>
          <a:ln w="9525" cap="flat" cmpd="sng">
            <a:solidFill>
              <a:srgbClr val="3494BA"/>
            </a:solidFill>
            <a:prstDash val="solid"/>
            <a:miter lim="400000"/>
            <a:headEnd type="none" w="sm" len="sm"/>
            <a:tailEnd type="none" w="sm" len="sm"/>
          </a:ln>
        </p:spPr>
        <p:txBody>
          <a:bodyPr spcFirstLastPara="1" wrap="square" lIns="0" tIns="0" rIns="0" bIns="0" anchor="ctr" anchorCtr="0">
            <a:noAutofit/>
          </a:bodyPr>
          <a:lstStyle/>
          <a:p>
            <a:pPr algn="ctr">
              <a:buClr>
                <a:srgbClr val="FFFFFF"/>
              </a:buClr>
              <a:buSzPts val="1100"/>
            </a:pPr>
            <a:endParaRPr sz="1379" b="1">
              <a:solidFill>
                <a:srgbClr val="000000"/>
              </a:solidFill>
              <a:latin typeface="微软雅黑"/>
              <a:ea typeface="微软雅黑"/>
              <a:cs typeface="微软雅黑"/>
              <a:sym typeface="Helvetica Neue"/>
            </a:endParaRPr>
          </a:p>
        </p:txBody>
      </p:sp>
      <p:sp>
        <p:nvSpPr>
          <p:cNvPr id="107" name="Google Shape;521;p25">
            <a:extLst>
              <a:ext uri="{FF2B5EF4-FFF2-40B4-BE49-F238E27FC236}">
                <a16:creationId xmlns:a16="http://schemas.microsoft.com/office/drawing/2014/main" id="{0403DCAB-6EE1-FD4D-38CB-9C2297C5D409}"/>
              </a:ext>
            </a:extLst>
          </p:cNvPr>
          <p:cNvSpPr/>
          <p:nvPr/>
        </p:nvSpPr>
        <p:spPr>
          <a:xfrm>
            <a:off x="5780058" y="3129740"/>
            <a:ext cx="2313819" cy="2313818"/>
          </a:xfrm>
          <a:prstGeom prst="ellipse">
            <a:avLst/>
          </a:prstGeom>
          <a:solidFill>
            <a:srgbClr val="3494BA">
              <a:alpha val="29803"/>
            </a:srgbClr>
          </a:solidFill>
          <a:ln>
            <a:noFill/>
          </a:ln>
        </p:spPr>
        <p:txBody>
          <a:bodyPr spcFirstLastPara="1" wrap="square" lIns="0" tIns="0" rIns="0" bIns="0" anchor="ctr" anchorCtr="0">
            <a:noAutofit/>
          </a:bodyPr>
          <a:lstStyle/>
          <a:p>
            <a:pPr algn="ctr">
              <a:buClr>
                <a:srgbClr val="FFFFFF"/>
              </a:buClr>
              <a:buSzPts val="1100"/>
            </a:pPr>
            <a:endParaRPr sz="1379" b="1">
              <a:solidFill>
                <a:srgbClr val="000000"/>
              </a:solidFill>
              <a:latin typeface="微软雅黑"/>
              <a:ea typeface="微软雅黑"/>
              <a:cs typeface="微软雅黑"/>
              <a:sym typeface="Helvetica Neue"/>
            </a:endParaRPr>
          </a:p>
        </p:txBody>
      </p:sp>
      <p:cxnSp>
        <p:nvCxnSpPr>
          <p:cNvPr id="108" name="Google Shape;530;p25">
            <a:extLst>
              <a:ext uri="{FF2B5EF4-FFF2-40B4-BE49-F238E27FC236}">
                <a16:creationId xmlns:a16="http://schemas.microsoft.com/office/drawing/2014/main" id="{89CB4297-0F8D-8EE4-FC6B-04318F0EB4D9}"/>
              </a:ext>
            </a:extLst>
          </p:cNvPr>
          <p:cNvCxnSpPr/>
          <p:nvPr/>
        </p:nvCxnSpPr>
        <p:spPr>
          <a:xfrm rot="10800000">
            <a:off x="6097674" y="5237695"/>
            <a:ext cx="0" cy="916999"/>
          </a:xfrm>
          <a:prstGeom prst="straightConnector1">
            <a:avLst/>
          </a:prstGeom>
          <a:noFill/>
          <a:ln w="9525" cap="flat" cmpd="sng">
            <a:solidFill>
              <a:srgbClr val="7A8C8E"/>
            </a:solidFill>
            <a:prstDash val="solid"/>
            <a:miter lim="400000"/>
            <a:headEnd type="none" w="sm" len="sm"/>
            <a:tailEnd type="none" w="sm" len="sm"/>
          </a:ln>
        </p:spPr>
      </p:cxnSp>
      <p:cxnSp>
        <p:nvCxnSpPr>
          <p:cNvPr id="109" name="Google Shape;531;p25">
            <a:extLst>
              <a:ext uri="{FF2B5EF4-FFF2-40B4-BE49-F238E27FC236}">
                <a16:creationId xmlns:a16="http://schemas.microsoft.com/office/drawing/2014/main" id="{6D6D5D1B-3BA0-478F-13BE-593FB72F581B}"/>
              </a:ext>
            </a:extLst>
          </p:cNvPr>
          <p:cNvCxnSpPr/>
          <p:nvPr/>
        </p:nvCxnSpPr>
        <p:spPr>
          <a:xfrm rot="10800000">
            <a:off x="6097674" y="2420791"/>
            <a:ext cx="0" cy="916999"/>
          </a:xfrm>
          <a:prstGeom prst="straightConnector1">
            <a:avLst/>
          </a:prstGeom>
          <a:noFill/>
          <a:ln w="9525" cap="flat" cmpd="sng">
            <a:solidFill>
              <a:srgbClr val="7A8C8E"/>
            </a:solidFill>
            <a:prstDash val="solid"/>
            <a:miter lim="400000"/>
            <a:headEnd type="none" w="sm" len="sm"/>
            <a:tailEnd type="none" w="sm" len="sm"/>
          </a:ln>
        </p:spPr>
      </p:cxnSp>
      <p:sp>
        <p:nvSpPr>
          <p:cNvPr id="110" name="Google Shape;533;p25">
            <a:extLst>
              <a:ext uri="{FF2B5EF4-FFF2-40B4-BE49-F238E27FC236}">
                <a16:creationId xmlns:a16="http://schemas.microsoft.com/office/drawing/2014/main" id="{E555EA44-AAC8-C579-86C2-2906A1868BE7}"/>
              </a:ext>
            </a:extLst>
          </p:cNvPr>
          <p:cNvSpPr txBox="1"/>
          <p:nvPr/>
        </p:nvSpPr>
        <p:spPr>
          <a:xfrm>
            <a:off x="1013681" y="2955107"/>
            <a:ext cx="2400994" cy="2565693"/>
          </a:xfrm>
          <a:prstGeom prst="rect">
            <a:avLst/>
          </a:prstGeom>
          <a:noFill/>
          <a:ln>
            <a:noFill/>
          </a:ln>
        </p:spPr>
        <p:txBody>
          <a:bodyPr spcFirstLastPara="1" wrap="square" lIns="25400" tIns="25400" rIns="25400" bIns="25400" anchor="t" anchorCtr="0">
            <a:spAutoFit/>
          </a:bodyPr>
          <a:lstStyle/>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市场竞争加剧：</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如何在激烈的市场竞争中找到和保持竞争优势？</a:t>
            </a:r>
          </a:p>
          <a:p>
            <a:pPr>
              <a:lnSpc>
                <a:spcPct val="150000"/>
              </a:lnSpc>
              <a:buClr>
                <a:srgbClr val="7A8C8E"/>
              </a:buClr>
              <a:buSzPts val="1200"/>
            </a:pPr>
            <a:endPar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组织增长管理：</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随着业务扩展，如何有效管理组织结构和人员增长？</a:t>
            </a:r>
          </a:p>
          <a:p>
            <a:pPr>
              <a:lnSpc>
                <a:spcPct val="150000"/>
              </a:lnSpc>
              <a:buClr>
                <a:srgbClr val="7A8C8E"/>
              </a:buClr>
              <a:buSzPts val="1200"/>
            </a:pPr>
            <a:endPar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技术与创新落后：</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如何确保公司在技术和创新方面保持领先地位，以应对市场的快速变化？</a:t>
            </a:r>
            <a:endParaRPr sz="940" dirty="0">
              <a:solidFill>
                <a:srgbClr val="7A8C8E"/>
              </a:solidFill>
              <a:latin typeface="微软雅黑" panose="020B0503020204020204" pitchFamily="34" charset="-122"/>
              <a:ea typeface="微软雅黑" panose="020B0503020204020204" pitchFamily="34" charset="-122"/>
            </a:endParaRPr>
          </a:p>
        </p:txBody>
      </p:sp>
      <p:sp>
        <p:nvSpPr>
          <p:cNvPr id="111" name="Google Shape;534;p25">
            <a:extLst>
              <a:ext uri="{FF2B5EF4-FFF2-40B4-BE49-F238E27FC236}">
                <a16:creationId xmlns:a16="http://schemas.microsoft.com/office/drawing/2014/main" id="{03FBEEF6-2023-DBFD-C618-92A58FBA0BF4}"/>
              </a:ext>
            </a:extLst>
          </p:cNvPr>
          <p:cNvSpPr txBox="1"/>
          <p:nvPr/>
        </p:nvSpPr>
        <p:spPr>
          <a:xfrm>
            <a:off x="790575" y="2362053"/>
            <a:ext cx="2768795" cy="260489"/>
          </a:xfrm>
          <a:prstGeom prst="rect">
            <a:avLst/>
          </a:prstGeom>
          <a:noFill/>
          <a:ln>
            <a:noFill/>
          </a:ln>
        </p:spPr>
        <p:txBody>
          <a:bodyPr spcFirstLastPara="1" wrap="square" lIns="25400" tIns="25400" rIns="25400" bIns="25400" anchor="t" anchorCtr="0">
            <a:spAutoFit/>
          </a:bodyPr>
          <a:lstStyle/>
          <a:p>
            <a:pPr algn="ctr">
              <a:buClr>
                <a:srgbClr val="333333"/>
              </a:buClr>
              <a:buSzPts val="1100"/>
            </a:pPr>
            <a:r>
              <a:rPr lang="zh-CN" altLang="en-US" sz="1379" b="1" dirty="0">
                <a:solidFill>
                  <a:srgbClr val="FFFFFF"/>
                </a:solidFill>
                <a:latin typeface="微软雅黑" panose="020B0503020204020204" pitchFamily="34" charset="-122"/>
                <a:ea typeface="微软雅黑" panose="020B0503020204020204" pitchFamily="34" charset="-122"/>
                <a:cs typeface="微软雅黑"/>
                <a:sym typeface="Barlow"/>
              </a:rPr>
              <a:t>问题：公司发展面临的挑战？</a:t>
            </a:r>
            <a:endParaRPr sz="627" b="1" dirty="0">
              <a:solidFill>
                <a:srgbClr val="FFFFFF"/>
              </a:solidFill>
              <a:latin typeface="微软雅黑" panose="020B0503020204020204" pitchFamily="34" charset="-122"/>
              <a:ea typeface="微软雅黑" panose="020B0503020204020204" pitchFamily="34" charset="-122"/>
            </a:endParaRPr>
          </a:p>
        </p:txBody>
      </p:sp>
      <p:sp>
        <p:nvSpPr>
          <p:cNvPr id="112" name="文本框 29">
            <a:extLst>
              <a:ext uri="{FF2B5EF4-FFF2-40B4-BE49-F238E27FC236}">
                <a16:creationId xmlns:a16="http://schemas.microsoft.com/office/drawing/2014/main" id="{3998D1E3-BFAE-9CED-2433-658B3F5F1507}"/>
              </a:ext>
            </a:extLst>
          </p:cNvPr>
          <p:cNvSpPr txBox="1"/>
          <p:nvPr/>
        </p:nvSpPr>
        <p:spPr>
          <a:xfrm>
            <a:off x="790575" y="1789560"/>
            <a:ext cx="10610850" cy="297382"/>
          </a:xfrm>
          <a:prstGeom prst="rect">
            <a:avLst/>
          </a:prstGeom>
          <a:noFill/>
        </p:spPr>
        <p:txBody>
          <a:bodyPr wrap="square" rtlCol="0">
            <a:spAutoFit/>
          </a:bodyPr>
          <a:lstStyle/>
          <a:p>
            <a:pPr algn="ctr">
              <a:lnSpc>
                <a:spcPct val="150000"/>
              </a:lnSpc>
            </a:pPr>
            <a:r>
              <a:rPr kumimoji="1" lang="zh-CN" altLang="en-US" sz="1034"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p>
        </p:txBody>
      </p:sp>
      <p:sp>
        <p:nvSpPr>
          <p:cNvPr id="113" name="文本框 30">
            <a:extLst>
              <a:ext uri="{FF2B5EF4-FFF2-40B4-BE49-F238E27FC236}">
                <a16:creationId xmlns:a16="http://schemas.microsoft.com/office/drawing/2014/main" id="{B1449FFE-20EF-E397-CCC3-9DC42A5C1653}"/>
              </a:ext>
            </a:extLst>
          </p:cNvPr>
          <p:cNvSpPr txBox="1"/>
          <p:nvPr/>
        </p:nvSpPr>
        <p:spPr>
          <a:xfrm>
            <a:off x="3985326" y="1314514"/>
            <a:ext cx="4224713" cy="491919"/>
          </a:xfrm>
          <a:prstGeom prst="rect">
            <a:avLst/>
          </a:prstGeom>
          <a:noFill/>
        </p:spPr>
        <p:txBody>
          <a:bodyPr wrap="none" rtlCol="0">
            <a:spAutoFit/>
          </a:bodyPr>
          <a:lstStyle/>
          <a:p>
            <a:pPr algn="ctr"/>
            <a:r>
              <a:rPr lang="zh-CN" altLang="en-US" sz="2632" b="1" dirty="0">
                <a:solidFill>
                  <a:srgbClr val="336699"/>
                </a:solidFill>
                <a:effectLst/>
                <a:latin typeface="微软雅黑" panose="020B0503020204020204" pitchFamily="34" charset="-122"/>
                <a:ea typeface="微软雅黑" panose="020B0503020204020204" pitchFamily="34" charset="-122"/>
              </a:rPr>
              <a:t>工作中遇到问题与解决方案</a:t>
            </a:r>
          </a:p>
        </p:txBody>
      </p:sp>
      <p:sp>
        <p:nvSpPr>
          <p:cNvPr id="114" name="文本框 31">
            <a:extLst>
              <a:ext uri="{FF2B5EF4-FFF2-40B4-BE49-F238E27FC236}">
                <a16:creationId xmlns:a16="http://schemas.microsoft.com/office/drawing/2014/main" id="{E47D849A-0594-744C-461C-4AAE17647F08}"/>
              </a:ext>
            </a:extLst>
          </p:cNvPr>
          <p:cNvSpPr txBox="1"/>
          <p:nvPr/>
        </p:nvSpPr>
        <p:spPr>
          <a:xfrm>
            <a:off x="4421348" y="4220683"/>
            <a:ext cx="1138165" cy="549791"/>
          </a:xfrm>
          <a:prstGeom prst="rect">
            <a:avLst/>
          </a:prstGeom>
          <a:noFill/>
        </p:spPr>
        <p:txBody>
          <a:bodyPr wrap="none" rtlCol="0">
            <a:spAutoFit/>
          </a:bodyPr>
          <a:lstStyle/>
          <a:p>
            <a:pPr algn="r"/>
            <a:r>
              <a:rPr kumimoji="1" lang="zh-CN" altLang="en-US" sz="1504" b="1" dirty="0">
                <a:solidFill>
                  <a:srgbClr val="336699"/>
                </a:solidFill>
                <a:latin typeface="微软雅黑" panose="020B0503020204020204" pitchFamily="34" charset="-122"/>
                <a:ea typeface="微软雅黑" panose="020B0503020204020204" pitchFamily="34" charset="-122"/>
              </a:rPr>
              <a:t>公司发展</a:t>
            </a:r>
            <a:endParaRPr kumimoji="1" lang="en-US" altLang="zh-CN" sz="1504" b="1" dirty="0">
              <a:solidFill>
                <a:srgbClr val="336699"/>
              </a:solidFill>
              <a:latin typeface="微软雅黑" panose="020B0503020204020204" pitchFamily="34" charset="-122"/>
              <a:ea typeface="微软雅黑" panose="020B0503020204020204" pitchFamily="34" charset="-122"/>
            </a:endParaRPr>
          </a:p>
          <a:p>
            <a:pPr algn="r"/>
            <a:r>
              <a:rPr kumimoji="1" lang="zh-CN" altLang="en-US" sz="1504" b="1" dirty="0">
                <a:solidFill>
                  <a:srgbClr val="336699"/>
                </a:solidFill>
                <a:latin typeface="微软雅黑" panose="020B0503020204020204" pitchFamily="34" charset="-122"/>
                <a:ea typeface="微软雅黑" panose="020B0503020204020204" pitchFamily="34" charset="-122"/>
              </a:rPr>
              <a:t>面临的挑战</a:t>
            </a:r>
          </a:p>
        </p:txBody>
      </p:sp>
      <p:sp>
        <p:nvSpPr>
          <p:cNvPr id="115" name="文本框 32">
            <a:extLst>
              <a:ext uri="{FF2B5EF4-FFF2-40B4-BE49-F238E27FC236}">
                <a16:creationId xmlns:a16="http://schemas.microsoft.com/office/drawing/2014/main" id="{350E7A85-4571-9BBF-06BA-6F067AA86BED}"/>
              </a:ext>
            </a:extLst>
          </p:cNvPr>
          <p:cNvSpPr txBox="1"/>
          <p:nvPr/>
        </p:nvSpPr>
        <p:spPr>
          <a:xfrm>
            <a:off x="6633032" y="4220683"/>
            <a:ext cx="1138165" cy="549791"/>
          </a:xfrm>
          <a:prstGeom prst="rect">
            <a:avLst/>
          </a:prstGeom>
          <a:noFill/>
        </p:spPr>
        <p:txBody>
          <a:bodyPr wrap="none" rtlCol="0">
            <a:spAutoFit/>
          </a:bodyPr>
          <a:lstStyle/>
          <a:p>
            <a:r>
              <a:rPr kumimoji="1" lang="zh-CN" altLang="en-US" sz="1504" b="1" dirty="0">
                <a:solidFill>
                  <a:srgbClr val="336699"/>
                </a:solidFill>
                <a:latin typeface="微软雅黑" panose="020B0503020204020204" pitchFamily="34" charset="-122"/>
                <a:ea typeface="微软雅黑" panose="020B0503020204020204" pitchFamily="34" charset="-122"/>
              </a:rPr>
              <a:t>公司发展</a:t>
            </a:r>
            <a:endParaRPr kumimoji="1" lang="en-US" altLang="zh-CN" sz="1504" b="1" dirty="0">
              <a:solidFill>
                <a:srgbClr val="336699"/>
              </a:solidFill>
              <a:latin typeface="微软雅黑" panose="020B0503020204020204" pitchFamily="34" charset="-122"/>
              <a:ea typeface="微软雅黑" panose="020B0503020204020204" pitchFamily="34" charset="-122"/>
            </a:endParaRPr>
          </a:p>
          <a:p>
            <a:r>
              <a:rPr kumimoji="1" lang="zh-CN" altLang="en-US" sz="1504" b="1" dirty="0">
                <a:solidFill>
                  <a:srgbClr val="336699"/>
                </a:solidFill>
                <a:latin typeface="微软雅黑" panose="020B0503020204020204" pitchFamily="34" charset="-122"/>
                <a:ea typeface="微软雅黑" panose="020B0503020204020204" pitchFamily="34" charset="-122"/>
              </a:rPr>
              <a:t>的三大步骤</a:t>
            </a:r>
          </a:p>
        </p:txBody>
      </p:sp>
      <p:sp>
        <p:nvSpPr>
          <p:cNvPr id="116" name="文本框 33">
            <a:extLst>
              <a:ext uri="{FF2B5EF4-FFF2-40B4-BE49-F238E27FC236}">
                <a16:creationId xmlns:a16="http://schemas.microsoft.com/office/drawing/2014/main" id="{3BD735DB-3ABD-1745-8BDD-D8C6B4F29802}"/>
              </a:ext>
            </a:extLst>
          </p:cNvPr>
          <p:cNvSpPr txBox="1"/>
          <p:nvPr/>
        </p:nvSpPr>
        <p:spPr>
          <a:xfrm>
            <a:off x="4629477" y="3602270"/>
            <a:ext cx="848801" cy="491919"/>
          </a:xfrm>
          <a:prstGeom prst="rect">
            <a:avLst/>
          </a:prstGeom>
          <a:noFill/>
        </p:spPr>
        <p:txBody>
          <a:bodyPr wrap="none" rtlCol="0">
            <a:spAutoFit/>
          </a:bodyPr>
          <a:lstStyle/>
          <a:p>
            <a:pPr algn="r"/>
            <a:r>
              <a:rPr kumimoji="1" lang="zh-CN" altLang="en-US" sz="2632" b="1" dirty="0">
                <a:solidFill>
                  <a:srgbClr val="336699"/>
                </a:solidFill>
                <a:latin typeface="微软雅黑" panose="020B0503020204020204" pitchFamily="34" charset="-122"/>
                <a:ea typeface="微软雅黑" panose="020B0503020204020204" pitchFamily="34" charset="-122"/>
              </a:rPr>
              <a:t>问题</a:t>
            </a:r>
          </a:p>
        </p:txBody>
      </p:sp>
      <p:sp>
        <p:nvSpPr>
          <p:cNvPr id="117" name="文本框 34">
            <a:extLst>
              <a:ext uri="{FF2B5EF4-FFF2-40B4-BE49-F238E27FC236}">
                <a16:creationId xmlns:a16="http://schemas.microsoft.com/office/drawing/2014/main" id="{FFD79FE4-B5B5-E01A-61B1-B27972CB83FA}"/>
              </a:ext>
            </a:extLst>
          </p:cNvPr>
          <p:cNvSpPr txBox="1"/>
          <p:nvPr/>
        </p:nvSpPr>
        <p:spPr>
          <a:xfrm>
            <a:off x="6633032" y="3600032"/>
            <a:ext cx="848801" cy="491919"/>
          </a:xfrm>
          <a:prstGeom prst="rect">
            <a:avLst/>
          </a:prstGeom>
          <a:noFill/>
        </p:spPr>
        <p:txBody>
          <a:bodyPr wrap="none" rtlCol="0">
            <a:spAutoFit/>
          </a:bodyPr>
          <a:lstStyle/>
          <a:p>
            <a:r>
              <a:rPr kumimoji="1" lang="zh-CN" altLang="en-US" sz="2632" b="1" dirty="0">
                <a:solidFill>
                  <a:srgbClr val="336699"/>
                </a:solidFill>
                <a:latin typeface="微软雅黑" panose="020B0503020204020204" pitchFamily="34" charset="-122"/>
                <a:ea typeface="微软雅黑" panose="020B0503020204020204" pitchFamily="34" charset="-122"/>
              </a:rPr>
              <a:t>解决</a:t>
            </a:r>
          </a:p>
        </p:txBody>
      </p:sp>
      <p:cxnSp>
        <p:nvCxnSpPr>
          <p:cNvPr id="118" name="直线连接符 43">
            <a:extLst>
              <a:ext uri="{FF2B5EF4-FFF2-40B4-BE49-F238E27FC236}">
                <a16:creationId xmlns:a16="http://schemas.microsoft.com/office/drawing/2014/main" id="{ACE00F41-15A6-7434-E4F5-5DD7FF1BAFAF}"/>
              </a:ext>
            </a:extLst>
          </p:cNvPr>
          <p:cNvCxnSpPr/>
          <p:nvPr/>
        </p:nvCxnSpPr>
        <p:spPr>
          <a:xfrm>
            <a:off x="949210" y="3802484"/>
            <a:ext cx="2465466" cy="0"/>
          </a:xfrm>
          <a:prstGeom prst="line">
            <a:avLst/>
          </a:prstGeom>
          <a:ln w="12700">
            <a:solidFill>
              <a:srgbClr val="7A8C8E"/>
            </a:solidFill>
            <a:prstDash val="sysDash"/>
          </a:ln>
        </p:spPr>
        <p:style>
          <a:lnRef idx="2">
            <a:srgbClr val="336699"/>
          </a:lnRef>
          <a:fillRef idx="0">
            <a:srgbClr val="336699"/>
          </a:fillRef>
          <a:effectRef idx="1">
            <a:srgbClr val="336699"/>
          </a:effectRef>
          <a:fontRef idx="minor">
            <a:srgbClr val="333333"/>
          </a:fontRef>
        </p:style>
      </p:cxnSp>
      <p:cxnSp>
        <p:nvCxnSpPr>
          <p:cNvPr id="119" name="直线连接符 44">
            <a:extLst>
              <a:ext uri="{FF2B5EF4-FFF2-40B4-BE49-F238E27FC236}">
                <a16:creationId xmlns:a16="http://schemas.microsoft.com/office/drawing/2014/main" id="{F43F9257-DB9A-9D24-2B8F-48CD1D6221E1}"/>
              </a:ext>
            </a:extLst>
          </p:cNvPr>
          <p:cNvCxnSpPr/>
          <p:nvPr/>
        </p:nvCxnSpPr>
        <p:spPr>
          <a:xfrm>
            <a:off x="949210" y="4705894"/>
            <a:ext cx="2465466" cy="0"/>
          </a:xfrm>
          <a:prstGeom prst="line">
            <a:avLst/>
          </a:prstGeom>
          <a:ln w="12700">
            <a:solidFill>
              <a:srgbClr val="7A8C8E"/>
            </a:solidFill>
            <a:prstDash val="sysDash"/>
          </a:ln>
        </p:spPr>
        <p:style>
          <a:lnRef idx="2">
            <a:srgbClr val="336699"/>
          </a:lnRef>
          <a:fillRef idx="0">
            <a:srgbClr val="336699"/>
          </a:fillRef>
          <a:effectRef idx="1">
            <a:srgbClr val="336699"/>
          </a:effectRef>
          <a:fontRef idx="minor">
            <a:srgbClr val="333333"/>
          </a:fontRef>
        </p:style>
      </p:cxnSp>
      <p:sp>
        <p:nvSpPr>
          <p:cNvPr id="120" name="圆角矩形 46">
            <a:extLst>
              <a:ext uri="{FF2B5EF4-FFF2-40B4-BE49-F238E27FC236}">
                <a16:creationId xmlns:a16="http://schemas.microsoft.com/office/drawing/2014/main" id="{4BC32CF0-08E0-9C29-6E41-48878E012862}"/>
              </a:ext>
            </a:extLst>
          </p:cNvPr>
          <p:cNvSpPr/>
          <p:nvPr/>
        </p:nvSpPr>
        <p:spPr>
          <a:xfrm>
            <a:off x="8633725" y="2822429"/>
            <a:ext cx="2764910" cy="3332267"/>
          </a:xfrm>
          <a:prstGeom prst="roundRect">
            <a:avLst>
              <a:gd name="adj" fmla="val 4030"/>
            </a:avLst>
          </a:prstGeom>
          <a:noFill/>
          <a:ln w="12700">
            <a:solidFill>
              <a:srgbClr val="7A8C8E"/>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21" name="圆角矩形 47">
            <a:extLst>
              <a:ext uri="{FF2B5EF4-FFF2-40B4-BE49-F238E27FC236}">
                <a16:creationId xmlns:a16="http://schemas.microsoft.com/office/drawing/2014/main" id="{064D2D11-4CEE-A21B-1C95-0A35732DFFC7}"/>
              </a:ext>
            </a:extLst>
          </p:cNvPr>
          <p:cNvSpPr/>
          <p:nvPr/>
        </p:nvSpPr>
        <p:spPr>
          <a:xfrm>
            <a:off x="8633726" y="2327012"/>
            <a:ext cx="2764909" cy="330686"/>
          </a:xfrm>
          <a:prstGeom prst="roundRect">
            <a:avLst>
              <a:gd name="adj" fmla="val 27683"/>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22" name="Google Shape;533;p25">
            <a:extLst>
              <a:ext uri="{FF2B5EF4-FFF2-40B4-BE49-F238E27FC236}">
                <a16:creationId xmlns:a16="http://schemas.microsoft.com/office/drawing/2014/main" id="{B6278BD7-100F-102D-23EF-437D3AB75947}"/>
              </a:ext>
            </a:extLst>
          </p:cNvPr>
          <p:cNvSpPr txBox="1"/>
          <p:nvPr/>
        </p:nvSpPr>
        <p:spPr>
          <a:xfrm>
            <a:off x="8852946" y="2955107"/>
            <a:ext cx="2400994" cy="2999739"/>
          </a:xfrm>
          <a:prstGeom prst="rect">
            <a:avLst/>
          </a:prstGeom>
          <a:noFill/>
          <a:ln>
            <a:noFill/>
          </a:ln>
        </p:spPr>
        <p:txBody>
          <a:bodyPr spcFirstLastPara="1" wrap="square" lIns="25400" tIns="25400" rIns="25400" bIns="25400" anchor="t" anchorCtr="0">
            <a:spAutoFit/>
          </a:bodyPr>
          <a:lstStyle/>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市场分析与战略规划：</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深入分析市场趋势和竞争对手，制定清晰的战略规划，包括差异化和市场定位策略。</a:t>
            </a:r>
            <a:endParaRPr lang="en-US" altLang="zh-CN"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endPar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有效的组织结构设计：</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优化组织结构，确保适应业务增长，同时注重团队协作和跨部门沟通，以提高效率和响应能力。</a:t>
            </a:r>
            <a:endParaRPr lang="en-US" altLang="zh-CN"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endPar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1128" b="1" dirty="0">
                <a:solidFill>
                  <a:srgbClr val="336699"/>
                </a:solidFill>
                <a:latin typeface="微软雅黑" panose="020B0503020204020204" pitchFamily="34" charset="-122"/>
                <a:ea typeface="微软雅黑" panose="020B0503020204020204" pitchFamily="34" charset="-122"/>
                <a:cs typeface="微软雅黑"/>
                <a:sym typeface="Barlow Medium"/>
              </a:rPr>
              <a:t>技术投资与创新文化建设：</a:t>
            </a:r>
            <a:endParaRPr lang="en-US" altLang="zh-CN" sz="1128" b="1" dirty="0">
              <a:solidFill>
                <a:srgbClr val="336699"/>
              </a:solidFill>
              <a:latin typeface="微软雅黑" panose="020B0503020204020204" pitchFamily="34" charset="-122"/>
              <a:ea typeface="微软雅黑" panose="020B0503020204020204" pitchFamily="34" charset="-122"/>
              <a:cs typeface="微软雅黑"/>
              <a:sym typeface="Barlow Medium"/>
            </a:endParaRPr>
          </a:p>
          <a:p>
            <a:pPr>
              <a:lnSpc>
                <a:spcPct val="150000"/>
              </a:lnSpc>
              <a:buClr>
                <a:srgbClr val="7A8C8E"/>
              </a:buClr>
              <a:buSzPts val="1200"/>
            </a:pPr>
            <a:r>
              <a:rPr lang="zh-CN" altLang="en-US" sz="940" dirty="0">
                <a:solidFill>
                  <a:srgbClr val="7A8C8E"/>
                </a:solidFill>
                <a:latin typeface="微软雅黑" panose="020B0503020204020204" pitchFamily="34" charset="-122"/>
                <a:ea typeface="微软雅黑" panose="020B0503020204020204" pitchFamily="34" charset="-122"/>
                <a:cs typeface="微软雅黑"/>
                <a:sym typeface="Barlow Medium"/>
              </a:rPr>
              <a:t>填写本项的目标、关键动作与交付物。</a:t>
            </a:r>
            <a:endParaRPr sz="940" dirty="0">
              <a:solidFill>
                <a:srgbClr val="7A8C8E"/>
              </a:solidFill>
              <a:latin typeface="微软雅黑" panose="020B0503020204020204" pitchFamily="34" charset="-122"/>
              <a:ea typeface="微软雅黑" panose="020B0503020204020204" pitchFamily="34" charset="-122"/>
            </a:endParaRPr>
          </a:p>
        </p:txBody>
      </p:sp>
      <p:sp>
        <p:nvSpPr>
          <p:cNvPr id="123" name="Google Shape;534;p25">
            <a:extLst>
              <a:ext uri="{FF2B5EF4-FFF2-40B4-BE49-F238E27FC236}">
                <a16:creationId xmlns:a16="http://schemas.microsoft.com/office/drawing/2014/main" id="{7254D3E3-80BA-39DA-5B8C-A01F6C4DBD5A}"/>
              </a:ext>
            </a:extLst>
          </p:cNvPr>
          <p:cNvSpPr txBox="1"/>
          <p:nvPr/>
        </p:nvSpPr>
        <p:spPr>
          <a:xfrm>
            <a:off x="8629839" y="2362053"/>
            <a:ext cx="2768795" cy="260489"/>
          </a:xfrm>
          <a:prstGeom prst="rect">
            <a:avLst/>
          </a:prstGeom>
          <a:noFill/>
          <a:ln>
            <a:noFill/>
          </a:ln>
        </p:spPr>
        <p:txBody>
          <a:bodyPr spcFirstLastPara="1" wrap="square" lIns="25400" tIns="25400" rIns="25400" bIns="25400" anchor="t" anchorCtr="0">
            <a:spAutoFit/>
          </a:bodyPr>
          <a:lstStyle/>
          <a:p>
            <a:pPr algn="ctr">
              <a:buClr>
                <a:srgbClr val="333333"/>
              </a:buClr>
              <a:buSzPts val="1100"/>
            </a:pPr>
            <a:r>
              <a:rPr lang="zh-CN" altLang="en-US" sz="1379" b="1" dirty="0">
                <a:solidFill>
                  <a:srgbClr val="FFFFFF"/>
                </a:solidFill>
                <a:latin typeface="微软雅黑" panose="020B0503020204020204" pitchFamily="34" charset="-122"/>
                <a:ea typeface="微软雅黑" panose="020B0503020204020204" pitchFamily="34" charset="-122"/>
                <a:cs typeface="微软雅黑"/>
                <a:sym typeface="Barlow"/>
              </a:rPr>
              <a:t>解决：公司发展的三大步骤</a:t>
            </a:r>
            <a:endParaRPr sz="627" b="1" dirty="0">
              <a:solidFill>
                <a:srgbClr val="FFFFFF"/>
              </a:solidFill>
              <a:latin typeface="微软雅黑" panose="020B0503020204020204" pitchFamily="34" charset="-122"/>
              <a:ea typeface="微软雅黑" panose="020B0503020204020204" pitchFamily="34" charset="-122"/>
            </a:endParaRPr>
          </a:p>
        </p:txBody>
      </p:sp>
      <p:cxnSp>
        <p:nvCxnSpPr>
          <p:cNvPr id="124" name="直线连接符 50">
            <a:extLst>
              <a:ext uri="{FF2B5EF4-FFF2-40B4-BE49-F238E27FC236}">
                <a16:creationId xmlns:a16="http://schemas.microsoft.com/office/drawing/2014/main" id="{05310652-A353-950E-3D2A-157587786848}"/>
              </a:ext>
            </a:extLst>
          </p:cNvPr>
          <p:cNvCxnSpPr/>
          <p:nvPr/>
        </p:nvCxnSpPr>
        <p:spPr>
          <a:xfrm>
            <a:off x="8788474" y="3802484"/>
            <a:ext cx="2465466" cy="0"/>
          </a:xfrm>
          <a:prstGeom prst="line">
            <a:avLst/>
          </a:prstGeom>
          <a:ln w="12700">
            <a:solidFill>
              <a:srgbClr val="7A8C8E"/>
            </a:solidFill>
            <a:prstDash val="sysDash"/>
          </a:ln>
        </p:spPr>
        <p:style>
          <a:lnRef idx="2">
            <a:srgbClr val="336699"/>
          </a:lnRef>
          <a:fillRef idx="0">
            <a:srgbClr val="336699"/>
          </a:fillRef>
          <a:effectRef idx="1">
            <a:srgbClr val="336699"/>
          </a:effectRef>
          <a:fontRef idx="minor">
            <a:srgbClr val="333333"/>
          </a:fontRef>
        </p:style>
      </p:cxnSp>
      <p:cxnSp>
        <p:nvCxnSpPr>
          <p:cNvPr id="125" name="直线连接符 51">
            <a:extLst>
              <a:ext uri="{FF2B5EF4-FFF2-40B4-BE49-F238E27FC236}">
                <a16:creationId xmlns:a16="http://schemas.microsoft.com/office/drawing/2014/main" id="{53B6C862-24B8-DC4E-BBC3-C11EAFFE3CFF}"/>
              </a:ext>
            </a:extLst>
          </p:cNvPr>
          <p:cNvCxnSpPr/>
          <p:nvPr/>
        </p:nvCxnSpPr>
        <p:spPr>
          <a:xfrm>
            <a:off x="8788474" y="4902604"/>
            <a:ext cx="2465466" cy="0"/>
          </a:xfrm>
          <a:prstGeom prst="line">
            <a:avLst/>
          </a:prstGeom>
          <a:ln w="12700">
            <a:solidFill>
              <a:srgbClr val="7A8C8E"/>
            </a:solidFill>
            <a:prstDash val="sysDash"/>
          </a:ln>
        </p:spPr>
        <p:style>
          <a:lnRef idx="2">
            <a:srgbClr val="336699"/>
          </a:lnRef>
          <a:fillRef idx="0">
            <a:srgbClr val="336699"/>
          </a:fillRef>
          <a:effectRef idx="1">
            <a:srgbClr val="336699"/>
          </a:effectRef>
          <a:fontRef idx="minor">
            <a:srgbClr val="333333"/>
          </a:fontRef>
        </p:style>
      </p:cxnSp>
    </p:spTree>
    <p:extLst>
      <p:ext uri="{BB962C8B-B14F-4D97-AF65-F5344CB8AC3E}">
        <p14:creationId xmlns:p14="http://schemas.microsoft.com/office/powerpoint/2010/main" val="1851778670"/>
      </p:ext>
    </p:extLst>
  </p:cSld>
  <p:clrMapOvr>
    <a:masterClrMapping/>
  </p:clrMapOvr>
</p:sld>
</file>

<file path=ppt/slides/vr_business_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R029 总结与计划两侧对照（结构示例）</a:t>
            </a:r>
          </a:p>
        </p:txBody>
      </p:sp>
      <p:sp>
        <p:nvSpPr>
          <p:cNvPr id="101" name="object 9">
            <a:extLst>
              <a:ext uri="{FF2B5EF4-FFF2-40B4-BE49-F238E27FC236}">
                <a16:creationId xmlns:a16="http://schemas.microsoft.com/office/drawing/2014/main" id="{6A6995B4-2880-FE3A-47C9-E0874A07E2D6}"/>
              </a:ext>
            </a:extLst>
          </p:cNvPr>
          <p:cNvSpPr/>
          <p:nvPr/>
        </p:nvSpPr>
        <p:spPr>
          <a:xfrm>
            <a:off x="3347528" y="2443703"/>
            <a:ext cx="2743244" cy="3654551"/>
          </a:xfrm>
          <a:custGeom>
            <a:avLst/>
            <a:gdLst/>
            <a:ahLst/>
            <a:cxnLst/>
            <a:rect l="l" t="t" r="r" b="b"/>
            <a:pathLst>
              <a:path w="2690495" h="4212590">
                <a:moveTo>
                  <a:pt x="0" y="0"/>
                </a:moveTo>
                <a:lnTo>
                  <a:pt x="0" y="4212335"/>
                </a:lnTo>
                <a:lnTo>
                  <a:pt x="2690075" y="3568826"/>
                </a:lnTo>
                <a:lnTo>
                  <a:pt x="2421839" y="3504691"/>
                </a:lnTo>
                <a:lnTo>
                  <a:pt x="2421839" y="707516"/>
                </a:lnTo>
                <a:lnTo>
                  <a:pt x="2690075" y="643381"/>
                </a:lnTo>
                <a:lnTo>
                  <a:pt x="0"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2" name="object 10">
            <a:extLst>
              <a:ext uri="{FF2B5EF4-FFF2-40B4-BE49-F238E27FC236}">
                <a16:creationId xmlns:a16="http://schemas.microsoft.com/office/drawing/2014/main" id="{7037F272-D758-366B-A51B-BFC15450408C}"/>
              </a:ext>
            </a:extLst>
          </p:cNvPr>
          <p:cNvSpPr/>
          <p:nvPr/>
        </p:nvSpPr>
        <p:spPr>
          <a:xfrm>
            <a:off x="5816851" y="3001857"/>
            <a:ext cx="547095" cy="2537913"/>
          </a:xfrm>
          <a:custGeom>
            <a:avLst/>
            <a:gdLst/>
            <a:ahLst/>
            <a:cxnLst/>
            <a:rect l="l" t="t" r="r" b="b"/>
            <a:pathLst>
              <a:path w="536575" h="2925445">
                <a:moveTo>
                  <a:pt x="268223" y="0"/>
                </a:moveTo>
                <a:lnTo>
                  <a:pt x="0" y="64135"/>
                </a:lnTo>
                <a:lnTo>
                  <a:pt x="0" y="2861310"/>
                </a:lnTo>
                <a:lnTo>
                  <a:pt x="268223" y="2925445"/>
                </a:lnTo>
                <a:lnTo>
                  <a:pt x="536460" y="2861310"/>
                </a:lnTo>
                <a:lnTo>
                  <a:pt x="536460" y="64135"/>
                </a:lnTo>
                <a:lnTo>
                  <a:pt x="268223" y="0"/>
                </a:lnTo>
                <a:close/>
              </a:path>
            </a:pathLst>
          </a:custGeom>
          <a:solidFill>
            <a:srgbClr val="75BDA7"/>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3" name="object 11">
            <a:extLst>
              <a:ext uri="{FF2B5EF4-FFF2-40B4-BE49-F238E27FC236}">
                <a16:creationId xmlns:a16="http://schemas.microsoft.com/office/drawing/2014/main" id="{00EB3908-EF5E-C07E-2BBF-30F9D122F733}"/>
              </a:ext>
            </a:extLst>
          </p:cNvPr>
          <p:cNvSpPr/>
          <p:nvPr/>
        </p:nvSpPr>
        <p:spPr>
          <a:xfrm>
            <a:off x="6090336" y="2443705"/>
            <a:ext cx="2743244" cy="3654551"/>
          </a:xfrm>
          <a:custGeom>
            <a:avLst/>
            <a:gdLst/>
            <a:ahLst/>
            <a:cxnLst/>
            <a:rect l="l" t="t" r="r" b="b"/>
            <a:pathLst>
              <a:path w="2690495" h="4212590">
                <a:moveTo>
                  <a:pt x="2690075" y="0"/>
                </a:moveTo>
                <a:lnTo>
                  <a:pt x="0" y="643382"/>
                </a:lnTo>
                <a:lnTo>
                  <a:pt x="268236" y="707517"/>
                </a:lnTo>
                <a:lnTo>
                  <a:pt x="268236" y="3504691"/>
                </a:lnTo>
                <a:lnTo>
                  <a:pt x="0" y="3568827"/>
                </a:lnTo>
                <a:lnTo>
                  <a:pt x="2690075" y="4212336"/>
                </a:lnTo>
                <a:lnTo>
                  <a:pt x="2690075" y="0"/>
                </a:lnTo>
                <a:close/>
              </a:path>
            </a:pathLst>
          </a:custGeom>
          <a:solidFill>
            <a:srgbClr val="58B6C0"/>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4" name="文本框 34">
            <a:extLst>
              <a:ext uri="{FF2B5EF4-FFF2-40B4-BE49-F238E27FC236}">
                <a16:creationId xmlns:a16="http://schemas.microsoft.com/office/drawing/2014/main" id="{9AB6CAEF-0D2D-2FDC-4BDF-CC6DE164D072}"/>
              </a:ext>
            </a:extLst>
          </p:cNvPr>
          <p:cNvSpPr txBox="1"/>
          <p:nvPr/>
        </p:nvSpPr>
        <p:spPr>
          <a:xfrm>
            <a:off x="963397" y="1238250"/>
            <a:ext cx="10265205" cy="541433"/>
          </a:xfrm>
          <a:prstGeom prst="rect">
            <a:avLst/>
          </a:prstGeom>
          <a:noFill/>
        </p:spPr>
        <p:txBody>
          <a:bodyPr wrap="square" rtlCol="0">
            <a:spAutoFit/>
          </a:bodyPr>
          <a:lstStyle/>
          <a:p>
            <a:pPr algn="ctr">
              <a:lnSpc>
                <a:spcPct val="150000"/>
              </a:lnSpc>
            </a:pPr>
            <a:r>
              <a:rPr lang="zh-CN" altLang="en-US" sz="2186" b="1" u="none" strike="noStrike" dirty="0">
                <a:solidFill>
                  <a:srgbClr val="336699"/>
                </a:solidFill>
                <a:effectLst/>
                <a:latin typeface="微软雅黑" panose="020B0503020204020204" pitchFamily="34" charset="-122"/>
                <a:ea typeface="微软雅黑" panose="020B0503020204020204" pitchFamily="34" charset="-122"/>
                <a:cs typeface="微软雅黑" pitchFamily="18" charset="-122"/>
              </a:rPr>
              <a:t>上半年工作总结和下半年工作计划</a:t>
            </a:r>
            <a:endParaRPr kumimoji="1" lang="zh-CN" altLang="en-US" sz="2186"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05" name="文本框 35">
            <a:extLst>
              <a:ext uri="{FF2B5EF4-FFF2-40B4-BE49-F238E27FC236}">
                <a16:creationId xmlns:a16="http://schemas.microsoft.com/office/drawing/2014/main" id="{E0EBA65F-3116-A9C2-722C-C6BFAC4B4BA1}"/>
              </a:ext>
            </a:extLst>
          </p:cNvPr>
          <p:cNvSpPr txBox="1"/>
          <p:nvPr/>
        </p:nvSpPr>
        <p:spPr>
          <a:xfrm>
            <a:off x="3316795" y="1804711"/>
            <a:ext cx="5547520" cy="565085"/>
          </a:xfrm>
          <a:prstGeom prst="rect">
            <a:avLst/>
          </a:prstGeom>
          <a:noFill/>
        </p:spPr>
        <p:txBody>
          <a:bodyPr wrap="square" rtlCol="0">
            <a:spAutoFit/>
          </a:bodyPr>
          <a:lstStyle/>
          <a:p>
            <a:pPr algn="ctr">
              <a:lnSpc>
                <a:spcPct val="150000"/>
              </a:lnSpc>
            </a:pPr>
            <a:r>
              <a:rPr kumimoji="1" lang="zh-CN" altLang="en-US" sz="1093"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06" name="文本框 36">
            <a:extLst>
              <a:ext uri="{FF2B5EF4-FFF2-40B4-BE49-F238E27FC236}">
                <a16:creationId xmlns:a16="http://schemas.microsoft.com/office/drawing/2014/main" id="{C2E3FF43-82D8-9CED-225B-AA8D56E5213F}"/>
              </a:ext>
            </a:extLst>
          </p:cNvPr>
          <p:cNvSpPr txBox="1"/>
          <p:nvPr/>
        </p:nvSpPr>
        <p:spPr>
          <a:xfrm>
            <a:off x="5876697" y="3237972"/>
            <a:ext cx="588679" cy="2138962"/>
          </a:xfrm>
          <a:prstGeom prst="rect">
            <a:avLst/>
          </a:prstGeom>
          <a:noFill/>
        </p:spPr>
        <p:txBody>
          <a:bodyPr vert="eaVert" wrap="square" rtlCol="0">
            <a:spAutoFit/>
          </a:bodyPr>
          <a:lstStyle/>
          <a:p>
            <a:pPr algn="ctr">
              <a:lnSpc>
                <a:spcPct val="150000"/>
              </a:lnSpc>
            </a:pPr>
            <a:r>
              <a:rPr lang="zh-CN" altLang="en-US" sz="1822"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总结与计划</a:t>
            </a:r>
            <a:endParaRPr kumimoji="1" lang="zh-CN" altLang="en-US" sz="1822"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pic>
        <p:nvPicPr>
          <p:cNvPr id="107" name="图形 37" descr="靶心 纯色填充">
            <a:extLst>
              <a:ext uri="{FF2B5EF4-FFF2-40B4-BE49-F238E27FC236}">
                <a16:creationId xmlns:a16="http://schemas.microsoft.com/office/drawing/2014/main" id="{E144B692-7DC2-8156-9557-9FFECD2E551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863689" y="3080961"/>
            <a:ext cx="484902" cy="484902"/>
          </a:xfrm>
          <a:prstGeom prst="rect">
            <a:avLst/>
          </a:prstGeom>
        </p:spPr>
      </p:pic>
      <p:sp>
        <p:nvSpPr>
          <p:cNvPr id="108" name="文本框 39">
            <a:extLst>
              <a:ext uri="{FF2B5EF4-FFF2-40B4-BE49-F238E27FC236}">
                <a16:creationId xmlns:a16="http://schemas.microsoft.com/office/drawing/2014/main" id="{B08D879A-B5A7-AF8F-186E-D5C3748BFF50}"/>
              </a:ext>
            </a:extLst>
          </p:cNvPr>
          <p:cNvSpPr txBox="1"/>
          <p:nvPr/>
        </p:nvSpPr>
        <p:spPr>
          <a:xfrm>
            <a:off x="3782361" y="3182833"/>
            <a:ext cx="1625020" cy="476550"/>
          </a:xfrm>
          <a:prstGeom prst="rect">
            <a:avLst/>
          </a:prstGeom>
          <a:noFill/>
        </p:spPr>
        <p:txBody>
          <a:bodyPr wrap="square">
            <a:spAutoFit/>
          </a:bodyPr>
          <a:lstStyle/>
          <a:p>
            <a:r>
              <a:rPr lang="zh-CN" altLang="en-US" sz="255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工作总结</a:t>
            </a:r>
            <a:endParaRPr lang="zh-CN" altLang="en-US" sz="2550" dirty="0">
              <a:solidFill>
                <a:srgbClr val="FFFFFF"/>
              </a:solidFill>
              <a:latin typeface="微软雅黑" panose="020B0503020204020204" pitchFamily="34" charset="-122"/>
              <a:ea typeface="微软雅黑" panose="020B0503020204020204" pitchFamily="34" charset="-122"/>
            </a:endParaRPr>
          </a:p>
        </p:txBody>
      </p:sp>
      <p:sp>
        <p:nvSpPr>
          <p:cNvPr id="109" name="矩形 42">
            <a:extLst>
              <a:ext uri="{FF2B5EF4-FFF2-40B4-BE49-F238E27FC236}">
                <a16:creationId xmlns:a16="http://schemas.microsoft.com/office/drawing/2014/main" id="{654E5147-C763-C36D-3291-1AE05BDBDDD7}"/>
              </a:ext>
            </a:extLst>
          </p:cNvPr>
          <p:cNvSpPr/>
          <p:nvPr/>
        </p:nvSpPr>
        <p:spPr>
          <a:xfrm flipH="1">
            <a:off x="3607960" y="4611337"/>
            <a:ext cx="2036899" cy="695144"/>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这里请放入您需要替换的文字内容，这里请放入您需要替换的文字内容，</a:t>
            </a:r>
            <a:endParaRPr kumimoji="1" lang="en-US" altLang="zh-CN" sz="911"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11"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a:t>
            </a:r>
          </a:p>
        </p:txBody>
      </p:sp>
      <p:sp>
        <p:nvSpPr>
          <p:cNvPr id="110" name="椭圆 45">
            <a:extLst>
              <a:ext uri="{FF2B5EF4-FFF2-40B4-BE49-F238E27FC236}">
                <a16:creationId xmlns:a16="http://schemas.microsoft.com/office/drawing/2014/main" id="{57FEFCC4-5EE6-1B9A-7382-229DA2235A7E}"/>
              </a:ext>
            </a:extLst>
          </p:cNvPr>
          <p:cNvSpPr/>
          <p:nvPr/>
        </p:nvSpPr>
        <p:spPr>
          <a:xfrm>
            <a:off x="3483025"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336699"/>
                </a:solidFill>
                <a:latin typeface="微软雅黑" panose="020B0503020204020204" pitchFamily="34" charset="-122"/>
                <a:ea typeface="微软雅黑" panose="020B0503020204020204" pitchFamily="34" charset="-122"/>
                <a:cs typeface="微软雅黑" pitchFamily="18" charset="-122"/>
              </a:rPr>
              <a:t>完成任务</a:t>
            </a:r>
          </a:p>
        </p:txBody>
      </p:sp>
      <p:sp>
        <p:nvSpPr>
          <p:cNvPr id="111" name="椭圆 46">
            <a:extLst>
              <a:ext uri="{FF2B5EF4-FFF2-40B4-BE49-F238E27FC236}">
                <a16:creationId xmlns:a16="http://schemas.microsoft.com/office/drawing/2014/main" id="{20E8F6A7-35F4-A9F4-087B-28A21E438015}"/>
              </a:ext>
            </a:extLst>
          </p:cNvPr>
          <p:cNvSpPr/>
          <p:nvPr/>
        </p:nvSpPr>
        <p:spPr>
          <a:xfrm>
            <a:off x="4278549"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336699"/>
                </a:solidFill>
                <a:latin typeface="微软雅黑" panose="020B0503020204020204" pitchFamily="34" charset="-122"/>
                <a:ea typeface="微软雅黑" panose="020B0503020204020204" pitchFamily="34" charset="-122"/>
                <a:cs typeface="微软雅黑" pitchFamily="18" charset="-122"/>
              </a:rPr>
              <a:t>完成任务</a:t>
            </a:r>
          </a:p>
        </p:txBody>
      </p:sp>
      <p:sp>
        <p:nvSpPr>
          <p:cNvPr id="112" name="椭圆 47">
            <a:extLst>
              <a:ext uri="{FF2B5EF4-FFF2-40B4-BE49-F238E27FC236}">
                <a16:creationId xmlns:a16="http://schemas.microsoft.com/office/drawing/2014/main" id="{408D0283-08B7-001E-63DC-8975129A3AF5}"/>
              </a:ext>
            </a:extLst>
          </p:cNvPr>
          <p:cNvSpPr/>
          <p:nvPr/>
        </p:nvSpPr>
        <p:spPr>
          <a:xfrm>
            <a:off x="5074074"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336699"/>
                </a:solidFill>
                <a:latin typeface="微软雅黑" panose="020B0503020204020204" pitchFamily="34" charset="-122"/>
                <a:ea typeface="微软雅黑" panose="020B0503020204020204" pitchFamily="34" charset="-122"/>
                <a:cs typeface="微软雅黑" pitchFamily="18" charset="-122"/>
              </a:rPr>
              <a:t>完成任务</a:t>
            </a:r>
          </a:p>
        </p:txBody>
      </p:sp>
      <p:sp>
        <p:nvSpPr>
          <p:cNvPr id="113" name="文本框 48">
            <a:extLst>
              <a:ext uri="{FF2B5EF4-FFF2-40B4-BE49-F238E27FC236}">
                <a16:creationId xmlns:a16="http://schemas.microsoft.com/office/drawing/2014/main" id="{1845C01C-6E29-BBAC-A2E6-A5B15AD0B086}"/>
              </a:ext>
            </a:extLst>
          </p:cNvPr>
          <p:cNvSpPr txBox="1"/>
          <p:nvPr/>
        </p:nvSpPr>
        <p:spPr>
          <a:xfrm>
            <a:off x="6780574" y="3182833"/>
            <a:ext cx="1625020" cy="476550"/>
          </a:xfrm>
          <a:prstGeom prst="rect">
            <a:avLst/>
          </a:prstGeom>
          <a:noFill/>
        </p:spPr>
        <p:txBody>
          <a:bodyPr wrap="square">
            <a:spAutoFit/>
          </a:bodyPr>
          <a:lstStyle/>
          <a:p>
            <a:r>
              <a:rPr lang="zh-CN" altLang="en-US" sz="2550" b="1"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工作计划</a:t>
            </a:r>
            <a:endParaRPr lang="zh-CN" altLang="en-US" sz="2550" dirty="0">
              <a:solidFill>
                <a:srgbClr val="FFFFFF"/>
              </a:solidFill>
              <a:latin typeface="微软雅黑" panose="020B0503020204020204" pitchFamily="34" charset="-122"/>
              <a:ea typeface="微软雅黑" panose="020B0503020204020204" pitchFamily="34" charset="-122"/>
            </a:endParaRPr>
          </a:p>
        </p:txBody>
      </p:sp>
      <p:sp>
        <p:nvSpPr>
          <p:cNvPr id="114" name="矩形 49">
            <a:extLst>
              <a:ext uri="{FF2B5EF4-FFF2-40B4-BE49-F238E27FC236}">
                <a16:creationId xmlns:a16="http://schemas.microsoft.com/office/drawing/2014/main" id="{A819B1FE-1DAE-8763-F773-1FCB0F0C8432}"/>
              </a:ext>
            </a:extLst>
          </p:cNvPr>
          <p:cNvSpPr/>
          <p:nvPr/>
        </p:nvSpPr>
        <p:spPr>
          <a:xfrm flipH="1">
            <a:off x="6606173" y="4611337"/>
            <a:ext cx="2036899" cy="695144"/>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这里请放入您需要替换的文字内容，这里请放入您需要替换的文字内容，</a:t>
            </a:r>
            <a:endParaRPr kumimoji="1" lang="en-US" altLang="zh-CN" sz="911"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911"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a:t>
            </a:r>
          </a:p>
        </p:txBody>
      </p:sp>
      <p:sp>
        <p:nvSpPr>
          <p:cNvPr id="115" name="椭圆 50">
            <a:extLst>
              <a:ext uri="{FF2B5EF4-FFF2-40B4-BE49-F238E27FC236}">
                <a16:creationId xmlns:a16="http://schemas.microsoft.com/office/drawing/2014/main" id="{4A01FBCB-0FE1-1AF7-43DE-7DD063D13723}"/>
              </a:ext>
            </a:extLst>
          </p:cNvPr>
          <p:cNvSpPr/>
          <p:nvPr/>
        </p:nvSpPr>
        <p:spPr>
          <a:xfrm>
            <a:off x="6481238"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完成任务</a:t>
            </a:r>
          </a:p>
        </p:txBody>
      </p:sp>
      <p:sp>
        <p:nvSpPr>
          <p:cNvPr id="116" name="椭圆 51">
            <a:extLst>
              <a:ext uri="{FF2B5EF4-FFF2-40B4-BE49-F238E27FC236}">
                <a16:creationId xmlns:a16="http://schemas.microsoft.com/office/drawing/2014/main" id="{D8EA0F9E-3B0D-BF6E-A3F7-19D85676C1E0}"/>
              </a:ext>
            </a:extLst>
          </p:cNvPr>
          <p:cNvSpPr/>
          <p:nvPr/>
        </p:nvSpPr>
        <p:spPr>
          <a:xfrm>
            <a:off x="7276763"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完成任务</a:t>
            </a:r>
          </a:p>
        </p:txBody>
      </p:sp>
      <p:sp>
        <p:nvSpPr>
          <p:cNvPr id="117" name="椭圆 52">
            <a:extLst>
              <a:ext uri="{FF2B5EF4-FFF2-40B4-BE49-F238E27FC236}">
                <a16:creationId xmlns:a16="http://schemas.microsoft.com/office/drawing/2014/main" id="{8BEF1B26-285A-616E-0D10-FD42C79A3BB4}"/>
              </a:ext>
            </a:extLst>
          </p:cNvPr>
          <p:cNvSpPr/>
          <p:nvPr/>
        </p:nvSpPr>
        <p:spPr>
          <a:xfrm>
            <a:off x="8072287" y="3819160"/>
            <a:ext cx="627859" cy="627859"/>
          </a:xfrm>
          <a:prstGeom prst="ellipse">
            <a:avLst/>
          </a:prstGeom>
          <a:solidFill>
            <a:srgbClr val="FFFFFF"/>
          </a:solidFill>
          <a:ln w="9525" cap="flat" cmpd="sng" algn="ctr">
            <a:no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完成任务</a:t>
            </a:r>
          </a:p>
        </p:txBody>
      </p:sp>
      <p:grpSp>
        <p:nvGrpSpPr>
          <p:cNvPr id="118" name="组合 40">
            <a:extLst>
              <a:ext uri="{FF2B5EF4-FFF2-40B4-BE49-F238E27FC236}">
                <a16:creationId xmlns:a16="http://schemas.microsoft.com/office/drawing/2014/main" id="{94BB10CE-FA7D-6261-29A6-ED02804F64A0}"/>
              </a:ext>
            </a:extLst>
          </p:cNvPr>
          <p:cNvGrpSpPr/>
          <p:nvPr/>
        </p:nvGrpSpPr>
        <p:grpSpPr>
          <a:xfrm>
            <a:off x="3009221" y="1390640"/>
            <a:ext cx="6212763" cy="4876810"/>
            <a:chOff x="2693110" y="1606169"/>
            <a:chExt cx="6821203" cy="4731385"/>
          </a:xfrm>
        </p:grpSpPr>
        <p:sp>
          <p:nvSpPr>
            <p:cNvPr id="119" name="object 12">
              <a:extLst>
                <a:ext uri="{FF2B5EF4-FFF2-40B4-BE49-F238E27FC236}">
                  <a16:creationId xmlns:a16="http://schemas.microsoft.com/office/drawing/2014/main" id="{76CD7E80-DD00-2B8E-F9D6-E37440E0C9E9}"/>
                </a:ext>
              </a:extLst>
            </p:cNvPr>
            <p:cNvSpPr/>
            <p:nvPr/>
          </p:nvSpPr>
          <p:spPr>
            <a:xfrm>
              <a:off x="2693110" y="1606169"/>
              <a:ext cx="0" cy="4731385"/>
            </a:xfrm>
            <a:custGeom>
              <a:avLst/>
              <a:gdLst/>
              <a:ahLst/>
              <a:cxnLst/>
              <a:rect l="l" t="t" r="r" b="b"/>
              <a:pathLst>
                <a:path h="4731385">
                  <a:moveTo>
                    <a:pt x="0" y="0"/>
                  </a:moveTo>
                  <a:lnTo>
                    <a:pt x="0" y="4731385"/>
                  </a:lnTo>
                </a:path>
              </a:pathLst>
            </a:custGeom>
            <a:ln w="12700">
              <a:solidFill>
                <a:srgbClr val="7A8C8E"/>
              </a:solid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20" name="object 18">
              <a:extLst>
                <a:ext uri="{FF2B5EF4-FFF2-40B4-BE49-F238E27FC236}">
                  <a16:creationId xmlns:a16="http://schemas.microsoft.com/office/drawing/2014/main" id="{57A76B19-F370-B53D-F0EB-E40B406B5EB4}"/>
                </a:ext>
              </a:extLst>
            </p:cNvPr>
            <p:cNvSpPr/>
            <p:nvPr/>
          </p:nvSpPr>
          <p:spPr>
            <a:xfrm>
              <a:off x="9514313" y="1606169"/>
              <a:ext cx="0" cy="4731385"/>
            </a:xfrm>
            <a:custGeom>
              <a:avLst/>
              <a:gdLst/>
              <a:ahLst/>
              <a:cxnLst/>
              <a:rect l="l" t="t" r="r" b="b"/>
              <a:pathLst>
                <a:path h="4731385">
                  <a:moveTo>
                    <a:pt x="0" y="0"/>
                  </a:moveTo>
                  <a:lnTo>
                    <a:pt x="0" y="4731385"/>
                  </a:lnTo>
                </a:path>
              </a:pathLst>
            </a:custGeom>
            <a:ln w="12700">
              <a:solidFill>
                <a:srgbClr val="7A8C8E"/>
              </a:solid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grpSp>
      <p:pic>
        <p:nvPicPr>
          <p:cNvPr id="121" name="object 19">
            <a:extLst>
              <a:ext uri="{FF2B5EF4-FFF2-40B4-BE49-F238E27FC236}">
                <a16:creationId xmlns:a16="http://schemas.microsoft.com/office/drawing/2014/main" id="{FC694826-DF6F-67A9-85D5-8AD2A2E1EC95}"/>
              </a:ext>
            </a:extLst>
          </p:cNvPr>
          <p:cNvPicPr/>
          <p:nvPr/>
        </p:nvPicPr>
        <p:blipFill>
          <a:blip r:embed="rId5" cstate="print"/>
          <a:stretch>
            <a:fillRect/>
          </a:stretch>
        </p:blipFill>
        <p:spPr>
          <a:xfrm>
            <a:off x="9146699" y="2182170"/>
            <a:ext cx="150569" cy="150581"/>
          </a:xfrm>
          <a:prstGeom prst="rect">
            <a:avLst/>
          </a:prstGeom>
          <a:solidFill>
            <a:srgbClr val="FFFFFF"/>
          </a:solidFill>
        </p:spPr>
      </p:pic>
      <p:pic>
        <p:nvPicPr>
          <p:cNvPr id="122" name="object 20">
            <a:extLst>
              <a:ext uri="{FF2B5EF4-FFF2-40B4-BE49-F238E27FC236}">
                <a16:creationId xmlns:a16="http://schemas.microsoft.com/office/drawing/2014/main" id="{61194766-A2BC-51ED-9EE0-ADC83FA12B25}"/>
              </a:ext>
            </a:extLst>
          </p:cNvPr>
          <p:cNvPicPr/>
          <p:nvPr/>
        </p:nvPicPr>
        <p:blipFill>
          <a:blip r:embed="rId5" cstate="print"/>
          <a:stretch>
            <a:fillRect/>
          </a:stretch>
        </p:blipFill>
        <p:spPr>
          <a:xfrm>
            <a:off x="9146699" y="4267025"/>
            <a:ext cx="150569" cy="150581"/>
          </a:xfrm>
          <a:prstGeom prst="rect">
            <a:avLst/>
          </a:prstGeom>
          <a:solidFill>
            <a:srgbClr val="FFFFFF"/>
          </a:solidFill>
        </p:spPr>
      </p:pic>
      <p:pic>
        <p:nvPicPr>
          <p:cNvPr id="123" name="object 21">
            <a:extLst>
              <a:ext uri="{FF2B5EF4-FFF2-40B4-BE49-F238E27FC236}">
                <a16:creationId xmlns:a16="http://schemas.microsoft.com/office/drawing/2014/main" id="{E31AF224-43F4-BB52-4772-BC1D8CB9C2C7}"/>
              </a:ext>
            </a:extLst>
          </p:cNvPr>
          <p:cNvPicPr/>
          <p:nvPr/>
        </p:nvPicPr>
        <p:blipFill>
          <a:blip r:embed="rId5" cstate="print"/>
          <a:stretch>
            <a:fillRect/>
          </a:stretch>
        </p:blipFill>
        <p:spPr>
          <a:xfrm>
            <a:off x="9146699" y="3224597"/>
            <a:ext cx="150569" cy="150581"/>
          </a:xfrm>
          <a:prstGeom prst="rect">
            <a:avLst/>
          </a:prstGeom>
        </p:spPr>
      </p:pic>
      <p:pic>
        <p:nvPicPr>
          <p:cNvPr id="124" name="object 22">
            <a:extLst>
              <a:ext uri="{FF2B5EF4-FFF2-40B4-BE49-F238E27FC236}">
                <a16:creationId xmlns:a16="http://schemas.microsoft.com/office/drawing/2014/main" id="{B7CE6013-FB13-25D0-2C03-4485868972AB}"/>
              </a:ext>
            </a:extLst>
          </p:cNvPr>
          <p:cNvPicPr/>
          <p:nvPr/>
        </p:nvPicPr>
        <p:blipFill>
          <a:blip r:embed="rId5" cstate="print"/>
          <a:stretch>
            <a:fillRect/>
          </a:stretch>
        </p:blipFill>
        <p:spPr>
          <a:xfrm>
            <a:off x="9146699" y="5309452"/>
            <a:ext cx="150569" cy="150581"/>
          </a:xfrm>
          <a:prstGeom prst="rect">
            <a:avLst/>
          </a:prstGeom>
        </p:spPr>
      </p:pic>
      <p:sp>
        <p:nvSpPr>
          <p:cNvPr id="125" name="矩形 56">
            <a:extLst>
              <a:ext uri="{FF2B5EF4-FFF2-40B4-BE49-F238E27FC236}">
                <a16:creationId xmlns:a16="http://schemas.microsoft.com/office/drawing/2014/main" id="{D46BB126-4521-87A3-D419-EE3DEA249B47}"/>
              </a:ext>
            </a:extLst>
          </p:cNvPr>
          <p:cNvSpPr/>
          <p:nvPr/>
        </p:nvSpPr>
        <p:spPr>
          <a:xfrm flipH="1">
            <a:off x="9434922" y="2196131"/>
            <a:ext cx="1793681" cy="484902"/>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26" name="圆角矩形 57">
            <a:extLst>
              <a:ext uri="{FF2B5EF4-FFF2-40B4-BE49-F238E27FC236}">
                <a16:creationId xmlns:a16="http://schemas.microsoft.com/office/drawing/2014/main" id="{0639267C-0F81-C639-97A1-0AF399886DC9}"/>
              </a:ext>
            </a:extLst>
          </p:cNvPr>
          <p:cNvSpPr/>
          <p:nvPr/>
        </p:nvSpPr>
        <p:spPr>
          <a:xfrm>
            <a:off x="9492772" y="1817619"/>
            <a:ext cx="1023981" cy="31402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sp>
        <p:nvSpPr>
          <p:cNvPr id="127" name="矩形 58">
            <a:extLst>
              <a:ext uri="{FF2B5EF4-FFF2-40B4-BE49-F238E27FC236}">
                <a16:creationId xmlns:a16="http://schemas.microsoft.com/office/drawing/2014/main" id="{E2DB0596-50C3-CB64-234E-1E495BA7DC6D}"/>
              </a:ext>
            </a:extLst>
          </p:cNvPr>
          <p:cNvSpPr/>
          <p:nvPr/>
        </p:nvSpPr>
        <p:spPr>
          <a:xfrm flipH="1">
            <a:off x="9434922" y="3336998"/>
            <a:ext cx="1793681" cy="484902"/>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28" name="圆角矩形 59">
            <a:extLst>
              <a:ext uri="{FF2B5EF4-FFF2-40B4-BE49-F238E27FC236}">
                <a16:creationId xmlns:a16="http://schemas.microsoft.com/office/drawing/2014/main" id="{7B21E783-419E-A798-9CA4-80640925C339}"/>
              </a:ext>
            </a:extLst>
          </p:cNvPr>
          <p:cNvSpPr/>
          <p:nvPr/>
        </p:nvSpPr>
        <p:spPr>
          <a:xfrm>
            <a:off x="9492772" y="2958486"/>
            <a:ext cx="1023981" cy="314021"/>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主要业绩</a:t>
            </a:r>
          </a:p>
        </p:txBody>
      </p:sp>
      <p:sp>
        <p:nvSpPr>
          <p:cNvPr id="129" name="矩形 60">
            <a:extLst>
              <a:ext uri="{FF2B5EF4-FFF2-40B4-BE49-F238E27FC236}">
                <a16:creationId xmlns:a16="http://schemas.microsoft.com/office/drawing/2014/main" id="{4F03186A-2893-0022-5632-CBCB22E36351}"/>
              </a:ext>
            </a:extLst>
          </p:cNvPr>
          <p:cNvSpPr/>
          <p:nvPr/>
        </p:nvSpPr>
        <p:spPr>
          <a:xfrm flipH="1">
            <a:off x="9434922" y="4419686"/>
            <a:ext cx="1793681" cy="484902"/>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30" name="圆角矩形 61">
            <a:extLst>
              <a:ext uri="{FF2B5EF4-FFF2-40B4-BE49-F238E27FC236}">
                <a16:creationId xmlns:a16="http://schemas.microsoft.com/office/drawing/2014/main" id="{6155F2D6-FD28-32D0-B7A3-81F8D3B5CF5F}"/>
              </a:ext>
            </a:extLst>
          </p:cNvPr>
          <p:cNvSpPr/>
          <p:nvPr/>
        </p:nvSpPr>
        <p:spPr>
          <a:xfrm>
            <a:off x="9492772" y="4041174"/>
            <a:ext cx="1023981" cy="31402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sp>
        <p:nvSpPr>
          <p:cNvPr id="131" name="矩形 62">
            <a:extLst>
              <a:ext uri="{FF2B5EF4-FFF2-40B4-BE49-F238E27FC236}">
                <a16:creationId xmlns:a16="http://schemas.microsoft.com/office/drawing/2014/main" id="{C07349AD-6E7E-DBF5-EA00-294A781A0A9C}"/>
              </a:ext>
            </a:extLst>
          </p:cNvPr>
          <p:cNvSpPr/>
          <p:nvPr/>
        </p:nvSpPr>
        <p:spPr>
          <a:xfrm flipH="1">
            <a:off x="9434922" y="5502374"/>
            <a:ext cx="1793681" cy="484902"/>
          </a:xfrm>
          <a:prstGeom prst="rect">
            <a:avLst/>
          </a:prstGeom>
          <a:ln>
            <a:noFill/>
          </a:ln>
        </p:spPr>
        <p:txBody>
          <a:bodyPr wrap="square" lIns="91440" tIns="45720" rIns="91440" bIns="45720" anchor="t">
            <a:spAutoFit/>
          </a:bodyPr>
          <a:lstStyle/>
          <a:p>
            <a:pP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32" name="圆角矩形 63">
            <a:extLst>
              <a:ext uri="{FF2B5EF4-FFF2-40B4-BE49-F238E27FC236}">
                <a16:creationId xmlns:a16="http://schemas.microsoft.com/office/drawing/2014/main" id="{F4C72AD9-9C56-2C95-CEC5-CD1123ECABD1}"/>
              </a:ext>
            </a:extLst>
          </p:cNvPr>
          <p:cNvSpPr/>
          <p:nvPr/>
        </p:nvSpPr>
        <p:spPr>
          <a:xfrm>
            <a:off x="9492772" y="5123862"/>
            <a:ext cx="1023981" cy="314021"/>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主要业绩</a:t>
            </a:r>
          </a:p>
        </p:txBody>
      </p:sp>
      <p:sp>
        <p:nvSpPr>
          <p:cNvPr id="133" name="矩形 64">
            <a:extLst>
              <a:ext uri="{FF2B5EF4-FFF2-40B4-BE49-F238E27FC236}">
                <a16:creationId xmlns:a16="http://schemas.microsoft.com/office/drawing/2014/main" id="{D4F3689B-ECA5-0BCD-F53C-E236BFA93C67}"/>
              </a:ext>
            </a:extLst>
          </p:cNvPr>
          <p:cNvSpPr/>
          <p:nvPr/>
        </p:nvSpPr>
        <p:spPr>
          <a:xfrm flipH="1">
            <a:off x="965585" y="2196131"/>
            <a:ext cx="1793681" cy="484902"/>
          </a:xfrm>
          <a:prstGeom prst="rect">
            <a:avLst/>
          </a:prstGeom>
          <a:ln>
            <a:noFill/>
          </a:ln>
        </p:spPr>
        <p:txBody>
          <a:bodyPr wrap="square" lIns="91440" tIns="45720" rIns="91440" bIns="45720" anchor="t">
            <a:spAutoFit/>
          </a:bodyPr>
          <a:lstStyle/>
          <a:p>
            <a:pPr algn="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34" name="圆角矩形 65">
            <a:extLst>
              <a:ext uri="{FF2B5EF4-FFF2-40B4-BE49-F238E27FC236}">
                <a16:creationId xmlns:a16="http://schemas.microsoft.com/office/drawing/2014/main" id="{94A94A02-E8B6-F728-F97F-B76BFDDA866E}"/>
              </a:ext>
            </a:extLst>
          </p:cNvPr>
          <p:cNvSpPr/>
          <p:nvPr/>
        </p:nvSpPr>
        <p:spPr>
          <a:xfrm>
            <a:off x="1735285" y="1817619"/>
            <a:ext cx="1023981" cy="31402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sp>
        <p:nvSpPr>
          <p:cNvPr id="135" name="矩形 66">
            <a:extLst>
              <a:ext uri="{FF2B5EF4-FFF2-40B4-BE49-F238E27FC236}">
                <a16:creationId xmlns:a16="http://schemas.microsoft.com/office/drawing/2014/main" id="{B435DAC9-3DB5-6CCF-D4A4-5D7FD4212BB2}"/>
              </a:ext>
            </a:extLst>
          </p:cNvPr>
          <p:cNvSpPr/>
          <p:nvPr/>
        </p:nvSpPr>
        <p:spPr>
          <a:xfrm flipH="1">
            <a:off x="965585" y="3336998"/>
            <a:ext cx="1793681" cy="484902"/>
          </a:xfrm>
          <a:prstGeom prst="rect">
            <a:avLst/>
          </a:prstGeom>
          <a:ln>
            <a:noFill/>
          </a:ln>
        </p:spPr>
        <p:txBody>
          <a:bodyPr wrap="square" lIns="91440" tIns="45720" rIns="91440" bIns="45720" anchor="t">
            <a:spAutoFit/>
          </a:bodyPr>
          <a:lstStyle/>
          <a:p>
            <a:pPr algn="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36" name="圆角矩形 67">
            <a:extLst>
              <a:ext uri="{FF2B5EF4-FFF2-40B4-BE49-F238E27FC236}">
                <a16:creationId xmlns:a16="http://schemas.microsoft.com/office/drawing/2014/main" id="{694336D2-231C-A09E-D113-18952C1ACB0B}"/>
              </a:ext>
            </a:extLst>
          </p:cNvPr>
          <p:cNvSpPr/>
          <p:nvPr/>
        </p:nvSpPr>
        <p:spPr>
          <a:xfrm>
            <a:off x="1735285" y="2958486"/>
            <a:ext cx="1023981" cy="314021"/>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主要业绩</a:t>
            </a:r>
          </a:p>
        </p:txBody>
      </p:sp>
      <p:sp>
        <p:nvSpPr>
          <p:cNvPr id="137" name="矩形 68">
            <a:extLst>
              <a:ext uri="{FF2B5EF4-FFF2-40B4-BE49-F238E27FC236}">
                <a16:creationId xmlns:a16="http://schemas.microsoft.com/office/drawing/2014/main" id="{29864AB4-1ED6-42FB-9180-6354CCA8CB66}"/>
              </a:ext>
            </a:extLst>
          </p:cNvPr>
          <p:cNvSpPr/>
          <p:nvPr/>
        </p:nvSpPr>
        <p:spPr>
          <a:xfrm flipH="1">
            <a:off x="965585" y="4419686"/>
            <a:ext cx="1793681" cy="484902"/>
          </a:xfrm>
          <a:prstGeom prst="rect">
            <a:avLst/>
          </a:prstGeom>
          <a:ln>
            <a:noFill/>
          </a:ln>
        </p:spPr>
        <p:txBody>
          <a:bodyPr wrap="square" lIns="91440" tIns="45720" rIns="91440" bIns="45720" anchor="t">
            <a:spAutoFit/>
          </a:bodyPr>
          <a:lstStyle/>
          <a:p>
            <a:pPr algn="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38" name="圆角矩形 69">
            <a:extLst>
              <a:ext uri="{FF2B5EF4-FFF2-40B4-BE49-F238E27FC236}">
                <a16:creationId xmlns:a16="http://schemas.microsoft.com/office/drawing/2014/main" id="{E812A6C9-8766-5233-02F1-19049BDB9187}"/>
              </a:ext>
            </a:extLst>
          </p:cNvPr>
          <p:cNvSpPr/>
          <p:nvPr/>
        </p:nvSpPr>
        <p:spPr>
          <a:xfrm>
            <a:off x="1735285" y="4041174"/>
            <a:ext cx="1023981" cy="31402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sp>
        <p:nvSpPr>
          <p:cNvPr id="139" name="矩形 70">
            <a:extLst>
              <a:ext uri="{FF2B5EF4-FFF2-40B4-BE49-F238E27FC236}">
                <a16:creationId xmlns:a16="http://schemas.microsoft.com/office/drawing/2014/main" id="{622909B6-FF14-2EC8-E001-2CCFF7571E33}"/>
              </a:ext>
            </a:extLst>
          </p:cNvPr>
          <p:cNvSpPr/>
          <p:nvPr/>
        </p:nvSpPr>
        <p:spPr>
          <a:xfrm flipH="1">
            <a:off x="965585" y="5502374"/>
            <a:ext cx="1793681" cy="484902"/>
          </a:xfrm>
          <a:prstGeom prst="rect">
            <a:avLst/>
          </a:prstGeom>
          <a:ln>
            <a:noFill/>
          </a:ln>
        </p:spPr>
        <p:txBody>
          <a:bodyPr wrap="square" lIns="91440" tIns="45720" rIns="91440" bIns="45720" anchor="t">
            <a:spAutoFit/>
          </a:bodyPr>
          <a:lstStyle/>
          <a:p>
            <a:pPr algn="r">
              <a:lnSpc>
                <a:spcPct val="150000"/>
              </a:lnSpc>
            </a:pPr>
            <a:r>
              <a:rPr kumimoji="1" lang="zh-CN" altLang="en-US" sz="911" dirty="0">
                <a:solidFill>
                  <a:srgbClr val="7A8C8E"/>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40" name="圆角矩形 71">
            <a:extLst>
              <a:ext uri="{FF2B5EF4-FFF2-40B4-BE49-F238E27FC236}">
                <a16:creationId xmlns:a16="http://schemas.microsoft.com/office/drawing/2014/main" id="{0B2871FE-03F9-0EC1-790A-EBB2F91C7779}"/>
              </a:ext>
            </a:extLst>
          </p:cNvPr>
          <p:cNvSpPr/>
          <p:nvPr/>
        </p:nvSpPr>
        <p:spPr>
          <a:xfrm>
            <a:off x="1735285" y="5123862"/>
            <a:ext cx="1023981" cy="314021"/>
          </a:xfrm>
          <a:prstGeom prst="round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75" b="1" dirty="0">
                <a:solidFill>
                  <a:srgbClr val="FFFFFF"/>
                </a:solidFill>
                <a:latin typeface="微软雅黑" panose="020B0503020204020204" pitchFamily="34" charset="-122"/>
                <a:ea typeface="微软雅黑" panose="020B0503020204020204" pitchFamily="34" charset="-122"/>
                <a:cs typeface="微软雅黑" pitchFamily="18" charset="-122"/>
              </a:rPr>
              <a:t>主要业绩</a:t>
            </a:r>
          </a:p>
        </p:txBody>
      </p:sp>
      <p:pic>
        <p:nvPicPr>
          <p:cNvPr id="141" name="object 14">
            <a:extLst>
              <a:ext uri="{FF2B5EF4-FFF2-40B4-BE49-F238E27FC236}">
                <a16:creationId xmlns:a16="http://schemas.microsoft.com/office/drawing/2014/main" id="{F6E46A7C-6D66-27EA-B2EF-55B7DF847154}"/>
              </a:ext>
            </a:extLst>
          </p:cNvPr>
          <p:cNvPicPr/>
          <p:nvPr/>
        </p:nvPicPr>
        <p:blipFill>
          <a:blip r:embed="rId5" cstate="print"/>
          <a:stretch>
            <a:fillRect/>
          </a:stretch>
        </p:blipFill>
        <p:spPr>
          <a:xfrm>
            <a:off x="2936315" y="2182170"/>
            <a:ext cx="150569" cy="150581"/>
          </a:xfrm>
          <a:prstGeom prst="rect">
            <a:avLst/>
          </a:prstGeom>
          <a:solidFill>
            <a:srgbClr val="FFFFFF"/>
          </a:solidFill>
        </p:spPr>
      </p:pic>
      <p:pic>
        <p:nvPicPr>
          <p:cNvPr id="142" name="object 15">
            <a:extLst>
              <a:ext uri="{FF2B5EF4-FFF2-40B4-BE49-F238E27FC236}">
                <a16:creationId xmlns:a16="http://schemas.microsoft.com/office/drawing/2014/main" id="{EE037CC8-1B8E-1B4B-02D5-D717CAFE09CF}"/>
              </a:ext>
            </a:extLst>
          </p:cNvPr>
          <p:cNvPicPr/>
          <p:nvPr/>
        </p:nvPicPr>
        <p:blipFill>
          <a:blip r:embed="rId5" cstate="print"/>
          <a:stretch>
            <a:fillRect/>
          </a:stretch>
        </p:blipFill>
        <p:spPr>
          <a:xfrm>
            <a:off x="2936315" y="3224597"/>
            <a:ext cx="150569" cy="150581"/>
          </a:xfrm>
          <a:prstGeom prst="rect">
            <a:avLst/>
          </a:prstGeom>
        </p:spPr>
      </p:pic>
      <p:pic>
        <p:nvPicPr>
          <p:cNvPr id="143" name="object 16">
            <a:extLst>
              <a:ext uri="{FF2B5EF4-FFF2-40B4-BE49-F238E27FC236}">
                <a16:creationId xmlns:a16="http://schemas.microsoft.com/office/drawing/2014/main" id="{1DCF94E6-8C47-3757-D1B7-06255EB67180}"/>
              </a:ext>
            </a:extLst>
          </p:cNvPr>
          <p:cNvPicPr/>
          <p:nvPr/>
        </p:nvPicPr>
        <p:blipFill>
          <a:blip r:embed="rId5" cstate="print"/>
          <a:stretch>
            <a:fillRect/>
          </a:stretch>
        </p:blipFill>
        <p:spPr>
          <a:xfrm>
            <a:off x="2936315" y="4267025"/>
            <a:ext cx="150569" cy="150581"/>
          </a:xfrm>
          <a:prstGeom prst="rect">
            <a:avLst/>
          </a:prstGeom>
          <a:solidFill>
            <a:srgbClr val="FFFFFF"/>
          </a:solidFill>
        </p:spPr>
      </p:pic>
      <p:pic>
        <p:nvPicPr>
          <p:cNvPr id="144" name="object 17">
            <a:extLst>
              <a:ext uri="{FF2B5EF4-FFF2-40B4-BE49-F238E27FC236}">
                <a16:creationId xmlns:a16="http://schemas.microsoft.com/office/drawing/2014/main" id="{CB421C2A-D0BE-EB7B-0CA2-3565E2715074}"/>
              </a:ext>
            </a:extLst>
          </p:cNvPr>
          <p:cNvPicPr/>
          <p:nvPr/>
        </p:nvPicPr>
        <p:blipFill>
          <a:blip r:embed="rId5" cstate="print"/>
          <a:stretch>
            <a:fillRect/>
          </a:stretch>
        </p:blipFill>
        <p:spPr>
          <a:xfrm>
            <a:off x="2936315" y="5309452"/>
            <a:ext cx="150569" cy="150581"/>
          </a:xfrm>
          <a:prstGeom prst="rect">
            <a:avLst/>
          </a:prstGeom>
        </p:spPr>
      </p:pic>
    </p:spTree>
    <p:extLst>
      <p:ext uri="{BB962C8B-B14F-4D97-AF65-F5344CB8AC3E}">
        <p14:creationId xmlns:p14="http://schemas.microsoft.com/office/powerpoint/2010/main" val="1851778670"/>
      </p:ext>
    </p:extLst>
  </p:cSld>
  <p:clrMapOvr>
    <a:masterClrMapping/>
  </p:clrMapOvr>
</p:sld>
</file>

<file path=ppt/slides/vr_business_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R030 四级递进阶梯（结构示例）</a:t>
            </a:r>
          </a:p>
        </p:txBody>
      </p:sp>
      <p:sp>
        <p:nvSpPr>
          <p:cNvPr id="101" name="文本框 18">
            <a:extLst>
              <a:ext uri="{FF2B5EF4-FFF2-40B4-BE49-F238E27FC236}">
                <a16:creationId xmlns:a16="http://schemas.microsoft.com/office/drawing/2014/main" id="{F42D3295-0C35-11F9-96A2-96D62CC48AA2}"/>
              </a:ext>
            </a:extLst>
          </p:cNvPr>
          <p:cNvSpPr txBox="1"/>
          <p:nvPr/>
        </p:nvSpPr>
        <p:spPr>
          <a:xfrm>
            <a:off x="860632" y="1267041"/>
            <a:ext cx="3452926" cy="478530"/>
          </a:xfrm>
          <a:prstGeom prst="rect">
            <a:avLst/>
          </a:prstGeom>
          <a:noFill/>
        </p:spPr>
        <p:txBody>
          <a:bodyPr wrap="none" rtlCol="0">
            <a:spAutoFit/>
          </a:bodyPr>
          <a:lstStyle/>
          <a:p>
            <a:r>
              <a:rPr lang="zh-CN" altLang="en-US" sz="2561" b="1" dirty="0">
                <a:solidFill>
                  <a:srgbClr val="336699"/>
                </a:solidFill>
                <a:effectLst/>
                <a:latin typeface="微软雅黑" panose="020B0503020204020204" pitchFamily="34" charset="-122"/>
                <a:ea typeface="微软雅黑" panose="020B0503020204020204" pitchFamily="34" charset="-122"/>
              </a:rPr>
              <a:t>品牌营销逻辑策划报告</a:t>
            </a:r>
          </a:p>
        </p:txBody>
      </p:sp>
      <p:sp>
        <p:nvSpPr>
          <p:cNvPr id="102" name="文本框 20">
            <a:extLst>
              <a:ext uri="{FF2B5EF4-FFF2-40B4-BE49-F238E27FC236}">
                <a16:creationId xmlns:a16="http://schemas.microsoft.com/office/drawing/2014/main" id="{C68B0D32-C48A-BBA7-4E48-369863FD951E}"/>
              </a:ext>
            </a:extLst>
          </p:cNvPr>
          <p:cNvSpPr txBox="1"/>
          <p:nvPr/>
        </p:nvSpPr>
        <p:spPr>
          <a:xfrm>
            <a:off x="860632" y="1729158"/>
            <a:ext cx="6375727" cy="521517"/>
          </a:xfrm>
          <a:prstGeom prst="rect">
            <a:avLst/>
          </a:prstGeom>
          <a:noFill/>
        </p:spPr>
        <p:txBody>
          <a:bodyPr wrap="square" rtlCol="0">
            <a:spAutoFit/>
          </a:bodyPr>
          <a:lstStyle/>
          <a:p>
            <a:pPr>
              <a:lnSpc>
                <a:spcPct val="150000"/>
              </a:lnSpc>
            </a:pP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03" name="Rectangle 8">
            <a:extLst>
              <a:ext uri="{FF2B5EF4-FFF2-40B4-BE49-F238E27FC236}">
                <a16:creationId xmlns:a16="http://schemas.microsoft.com/office/drawing/2014/main" id="{E0DED49D-343C-1506-E92B-C1929B410E60}"/>
              </a:ext>
            </a:extLst>
          </p:cNvPr>
          <p:cNvSpPr/>
          <p:nvPr/>
        </p:nvSpPr>
        <p:spPr>
          <a:xfrm>
            <a:off x="8734265" y="2463343"/>
            <a:ext cx="116207" cy="524242"/>
          </a:xfrm>
          <a:custGeom>
            <a:avLst/>
            <a:gdLst>
              <a:gd name="connsiteX0" fmla="*/ 0 w 106735"/>
              <a:gd name="connsiteY0" fmla="*/ 0 h 564357"/>
              <a:gd name="connsiteX1" fmla="*/ 106735 w 106735"/>
              <a:gd name="connsiteY1" fmla="*/ 0 h 564357"/>
              <a:gd name="connsiteX2" fmla="*/ 106735 w 106735"/>
              <a:gd name="connsiteY2" fmla="*/ 564357 h 564357"/>
              <a:gd name="connsiteX3" fmla="*/ 0 w 106735"/>
              <a:gd name="connsiteY3" fmla="*/ 564357 h 564357"/>
              <a:gd name="connsiteX4" fmla="*/ 0 w 106735"/>
              <a:gd name="connsiteY4" fmla="*/ 0 h 564357"/>
              <a:gd name="connsiteX0" fmla="*/ 0 w 106735"/>
              <a:gd name="connsiteY0" fmla="*/ 0 h 564357"/>
              <a:gd name="connsiteX1" fmla="*/ 106735 w 106735"/>
              <a:gd name="connsiteY1" fmla="*/ 0 h 564357"/>
              <a:gd name="connsiteX2" fmla="*/ 106735 w 106735"/>
              <a:gd name="connsiteY2" fmla="*/ 495300 h 564357"/>
              <a:gd name="connsiteX3" fmla="*/ 0 w 106735"/>
              <a:gd name="connsiteY3" fmla="*/ 564357 h 564357"/>
              <a:gd name="connsiteX4" fmla="*/ 0 w 106735"/>
              <a:gd name="connsiteY4" fmla="*/ 0 h 564357"/>
              <a:gd name="connsiteX0" fmla="*/ 0 w 106735"/>
              <a:gd name="connsiteY0" fmla="*/ 0 h 559595"/>
              <a:gd name="connsiteX1" fmla="*/ 106735 w 106735"/>
              <a:gd name="connsiteY1" fmla="*/ 0 h 559595"/>
              <a:gd name="connsiteX2" fmla="*/ 106735 w 106735"/>
              <a:gd name="connsiteY2" fmla="*/ 495300 h 559595"/>
              <a:gd name="connsiteX3" fmla="*/ 0 w 106735"/>
              <a:gd name="connsiteY3" fmla="*/ 559595 h 559595"/>
              <a:gd name="connsiteX4" fmla="*/ 0 w 106735"/>
              <a:gd name="connsiteY4" fmla="*/ 0 h 559595"/>
              <a:gd name="connsiteX0" fmla="*/ 0 w 106735"/>
              <a:gd name="connsiteY0" fmla="*/ 0 h 559595"/>
              <a:gd name="connsiteX1" fmla="*/ 106735 w 106735"/>
              <a:gd name="connsiteY1" fmla="*/ 0 h 559595"/>
              <a:gd name="connsiteX2" fmla="*/ 102637 w 106735"/>
              <a:gd name="connsiteY2" fmla="*/ 488156 h 559595"/>
              <a:gd name="connsiteX3" fmla="*/ 0 w 106735"/>
              <a:gd name="connsiteY3" fmla="*/ 559595 h 559595"/>
              <a:gd name="connsiteX4" fmla="*/ 0 w 106735"/>
              <a:gd name="connsiteY4" fmla="*/ 0 h 5595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735" h="559595">
                <a:moveTo>
                  <a:pt x="0" y="0"/>
                </a:moveTo>
                <a:lnTo>
                  <a:pt x="106735" y="0"/>
                </a:lnTo>
                <a:lnTo>
                  <a:pt x="102637" y="488156"/>
                </a:lnTo>
                <a:lnTo>
                  <a:pt x="0" y="559595"/>
                </a:lnTo>
                <a:lnTo>
                  <a:pt x="0" y="0"/>
                </a:ln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panose="020B0503020204020204" pitchFamily="34" charset="-122"/>
              <a:ea typeface="微软雅黑" panose="020B0503020204020204" pitchFamily="34" charset="-122"/>
            </a:endParaRPr>
          </a:p>
        </p:txBody>
      </p:sp>
      <p:sp>
        <p:nvSpPr>
          <p:cNvPr id="104" name="Rectangle 4">
            <a:extLst>
              <a:ext uri="{FF2B5EF4-FFF2-40B4-BE49-F238E27FC236}">
                <a16:creationId xmlns:a16="http://schemas.microsoft.com/office/drawing/2014/main" id="{927C8699-7170-468C-C381-14DA428CDD0A}"/>
              </a:ext>
            </a:extLst>
          </p:cNvPr>
          <p:cNvSpPr/>
          <p:nvPr/>
        </p:nvSpPr>
        <p:spPr>
          <a:xfrm>
            <a:off x="6989766" y="2083555"/>
            <a:ext cx="1504566" cy="1306597"/>
          </a:xfrm>
          <a:prstGeom prst="rect">
            <a:avLst/>
          </a:prstGeom>
          <a:solidFill>
            <a:srgbClr val="75BDA7"/>
          </a:solidFill>
          <a:ln>
            <a:noFill/>
          </a:ln>
          <a:effectLst>
            <a:reflection blurRad="114300" stA="21000" endPos="65000" dir="5400000" sy="-100000" algn="bl" rotWithShape="0"/>
          </a:effectLst>
          <a:scene3d>
            <a:camera prst="isometricTopUp"/>
            <a:lightRig rig="threePt" dir="t">
              <a:rot lat="0" lon="0" rev="0"/>
            </a:lightRig>
          </a:scene3d>
          <a:sp3d extrusionH="381000"/>
        </p:spPr>
        <p:style>
          <a:lnRef idx="2">
            <a:srgbClr val="336699">
              <a:shade val="50000"/>
            </a:srgbClr>
          </a:lnRef>
          <a:fillRef idx="1">
            <a:srgbClr val="336699"/>
          </a:fillRef>
          <a:effectRef idx="0">
            <a:srgbClr val="336699"/>
          </a:effectRef>
          <a:fontRef idx="minor">
            <a:srgbClr val="FFFFFF"/>
          </a:fontRef>
        </p:style>
        <p:txBody>
          <a:bodyPr rtlCol="0" anchor="ctr" wrap="none" lIns="0" rIns="0"/>
          <a:lstStyle/>
          <a:p>
            <a:pPr algn="ctr"/>
            <a:r>
              <a:rPr lang="en-IN" sz="4390"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04</a:t>
            </a:r>
          </a:p>
        </p:txBody>
      </p:sp>
      <p:sp>
        <p:nvSpPr>
          <p:cNvPr id="105" name="Rectangle 5">
            <a:extLst>
              <a:ext uri="{FF2B5EF4-FFF2-40B4-BE49-F238E27FC236}">
                <a16:creationId xmlns:a16="http://schemas.microsoft.com/office/drawing/2014/main" id="{B4FE76EF-BC80-F816-1AEF-A36A2B02F060}"/>
              </a:ext>
            </a:extLst>
          </p:cNvPr>
          <p:cNvSpPr/>
          <p:nvPr/>
        </p:nvSpPr>
        <p:spPr>
          <a:xfrm>
            <a:off x="5921846" y="2951904"/>
            <a:ext cx="1504566" cy="1306597"/>
          </a:xfrm>
          <a:prstGeom prst="rect">
            <a:avLst/>
          </a:prstGeom>
          <a:solidFill>
            <a:srgbClr val="58B6C0"/>
          </a:solidFill>
          <a:ln>
            <a:noFill/>
          </a:ln>
          <a:effectLst>
            <a:reflection blurRad="114300" stA="21000" endPos="65000" dir="5400000" sy="-100000" algn="bl" rotWithShape="0"/>
          </a:effectLst>
          <a:scene3d>
            <a:camera prst="isometricTopUp"/>
            <a:lightRig rig="threePt" dir="t">
              <a:rot lat="0" lon="0" rev="0"/>
            </a:lightRig>
          </a:scene3d>
          <a:sp3d extrusionH="381000"/>
        </p:spPr>
        <p:style>
          <a:lnRef idx="2">
            <a:srgbClr val="336699">
              <a:shade val="50000"/>
            </a:srgbClr>
          </a:lnRef>
          <a:fillRef idx="1">
            <a:srgbClr val="336699"/>
          </a:fillRef>
          <a:effectRef idx="0">
            <a:srgbClr val="336699"/>
          </a:effectRef>
          <a:fontRef idx="minor">
            <a:srgbClr val="FFFFFF"/>
          </a:fontRef>
        </p:style>
        <p:txBody>
          <a:bodyPr rtlCol="0" anchor="ctr" wrap="none" lIns="0" rIns="0"/>
          <a:lstStyle/>
          <a:p>
            <a:pPr algn="ctr"/>
            <a:r>
              <a:rPr lang="en-IN" sz="4390" dirty="0">
                <a:latin typeface="微软雅黑" panose="020B0503020204020204" pitchFamily="34" charset="-122"/>
                <a:ea typeface="微软雅黑" panose="020B0503020204020204" pitchFamily="34" charset="-122"/>
                <a:cs typeface="微软雅黑" panose="020B0606030504020204" pitchFamily="34" charset="0"/>
              </a:rPr>
              <a:t>03</a:t>
            </a:r>
          </a:p>
        </p:txBody>
      </p:sp>
      <p:sp>
        <p:nvSpPr>
          <p:cNvPr id="106" name="Rectangle 6">
            <a:extLst>
              <a:ext uri="{FF2B5EF4-FFF2-40B4-BE49-F238E27FC236}">
                <a16:creationId xmlns:a16="http://schemas.microsoft.com/office/drawing/2014/main" id="{0492FC9F-6EC5-6E0C-EC75-29F55D65114D}"/>
              </a:ext>
            </a:extLst>
          </p:cNvPr>
          <p:cNvSpPr/>
          <p:nvPr/>
        </p:nvSpPr>
        <p:spPr>
          <a:xfrm>
            <a:off x="4845044" y="3807730"/>
            <a:ext cx="1504566" cy="1306597"/>
          </a:xfrm>
          <a:prstGeom prst="rect">
            <a:avLst/>
          </a:prstGeom>
          <a:solidFill>
            <a:srgbClr val="3494BA"/>
          </a:solidFill>
          <a:ln>
            <a:noFill/>
          </a:ln>
          <a:effectLst>
            <a:reflection blurRad="114300" stA="21000" endPos="65000" dir="5400000" sy="-100000" algn="bl" rotWithShape="0"/>
          </a:effectLst>
          <a:scene3d>
            <a:camera prst="isometricTopUp"/>
            <a:lightRig rig="threePt" dir="t">
              <a:rot lat="0" lon="0" rev="0"/>
            </a:lightRig>
          </a:scene3d>
          <a:sp3d extrusionH="387350"/>
        </p:spPr>
        <p:style>
          <a:lnRef idx="2">
            <a:srgbClr val="336699">
              <a:shade val="50000"/>
            </a:srgbClr>
          </a:lnRef>
          <a:fillRef idx="1">
            <a:srgbClr val="336699"/>
          </a:fillRef>
          <a:effectRef idx="0">
            <a:srgbClr val="336699"/>
          </a:effectRef>
          <a:fontRef idx="minor">
            <a:srgbClr val="FFFFFF"/>
          </a:fontRef>
        </p:style>
        <p:txBody>
          <a:bodyPr rtlCol="0" anchor="ctr" wrap="none" lIns="0" rIns="0"/>
          <a:lstStyle/>
          <a:p>
            <a:pPr algn="ctr"/>
            <a:r>
              <a:rPr lang="en-IN" sz="4390" dirty="0">
                <a:latin typeface="微软雅黑" panose="020B0503020204020204" pitchFamily="34" charset="-122"/>
                <a:ea typeface="微软雅黑" panose="020B0503020204020204" pitchFamily="34" charset="-122"/>
                <a:cs typeface="微软雅黑" panose="020B0606030504020204" pitchFamily="34" charset="0"/>
              </a:rPr>
              <a:t>02</a:t>
            </a:r>
          </a:p>
        </p:txBody>
      </p:sp>
      <p:sp>
        <p:nvSpPr>
          <p:cNvPr id="107" name="Rectangle 7">
            <a:extLst>
              <a:ext uri="{FF2B5EF4-FFF2-40B4-BE49-F238E27FC236}">
                <a16:creationId xmlns:a16="http://schemas.microsoft.com/office/drawing/2014/main" id="{4BBA43A2-658F-20A3-4CAA-01360E815973}"/>
              </a:ext>
            </a:extLst>
          </p:cNvPr>
          <p:cNvSpPr/>
          <p:nvPr/>
        </p:nvSpPr>
        <p:spPr>
          <a:xfrm>
            <a:off x="3782455" y="4679967"/>
            <a:ext cx="1504566" cy="1306597"/>
          </a:xfrm>
          <a:prstGeom prst="rect">
            <a:avLst/>
          </a:prstGeom>
          <a:ln>
            <a:noFill/>
          </a:ln>
          <a:effectLst>
            <a:reflection blurRad="114300" stA="21000" endPos="65000" dir="5400000" sy="-100000" algn="bl" rotWithShape="0"/>
          </a:effectLst>
          <a:scene3d>
            <a:camera prst="isometricTopUp"/>
            <a:lightRig rig="threePt" dir="t">
              <a:rot lat="0" lon="0" rev="0"/>
            </a:lightRig>
          </a:scene3d>
          <a:sp3d extrusionH="381000"/>
        </p:spPr>
        <p:style>
          <a:lnRef idx="2">
            <a:srgbClr val="336699">
              <a:shade val="50000"/>
            </a:srgbClr>
          </a:lnRef>
          <a:fillRef idx="1">
            <a:srgbClr val="336699"/>
          </a:fillRef>
          <a:effectRef idx="0">
            <a:srgbClr val="336699"/>
          </a:effectRef>
          <a:fontRef idx="minor">
            <a:srgbClr val="FFFFFF"/>
          </a:fontRef>
        </p:style>
        <p:txBody>
          <a:bodyPr rtlCol="0" anchor="ctr" wrap="none" lIns="0" rIns="0"/>
          <a:lstStyle/>
          <a:p>
            <a:pPr algn="ctr"/>
            <a:r>
              <a:rPr lang="en-IN" sz="4390" dirty="0">
                <a:latin typeface="微软雅黑" panose="020B0503020204020204" pitchFamily="34" charset="-122"/>
                <a:ea typeface="微软雅黑" panose="020B0503020204020204" pitchFamily="34" charset="-122"/>
                <a:cs typeface="微软雅黑" panose="020B0606030504020204" pitchFamily="34" charset="0"/>
              </a:rPr>
              <a:t>01</a:t>
            </a:r>
          </a:p>
        </p:txBody>
      </p:sp>
      <p:sp>
        <p:nvSpPr>
          <p:cNvPr id="108" name="Rectangle 51">
            <a:extLst>
              <a:ext uri="{FF2B5EF4-FFF2-40B4-BE49-F238E27FC236}">
                <a16:creationId xmlns:a16="http://schemas.microsoft.com/office/drawing/2014/main" id="{BFEE4A7C-CA1E-16FC-F5FA-27274977F89C}"/>
              </a:ext>
            </a:extLst>
          </p:cNvPr>
          <p:cNvSpPr/>
          <p:nvPr/>
        </p:nvSpPr>
        <p:spPr>
          <a:xfrm>
            <a:off x="7816218" y="1931283"/>
            <a:ext cx="925339" cy="767450"/>
          </a:xfrm>
          <a:custGeom>
            <a:avLst/>
            <a:gdLst>
              <a:gd name="connsiteX0" fmla="*/ 0 w 1185469"/>
              <a:gd name="connsiteY0" fmla="*/ 0 h 1475923"/>
              <a:gd name="connsiteX1" fmla="*/ 1185469 w 1185469"/>
              <a:gd name="connsiteY1" fmla="*/ 0 h 1475923"/>
              <a:gd name="connsiteX2" fmla="*/ 1185469 w 1185469"/>
              <a:gd name="connsiteY2" fmla="*/ 1475923 h 1475923"/>
              <a:gd name="connsiteX3" fmla="*/ 0 w 1185469"/>
              <a:gd name="connsiteY3" fmla="*/ 1475923 h 1475923"/>
              <a:gd name="connsiteX4" fmla="*/ 0 w 1185469"/>
              <a:gd name="connsiteY4" fmla="*/ 0 h 1475923"/>
              <a:gd name="connsiteX0" fmla="*/ 0 w 1185469"/>
              <a:gd name="connsiteY0" fmla="*/ 0 h 1475923"/>
              <a:gd name="connsiteX1" fmla="*/ 1185469 w 1185469"/>
              <a:gd name="connsiteY1" fmla="*/ 0 h 1475923"/>
              <a:gd name="connsiteX2" fmla="*/ 1185469 w 1185469"/>
              <a:gd name="connsiteY2" fmla="*/ 1475923 h 1475923"/>
              <a:gd name="connsiteX3" fmla="*/ 0 w 1185469"/>
              <a:gd name="connsiteY3" fmla="*/ 909185 h 1475923"/>
              <a:gd name="connsiteX4" fmla="*/ 0 w 1185469"/>
              <a:gd name="connsiteY4" fmla="*/ 0 h 1475923"/>
              <a:gd name="connsiteX0" fmla="*/ 0 w 1185469"/>
              <a:gd name="connsiteY0" fmla="*/ 0 h 1475923"/>
              <a:gd name="connsiteX1" fmla="*/ 1185469 w 1185469"/>
              <a:gd name="connsiteY1" fmla="*/ 0 h 1475923"/>
              <a:gd name="connsiteX2" fmla="*/ 975919 w 1185469"/>
              <a:gd name="connsiteY2" fmla="*/ 1475923 h 1475923"/>
              <a:gd name="connsiteX3" fmla="*/ 0 w 1185469"/>
              <a:gd name="connsiteY3" fmla="*/ 909185 h 1475923"/>
              <a:gd name="connsiteX4" fmla="*/ 0 w 1185469"/>
              <a:gd name="connsiteY4" fmla="*/ 0 h 1475923"/>
              <a:gd name="connsiteX0" fmla="*/ 0 w 980681"/>
              <a:gd name="connsiteY0" fmla="*/ 0 h 1475923"/>
              <a:gd name="connsiteX1" fmla="*/ 980681 w 980681"/>
              <a:gd name="connsiteY1" fmla="*/ 352425 h 1475923"/>
              <a:gd name="connsiteX2" fmla="*/ 975919 w 980681"/>
              <a:gd name="connsiteY2" fmla="*/ 1475923 h 1475923"/>
              <a:gd name="connsiteX3" fmla="*/ 0 w 980681"/>
              <a:gd name="connsiteY3" fmla="*/ 909185 h 1475923"/>
              <a:gd name="connsiteX4" fmla="*/ 0 w 980681"/>
              <a:gd name="connsiteY4" fmla="*/ 0 h 1475923"/>
              <a:gd name="connsiteX0" fmla="*/ 7620 w 980681"/>
              <a:gd name="connsiteY0" fmla="*/ 97155 h 1123498"/>
              <a:gd name="connsiteX1" fmla="*/ 980681 w 980681"/>
              <a:gd name="connsiteY1" fmla="*/ 0 h 1123498"/>
              <a:gd name="connsiteX2" fmla="*/ 975919 w 980681"/>
              <a:gd name="connsiteY2" fmla="*/ 1123498 h 1123498"/>
              <a:gd name="connsiteX3" fmla="*/ 0 w 980681"/>
              <a:gd name="connsiteY3" fmla="*/ 556760 h 1123498"/>
              <a:gd name="connsiteX4" fmla="*/ 7620 w 980681"/>
              <a:gd name="connsiteY4" fmla="*/ 97155 h 1123498"/>
              <a:gd name="connsiteX0" fmla="*/ 7620 w 980681"/>
              <a:gd name="connsiteY0" fmla="*/ 0 h 1026343"/>
              <a:gd name="connsiteX1" fmla="*/ 980681 w 980681"/>
              <a:gd name="connsiteY1" fmla="*/ 563245 h 1026343"/>
              <a:gd name="connsiteX2" fmla="*/ 975919 w 980681"/>
              <a:gd name="connsiteY2" fmla="*/ 1026343 h 1026343"/>
              <a:gd name="connsiteX3" fmla="*/ 0 w 980681"/>
              <a:gd name="connsiteY3" fmla="*/ 459605 h 1026343"/>
              <a:gd name="connsiteX4" fmla="*/ 7620 w 980681"/>
              <a:gd name="connsiteY4" fmla="*/ 0 h 1026343"/>
              <a:gd name="connsiteX0" fmla="*/ 4445 w 980681"/>
              <a:gd name="connsiteY0" fmla="*/ 0 h 985068"/>
              <a:gd name="connsiteX1" fmla="*/ 980681 w 980681"/>
              <a:gd name="connsiteY1" fmla="*/ 521970 h 985068"/>
              <a:gd name="connsiteX2" fmla="*/ 975919 w 980681"/>
              <a:gd name="connsiteY2" fmla="*/ 985068 h 985068"/>
              <a:gd name="connsiteX3" fmla="*/ 0 w 980681"/>
              <a:gd name="connsiteY3" fmla="*/ 418330 h 985068"/>
              <a:gd name="connsiteX4" fmla="*/ 4445 w 980681"/>
              <a:gd name="connsiteY4" fmla="*/ 0 h 985068"/>
              <a:gd name="connsiteX0" fmla="*/ 4445 w 983856"/>
              <a:gd name="connsiteY0" fmla="*/ 0 h 985068"/>
              <a:gd name="connsiteX1" fmla="*/ 983856 w 983856"/>
              <a:gd name="connsiteY1" fmla="*/ 515620 h 985068"/>
              <a:gd name="connsiteX2" fmla="*/ 975919 w 983856"/>
              <a:gd name="connsiteY2" fmla="*/ 985068 h 985068"/>
              <a:gd name="connsiteX3" fmla="*/ 0 w 983856"/>
              <a:gd name="connsiteY3" fmla="*/ 418330 h 985068"/>
              <a:gd name="connsiteX4" fmla="*/ 4445 w 983856"/>
              <a:gd name="connsiteY4" fmla="*/ 0 h 985068"/>
              <a:gd name="connsiteX0" fmla="*/ 4445 w 993381"/>
              <a:gd name="connsiteY0" fmla="*/ 0 h 985068"/>
              <a:gd name="connsiteX1" fmla="*/ 993381 w 993381"/>
              <a:gd name="connsiteY1" fmla="*/ 512445 h 985068"/>
              <a:gd name="connsiteX2" fmla="*/ 975919 w 993381"/>
              <a:gd name="connsiteY2" fmla="*/ 985068 h 985068"/>
              <a:gd name="connsiteX3" fmla="*/ 0 w 993381"/>
              <a:gd name="connsiteY3" fmla="*/ 418330 h 985068"/>
              <a:gd name="connsiteX4" fmla="*/ 4445 w 993381"/>
              <a:gd name="connsiteY4" fmla="*/ 0 h 985068"/>
              <a:gd name="connsiteX0" fmla="*/ 4445 w 980681"/>
              <a:gd name="connsiteY0" fmla="*/ 0 h 985068"/>
              <a:gd name="connsiteX1" fmla="*/ 980681 w 980681"/>
              <a:gd name="connsiteY1" fmla="*/ 506095 h 985068"/>
              <a:gd name="connsiteX2" fmla="*/ 975919 w 980681"/>
              <a:gd name="connsiteY2" fmla="*/ 985068 h 985068"/>
              <a:gd name="connsiteX3" fmla="*/ 0 w 980681"/>
              <a:gd name="connsiteY3" fmla="*/ 418330 h 985068"/>
              <a:gd name="connsiteX4" fmla="*/ 4445 w 980681"/>
              <a:gd name="connsiteY4" fmla="*/ 0 h 985068"/>
              <a:gd name="connsiteX0" fmla="*/ 4445 w 980681"/>
              <a:gd name="connsiteY0" fmla="*/ 0 h 985068"/>
              <a:gd name="connsiteX1" fmla="*/ 980681 w 980681"/>
              <a:gd name="connsiteY1" fmla="*/ 506095 h 985068"/>
              <a:gd name="connsiteX2" fmla="*/ 975919 w 980681"/>
              <a:gd name="connsiteY2" fmla="*/ 985068 h 985068"/>
              <a:gd name="connsiteX3" fmla="*/ 0 w 980681"/>
              <a:gd name="connsiteY3" fmla="*/ 418330 h 985068"/>
              <a:gd name="connsiteX4" fmla="*/ 4445 w 980681"/>
              <a:gd name="connsiteY4" fmla="*/ 0 h 985068"/>
              <a:gd name="connsiteX0" fmla="*/ 4445 w 977506"/>
              <a:gd name="connsiteY0" fmla="*/ 0 h 985068"/>
              <a:gd name="connsiteX1" fmla="*/ 977506 w 977506"/>
              <a:gd name="connsiteY1" fmla="*/ 521970 h 985068"/>
              <a:gd name="connsiteX2" fmla="*/ 975919 w 977506"/>
              <a:gd name="connsiteY2" fmla="*/ 985068 h 985068"/>
              <a:gd name="connsiteX3" fmla="*/ 0 w 977506"/>
              <a:gd name="connsiteY3" fmla="*/ 418330 h 985068"/>
              <a:gd name="connsiteX4" fmla="*/ 4445 w 977506"/>
              <a:gd name="connsiteY4" fmla="*/ 0 h 985068"/>
              <a:gd name="connsiteX0" fmla="*/ 4445 w 977506"/>
              <a:gd name="connsiteY0" fmla="*/ 0 h 985068"/>
              <a:gd name="connsiteX1" fmla="*/ 977506 w 977506"/>
              <a:gd name="connsiteY1" fmla="*/ 537845 h 985068"/>
              <a:gd name="connsiteX2" fmla="*/ 975919 w 977506"/>
              <a:gd name="connsiteY2" fmla="*/ 985068 h 985068"/>
              <a:gd name="connsiteX3" fmla="*/ 0 w 977506"/>
              <a:gd name="connsiteY3" fmla="*/ 418330 h 985068"/>
              <a:gd name="connsiteX4" fmla="*/ 4445 w 977506"/>
              <a:gd name="connsiteY4" fmla="*/ 0 h 985068"/>
              <a:gd name="connsiteX0" fmla="*/ 4445 w 1004554"/>
              <a:gd name="connsiteY0" fmla="*/ 0 h 1085771"/>
              <a:gd name="connsiteX1" fmla="*/ 977506 w 1004554"/>
              <a:gd name="connsiteY1" fmla="*/ 537845 h 1085771"/>
              <a:gd name="connsiteX2" fmla="*/ 1004494 w 1004554"/>
              <a:gd name="connsiteY2" fmla="*/ 1085771 h 1085771"/>
              <a:gd name="connsiteX3" fmla="*/ 0 w 1004554"/>
              <a:gd name="connsiteY3" fmla="*/ 418330 h 1085771"/>
              <a:gd name="connsiteX4" fmla="*/ 4445 w 1004554"/>
              <a:gd name="connsiteY4" fmla="*/ 0 h 1085771"/>
              <a:gd name="connsiteX0" fmla="*/ 4445 w 1013224"/>
              <a:gd name="connsiteY0" fmla="*/ 0 h 1085771"/>
              <a:gd name="connsiteX1" fmla="*/ 1013224 w 1013224"/>
              <a:gd name="connsiteY1" fmla="*/ 745544 h 1085771"/>
              <a:gd name="connsiteX2" fmla="*/ 1004494 w 1013224"/>
              <a:gd name="connsiteY2" fmla="*/ 1085771 h 1085771"/>
              <a:gd name="connsiteX3" fmla="*/ 0 w 1013224"/>
              <a:gd name="connsiteY3" fmla="*/ 418330 h 1085771"/>
              <a:gd name="connsiteX4" fmla="*/ 4445 w 1013224"/>
              <a:gd name="connsiteY4" fmla="*/ 0 h 1085771"/>
              <a:gd name="connsiteX0" fmla="*/ 395 w 1009174"/>
              <a:gd name="connsiteY0" fmla="*/ 0 h 1085771"/>
              <a:gd name="connsiteX1" fmla="*/ 1009174 w 1009174"/>
              <a:gd name="connsiteY1" fmla="*/ 745544 h 1085771"/>
              <a:gd name="connsiteX2" fmla="*/ 1000444 w 1009174"/>
              <a:gd name="connsiteY2" fmla="*/ 1085771 h 1085771"/>
              <a:gd name="connsiteX3" fmla="*/ 712 w 1009174"/>
              <a:gd name="connsiteY3" fmla="*/ 355390 h 1085771"/>
              <a:gd name="connsiteX4" fmla="*/ 395 w 1009174"/>
              <a:gd name="connsiteY4" fmla="*/ 0 h 1085771"/>
              <a:gd name="connsiteX0" fmla="*/ 71 w 1008850"/>
              <a:gd name="connsiteY0" fmla="*/ 0 h 1085771"/>
              <a:gd name="connsiteX1" fmla="*/ 1008850 w 1008850"/>
              <a:gd name="connsiteY1" fmla="*/ 745544 h 1085771"/>
              <a:gd name="connsiteX2" fmla="*/ 1000120 w 1008850"/>
              <a:gd name="connsiteY2" fmla="*/ 1085771 h 1085771"/>
              <a:gd name="connsiteX3" fmla="*/ 19438 w 1008850"/>
              <a:gd name="connsiteY3" fmla="*/ 276716 h 1085771"/>
              <a:gd name="connsiteX4" fmla="*/ 71 w 1008850"/>
              <a:gd name="connsiteY4" fmla="*/ 0 h 1085771"/>
              <a:gd name="connsiteX0" fmla="*/ 71 w 1008850"/>
              <a:gd name="connsiteY0" fmla="*/ 0 h 1085771"/>
              <a:gd name="connsiteX1" fmla="*/ 1008850 w 1008850"/>
              <a:gd name="connsiteY1" fmla="*/ 745544 h 1085771"/>
              <a:gd name="connsiteX2" fmla="*/ 1000120 w 1008850"/>
              <a:gd name="connsiteY2" fmla="*/ 1085771 h 1085771"/>
              <a:gd name="connsiteX3" fmla="*/ 19438 w 1008850"/>
              <a:gd name="connsiteY3" fmla="*/ 276716 h 1085771"/>
              <a:gd name="connsiteX4" fmla="*/ 71 w 1008850"/>
              <a:gd name="connsiteY4" fmla="*/ 0 h 1085771"/>
              <a:gd name="connsiteX0" fmla="*/ 88 w 1008867"/>
              <a:gd name="connsiteY0" fmla="*/ 0 h 1085771"/>
              <a:gd name="connsiteX1" fmla="*/ 1008867 w 1008867"/>
              <a:gd name="connsiteY1" fmla="*/ 745544 h 1085771"/>
              <a:gd name="connsiteX2" fmla="*/ 1000137 w 1008867"/>
              <a:gd name="connsiteY2" fmla="*/ 1085771 h 1085771"/>
              <a:gd name="connsiteX3" fmla="*/ 14692 w 1008867"/>
              <a:gd name="connsiteY3" fmla="*/ 333362 h 1085771"/>
              <a:gd name="connsiteX4" fmla="*/ 88 w 1008867"/>
              <a:gd name="connsiteY4" fmla="*/ 0 h 1085771"/>
              <a:gd name="connsiteX0" fmla="*/ 88 w 1008867"/>
              <a:gd name="connsiteY0" fmla="*/ 0 h 1085771"/>
              <a:gd name="connsiteX1" fmla="*/ 1008867 w 1008867"/>
              <a:gd name="connsiteY1" fmla="*/ 745544 h 1085771"/>
              <a:gd name="connsiteX2" fmla="*/ 1000137 w 1008867"/>
              <a:gd name="connsiteY2" fmla="*/ 1085771 h 1085771"/>
              <a:gd name="connsiteX3" fmla="*/ 14692 w 1008867"/>
              <a:gd name="connsiteY3" fmla="*/ 333362 h 1085771"/>
              <a:gd name="connsiteX4" fmla="*/ 88 w 1008867"/>
              <a:gd name="connsiteY4" fmla="*/ 0 h 1085771"/>
              <a:gd name="connsiteX0" fmla="*/ 88 w 1008867"/>
              <a:gd name="connsiteY0" fmla="*/ 0 h 1085780"/>
              <a:gd name="connsiteX1" fmla="*/ 1008867 w 1008867"/>
              <a:gd name="connsiteY1" fmla="*/ 745544 h 1085780"/>
              <a:gd name="connsiteX2" fmla="*/ 1000137 w 1008867"/>
              <a:gd name="connsiteY2" fmla="*/ 1085771 h 1085780"/>
              <a:gd name="connsiteX3" fmla="*/ 14692 w 1008867"/>
              <a:gd name="connsiteY3" fmla="*/ 333362 h 1085780"/>
              <a:gd name="connsiteX4" fmla="*/ 88 w 1008867"/>
              <a:gd name="connsiteY4" fmla="*/ 0 h 1085780"/>
              <a:gd name="connsiteX0" fmla="*/ 2065 w 994175"/>
              <a:gd name="connsiteY0" fmla="*/ 0 h 1082633"/>
              <a:gd name="connsiteX1" fmla="*/ 994175 w 994175"/>
              <a:gd name="connsiteY1" fmla="*/ 742397 h 1082633"/>
              <a:gd name="connsiteX2" fmla="*/ 985445 w 994175"/>
              <a:gd name="connsiteY2" fmla="*/ 1082624 h 1082633"/>
              <a:gd name="connsiteX3" fmla="*/ 0 w 994175"/>
              <a:gd name="connsiteY3" fmla="*/ 330215 h 1082633"/>
              <a:gd name="connsiteX4" fmla="*/ 2065 w 994175"/>
              <a:gd name="connsiteY4" fmla="*/ 0 h 1082633"/>
              <a:gd name="connsiteX0" fmla="*/ 394 w 994885"/>
              <a:gd name="connsiteY0" fmla="*/ 0 h 1082633"/>
              <a:gd name="connsiteX1" fmla="*/ 994885 w 994885"/>
              <a:gd name="connsiteY1" fmla="*/ 742397 h 1082633"/>
              <a:gd name="connsiteX2" fmla="*/ 986155 w 994885"/>
              <a:gd name="connsiteY2" fmla="*/ 1082624 h 1082633"/>
              <a:gd name="connsiteX3" fmla="*/ 710 w 994885"/>
              <a:gd name="connsiteY3" fmla="*/ 330215 h 1082633"/>
              <a:gd name="connsiteX4" fmla="*/ 394 w 994885"/>
              <a:gd name="connsiteY4" fmla="*/ 0 h 1082633"/>
              <a:gd name="connsiteX0" fmla="*/ 394 w 994885"/>
              <a:gd name="connsiteY0" fmla="*/ 0 h 1082633"/>
              <a:gd name="connsiteX1" fmla="*/ 994885 w 994885"/>
              <a:gd name="connsiteY1" fmla="*/ 742397 h 1082633"/>
              <a:gd name="connsiteX2" fmla="*/ 986155 w 994885"/>
              <a:gd name="connsiteY2" fmla="*/ 1082624 h 1082633"/>
              <a:gd name="connsiteX3" fmla="*/ 710 w 994885"/>
              <a:gd name="connsiteY3" fmla="*/ 330215 h 1082633"/>
              <a:gd name="connsiteX4" fmla="*/ 394 w 994885"/>
              <a:gd name="connsiteY4" fmla="*/ 0 h 1082633"/>
              <a:gd name="connsiteX0" fmla="*/ 394 w 987741"/>
              <a:gd name="connsiteY0" fmla="*/ 0 h 1082633"/>
              <a:gd name="connsiteX1" fmla="*/ 987741 w 987741"/>
              <a:gd name="connsiteY1" fmla="*/ 729809 h 1082633"/>
              <a:gd name="connsiteX2" fmla="*/ 986155 w 987741"/>
              <a:gd name="connsiteY2" fmla="*/ 1082624 h 1082633"/>
              <a:gd name="connsiteX3" fmla="*/ 710 w 987741"/>
              <a:gd name="connsiteY3" fmla="*/ 330215 h 1082633"/>
              <a:gd name="connsiteX4" fmla="*/ 394 w 987741"/>
              <a:gd name="connsiteY4" fmla="*/ 0 h 1082633"/>
              <a:gd name="connsiteX0" fmla="*/ 394 w 987741"/>
              <a:gd name="connsiteY0" fmla="*/ 0 h 1082633"/>
              <a:gd name="connsiteX1" fmla="*/ 987741 w 987741"/>
              <a:gd name="connsiteY1" fmla="*/ 729809 h 1082633"/>
              <a:gd name="connsiteX2" fmla="*/ 986155 w 987741"/>
              <a:gd name="connsiteY2" fmla="*/ 1082624 h 1082633"/>
              <a:gd name="connsiteX3" fmla="*/ 710 w 987741"/>
              <a:gd name="connsiteY3" fmla="*/ 336509 h 1082633"/>
              <a:gd name="connsiteX4" fmla="*/ 394 w 987741"/>
              <a:gd name="connsiteY4" fmla="*/ 0 h 10826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87741" h="1082633">
                <a:moveTo>
                  <a:pt x="394" y="0"/>
                </a:moveTo>
                <a:lnTo>
                  <a:pt x="987741" y="729809"/>
                </a:lnTo>
                <a:cubicBezTo>
                  <a:pt x="986154" y="732833"/>
                  <a:pt x="985360" y="1079468"/>
                  <a:pt x="986155" y="1082624"/>
                </a:cubicBezTo>
                <a:cubicBezTo>
                  <a:pt x="987080" y="1085678"/>
                  <a:pt x="2166" y="333455"/>
                  <a:pt x="710" y="336509"/>
                </a:cubicBezTo>
                <a:cubicBezTo>
                  <a:pt x="2192" y="197066"/>
                  <a:pt x="-1088" y="139443"/>
                  <a:pt x="394" y="0"/>
                </a:cubicBezTo>
                <a:close/>
              </a:path>
            </a:pathLst>
          </a:cu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panose="020B0503020204020204" pitchFamily="34" charset="-122"/>
              <a:ea typeface="微软雅黑" panose="020B0503020204020204" pitchFamily="34" charset="-122"/>
            </a:endParaRPr>
          </a:p>
        </p:txBody>
      </p:sp>
      <p:sp>
        <p:nvSpPr>
          <p:cNvPr id="109" name="Isosceles Triangle 7">
            <a:extLst>
              <a:ext uri="{FF2B5EF4-FFF2-40B4-BE49-F238E27FC236}">
                <a16:creationId xmlns:a16="http://schemas.microsoft.com/office/drawing/2014/main" id="{3CC305CD-ADAF-0F6D-94EF-E470A191BCFC}"/>
              </a:ext>
            </a:extLst>
          </p:cNvPr>
          <p:cNvSpPr/>
          <p:nvPr/>
        </p:nvSpPr>
        <p:spPr>
          <a:xfrm>
            <a:off x="7476292" y="1282866"/>
            <a:ext cx="1563799" cy="1345557"/>
          </a:xfrm>
          <a:custGeom>
            <a:avLst/>
            <a:gdLst>
              <a:gd name="connsiteX0" fmla="*/ 0 w 1724025"/>
              <a:gd name="connsiteY0" fmla="*/ 971952 h 971952"/>
              <a:gd name="connsiteX1" fmla="*/ 862013 w 1724025"/>
              <a:gd name="connsiteY1" fmla="*/ 0 h 971952"/>
              <a:gd name="connsiteX2" fmla="*/ 1724025 w 1724025"/>
              <a:gd name="connsiteY2" fmla="*/ 971952 h 971952"/>
              <a:gd name="connsiteX3" fmla="*/ 0 w 1724025"/>
              <a:gd name="connsiteY3" fmla="*/ 971952 h 971952"/>
              <a:gd name="connsiteX0" fmla="*/ 0 w 1769269"/>
              <a:gd name="connsiteY0" fmla="*/ 36121 h 971952"/>
              <a:gd name="connsiteX1" fmla="*/ 907257 w 1769269"/>
              <a:gd name="connsiteY1" fmla="*/ 0 h 971952"/>
              <a:gd name="connsiteX2" fmla="*/ 1769269 w 1769269"/>
              <a:gd name="connsiteY2" fmla="*/ 971952 h 971952"/>
              <a:gd name="connsiteX3" fmla="*/ 0 w 1769269"/>
              <a:gd name="connsiteY3" fmla="*/ 36121 h 971952"/>
              <a:gd name="connsiteX0" fmla="*/ 0 w 1669256"/>
              <a:gd name="connsiteY0" fmla="*/ 36121 h 974334"/>
              <a:gd name="connsiteX1" fmla="*/ 907257 w 1669256"/>
              <a:gd name="connsiteY1" fmla="*/ 0 h 974334"/>
              <a:gd name="connsiteX2" fmla="*/ 1669256 w 1669256"/>
              <a:gd name="connsiteY2" fmla="*/ 974334 h 974334"/>
              <a:gd name="connsiteX3" fmla="*/ 0 w 1669256"/>
              <a:gd name="connsiteY3" fmla="*/ 36121 h 974334"/>
              <a:gd name="connsiteX0" fmla="*/ 0 w 1669256"/>
              <a:gd name="connsiteY0" fmla="*/ 498084 h 1436297"/>
              <a:gd name="connsiteX1" fmla="*/ 845344 w 1669256"/>
              <a:gd name="connsiteY1" fmla="*/ 0 h 1436297"/>
              <a:gd name="connsiteX2" fmla="*/ 1669256 w 1669256"/>
              <a:gd name="connsiteY2" fmla="*/ 1436297 h 1436297"/>
              <a:gd name="connsiteX3" fmla="*/ 0 w 1669256"/>
              <a:gd name="connsiteY3" fmla="*/ 498084 h 1436297"/>
            </a:gdLst>
            <a:ahLst/>
            <a:cxnLst>
              <a:cxn ang="0">
                <a:pos x="connsiteX0" y="connsiteY0"/>
              </a:cxn>
              <a:cxn ang="0">
                <a:pos x="connsiteX1" y="connsiteY1"/>
              </a:cxn>
              <a:cxn ang="0">
                <a:pos x="connsiteX2" y="connsiteY2"/>
              </a:cxn>
              <a:cxn ang="0">
                <a:pos x="connsiteX3" y="connsiteY3"/>
              </a:cxn>
            </a:cxnLst>
            <a:rect l="l" t="t" r="r" b="b"/>
            <a:pathLst>
              <a:path w="1669256" h="1436297">
                <a:moveTo>
                  <a:pt x="0" y="498084"/>
                </a:moveTo>
                <a:lnTo>
                  <a:pt x="845344" y="0"/>
                </a:lnTo>
                <a:lnTo>
                  <a:pt x="1669256" y="1436297"/>
                </a:lnTo>
                <a:lnTo>
                  <a:pt x="0" y="498084"/>
                </a:lnTo>
                <a:close/>
              </a:path>
            </a:pathLst>
          </a:cu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panose="020B0503020204020204" pitchFamily="34" charset="-122"/>
              <a:ea typeface="微软雅黑" panose="020B0503020204020204" pitchFamily="34" charset="-122"/>
            </a:endParaRPr>
          </a:p>
        </p:txBody>
      </p:sp>
      <p:sp>
        <p:nvSpPr>
          <p:cNvPr id="110" name="Rectangle 8">
            <a:extLst>
              <a:ext uri="{FF2B5EF4-FFF2-40B4-BE49-F238E27FC236}">
                <a16:creationId xmlns:a16="http://schemas.microsoft.com/office/drawing/2014/main" id="{18E01023-D004-C206-C447-6F9FA3418275}"/>
              </a:ext>
            </a:extLst>
          </p:cNvPr>
          <p:cNvSpPr/>
          <p:nvPr/>
        </p:nvSpPr>
        <p:spPr>
          <a:xfrm>
            <a:off x="8264884" y="1238250"/>
            <a:ext cx="861299" cy="1387564"/>
          </a:xfrm>
          <a:custGeom>
            <a:avLst/>
            <a:gdLst>
              <a:gd name="connsiteX0" fmla="*/ 0 w 106735"/>
              <a:gd name="connsiteY0" fmla="*/ 0 h 564357"/>
              <a:gd name="connsiteX1" fmla="*/ 106735 w 106735"/>
              <a:gd name="connsiteY1" fmla="*/ 0 h 564357"/>
              <a:gd name="connsiteX2" fmla="*/ 106735 w 106735"/>
              <a:gd name="connsiteY2" fmla="*/ 564357 h 564357"/>
              <a:gd name="connsiteX3" fmla="*/ 0 w 106735"/>
              <a:gd name="connsiteY3" fmla="*/ 564357 h 564357"/>
              <a:gd name="connsiteX4" fmla="*/ 0 w 106735"/>
              <a:gd name="connsiteY4" fmla="*/ 0 h 564357"/>
              <a:gd name="connsiteX0" fmla="*/ 0 w 106735"/>
              <a:gd name="connsiteY0" fmla="*/ 0 h 564357"/>
              <a:gd name="connsiteX1" fmla="*/ 106735 w 106735"/>
              <a:gd name="connsiteY1" fmla="*/ 0 h 564357"/>
              <a:gd name="connsiteX2" fmla="*/ 106735 w 106735"/>
              <a:gd name="connsiteY2" fmla="*/ 495300 h 564357"/>
              <a:gd name="connsiteX3" fmla="*/ 0 w 106735"/>
              <a:gd name="connsiteY3" fmla="*/ 564357 h 564357"/>
              <a:gd name="connsiteX4" fmla="*/ 0 w 106735"/>
              <a:gd name="connsiteY4" fmla="*/ 0 h 564357"/>
              <a:gd name="connsiteX0" fmla="*/ 0 w 823876"/>
              <a:gd name="connsiteY0" fmla="*/ 0 h 1414463"/>
              <a:gd name="connsiteX1" fmla="*/ 106735 w 823876"/>
              <a:gd name="connsiteY1" fmla="*/ 0 h 1414463"/>
              <a:gd name="connsiteX2" fmla="*/ 823876 w 823876"/>
              <a:gd name="connsiteY2" fmla="*/ 1414463 h 1414463"/>
              <a:gd name="connsiteX3" fmla="*/ 0 w 823876"/>
              <a:gd name="connsiteY3" fmla="*/ 564357 h 1414463"/>
              <a:gd name="connsiteX4" fmla="*/ 0 w 823876"/>
              <a:gd name="connsiteY4" fmla="*/ 0 h 1414463"/>
              <a:gd name="connsiteX0" fmla="*/ 0 w 823876"/>
              <a:gd name="connsiteY0" fmla="*/ 0 h 1464469"/>
              <a:gd name="connsiteX1" fmla="*/ 106735 w 823876"/>
              <a:gd name="connsiteY1" fmla="*/ 0 h 1464469"/>
              <a:gd name="connsiteX2" fmla="*/ 823876 w 823876"/>
              <a:gd name="connsiteY2" fmla="*/ 1414463 h 1464469"/>
              <a:gd name="connsiteX3" fmla="*/ 741729 w 823876"/>
              <a:gd name="connsiteY3" fmla="*/ 1464469 h 1464469"/>
              <a:gd name="connsiteX4" fmla="*/ 0 w 823876"/>
              <a:gd name="connsiteY4" fmla="*/ 0 h 1464469"/>
              <a:gd name="connsiteX0" fmla="*/ 0 w 823876"/>
              <a:gd name="connsiteY0" fmla="*/ 38100 h 1502569"/>
              <a:gd name="connsiteX1" fmla="*/ 98539 w 823876"/>
              <a:gd name="connsiteY1" fmla="*/ 0 h 1502569"/>
              <a:gd name="connsiteX2" fmla="*/ 823876 w 823876"/>
              <a:gd name="connsiteY2" fmla="*/ 1452563 h 1502569"/>
              <a:gd name="connsiteX3" fmla="*/ 741729 w 823876"/>
              <a:gd name="connsiteY3" fmla="*/ 1502569 h 1502569"/>
              <a:gd name="connsiteX4" fmla="*/ 0 w 823876"/>
              <a:gd name="connsiteY4" fmla="*/ 38100 h 1502569"/>
              <a:gd name="connsiteX0" fmla="*/ 0 w 823876"/>
              <a:gd name="connsiteY0" fmla="*/ 38100 h 1462087"/>
              <a:gd name="connsiteX1" fmla="*/ 98539 w 823876"/>
              <a:gd name="connsiteY1" fmla="*/ 0 h 1462087"/>
              <a:gd name="connsiteX2" fmla="*/ 823876 w 823876"/>
              <a:gd name="connsiteY2" fmla="*/ 1452563 h 1462087"/>
              <a:gd name="connsiteX3" fmla="*/ 715091 w 823876"/>
              <a:gd name="connsiteY3" fmla="*/ 1462087 h 1462087"/>
              <a:gd name="connsiteX4" fmla="*/ 0 w 823876"/>
              <a:gd name="connsiteY4" fmla="*/ 38100 h 1462087"/>
              <a:gd name="connsiteX0" fmla="*/ 0 w 799288"/>
              <a:gd name="connsiteY0" fmla="*/ 38100 h 1462087"/>
              <a:gd name="connsiteX1" fmla="*/ 98539 w 799288"/>
              <a:gd name="connsiteY1" fmla="*/ 0 h 1462087"/>
              <a:gd name="connsiteX2" fmla="*/ 799288 w 799288"/>
              <a:gd name="connsiteY2" fmla="*/ 1416844 h 1462087"/>
              <a:gd name="connsiteX3" fmla="*/ 715091 w 799288"/>
              <a:gd name="connsiteY3" fmla="*/ 1462087 h 1462087"/>
              <a:gd name="connsiteX4" fmla="*/ 0 w 799288"/>
              <a:gd name="connsiteY4" fmla="*/ 38100 h 1462087"/>
              <a:gd name="connsiteX0" fmla="*/ 0 w 799288"/>
              <a:gd name="connsiteY0" fmla="*/ 38100 h 1471612"/>
              <a:gd name="connsiteX1" fmla="*/ 98539 w 799288"/>
              <a:gd name="connsiteY1" fmla="*/ 0 h 1471612"/>
              <a:gd name="connsiteX2" fmla="*/ 799288 w 799288"/>
              <a:gd name="connsiteY2" fmla="*/ 1416844 h 1471612"/>
              <a:gd name="connsiteX3" fmla="*/ 717140 w 799288"/>
              <a:gd name="connsiteY3" fmla="*/ 1471612 h 1471612"/>
              <a:gd name="connsiteX4" fmla="*/ 0 w 799288"/>
              <a:gd name="connsiteY4" fmla="*/ 38100 h 1471612"/>
              <a:gd name="connsiteX0" fmla="*/ 0 w 803386"/>
              <a:gd name="connsiteY0" fmla="*/ 38100 h 1471612"/>
              <a:gd name="connsiteX1" fmla="*/ 98539 w 803386"/>
              <a:gd name="connsiteY1" fmla="*/ 0 h 1471612"/>
              <a:gd name="connsiteX2" fmla="*/ 803386 w 803386"/>
              <a:gd name="connsiteY2" fmla="*/ 1426369 h 1471612"/>
              <a:gd name="connsiteX3" fmla="*/ 717140 w 803386"/>
              <a:gd name="connsiteY3" fmla="*/ 1471612 h 1471612"/>
              <a:gd name="connsiteX4" fmla="*/ 0 w 803386"/>
              <a:gd name="connsiteY4" fmla="*/ 38100 h 1471612"/>
              <a:gd name="connsiteX0" fmla="*/ 0 w 797239"/>
              <a:gd name="connsiteY0" fmla="*/ 38100 h 1471612"/>
              <a:gd name="connsiteX1" fmla="*/ 98539 w 797239"/>
              <a:gd name="connsiteY1" fmla="*/ 0 h 1471612"/>
              <a:gd name="connsiteX2" fmla="*/ 797239 w 797239"/>
              <a:gd name="connsiteY2" fmla="*/ 1414462 h 1471612"/>
              <a:gd name="connsiteX3" fmla="*/ 717140 w 797239"/>
              <a:gd name="connsiteY3" fmla="*/ 1471612 h 1471612"/>
              <a:gd name="connsiteX4" fmla="*/ 0 w 797239"/>
              <a:gd name="connsiteY4" fmla="*/ 38100 h 1471612"/>
              <a:gd name="connsiteX0" fmla="*/ 0 w 791092"/>
              <a:gd name="connsiteY0" fmla="*/ 42863 h 1471612"/>
              <a:gd name="connsiteX1" fmla="*/ 92392 w 791092"/>
              <a:gd name="connsiteY1" fmla="*/ 0 h 1471612"/>
              <a:gd name="connsiteX2" fmla="*/ 791092 w 791092"/>
              <a:gd name="connsiteY2" fmla="*/ 1414462 h 1471612"/>
              <a:gd name="connsiteX3" fmla="*/ 710993 w 791092"/>
              <a:gd name="connsiteY3" fmla="*/ 1471612 h 1471612"/>
              <a:gd name="connsiteX4" fmla="*/ 0 w 791092"/>
              <a:gd name="connsiteY4" fmla="*/ 42863 h 1471612"/>
              <a:gd name="connsiteX0" fmla="*/ 0 w 791092"/>
              <a:gd name="connsiteY0" fmla="*/ 42863 h 1471612"/>
              <a:gd name="connsiteX1" fmla="*/ 92392 w 791092"/>
              <a:gd name="connsiteY1" fmla="*/ 0 h 1471612"/>
              <a:gd name="connsiteX2" fmla="*/ 791092 w 791092"/>
              <a:gd name="connsiteY2" fmla="*/ 1414462 h 1471612"/>
              <a:gd name="connsiteX3" fmla="*/ 710993 w 791092"/>
              <a:gd name="connsiteY3" fmla="*/ 1471612 h 1471612"/>
              <a:gd name="connsiteX4" fmla="*/ 0 w 791092"/>
              <a:gd name="connsiteY4" fmla="*/ 42863 h 1471612"/>
              <a:gd name="connsiteX0" fmla="*/ 0 w 791092"/>
              <a:gd name="connsiteY0" fmla="*/ 38100 h 1471612"/>
              <a:gd name="connsiteX1" fmla="*/ 92392 w 791092"/>
              <a:gd name="connsiteY1" fmla="*/ 0 h 1471612"/>
              <a:gd name="connsiteX2" fmla="*/ 791092 w 791092"/>
              <a:gd name="connsiteY2" fmla="*/ 1414462 h 1471612"/>
              <a:gd name="connsiteX3" fmla="*/ 710993 w 791092"/>
              <a:gd name="connsiteY3" fmla="*/ 1471612 h 1471612"/>
              <a:gd name="connsiteX4" fmla="*/ 0 w 791092"/>
              <a:gd name="connsiteY4" fmla="*/ 38100 h 1471612"/>
              <a:gd name="connsiteX0" fmla="*/ 0 w 791092"/>
              <a:gd name="connsiteY0" fmla="*/ 47625 h 1481137"/>
              <a:gd name="connsiteX1" fmla="*/ 84196 w 791092"/>
              <a:gd name="connsiteY1" fmla="*/ 0 h 1481137"/>
              <a:gd name="connsiteX2" fmla="*/ 791092 w 791092"/>
              <a:gd name="connsiteY2" fmla="*/ 1423987 h 1481137"/>
              <a:gd name="connsiteX3" fmla="*/ 710993 w 791092"/>
              <a:gd name="connsiteY3" fmla="*/ 1481137 h 1481137"/>
              <a:gd name="connsiteX4" fmla="*/ 0 w 791092"/>
              <a:gd name="connsiteY4" fmla="*/ 47625 h 14811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1092" h="1481137">
                <a:moveTo>
                  <a:pt x="0" y="47625"/>
                </a:moveTo>
                <a:lnTo>
                  <a:pt x="84196" y="0"/>
                </a:lnTo>
                <a:lnTo>
                  <a:pt x="791092" y="1423987"/>
                </a:lnTo>
                <a:lnTo>
                  <a:pt x="710993" y="1481137"/>
                </a:lnTo>
                <a:lnTo>
                  <a:pt x="0" y="47625"/>
                </a:ln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panose="020B0503020204020204" pitchFamily="34" charset="-122"/>
              <a:ea typeface="微软雅黑" panose="020B0503020204020204" pitchFamily="34" charset="-122"/>
            </a:endParaRPr>
          </a:p>
        </p:txBody>
      </p:sp>
      <p:sp>
        <p:nvSpPr>
          <p:cNvPr id="111" name="圆角矩形 47">
            <a:extLst>
              <a:ext uri="{FF2B5EF4-FFF2-40B4-BE49-F238E27FC236}">
                <a16:creationId xmlns:a16="http://schemas.microsoft.com/office/drawing/2014/main" id="{DC523D11-99BE-5A32-D132-356B57934477}"/>
              </a:ext>
            </a:extLst>
          </p:cNvPr>
          <p:cNvSpPr/>
          <p:nvPr/>
        </p:nvSpPr>
        <p:spPr>
          <a:xfrm>
            <a:off x="8850473" y="3247031"/>
            <a:ext cx="2480895" cy="1740613"/>
          </a:xfrm>
          <a:prstGeom prst="roundRect">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2" name="圆角矩形 50">
            <a:extLst>
              <a:ext uri="{FF2B5EF4-FFF2-40B4-BE49-F238E27FC236}">
                <a16:creationId xmlns:a16="http://schemas.microsoft.com/office/drawing/2014/main" id="{BCA91905-5C5F-40FB-3759-BA78F47BD4CF}"/>
              </a:ext>
            </a:extLst>
          </p:cNvPr>
          <p:cNvSpPr/>
          <p:nvPr/>
        </p:nvSpPr>
        <p:spPr>
          <a:xfrm>
            <a:off x="904320" y="5900431"/>
            <a:ext cx="1352138" cy="36701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80" dirty="0">
                <a:latin typeface="微软雅黑" panose="020B0503020204020204" pitchFamily="34" charset="-122"/>
                <a:ea typeface="微软雅黑" panose="020B0503020204020204" pitchFamily="34" charset="-122"/>
                <a:cs typeface="微软雅黑" panose="020B0606030504020204" pitchFamily="34" charset="0"/>
              </a:rPr>
              <a:t>市场化名词</a:t>
            </a:r>
          </a:p>
        </p:txBody>
      </p:sp>
      <p:sp>
        <p:nvSpPr>
          <p:cNvPr id="113" name="圆角矩形 51">
            <a:extLst>
              <a:ext uri="{FF2B5EF4-FFF2-40B4-BE49-F238E27FC236}">
                <a16:creationId xmlns:a16="http://schemas.microsoft.com/office/drawing/2014/main" id="{31872F76-9A17-566B-6AAB-8C9F4A24736F}"/>
              </a:ext>
            </a:extLst>
          </p:cNvPr>
          <p:cNvSpPr/>
          <p:nvPr/>
        </p:nvSpPr>
        <p:spPr>
          <a:xfrm>
            <a:off x="904320" y="5353610"/>
            <a:ext cx="1352138" cy="367019"/>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80" dirty="0">
                <a:latin typeface="微软雅黑" panose="020B0503020204020204" pitchFamily="34" charset="-122"/>
                <a:ea typeface="微软雅黑" panose="020B0503020204020204" pitchFamily="34" charset="-122"/>
                <a:cs typeface="微软雅黑" panose="020B0606030504020204" pitchFamily="34" charset="0"/>
              </a:rPr>
              <a:t>市场化名词</a:t>
            </a:r>
          </a:p>
        </p:txBody>
      </p:sp>
      <p:sp>
        <p:nvSpPr>
          <p:cNvPr id="114" name="文本框 11">
            <a:extLst>
              <a:ext uri="{FF2B5EF4-FFF2-40B4-BE49-F238E27FC236}">
                <a16:creationId xmlns:a16="http://schemas.microsoft.com/office/drawing/2014/main" id="{DF247B78-E1C9-79A1-44F4-0D3454528D61}"/>
              </a:ext>
            </a:extLst>
          </p:cNvPr>
          <p:cNvSpPr txBox="1"/>
          <p:nvPr/>
        </p:nvSpPr>
        <p:spPr>
          <a:xfrm>
            <a:off x="865434" y="2964542"/>
            <a:ext cx="2171200" cy="1450487"/>
          </a:xfrm>
          <a:prstGeom prst="rect">
            <a:avLst/>
          </a:prstGeom>
          <a:noFill/>
        </p:spPr>
        <p:txBody>
          <a:bodyPr wrap="square" rtlCol="0">
            <a:spAutoFit/>
          </a:bodyPr>
          <a:lstStyle/>
          <a:p>
            <a:pPr algn="just">
              <a:lnSpc>
                <a:spcPct val="150000"/>
              </a:lnSpc>
            </a:pP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15" name="文本框 12">
            <a:extLst>
              <a:ext uri="{FF2B5EF4-FFF2-40B4-BE49-F238E27FC236}">
                <a16:creationId xmlns:a16="http://schemas.microsoft.com/office/drawing/2014/main" id="{C8C774B3-BCBE-6893-1730-C4F987079DE3}"/>
              </a:ext>
            </a:extLst>
          </p:cNvPr>
          <p:cNvSpPr txBox="1"/>
          <p:nvPr/>
        </p:nvSpPr>
        <p:spPr>
          <a:xfrm>
            <a:off x="865434" y="2473590"/>
            <a:ext cx="2171200" cy="456950"/>
          </a:xfrm>
          <a:prstGeom prst="rect">
            <a:avLst/>
          </a:prstGeom>
          <a:noFill/>
        </p:spPr>
        <p:txBody>
          <a:bodyPr wrap="square" rtlCol="0">
            <a:spAutoFit/>
          </a:bodyPr>
          <a:lstStyle/>
          <a:p>
            <a:pPr algn="just">
              <a:lnSpc>
                <a:spcPct val="150000"/>
              </a:lnSpc>
            </a:pPr>
            <a:r>
              <a:rPr kumimoji="1" lang="en-US" altLang="zh-CN"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01-</a:t>
            </a:r>
            <a:r>
              <a:rPr kumimoji="1" lang="zh-CN" altLang="en-US"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品牌策划</a:t>
            </a:r>
          </a:p>
        </p:txBody>
      </p:sp>
      <p:sp>
        <p:nvSpPr>
          <p:cNvPr id="116" name="文本框 15">
            <a:extLst>
              <a:ext uri="{FF2B5EF4-FFF2-40B4-BE49-F238E27FC236}">
                <a16:creationId xmlns:a16="http://schemas.microsoft.com/office/drawing/2014/main" id="{246B9F7B-C994-E967-22CF-0EB3C5C03116}"/>
              </a:ext>
            </a:extLst>
          </p:cNvPr>
          <p:cNvSpPr txBox="1"/>
          <p:nvPr/>
        </p:nvSpPr>
        <p:spPr>
          <a:xfrm>
            <a:off x="3334797" y="2964542"/>
            <a:ext cx="2171200" cy="986031"/>
          </a:xfrm>
          <a:prstGeom prst="rect">
            <a:avLst/>
          </a:prstGeom>
          <a:noFill/>
        </p:spPr>
        <p:txBody>
          <a:bodyPr wrap="square" rtlCol="0">
            <a:spAutoFit/>
          </a:bodyPr>
          <a:lstStyle/>
          <a:p>
            <a:pPr algn="just">
              <a:lnSpc>
                <a:spcPct val="150000"/>
              </a:lnSpc>
            </a:pP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17" name="文本框 16">
            <a:extLst>
              <a:ext uri="{FF2B5EF4-FFF2-40B4-BE49-F238E27FC236}">
                <a16:creationId xmlns:a16="http://schemas.microsoft.com/office/drawing/2014/main" id="{7713DC51-9C8A-EF95-CEE7-5651F5DB6276}"/>
              </a:ext>
            </a:extLst>
          </p:cNvPr>
          <p:cNvSpPr txBox="1"/>
          <p:nvPr/>
        </p:nvSpPr>
        <p:spPr>
          <a:xfrm>
            <a:off x="3334797" y="2473590"/>
            <a:ext cx="2171200" cy="456950"/>
          </a:xfrm>
          <a:prstGeom prst="rect">
            <a:avLst/>
          </a:prstGeom>
          <a:noFill/>
        </p:spPr>
        <p:txBody>
          <a:bodyPr wrap="square" rtlCol="0">
            <a:spAutoFit/>
          </a:bodyPr>
          <a:lstStyle/>
          <a:p>
            <a:pPr algn="just">
              <a:lnSpc>
                <a:spcPct val="150000"/>
              </a:lnSpc>
            </a:pPr>
            <a:r>
              <a:rPr kumimoji="1" lang="en-US" altLang="zh-CN"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02-</a:t>
            </a:r>
            <a:r>
              <a:rPr kumimoji="1" lang="zh-CN" altLang="en-US"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品牌策划</a:t>
            </a:r>
          </a:p>
        </p:txBody>
      </p:sp>
      <p:sp>
        <p:nvSpPr>
          <p:cNvPr id="118" name="文本框 19">
            <a:extLst>
              <a:ext uri="{FF2B5EF4-FFF2-40B4-BE49-F238E27FC236}">
                <a16:creationId xmlns:a16="http://schemas.microsoft.com/office/drawing/2014/main" id="{CB71B8C5-9BF7-5934-169F-9D2A92CC2F35}"/>
              </a:ext>
            </a:extLst>
          </p:cNvPr>
          <p:cNvSpPr txBox="1"/>
          <p:nvPr/>
        </p:nvSpPr>
        <p:spPr>
          <a:xfrm>
            <a:off x="9015860" y="3827284"/>
            <a:ext cx="2171200" cy="986031"/>
          </a:xfrm>
          <a:prstGeom prst="rect">
            <a:avLst/>
          </a:prstGeom>
          <a:noFill/>
        </p:spPr>
        <p:txBody>
          <a:bodyPr wrap="square" rtlCol="0">
            <a:spAutoFit/>
          </a:bodyPr>
          <a:lstStyle/>
          <a:p>
            <a:pPr algn="just">
              <a:lnSpc>
                <a:spcPct val="150000"/>
              </a:lnSpc>
            </a:pP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19" name="文本框 21">
            <a:extLst>
              <a:ext uri="{FF2B5EF4-FFF2-40B4-BE49-F238E27FC236}">
                <a16:creationId xmlns:a16="http://schemas.microsoft.com/office/drawing/2014/main" id="{799611F6-8BFC-8257-A2C9-0D780B470AED}"/>
              </a:ext>
            </a:extLst>
          </p:cNvPr>
          <p:cNvSpPr txBox="1"/>
          <p:nvPr/>
        </p:nvSpPr>
        <p:spPr>
          <a:xfrm>
            <a:off x="9015860" y="3336332"/>
            <a:ext cx="2171200" cy="456950"/>
          </a:xfrm>
          <a:prstGeom prst="rect">
            <a:avLst/>
          </a:prstGeom>
          <a:noFill/>
        </p:spPr>
        <p:txBody>
          <a:bodyPr wrap="square" rtlCol="0">
            <a:spAutoFit/>
          </a:bodyPr>
          <a:lstStyle/>
          <a:p>
            <a:pPr algn="just">
              <a:lnSpc>
                <a:spcPct val="150000"/>
              </a:lnSpc>
            </a:pPr>
            <a:r>
              <a:rPr kumimoji="1" lang="en-US" altLang="zh-CN"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03-</a:t>
            </a:r>
            <a:r>
              <a:rPr kumimoji="1" lang="zh-CN" altLang="en-US" sz="182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品牌策划</a:t>
            </a:r>
          </a:p>
        </p:txBody>
      </p:sp>
      <p:sp>
        <p:nvSpPr>
          <p:cNvPr id="120" name="任意形状 24">
            <a:extLst>
              <a:ext uri="{FF2B5EF4-FFF2-40B4-BE49-F238E27FC236}">
                <a16:creationId xmlns:a16="http://schemas.microsoft.com/office/drawing/2014/main" id="{A063F3B0-FD6B-1E26-ABB5-5BF3B75DFEC6}"/>
              </a:ext>
            </a:extLst>
          </p:cNvPr>
          <p:cNvSpPr/>
          <p:nvPr/>
        </p:nvSpPr>
        <p:spPr>
          <a:xfrm rot="20740206">
            <a:off x="6440996" y="3417556"/>
            <a:ext cx="4758392" cy="3396194"/>
          </a:xfrm>
          <a:custGeom>
            <a:avLst/>
            <a:gdLst>
              <a:gd name="connsiteX0" fmla="*/ 1071613 w 5202775"/>
              <a:gd name="connsiteY0" fmla="*/ 0 h 3713362"/>
              <a:gd name="connsiteX1" fmla="*/ 1229428 w 5202775"/>
              <a:gd name="connsiteY1" fmla="*/ 1572125 h 3713362"/>
              <a:gd name="connsiteX2" fmla="*/ 5052790 w 5202775"/>
              <a:gd name="connsiteY2" fmla="*/ 2548813 h 3713362"/>
              <a:gd name="connsiteX3" fmla="*/ 5196528 w 5202775"/>
              <a:gd name="connsiteY3" fmla="*/ 2791183 h 3713362"/>
              <a:gd name="connsiteX4" fmla="*/ 4999270 w 5202775"/>
              <a:gd name="connsiteY4" fmla="*/ 3563376 h 3713362"/>
              <a:gd name="connsiteX5" fmla="*/ 4756899 w 5202775"/>
              <a:gd name="connsiteY5" fmla="*/ 3707115 h 3713362"/>
              <a:gd name="connsiteX6" fmla="*/ 149985 w 5202775"/>
              <a:gd name="connsiteY6" fmla="*/ 2530266 h 3713362"/>
              <a:gd name="connsiteX7" fmla="*/ 6247 w 5202775"/>
              <a:gd name="connsiteY7" fmla="*/ 2287896 h 3713362"/>
              <a:gd name="connsiteX8" fmla="*/ 203505 w 5202775"/>
              <a:gd name="connsiteY8" fmla="*/ 1515703 h 3713362"/>
              <a:gd name="connsiteX9" fmla="*/ 445876 w 5202775"/>
              <a:gd name="connsiteY9" fmla="*/ 1371964 h 3713362"/>
              <a:gd name="connsiteX10" fmla="*/ 921689 w 5202775"/>
              <a:gd name="connsiteY10" fmla="*/ 1493512 h 3713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02775" h="3713362">
                <a:moveTo>
                  <a:pt x="1071613" y="0"/>
                </a:moveTo>
                <a:lnTo>
                  <a:pt x="1229428" y="1572125"/>
                </a:lnTo>
                <a:lnTo>
                  <a:pt x="5052790" y="2548813"/>
                </a:lnTo>
                <a:cubicBezTo>
                  <a:pt x="5159411" y="2576049"/>
                  <a:pt x="5223765" y="2684562"/>
                  <a:pt x="5196528" y="2791183"/>
                </a:cubicBezTo>
                <a:lnTo>
                  <a:pt x="4999270" y="3563376"/>
                </a:lnTo>
                <a:cubicBezTo>
                  <a:pt x="4972033" y="3669998"/>
                  <a:pt x="4863520" y="3734351"/>
                  <a:pt x="4756899" y="3707115"/>
                </a:cubicBezTo>
                <a:lnTo>
                  <a:pt x="149985" y="2530266"/>
                </a:lnTo>
                <a:cubicBezTo>
                  <a:pt x="43364" y="2503030"/>
                  <a:pt x="-20990" y="2394517"/>
                  <a:pt x="6247" y="2287896"/>
                </a:cubicBezTo>
                <a:lnTo>
                  <a:pt x="203505" y="1515703"/>
                </a:lnTo>
                <a:cubicBezTo>
                  <a:pt x="230742" y="1409081"/>
                  <a:pt x="339255" y="1344728"/>
                  <a:pt x="445876" y="1371964"/>
                </a:cubicBezTo>
                <a:lnTo>
                  <a:pt x="921689" y="1493512"/>
                </a:ln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21" name="文本框 25">
            <a:extLst>
              <a:ext uri="{FF2B5EF4-FFF2-40B4-BE49-F238E27FC236}">
                <a16:creationId xmlns:a16="http://schemas.microsoft.com/office/drawing/2014/main" id="{00F03231-C4FF-586F-7D1C-E086C7C3720C}"/>
              </a:ext>
            </a:extLst>
          </p:cNvPr>
          <p:cNvSpPr txBox="1"/>
          <p:nvPr/>
        </p:nvSpPr>
        <p:spPr>
          <a:xfrm>
            <a:off x="6753460" y="5068420"/>
            <a:ext cx="1731084" cy="1102966"/>
          </a:xfrm>
          <a:prstGeom prst="rect">
            <a:avLst/>
          </a:prstGeom>
          <a:noFill/>
        </p:spPr>
        <p:txBody>
          <a:bodyPr wrap="square" rtlCol="0">
            <a:spAutoFit/>
          </a:bodyPr>
          <a:lstStyle/>
          <a:p>
            <a:pPr algn="just">
              <a:lnSpc>
                <a:spcPct val="150000"/>
              </a:lnSpc>
            </a:pPr>
            <a:r>
              <a:rPr kumimoji="1" lang="en-US" altLang="zh-CN" sz="493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68%</a:t>
            </a:r>
            <a:endParaRPr kumimoji="1" lang="zh-CN" altLang="en-US" sz="4939" b="1"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endParaRPr>
          </a:p>
        </p:txBody>
      </p:sp>
      <p:sp>
        <p:nvSpPr>
          <p:cNvPr id="122" name="文本框 27">
            <a:extLst>
              <a:ext uri="{FF2B5EF4-FFF2-40B4-BE49-F238E27FC236}">
                <a16:creationId xmlns:a16="http://schemas.microsoft.com/office/drawing/2014/main" id="{3382C746-2572-ADDB-D0BE-6F3D6AB3A76D}"/>
              </a:ext>
            </a:extLst>
          </p:cNvPr>
          <p:cNvSpPr txBox="1"/>
          <p:nvPr/>
        </p:nvSpPr>
        <p:spPr>
          <a:xfrm>
            <a:off x="8540240" y="5320259"/>
            <a:ext cx="2598353" cy="753744"/>
          </a:xfrm>
          <a:prstGeom prst="rect">
            <a:avLst/>
          </a:prstGeom>
          <a:noFill/>
        </p:spPr>
        <p:txBody>
          <a:bodyPr wrap="square" rtlCol="0">
            <a:spAutoFit/>
          </a:bodyPr>
          <a:lstStyle/>
          <a:p>
            <a:pPr algn="just">
              <a:lnSpc>
                <a:spcPct val="150000"/>
              </a:lnSpc>
            </a:pPr>
            <a:r>
              <a:rPr kumimoji="1" lang="zh-CN" altLang="en-US" sz="1006"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6"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6"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6" dirty="0">
                <a:solidFill>
                  <a:srgbClr val="336699"/>
                </a:solidFill>
                <a:latin typeface="微软雅黑" panose="020B0503020204020204" pitchFamily="34" charset="-122"/>
                <a:ea typeface="微软雅黑" panose="020B0503020204020204" pitchFamily="34" charset="-122"/>
                <a:cs typeface="微软雅黑" panose="020B0606030504020204" pitchFamily="34" charset="0"/>
              </a:rPr>
              <a:t/>
            </a:r>
          </a:p>
        </p:txBody>
      </p:sp>
      <p:cxnSp>
        <p:nvCxnSpPr>
          <p:cNvPr id="123" name="直线连接符 29">
            <a:extLst>
              <a:ext uri="{FF2B5EF4-FFF2-40B4-BE49-F238E27FC236}">
                <a16:creationId xmlns:a16="http://schemas.microsoft.com/office/drawing/2014/main" id="{15506766-5DD6-D88B-70C6-967060A3B7AB}"/>
              </a:ext>
            </a:extLst>
          </p:cNvPr>
          <p:cNvCxnSpPr/>
          <p:nvPr/>
        </p:nvCxnSpPr>
        <p:spPr>
          <a:xfrm>
            <a:off x="8398753" y="5353610"/>
            <a:ext cx="0" cy="692690"/>
          </a:xfrm>
          <a:prstGeom prst="line">
            <a:avLst/>
          </a:prstGeom>
        </p:spPr>
        <p:style>
          <a:lnRef idx="2">
            <a:srgbClr val="336699"/>
          </a:lnRef>
          <a:fillRef idx="0">
            <a:srgbClr val="336699"/>
          </a:fillRef>
          <a:effectRef idx="1">
            <a:srgbClr val="336699"/>
          </a:effectRef>
          <a:fontRef idx="minor">
            <a:srgbClr val="333333"/>
          </a:fontRef>
        </p:style>
      </p:cxnSp>
      <p:sp>
        <p:nvSpPr>
          <p:cNvPr id="124" name="圆角矩形 30">
            <a:extLst>
              <a:ext uri="{FF2B5EF4-FFF2-40B4-BE49-F238E27FC236}">
                <a16:creationId xmlns:a16="http://schemas.microsoft.com/office/drawing/2014/main" id="{3797B7D2-374E-C035-8E2D-C9843D054678}"/>
              </a:ext>
            </a:extLst>
          </p:cNvPr>
          <p:cNvSpPr/>
          <p:nvPr/>
        </p:nvSpPr>
        <p:spPr>
          <a:xfrm>
            <a:off x="904320" y="4789348"/>
            <a:ext cx="1352138" cy="367019"/>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80" dirty="0">
                <a:latin typeface="微软雅黑" panose="020B0503020204020204" pitchFamily="34" charset="-122"/>
                <a:ea typeface="微软雅黑" panose="020B0503020204020204" pitchFamily="34" charset="-122"/>
                <a:cs typeface="微软雅黑" panose="020B0606030504020204" pitchFamily="34" charset="0"/>
              </a:rPr>
              <a:t>市场化名词</a:t>
            </a:r>
          </a:p>
        </p:txBody>
      </p:sp>
      <p:cxnSp>
        <p:nvCxnSpPr>
          <p:cNvPr id="125" name="直线连接符 32">
            <a:extLst>
              <a:ext uri="{FF2B5EF4-FFF2-40B4-BE49-F238E27FC236}">
                <a16:creationId xmlns:a16="http://schemas.microsoft.com/office/drawing/2014/main" id="{3780C209-2249-485B-C99A-71CEC18EBE58}"/>
              </a:ext>
            </a:extLst>
          </p:cNvPr>
          <p:cNvCxnSpPr>
            <a:stCxn id="124" idx="3"/>
          </p:cNvCxnSpPr>
          <p:nvPr/>
        </p:nvCxnSpPr>
        <p:spPr>
          <a:xfrm>
            <a:off x="2256458" y="4972858"/>
            <a:ext cx="1254388" cy="564261"/>
          </a:xfrm>
          <a:prstGeom prst="line">
            <a:avLst/>
          </a:prstGeom>
        </p:spPr>
        <p:style>
          <a:lnRef idx="2">
            <a:srgbClr val="336699"/>
          </a:lnRef>
          <a:fillRef idx="0">
            <a:srgbClr val="336699"/>
          </a:fillRef>
          <a:effectRef idx="1">
            <a:srgbClr val="336699"/>
          </a:effectRef>
          <a:fontRef idx="minor">
            <a:srgbClr val="333333"/>
          </a:fontRef>
        </p:style>
      </p:cxnSp>
      <p:cxnSp>
        <p:nvCxnSpPr>
          <p:cNvPr id="126" name="直线连接符 34">
            <a:extLst>
              <a:ext uri="{FF2B5EF4-FFF2-40B4-BE49-F238E27FC236}">
                <a16:creationId xmlns:a16="http://schemas.microsoft.com/office/drawing/2014/main" id="{A70C1CA6-6693-4B52-1936-5EC39603AF87}"/>
              </a:ext>
            </a:extLst>
          </p:cNvPr>
          <p:cNvCxnSpPr>
            <a:stCxn id="113" idx="3"/>
          </p:cNvCxnSpPr>
          <p:nvPr/>
        </p:nvCxnSpPr>
        <p:spPr>
          <a:xfrm flipV="1">
            <a:off x="2256458" y="5537119"/>
            <a:ext cx="1249362" cy="1"/>
          </a:xfrm>
          <a:prstGeom prst="line">
            <a:avLst/>
          </a:prstGeom>
        </p:spPr>
        <p:style>
          <a:lnRef idx="2">
            <a:srgbClr val="336699"/>
          </a:lnRef>
          <a:fillRef idx="0">
            <a:srgbClr val="336699"/>
          </a:fillRef>
          <a:effectRef idx="1">
            <a:srgbClr val="336699"/>
          </a:effectRef>
          <a:fontRef idx="minor">
            <a:srgbClr val="333333"/>
          </a:fontRef>
        </p:style>
      </p:cxnSp>
      <p:cxnSp>
        <p:nvCxnSpPr>
          <p:cNvPr id="127" name="直线连接符 36">
            <a:extLst>
              <a:ext uri="{FF2B5EF4-FFF2-40B4-BE49-F238E27FC236}">
                <a16:creationId xmlns:a16="http://schemas.microsoft.com/office/drawing/2014/main" id="{9B322462-0E34-4367-8875-7B3E0E22712B}"/>
              </a:ext>
            </a:extLst>
          </p:cNvPr>
          <p:cNvCxnSpPr>
            <a:stCxn id="112" idx="3"/>
          </p:cNvCxnSpPr>
          <p:nvPr/>
        </p:nvCxnSpPr>
        <p:spPr>
          <a:xfrm flipV="1">
            <a:off x="2256458" y="5537119"/>
            <a:ext cx="1249362" cy="546822"/>
          </a:xfrm>
          <a:prstGeom prst="line">
            <a:avLst/>
          </a:prstGeom>
        </p:spPr>
        <p:style>
          <a:lnRef idx="2">
            <a:srgbClr val="336699"/>
          </a:lnRef>
          <a:fillRef idx="0">
            <a:srgbClr val="336699"/>
          </a:fillRef>
          <a:effectRef idx="1">
            <a:srgbClr val="336699"/>
          </a:effectRef>
          <a:fontRef idx="minor">
            <a:srgbClr val="333333"/>
          </a:fontRef>
        </p:style>
      </p:cxnSp>
      <p:sp>
        <p:nvSpPr>
          <p:cNvPr id="128" name="椭圆 37">
            <a:extLst>
              <a:ext uri="{FF2B5EF4-FFF2-40B4-BE49-F238E27FC236}">
                <a16:creationId xmlns:a16="http://schemas.microsoft.com/office/drawing/2014/main" id="{3FAB3635-309E-76E1-701A-8E2B72E8D846}"/>
              </a:ext>
            </a:extLst>
          </p:cNvPr>
          <p:cNvSpPr/>
          <p:nvPr/>
        </p:nvSpPr>
        <p:spPr>
          <a:xfrm>
            <a:off x="3465425" y="5470237"/>
            <a:ext cx="133762" cy="133762"/>
          </a:xfrm>
          <a:prstGeom prst="ellipse">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9" name="Oval 2">
            <a:extLst>
              <a:ext uri="{FF2B5EF4-FFF2-40B4-BE49-F238E27FC236}">
                <a16:creationId xmlns:a16="http://schemas.microsoft.com/office/drawing/2014/main" id="{37269DE8-ADFA-ACE6-4D5F-F128C1DFAD37}"/>
              </a:ext>
            </a:extLst>
          </p:cNvPr>
          <p:cNvSpPr/>
          <p:nvPr/>
        </p:nvSpPr>
        <p:spPr>
          <a:xfrm>
            <a:off x="9614469" y="1342603"/>
            <a:ext cx="1715220" cy="1715219"/>
          </a:xfrm>
          <a:prstGeom prst="ellipse">
            <a:avLst/>
          </a:prstGeom>
          <a:solidFill>
            <a:srgbClr val="7A8C8E"/>
          </a:solidFill>
          <a:ln w="6721" cap="flat">
            <a:noFill/>
            <a:prstDash val="solid"/>
            <a:miter/>
          </a:ln>
        </p:spPr>
        <p:txBody>
          <a:bodyPr rtlCol="0" anchor="ctr"/>
          <a:lstStyle/>
          <a:p>
            <a:endParaRPr lang="en-US">
              <a:solidFill>
                <a:srgbClr val="333333"/>
              </a:solidFill>
              <a:latin typeface="微软雅黑" panose="020B0503020204020204" pitchFamily="34" charset="-122"/>
              <a:ea typeface="微软雅黑" panose="020B0503020204020204" pitchFamily="34" charset="-122"/>
            </a:endParaRPr>
          </a:p>
        </p:txBody>
      </p:sp>
      <p:sp>
        <p:nvSpPr>
          <p:cNvPr id="130" name="TextBox 3">
            <a:extLst>
              <a:ext uri="{FF2B5EF4-FFF2-40B4-BE49-F238E27FC236}">
                <a16:creationId xmlns:a16="http://schemas.microsoft.com/office/drawing/2014/main" id="{AF722026-37FA-BF16-D105-927C8F0B1BA0}"/>
              </a:ext>
            </a:extLst>
          </p:cNvPr>
          <p:cNvSpPr txBox="1"/>
          <p:nvPr/>
        </p:nvSpPr>
        <p:spPr>
          <a:xfrm>
            <a:off x="10023560" y="1446798"/>
            <a:ext cx="897040" cy="225191"/>
          </a:xfrm>
          <a:prstGeom prst="rect">
            <a:avLst/>
          </a:prstGeom>
          <a:noFill/>
        </p:spPr>
        <p:txBody>
          <a:bodyPr wrap="square" rtlCol="0">
            <a:spAutoFit/>
          </a:bodyPr>
          <a:lstStyle/>
          <a:p>
            <a:pPr algn="ctr"/>
            <a:r>
              <a:rPr lang="en-US" sz="915"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¥22,810,00</a:t>
            </a:r>
          </a:p>
        </p:txBody>
      </p:sp>
      <p:sp>
        <p:nvSpPr>
          <p:cNvPr id="131" name="Oval 4">
            <a:extLst>
              <a:ext uri="{FF2B5EF4-FFF2-40B4-BE49-F238E27FC236}">
                <a16:creationId xmlns:a16="http://schemas.microsoft.com/office/drawing/2014/main" id="{627F4096-25D2-6D1A-AFBF-8B05C6A4A065}"/>
              </a:ext>
            </a:extLst>
          </p:cNvPr>
          <p:cNvSpPr/>
          <p:nvPr/>
        </p:nvSpPr>
        <p:spPr>
          <a:xfrm>
            <a:off x="9776189" y="1675875"/>
            <a:ext cx="1381947" cy="1381946"/>
          </a:xfrm>
          <a:prstGeom prst="ellipse">
            <a:avLst/>
          </a:prstGeom>
          <a:solidFill>
            <a:srgbClr val="58B6C0"/>
          </a:solidFill>
          <a:ln w="6721" cap="flat">
            <a:noFill/>
            <a:prstDash val="solid"/>
            <a:miter/>
          </a:ln>
        </p:spPr>
        <p:txBody>
          <a:bodyPr rtlCol="0" anchor="ctr"/>
          <a:lstStyle/>
          <a:p>
            <a:endParaRPr lang="en-US">
              <a:solidFill>
                <a:srgbClr val="333333"/>
              </a:solidFill>
              <a:latin typeface="微软雅黑" panose="020B0503020204020204" pitchFamily="34" charset="-122"/>
              <a:ea typeface="微软雅黑" panose="020B0503020204020204" pitchFamily="34" charset="-122"/>
            </a:endParaRPr>
          </a:p>
        </p:txBody>
      </p:sp>
      <p:sp>
        <p:nvSpPr>
          <p:cNvPr id="132" name="TextBox 5">
            <a:extLst>
              <a:ext uri="{FF2B5EF4-FFF2-40B4-BE49-F238E27FC236}">
                <a16:creationId xmlns:a16="http://schemas.microsoft.com/office/drawing/2014/main" id="{8CEE8B2B-B9FC-C2AF-1285-4715927EDA80}"/>
              </a:ext>
            </a:extLst>
          </p:cNvPr>
          <p:cNvSpPr txBox="1"/>
          <p:nvPr/>
        </p:nvSpPr>
        <p:spPr>
          <a:xfrm>
            <a:off x="10023560" y="1777062"/>
            <a:ext cx="897040" cy="225191"/>
          </a:xfrm>
          <a:prstGeom prst="rect">
            <a:avLst/>
          </a:prstGeom>
          <a:noFill/>
        </p:spPr>
        <p:txBody>
          <a:bodyPr wrap="square" rtlCol="0">
            <a:spAutoFit/>
          </a:bodyPr>
          <a:lstStyle/>
          <a:p>
            <a:pPr algn="ctr"/>
            <a:r>
              <a:rPr lang="en-US" sz="915"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¥16,810,00</a:t>
            </a:r>
          </a:p>
        </p:txBody>
      </p:sp>
      <p:sp>
        <p:nvSpPr>
          <p:cNvPr id="133" name="Oval 6">
            <a:extLst>
              <a:ext uri="{FF2B5EF4-FFF2-40B4-BE49-F238E27FC236}">
                <a16:creationId xmlns:a16="http://schemas.microsoft.com/office/drawing/2014/main" id="{C9A61DDD-451A-B660-25CF-45CA5872565E}"/>
              </a:ext>
            </a:extLst>
          </p:cNvPr>
          <p:cNvSpPr/>
          <p:nvPr/>
        </p:nvSpPr>
        <p:spPr>
          <a:xfrm>
            <a:off x="9956755" y="2027173"/>
            <a:ext cx="1030649" cy="1030648"/>
          </a:xfrm>
          <a:prstGeom prst="ellipse">
            <a:avLst/>
          </a:prstGeom>
          <a:solidFill>
            <a:srgbClr val="336699"/>
          </a:solidFill>
          <a:ln w="6721" cap="flat">
            <a:noFill/>
            <a:prstDash val="solid"/>
            <a:miter/>
          </a:ln>
        </p:spPr>
        <p:txBody>
          <a:bodyPr rtlCol="0" anchor="ctr"/>
          <a:lstStyle/>
          <a:p>
            <a:endParaRPr lang="en-US">
              <a:solidFill>
                <a:srgbClr val="333333"/>
              </a:solidFill>
              <a:latin typeface="微软雅黑" panose="020B0503020204020204" pitchFamily="34" charset="-122"/>
              <a:ea typeface="微软雅黑" panose="020B0503020204020204" pitchFamily="34" charset="-122"/>
            </a:endParaRPr>
          </a:p>
        </p:txBody>
      </p:sp>
      <p:sp>
        <p:nvSpPr>
          <p:cNvPr id="134" name="TextBox 7">
            <a:extLst>
              <a:ext uri="{FF2B5EF4-FFF2-40B4-BE49-F238E27FC236}">
                <a16:creationId xmlns:a16="http://schemas.microsoft.com/office/drawing/2014/main" id="{351B78AB-24B2-AAEC-674A-44318192B4BE}"/>
              </a:ext>
            </a:extLst>
          </p:cNvPr>
          <p:cNvSpPr txBox="1"/>
          <p:nvPr/>
        </p:nvSpPr>
        <p:spPr>
          <a:xfrm>
            <a:off x="10016105" y="2387628"/>
            <a:ext cx="910312" cy="225191"/>
          </a:xfrm>
          <a:prstGeom prst="rect">
            <a:avLst/>
          </a:prstGeom>
          <a:noFill/>
        </p:spPr>
        <p:txBody>
          <a:bodyPr wrap="square" rtlCol="0">
            <a:spAutoFit/>
          </a:bodyPr>
          <a:lstStyle/>
          <a:p>
            <a:pPr algn="ctr"/>
            <a:r>
              <a:rPr lang="en-US" sz="915" b="1" dirty="0">
                <a:solidFill>
                  <a:srgbClr val="FFFFFF"/>
                </a:solidFill>
                <a:latin typeface="微软雅黑" panose="020B0503020204020204" pitchFamily="34" charset="-122"/>
                <a:ea typeface="微软雅黑" panose="020B0503020204020204" pitchFamily="34" charset="-122"/>
                <a:cs typeface="微软雅黑" panose="020B0606030504020204" pitchFamily="34" charset="0"/>
              </a:rPr>
              <a:t>¥10,810,00</a:t>
            </a:r>
          </a:p>
        </p:txBody>
      </p:sp>
    </p:spTree>
    <p:extLst>
      <p:ext uri="{BB962C8B-B14F-4D97-AF65-F5344CB8AC3E}">
        <p14:creationId xmlns:p14="http://schemas.microsoft.com/office/powerpoint/2010/main" val="1851778670"/>
      </p:ext>
    </p:extLst>
  </p:cSld>
  <p:clrMapOvr>
    <a:masterClrMapping/>
  </p:clrMapOvr>
</p:sld>
</file>

<file path=ppt/slides/vr_business_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R031 阶段分支与交付物（结构示例）</a:t>
            </a:r>
          </a:p>
        </p:txBody>
      </p:sp>
      <p:sp>
        <p:nvSpPr>
          <p:cNvPr id="101" name="任意形状 71">
            <a:extLst>
              <a:ext uri="{FF2B5EF4-FFF2-40B4-BE49-F238E27FC236}">
                <a16:creationId xmlns:a16="http://schemas.microsoft.com/office/drawing/2014/main" id="{C1D4CAFC-7FBA-3BBE-9CD5-2924C84D481B}"/>
              </a:ext>
            </a:extLst>
          </p:cNvPr>
          <p:cNvSpPr/>
          <p:nvPr/>
        </p:nvSpPr>
        <p:spPr>
          <a:xfrm>
            <a:off x="1053509" y="2719903"/>
            <a:ext cx="4496715" cy="1080888"/>
          </a:xfrm>
          <a:custGeom>
            <a:avLst/>
            <a:gdLst>
              <a:gd name="connsiteX0" fmla="*/ 0 w 5192884"/>
              <a:gd name="connsiteY0" fmla="*/ 0 h 1248228"/>
              <a:gd name="connsiteX1" fmla="*/ 5192884 w 5192884"/>
              <a:gd name="connsiteY1" fmla="*/ 0 h 1248228"/>
              <a:gd name="connsiteX2" fmla="*/ 3937863 w 5192884"/>
              <a:gd name="connsiteY2" fmla="*/ 1248228 h 1248228"/>
              <a:gd name="connsiteX3" fmla="*/ 0 w 5192884"/>
              <a:gd name="connsiteY3" fmla="*/ 1248228 h 1248228"/>
            </a:gdLst>
            <a:ahLst/>
            <a:cxnLst>
              <a:cxn ang="0">
                <a:pos x="connsiteX0" y="connsiteY0"/>
              </a:cxn>
              <a:cxn ang="0">
                <a:pos x="connsiteX1" y="connsiteY1"/>
              </a:cxn>
              <a:cxn ang="0">
                <a:pos x="connsiteX2" y="connsiteY2"/>
              </a:cxn>
              <a:cxn ang="0">
                <a:pos x="connsiteX3" y="connsiteY3"/>
              </a:cxn>
            </a:cxnLst>
            <a:rect l="l" t="t" r="r" b="b"/>
            <a:pathLst>
              <a:path w="5192884" h="1248228">
                <a:moveTo>
                  <a:pt x="0" y="0"/>
                </a:moveTo>
                <a:lnTo>
                  <a:pt x="5192884" y="0"/>
                </a:lnTo>
                <a:lnTo>
                  <a:pt x="3937863" y="1248228"/>
                </a:lnTo>
                <a:lnTo>
                  <a:pt x="0" y="1248228"/>
                </a:ln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02" name="任意形状 75">
            <a:extLst>
              <a:ext uri="{FF2B5EF4-FFF2-40B4-BE49-F238E27FC236}">
                <a16:creationId xmlns:a16="http://schemas.microsoft.com/office/drawing/2014/main" id="{590DD35E-80D7-49A5-A8E2-0AA16EEDCE70}"/>
              </a:ext>
            </a:extLst>
          </p:cNvPr>
          <p:cNvSpPr/>
          <p:nvPr/>
        </p:nvSpPr>
        <p:spPr>
          <a:xfrm>
            <a:off x="1061037" y="4065987"/>
            <a:ext cx="3271535" cy="1080888"/>
          </a:xfrm>
          <a:custGeom>
            <a:avLst/>
            <a:gdLst>
              <a:gd name="connsiteX0" fmla="*/ 0 w 3778025"/>
              <a:gd name="connsiteY0" fmla="*/ 0 h 1248228"/>
              <a:gd name="connsiteX1" fmla="*/ 3778025 w 3778025"/>
              <a:gd name="connsiteY1" fmla="*/ 0 h 1248228"/>
              <a:gd name="connsiteX2" fmla="*/ 2523004 w 3778025"/>
              <a:gd name="connsiteY2" fmla="*/ 1248228 h 1248228"/>
              <a:gd name="connsiteX3" fmla="*/ 0 w 3778025"/>
              <a:gd name="connsiteY3" fmla="*/ 1248228 h 1248228"/>
            </a:gdLst>
            <a:ahLst/>
            <a:cxnLst>
              <a:cxn ang="0">
                <a:pos x="connsiteX0" y="connsiteY0"/>
              </a:cxn>
              <a:cxn ang="0">
                <a:pos x="connsiteX1" y="connsiteY1"/>
              </a:cxn>
              <a:cxn ang="0">
                <a:pos x="connsiteX2" y="connsiteY2"/>
              </a:cxn>
              <a:cxn ang="0">
                <a:pos x="connsiteX3" y="connsiteY3"/>
              </a:cxn>
            </a:cxnLst>
            <a:rect l="l" t="t" r="r" b="b"/>
            <a:pathLst>
              <a:path w="3778025" h="1248228">
                <a:moveTo>
                  <a:pt x="0" y="0"/>
                </a:moveTo>
                <a:lnTo>
                  <a:pt x="3778025" y="0"/>
                </a:lnTo>
                <a:lnTo>
                  <a:pt x="2523004" y="1248228"/>
                </a:lnTo>
                <a:lnTo>
                  <a:pt x="0" y="1248228"/>
                </a:ln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03" name="文本框 18">
            <a:extLst>
              <a:ext uri="{FF2B5EF4-FFF2-40B4-BE49-F238E27FC236}">
                <a16:creationId xmlns:a16="http://schemas.microsoft.com/office/drawing/2014/main" id="{F42D3295-0C35-11F9-96A2-96D62CC48AA2}"/>
              </a:ext>
            </a:extLst>
          </p:cNvPr>
          <p:cNvSpPr txBox="1"/>
          <p:nvPr/>
        </p:nvSpPr>
        <p:spPr>
          <a:xfrm>
            <a:off x="974772" y="1260906"/>
            <a:ext cx="3269256" cy="453076"/>
          </a:xfrm>
          <a:prstGeom prst="rect">
            <a:avLst/>
          </a:prstGeom>
          <a:noFill/>
        </p:spPr>
        <p:txBody>
          <a:bodyPr wrap="none" rtlCol="0">
            <a:spAutoFit/>
          </a:bodyPr>
          <a:lstStyle/>
          <a:p>
            <a:r>
              <a:rPr lang="zh-CN" altLang="en-US" sz="2425" b="1" dirty="0">
                <a:solidFill>
                  <a:srgbClr val="336699"/>
                </a:solidFill>
                <a:effectLst/>
                <a:latin typeface="微软雅黑" panose="020B0503020204020204" pitchFamily="34" charset="-122"/>
                <a:ea typeface="微软雅黑" panose="020B0503020204020204" pitchFamily="34" charset="-122"/>
              </a:rPr>
              <a:t>品牌营销逻辑策划报告</a:t>
            </a:r>
          </a:p>
        </p:txBody>
      </p:sp>
      <p:sp>
        <p:nvSpPr>
          <p:cNvPr id="104" name="文本框 20">
            <a:extLst>
              <a:ext uri="{FF2B5EF4-FFF2-40B4-BE49-F238E27FC236}">
                <a16:creationId xmlns:a16="http://schemas.microsoft.com/office/drawing/2014/main" id="{C68B0D32-C48A-BBA7-4E48-369863FD951E}"/>
              </a:ext>
            </a:extLst>
          </p:cNvPr>
          <p:cNvSpPr txBox="1"/>
          <p:nvPr/>
        </p:nvSpPr>
        <p:spPr>
          <a:xfrm>
            <a:off x="974772" y="1698441"/>
            <a:ext cx="4963698" cy="713651"/>
          </a:xfrm>
          <a:prstGeom prst="rect">
            <a:avLst/>
          </a:prstGeom>
          <a:noFill/>
        </p:spPr>
        <p:txBody>
          <a:bodyPr wrap="square" rtlCol="0">
            <a:spAutoFit/>
          </a:bodyPr>
          <a:lstStyle/>
          <a:p>
            <a:pPr algn="just">
              <a:lnSpc>
                <a:spcPct val="150000"/>
              </a:lnSpc>
            </a:pPr>
            <a:r>
              <a:rPr kumimoji="1" lang="zh-CN" altLang="en-US" sz="953" dirty="0">
                <a:solidFill>
                  <a:srgbClr val="7A8C8E"/>
                </a:solidFill>
                <a:latin typeface="微软雅黑" panose="020B0503020204020204" pitchFamily="34" charset="-122"/>
                <a:ea typeface="微软雅黑" panose="020B0503020204020204" pitchFamily="34" charset="-122"/>
              </a:rPr>
              <a:t>填写本项的目标、关键动作与交付物。</a:t>
            </a:r>
            <a:r>
              <a:rPr kumimoji="1" lang="en" altLang="zh-CN" sz="953" dirty="0">
                <a:solidFill>
                  <a:srgbClr val="7A8C8E"/>
                </a:solidFill>
                <a:latin typeface="微软雅黑" panose="020B0503020204020204" pitchFamily="34" charset="-122"/>
                <a:ea typeface="微软雅黑" panose="020B0503020204020204" pitchFamily="34" charset="-122"/>
              </a:rPr>
              <a:t/>
            </a:r>
            <a:r>
              <a:rPr kumimoji="1" lang="zh-CN" altLang="en" sz="953" dirty="0">
                <a:solidFill>
                  <a:srgbClr val="7A8C8E"/>
                </a:solidFill>
                <a:latin typeface="微软雅黑" panose="020B0503020204020204" pitchFamily="34" charset="-122"/>
                <a:ea typeface="微软雅黑" panose="020B0503020204020204" pitchFamily="34" charset="-122"/>
              </a:rPr>
              <a:t/>
            </a:r>
            <a:r>
              <a:rPr kumimoji="1" lang="zh-CN" altLang="en-US" sz="953" dirty="0">
                <a:solidFill>
                  <a:srgbClr val="7A8C8E"/>
                </a:solidFill>
                <a:latin typeface="微软雅黑" panose="020B0503020204020204" pitchFamily="34" charset="-122"/>
                <a:ea typeface="微软雅黑" panose="020B0503020204020204" pitchFamily="34" charset="-122"/>
              </a:rPr>
              <a:t/>
            </a:r>
          </a:p>
        </p:txBody>
      </p:sp>
      <p:sp>
        <p:nvSpPr>
          <p:cNvPr id="105" name="Rectangle 1">
            <a:extLst>
              <a:ext uri="{FF2B5EF4-FFF2-40B4-BE49-F238E27FC236}">
                <a16:creationId xmlns:a16="http://schemas.microsoft.com/office/drawing/2014/main" id="{DCDB7EE7-DD89-BBEB-E90E-9B5B381CDFE6}"/>
              </a:ext>
            </a:extLst>
          </p:cNvPr>
          <p:cNvSpPr/>
          <p:nvPr/>
        </p:nvSpPr>
        <p:spPr>
          <a:xfrm flipV="1">
            <a:off x="7227195" y="4067970"/>
            <a:ext cx="1080888" cy="2199479"/>
          </a:xfrm>
          <a:prstGeom prst="rect">
            <a:avLst/>
          </a:prstGeom>
          <a:solidFill>
            <a:srgbClr val="7A8C8E">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nvGrpSpPr>
          <p:cNvPr id="106" name="Group 2">
            <a:extLst>
              <a:ext uri="{FF2B5EF4-FFF2-40B4-BE49-F238E27FC236}">
                <a16:creationId xmlns:a16="http://schemas.microsoft.com/office/drawing/2014/main" id="{D5DEC5AD-CC4D-3329-A80F-F6318DB09FF5}"/>
              </a:ext>
            </a:extLst>
          </p:cNvPr>
          <p:cNvGrpSpPr/>
          <p:nvPr/>
        </p:nvGrpSpPr>
        <p:grpSpPr>
          <a:xfrm flipV="1">
            <a:off x="7227194" y="2851876"/>
            <a:ext cx="3990033" cy="1348066"/>
            <a:chOff x="5065485" y="1137500"/>
            <a:chExt cx="4607759" cy="1556770"/>
          </a:xfrm>
          <a:solidFill>
            <a:srgbClr val="7A8C8E"/>
          </a:solidFill>
        </p:grpSpPr>
        <p:grpSp>
          <p:nvGrpSpPr>
            <p:cNvPr id="107" name="Group 3">
              <a:extLst>
                <a:ext uri="{FF2B5EF4-FFF2-40B4-BE49-F238E27FC236}">
                  <a16:creationId xmlns:a16="http://schemas.microsoft.com/office/drawing/2014/main" id="{66588454-DBC2-9B30-6EC3-C7F1E40D3788}"/>
                </a:ext>
              </a:extLst>
            </p:cNvPr>
            <p:cNvGrpSpPr/>
            <p:nvPr/>
          </p:nvGrpSpPr>
          <p:grpSpPr>
            <a:xfrm>
              <a:off x="5065485" y="1291770"/>
              <a:ext cx="3265716" cy="1248228"/>
              <a:chOff x="5065485" y="1291770"/>
              <a:chExt cx="3265716" cy="1248228"/>
            </a:xfrm>
            <a:grpFill/>
          </p:grpSpPr>
          <p:sp>
            <p:nvSpPr>
              <p:cNvPr id="108" name="Right Triangle 5">
                <a:extLst>
                  <a:ext uri="{FF2B5EF4-FFF2-40B4-BE49-F238E27FC236}">
                    <a16:creationId xmlns:a16="http://schemas.microsoft.com/office/drawing/2014/main" id="{DE7335EA-2105-EC9F-18A8-591AA2384044}"/>
                  </a:ext>
                </a:extLst>
              </p:cNvPr>
              <p:cNvSpPr/>
              <p:nvPr/>
            </p:nvSpPr>
            <p:spPr>
              <a:xfrm rot="10800000">
                <a:off x="5065485" y="1291771"/>
                <a:ext cx="1248227" cy="1248227"/>
              </a:xfrm>
              <a:prstGeom prst="r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sp>
            <p:nvSpPr>
              <p:cNvPr id="109" name="Rectangle 6">
                <a:extLst>
                  <a:ext uri="{FF2B5EF4-FFF2-40B4-BE49-F238E27FC236}">
                    <a16:creationId xmlns:a16="http://schemas.microsoft.com/office/drawing/2014/main" id="{D84EDE62-09AD-EC9E-66CB-B3FEC40E4100}"/>
                  </a:ext>
                </a:extLst>
              </p:cNvPr>
              <p:cNvSpPr/>
              <p:nvPr/>
            </p:nvSpPr>
            <p:spPr>
              <a:xfrm>
                <a:off x="6313713" y="1291770"/>
                <a:ext cx="2017488" cy="1248228"/>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10" name="Isosceles Triangle 4">
              <a:extLst>
                <a:ext uri="{FF2B5EF4-FFF2-40B4-BE49-F238E27FC236}">
                  <a16:creationId xmlns:a16="http://schemas.microsoft.com/office/drawing/2014/main" id="{0AD6BECB-7FD8-0BD8-7648-3C3605CDCD5C}"/>
                </a:ext>
              </a:extLst>
            </p:cNvPr>
            <p:cNvSpPr/>
            <p:nvPr/>
          </p:nvSpPr>
          <p:spPr>
            <a:xfrm rot="5400000">
              <a:off x="8223838" y="1244863"/>
              <a:ext cx="1556770" cy="1342043"/>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11" name="Rectangle 12">
            <a:extLst>
              <a:ext uri="{FF2B5EF4-FFF2-40B4-BE49-F238E27FC236}">
                <a16:creationId xmlns:a16="http://schemas.microsoft.com/office/drawing/2014/main" id="{7BCA7748-29BB-C07B-C864-096F04B55C2C}"/>
              </a:ext>
            </a:extLst>
          </p:cNvPr>
          <p:cNvSpPr/>
          <p:nvPr/>
        </p:nvSpPr>
        <p:spPr>
          <a:xfrm flipV="1">
            <a:off x="5989202" y="2452729"/>
            <a:ext cx="1080888" cy="3814720"/>
          </a:xfrm>
          <a:prstGeom prst="rect">
            <a:avLst/>
          </a:prstGeom>
          <a:solidFill>
            <a:srgbClr val="75BDA7">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nvGrpSpPr>
          <p:cNvPr id="112" name="Group 13">
            <a:extLst>
              <a:ext uri="{FF2B5EF4-FFF2-40B4-BE49-F238E27FC236}">
                <a16:creationId xmlns:a16="http://schemas.microsoft.com/office/drawing/2014/main" id="{34236D62-409D-1BE5-9E71-5B5D3FD2EA53}"/>
              </a:ext>
            </a:extLst>
          </p:cNvPr>
          <p:cNvGrpSpPr/>
          <p:nvPr/>
        </p:nvGrpSpPr>
        <p:grpSpPr>
          <a:xfrm flipV="1">
            <a:off x="5989201" y="1238250"/>
            <a:ext cx="3990033" cy="1348066"/>
            <a:chOff x="5065485" y="1137500"/>
            <a:chExt cx="4607759" cy="1556770"/>
          </a:xfrm>
          <a:solidFill>
            <a:srgbClr val="75BDA7"/>
          </a:solidFill>
        </p:grpSpPr>
        <p:grpSp>
          <p:nvGrpSpPr>
            <p:cNvPr id="113" name="Group 14">
              <a:extLst>
                <a:ext uri="{FF2B5EF4-FFF2-40B4-BE49-F238E27FC236}">
                  <a16:creationId xmlns:a16="http://schemas.microsoft.com/office/drawing/2014/main" id="{EB539F46-F0EE-E62E-0CD3-D99D81DBE826}"/>
                </a:ext>
              </a:extLst>
            </p:cNvPr>
            <p:cNvGrpSpPr/>
            <p:nvPr/>
          </p:nvGrpSpPr>
          <p:grpSpPr>
            <a:xfrm>
              <a:off x="5065485" y="1291770"/>
              <a:ext cx="3265716" cy="1248228"/>
              <a:chOff x="5065485" y="1291770"/>
              <a:chExt cx="3265716" cy="1248228"/>
            </a:xfrm>
            <a:grpFill/>
          </p:grpSpPr>
          <p:sp>
            <p:nvSpPr>
              <p:cNvPr id="114" name="Right Triangle 16">
                <a:extLst>
                  <a:ext uri="{FF2B5EF4-FFF2-40B4-BE49-F238E27FC236}">
                    <a16:creationId xmlns:a16="http://schemas.microsoft.com/office/drawing/2014/main" id="{46446DA3-ACC0-10E7-401A-E287591F832E}"/>
                  </a:ext>
                </a:extLst>
              </p:cNvPr>
              <p:cNvSpPr/>
              <p:nvPr/>
            </p:nvSpPr>
            <p:spPr>
              <a:xfrm rot="10800000">
                <a:off x="5065485" y="1291771"/>
                <a:ext cx="1248227" cy="1248227"/>
              </a:xfrm>
              <a:prstGeom prst="r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sp>
            <p:nvSpPr>
              <p:cNvPr id="115" name="Rectangle 17">
                <a:extLst>
                  <a:ext uri="{FF2B5EF4-FFF2-40B4-BE49-F238E27FC236}">
                    <a16:creationId xmlns:a16="http://schemas.microsoft.com/office/drawing/2014/main" id="{8AB01B2D-6D98-9AB1-1AD2-08ACE937FB73}"/>
                  </a:ext>
                </a:extLst>
              </p:cNvPr>
              <p:cNvSpPr/>
              <p:nvPr/>
            </p:nvSpPr>
            <p:spPr>
              <a:xfrm>
                <a:off x="6313713" y="1291770"/>
                <a:ext cx="2017488" cy="1248228"/>
              </a:xfrm>
              <a:prstGeom prst="rect">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16" name="Isosceles Triangle 15">
              <a:extLst>
                <a:ext uri="{FF2B5EF4-FFF2-40B4-BE49-F238E27FC236}">
                  <a16:creationId xmlns:a16="http://schemas.microsoft.com/office/drawing/2014/main" id="{440FE805-6C66-A7F0-45D5-C2623ADD525C}"/>
                </a:ext>
              </a:extLst>
            </p:cNvPr>
            <p:cNvSpPr/>
            <p:nvPr/>
          </p:nvSpPr>
          <p:spPr>
            <a:xfrm rot="5400000">
              <a:off x="8223838" y="1244863"/>
              <a:ext cx="1556770" cy="1342043"/>
            </a:xfrm>
            <a:prstGeom prst="triangle">
              <a:avLst/>
            </a:prstGeom>
            <a:grp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17" name="Rectangle 31">
            <a:extLst>
              <a:ext uri="{FF2B5EF4-FFF2-40B4-BE49-F238E27FC236}">
                <a16:creationId xmlns:a16="http://schemas.microsoft.com/office/drawing/2014/main" id="{81E9713E-93C7-5B6B-A2E2-826510FEF15A}"/>
              </a:ext>
            </a:extLst>
          </p:cNvPr>
          <p:cNvSpPr/>
          <p:nvPr/>
        </p:nvSpPr>
        <p:spPr>
          <a:xfrm flipV="1">
            <a:off x="4751209" y="3800792"/>
            <a:ext cx="1080888" cy="2466658"/>
          </a:xfrm>
          <a:prstGeom prst="rect">
            <a:avLst/>
          </a:prstGeom>
          <a:solidFill>
            <a:srgbClr val="3494BA">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nvGrpSpPr>
          <p:cNvPr id="118" name="Group 32">
            <a:extLst>
              <a:ext uri="{FF2B5EF4-FFF2-40B4-BE49-F238E27FC236}">
                <a16:creationId xmlns:a16="http://schemas.microsoft.com/office/drawing/2014/main" id="{ECA83F63-E4A0-BDE4-6A94-C29A1D227706}"/>
              </a:ext>
            </a:extLst>
          </p:cNvPr>
          <p:cNvGrpSpPr/>
          <p:nvPr/>
        </p:nvGrpSpPr>
        <p:grpSpPr>
          <a:xfrm flipV="1">
            <a:off x="4751208" y="2586313"/>
            <a:ext cx="3990033" cy="1348066"/>
            <a:chOff x="5065485" y="1137500"/>
            <a:chExt cx="4607759" cy="1556770"/>
          </a:xfrm>
          <a:solidFill>
            <a:srgbClr val="FFFFFF">
              <a:lumMod val="85000"/>
            </a:srgbClr>
          </a:solidFill>
        </p:grpSpPr>
        <p:grpSp>
          <p:nvGrpSpPr>
            <p:cNvPr id="119" name="Group 33">
              <a:extLst>
                <a:ext uri="{FF2B5EF4-FFF2-40B4-BE49-F238E27FC236}">
                  <a16:creationId xmlns:a16="http://schemas.microsoft.com/office/drawing/2014/main" id="{D0FC3589-E4E5-8F00-C6AA-8C26B35C713C}"/>
                </a:ext>
              </a:extLst>
            </p:cNvPr>
            <p:cNvGrpSpPr/>
            <p:nvPr/>
          </p:nvGrpSpPr>
          <p:grpSpPr>
            <a:xfrm>
              <a:off x="5065485" y="1291770"/>
              <a:ext cx="3265716" cy="1248228"/>
              <a:chOff x="5065485" y="1291770"/>
              <a:chExt cx="3265716" cy="1248228"/>
            </a:xfrm>
            <a:grpFill/>
          </p:grpSpPr>
          <p:sp>
            <p:nvSpPr>
              <p:cNvPr id="120" name="Right Triangle 35">
                <a:extLst>
                  <a:ext uri="{FF2B5EF4-FFF2-40B4-BE49-F238E27FC236}">
                    <a16:creationId xmlns:a16="http://schemas.microsoft.com/office/drawing/2014/main" id="{945F4C3E-B976-293C-FDC5-C93B2AB63788}"/>
                  </a:ext>
                </a:extLst>
              </p:cNvPr>
              <p:cNvSpPr/>
              <p:nvPr/>
            </p:nvSpPr>
            <p:spPr>
              <a:xfrm rot="10800000">
                <a:off x="5065485" y="1291771"/>
                <a:ext cx="1248227" cy="1248227"/>
              </a:xfrm>
              <a:prstGeom prst="rtTriangl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sp>
            <p:nvSpPr>
              <p:cNvPr id="121" name="Rectangle 36">
                <a:extLst>
                  <a:ext uri="{FF2B5EF4-FFF2-40B4-BE49-F238E27FC236}">
                    <a16:creationId xmlns:a16="http://schemas.microsoft.com/office/drawing/2014/main" id="{29560D39-84B3-117A-22F1-5CF0048488FE}"/>
                  </a:ext>
                </a:extLst>
              </p:cNvPr>
              <p:cNvSpPr/>
              <p:nvPr/>
            </p:nvSpPr>
            <p:spPr>
              <a:xfrm>
                <a:off x="6313713" y="1291770"/>
                <a:ext cx="2017488" cy="1248228"/>
              </a:xfrm>
              <a:prstGeom prst="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22" name="Isosceles Triangle 34">
              <a:extLst>
                <a:ext uri="{FF2B5EF4-FFF2-40B4-BE49-F238E27FC236}">
                  <a16:creationId xmlns:a16="http://schemas.microsoft.com/office/drawing/2014/main" id="{20BAADB9-924F-30D5-0FA5-95B7B0692EA0}"/>
                </a:ext>
              </a:extLst>
            </p:cNvPr>
            <p:cNvSpPr/>
            <p:nvPr/>
          </p:nvSpPr>
          <p:spPr>
            <a:xfrm rot="5400000">
              <a:off x="8223838" y="1244863"/>
              <a:ext cx="1556770" cy="1342043"/>
            </a:xfrm>
            <a:prstGeom prst="triangl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a:endParaRPr>
            </a:p>
          </p:txBody>
        </p:sp>
      </p:grpSp>
      <p:sp>
        <p:nvSpPr>
          <p:cNvPr id="123" name="Rectangle 40">
            <a:extLst>
              <a:ext uri="{FF2B5EF4-FFF2-40B4-BE49-F238E27FC236}">
                <a16:creationId xmlns:a16="http://schemas.microsoft.com/office/drawing/2014/main" id="{65A1A541-65EA-1026-C0D1-8B4B891839BB}"/>
              </a:ext>
            </a:extLst>
          </p:cNvPr>
          <p:cNvSpPr/>
          <p:nvPr/>
        </p:nvSpPr>
        <p:spPr>
          <a:xfrm flipV="1">
            <a:off x="3513215" y="5148856"/>
            <a:ext cx="1080888" cy="1118593"/>
          </a:xfrm>
          <a:prstGeom prst="rect">
            <a:avLst/>
          </a:prstGeom>
          <a:solidFill>
            <a:srgbClr val="336699">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nvGrpSpPr>
          <p:cNvPr id="124" name="Group 41">
            <a:extLst>
              <a:ext uri="{FF2B5EF4-FFF2-40B4-BE49-F238E27FC236}">
                <a16:creationId xmlns:a16="http://schemas.microsoft.com/office/drawing/2014/main" id="{5BADD742-FB43-487B-D6D9-FCB8B8A72C73}"/>
              </a:ext>
            </a:extLst>
          </p:cNvPr>
          <p:cNvGrpSpPr/>
          <p:nvPr/>
        </p:nvGrpSpPr>
        <p:grpSpPr>
          <a:xfrm flipV="1">
            <a:off x="3513214" y="3934379"/>
            <a:ext cx="3990033" cy="1348066"/>
            <a:chOff x="5065485" y="1137500"/>
            <a:chExt cx="4607759" cy="1556770"/>
          </a:xfrm>
        </p:grpSpPr>
        <p:grpSp>
          <p:nvGrpSpPr>
            <p:cNvPr id="125" name="Group 42">
              <a:extLst>
                <a:ext uri="{FF2B5EF4-FFF2-40B4-BE49-F238E27FC236}">
                  <a16:creationId xmlns:a16="http://schemas.microsoft.com/office/drawing/2014/main" id="{76B51447-894E-1E7C-C0F0-C50CAA1421B2}"/>
                </a:ext>
              </a:extLst>
            </p:cNvPr>
            <p:cNvGrpSpPr/>
            <p:nvPr/>
          </p:nvGrpSpPr>
          <p:grpSpPr>
            <a:xfrm>
              <a:off x="5065485" y="1291770"/>
              <a:ext cx="3265716" cy="1248228"/>
              <a:chOff x="5065485" y="1291770"/>
              <a:chExt cx="3265716" cy="1248228"/>
            </a:xfrm>
          </p:grpSpPr>
          <p:sp>
            <p:nvSpPr>
              <p:cNvPr id="126" name="Right Triangle 44">
                <a:extLst>
                  <a:ext uri="{FF2B5EF4-FFF2-40B4-BE49-F238E27FC236}">
                    <a16:creationId xmlns:a16="http://schemas.microsoft.com/office/drawing/2014/main" id="{F3EC91D2-74E1-C9F1-E7F1-BE814614EEB1}"/>
                  </a:ext>
                </a:extLst>
              </p:cNvPr>
              <p:cNvSpPr/>
              <p:nvPr/>
            </p:nvSpPr>
            <p:spPr>
              <a:xfrm rot="10800000">
                <a:off x="5065485" y="1291771"/>
                <a:ext cx="1248227" cy="1248227"/>
              </a:xfrm>
              <a:prstGeom prst="r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sp>
            <p:nvSpPr>
              <p:cNvPr id="127" name="Rectangle 45">
                <a:extLst>
                  <a:ext uri="{FF2B5EF4-FFF2-40B4-BE49-F238E27FC236}">
                    <a16:creationId xmlns:a16="http://schemas.microsoft.com/office/drawing/2014/main" id="{33BB6E94-B793-7549-80E5-6739E9502778}"/>
                  </a:ext>
                </a:extLst>
              </p:cNvPr>
              <p:cNvSpPr/>
              <p:nvPr/>
            </p:nvSpPr>
            <p:spPr>
              <a:xfrm>
                <a:off x="6313713" y="1291770"/>
                <a:ext cx="2017488" cy="1248228"/>
              </a:xfrm>
              <a:prstGeom prst="rect">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28" name="Isosceles Triangle 43">
              <a:extLst>
                <a:ext uri="{FF2B5EF4-FFF2-40B4-BE49-F238E27FC236}">
                  <a16:creationId xmlns:a16="http://schemas.microsoft.com/office/drawing/2014/main" id="{3D7781B5-488C-D35F-8134-40711899AD53}"/>
                </a:ext>
              </a:extLst>
            </p:cNvPr>
            <p:cNvSpPr/>
            <p:nvPr/>
          </p:nvSpPr>
          <p:spPr>
            <a:xfrm rot="5400000">
              <a:off x="8223838" y="1244863"/>
              <a:ext cx="1556770" cy="1342043"/>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a:latin typeface="微软雅黑"/>
              </a:endParaRPr>
            </a:p>
          </p:txBody>
        </p:sp>
      </p:grpSp>
      <p:sp>
        <p:nvSpPr>
          <p:cNvPr id="129" name="文本框 95">
            <a:extLst>
              <a:ext uri="{FF2B5EF4-FFF2-40B4-BE49-F238E27FC236}">
                <a16:creationId xmlns:a16="http://schemas.microsoft.com/office/drawing/2014/main" id="{4024A495-AF77-F7B4-1723-2D8DB7178FFE}"/>
              </a:ext>
            </a:extLst>
          </p:cNvPr>
          <p:cNvSpPr txBox="1"/>
          <p:nvPr/>
        </p:nvSpPr>
        <p:spPr>
          <a:xfrm>
            <a:off x="1305530" y="2901196"/>
            <a:ext cx="3163925" cy="713651"/>
          </a:xfrm>
          <a:prstGeom prst="rect">
            <a:avLst/>
          </a:prstGeom>
          <a:noFill/>
        </p:spPr>
        <p:txBody>
          <a:bodyPr wrap="square" rtlCol="0">
            <a:spAutoFit/>
          </a:bodyPr>
          <a:lstStyle/>
          <a:p>
            <a:pPr algn="just">
              <a:lnSpc>
                <a:spcPct val="150000"/>
              </a:lnSpc>
            </a:pPr>
            <a:r>
              <a:rPr kumimoji="1" lang="zh-CN" altLang="en-US" sz="953" dirty="0">
                <a:solidFill>
                  <a:srgbClr val="336699"/>
                </a:solidFill>
                <a:latin typeface="微软雅黑" panose="020B0503020204020204" pitchFamily="34" charset="-122"/>
                <a:ea typeface="微软雅黑" panose="020B0503020204020204" pitchFamily="34" charset="-122"/>
              </a:rPr>
              <a:t>填写本项的目标、关键动作与交付物。</a:t>
            </a:r>
            <a:r>
              <a:rPr kumimoji="1" lang="en" altLang="zh-CN" sz="953" dirty="0">
                <a:solidFill>
                  <a:srgbClr val="336699"/>
                </a:solidFill>
                <a:latin typeface="微软雅黑" panose="020B0503020204020204" pitchFamily="34" charset="-122"/>
                <a:ea typeface="微软雅黑" panose="020B0503020204020204" pitchFamily="34" charset="-122"/>
              </a:rPr>
              <a:t/>
            </a:r>
            <a:r>
              <a:rPr kumimoji="1" lang="zh-CN" altLang="en" sz="953" dirty="0">
                <a:solidFill>
                  <a:srgbClr val="336699"/>
                </a:solidFill>
                <a:latin typeface="微软雅黑" panose="020B0503020204020204" pitchFamily="34" charset="-122"/>
                <a:ea typeface="微软雅黑" panose="020B0503020204020204" pitchFamily="34" charset="-122"/>
              </a:rPr>
              <a:t/>
            </a:r>
            <a:r>
              <a:rPr kumimoji="1" lang="zh-CN" altLang="en-US" sz="953" dirty="0">
                <a:solidFill>
                  <a:srgbClr val="336699"/>
                </a:solidFill>
                <a:latin typeface="微软雅黑" panose="020B0503020204020204" pitchFamily="34" charset="-122"/>
                <a:ea typeface="微软雅黑" panose="020B0503020204020204" pitchFamily="34" charset="-122"/>
              </a:rPr>
              <a:t/>
            </a:r>
          </a:p>
        </p:txBody>
      </p:sp>
      <p:sp>
        <p:nvSpPr>
          <p:cNvPr id="130" name="文本框 96">
            <a:extLst>
              <a:ext uri="{FF2B5EF4-FFF2-40B4-BE49-F238E27FC236}">
                <a16:creationId xmlns:a16="http://schemas.microsoft.com/office/drawing/2014/main" id="{80BB1DAF-FA8C-5136-BD10-696C5ADD6AFA}"/>
              </a:ext>
            </a:extLst>
          </p:cNvPr>
          <p:cNvSpPr txBox="1"/>
          <p:nvPr/>
        </p:nvSpPr>
        <p:spPr>
          <a:xfrm>
            <a:off x="1305531" y="4244273"/>
            <a:ext cx="2070688" cy="713651"/>
          </a:xfrm>
          <a:prstGeom prst="rect">
            <a:avLst/>
          </a:prstGeom>
          <a:noFill/>
        </p:spPr>
        <p:txBody>
          <a:bodyPr wrap="square" rtlCol="0">
            <a:spAutoFit/>
          </a:bodyPr>
          <a:lstStyle/>
          <a:p>
            <a:pPr algn="just">
              <a:lnSpc>
                <a:spcPct val="150000"/>
              </a:lnSpc>
            </a:pPr>
            <a:r>
              <a:rPr kumimoji="1" lang="zh-CN" altLang="en-US" sz="953" dirty="0">
                <a:solidFill>
                  <a:srgbClr val="336699"/>
                </a:solidFill>
                <a:latin typeface="微软雅黑" panose="020B0503020204020204" pitchFamily="34" charset="-122"/>
                <a:ea typeface="微软雅黑" panose="020B0503020204020204" pitchFamily="34" charset="-122"/>
              </a:rPr>
              <a:t>品牌策划（</a:t>
            </a:r>
            <a:r>
              <a:rPr kumimoji="1" lang="en" altLang="zh-CN" sz="953" dirty="0">
                <a:solidFill>
                  <a:srgbClr val="336699"/>
                </a:solidFill>
                <a:latin typeface="微软雅黑" panose="020B0503020204020204" pitchFamily="34" charset="-122"/>
                <a:ea typeface="微软雅黑" panose="020B0503020204020204" pitchFamily="34" charset="-122"/>
              </a:rPr>
              <a:t>Brand planning</a:t>
            </a:r>
            <a:r>
              <a:rPr kumimoji="1" lang="zh-CN" altLang="en" sz="953" dirty="0">
                <a:solidFill>
                  <a:srgbClr val="336699"/>
                </a:solidFill>
                <a:latin typeface="微软雅黑" panose="020B0503020204020204" pitchFamily="34" charset="-122"/>
                <a:ea typeface="微软雅黑" panose="020B0503020204020204" pitchFamily="34" charset="-122"/>
              </a:rPr>
              <a:t>）</a:t>
            </a:r>
            <a:r>
              <a:rPr kumimoji="1" lang="zh-CN" altLang="en-US" sz="953" dirty="0">
                <a:solidFill>
                  <a:srgbClr val="336699"/>
                </a:solidFill>
                <a:latin typeface="微软雅黑" panose="020B0503020204020204" pitchFamily="34" charset="-122"/>
                <a:ea typeface="微软雅黑" panose="020B0503020204020204" pitchFamily="34" charset="-122"/>
              </a:rPr>
              <a:t>是深层次表达：品牌策划就是使企业形象和产品。</a:t>
            </a:r>
          </a:p>
        </p:txBody>
      </p:sp>
      <p:sp>
        <p:nvSpPr>
          <p:cNvPr id="131" name="任意形状 100">
            <a:extLst>
              <a:ext uri="{FF2B5EF4-FFF2-40B4-BE49-F238E27FC236}">
                <a16:creationId xmlns:a16="http://schemas.microsoft.com/office/drawing/2014/main" id="{63A8952C-F2A9-43DE-84EB-61B0278C995F}"/>
              </a:ext>
            </a:extLst>
          </p:cNvPr>
          <p:cNvSpPr/>
          <p:nvPr/>
        </p:nvSpPr>
        <p:spPr>
          <a:xfrm rot="18900000">
            <a:off x="8406963" y="3548162"/>
            <a:ext cx="1615510" cy="2563567"/>
          </a:xfrm>
          <a:custGeom>
            <a:avLst/>
            <a:gdLst>
              <a:gd name="connsiteX0" fmla="*/ 1006476 w 1865619"/>
              <a:gd name="connsiteY0" fmla="*/ 0 h 2960452"/>
              <a:gd name="connsiteX1" fmla="*/ 1166853 w 1865619"/>
              <a:gd name="connsiteY1" fmla="*/ 1125553 h 2960452"/>
              <a:gd name="connsiteX2" fmla="*/ 1198393 w 1865619"/>
              <a:gd name="connsiteY2" fmla="*/ 1133253 h 2960452"/>
              <a:gd name="connsiteX3" fmla="*/ 1592405 w 1865619"/>
              <a:gd name="connsiteY3" fmla="*/ 1368046 h 2960452"/>
              <a:gd name="connsiteX4" fmla="*/ 1592405 w 1865619"/>
              <a:gd name="connsiteY4" fmla="*/ 2687239 h 2960452"/>
              <a:gd name="connsiteX5" fmla="*/ 273213 w 1865619"/>
              <a:gd name="connsiteY5" fmla="*/ 2687239 h 2960452"/>
              <a:gd name="connsiteX6" fmla="*/ 273213 w 1865619"/>
              <a:gd name="connsiteY6" fmla="*/ 1368046 h 2960452"/>
              <a:gd name="connsiteX7" fmla="*/ 754648 w 1865619"/>
              <a:gd name="connsiteY7" fmla="*/ 1111908 h 2960452"/>
              <a:gd name="connsiteX8" fmla="*/ 849336 w 1865619"/>
              <a:gd name="connsiteY8" fmla="*/ 1102833 h 2960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65619" h="2960452">
                <a:moveTo>
                  <a:pt x="1006476" y="0"/>
                </a:moveTo>
                <a:lnTo>
                  <a:pt x="1166853" y="1125553"/>
                </a:lnTo>
                <a:lnTo>
                  <a:pt x="1198393" y="1133253"/>
                </a:lnTo>
                <a:cubicBezTo>
                  <a:pt x="1342624" y="1175943"/>
                  <a:pt x="1478566" y="1254207"/>
                  <a:pt x="1592405" y="1368046"/>
                </a:cubicBezTo>
                <a:cubicBezTo>
                  <a:pt x="1956691" y="1732332"/>
                  <a:pt x="1956691" y="2322954"/>
                  <a:pt x="1592405" y="2687239"/>
                </a:cubicBezTo>
                <a:cubicBezTo>
                  <a:pt x="1228120" y="3051524"/>
                  <a:pt x="637498" y="3051524"/>
                  <a:pt x="273213" y="2687239"/>
                </a:cubicBezTo>
                <a:cubicBezTo>
                  <a:pt x="-91072" y="2322954"/>
                  <a:pt x="-91072" y="1732332"/>
                  <a:pt x="273213" y="1368046"/>
                </a:cubicBezTo>
                <a:cubicBezTo>
                  <a:pt x="409820" y="1231439"/>
                  <a:pt x="578256" y="1146061"/>
                  <a:pt x="754648" y="1111908"/>
                </a:cubicBezTo>
                <a:lnTo>
                  <a:pt x="849336" y="1102833"/>
                </a:lnTo>
                <a:close/>
              </a:path>
            </a:pathLst>
          </a:cu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32" name="文本框 101">
            <a:extLst>
              <a:ext uri="{FF2B5EF4-FFF2-40B4-BE49-F238E27FC236}">
                <a16:creationId xmlns:a16="http://schemas.microsoft.com/office/drawing/2014/main" id="{2C48B202-313E-C08F-3541-D794C993B47D}"/>
              </a:ext>
            </a:extLst>
          </p:cNvPr>
          <p:cNvSpPr txBox="1"/>
          <p:nvPr/>
        </p:nvSpPr>
        <p:spPr>
          <a:xfrm>
            <a:off x="8903938" y="4693910"/>
            <a:ext cx="1314809" cy="719592"/>
          </a:xfrm>
          <a:prstGeom prst="rect">
            <a:avLst/>
          </a:prstGeom>
          <a:noFill/>
        </p:spPr>
        <p:txBody>
          <a:bodyPr wrap="none" rtlCol="0">
            <a:spAutoFit/>
          </a:bodyPr>
          <a:lstStyle/>
          <a:p>
            <a:r>
              <a:rPr kumimoji="1" lang="en-US" altLang="zh-CN" sz="4157" b="1" dirty="0">
                <a:solidFill>
                  <a:srgbClr val="336699"/>
                </a:solidFill>
                <a:latin typeface="微软雅黑" panose="020B0503020204020204" pitchFamily="34" charset="-122"/>
                <a:ea typeface="微软雅黑" panose="020B0503020204020204" pitchFamily="34" charset="-122"/>
                <a:cs typeface="微软雅黑" pitchFamily="18" charset="-122"/>
              </a:rPr>
              <a:t>88%</a:t>
            </a:r>
            <a:endParaRPr kumimoji="1" lang="zh-CN" altLang="en-US" sz="4157"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3" name="文本框 1">
            <a:extLst>
              <a:ext uri="{FF2B5EF4-FFF2-40B4-BE49-F238E27FC236}">
                <a16:creationId xmlns:a16="http://schemas.microsoft.com/office/drawing/2014/main" id="{960344B9-2BB6-10FC-4584-53E175DCC77F}"/>
              </a:ext>
            </a:extLst>
          </p:cNvPr>
          <p:cNvSpPr txBox="1"/>
          <p:nvPr/>
        </p:nvSpPr>
        <p:spPr>
          <a:xfrm>
            <a:off x="8859512" y="5277028"/>
            <a:ext cx="1403662" cy="291557"/>
          </a:xfrm>
          <a:prstGeom prst="rect">
            <a:avLst/>
          </a:prstGeom>
          <a:noFill/>
        </p:spPr>
        <p:txBody>
          <a:bodyPr wrap="square" rtlCol="0">
            <a:spAutoFit/>
          </a:bodyPr>
          <a:lstStyle/>
          <a:p>
            <a:pPr algn="ctr">
              <a:lnSpc>
                <a:spcPct val="150000"/>
              </a:lnSpc>
            </a:pPr>
            <a:r>
              <a:rPr kumimoji="1" lang="zh-CN" altLang="en-US" sz="1039" dirty="0">
                <a:solidFill>
                  <a:srgbClr val="7A8C8E"/>
                </a:solidFill>
                <a:latin typeface="微软雅黑" panose="020B0503020204020204" pitchFamily="34" charset="-122"/>
                <a:ea typeface="微软雅黑" panose="020B0503020204020204" pitchFamily="34" charset="-122"/>
              </a:rPr>
              <a:t>品牌策划推广</a:t>
            </a:r>
          </a:p>
        </p:txBody>
      </p:sp>
      <p:sp>
        <p:nvSpPr>
          <p:cNvPr id="134" name="文本框 2">
            <a:extLst>
              <a:ext uri="{FF2B5EF4-FFF2-40B4-BE49-F238E27FC236}">
                <a16:creationId xmlns:a16="http://schemas.microsoft.com/office/drawing/2014/main" id="{B4E80615-F620-54CA-6B33-3A3F1489510A}"/>
              </a:ext>
            </a:extLst>
          </p:cNvPr>
          <p:cNvSpPr txBox="1"/>
          <p:nvPr/>
        </p:nvSpPr>
        <p:spPr>
          <a:xfrm>
            <a:off x="7074637" y="1812242"/>
            <a:ext cx="2055708" cy="493776"/>
          </a:xfrm>
          <a:prstGeom prst="rect">
            <a:avLst/>
          </a:prstGeom>
          <a:noFill/>
        </p:spPr>
        <p:txBody>
          <a:bodyPr wrap="square" rtlCol="0">
            <a:spAutoFit/>
          </a:bodyPr>
          <a:lstStyle/>
          <a:p>
            <a:pPr algn="just">
              <a:lnSpc>
                <a:spcPct val="150000"/>
              </a:lnSpc>
            </a:pPr>
            <a:r>
              <a:rPr kumimoji="1" lang="zh-CN" altLang="en-US" sz="953" dirty="0">
                <a:solidFill>
                  <a:srgbClr val="FFFFFF"/>
                </a:solidFill>
                <a:latin typeface="微软雅黑" panose="020B0503020204020204" pitchFamily="34" charset="-122"/>
                <a:ea typeface="微软雅黑" panose="020B0503020204020204" pitchFamily="34" charset="-122"/>
              </a:rPr>
              <a:t>品牌策划（</a:t>
            </a:r>
            <a:r>
              <a:rPr kumimoji="1" lang="en" altLang="zh-CN" sz="953" dirty="0">
                <a:solidFill>
                  <a:srgbClr val="FFFFFF"/>
                </a:solidFill>
                <a:latin typeface="微软雅黑" panose="020B0503020204020204" pitchFamily="34" charset="-122"/>
                <a:ea typeface="微软雅黑" panose="020B0503020204020204" pitchFamily="34" charset="-122"/>
              </a:rPr>
              <a:t>Brand planning</a:t>
            </a:r>
            <a:r>
              <a:rPr kumimoji="1" lang="zh-CN" altLang="en" sz="953" dirty="0">
                <a:solidFill>
                  <a:srgbClr val="FFFFFF"/>
                </a:solidFill>
                <a:latin typeface="微软雅黑" panose="020B0503020204020204" pitchFamily="34" charset="-122"/>
                <a:ea typeface="微软雅黑" panose="020B0503020204020204" pitchFamily="34" charset="-122"/>
              </a:rPr>
              <a:t>）</a:t>
            </a:r>
            <a:r>
              <a:rPr kumimoji="1" lang="zh-CN" altLang="en-US" sz="953" dirty="0">
                <a:solidFill>
                  <a:srgbClr val="FFFFFF"/>
                </a:solidFill>
                <a:latin typeface="微软雅黑" panose="020B0503020204020204" pitchFamily="34" charset="-122"/>
                <a:ea typeface="微软雅黑" panose="020B0503020204020204" pitchFamily="34" charset="-122"/>
              </a:rPr>
              <a:t>是深层次表达。</a:t>
            </a:r>
          </a:p>
        </p:txBody>
      </p:sp>
      <p:sp>
        <p:nvSpPr>
          <p:cNvPr id="135" name="文本框 4">
            <a:extLst>
              <a:ext uri="{FF2B5EF4-FFF2-40B4-BE49-F238E27FC236}">
                <a16:creationId xmlns:a16="http://schemas.microsoft.com/office/drawing/2014/main" id="{82970037-FB60-348B-7FD8-D4B2D52381C0}"/>
              </a:ext>
            </a:extLst>
          </p:cNvPr>
          <p:cNvSpPr txBox="1"/>
          <p:nvPr/>
        </p:nvSpPr>
        <p:spPr>
          <a:xfrm>
            <a:off x="7074637" y="1380398"/>
            <a:ext cx="2055708" cy="432643"/>
          </a:xfrm>
          <a:prstGeom prst="rect">
            <a:avLst/>
          </a:prstGeom>
          <a:noFill/>
        </p:spPr>
        <p:txBody>
          <a:bodyPr wrap="square" rtlCol="0">
            <a:spAutoFit/>
          </a:bodyPr>
          <a:lstStyle/>
          <a:p>
            <a:pPr algn="just">
              <a:lnSpc>
                <a:spcPct val="150000"/>
              </a:lnSpc>
            </a:pPr>
            <a:r>
              <a:rPr kumimoji="1" lang="zh-CN" altLang="en-US" sz="1732" b="1" dirty="0">
                <a:solidFill>
                  <a:srgbClr val="FFFFFF"/>
                </a:solidFill>
                <a:latin typeface="微软雅黑" panose="020B0503020204020204" pitchFamily="34" charset="-122"/>
                <a:ea typeface="微软雅黑" panose="020B0503020204020204" pitchFamily="34" charset="-122"/>
              </a:rPr>
              <a:t>品牌策划</a:t>
            </a:r>
          </a:p>
        </p:txBody>
      </p:sp>
      <p:sp>
        <p:nvSpPr>
          <p:cNvPr id="136" name="文本框 9">
            <a:extLst>
              <a:ext uri="{FF2B5EF4-FFF2-40B4-BE49-F238E27FC236}">
                <a16:creationId xmlns:a16="http://schemas.microsoft.com/office/drawing/2014/main" id="{2717353F-AEE8-6906-EDA5-29CD6F1335CC}"/>
              </a:ext>
            </a:extLst>
          </p:cNvPr>
          <p:cNvSpPr txBox="1"/>
          <p:nvPr/>
        </p:nvSpPr>
        <p:spPr>
          <a:xfrm>
            <a:off x="5831930" y="3142929"/>
            <a:ext cx="2055708" cy="493776"/>
          </a:xfrm>
          <a:prstGeom prst="rect">
            <a:avLst/>
          </a:prstGeom>
          <a:noFill/>
        </p:spPr>
        <p:txBody>
          <a:bodyPr wrap="square" rtlCol="0">
            <a:spAutoFit/>
          </a:bodyPr>
          <a:lstStyle/>
          <a:p>
            <a:pPr algn="just">
              <a:lnSpc>
                <a:spcPct val="150000"/>
              </a:lnSpc>
            </a:pPr>
            <a:r>
              <a:rPr kumimoji="1" lang="zh-CN" altLang="en-US" sz="953" dirty="0">
                <a:solidFill>
                  <a:srgbClr val="FFFFFF"/>
                </a:solidFill>
                <a:latin typeface="微软雅黑" panose="020B0503020204020204" pitchFamily="34" charset="-122"/>
                <a:ea typeface="微软雅黑" panose="020B0503020204020204" pitchFamily="34" charset="-122"/>
              </a:rPr>
              <a:t>品牌策划（</a:t>
            </a:r>
            <a:r>
              <a:rPr kumimoji="1" lang="en" altLang="zh-CN" sz="953" dirty="0">
                <a:solidFill>
                  <a:srgbClr val="FFFFFF"/>
                </a:solidFill>
                <a:latin typeface="微软雅黑" panose="020B0503020204020204" pitchFamily="34" charset="-122"/>
                <a:ea typeface="微软雅黑" panose="020B0503020204020204" pitchFamily="34" charset="-122"/>
              </a:rPr>
              <a:t>Brand planning</a:t>
            </a:r>
            <a:r>
              <a:rPr kumimoji="1" lang="zh-CN" altLang="en" sz="953" dirty="0">
                <a:solidFill>
                  <a:srgbClr val="FFFFFF"/>
                </a:solidFill>
                <a:latin typeface="微软雅黑" panose="020B0503020204020204" pitchFamily="34" charset="-122"/>
                <a:ea typeface="微软雅黑" panose="020B0503020204020204" pitchFamily="34" charset="-122"/>
              </a:rPr>
              <a:t>）</a:t>
            </a:r>
            <a:r>
              <a:rPr kumimoji="1" lang="zh-CN" altLang="en-US" sz="953" dirty="0">
                <a:solidFill>
                  <a:srgbClr val="FFFFFF"/>
                </a:solidFill>
                <a:latin typeface="微软雅黑" panose="020B0503020204020204" pitchFamily="34" charset="-122"/>
                <a:ea typeface="微软雅黑" panose="020B0503020204020204" pitchFamily="34" charset="-122"/>
              </a:rPr>
              <a:t>是深层次表达。</a:t>
            </a:r>
          </a:p>
        </p:txBody>
      </p:sp>
      <p:sp>
        <p:nvSpPr>
          <p:cNvPr id="137" name="文本框 10">
            <a:extLst>
              <a:ext uri="{FF2B5EF4-FFF2-40B4-BE49-F238E27FC236}">
                <a16:creationId xmlns:a16="http://schemas.microsoft.com/office/drawing/2014/main" id="{8CFCEAEC-3933-D076-6463-C20D2D5C0E52}"/>
              </a:ext>
            </a:extLst>
          </p:cNvPr>
          <p:cNvSpPr txBox="1"/>
          <p:nvPr/>
        </p:nvSpPr>
        <p:spPr>
          <a:xfrm>
            <a:off x="5831930" y="2711085"/>
            <a:ext cx="2055708" cy="432643"/>
          </a:xfrm>
          <a:prstGeom prst="rect">
            <a:avLst/>
          </a:prstGeom>
          <a:noFill/>
        </p:spPr>
        <p:txBody>
          <a:bodyPr wrap="square" rtlCol="0">
            <a:spAutoFit/>
          </a:bodyPr>
          <a:lstStyle/>
          <a:p>
            <a:pPr algn="just">
              <a:lnSpc>
                <a:spcPct val="150000"/>
              </a:lnSpc>
            </a:pPr>
            <a:r>
              <a:rPr kumimoji="1" lang="zh-CN" altLang="en-US" sz="1732" b="1" dirty="0">
                <a:solidFill>
                  <a:srgbClr val="FFFFFF"/>
                </a:solidFill>
                <a:latin typeface="微软雅黑" panose="020B0503020204020204" pitchFamily="34" charset="-122"/>
                <a:ea typeface="微软雅黑" panose="020B0503020204020204" pitchFamily="34" charset="-122"/>
              </a:rPr>
              <a:t>品牌推广</a:t>
            </a:r>
          </a:p>
        </p:txBody>
      </p:sp>
      <p:sp>
        <p:nvSpPr>
          <p:cNvPr id="138" name="文本框 11">
            <a:extLst>
              <a:ext uri="{FF2B5EF4-FFF2-40B4-BE49-F238E27FC236}">
                <a16:creationId xmlns:a16="http://schemas.microsoft.com/office/drawing/2014/main" id="{E1A68D07-1A53-99FF-E966-29E79F3A7BFF}"/>
              </a:ext>
            </a:extLst>
          </p:cNvPr>
          <p:cNvSpPr txBox="1"/>
          <p:nvPr/>
        </p:nvSpPr>
        <p:spPr>
          <a:xfrm>
            <a:off x="4611217" y="4495610"/>
            <a:ext cx="2055708" cy="493776"/>
          </a:xfrm>
          <a:prstGeom prst="rect">
            <a:avLst/>
          </a:prstGeom>
          <a:noFill/>
        </p:spPr>
        <p:txBody>
          <a:bodyPr wrap="square" rtlCol="0">
            <a:spAutoFit/>
          </a:bodyPr>
          <a:lstStyle/>
          <a:p>
            <a:pPr algn="just">
              <a:lnSpc>
                <a:spcPct val="150000"/>
              </a:lnSpc>
            </a:pPr>
            <a:r>
              <a:rPr kumimoji="1" lang="zh-CN" altLang="en-US" sz="953" dirty="0">
                <a:solidFill>
                  <a:srgbClr val="FFFFFF"/>
                </a:solidFill>
                <a:latin typeface="微软雅黑" panose="020B0503020204020204" pitchFamily="34" charset="-122"/>
                <a:ea typeface="微软雅黑" panose="020B0503020204020204" pitchFamily="34" charset="-122"/>
              </a:rPr>
              <a:t>品牌策划（</a:t>
            </a:r>
            <a:r>
              <a:rPr kumimoji="1" lang="en" altLang="zh-CN" sz="953" dirty="0">
                <a:solidFill>
                  <a:srgbClr val="FFFFFF"/>
                </a:solidFill>
                <a:latin typeface="微软雅黑" panose="020B0503020204020204" pitchFamily="34" charset="-122"/>
                <a:ea typeface="微软雅黑" panose="020B0503020204020204" pitchFamily="34" charset="-122"/>
              </a:rPr>
              <a:t>Brand planning</a:t>
            </a:r>
            <a:r>
              <a:rPr kumimoji="1" lang="zh-CN" altLang="en" sz="953" dirty="0">
                <a:solidFill>
                  <a:srgbClr val="FFFFFF"/>
                </a:solidFill>
                <a:latin typeface="微软雅黑" panose="020B0503020204020204" pitchFamily="34" charset="-122"/>
                <a:ea typeface="微软雅黑" panose="020B0503020204020204" pitchFamily="34" charset="-122"/>
              </a:rPr>
              <a:t>）</a:t>
            </a:r>
            <a:r>
              <a:rPr kumimoji="1" lang="zh-CN" altLang="en-US" sz="953" dirty="0">
                <a:solidFill>
                  <a:srgbClr val="FFFFFF"/>
                </a:solidFill>
                <a:latin typeface="微软雅黑" panose="020B0503020204020204" pitchFamily="34" charset="-122"/>
                <a:ea typeface="微软雅黑" panose="020B0503020204020204" pitchFamily="34" charset="-122"/>
              </a:rPr>
              <a:t>是深层次表达。</a:t>
            </a:r>
          </a:p>
        </p:txBody>
      </p:sp>
      <p:sp>
        <p:nvSpPr>
          <p:cNvPr id="139" name="文本框 12">
            <a:extLst>
              <a:ext uri="{FF2B5EF4-FFF2-40B4-BE49-F238E27FC236}">
                <a16:creationId xmlns:a16="http://schemas.microsoft.com/office/drawing/2014/main" id="{57726968-6D41-E6F8-1E2B-1EEF72CFF583}"/>
              </a:ext>
            </a:extLst>
          </p:cNvPr>
          <p:cNvSpPr txBox="1"/>
          <p:nvPr/>
        </p:nvSpPr>
        <p:spPr>
          <a:xfrm>
            <a:off x="4611217" y="4063766"/>
            <a:ext cx="2055708" cy="432643"/>
          </a:xfrm>
          <a:prstGeom prst="rect">
            <a:avLst/>
          </a:prstGeom>
          <a:noFill/>
        </p:spPr>
        <p:txBody>
          <a:bodyPr wrap="square" rtlCol="0">
            <a:spAutoFit/>
          </a:bodyPr>
          <a:lstStyle/>
          <a:p>
            <a:pPr algn="just">
              <a:lnSpc>
                <a:spcPct val="150000"/>
              </a:lnSpc>
            </a:pPr>
            <a:r>
              <a:rPr kumimoji="1" lang="zh-CN" altLang="en-US" sz="1732" b="1" dirty="0">
                <a:solidFill>
                  <a:srgbClr val="FFFFFF"/>
                </a:solidFill>
                <a:latin typeface="微软雅黑" panose="020B0503020204020204" pitchFamily="34" charset="-122"/>
                <a:ea typeface="微软雅黑" panose="020B0503020204020204" pitchFamily="34" charset="-122"/>
              </a:rPr>
              <a:t>品牌推广</a:t>
            </a:r>
          </a:p>
        </p:txBody>
      </p:sp>
      <p:sp>
        <p:nvSpPr>
          <p:cNvPr id="140" name="文本框 13">
            <a:extLst>
              <a:ext uri="{FF2B5EF4-FFF2-40B4-BE49-F238E27FC236}">
                <a16:creationId xmlns:a16="http://schemas.microsoft.com/office/drawing/2014/main" id="{B77051AD-28A3-A3DC-E7C2-71A8ADFA9BEA}"/>
              </a:ext>
            </a:extLst>
          </p:cNvPr>
          <p:cNvSpPr txBox="1"/>
          <p:nvPr/>
        </p:nvSpPr>
        <p:spPr>
          <a:xfrm>
            <a:off x="8735247" y="3417864"/>
            <a:ext cx="2055708" cy="493776"/>
          </a:xfrm>
          <a:prstGeom prst="rect">
            <a:avLst/>
          </a:prstGeom>
          <a:noFill/>
        </p:spPr>
        <p:txBody>
          <a:bodyPr wrap="square" rtlCol="0">
            <a:spAutoFit/>
          </a:bodyPr>
          <a:lstStyle/>
          <a:p>
            <a:pPr algn="just">
              <a:lnSpc>
                <a:spcPct val="150000"/>
              </a:lnSpc>
            </a:pPr>
            <a:r>
              <a:rPr kumimoji="1" lang="zh-CN" altLang="en-US" sz="953" dirty="0">
                <a:solidFill>
                  <a:srgbClr val="FFFFFF"/>
                </a:solidFill>
                <a:latin typeface="微软雅黑" panose="020B0503020204020204" pitchFamily="34" charset="-122"/>
                <a:ea typeface="微软雅黑" panose="020B0503020204020204" pitchFamily="34" charset="-122"/>
              </a:rPr>
              <a:t>品牌策划（</a:t>
            </a:r>
            <a:r>
              <a:rPr kumimoji="1" lang="en" altLang="zh-CN" sz="953" dirty="0">
                <a:solidFill>
                  <a:srgbClr val="FFFFFF"/>
                </a:solidFill>
                <a:latin typeface="微软雅黑" panose="020B0503020204020204" pitchFamily="34" charset="-122"/>
                <a:ea typeface="微软雅黑" panose="020B0503020204020204" pitchFamily="34" charset="-122"/>
              </a:rPr>
              <a:t>Brand planning</a:t>
            </a:r>
            <a:r>
              <a:rPr kumimoji="1" lang="zh-CN" altLang="en" sz="953" dirty="0">
                <a:solidFill>
                  <a:srgbClr val="FFFFFF"/>
                </a:solidFill>
                <a:latin typeface="微软雅黑" panose="020B0503020204020204" pitchFamily="34" charset="-122"/>
                <a:ea typeface="微软雅黑" panose="020B0503020204020204" pitchFamily="34" charset="-122"/>
              </a:rPr>
              <a:t>）</a:t>
            </a:r>
            <a:r>
              <a:rPr kumimoji="1" lang="zh-CN" altLang="en-US" sz="953" dirty="0">
                <a:solidFill>
                  <a:srgbClr val="FFFFFF"/>
                </a:solidFill>
                <a:latin typeface="微软雅黑" panose="020B0503020204020204" pitchFamily="34" charset="-122"/>
                <a:ea typeface="微软雅黑" panose="020B0503020204020204" pitchFamily="34" charset="-122"/>
              </a:rPr>
              <a:t>是深层次表达。</a:t>
            </a:r>
          </a:p>
        </p:txBody>
      </p:sp>
      <p:sp>
        <p:nvSpPr>
          <p:cNvPr id="141" name="文本框 14">
            <a:extLst>
              <a:ext uri="{FF2B5EF4-FFF2-40B4-BE49-F238E27FC236}">
                <a16:creationId xmlns:a16="http://schemas.microsoft.com/office/drawing/2014/main" id="{6E0CDFB6-144E-31A3-58DA-7126BED428A0}"/>
              </a:ext>
            </a:extLst>
          </p:cNvPr>
          <p:cNvSpPr txBox="1"/>
          <p:nvPr/>
        </p:nvSpPr>
        <p:spPr>
          <a:xfrm>
            <a:off x="8735247" y="2986020"/>
            <a:ext cx="2055708" cy="432643"/>
          </a:xfrm>
          <a:prstGeom prst="rect">
            <a:avLst/>
          </a:prstGeom>
          <a:noFill/>
        </p:spPr>
        <p:txBody>
          <a:bodyPr wrap="square" rtlCol="0">
            <a:spAutoFit/>
          </a:bodyPr>
          <a:lstStyle/>
          <a:p>
            <a:pPr algn="just">
              <a:lnSpc>
                <a:spcPct val="150000"/>
              </a:lnSpc>
            </a:pPr>
            <a:r>
              <a:rPr kumimoji="1" lang="zh-CN" altLang="en-US" sz="1732" b="1" dirty="0">
                <a:solidFill>
                  <a:srgbClr val="FFFFFF"/>
                </a:solidFill>
                <a:latin typeface="微软雅黑" panose="020B0503020204020204" pitchFamily="34" charset="-122"/>
                <a:ea typeface="微软雅黑" panose="020B0503020204020204" pitchFamily="34" charset="-122"/>
              </a:rPr>
              <a:t>品牌策划</a:t>
            </a:r>
          </a:p>
        </p:txBody>
      </p:sp>
      <p:grpSp>
        <p:nvGrpSpPr>
          <p:cNvPr id="142" name="组合 65">
            <a:extLst>
              <a:ext uri="{FF2B5EF4-FFF2-40B4-BE49-F238E27FC236}">
                <a16:creationId xmlns:a16="http://schemas.microsoft.com/office/drawing/2014/main" id="{50231EFE-C0B8-9891-B6B4-7CFBAB2A8B17}"/>
              </a:ext>
            </a:extLst>
          </p:cNvPr>
          <p:cNvGrpSpPr/>
          <p:nvPr/>
        </p:nvGrpSpPr>
        <p:grpSpPr>
          <a:xfrm>
            <a:off x="3807902" y="5495946"/>
            <a:ext cx="491509" cy="491509"/>
            <a:chOff x="3505200" y="5797360"/>
            <a:chExt cx="829506" cy="829506"/>
          </a:xfrm>
        </p:grpSpPr>
        <p:sp>
          <p:nvSpPr>
            <p:cNvPr id="143" name="任意形状 948">
              <a:extLst>
                <a:ext uri="{FF2B5EF4-FFF2-40B4-BE49-F238E27FC236}">
                  <a16:creationId xmlns:a16="http://schemas.microsoft.com/office/drawing/2014/main" id="{319A0530-F666-1963-F725-46277051C451}"/>
                </a:ext>
              </a:extLst>
            </p:cNvPr>
            <p:cNvSpPr/>
            <p:nvPr/>
          </p:nvSpPr>
          <p:spPr>
            <a:xfrm>
              <a:off x="3686819" y="5979544"/>
              <a:ext cx="465138" cy="465138"/>
            </a:xfrm>
            <a:custGeom>
              <a:avLst/>
              <a:gdLst/>
              <a:ahLst/>
              <a:cxnLst>
                <a:cxn ang="0">
                  <a:pos x="wd2" y="hd2"/>
                </a:cxn>
                <a:cxn ang="5400000">
                  <a:pos x="wd2" y="hd2"/>
                </a:cxn>
                <a:cxn ang="10800000">
                  <a:pos x="wd2" y="hd2"/>
                </a:cxn>
                <a:cxn ang="16200000">
                  <a:pos x="wd2" y="hd2"/>
                </a:cxn>
              </a:cxnLst>
              <a:rect l="0" t="0" r="r" b="b"/>
              <a:pathLst>
                <a:path w="21600" h="21600" extrusionOk="0">
                  <a:moveTo>
                    <a:pt x="10800" y="21600"/>
                  </a:moveTo>
                  <a:cubicBezTo>
                    <a:pt x="4835" y="21600"/>
                    <a:pt x="0" y="16765"/>
                    <a:pt x="0" y="10800"/>
                  </a:cubicBezTo>
                  <a:cubicBezTo>
                    <a:pt x="0" y="4835"/>
                    <a:pt x="4835" y="0"/>
                    <a:pt x="10800" y="0"/>
                  </a:cubicBezTo>
                  <a:cubicBezTo>
                    <a:pt x="16765" y="0"/>
                    <a:pt x="21600" y="4835"/>
                    <a:pt x="21600" y="10800"/>
                  </a:cubicBezTo>
                  <a:cubicBezTo>
                    <a:pt x="21600" y="16765"/>
                    <a:pt x="16765" y="21600"/>
                    <a:pt x="10800" y="21600"/>
                  </a:cubicBezTo>
                  <a:close/>
                  <a:moveTo>
                    <a:pt x="8327" y="19080"/>
                  </a:moveTo>
                  <a:cubicBezTo>
                    <a:pt x="7261" y="16820"/>
                    <a:pt x="6644" y="14375"/>
                    <a:pt x="6509" y="11880"/>
                  </a:cubicBezTo>
                  <a:lnTo>
                    <a:pt x="2227" y="11880"/>
                  </a:lnTo>
                  <a:cubicBezTo>
                    <a:pt x="2656" y="15276"/>
                    <a:pt x="5048" y="18099"/>
                    <a:pt x="8327" y="19080"/>
                  </a:cubicBezTo>
                  <a:close/>
                  <a:moveTo>
                    <a:pt x="8672" y="11880"/>
                  </a:moveTo>
                  <a:cubicBezTo>
                    <a:pt x="8835" y="14514"/>
                    <a:pt x="9588" y="16988"/>
                    <a:pt x="10800" y="19172"/>
                  </a:cubicBezTo>
                  <a:cubicBezTo>
                    <a:pt x="12045" y="16931"/>
                    <a:pt x="12771" y="14439"/>
                    <a:pt x="12928" y="11880"/>
                  </a:cubicBezTo>
                  <a:lnTo>
                    <a:pt x="8672" y="11880"/>
                  </a:lnTo>
                  <a:close/>
                  <a:moveTo>
                    <a:pt x="19373" y="11880"/>
                  </a:moveTo>
                  <a:lnTo>
                    <a:pt x="15091" y="11880"/>
                  </a:lnTo>
                  <a:cubicBezTo>
                    <a:pt x="14956" y="14375"/>
                    <a:pt x="14339" y="16820"/>
                    <a:pt x="13273" y="19080"/>
                  </a:cubicBezTo>
                  <a:cubicBezTo>
                    <a:pt x="16552" y="18099"/>
                    <a:pt x="18944" y="15276"/>
                    <a:pt x="19373" y="11880"/>
                  </a:cubicBezTo>
                  <a:close/>
                  <a:moveTo>
                    <a:pt x="2227" y="9720"/>
                  </a:moveTo>
                  <a:lnTo>
                    <a:pt x="6509" y="9720"/>
                  </a:lnTo>
                  <a:cubicBezTo>
                    <a:pt x="6644" y="7225"/>
                    <a:pt x="7261" y="4780"/>
                    <a:pt x="8327" y="2520"/>
                  </a:cubicBezTo>
                  <a:cubicBezTo>
                    <a:pt x="5048" y="3501"/>
                    <a:pt x="2656" y="6324"/>
                    <a:pt x="2227" y="9720"/>
                  </a:cubicBezTo>
                  <a:close/>
                  <a:moveTo>
                    <a:pt x="8673" y="9720"/>
                  </a:moveTo>
                  <a:lnTo>
                    <a:pt x="12927" y="9720"/>
                  </a:lnTo>
                  <a:cubicBezTo>
                    <a:pt x="12771" y="7161"/>
                    <a:pt x="12044" y="4669"/>
                    <a:pt x="10800" y="2428"/>
                  </a:cubicBezTo>
                  <a:cubicBezTo>
                    <a:pt x="9555" y="4669"/>
                    <a:pt x="8829" y="7161"/>
                    <a:pt x="8672" y="9720"/>
                  </a:cubicBezTo>
                  <a:close/>
                  <a:moveTo>
                    <a:pt x="13273" y="2520"/>
                  </a:moveTo>
                  <a:cubicBezTo>
                    <a:pt x="14339" y="4780"/>
                    <a:pt x="14956" y="7225"/>
                    <a:pt x="15091" y="9720"/>
                  </a:cubicBezTo>
                  <a:lnTo>
                    <a:pt x="19373" y="9720"/>
                  </a:lnTo>
                  <a:cubicBezTo>
                    <a:pt x="18944" y="6324"/>
                    <a:pt x="16552" y="3501"/>
                    <a:pt x="13273" y="2520"/>
                  </a:cubicBez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144" name="椭圆 15">
              <a:extLst>
                <a:ext uri="{FF2B5EF4-FFF2-40B4-BE49-F238E27FC236}">
                  <a16:creationId xmlns:a16="http://schemas.microsoft.com/office/drawing/2014/main" id="{C285372E-CB8E-0EE7-5BE7-53D276C88C0A}"/>
                </a:ext>
              </a:extLst>
            </p:cNvPr>
            <p:cNvSpPr/>
            <p:nvPr/>
          </p:nvSpPr>
          <p:spPr>
            <a:xfrm>
              <a:off x="3505200" y="5797360"/>
              <a:ext cx="829506" cy="829506"/>
            </a:xfrm>
            <a:prstGeom prst="ellipse">
              <a:avLst/>
            </a:prstGeom>
            <a:noFill/>
            <a:ln w="41275">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45" name="组合 64">
            <a:extLst>
              <a:ext uri="{FF2B5EF4-FFF2-40B4-BE49-F238E27FC236}">
                <a16:creationId xmlns:a16="http://schemas.microsoft.com/office/drawing/2014/main" id="{C2496219-8E56-5E98-8C9C-EA230287124D}"/>
              </a:ext>
            </a:extLst>
          </p:cNvPr>
          <p:cNvGrpSpPr/>
          <p:nvPr/>
        </p:nvGrpSpPr>
        <p:grpSpPr>
          <a:xfrm>
            <a:off x="5045896" y="5495946"/>
            <a:ext cx="491509" cy="491509"/>
            <a:chOff x="4934430" y="5797360"/>
            <a:chExt cx="829506" cy="829506"/>
          </a:xfrm>
        </p:grpSpPr>
        <p:sp>
          <p:nvSpPr>
            <p:cNvPr id="146" name="任意形状 816">
              <a:extLst>
                <a:ext uri="{FF2B5EF4-FFF2-40B4-BE49-F238E27FC236}">
                  <a16:creationId xmlns:a16="http://schemas.microsoft.com/office/drawing/2014/main" id="{4527E271-FE32-7179-19F0-9FA6C4913E16}"/>
                </a:ext>
              </a:extLst>
            </p:cNvPr>
            <p:cNvSpPr/>
            <p:nvPr/>
          </p:nvSpPr>
          <p:spPr>
            <a:xfrm>
              <a:off x="5162983" y="5960746"/>
              <a:ext cx="372124" cy="502734"/>
            </a:xfrm>
            <a:custGeom>
              <a:avLst/>
              <a:gdLst/>
              <a:ahLst/>
              <a:cxnLst>
                <a:cxn ang="0">
                  <a:pos x="wd2" y="hd2"/>
                </a:cxn>
                <a:cxn ang="5400000">
                  <a:pos x="wd2" y="hd2"/>
                </a:cxn>
                <a:cxn ang="10800000">
                  <a:pos x="wd2" y="hd2"/>
                </a:cxn>
                <a:cxn ang="16200000">
                  <a:pos x="wd2" y="hd2"/>
                </a:cxn>
              </a:cxnLst>
              <a:rect l="0" t="0" r="r" b="b"/>
              <a:pathLst>
                <a:path w="19187" h="20575" extrusionOk="0">
                  <a:moveTo>
                    <a:pt x="15590" y="13558"/>
                  </a:moveTo>
                  <a:lnTo>
                    <a:pt x="15590" y="20099"/>
                  </a:lnTo>
                  <a:cubicBezTo>
                    <a:pt x="15590" y="20361"/>
                    <a:pt x="15321" y="20575"/>
                    <a:pt x="14990" y="20575"/>
                  </a:cubicBezTo>
                  <a:cubicBezTo>
                    <a:pt x="14882" y="20575"/>
                    <a:pt x="14775" y="20551"/>
                    <a:pt x="14682" y="20507"/>
                  </a:cubicBezTo>
                  <a:lnTo>
                    <a:pt x="9594" y="18084"/>
                  </a:lnTo>
                  <a:lnTo>
                    <a:pt x="4506" y="20507"/>
                  </a:lnTo>
                  <a:cubicBezTo>
                    <a:pt x="4222" y="20642"/>
                    <a:pt x="3854" y="20569"/>
                    <a:pt x="3683" y="20343"/>
                  </a:cubicBezTo>
                  <a:cubicBezTo>
                    <a:pt x="3627" y="20269"/>
                    <a:pt x="3598" y="20184"/>
                    <a:pt x="3598" y="20098"/>
                  </a:cubicBezTo>
                  <a:lnTo>
                    <a:pt x="3598" y="13559"/>
                  </a:lnTo>
                  <a:cubicBezTo>
                    <a:pt x="-538" y="10930"/>
                    <a:pt x="-1206" y="6138"/>
                    <a:pt x="2105" y="2855"/>
                  </a:cubicBezTo>
                  <a:cubicBezTo>
                    <a:pt x="5417" y="-427"/>
                    <a:pt x="11454" y="-958"/>
                    <a:pt x="15590" y="1670"/>
                  </a:cubicBezTo>
                  <a:cubicBezTo>
                    <a:pt x="19726" y="4299"/>
                    <a:pt x="20394" y="9091"/>
                    <a:pt x="17083" y="12374"/>
                  </a:cubicBezTo>
                  <a:cubicBezTo>
                    <a:pt x="16641" y="12811"/>
                    <a:pt x="16141" y="13208"/>
                    <a:pt x="15590" y="13559"/>
                  </a:cubicBezTo>
                  <a:close/>
                  <a:moveTo>
                    <a:pt x="5997" y="14674"/>
                  </a:moveTo>
                  <a:lnTo>
                    <a:pt x="5997" y="17577"/>
                  </a:lnTo>
                  <a:lnTo>
                    <a:pt x="9594" y="15864"/>
                  </a:lnTo>
                  <a:lnTo>
                    <a:pt x="13191" y="17577"/>
                  </a:lnTo>
                  <a:lnTo>
                    <a:pt x="13191" y="14674"/>
                  </a:lnTo>
                  <a:cubicBezTo>
                    <a:pt x="12048" y="15041"/>
                    <a:pt x="10827" y="15229"/>
                    <a:pt x="9594" y="15228"/>
                  </a:cubicBezTo>
                  <a:cubicBezTo>
                    <a:pt x="8361" y="15229"/>
                    <a:pt x="7140" y="15041"/>
                    <a:pt x="5997" y="14674"/>
                  </a:cubicBezTo>
                  <a:close/>
                  <a:moveTo>
                    <a:pt x="9594" y="13324"/>
                  </a:moveTo>
                  <a:cubicBezTo>
                    <a:pt x="13568" y="13324"/>
                    <a:pt x="16789" y="10768"/>
                    <a:pt x="16789" y="7613"/>
                  </a:cubicBezTo>
                  <a:cubicBezTo>
                    <a:pt x="16789" y="4459"/>
                    <a:pt x="13568" y="1903"/>
                    <a:pt x="9594" y="1903"/>
                  </a:cubicBezTo>
                  <a:cubicBezTo>
                    <a:pt x="5620" y="1903"/>
                    <a:pt x="2399" y="4459"/>
                    <a:pt x="2399" y="7613"/>
                  </a:cubicBezTo>
                  <a:cubicBezTo>
                    <a:pt x="2399" y="10768"/>
                    <a:pt x="5620" y="13324"/>
                    <a:pt x="9594" y="13324"/>
                  </a:cubicBez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147" name="椭圆 16">
              <a:extLst>
                <a:ext uri="{FF2B5EF4-FFF2-40B4-BE49-F238E27FC236}">
                  <a16:creationId xmlns:a16="http://schemas.microsoft.com/office/drawing/2014/main" id="{3936E51F-79BD-AC0C-67E2-317BBE050DCB}"/>
                </a:ext>
              </a:extLst>
            </p:cNvPr>
            <p:cNvSpPr/>
            <p:nvPr/>
          </p:nvSpPr>
          <p:spPr>
            <a:xfrm>
              <a:off x="4934430" y="5797360"/>
              <a:ext cx="829506" cy="829506"/>
            </a:xfrm>
            <a:prstGeom prst="ellipse">
              <a:avLst/>
            </a:prstGeom>
            <a:noFill/>
            <a:ln w="41275">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48" name="组合 63">
            <a:extLst>
              <a:ext uri="{FF2B5EF4-FFF2-40B4-BE49-F238E27FC236}">
                <a16:creationId xmlns:a16="http://schemas.microsoft.com/office/drawing/2014/main" id="{8146BEE2-4272-E0BA-C3F4-8DBFD7875774}"/>
              </a:ext>
            </a:extLst>
          </p:cNvPr>
          <p:cNvGrpSpPr/>
          <p:nvPr/>
        </p:nvGrpSpPr>
        <p:grpSpPr>
          <a:xfrm>
            <a:off x="6283889" y="5495946"/>
            <a:ext cx="491509" cy="491509"/>
            <a:chOff x="6363660" y="5797360"/>
            <a:chExt cx="829506" cy="829506"/>
          </a:xfrm>
        </p:grpSpPr>
        <p:sp>
          <p:nvSpPr>
            <p:cNvPr id="149" name="任意形状 822">
              <a:extLst>
                <a:ext uri="{FF2B5EF4-FFF2-40B4-BE49-F238E27FC236}">
                  <a16:creationId xmlns:a16="http://schemas.microsoft.com/office/drawing/2014/main" id="{F17A8800-4212-FC6F-35F7-1EB60B4F4FAF}"/>
                </a:ext>
              </a:extLst>
            </p:cNvPr>
            <p:cNvSpPr/>
            <p:nvPr/>
          </p:nvSpPr>
          <p:spPr>
            <a:xfrm>
              <a:off x="6546131" y="6002801"/>
              <a:ext cx="465138" cy="418624"/>
            </a:xfrm>
            <a:custGeom>
              <a:avLst/>
              <a:gdLst/>
              <a:ahLst/>
              <a:cxnLst>
                <a:cxn ang="0">
                  <a:pos x="wd2" y="hd2"/>
                </a:cxn>
                <a:cxn ang="5400000">
                  <a:pos x="wd2" y="hd2"/>
                </a:cxn>
                <a:cxn ang="10800000">
                  <a:pos x="wd2" y="hd2"/>
                </a:cxn>
                <a:cxn ang="16200000">
                  <a:pos x="wd2" y="hd2"/>
                </a:cxn>
              </a:cxnLst>
              <a:rect l="0" t="0" r="r" b="b"/>
              <a:pathLst>
                <a:path w="21600" h="21600" extrusionOk="0">
                  <a:moveTo>
                    <a:pt x="0" y="12000"/>
                  </a:moveTo>
                  <a:lnTo>
                    <a:pt x="6480" y="12000"/>
                  </a:lnTo>
                  <a:lnTo>
                    <a:pt x="6480" y="21600"/>
                  </a:lnTo>
                  <a:lnTo>
                    <a:pt x="0" y="21600"/>
                  </a:lnTo>
                  <a:lnTo>
                    <a:pt x="0" y="12000"/>
                  </a:lnTo>
                  <a:close/>
                  <a:moveTo>
                    <a:pt x="15120" y="6000"/>
                  </a:moveTo>
                  <a:lnTo>
                    <a:pt x="21600" y="6000"/>
                  </a:lnTo>
                  <a:lnTo>
                    <a:pt x="21600" y="21600"/>
                  </a:lnTo>
                  <a:lnTo>
                    <a:pt x="15120" y="21600"/>
                  </a:lnTo>
                  <a:lnTo>
                    <a:pt x="15120" y="6000"/>
                  </a:lnTo>
                  <a:close/>
                  <a:moveTo>
                    <a:pt x="7560" y="0"/>
                  </a:moveTo>
                  <a:lnTo>
                    <a:pt x="14040" y="0"/>
                  </a:lnTo>
                  <a:lnTo>
                    <a:pt x="14040" y="21600"/>
                  </a:lnTo>
                  <a:lnTo>
                    <a:pt x="7560" y="21600"/>
                  </a:lnTo>
                  <a:lnTo>
                    <a:pt x="7560" y="0"/>
                  </a:lnTo>
                  <a:close/>
                  <a:moveTo>
                    <a:pt x="2160" y="14400"/>
                  </a:moveTo>
                  <a:lnTo>
                    <a:pt x="2160" y="19200"/>
                  </a:lnTo>
                  <a:lnTo>
                    <a:pt x="4320" y="19200"/>
                  </a:lnTo>
                  <a:lnTo>
                    <a:pt x="4320" y="14400"/>
                  </a:lnTo>
                  <a:lnTo>
                    <a:pt x="2160" y="14400"/>
                  </a:lnTo>
                  <a:close/>
                  <a:moveTo>
                    <a:pt x="9720" y="2400"/>
                  </a:moveTo>
                  <a:lnTo>
                    <a:pt x="9720" y="19200"/>
                  </a:lnTo>
                  <a:lnTo>
                    <a:pt x="11880" y="19200"/>
                  </a:lnTo>
                  <a:lnTo>
                    <a:pt x="11880" y="2400"/>
                  </a:lnTo>
                  <a:lnTo>
                    <a:pt x="9720" y="2400"/>
                  </a:lnTo>
                  <a:close/>
                  <a:moveTo>
                    <a:pt x="17280" y="8400"/>
                  </a:moveTo>
                  <a:lnTo>
                    <a:pt x="17280" y="19200"/>
                  </a:lnTo>
                  <a:lnTo>
                    <a:pt x="19440" y="19200"/>
                  </a:lnTo>
                  <a:lnTo>
                    <a:pt x="19440" y="8400"/>
                  </a:lnTo>
                  <a:lnTo>
                    <a:pt x="17280" y="840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150" name="椭圆 17">
              <a:extLst>
                <a:ext uri="{FF2B5EF4-FFF2-40B4-BE49-F238E27FC236}">
                  <a16:creationId xmlns:a16="http://schemas.microsoft.com/office/drawing/2014/main" id="{A4D12C46-8F4E-637C-300F-394E8358BE75}"/>
                </a:ext>
              </a:extLst>
            </p:cNvPr>
            <p:cNvSpPr/>
            <p:nvPr/>
          </p:nvSpPr>
          <p:spPr>
            <a:xfrm>
              <a:off x="6363660" y="5797360"/>
              <a:ext cx="829506" cy="829506"/>
            </a:xfrm>
            <a:prstGeom prst="ellipse">
              <a:avLst/>
            </a:prstGeom>
            <a:noFill/>
            <a:ln w="41275">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grpSp>
        <p:nvGrpSpPr>
          <p:cNvPr id="151" name="组合 61">
            <a:extLst>
              <a:ext uri="{FF2B5EF4-FFF2-40B4-BE49-F238E27FC236}">
                <a16:creationId xmlns:a16="http://schemas.microsoft.com/office/drawing/2014/main" id="{F7022846-4934-6E1B-8D70-9F96C945F7DC}"/>
              </a:ext>
            </a:extLst>
          </p:cNvPr>
          <p:cNvGrpSpPr/>
          <p:nvPr/>
        </p:nvGrpSpPr>
        <p:grpSpPr>
          <a:xfrm>
            <a:off x="7521882" y="5495946"/>
            <a:ext cx="491509" cy="491509"/>
            <a:chOff x="7792890" y="5797360"/>
            <a:chExt cx="829506" cy="829506"/>
          </a:xfrm>
        </p:grpSpPr>
        <p:sp>
          <p:nvSpPr>
            <p:cNvPr id="152" name="任意形状 900">
              <a:extLst>
                <a:ext uri="{FF2B5EF4-FFF2-40B4-BE49-F238E27FC236}">
                  <a16:creationId xmlns:a16="http://schemas.microsoft.com/office/drawing/2014/main" id="{D613771F-AAF8-8198-9CD0-D95F56F60B2E}"/>
                </a:ext>
              </a:extLst>
            </p:cNvPr>
            <p:cNvSpPr/>
            <p:nvPr/>
          </p:nvSpPr>
          <p:spPr>
            <a:xfrm>
              <a:off x="7975787" y="5979544"/>
              <a:ext cx="465138" cy="465138"/>
            </a:xfrm>
            <a:custGeom>
              <a:avLst/>
              <a:gdLst/>
              <a:ahLst/>
              <a:cxnLst>
                <a:cxn ang="0">
                  <a:pos x="wd2" y="hd2"/>
                </a:cxn>
                <a:cxn ang="5400000">
                  <a:pos x="wd2" y="hd2"/>
                </a:cxn>
                <a:cxn ang="10800000">
                  <a:pos x="wd2" y="hd2"/>
                </a:cxn>
                <a:cxn ang="16200000">
                  <a:pos x="wd2" y="hd2"/>
                </a:cxn>
              </a:cxnLst>
              <a:rect l="0" t="0" r="r" b="b"/>
              <a:pathLst>
                <a:path w="21600" h="21600" extrusionOk="0">
                  <a:moveTo>
                    <a:pt x="16200" y="2160"/>
                  </a:moveTo>
                  <a:lnTo>
                    <a:pt x="20520" y="2160"/>
                  </a:lnTo>
                  <a:cubicBezTo>
                    <a:pt x="21117" y="2160"/>
                    <a:pt x="21600" y="2643"/>
                    <a:pt x="21600" y="3240"/>
                  </a:cubicBezTo>
                  <a:lnTo>
                    <a:pt x="21600" y="20520"/>
                  </a:lnTo>
                  <a:cubicBezTo>
                    <a:pt x="21600" y="21117"/>
                    <a:pt x="21117" y="21600"/>
                    <a:pt x="20520" y="21600"/>
                  </a:cubicBezTo>
                  <a:lnTo>
                    <a:pt x="1080" y="21600"/>
                  </a:lnTo>
                  <a:cubicBezTo>
                    <a:pt x="483" y="21600"/>
                    <a:pt x="0" y="21117"/>
                    <a:pt x="0" y="20520"/>
                  </a:cubicBezTo>
                  <a:lnTo>
                    <a:pt x="0" y="3240"/>
                  </a:lnTo>
                  <a:cubicBezTo>
                    <a:pt x="0" y="2643"/>
                    <a:pt x="483" y="2160"/>
                    <a:pt x="1080" y="2160"/>
                  </a:cubicBezTo>
                  <a:lnTo>
                    <a:pt x="5400" y="2160"/>
                  </a:lnTo>
                  <a:lnTo>
                    <a:pt x="5400" y="0"/>
                  </a:lnTo>
                  <a:lnTo>
                    <a:pt x="7560" y="0"/>
                  </a:lnTo>
                  <a:lnTo>
                    <a:pt x="7560" y="2160"/>
                  </a:lnTo>
                  <a:lnTo>
                    <a:pt x="14040" y="2160"/>
                  </a:lnTo>
                  <a:lnTo>
                    <a:pt x="14040" y="0"/>
                  </a:lnTo>
                  <a:lnTo>
                    <a:pt x="16200" y="0"/>
                  </a:lnTo>
                  <a:lnTo>
                    <a:pt x="16200" y="2160"/>
                  </a:lnTo>
                  <a:close/>
                  <a:moveTo>
                    <a:pt x="19440" y="8640"/>
                  </a:moveTo>
                  <a:lnTo>
                    <a:pt x="19440" y="4320"/>
                  </a:lnTo>
                  <a:lnTo>
                    <a:pt x="16200" y="4320"/>
                  </a:lnTo>
                  <a:lnTo>
                    <a:pt x="16200" y="6480"/>
                  </a:lnTo>
                  <a:lnTo>
                    <a:pt x="14040" y="6480"/>
                  </a:lnTo>
                  <a:lnTo>
                    <a:pt x="14040" y="4320"/>
                  </a:lnTo>
                  <a:lnTo>
                    <a:pt x="7560" y="4320"/>
                  </a:lnTo>
                  <a:lnTo>
                    <a:pt x="7560" y="6480"/>
                  </a:lnTo>
                  <a:lnTo>
                    <a:pt x="5400" y="6480"/>
                  </a:lnTo>
                  <a:lnTo>
                    <a:pt x="5400" y="4320"/>
                  </a:lnTo>
                  <a:lnTo>
                    <a:pt x="2160" y="4320"/>
                  </a:lnTo>
                  <a:lnTo>
                    <a:pt x="2160" y="8640"/>
                  </a:lnTo>
                  <a:lnTo>
                    <a:pt x="19440" y="8640"/>
                  </a:lnTo>
                  <a:close/>
                  <a:moveTo>
                    <a:pt x="19440" y="10800"/>
                  </a:moveTo>
                  <a:lnTo>
                    <a:pt x="2160" y="10800"/>
                  </a:lnTo>
                  <a:lnTo>
                    <a:pt x="2160" y="19440"/>
                  </a:lnTo>
                  <a:lnTo>
                    <a:pt x="19440" y="19440"/>
                  </a:lnTo>
                  <a:lnTo>
                    <a:pt x="19440" y="10800"/>
                  </a:lnTo>
                  <a:close/>
                  <a:moveTo>
                    <a:pt x="4320" y="12960"/>
                  </a:moveTo>
                  <a:lnTo>
                    <a:pt x="9720" y="12960"/>
                  </a:lnTo>
                  <a:lnTo>
                    <a:pt x="9720" y="17280"/>
                  </a:lnTo>
                  <a:lnTo>
                    <a:pt x="4320" y="17280"/>
                  </a:lnTo>
                  <a:lnTo>
                    <a:pt x="4320" y="12960"/>
                  </a:lnTo>
                  <a:close/>
                </a:path>
              </a:pathLst>
            </a:custGeom>
            <a:solidFill>
              <a:srgbClr val="FFFFFF"/>
            </a:solidFill>
            <a:ln w="12700" cap="flat">
              <a:noFill/>
              <a:miter lim="400000"/>
            </a:ln>
            <a:effectLst/>
          </p:spPr>
          <p:txBody>
            <a:bodyPr wrap="square" lIns="45719" tIns="45719" rIns="45719" bIns="45719" numCol="1" anchor="ctr">
              <a:noAutofit/>
            </a:bodyPr>
            <a:lstStyle/>
            <a:p>
              <a:endParaRPr/>
            </a:p>
          </p:txBody>
        </p:sp>
        <p:sp>
          <p:nvSpPr>
            <p:cNvPr id="153" name="椭圆 24">
              <a:extLst>
                <a:ext uri="{FF2B5EF4-FFF2-40B4-BE49-F238E27FC236}">
                  <a16:creationId xmlns:a16="http://schemas.microsoft.com/office/drawing/2014/main" id="{EEF188B1-7025-22CF-28F8-2B7DE203545A}"/>
                </a:ext>
              </a:extLst>
            </p:cNvPr>
            <p:cNvSpPr/>
            <p:nvPr/>
          </p:nvSpPr>
          <p:spPr>
            <a:xfrm>
              <a:off x="7792890" y="5797360"/>
              <a:ext cx="829506" cy="829506"/>
            </a:xfrm>
            <a:prstGeom prst="ellipse">
              <a:avLst/>
            </a:prstGeom>
            <a:noFill/>
            <a:ln w="41275">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sp>
        <p:nvSpPr>
          <p:cNvPr id="154" name="圆角矩形 66">
            <a:extLst>
              <a:ext uri="{FF2B5EF4-FFF2-40B4-BE49-F238E27FC236}">
                <a16:creationId xmlns:a16="http://schemas.microsoft.com/office/drawing/2014/main" id="{5D2A49B6-AB5F-2A26-EA1E-B33882884495}"/>
              </a:ext>
            </a:extLst>
          </p:cNvPr>
          <p:cNvSpPr/>
          <p:nvPr/>
        </p:nvSpPr>
        <p:spPr>
          <a:xfrm>
            <a:off x="1061036" y="5647832"/>
            <a:ext cx="1280214" cy="347497"/>
          </a:xfrm>
          <a:prstGeom prst="roundRect">
            <a:avLst>
              <a:gd name="adj" fmla="val 50000"/>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212" dirty="0">
                <a:latin typeface="微软雅黑" pitchFamily="18" charset="-122"/>
                <a:ea typeface="微软雅黑" pitchFamily="18" charset="-122"/>
                <a:cs typeface="微软雅黑" pitchFamily="18" charset="-122"/>
              </a:rPr>
              <a:t>市场化名词</a:t>
            </a:r>
          </a:p>
        </p:txBody>
      </p:sp>
    </p:spTree>
    <p:extLst>
      <p:ext uri="{BB962C8B-B14F-4D97-AF65-F5344CB8AC3E}">
        <p14:creationId xmlns:p14="http://schemas.microsoft.com/office/powerpoint/2010/main" val="1851778670"/>
      </p:ext>
    </p:extLst>
  </p:cSld>
  <p:clrMapOvr>
    <a:masterClrMapping/>
  </p:clrMapOvr>
</p:sld>
</file>

<file path=ppt/slides/vr_business_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R032 五段连续结构（结构示例）</a:t>
            </a:r>
          </a:p>
        </p:txBody>
      </p:sp>
      <p:sp>
        <p:nvSpPr>
          <p:cNvPr id="101" name="任意形状 18">
            <a:extLst>
              <a:ext uri="{FF2B5EF4-FFF2-40B4-BE49-F238E27FC236}">
                <a16:creationId xmlns:a16="http://schemas.microsoft.com/office/drawing/2014/main" id="{2F5BAD06-477F-125F-808F-AE506C7B2ED5}"/>
              </a:ext>
            </a:extLst>
          </p:cNvPr>
          <p:cNvSpPr/>
          <p:nvPr/>
        </p:nvSpPr>
        <p:spPr>
          <a:xfrm>
            <a:off x="1270752" y="2129623"/>
            <a:ext cx="6622036" cy="3242666"/>
          </a:xfrm>
          <a:custGeom>
            <a:avLst/>
            <a:gdLst>
              <a:gd name="connsiteX0" fmla="*/ 7232087 w 7232087"/>
              <a:gd name="connsiteY0" fmla="*/ 0 h 3541395"/>
              <a:gd name="connsiteX1" fmla="*/ 7232087 w 7232087"/>
              <a:gd name="connsiteY1" fmla="*/ 3541395 h 3541395"/>
              <a:gd name="connsiteX2" fmla="*/ 0 w 7232087"/>
              <a:gd name="connsiteY2" fmla="*/ 2651510 h 3541395"/>
              <a:gd name="connsiteX3" fmla="*/ 38657 w 7232087"/>
              <a:gd name="connsiteY3" fmla="*/ 2629358 h 3541395"/>
              <a:gd name="connsiteX4" fmla="*/ 76050 w 7232087"/>
              <a:gd name="connsiteY4" fmla="*/ 2585555 h 3541395"/>
              <a:gd name="connsiteX5" fmla="*/ 110574 w 7232087"/>
              <a:gd name="connsiteY5" fmla="*/ 2522543 h 3541395"/>
              <a:gd name="connsiteX6" fmla="*/ 126600 w 7232087"/>
              <a:gd name="connsiteY6" fmla="*/ 2484404 h 3541395"/>
              <a:gd name="connsiteX7" fmla="*/ 141714 w 7232087"/>
              <a:gd name="connsiteY7" fmla="*/ 2442145 h 3541395"/>
              <a:gd name="connsiteX8" fmla="*/ 155854 w 7232087"/>
              <a:gd name="connsiteY8" fmla="*/ 2395995 h 3541395"/>
              <a:gd name="connsiteX9" fmla="*/ 168953 w 7232087"/>
              <a:gd name="connsiteY9" fmla="*/ 2346182 h 3541395"/>
              <a:gd name="connsiteX10" fmla="*/ 180948 w 7232087"/>
              <a:gd name="connsiteY10" fmla="*/ 2292932 h 3541395"/>
              <a:gd name="connsiteX11" fmla="*/ 191774 w 7232087"/>
              <a:gd name="connsiteY11" fmla="*/ 2236473 h 3541395"/>
              <a:gd name="connsiteX12" fmla="*/ 201366 w 7232087"/>
              <a:gd name="connsiteY12" fmla="*/ 2177034 h 3541395"/>
              <a:gd name="connsiteX13" fmla="*/ 209660 w 7232087"/>
              <a:gd name="connsiteY13" fmla="*/ 2114841 h 3541395"/>
              <a:gd name="connsiteX14" fmla="*/ 216590 w 7232087"/>
              <a:gd name="connsiteY14" fmla="*/ 2050123 h 3541395"/>
              <a:gd name="connsiteX15" fmla="*/ 222093 w 7232087"/>
              <a:gd name="connsiteY15" fmla="*/ 1983107 h 3541395"/>
              <a:gd name="connsiteX16" fmla="*/ 226104 w 7232087"/>
              <a:gd name="connsiteY16" fmla="*/ 1914021 h 3541395"/>
              <a:gd name="connsiteX17" fmla="*/ 228558 w 7232087"/>
              <a:gd name="connsiteY17" fmla="*/ 1843092 h 3541395"/>
              <a:gd name="connsiteX18" fmla="*/ 229390 w 7232087"/>
              <a:gd name="connsiteY18" fmla="*/ 1770547 h 3541395"/>
              <a:gd name="connsiteX19" fmla="*/ 228558 w 7232087"/>
              <a:gd name="connsiteY19" fmla="*/ 1698003 h 3541395"/>
              <a:gd name="connsiteX20" fmla="*/ 226104 w 7232087"/>
              <a:gd name="connsiteY20" fmla="*/ 1627074 h 3541395"/>
              <a:gd name="connsiteX21" fmla="*/ 222093 w 7232087"/>
              <a:gd name="connsiteY21" fmla="*/ 1557988 h 3541395"/>
              <a:gd name="connsiteX22" fmla="*/ 216590 w 7232087"/>
              <a:gd name="connsiteY22" fmla="*/ 1490972 h 3541395"/>
              <a:gd name="connsiteX23" fmla="*/ 209660 w 7232087"/>
              <a:gd name="connsiteY23" fmla="*/ 1426253 h 3541395"/>
              <a:gd name="connsiteX24" fmla="*/ 201366 w 7232087"/>
              <a:gd name="connsiteY24" fmla="*/ 1364061 h 3541395"/>
              <a:gd name="connsiteX25" fmla="*/ 191774 w 7232087"/>
              <a:gd name="connsiteY25" fmla="*/ 1304622 h 3541395"/>
              <a:gd name="connsiteX26" fmla="*/ 180948 w 7232087"/>
              <a:gd name="connsiteY26" fmla="*/ 1248163 h 3541395"/>
              <a:gd name="connsiteX27" fmla="*/ 168953 w 7232087"/>
              <a:gd name="connsiteY27" fmla="*/ 1194913 h 3541395"/>
              <a:gd name="connsiteX28" fmla="*/ 155854 w 7232087"/>
              <a:gd name="connsiteY28" fmla="*/ 1145099 h 3541395"/>
              <a:gd name="connsiteX29" fmla="*/ 141714 w 7232087"/>
              <a:gd name="connsiteY29" fmla="*/ 1098949 h 3541395"/>
              <a:gd name="connsiteX30" fmla="*/ 126600 w 7232087"/>
              <a:gd name="connsiteY30" fmla="*/ 1056691 h 3541395"/>
              <a:gd name="connsiteX31" fmla="*/ 110574 w 7232087"/>
              <a:gd name="connsiteY31" fmla="*/ 1018551 h 3541395"/>
              <a:gd name="connsiteX32" fmla="*/ 76050 w 7232087"/>
              <a:gd name="connsiteY32" fmla="*/ 955540 h 3541395"/>
              <a:gd name="connsiteX33" fmla="*/ 38657 w 7232087"/>
              <a:gd name="connsiteY33" fmla="*/ 911737 h 3541395"/>
              <a:gd name="connsiteX34" fmla="*/ 431 w 7232087"/>
              <a:gd name="connsiteY34" fmla="*/ 889832 h 3541395"/>
              <a:gd name="connsiteX35" fmla="*/ 7232087 w 7232087"/>
              <a:gd name="connsiteY35" fmla="*/ 0 h 35413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7232087" h="3541395">
                <a:moveTo>
                  <a:pt x="7232087" y="0"/>
                </a:moveTo>
                <a:lnTo>
                  <a:pt x="7232087" y="3541395"/>
                </a:lnTo>
                <a:lnTo>
                  <a:pt x="0" y="2651510"/>
                </a:lnTo>
                <a:lnTo>
                  <a:pt x="38657" y="2629358"/>
                </a:lnTo>
                <a:lnTo>
                  <a:pt x="76050" y="2585555"/>
                </a:lnTo>
                <a:lnTo>
                  <a:pt x="110574" y="2522543"/>
                </a:lnTo>
                <a:lnTo>
                  <a:pt x="126600" y="2484404"/>
                </a:lnTo>
                <a:lnTo>
                  <a:pt x="141714" y="2442145"/>
                </a:lnTo>
                <a:lnTo>
                  <a:pt x="155854" y="2395995"/>
                </a:lnTo>
                <a:lnTo>
                  <a:pt x="168953" y="2346182"/>
                </a:lnTo>
                <a:lnTo>
                  <a:pt x="180948" y="2292932"/>
                </a:lnTo>
                <a:lnTo>
                  <a:pt x="191774" y="2236473"/>
                </a:lnTo>
                <a:lnTo>
                  <a:pt x="201366" y="2177034"/>
                </a:lnTo>
                <a:lnTo>
                  <a:pt x="209660" y="2114841"/>
                </a:lnTo>
                <a:lnTo>
                  <a:pt x="216590" y="2050123"/>
                </a:lnTo>
                <a:lnTo>
                  <a:pt x="222093" y="1983107"/>
                </a:lnTo>
                <a:lnTo>
                  <a:pt x="226104" y="1914021"/>
                </a:lnTo>
                <a:lnTo>
                  <a:pt x="228558" y="1843092"/>
                </a:lnTo>
                <a:lnTo>
                  <a:pt x="229390" y="1770547"/>
                </a:lnTo>
                <a:lnTo>
                  <a:pt x="228558" y="1698003"/>
                </a:lnTo>
                <a:lnTo>
                  <a:pt x="226104" y="1627074"/>
                </a:lnTo>
                <a:lnTo>
                  <a:pt x="222093" y="1557988"/>
                </a:lnTo>
                <a:lnTo>
                  <a:pt x="216590" y="1490972"/>
                </a:lnTo>
                <a:lnTo>
                  <a:pt x="209660" y="1426253"/>
                </a:lnTo>
                <a:lnTo>
                  <a:pt x="201366" y="1364061"/>
                </a:lnTo>
                <a:lnTo>
                  <a:pt x="191774" y="1304622"/>
                </a:lnTo>
                <a:lnTo>
                  <a:pt x="180948" y="1248163"/>
                </a:lnTo>
                <a:lnTo>
                  <a:pt x="168953" y="1194913"/>
                </a:lnTo>
                <a:lnTo>
                  <a:pt x="155854" y="1145099"/>
                </a:lnTo>
                <a:lnTo>
                  <a:pt x="141714" y="1098949"/>
                </a:lnTo>
                <a:lnTo>
                  <a:pt x="126600" y="1056691"/>
                </a:lnTo>
                <a:lnTo>
                  <a:pt x="110574" y="1018551"/>
                </a:lnTo>
                <a:lnTo>
                  <a:pt x="76050" y="955540"/>
                </a:lnTo>
                <a:lnTo>
                  <a:pt x="38657" y="911737"/>
                </a:lnTo>
                <a:lnTo>
                  <a:pt x="431" y="889832"/>
                </a:lnTo>
                <a:lnTo>
                  <a:pt x="7232087" y="0"/>
                </a:lnTo>
                <a:close/>
              </a:path>
            </a:pathLst>
          </a:custGeom>
          <a:gradFill>
            <a:gsLst>
              <a:gs pos="30000">
                <a:srgbClr val="3494BA">
                  <a:lumMod val="45000"/>
                  <a:lumOff val="55000"/>
                </a:srgbClr>
              </a:gs>
              <a:gs pos="100000">
                <a:srgbClr val="FFFFFF"/>
              </a:gs>
            </a:gsLst>
            <a:lin ang="0" scaled="0"/>
          </a:gradFill>
        </p:spPr>
        <p:txBody>
          <a:bodyPr wrap="square" lIns="0" tIns="0" rIns="0" bIns="0" rtlCol="0">
            <a:noAutofit/>
          </a:bodyPr>
          <a:lstStyle/>
          <a:p>
            <a:endParaRPr/>
          </a:p>
        </p:txBody>
      </p:sp>
      <p:sp>
        <p:nvSpPr>
          <p:cNvPr id="102" name="任意形状 20">
            <a:extLst>
              <a:ext uri="{FF2B5EF4-FFF2-40B4-BE49-F238E27FC236}">
                <a16:creationId xmlns:a16="http://schemas.microsoft.com/office/drawing/2014/main" id="{A817F6AE-D360-D247-8AA5-086187586AE2}"/>
              </a:ext>
            </a:extLst>
          </p:cNvPr>
          <p:cNvSpPr/>
          <p:nvPr/>
        </p:nvSpPr>
        <p:spPr>
          <a:xfrm>
            <a:off x="1021017" y="2940915"/>
            <a:ext cx="459775" cy="1619809"/>
          </a:xfrm>
          <a:custGeom>
            <a:avLst/>
            <a:gdLst>
              <a:gd name="connsiteX0" fmla="*/ 251066 w 502131"/>
              <a:gd name="connsiteY0" fmla="*/ 0 h 1769033"/>
              <a:gd name="connsiteX1" fmla="*/ 271657 w 502131"/>
              <a:gd name="connsiteY1" fmla="*/ 2932 h 1769033"/>
              <a:gd name="connsiteX2" fmla="*/ 273171 w 502131"/>
              <a:gd name="connsiteY2" fmla="*/ 3800 h 1769033"/>
              <a:gd name="connsiteX3" fmla="*/ 273172 w 502131"/>
              <a:gd name="connsiteY3" fmla="*/ 3800 h 1769033"/>
              <a:gd name="connsiteX4" fmla="*/ 311398 w 502131"/>
              <a:gd name="connsiteY4" fmla="*/ 25705 h 1769033"/>
              <a:gd name="connsiteX5" fmla="*/ 348791 w 502131"/>
              <a:gd name="connsiteY5" fmla="*/ 69508 h 1769033"/>
              <a:gd name="connsiteX6" fmla="*/ 383315 w 502131"/>
              <a:gd name="connsiteY6" fmla="*/ 132519 h 1769033"/>
              <a:gd name="connsiteX7" fmla="*/ 399341 w 502131"/>
              <a:gd name="connsiteY7" fmla="*/ 170659 h 1769033"/>
              <a:gd name="connsiteX8" fmla="*/ 414455 w 502131"/>
              <a:gd name="connsiteY8" fmla="*/ 212917 h 1769033"/>
              <a:gd name="connsiteX9" fmla="*/ 428595 w 502131"/>
              <a:gd name="connsiteY9" fmla="*/ 259067 h 1769033"/>
              <a:gd name="connsiteX10" fmla="*/ 441694 w 502131"/>
              <a:gd name="connsiteY10" fmla="*/ 308881 h 1769033"/>
              <a:gd name="connsiteX11" fmla="*/ 453689 w 502131"/>
              <a:gd name="connsiteY11" fmla="*/ 362131 h 1769033"/>
              <a:gd name="connsiteX12" fmla="*/ 464515 w 502131"/>
              <a:gd name="connsiteY12" fmla="*/ 418590 h 1769033"/>
              <a:gd name="connsiteX13" fmla="*/ 474107 w 502131"/>
              <a:gd name="connsiteY13" fmla="*/ 478029 h 1769033"/>
              <a:gd name="connsiteX14" fmla="*/ 482401 w 502131"/>
              <a:gd name="connsiteY14" fmla="*/ 540221 h 1769033"/>
              <a:gd name="connsiteX15" fmla="*/ 489331 w 502131"/>
              <a:gd name="connsiteY15" fmla="*/ 604940 h 1769033"/>
              <a:gd name="connsiteX16" fmla="*/ 494834 w 502131"/>
              <a:gd name="connsiteY16" fmla="*/ 671956 h 1769033"/>
              <a:gd name="connsiteX17" fmla="*/ 498845 w 502131"/>
              <a:gd name="connsiteY17" fmla="*/ 741042 h 1769033"/>
              <a:gd name="connsiteX18" fmla="*/ 501299 w 502131"/>
              <a:gd name="connsiteY18" fmla="*/ 811971 h 1769033"/>
              <a:gd name="connsiteX19" fmla="*/ 502131 w 502131"/>
              <a:gd name="connsiteY19" fmla="*/ 884515 h 1769033"/>
              <a:gd name="connsiteX20" fmla="*/ 501299 w 502131"/>
              <a:gd name="connsiteY20" fmla="*/ 957060 h 1769033"/>
              <a:gd name="connsiteX21" fmla="*/ 498845 w 502131"/>
              <a:gd name="connsiteY21" fmla="*/ 1027989 h 1769033"/>
              <a:gd name="connsiteX22" fmla="*/ 494834 w 502131"/>
              <a:gd name="connsiteY22" fmla="*/ 1097075 h 1769033"/>
              <a:gd name="connsiteX23" fmla="*/ 489331 w 502131"/>
              <a:gd name="connsiteY23" fmla="*/ 1164091 h 1769033"/>
              <a:gd name="connsiteX24" fmla="*/ 482401 w 502131"/>
              <a:gd name="connsiteY24" fmla="*/ 1228809 h 1769033"/>
              <a:gd name="connsiteX25" fmla="*/ 474107 w 502131"/>
              <a:gd name="connsiteY25" fmla="*/ 1291002 h 1769033"/>
              <a:gd name="connsiteX26" fmla="*/ 464515 w 502131"/>
              <a:gd name="connsiteY26" fmla="*/ 1350441 h 1769033"/>
              <a:gd name="connsiteX27" fmla="*/ 453689 w 502131"/>
              <a:gd name="connsiteY27" fmla="*/ 1406900 h 1769033"/>
              <a:gd name="connsiteX28" fmla="*/ 441694 w 502131"/>
              <a:gd name="connsiteY28" fmla="*/ 1460150 h 1769033"/>
              <a:gd name="connsiteX29" fmla="*/ 428595 w 502131"/>
              <a:gd name="connsiteY29" fmla="*/ 1509963 h 1769033"/>
              <a:gd name="connsiteX30" fmla="*/ 414455 w 502131"/>
              <a:gd name="connsiteY30" fmla="*/ 1556113 h 1769033"/>
              <a:gd name="connsiteX31" fmla="*/ 399341 w 502131"/>
              <a:gd name="connsiteY31" fmla="*/ 1598372 h 1769033"/>
              <a:gd name="connsiteX32" fmla="*/ 383315 w 502131"/>
              <a:gd name="connsiteY32" fmla="*/ 1636511 h 1769033"/>
              <a:gd name="connsiteX33" fmla="*/ 348791 w 502131"/>
              <a:gd name="connsiteY33" fmla="*/ 1699523 h 1769033"/>
              <a:gd name="connsiteX34" fmla="*/ 311398 w 502131"/>
              <a:gd name="connsiteY34" fmla="*/ 1743326 h 1769033"/>
              <a:gd name="connsiteX35" fmla="*/ 272741 w 502131"/>
              <a:gd name="connsiteY35" fmla="*/ 1765478 h 1769033"/>
              <a:gd name="connsiteX36" fmla="*/ 235348 w 502131"/>
              <a:gd name="connsiteY36" fmla="*/ 1760877 h 1769033"/>
              <a:gd name="connsiteX37" fmla="*/ 235348 w 502131"/>
              <a:gd name="connsiteY37" fmla="*/ 1760878 h 1769033"/>
              <a:gd name="connsiteX38" fmla="*/ 272742 w 502131"/>
              <a:gd name="connsiteY38" fmla="*/ 1765479 h 1769033"/>
              <a:gd name="connsiteX39" fmla="*/ 271657 w 502131"/>
              <a:gd name="connsiteY39" fmla="*/ 1766101 h 1769033"/>
              <a:gd name="connsiteX40" fmla="*/ 251066 w 502131"/>
              <a:gd name="connsiteY40" fmla="*/ 1769033 h 1769033"/>
              <a:gd name="connsiteX41" fmla="*/ 230475 w 502131"/>
              <a:gd name="connsiteY41" fmla="*/ 1766101 h 1769033"/>
              <a:gd name="connsiteX42" fmla="*/ 190732 w 502131"/>
              <a:gd name="connsiteY42" fmla="*/ 1743327 h 1769033"/>
              <a:gd name="connsiteX43" fmla="*/ 153340 w 502131"/>
              <a:gd name="connsiteY43" fmla="*/ 1699524 h 1769033"/>
              <a:gd name="connsiteX44" fmla="*/ 118815 w 502131"/>
              <a:gd name="connsiteY44" fmla="*/ 1636512 h 1769033"/>
              <a:gd name="connsiteX45" fmla="*/ 102790 w 502131"/>
              <a:gd name="connsiteY45" fmla="*/ 1598373 h 1769033"/>
              <a:gd name="connsiteX46" fmla="*/ 87675 w 502131"/>
              <a:gd name="connsiteY46" fmla="*/ 1556114 h 1769033"/>
              <a:gd name="connsiteX47" fmla="*/ 73536 w 502131"/>
              <a:gd name="connsiteY47" fmla="*/ 1509964 h 1769033"/>
              <a:gd name="connsiteX48" fmla="*/ 60436 w 502131"/>
              <a:gd name="connsiteY48" fmla="*/ 1460151 h 1769033"/>
              <a:gd name="connsiteX49" fmla="*/ 48441 w 502131"/>
              <a:gd name="connsiteY49" fmla="*/ 1406901 h 1769033"/>
              <a:gd name="connsiteX50" fmla="*/ 37615 w 502131"/>
              <a:gd name="connsiteY50" fmla="*/ 1350442 h 1769033"/>
              <a:gd name="connsiteX51" fmla="*/ 28023 w 502131"/>
              <a:gd name="connsiteY51" fmla="*/ 1291003 h 1769033"/>
              <a:gd name="connsiteX52" fmla="*/ 19730 w 502131"/>
              <a:gd name="connsiteY52" fmla="*/ 1228810 h 1769033"/>
              <a:gd name="connsiteX53" fmla="*/ 12799 w 502131"/>
              <a:gd name="connsiteY53" fmla="*/ 1164092 h 1769033"/>
              <a:gd name="connsiteX54" fmla="*/ 7296 w 502131"/>
              <a:gd name="connsiteY54" fmla="*/ 1097076 h 1769033"/>
              <a:gd name="connsiteX55" fmla="*/ 3286 w 502131"/>
              <a:gd name="connsiteY55" fmla="*/ 1027990 h 1769033"/>
              <a:gd name="connsiteX56" fmla="*/ 832 w 502131"/>
              <a:gd name="connsiteY56" fmla="*/ 957061 h 1769033"/>
              <a:gd name="connsiteX57" fmla="*/ 0 w 502131"/>
              <a:gd name="connsiteY57" fmla="*/ 884516 h 1769033"/>
              <a:gd name="connsiteX58" fmla="*/ 832 w 502131"/>
              <a:gd name="connsiteY58" fmla="*/ 811972 h 1769033"/>
              <a:gd name="connsiteX59" fmla="*/ 3286 w 502131"/>
              <a:gd name="connsiteY59" fmla="*/ 741043 h 1769033"/>
              <a:gd name="connsiteX60" fmla="*/ 7296 w 502131"/>
              <a:gd name="connsiteY60" fmla="*/ 671957 h 1769033"/>
              <a:gd name="connsiteX61" fmla="*/ 12799 w 502131"/>
              <a:gd name="connsiteY61" fmla="*/ 604941 h 1769033"/>
              <a:gd name="connsiteX62" fmla="*/ 19730 w 502131"/>
              <a:gd name="connsiteY62" fmla="*/ 540222 h 1769033"/>
              <a:gd name="connsiteX63" fmla="*/ 28023 w 502131"/>
              <a:gd name="connsiteY63" fmla="*/ 478030 h 1769033"/>
              <a:gd name="connsiteX64" fmla="*/ 37615 w 502131"/>
              <a:gd name="connsiteY64" fmla="*/ 418591 h 1769033"/>
              <a:gd name="connsiteX65" fmla="*/ 48441 w 502131"/>
              <a:gd name="connsiteY65" fmla="*/ 362132 h 1769033"/>
              <a:gd name="connsiteX66" fmla="*/ 60436 w 502131"/>
              <a:gd name="connsiteY66" fmla="*/ 308882 h 1769033"/>
              <a:gd name="connsiteX67" fmla="*/ 73536 w 502131"/>
              <a:gd name="connsiteY67" fmla="*/ 259068 h 1769033"/>
              <a:gd name="connsiteX68" fmla="*/ 87675 w 502131"/>
              <a:gd name="connsiteY68" fmla="*/ 212918 h 1769033"/>
              <a:gd name="connsiteX69" fmla="*/ 102790 w 502131"/>
              <a:gd name="connsiteY69" fmla="*/ 170660 h 1769033"/>
              <a:gd name="connsiteX70" fmla="*/ 135687 w 502131"/>
              <a:gd name="connsiteY70" fmla="*/ 98728 h 1769033"/>
              <a:gd name="connsiteX71" fmla="*/ 171710 w 502131"/>
              <a:gd name="connsiteY71" fmla="*/ 45093 h 1769033"/>
              <a:gd name="connsiteX72" fmla="*/ 210342 w 502131"/>
              <a:gd name="connsiteY72" fmla="*/ 11576 h 17690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502131" h="1769033">
                <a:moveTo>
                  <a:pt x="251066" y="0"/>
                </a:moveTo>
                <a:lnTo>
                  <a:pt x="271657" y="2932"/>
                </a:lnTo>
                <a:lnTo>
                  <a:pt x="273171" y="3800"/>
                </a:lnTo>
                <a:lnTo>
                  <a:pt x="273172" y="3800"/>
                </a:lnTo>
                <a:lnTo>
                  <a:pt x="311398" y="25705"/>
                </a:lnTo>
                <a:lnTo>
                  <a:pt x="348791" y="69508"/>
                </a:lnTo>
                <a:lnTo>
                  <a:pt x="383315" y="132519"/>
                </a:lnTo>
                <a:lnTo>
                  <a:pt x="399341" y="170659"/>
                </a:lnTo>
                <a:lnTo>
                  <a:pt x="414455" y="212917"/>
                </a:lnTo>
                <a:lnTo>
                  <a:pt x="428595" y="259067"/>
                </a:lnTo>
                <a:lnTo>
                  <a:pt x="441694" y="308881"/>
                </a:lnTo>
                <a:lnTo>
                  <a:pt x="453689" y="362131"/>
                </a:lnTo>
                <a:lnTo>
                  <a:pt x="464515" y="418590"/>
                </a:lnTo>
                <a:lnTo>
                  <a:pt x="474107" y="478029"/>
                </a:lnTo>
                <a:lnTo>
                  <a:pt x="482401" y="540221"/>
                </a:lnTo>
                <a:lnTo>
                  <a:pt x="489331" y="604940"/>
                </a:lnTo>
                <a:lnTo>
                  <a:pt x="494834" y="671956"/>
                </a:lnTo>
                <a:lnTo>
                  <a:pt x="498845" y="741042"/>
                </a:lnTo>
                <a:lnTo>
                  <a:pt x="501299" y="811971"/>
                </a:lnTo>
                <a:lnTo>
                  <a:pt x="502131" y="884515"/>
                </a:lnTo>
                <a:lnTo>
                  <a:pt x="501299" y="957060"/>
                </a:lnTo>
                <a:lnTo>
                  <a:pt x="498845" y="1027989"/>
                </a:lnTo>
                <a:lnTo>
                  <a:pt x="494834" y="1097075"/>
                </a:lnTo>
                <a:lnTo>
                  <a:pt x="489331" y="1164091"/>
                </a:lnTo>
                <a:lnTo>
                  <a:pt x="482401" y="1228809"/>
                </a:lnTo>
                <a:lnTo>
                  <a:pt x="474107" y="1291002"/>
                </a:lnTo>
                <a:lnTo>
                  <a:pt x="464515" y="1350441"/>
                </a:lnTo>
                <a:lnTo>
                  <a:pt x="453689" y="1406900"/>
                </a:lnTo>
                <a:lnTo>
                  <a:pt x="441694" y="1460150"/>
                </a:lnTo>
                <a:lnTo>
                  <a:pt x="428595" y="1509963"/>
                </a:lnTo>
                <a:lnTo>
                  <a:pt x="414455" y="1556113"/>
                </a:lnTo>
                <a:lnTo>
                  <a:pt x="399341" y="1598372"/>
                </a:lnTo>
                <a:lnTo>
                  <a:pt x="383315" y="1636511"/>
                </a:lnTo>
                <a:lnTo>
                  <a:pt x="348791" y="1699523"/>
                </a:lnTo>
                <a:lnTo>
                  <a:pt x="311398" y="1743326"/>
                </a:lnTo>
                <a:lnTo>
                  <a:pt x="272741" y="1765478"/>
                </a:lnTo>
                <a:lnTo>
                  <a:pt x="235348" y="1760877"/>
                </a:lnTo>
                <a:lnTo>
                  <a:pt x="235348" y="1760878"/>
                </a:lnTo>
                <a:lnTo>
                  <a:pt x="272742" y="1765479"/>
                </a:lnTo>
                <a:lnTo>
                  <a:pt x="271657" y="1766101"/>
                </a:lnTo>
                <a:lnTo>
                  <a:pt x="251066" y="1769033"/>
                </a:lnTo>
                <a:lnTo>
                  <a:pt x="230475" y="1766101"/>
                </a:lnTo>
                <a:lnTo>
                  <a:pt x="190732" y="1743327"/>
                </a:lnTo>
                <a:lnTo>
                  <a:pt x="153340" y="1699524"/>
                </a:lnTo>
                <a:lnTo>
                  <a:pt x="118815" y="1636512"/>
                </a:lnTo>
                <a:lnTo>
                  <a:pt x="102790" y="1598373"/>
                </a:lnTo>
                <a:lnTo>
                  <a:pt x="87675" y="1556114"/>
                </a:lnTo>
                <a:lnTo>
                  <a:pt x="73536" y="1509964"/>
                </a:lnTo>
                <a:lnTo>
                  <a:pt x="60436" y="1460151"/>
                </a:lnTo>
                <a:lnTo>
                  <a:pt x="48441" y="1406901"/>
                </a:lnTo>
                <a:lnTo>
                  <a:pt x="37615" y="1350442"/>
                </a:lnTo>
                <a:lnTo>
                  <a:pt x="28023" y="1291003"/>
                </a:lnTo>
                <a:lnTo>
                  <a:pt x="19730" y="1228810"/>
                </a:lnTo>
                <a:lnTo>
                  <a:pt x="12799" y="1164092"/>
                </a:lnTo>
                <a:lnTo>
                  <a:pt x="7296" y="1097076"/>
                </a:lnTo>
                <a:lnTo>
                  <a:pt x="3286" y="1027990"/>
                </a:lnTo>
                <a:lnTo>
                  <a:pt x="832" y="957061"/>
                </a:lnTo>
                <a:lnTo>
                  <a:pt x="0" y="884516"/>
                </a:lnTo>
                <a:lnTo>
                  <a:pt x="832" y="811972"/>
                </a:lnTo>
                <a:lnTo>
                  <a:pt x="3286" y="741043"/>
                </a:lnTo>
                <a:lnTo>
                  <a:pt x="7296" y="671957"/>
                </a:lnTo>
                <a:lnTo>
                  <a:pt x="12799" y="604941"/>
                </a:lnTo>
                <a:lnTo>
                  <a:pt x="19730" y="540222"/>
                </a:lnTo>
                <a:lnTo>
                  <a:pt x="28023" y="478030"/>
                </a:lnTo>
                <a:lnTo>
                  <a:pt x="37615" y="418591"/>
                </a:lnTo>
                <a:lnTo>
                  <a:pt x="48441" y="362132"/>
                </a:lnTo>
                <a:lnTo>
                  <a:pt x="60436" y="308882"/>
                </a:lnTo>
                <a:lnTo>
                  <a:pt x="73536" y="259068"/>
                </a:lnTo>
                <a:lnTo>
                  <a:pt x="87675" y="212918"/>
                </a:lnTo>
                <a:lnTo>
                  <a:pt x="102790" y="170660"/>
                </a:lnTo>
                <a:lnTo>
                  <a:pt x="135687" y="98728"/>
                </a:lnTo>
                <a:lnTo>
                  <a:pt x="171710" y="45093"/>
                </a:lnTo>
                <a:lnTo>
                  <a:pt x="210342" y="11576"/>
                </a:lnTo>
                <a:close/>
              </a:path>
            </a:pathLst>
          </a:custGeom>
          <a:solidFill>
            <a:srgbClr val="336699">
              <a:alpha val="20000"/>
            </a:srgbClr>
          </a:solidFill>
        </p:spPr>
        <p:txBody>
          <a:bodyPr wrap="square" lIns="0" tIns="0" rIns="0" bIns="0" rtlCol="0">
            <a:noAutofit/>
          </a:bodyPr>
          <a:lstStyle/>
          <a:p>
            <a:endParaRPr>
              <a:latin typeface="微软雅黑" panose="020B0503020204020204" pitchFamily="34" charset="-122"/>
              <a:ea typeface="微软雅黑" panose="020B0503020204020204" pitchFamily="34" charset="-122"/>
            </a:endParaRPr>
          </a:p>
        </p:txBody>
      </p:sp>
      <p:sp>
        <p:nvSpPr>
          <p:cNvPr id="103" name="object 9">
            <a:extLst>
              <a:ext uri="{FF2B5EF4-FFF2-40B4-BE49-F238E27FC236}">
                <a16:creationId xmlns:a16="http://schemas.microsoft.com/office/drawing/2014/main" id="{CF072316-5E6D-31C7-5EED-65AED82EF79C}"/>
              </a:ext>
            </a:extLst>
          </p:cNvPr>
          <p:cNvSpPr/>
          <p:nvPr/>
        </p:nvSpPr>
        <p:spPr>
          <a:xfrm>
            <a:off x="2657082" y="2738097"/>
            <a:ext cx="504686" cy="2025722"/>
          </a:xfrm>
          <a:custGeom>
            <a:avLst/>
            <a:gdLst/>
            <a:ahLst/>
            <a:cxnLst/>
            <a:rect l="l" t="t" r="r" b="b"/>
            <a:pathLst>
              <a:path w="551180" h="2212340">
                <a:moveTo>
                  <a:pt x="275501" y="0"/>
                </a:moveTo>
                <a:lnTo>
                  <a:pt x="222132" y="20736"/>
                </a:lnTo>
                <a:lnTo>
                  <a:pt x="188420" y="56385"/>
                </a:lnTo>
                <a:lnTo>
                  <a:pt x="156540" y="108136"/>
                </a:lnTo>
                <a:lnTo>
                  <a:pt x="126783" y="174820"/>
                </a:lnTo>
                <a:lnTo>
                  <a:pt x="112792" y="213398"/>
                </a:lnTo>
                <a:lnTo>
                  <a:pt x="99440" y="255273"/>
                </a:lnTo>
                <a:lnTo>
                  <a:pt x="86764" y="300298"/>
                </a:lnTo>
                <a:lnTo>
                  <a:pt x="74800" y="348328"/>
                </a:lnTo>
                <a:lnTo>
                  <a:pt x="63585" y="399217"/>
                </a:lnTo>
                <a:lnTo>
                  <a:pt x="53154" y="452820"/>
                </a:lnTo>
                <a:lnTo>
                  <a:pt x="43545" y="508990"/>
                </a:lnTo>
                <a:lnTo>
                  <a:pt x="34793" y="567582"/>
                </a:lnTo>
                <a:lnTo>
                  <a:pt x="26935" y="628450"/>
                </a:lnTo>
                <a:lnTo>
                  <a:pt x="20006" y="691449"/>
                </a:lnTo>
                <a:lnTo>
                  <a:pt x="14044" y="756432"/>
                </a:lnTo>
                <a:lnTo>
                  <a:pt x="9085" y="823254"/>
                </a:lnTo>
                <a:lnTo>
                  <a:pt x="5165" y="891769"/>
                </a:lnTo>
                <a:lnTo>
                  <a:pt x="2319" y="961832"/>
                </a:lnTo>
                <a:lnTo>
                  <a:pt x="585" y="1033297"/>
                </a:lnTo>
                <a:lnTo>
                  <a:pt x="0" y="1106017"/>
                </a:lnTo>
                <a:lnTo>
                  <a:pt x="585" y="1178738"/>
                </a:lnTo>
                <a:lnTo>
                  <a:pt x="2319" y="1250202"/>
                </a:lnTo>
                <a:lnTo>
                  <a:pt x="5165" y="1320265"/>
                </a:lnTo>
                <a:lnTo>
                  <a:pt x="9085" y="1388780"/>
                </a:lnTo>
                <a:lnTo>
                  <a:pt x="14044" y="1455602"/>
                </a:lnTo>
                <a:lnTo>
                  <a:pt x="20006" y="1520586"/>
                </a:lnTo>
                <a:lnTo>
                  <a:pt x="26935" y="1583584"/>
                </a:lnTo>
                <a:lnTo>
                  <a:pt x="34793" y="1644452"/>
                </a:lnTo>
                <a:lnTo>
                  <a:pt x="43545" y="1703045"/>
                </a:lnTo>
                <a:lnTo>
                  <a:pt x="53154" y="1759215"/>
                </a:lnTo>
                <a:lnTo>
                  <a:pt x="63585" y="1812817"/>
                </a:lnTo>
                <a:lnTo>
                  <a:pt x="74800" y="1863706"/>
                </a:lnTo>
                <a:lnTo>
                  <a:pt x="86764" y="1911736"/>
                </a:lnTo>
                <a:lnTo>
                  <a:pt x="99440" y="1956762"/>
                </a:lnTo>
                <a:lnTo>
                  <a:pt x="112792" y="1998636"/>
                </a:lnTo>
                <a:lnTo>
                  <a:pt x="126783" y="2037214"/>
                </a:lnTo>
                <a:lnTo>
                  <a:pt x="156540" y="2103899"/>
                </a:lnTo>
                <a:lnTo>
                  <a:pt x="188420" y="2155649"/>
                </a:lnTo>
                <a:lnTo>
                  <a:pt x="222132" y="2191299"/>
                </a:lnTo>
                <a:lnTo>
                  <a:pt x="257386" y="2209682"/>
                </a:lnTo>
                <a:lnTo>
                  <a:pt x="275501" y="2212035"/>
                </a:lnTo>
                <a:lnTo>
                  <a:pt x="293615" y="2209682"/>
                </a:lnTo>
                <a:lnTo>
                  <a:pt x="328870" y="2191299"/>
                </a:lnTo>
                <a:lnTo>
                  <a:pt x="362583" y="2155649"/>
                </a:lnTo>
                <a:lnTo>
                  <a:pt x="394464" y="2103899"/>
                </a:lnTo>
                <a:lnTo>
                  <a:pt x="424222" y="2037214"/>
                </a:lnTo>
                <a:lnTo>
                  <a:pt x="438214" y="1998636"/>
                </a:lnTo>
                <a:lnTo>
                  <a:pt x="451567" y="1956762"/>
                </a:lnTo>
                <a:lnTo>
                  <a:pt x="464243" y="1911736"/>
                </a:lnTo>
                <a:lnTo>
                  <a:pt x="476208" y="1863706"/>
                </a:lnTo>
                <a:lnTo>
                  <a:pt x="487424" y="1812817"/>
                </a:lnTo>
                <a:lnTo>
                  <a:pt x="497855" y="1759215"/>
                </a:lnTo>
                <a:lnTo>
                  <a:pt x="507465" y="1703045"/>
                </a:lnTo>
                <a:lnTo>
                  <a:pt x="516218" y="1644452"/>
                </a:lnTo>
                <a:lnTo>
                  <a:pt x="524077" y="1583584"/>
                </a:lnTo>
                <a:lnTo>
                  <a:pt x="531006" y="1520586"/>
                </a:lnTo>
                <a:lnTo>
                  <a:pt x="536968" y="1455602"/>
                </a:lnTo>
                <a:lnTo>
                  <a:pt x="541928" y="1388780"/>
                </a:lnTo>
                <a:lnTo>
                  <a:pt x="545849" y="1320265"/>
                </a:lnTo>
                <a:lnTo>
                  <a:pt x="548694" y="1250202"/>
                </a:lnTo>
                <a:lnTo>
                  <a:pt x="550428" y="1178738"/>
                </a:lnTo>
                <a:lnTo>
                  <a:pt x="551014" y="1106017"/>
                </a:lnTo>
                <a:lnTo>
                  <a:pt x="550428" y="1033297"/>
                </a:lnTo>
                <a:lnTo>
                  <a:pt x="548694" y="961832"/>
                </a:lnTo>
                <a:lnTo>
                  <a:pt x="545849" y="891769"/>
                </a:lnTo>
                <a:lnTo>
                  <a:pt x="541928" y="823254"/>
                </a:lnTo>
                <a:lnTo>
                  <a:pt x="536968" y="756432"/>
                </a:lnTo>
                <a:lnTo>
                  <a:pt x="531006" y="691449"/>
                </a:lnTo>
                <a:lnTo>
                  <a:pt x="524077" y="628450"/>
                </a:lnTo>
                <a:lnTo>
                  <a:pt x="516218" y="567582"/>
                </a:lnTo>
                <a:lnTo>
                  <a:pt x="507465" y="508990"/>
                </a:lnTo>
                <a:lnTo>
                  <a:pt x="497855" y="452820"/>
                </a:lnTo>
                <a:lnTo>
                  <a:pt x="487424" y="399217"/>
                </a:lnTo>
                <a:lnTo>
                  <a:pt x="476208" y="348328"/>
                </a:lnTo>
                <a:lnTo>
                  <a:pt x="464243" y="300298"/>
                </a:lnTo>
                <a:lnTo>
                  <a:pt x="451567" y="255273"/>
                </a:lnTo>
                <a:lnTo>
                  <a:pt x="438214" y="213398"/>
                </a:lnTo>
                <a:lnTo>
                  <a:pt x="424222" y="174820"/>
                </a:lnTo>
                <a:lnTo>
                  <a:pt x="394464" y="108136"/>
                </a:lnTo>
                <a:lnTo>
                  <a:pt x="362583" y="56385"/>
                </a:lnTo>
                <a:lnTo>
                  <a:pt x="328870" y="20736"/>
                </a:lnTo>
                <a:lnTo>
                  <a:pt x="293615" y="2352"/>
                </a:lnTo>
                <a:lnTo>
                  <a:pt x="275501" y="0"/>
                </a:lnTo>
                <a:close/>
              </a:path>
            </a:pathLst>
          </a:custGeom>
          <a:solidFill>
            <a:srgbClr val="336699">
              <a:alpha val="40000"/>
            </a:srgbClr>
          </a:solidFill>
        </p:spPr>
        <p:txBody>
          <a:bodyPr wrap="square" lIns="0" tIns="0" rIns="0" bIns="0" rtlCol="0"/>
          <a:lstStyle/>
          <a:p>
            <a:endParaRPr/>
          </a:p>
        </p:txBody>
      </p:sp>
      <p:sp>
        <p:nvSpPr>
          <p:cNvPr id="104" name="object 10">
            <a:extLst>
              <a:ext uri="{FF2B5EF4-FFF2-40B4-BE49-F238E27FC236}">
                <a16:creationId xmlns:a16="http://schemas.microsoft.com/office/drawing/2014/main" id="{304E1A37-18E2-35D8-9ED1-5C62C44D479F}"/>
              </a:ext>
            </a:extLst>
          </p:cNvPr>
          <p:cNvSpPr/>
          <p:nvPr/>
        </p:nvSpPr>
        <p:spPr>
          <a:xfrm>
            <a:off x="4293147" y="2535270"/>
            <a:ext cx="549457" cy="2431564"/>
          </a:xfrm>
          <a:custGeom>
            <a:avLst/>
            <a:gdLst/>
            <a:ahLst/>
            <a:cxnLst/>
            <a:rect l="l" t="t" r="r" b="b"/>
            <a:pathLst>
              <a:path w="600075" h="2655570">
                <a:moveTo>
                  <a:pt x="299948" y="0"/>
                </a:moveTo>
                <a:lnTo>
                  <a:pt x="251294" y="17375"/>
                </a:lnTo>
                <a:lnTo>
                  <a:pt x="220209" y="47420"/>
                </a:lnTo>
                <a:lnTo>
                  <a:pt x="190418" y="91291"/>
                </a:lnTo>
                <a:lnTo>
                  <a:pt x="162104" y="148177"/>
                </a:lnTo>
                <a:lnTo>
                  <a:pt x="135449" y="217268"/>
                </a:lnTo>
                <a:lnTo>
                  <a:pt x="122802" y="256137"/>
                </a:lnTo>
                <a:lnTo>
                  <a:pt x="110638" y="297754"/>
                </a:lnTo>
                <a:lnTo>
                  <a:pt x="98980" y="342017"/>
                </a:lnTo>
                <a:lnTo>
                  <a:pt x="87852" y="388826"/>
                </a:lnTo>
                <a:lnTo>
                  <a:pt x="77276" y="438078"/>
                </a:lnTo>
                <a:lnTo>
                  <a:pt x="67275" y="489673"/>
                </a:lnTo>
                <a:lnTo>
                  <a:pt x="57872" y="543510"/>
                </a:lnTo>
                <a:lnTo>
                  <a:pt x="49089" y="599486"/>
                </a:lnTo>
                <a:lnTo>
                  <a:pt x="40951" y="657502"/>
                </a:lnTo>
                <a:lnTo>
                  <a:pt x="33479" y="717455"/>
                </a:lnTo>
                <a:lnTo>
                  <a:pt x="26696" y="779245"/>
                </a:lnTo>
                <a:lnTo>
                  <a:pt x="20626" y="842770"/>
                </a:lnTo>
                <a:lnTo>
                  <a:pt x="15291" y="907930"/>
                </a:lnTo>
                <a:lnTo>
                  <a:pt x="10714" y="974622"/>
                </a:lnTo>
                <a:lnTo>
                  <a:pt x="6918" y="1042745"/>
                </a:lnTo>
                <a:lnTo>
                  <a:pt x="3925" y="1112199"/>
                </a:lnTo>
                <a:lnTo>
                  <a:pt x="1760" y="1182882"/>
                </a:lnTo>
                <a:lnTo>
                  <a:pt x="443" y="1254693"/>
                </a:lnTo>
                <a:lnTo>
                  <a:pt x="0" y="1327530"/>
                </a:lnTo>
                <a:lnTo>
                  <a:pt x="443" y="1400368"/>
                </a:lnTo>
                <a:lnTo>
                  <a:pt x="1760" y="1472179"/>
                </a:lnTo>
                <a:lnTo>
                  <a:pt x="3925" y="1542862"/>
                </a:lnTo>
                <a:lnTo>
                  <a:pt x="6918" y="1612316"/>
                </a:lnTo>
                <a:lnTo>
                  <a:pt x="10714" y="1680439"/>
                </a:lnTo>
                <a:lnTo>
                  <a:pt x="15291" y="1747131"/>
                </a:lnTo>
                <a:lnTo>
                  <a:pt x="20626" y="1812291"/>
                </a:lnTo>
                <a:lnTo>
                  <a:pt x="26696" y="1875816"/>
                </a:lnTo>
                <a:lnTo>
                  <a:pt x="33479" y="1937606"/>
                </a:lnTo>
                <a:lnTo>
                  <a:pt x="40951" y="1997559"/>
                </a:lnTo>
                <a:lnTo>
                  <a:pt x="49089" y="2055575"/>
                </a:lnTo>
                <a:lnTo>
                  <a:pt x="57872" y="2111551"/>
                </a:lnTo>
                <a:lnTo>
                  <a:pt x="67275" y="2165388"/>
                </a:lnTo>
                <a:lnTo>
                  <a:pt x="77276" y="2216983"/>
                </a:lnTo>
                <a:lnTo>
                  <a:pt x="87852" y="2266235"/>
                </a:lnTo>
                <a:lnTo>
                  <a:pt x="98980" y="2313044"/>
                </a:lnTo>
                <a:lnTo>
                  <a:pt x="110638" y="2357307"/>
                </a:lnTo>
                <a:lnTo>
                  <a:pt x="122802" y="2398924"/>
                </a:lnTo>
                <a:lnTo>
                  <a:pt x="135449" y="2437793"/>
                </a:lnTo>
                <a:lnTo>
                  <a:pt x="148558" y="2473814"/>
                </a:lnTo>
                <a:lnTo>
                  <a:pt x="176065" y="2536903"/>
                </a:lnTo>
                <a:lnTo>
                  <a:pt x="205140" y="2587383"/>
                </a:lnTo>
                <a:lnTo>
                  <a:pt x="235602" y="2624442"/>
                </a:lnTo>
                <a:lnTo>
                  <a:pt x="267265" y="2647272"/>
                </a:lnTo>
                <a:lnTo>
                  <a:pt x="299948" y="2655061"/>
                </a:lnTo>
                <a:lnTo>
                  <a:pt x="316406" y="2653097"/>
                </a:lnTo>
                <a:lnTo>
                  <a:pt x="364295" y="2624442"/>
                </a:lnTo>
                <a:lnTo>
                  <a:pt x="394756" y="2587383"/>
                </a:lnTo>
                <a:lnTo>
                  <a:pt x="423831" y="2536903"/>
                </a:lnTo>
                <a:lnTo>
                  <a:pt x="451339" y="2473814"/>
                </a:lnTo>
                <a:lnTo>
                  <a:pt x="464447" y="2437793"/>
                </a:lnTo>
                <a:lnTo>
                  <a:pt x="477095" y="2398924"/>
                </a:lnTo>
                <a:lnTo>
                  <a:pt x="489259" y="2357307"/>
                </a:lnTo>
                <a:lnTo>
                  <a:pt x="500916" y="2313044"/>
                </a:lnTo>
                <a:lnTo>
                  <a:pt x="512044" y="2266235"/>
                </a:lnTo>
                <a:lnTo>
                  <a:pt x="522621" y="2216983"/>
                </a:lnTo>
                <a:lnTo>
                  <a:pt x="532621" y="2165388"/>
                </a:lnTo>
                <a:lnTo>
                  <a:pt x="542025" y="2111551"/>
                </a:lnTo>
                <a:lnTo>
                  <a:pt x="550807" y="2055575"/>
                </a:lnTo>
                <a:lnTo>
                  <a:pt x="558945" y="1997559"/>
                </a:lnTo>
                <a:lnTo>
                  <a:pt x="566417" y="1937606"/>
                </a:lnTo>
                <a:lnTo>
                  <a:pt x="573200" y="1875816"/>
                </a:lnTo>
                <a:lnTo>
                  <a:pt x="579270" y="1812291"/>
                </a:lnTo>
                <a:lnTo>
                  <a:pt x="584605" y="1747131"/>
                </a:lnTo>
                <a:lnTo>
                  <a:pt x="589182" y="1680439"/>
                </a:lnTo>
                <a:lnTo>
                  <a:pt x="592979" y="1612316"/>
                </a:lnTo>
                <a:lnTo>
                  <a:pt x="595971" y="1542862"/>
                </a:lnTo>
                <a:lnTo>
                  <a:pt x="598137" y="1472179"/>
                </a:lnTo>
                <a:lnTo>
                  <a:pt x="599453" y="1400368"/>
                </a:lnTo>
                <a:lnTo>
                  <a:pt x="599897" y="1327530"/>
                </a:lnTo>
                <a:lnTo>
                  <a:pt x="599453" y="1254693"/>
                </a:lnTo>
                <a:lnTo>
                  <a:pt x="598137" y="1182882"/>
                </a:lnTo>
                <a:lnTo>
                  <a:pt x="595971" y="1112199"/>
                </a:lnTo>
                <a:lnTo>
                  <a:pt x="592979" y="1042745"/>
                </a:lnTo>
                <a:lnTo>
                  <a:pt x="589182" y="974622"/>
                </a:lnTo>
                <a:lnTo>
                  <a:pt x="584605" y="907930"/>
                </a:lnTo>
                <a:lnTo>
                  <a:pt x="579270" y="842770"/>
                </a:lnTo>
                <a:lnTo>
                  <a:pt x="573200" y="779245"/>
                </a:lnTo>
                <a:lnTo>
                  <a:pt x="566417" y="717455"/>
                </a:lnTo>
                <a:lnTo>
                  <a:pt x="558945" y="657502"/>
                </a:lnTo>
                <a:lnTo>
                  <a:pt x="550807" y="599486"/>
                </a:lnTo>
                <a:lnTo>
                  <a:pt x="542025" y="543510"/>
                </a:lnTo>
                <a:lnTo>
                  <a:pt x="532621" y="489673"/>
                </a:lnTo>
                <a:lnTo>
                  <a:pt x="522621" y="438078"/>
                </a:lnTo>
                <a:lnTo>
                  <a:pt x="512044" y="388826"/>
                </a:lnTo>
                <a:lnTo>
                  <a:pt x="500916" y="342017"/>
                </a:lnTo>
                <a:lnTo>
                  <a:pt x="489259" y="297754"/>
                </a:lnTo>
                <a:lnTo>
                  <a:pt x="477095" y="256137"/>
                </a:lnTo>
                <a:lnTo>
                  <a:pt x="464447" y="217268"/>
                </a:lnTo>
                <a:lnTo>
                  <a:pt x="451339" y="181247"/>
                </a:lnTo>
                <a:lnTo>
                  <a:pt x="423831" y="118158"/>
                </a:lnTo>
                <a:lnTo>
                  <a:pt x="394756" y="67678"/>
                </a:lnTo>
                <a:lnTo>
                  <a:pt x="364295" y="30619"/>
                </a:lnTo>
                <a:lnTo>
                  <a:pt x="332631" y="7789"/>
                </a:lnTo>
                <a:lnTo>
                  <a:pt x="299948" y="0"/>
                </a:lnTo>
                <a:close/>
              </a:path>
            </a:pathLst>
          </a:custGeom>
          <a:solidFill>
            <a:srgbClr val="336699">
              <a:alpha val="60000"/>
            </a:srgbClr>
          </a:solidFill>
        </p:spPr>
        <p:txBody>
          <a:bodyPr wrap="square" lIns="0" tIns="0" rIns="0" bIns="0" rtlCol="0"/>
          <a:lstStyle/>
          <a:p>
            <a:endParaRPr/>
          </a:p>
        </p:txBody>
      </p:sp>
      <p:sp>
        <p:nvSpPr>
          <p:cNvPr id="105" name="object 11">
            <a:extLst>
              <a:ext uri="{FF2B5EF4-FFF2-40B4-BE49-F238E27FC236}">
                <a16:creationId xmlns:a16="http://schemas.microsoft.com/office/drawing/2014/main" id="{2F9ECDDF-DEC4-A48D-493C-654FB91105EE}"/>
              </a:ext>
            </a:extLst>
          </p:cNvPr>
          <p:cNvSpPr/>
          <p:nvPr/>
        </p:nvSpPr>
        <p:spPr>
          <a:xfrm>
            <a:off x="5929203" y="2332453"/>
            <a:ext cx="594227" cy="2836824"/>
          </a:xfrm>
          <a:custGeom>
            <a:avLst/>
            <a:gdLst/>
            <a:ahLst/>
            <a:cxnLst/>
            <a:rect l="l" t="t" r="r" b="b"/>
            <a:pathLst>
              <a:path w="648970" h="3098165">
                <a:moveTo>
                  <a:pt x="324396" y="0"/>
                </a:moveTo>
                <a:lnTo>
                  <a:pt x="277840" y="15833"/>
                </a:lnTo>
                <a:lnTo>
                  <a:pt x="247910" y="43304"/>
                </a:lnTo>
                <a:lnTo>
                  <a:pt x="219024" y="83551"/>
                </a:lnTo>
                <a:lnTo>
                  <a:pt x="191318" y="135924"/>
                </a:lnTo>
                <a:lnTo>
                  <a:pt x="164928" y="199775"/>
                </a:lnTo>
                <a:lnTo>
                  <a:pt x="152269" y="235801"/>
                </a:lnTo>
                <a:lnTo>
                  <a:pt x="139989" y="274454"/>
                </a:lnTo>
                <a:lnTo>
                  <a:pt x="128107" y="315651"/>
                </a:lnTo>
                <a:lnTo>
                  <a:pt x="116639" y="359311"/>
                </a:lnTo>
                <a:lnTo>
                  <a:pt x="105602" y="405355"/>
                </a:lnTo>
                <a:lnTo>
                  <a:pt x="95013" y="453699"/>
                </a:lnTo>
                <a:lnTo>
                  <a:pt x="84889" y="504264"/>
                </a:lnTo>
                <a:lnTo>
                  <a:pt x="75246" y="556967"/>
                </a:lnTo>
                <a:lnTo>
                  <a:pt x="66103" y="611729"/>
                </a:lnTo>
                <a:lnTo>
                  <a:pt x="57476" y="668467"/>
                </a:lnTo>
                <a:lnTo>
                  <a:pt x="49381" y="727101"/>
                </a:lnTo>
                <a:lnTo>
                  <a:pt x="41836" y="787550"/>
                </a:lnTo>
                <a:lnTo>
                  <a:pt x="34859" y="849732"/>
                </a:lnTo>
                <a:lnTo>
                  <a:pt x="28465" y="913565"/>
                </a:lnTo>
                <a:lnTo>
                  <a:pt x="22672" y="978970"/>
                </a:lnTo>
                <a:lnTo>
                  <a:pt x="17497" y="1045865"/>
                </a:lnTo>
                <a:lnTo>
                  <a:pt x="12957" y="1114169"/>
                </a:lnTo>
                <a:lnTo>
                  <a:pt x="9068" y="1183800"/>
                </a:lnTo>
                <a:lnTo>
                  <a:pt x="5849" y="1254678"/>
                </a:lnTo>
                <a:lnTo>
                  <a:pt x="3315" y="1326721"/>
                </a:lnTo>
                <a:lnTo>
                  <a:pt x="1484" y="1399849"/>
                </a:lnTo>
                <a:lnTo>
                  <a:pt x="374" y="1473979"/>
                </a:lnTo>
                <a:lnTo>
                  <a:pt x="0" y="1549031"/>
                </a:lnTo>
                <a:lnTo>
                  <a:pt x="374" y="1624083"/>
                </a:lnTo>
                <a:lnTo>
                  <a:pt x="1484" y="1698214"/>
                </a:lnTo>
                <a:lnTo>
                  <a:pt x="3315" y="1771341"/>
                </a:lnTo>
                <a:lnTo>
                  <a:pt x="5849" y="1843384"/>
                </a:lnTo>
                <a:lnTo>
                  <a:pt x="9068" y="1914262"/>
                </a:lnTo>
                <a:lnTo>
                  <a:pt x="12957" y="1983893"/>
                </a:lnTo>
                <a:lnTo>
                  <a:pt x="17497" y="2052197"/>
                </a:lnTo>
                <a:lnTo>
                  <a:pt x="22672" y="2119092"/>
                </a:lnTo>
                <a:lnTo>
                  <a:pt x="28465" y="2184497"/>
                </a:lnTo>
                <a:lnTo>
                  <a:pt x="34859" y="2248331"/>
                </a:lnTo>
                <a:lnTo>
                  <a:pt x="41836" y="2310513"/>
                </a:lnTo>
                <a:lnTo>
                  <a:pt x="49381" y="2370961"/>
                </a:lnTo>
                <a:lnTo>
                  <a:pt x="57476" y="2429595"/>
                </a:lnTo>
                <a:lnTo>
                  <a:pt x="66103" y="2486333"/>
                </a:lnTo>
                <a:lnTo>
                  <a:pt x="75246" y="2541095"/>
                </a:lnTo>
                <a:lnTo>
                  <a:pt x="84889" y="2593799"/>
                </a:lnTo>
                <a:lnTo>
                  <a:pt x="95013" y="2644363"/>
                </a:lnTo>
                <a:lnTo>
                  <a:pt x="105602" y="2692708"/>
                </a:lnTo>
                <a:lnTo>
                  <a:pt x="116639" y="2738751"/>
                </a:lnTo>
                <a:lnTo>
                  <a:pt x="128107" y="2782412"/>
                </a:lnTo>
                <a:lnTo>
                  <a:pt x="139989" y="2823609"/>
                </a:lnTo>
                <a:lnTo>
                  <a:pt x="152269" y="2862261"/>
                </a:lnTo>
                <a:lnTo>
                  <a:pt x="164928" y="2898287"/>
                </a:lnTo>
                <a:lnTo>
                  <a:pt x="191318" y="2962138"/>
                </a:lnTo>
                <a:lnTo>
                  <a:pt x="219024" y="3014511"/>
                </a:lnTo>
                <a:lnTo>
                  <a:pt x="247910" y="3054758"/>
                </a:lnTo>
                <a:lnTo>
                  <a:pt x="277840" y="3082230"/>
                </a:lnTo>
                <a:lnTo>
                  <a:pt x="324396" y="3098063"/>
                </a:lnTo>
                <a:lnTo>
                  <a:pt x="340113" y="3096277"/>
                </a:lnTo>
                <a:lnTo>
                  <a:pt x="386038" y="3070132"/>
                </a:lnTo>
                <a:lnTo>
                  <a:pt x="415464" y="3036191"/>
                </a:lnTo>
                <a:lnTo>
                  <a:pt x="443777" y="2989800"/>
                </a:lnTo>
                <a:lnTo>
                  <a:pt x="470842" y="2931607"/>
                </a:lnTo>
                <a:lnTo>
                  <a:pt x="496523" y="2862261"/>
                </a:lnTo>
                <a:lnTo>
                  <a:pt x="508802" y="2823609"/>
                </a:lnTo>
                <a:lnTo>
                  <a:pt x="520684" y="2782412"/>
                </a:lnTo>
                <a:lnTo>
                  <a:pt x="532152" y="2738751"/>
                </a:lnTo>
                <a:lnTo>
                  <a:pt x="543189" y="2692708"/>
                </a:lnTo>
                <a:lnTo>
                  <a:pt x="553778" y="2644363"/>
                </a:lnTo>
                <a:lnTo>
                  <a:pt x="563902" y="2593799"/>
                </a:lnTo>
                <a:lnTo>
                  <a:pt x="573545" y="2541095"/>
                </a:lnTo>
                <a:lnTo>
                  <a:pt x="582688" y="2486333"/>
                </a:lnTo>
                <a:lnTo>
                  <a:pt x="591316" y="2429595"/>
                </a:lnTo>
                <a:lnTo>
                  <a:pt x="599410" y="2370961"/>
                </a:lnTo>
                <a:lnTo>
                  <a:pt x="606955" y="2310513"/>
                </a:lnTo>
                <a:lnTo>
                  <a:pt x="613933" y="2248331"/>
                </a:lnTo>
                <a:lnTo>
                  <a:pt x="620326" y="2184497"/>
                </a:lnTo>
                <a:lnTo>
                  <a:pt x="626119" y="2119092"/>
                </a:lnTo>
                <a:lnTo>
                  <a:pt x="631294" y="2052197"/>
                </a:lnTo>
                <a:lnTo>
                  <a:pt x="635835" y="1983893"/>
                </a:lnTo>
                <a:lnTo>
                  <a:pt x="639723" y="1914262"/>
                </a:lnTo>
                <a:lnTo>
                  <a:pt x="642942" y="1843384"/>
                </a:lnTo>
                <a:lnTo>
                  <a:pt x="645476" y="1771341"/>
                </a:lnTo>
                <a:lnTo>
                  <a:pt x="647307" y="1698214"/>
                </a:lnTo>
                <a:lnTo>
                  <a:pt x="648418" y="1624083"/>
                </a:lnTo>
                <a:lnTo>
                  <a:pt x="648792" y="1549031"/>
                </a:lnTo>
                <a:lnTo>
                  <a:pt x="648418" y="1473979"/>
                </a:lnTo>
                <a:lnTo>
                  <a:pt x="647307" y="1399849"/>
                </a:lnTo>
                <a:lnTo>
                  <a:pt x="645476" y="1326721"/>
                </a:lnTo>
                <a:lnTo>
                  <a:pt x="642942" y="1254678"/>
                </a:lnTo>
                <a:lnTo>
                  <a:pt x="639723" y="1183800"/>
                </a:lnTo>
                <a:lnTo>
                  <a:pt x="635835" y="1114169"/>
                </a:lnTo>
                <a:lnTo>
                  <a:pt x="631294" y="1045865"/>
                </a:lnTo>
                <a:lnTo>
                  <a:pt x="626119" y="978970"/>
                </a:lnTo>
                <a:lnTo>
                  <a:pt x="620326" y="913565"/>
                </a:lnTo>
                <a:lnTo>
                  <a:pt x="613933" y="849732"/>
                </a:lnTo>
                <a:lnTo>
                  <a:pt x="606955" y="787550"/>
                </a:lnTo>
                <a:lnTo>
                  <a:pt x="599410" y="727101"/>
                </a:lnTo>
                <a:lnTo>
                  <a:pt x="591316" y="668467"/>
                </a:lnTo>
                <a:lnTo>
                  <a:pt x="582688" y="611729"/>
                </a:lnTo>
                <a:lnTo>
                  <a:pt x="573545" y="556967"/>
                </a:lnTo>
                <a:lnTo>
                  <a:pt x="563902" y="504264"/>
                </a:lnTo>
                <a:lnTo>
                  <a:pt x="553778" y="453699"/>
                </a:lnTo>
                <a:lnTo>
                  <a:pt x="543189" y="405355"/>
                </a:lnTo>
                <a:lnTo>
                  <a:pt x="532152" y="359311"/>
                </a:lnTo>
                <a:lnTo>
                  <a:pt x="520684" y="315651"/>
                </a:lnTo>
                <a:lnTo>
                  <a:pt x="508802" y="274454"/>
                </a:lnTo>
                <a:lnTo>
                  <a:pt x="496523" y="235801"/>
                </a:lnTo>
                <a:lnTo>
                  <a:pt x="483864" y="199775"/>
                </a:lnTo>
                <a:lnTo>
                  <a:pt x="457474" y="135924"/>
                </a:lnTo>
                <a:lnTo>
                  <a:pt x="429768" y="83551"/>
                </a:lnTo>
                <a:lnTo>
                  <a:pt x="400881" y="43304"/>
                </a:lnTo>
                <a:lnTo>
                  <a:pt x="370951" y="15833"/>
                </a:lnTo>
                <a:lnTo>
                  <a:pt x="324396" y="0"/>
                </a:lnTo>
                <a:close/>
              </a:path>
            </a:pathLst>
          </a:custGeom>
          <a:solidFill>
            <a:srgbClr val="336699">
              <a:alpha val="80000"/>
            </a:srgbClr>
          </a:solidFill>
        </p:spPr>
        <p:txBody>
          <a:bodyPr wrap="square" lIns="0" tIns="0" rIns="0" bIns="0" rtlCol="0"/>
          <a:lstStyle/>
          <a:p>
            <a:endParaRPr/>
          </a:p>
        </p:txBody>
      </p:sp>
      <p:sp>
        <p:nvSpPr>
          <p:cNvPr id="106" name="object 12">
            <a:extLst>
              <a:ext uri="{FF2B5EF4-FFF2-40B4-BE49-F238E27FC236}">
                <a16:creationId xmlns:a16="http://schemas.microsoft.com/office/drawing/2014/main" id="{7BA3B099-C791-2134-7550-5E7B6A73015B}"/>
              </a:ext>
            </a:extLst>
          </p:cNvPr>
          <p:cNvSpPr/>
          <p:nvPr/>
        </p:nvSpPr>
        <p:spPr>
          <a:xfrm>
            <a:off x="7565268" y="2129626"/>
            <a:ext cx="638998" cy="3242666"/>
          </a:xfrm>
          <a:custGeom>
            <a:avLst/>
            <a:gdLst/>
            <a:ahLst/>
            <a:cxnLst/>
            <a:rect l="l" t="t" r="r" b="b"/>
            <a:pathLst>
              <a:path w="697865" h="3541395">
                <a:moveTo>
                  <a:pt x="348843" y="0"/>
                </a:moveTo>
                <a:lnTo>
                  <a:pt x="305085" y="13795"/>
                </a:lnTo>
                <a:lnTo>
                  <a:pt x="262949" y="54074"/>
                </a:lnTo>
                <a:lnTo>
                  <a:pt x="235921" y="94821"/>
                </a:lnTo>
                <a:lnTo>
                  <a:pt x="209856" y="146110"/>
                </a:lnTo>
                <a:lnTo>
                  <a:pt x="184851" y="207448"/>
                </a:lnTo>
                <a:lnTo>
                  <a:pt x="161002" y="278345"/>
                </a:lnTo>
                <a:lnTo>
                  <a:pt x="149542" y="317224"/>
                </a:lnTo>
                <a:lnTo>
                  <a:pt x="138407" y="358309"/>
                </a:lnTo>
                <a:lnTo>
                  <a:pt x="127610" y="401537"/>
                </a:lnTo>
                <a:lnTo>
                  <a:pt x="117163" y="446848"/>
                </a:lnTo>
                <a:lnTo>
                  <a:pt x="107077" y="494179"/>
                </a:lnTo>
                <a:lnTo>
                  <a:pt x="97366" y="543470"/>
                </a:lnTo>
                <a:lnTo>
                  <a:pt x="88040" y="594659"/>
                </a:lnTo>
                <a:lnTo>
                  <a:pt x="79113" y="647684"/>
                </a:lnTo>
                <a:lnTo>
                  <a:pt x="70596" y="702484"/>
                </a:lnTo>
                <a:lnTo>
                  <a:pt x="62501" y="758998"/>
                </a:lnTo>
                <a:lnTo>
                  <a:pt x="54841" y="817164"/>
                </a:lnTo>
                <a:lnTo>
                  <a:pt x="47627" y="876920"/>
                </a:lnTo>
                <a:lnTo>
                  <a:pt x="40872" y="938206"/>
                </a:lnTo>
                <a:lnTo>
                  <a:pt x="34588" y="1000960"/>
                </a:lnTo>
                <a:lnTo>
                  <a:pt x="28787" y="1065120"/>
                </a:lnTo>
                <a:lnTo>
                  <a:pt x="23481" y="1130624"/>
                </a:lnTo>
                <a:lnTo>
                  <a:pt x="18682" y="1197412"/>
                </a:lnTo>
                <a:lnTo>
                  <a:pt x="14402" y="1265423"/>
                </a:lnTo>
                <a:lnTo>
                  <a:pt x="10654" y="1334593"/>
                </a:lnTo>
                <a:lnTo>
                  <a:pt x="7449" y="1404863"/>
                </a:lnTo>
                <a:lnTo>
                  <a:pt x="4799" y="1476170"/>
                </a:lnTo>
                <a:lnTo>
                  <a:pt x="2718" y="1548453"/>
                </a:lnTo>
                <a:lnTo>
                  <a:pt x="1216" y="1621651"/>
                </a:lnTo>
                <a:lnTo>
                  <a:pt x="306" y="1695702"/>
                </a:lnTo>
                <a:lnTo>
                  <a:pt x="0" y="1770545"/>
                </a:lnTo>
                <a:lnTo>
                  <a:pt x="306" y="1845387"/>
                </a:lnTo>
                <a:lnTo>
                  <a:pt x="1216" y="1919438"/>
                </a:lnTo>
                <a:lnTo>
                  <a:pt x="2718" y="1992636"/>
                </a:lnTo>
                <a:lnTo>
                  <a:pt x="4799" y="2064920"/>
                </a:lnTo>
                <a:lnTo>
                  <a:pt x="7449" y="2136227"/>
                </a:lnTo>
                <a:lnTo>
                  <a:pt x="10654" y="2206496"/>
                </a:lnTo>
                <a:lnTo>
                  <a:pt x="14402" y="2275667"/>
                </a:lnTo>
                <a:lnTo>
                  <a:pt x="18682" y="2343677"/>
                </a:lnTo>
                <a:lnTo>
                  <a:pt x="23481" y="2410465"/>
                </a:lnTo>
                <a:lnTo>
                  <a:pt x="28787" y="2475970"/>
                </a:lnTo>
                <a:lnTo>
                  <a:pt x="34588" y="2540129"/>
                </a:lnTo>
                <a:lnTo>
                  <a:pt x="40872" y="2602883"/>
                </a:lnTo>
                <a:lnTo>
                  <a:pt x="47627" y="2664169"/>
                </a:lnTo>
                <a:lnTo>
                  <a:pt x="54841" y="2723925"/>
                </a:lnTo>
                <a:lnTo>
                  <a:pt x="62501" y="2782091"/>
                </a:lnTo>
                <a:lnTo>
                  <a:pt x="70596" y="2838605"/>
                </a:lnTo>
                <a:lnTo>
                  <a:pt x="79113" y="2893405"/>
                </a:lnTo>
                <a:lnTo>
                  <a:pt x="88040" y="2946431"/>
                </a:lnTo>
                <a:lnTo>
                  <a:pt x="97366" y="2997619"/>
                </a:lnTo>
                <a:lnTo>
                  <a:pt x="107077" y="3046910"/>
                </a:lnTo>
                <a:lnTo>
                  <a:pt x="117163" y="3094242"/>
                </a:lnTo>
                <a:lnTo>
                  <a:pt x="127610" y="3139552"/>
                </a:lnTo>
                <a:lnTo>
                  <a:pt x="138407" y="3182780"/>
                </a:lnTo>
                <a:lnTo>
                  <a:pt x="149542" y="3223865"/>
                </a:lnTo>
                <a:lnTo>
                  <a:pt x="161002" y="3262744"/>
                </a:lnTo>
                <a:lnTo>
                  <a:pt x="172776" y="3299356"/>
                </a:lnTo>
                <a:lnTo>
                  <a:pt x="197215" y="3365536"/>
                </a:lnTo>
                <a:lnTo>
                  <a:pt x="222762" y="3421911"/>
                </a:lnTo>
                <a:lnTo>
                  <a:pt x="249321" y="3467990"/>
                </a:lnTo>
                <a:lnTo>
                  <a:pt x="276794" y="3503282"/>
                </a:lnTo>
                <a:lnTo>
                  <a:pt x="319507" y="3534918"/>
                </a:lnTo>
                <a:lnTo>
                  <a:pt x="348843" y="3541090"/>
                </a:lnTo>
                <a:lnTo>
                  <a:pt x="363588" y="3539536"/>
                </a:lnTo>
                <a:lnTo>
                  <a:pt x="406839" y="3516729"/>
                </a:lnTo>
                <a:lnTo>
                  <a:pt x="434732" y="3487015"/>
                </a:lnTo>
                <a:lnTo>
                  <a:pt x="461759" y="3446268"/>
                </a:lnTo>
                <a:lnTo>
                  <a:pt x="487823" y="3394980"/>
                </a:lnTo>
                <a:lnTo>
                  <a:pt x="512827" y="3333641"/>
                </a:lnTo>
                <a:lnTo>
                  <a:pt x="536675" y="3262744"/>
                </a:lnTo>
                <a:lnTo>
                  <a:pt x="548134" y="3223865"/>
                </a:lnTo>
                <a:lnTo>
                  <a:pt x="559269" y="3182780"/>
                </a:lnTo>
                <a:lnTo>
                  <a:pt x="570065" y="3139552"/>
                </a:lnTo>
                <a:lnTo>
                  <a:pt x="580512" y="3094242"/>
                </a:lnTo>
                <a:lnTo>
                  <a:pt x="590598" y="3046910"/>
                </a:lnTo>
                <a:lnTo>
                  <a:pt x="600309" y="2997619"/>
                </a:lnTo>
                <a:lnTo>
                  <a:pt x="609634" y="2946431"/>
                </a:lnTo>
                <a:lnTo>
                  <a:pt x="618562" y="2893405"/>
                </a:lnTo>
                <a:lnTo>
                  <a:pt x="627078" y="2838605"/>
                </a:lnTo>
                <a:lnTo>
                  <a:pt x="635173" y="2782091"/>
                </a:lnTo>
                <a:lnTo>
                  <a:pt x="642833" y="2723925"/>
                </a:lnTo>
                <a:lnTo>
                  <a:pt x="650047" y="2664169"/>
                </a:lnTo>
                <a:lnTo>
                  <a:pt x="656801" y="2602883"/>
                </a:lnTo>
                <a:lnTo>
                  <a:pt x="663086" y="2540129"/>
                </a:lnTo>
                <a:lnTo>
                  <a:pt x="668887" y="2475970"/>
                </a:lnTo>
                <a:lnTo>
                  <a:pt x="674193" y="2410465"/>
                </a:lnTo>
                <a:lnTo>
                  <a:pt x="678992" y="2343677"/>
                </a:lnTo>
                <a:lnTo>
                  <a:pt x="683272" y="2275667"/>
                </a:lnTo>
                <a:lnTo>
                  <a:pt x="687020" y="2206496"/>
                </a:lnTo>
                <a:lnTo>
                  <a:pt x="690225" y="2136227"/>
                </a:lnTo>
                <a:lnTo>
                  <a:pt x="692874" y="2064920"/>
                </a:lnTo>
                <a:lnTo>
                  <a:pt x="694956" y="1992636"/>
                </a:lnTo>
                <a:lnTo>
                  <a:pt x="696458" y="1919438"/>
                </a:lnTo>
                <a:lnTo>
                  <a:pt x="697368" y="1845387"/>
                </a:lnTo>
                <a:lnTo>
                  <a:pt x="697674" y="1770545"/>
                </a:lnTo>
                <a:lnTo>
                  <a:pt x="697368" y="1695702"/>
                </a:lnTo>
                <a:lnTo>
                  <a:pt x="696458" y="1621651"/>
                </a:lnTo>
                <a:lnTo>
                  <a:pt x="694956" y="1548453"/>
                </a:lnTo>
                <a:lnTo>
                  <a:pt x="692874" y="1476170"/>
                </a:lnTo>
                <a:lnTo>
                  <a:pt x="690225" y="1404863"/>
                </a:lnTo>
                <a:lnTo>
                  <a:pt x="687020" y="1334593"/>
                </a:lnTo>
                <a:lnTo>
                  <a:pt x="683272" y="1265423"/>
                </a:lnTo>
                <a:lnTo>
                  <a:pt x="678992" y="1197412"/>
                </a:lnTo>
                <a:lnTo>
                  <a:pt x="674193" y="1130624"/>
                </a:lnTo>
                <a:lnTo>
                  <a:pt x="668887" y="1065120"/>
                </a:lnTo>
                <a:lnTo>
                  <a:pt x="663086" y="1000960"/>
                </a:lnTo>
                <a:lnTo>
                  <a:pt x="656801" y="938206"/>
                </a:lnTo>
                <a:lnTo>
                  <a:pt x="650047" y="876920"/>
                </a:lnTo>
                <a:lnTo>
                  <a:pt x="642833" y="817164"/>
                </a:lnTo>
                <a:lnTo>
                  <a:pt x="635173" y="758998"/>
                </a:lnTo>
                <a:lnTo>
                  <a:pt x="627078" y="702484"/>
                </a:lnTo>
                <a:lnTo>
                  <a:pt x="618562" y="647684"/>
                </a:lnTo>
                <a:lnTo>
                  <a:pt x="609634" y="594659"/>
                </a:lnTo>
                <a:lnTo>
                  <a:pt x="600309" y="543470"/>
                </a:lnTo>
                <a:lnTo>
                  <a:pt x="590598" y="494179"/>
                </a:lnTo>
                <a:lnTo>
                  <a:pt x="580512" y="446848"/>
                </a:lnTo>
                <a:lnTo>
                  <a:pt x="570065" y="401537"/>
                </a:lnTo>
                <a:lnTo>
                  <a:pt x="559269" y="358309"/>
                </a:lnTo>
                <a:lnTo>
                  <a:pt x="548134" y="317224"/>
                </a:lnTo>
                <a:lnTo>
                  <a:pt x="536675" y="278345"/>
                </a:lnTo>
                <a:lnTo>
                  <a:pt x="524901" y="241733"/>
                </a:lnTo>
                <a:lnTo>
                  <a:pt x="500463" y="175553"/>
                </a:lnTo>
                <a:lnTo>
                  <a:pt x="474917" y="119178"/>
                </a:lnTo>
                <a:lnTo>
                  <a:pt x="448360" y="73099"/>
                </a:lnTo>
                <a:lnTo>
                  <a:pt x="420888" y="37807"/>
                </a:lnTo>
                <a:lnTo>
                  <a:pt x="378177" y="6172"/>
                </a:lnTo>
                <a:lnTo>
                  <a:pt x="348843" y="0"/>
                </a:lnTo>
                <a:close/>
              </a:path>
            </a:pathLst>
          </a:custGeom>
          <a:solidFill>
            <a:srgbClr val="336699"/>
          </a:solidFill>
        </p:spPr>
        <p:txBody>
          <a:bodyPr wrap="square" lIns="0" tIns="0" rIns="0" bIns="0" rtlCol="0"/>
          <a:lstStyle/>
          <a:p>
            <a:endParaRPr/>
          </a:p>
        </p:txBody>
      </p:sp>
      <p:sp>
        <p:nvSpPr>
          <p:cNvPr id="107" name="object 13">
            <a:extLst>
              <a:ext uri="{FF2B5EF4-FFF2-40B4-BE49-F238E27FC236}">
                <a16:creationId xmlns:a16="http://schemas.microsoft.com/office/drawing/2014/main" id="{0A2A9B6B-C4BA-2592-BA35-9CD3B52F5A2D}"/>
              </a:ext>
            </a:extLst>
          </p:cNvPr>
          <p:cNvSpPr/>
          <p:nvPr/>
        </p:nvSpPr>
        <p:spPr>
          <a:xfrm>
            <a:off x="8675131" y="1531346"/>
            <a:ext cx="2676929" cy="1415796"/>
          </a:xfrm>
          <a:custGeom>
            <a:avLst/>
            <a:gdLst/>
            <a:ahLst/>
            <a:cxnLst/>
            <a:rect l="l" t="t" r="r" b="b"/>
            <a:pathLst>
              <a:path w="2923540" h="1546225">
                <a:moveTo>
                  <a:pt x="2923336" y="0"/>
                </a:moveTo>
                <a:lnTo>
                  <a:pt x="0" y="0"/>
                </a:lnTo>
                <a:lnTo>
                  <a:pt x="0" y="1546072"/>
                </a:lnTo>
                <a:lnTo>
                  <a:pt x="2923336" y="1546072"/>
                </a:lnTo>
                <a:lnTo>
                  <a:pt x="2923336"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8" name="object 14">
            <a:extLst>
              <a:ext uri="{FF2B5EF4-FFF2-40B4-BE49-F238E27FC236}">
                <a16:creationId xmlns:a16="http://schemas.microsoft.com/office/drawing/2014/main" id="{842C77B2-78A6-3D6B-4707-229EA9177217}"/>
              </a:ext>
            </a:extLst>
          </p:cNvPr>
          <p:cNvSpPr/>
          <p:nvPr/>
        </p:nvSpPr>
        <p:spPr>
          <a:xfrm>
            <a:off x="8675131" y="3081825"/>
            <a:ext cx="2676929" cy="1415796"/>
          </a:xfrm>
          <a:custGeom>
            <a:avLst/>
            <a:gdLst/>
            <a:ahLst/>
            <a:cxnLst/>
            <a:rect l="l" t="t" r="r" b="b"/>
            <a:pathLst>
              <a:path w="2923540" h="1546225">
                <a:moveTo>
                  <a:pt x="2923336" y="0"/>
                </a:moveTo>
                <a:lnTo>
                  <a:pt x="0" y="0"/>
                </a:lnTo>
                <a:lnTo>
                  <a:pt x="0" y="1546072"/>
                </a:lnTo>
                <a:lnTo>
                  <a:pt x="2923336" y="1546072"/>
                </a:lnTo>
                <a:lnTo>
                  <a:pt x="2923336" y="0"/>
                </a:lnTo>
                <a:close/>
              </a:path>
            </a:pathLst>
          </a:custGeom>
          <a:solidFill>
            <a:srgbClr val="3494BA"/>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9" name="object 15">
            <a:extLst>
              <a:ext uri="{FF2B5EF4-FFF2-40B4-BE49-F238E27FC236}">
                <a16:creationId xmlns:a16="http://schemas.microsoft.com/office/drawing/2014/main" id="{26781F63-53A2-55F7-F77B-9E95E016D12A}"/>
              </a:ext>
            </a:extLst>
          </p:cNvPr>
          <p:cNvSpPr/>
          <p:nvPr/>
        </p:nvSpPr>
        <p:spPr>
          <a:xfrm>
            <a:off x="8675131" y="4632305"/>
            <a:ext cx="2676929" cy="1415796"/>
          </a:xfrm>
          <a:custGeom>
            <a:avLst/>
            <a:gdLst/>
            <a:ahLst/>
            <a:cxnLst/>
            <a:rect l="l" t="t" r="r" b="b"/>
            <a:pathLst>
              <a:path w="2923540" h="1546225">
                <a:moveTo>
                  <a:pt x="2923336" y="0"/>
                </a:moveTo>
                <a:lnTo>
                  <a:pt x="0" y="0"/>
                </a:lnTo>
                <a:lnTo>
                  <a:pt x="0" y="1546072"/>
                </a:lnTo>
                <a:lnTo>
                  <a:pt x="2923336" y="1546072"/>
                </a:lnTo>
                <a:lnTo>
                  <a:pt x="2923336"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0" name="文本框 22">
            <a:extLst>
              <a:ext uri="{FF2B5EF4-FFF2-40B4-BE49-F238E27FC236}">
                <a16:creationId xmlns:a16="http://schemas.microsoft.com/office/drawing/2014/main" id="{720C6596-5B53-97DD-ED35-C437D7064817}"/>
              </a:ext>
            </a:extLst>
          </p:cNvPr>
          <p:cNvSpPr txBox="1"/>
          <p:nvPr/>
        </p:nvSpPr>
        <p:spPr>
          <a:xfrm>
            <a:off x="840126" y="3510146"/>
            <a:ext cx="811131" cy="338178"/>
          </a:xfrm>
          <a:prstGeom prst="rect">
            <a:avLst/>
          </a:prstGeom>
          <a:noFill/>
        </p:spPr>
        <p:txBody>
          <a:bodyPr wrap="none" lIns="0" rIns="0">
            <a:spAutoFit/>
          </a:bodyPr>
          <a:lstStyle/>
          <a:p>
            <a:pPr algn="ctr"/>
            <a:r>
              <a:rPr kumimoji="1" lang="en-US" altLang="zh-CN" sz="1648" b="1" dirty="0">
                <a:solidFill>
                  <a:srgbClr val="336699"/>
                </a:solidFill>
                <a:latin typeface="微软雅黑" panose="020B0503020204020204" pitchFamily="34" charset="-122"/>
                <a:ea typeface="微软雅黑" panose="020B0503020204020204" pitchFamily="34" charset="-122"/>
                <a:cs typeface="微软雅黑" pitchFamily="18" charset="-122"/>
              </a:rPr>
              <a:t>01</a:t>
            </a:r>
            <a:endParaRPr lang="zh-CN" altLang="en-US" dirty="0">
              <a:latin typeface="微软雅黑" panose="020B0503020204020204" pitchFamily="34" charset="-122"/>
              <a:ea typeface="微软雅黑" panose="020B0503020204020204" pitchFamily="34" charset="-122"/>
            </a:endParaRPr>
          </a:p>
        </p:txBody>
      </p:sp>
      <p:sp>
        <p:nvSpPr>
          <p:cNvPr id="111" name="文本框 23">
            <a:extLst>
              <a:ext uri="{FF2B5EF4-FFF2-40B4-BE49-F238E27FC236}">
                <a16:creationId xmlns:a16="http://schemas.microsoft.com/office/drawing/2014/main" id="{D00FF503-B00D-6009-B99A-6478E6D20AF9}"/>
              </a:ext>
            </a:extLst>
          </p:cNvPr>
          <p:cNvSpPr txBox="1"/>
          <p:nvPr/>
        </p:nvSpPr>
        <p:spPr>
          <a:xfrm>
            <a:off x="2506288" y="3510146"/>
            <a:ext cx="811131" cy="338178"/>
          </a:xfrm>
          <a:prstGeom prst="rect">
            <a:avLst/>
          </a:prstGeom>
          <a:noFill/>
        </p:spPr>
        <p:txBody>
          <a:bodyPr wrap="none" lIns="0" rIns="0">
            <a:spAutoFit/>
          </a:bodyPr>
          <a:lstStyle/>
          <a:p>
            <a:pPr algn="ctr"/>
            <a:r>
              <a:rPr kumimoji="1" lang="en-US" altLang="zh-CN" sz="1648" b="1" dirty="0">
                <a:solidFill>
                  <a:srgbClr val="FFFFFF"/>
                </a:solidFill>
                <a:latin typeface="微软雅黑" panose="020B0503020204020204" pitchFamily="34" charset="-122"/>
                <a:ea typeface="微软雅黑" panose="020B0503020204020204" pitchFamily="34" charset="-122"/>
                <a:cs typeface="微软雅黑" pitchFamily="18" charset="-122"/>
              </a:rPr>
              <a:t>02</a:t>
            </a:r>
            <a:endParaRPr lang="zh-CN" altLang="en-US" dirty="0">
              <a:solidFill>
                <a:srgbClr val="FFFFFF"/>
              </a:solidFill>
              <a:latin typeface="微软雅黑" panose="020B0503020204020204" pitchFamily="34" charset="-122"/>
              <a:ea typeface="微软雅黑" panose="020B0503020204020204" pitchFamily="34" charset="-122"/>
            </a:endParaRPr>
          </a:p>
        </p:txBody>
      </p:sp>
      <p:sp>
        <p:nvSpPr>
          <p:cNvPr id="112" name="文本框 24">
            <a:extLst>
              <a:ext uri="{FF2B5EF4-FFF2-40B4-BE49-F238E27FC236}">
                <a16:creationId xmlns:a16="http://schemas.microsoft.com/office/drawing/2014/main" id="{E5CFAE87-4810-87D0-2BCB-65AA9AB53190}"/>
              </a:ext>
            </a:extLst>
          </p:cNvPr>
          <p:cNvSpPr txBox="1"/>
          <p:nvPr/>
        </p:nvSpPr>
        <p:spPr>
          <a:xfrm>
            <a:off x="4172450" y="3510146"/>
            <a:ext cx="811131" cy="338178"/>
          </a:xfrm>
          <a:prstGeom prst="rect">
            <a:avLst/>
          </a:prstGeom>
          <a:noFill/>
        </p:spPr>
        <p:txBody>
          <a:bodyPr wrap="none" lIns="0" rIns="0">
            <a:spAutoFit/>
          </a:bodyPr>
          <a:lstStyle/>
          <a:p>
            <a:pPr algn="ctr"/>
            <a:r>
              <a:rPr kumimoji="1" lang="en-US" altLang="zh-CN" sz="1648" b="1" dirty="0">
                <a:solidFill>
                  <a:srgbClr val="FFFFFF"/>
                </a:solidFill>
                <a:latin typeface="微软雅黑" panose="020B0503020204020204" pitchFamily="34" charset="-122"/>
                <a:ea typeface="微软雅黑" panose="020B0503020204020204" pitchFamily="34" charset="-122"/>
                <a:cs typeface="微软雅黑" pitchFamily="18" charset="-122"/>
              </a:rPr>
              <a:t>03</a:t>
            </a:r>
            <a:endParaRPr lang="zh-CN" altLang="en-US" dirty="0">
              <a:solidFill>
                <a:srgbClr val="FFFFFF"/>
              </a:solidFill>
              <a:latin typeface="微软雅黑" panose="020B0503020204020204" pitchFamily="34" charset="-122"/>
              <a:ea typeface="微软雅黑" panose="020B0503020204020204" pitchFamily="34" charset="-122"/>
            </a:endParaRPr>
          </a:p>
        </p:txBody>
      </p:sp>
      <p:sp>
        <p:nvSpPr>
          <p:cNvPr id="113" name="文本框 25">
            <a:extLst>
              <a:ext uri="{FF2B5EF4-FFF2-40B4-BE49-F238E27FC236}">
                <a16:creationId xmlns:a16="http://schemas.microsoft.com/office/drawing/2014/main" id="{75F234F8-B0AA-2B21-32BE-4B8DE7596B01}"/>
              </a:ext>
            </a:extLst>
          </p:cNvPr>
          <p:cNvSpPr txBox="1"/>
          <p:nvPr/>
        </p:nvSpPr>
        <p:spPr>
          <a:xfrm>
            <a:off x="5821866" y="3510146"/>
            <a:ext cx="811131" cy="338178"/>
          </a:xfrm>
          <a:prstGeom prst="rect">
            <a:avLst/>
          </a:prstGeom>
          <a:noFill/>
        </p:spPr>
        <p:txBody>
          <a:bodyPr wrap="none" lIns="0" rIns="0">
            <a:spAutoFit/>
          </a:bodyPr>
          <a:lstStyle/>
          <a:p>
            <a:pPr algn="ctr"/>
            <a:r>
              <a:rPr kumimoji="1" lang="en-US" altLang="zh-CN" sz="1648" b="1" dirty="0">
                <a:solidFill>
                  <a:srgbClr val="FFFFFF"/>
                </a:solidFill>
                <a:latin typeface="微软雅黑" panose="020B0503020204020204" pitchFamily="34" charset="-122"/>
                <a:ea typeface="微软雅黑" panose="020B0503020204020204" pitchFamily="34" charset="-122"/>
                <a:cs typeface="微软雅黑" pitchFamily="18" charset="-122"/>
              </a:rPr>
              <a:t>04</a:t>
            </a:r>
            <a:endParaRPr lang="zh-CN" altLang="en-US" dirty="0">
              <a:solidFill>
                <a:srgbClr val="FFFFFF"/>
              </a:solidFill>
              <a:latin typeface="微软雅黑" panose="020B0503020204020204" pitchFamily="34" charset="-122"/>
              <a:ea typeface="微软雅黑" panose="020B0503020204020204" pitchFamily="34" charset="-122"/>
            </a:endParaRPr>
          </a:p>
        </p:txBody>
      </p:sp>
      <p:sp>
        <p:nvSpPr>
          <p:cNvPr id="114" name="文本框 27">
            <a:extLst>
              <a:ext uri="{FF2B5EF4-FFF2-40B4-BE49-F238E27FC236}">
                <a16:creationId xmlns:a16="http://schemas.microsoft.com/office/drawing/2014/main" id="{A33F31D0-54AC-C165-A729-5D10E43CACFE}"/>
              </a:ext>
            </a:extLst>
          </p:cNvPr>
          <p:cNvSpPr txBox="1"/>
          <p:nvPr/>
        </p:nvSpPr>
        <p:spPr>
          <a:xfrm>
            <a:off x="7488028" y="3510146"/>
            <a:ext cx="811131" cy="338178"/>
          </a:xfrm>
          <a:prstGeom prst="rect">
            <a:avLst/>
          </a:prstGeom>
          <a:noFill/>
        </p:spPr>
        <p:txBody>
          <a:bodyPr wrap="square">
            <a:spAutoFit/>
          </a:bodyPr>
          <a:lstStyle/>
          <a:p>
            <a:pPr algn="ctr"/>
            <a:r>
              <a:rPr kumimoji="1" lang="en-US" altLang="zh-CN" sz="1648" b="1" dirty="0">
                <a:solidFill>
                  <a:srgbClr val="FFFFFF"/>
                </a:solidFill>
                <a:latin typeface="微软雅黑" panose="020B0503020204020204" pitchFamily="34" charset="-122"/>
                <a:ea typeface="微软雅黑" panose="020B0503020204020204" pitchFamily="34" charset="-122"/>
                <a:cs typeface="微软雅黑" pitchFamily="18" charset="-122"/>
              </a:rPr>
              <a:t>+</a:t>
            </a:r>
            <a:endParaRPr lang="zh-CN" altLang="en-US" dirty="0">
              <a:solidFill>
                <a:srgbClr val="FFFFFF"/>
              </a:solidFill>
              <a:latin typeface="微软雅黑" panose="020B0503020204020204" pitchFamily="34" charset="-122"/>
              <a:ea typeface="微软雅黑" panose="020B0503020204020204" pitchFamily="34" charset="-122"/>
            </a:endParaRPr>
          </a:p>
        </p:txBody>
      </p:sp>
      <p:sp>
        <p:nvSpPr>
          <p:cNvPr id="115" name="矩形 28">
            <a:extLst>
              <a:ext uri="{FF2B5EF4-FFF2-40B4-BE49-F238E27FC236}">
                <a16:creationId xmlns:a16="http://schemas.microsoft.com/office/drawing/2014/main" id="{9455A093-571E-5B09-2783-5EC73D2C7C0B}"/>
              </a:ext>
            </a:extLst>
          </p:cNvPr>
          <p:cNvSpPr/>
          <p:nvPr/>
        </p:nvSpPr>
        <p:spPr>
          <a:xfrm flipH="1">
            <a:off x="8825058" y="2093307"/>
            <a:ext cx="1914437" cy="487481"/>
          </a:xfrm>
          <a:prstGeom prst="rect">
            <a:avLst/>
          </a:prstGeom>
          <a:ln>
            <a:noFill/>
          </a:ln>
        </p:spPr>
        <p:txBody>
          <a:bodyPr wrap="square" lIns="91440" tIns="45720" rIns="91440" bIns="45720" anchor="t">
            <a:spAutoFit/>
          </a:bodyPr>
          <a:lstStyle/>
          <a:p>
            <a:pPr>
              <a:lnSpc>
                <a:spcPct val="150000"/>
              </a:lnSpc>
            </a:pPr>
            <a:r>
              <a:rPr kumimoji="1" lang="zh-CN" altLang="en-US" sz="916"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16" name="圆角矩形 29">
            <a:extLst>
              <a:ext uri="{FF2B5EF4-FFF2-40B4-BE49-F238E27FC236}">
                <a16:creationId xmlns:a16="http://schemas.microsoft.com/office/drawing/2014/main" id="{976FBC53-6CCD-1FD5-1B0E-126F5E2C42AB}"/>
              </a:ext>
            </a:extLst>
          </p:cNvPr>
          <p:cNvSpPr/>
          <p:nvPr/>
        </p:nvSpPr>
        <p:spPr>
          <a:xfrm>
            <a:off x="8801168" y="1712782"/>
            <a:ext cx="1256547" cy="31569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17" name="图形 30" descr="奖杯 纯色填充">
            <a:extLst>
              <a:ext uri="{FF2B5EF4-FFF2-40B4-BE49-F238E27FC236}">
                <a16:creationId xmlns:a16="http://schemas.microsoft.com/office/drawing/2014/main" id="{4E6AF8B1-C9A6-A6A2-1FD1-D4D1C950832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40058" y="1627167"/>
            <a:ext cx="385051" cy="385051"/>
          </a:xfrm>
          <a:prstGeom prst="rect">
            <a:avLst/>
          </a:prstGeom>
        </p:spPr>
      </p:pic>
      <p:cxnSp>
        <p:nvCxnSpPr>
          <p:cNvPr id="118" name="直线连接符 31">
            <a:extLst>
              <a:ext uri="{FF2B5EF4-FFF2-40B4-BE49-F238E27FC236}">
                <a16:creationId xmlns:a16="http://schemas.microsoft.com/office/drawing/2014/main" id="{8C48F8FE-4D2E-AFBA-2DB7-51E003D6239D}"/>
              </a:ext>
            </a:extLst>
          </p:cNvPr>
          <p:cNvCxnSpPr>
            <a:cxnSpLocks/>
          </p:cNvCxnSpPr>
          <p:nvPr/>
        </p:nvCxnSpPr>
        <p:spPr>
          <a:xfrm>
            <a:off x="8883217" y="2093307"/>
            <a:ext cx="1856278"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19" name="矩形 33">
            <a:extLst>
              <a:ext uri="{FF2B5EF4-FFF2-40B4-BE49-F238E27FC236}">
                <a16:creationId xmlns:a16="http://schemas.microsoft.com/office/drawing/2014/main" id="{5253C10B-84FD-6D6A-3744-A3C3FE0A8BCD}"/>
              </a:ext>
            </a:extLst>
          </p:cNvPr>
          <p:cNvSpPr/>
          <p:nvPr/>
        </p:nvSpPr>
        <p:spPr>
          <a:xfrm flipH="1">
            <a:off x="8825058" y="3642252"/>
            <a:ext cx="1914437" cy="487481"/>
          </a:xfrm>
          <a:prstGeom prst="rect">
            <a:avLst/>
          </a:prstGeom>
          <a:ln>
            <a:noFill/>
          </a:ln>
        </p:spPr>
        <p:txBody>
          <a:bodyPr wrap="square" lIns="91440" tIns="45720" rIns="91440" bIns="45720" anchor="t">
            <a:spAutoFit/>
          </a:bodyPr>
          <a:lstStyle/>
          <a:p>
            <a:pPr>
              <a:lnSpc>
                <a:spcPct val="150000"/>
              </a:lnSpc>
            </a:pPr>
            <a:r>
              <a:rPr kumimoji="1" lang="zh-CN" altLang="en-US" sz="916"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20" name="圆角矩形 34">
            <a:extLst>
              <a:ext uri="{FF2B5EF4-FFF2-40B4-BE49-F238E27FC236}">
                <a16:creationId xmlns:a16="http://schemas.microsoft.com/office/drawing/2014/main" id="{D88E519E-7B2C-12D7-A126-FB9233F31E6B}"/>
              </a:ext>
            </a:extLst>
          </p:cNvPr>
          <p:cNvSpPr/>
          <p:nvPr/>
        </p:nvSpPr>
        <p:spPr>
          <a:xfrm>
            <a:off x="8801168" y="3261726"/>
            <a:ext cx="1256547" cy="315691"/>
          </a:xfrm>
          <a:prstGeom prst="roundRect">
            <a:avLst/>
          </a:prstGeom>
          <a:no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21" name="图形 35" descr="奖杯 纯色填充">
            <a:extLst>
              <a:ext uri="{FF2B5EF4-FFF2-40B4-BE49-F238E27FC236}">
                <a16:creationId xmlns:a16="http://schemas.microsoft.com/office/drawing/2014/main" id="{487F9629-EFC2-6A55-637A-7C9208C99B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40058" y="3176112"/>
            <a:ext cx="385051" cy="385051"/>
          </a:xfrm>
          <a:prstGeom prst="rect">
            <a:avLst/>
          </a:prstGeom>
        </p:spPr>
      </p:pic>
      <p:cxnSp>
        <p:nvCxnSpPr>
          <p:cNvPr id="122" name="直线连接符 36">
            <a:extLst>
              <a:ext uri="{FF2B5EF4-FFF2-40B4-BE49-F238E27FC236}">
                <a16:creationId xmlns:a16="http://schemas.microsoft.com/office/drawing/2014/main" id="{39003D62-40C0-C735-0CBB-7E26D2BDC52E}"/>
              </a:ext>
            </a:extLst>
          </p:cNvPr>
          <p:cNvCxnSpPr>
            <a:cxnSpLocks/>
          </p:cNvCxnSpPr>
          <p:nvPr/>
        </p:nvCxnSpPr>
        <p:spPr>
          <a:xfrm>
            <a:off x="8883217" y="3642252"/>
            <a:ext cx="1856278"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23" name="矩形 37">
            <a:extLst>
              <a:ext uri="{FF2B5EF4-FFF2-40B4-BE49-F238E27FC236}">
                <a16:creationId xmlns:a16="http://schemas.microsoft.com/office/drawing/2014/main" id="{B0D95107-1C6F-D154-6840-1A187C74132B}"/>
              </a:ext>
            </a:extLst>
          </p:cNvPr>
          <p:cNvSpPr/>
          <p:nvPr/>
        </p:nvSpPr>
        <p:spPr>
          <a:xfrm flipH="1">
            <a:off x="8825058" y="5157706"/>
            <a:ext cx="1914437" cy="487481"/>
          </a:xfrm>
          <a:prstGeom prst="rect">
            <a:avLst/>
          </a:prstGeom>
          <a:ln>
            <a:noFill/>
          </a:ln>
        </p:spPr>
        <p:txBody>
          <a:bodyPr wrap="square" lIns="91440" tIns="45720" rIns="91440" bIns="45720" anchor="t">
            <a:spAutoFit/>
          </a:bodyPr>
          <a:lstStyle/>
          <a:p>
            <a:pPr>
              <a:lnSpc>
                <a:spcPct val="150000"/>
              </a:lnSpc>
            </a:pPr>
            <a:r>
              <a:rPr kumimoji="1" lang="zh-CN" altLang="en-US" sz="916" dirty="0">
                <a:solidFill>
                  <a:srgbClr val="FFFFFF"/>
                </a:solidFill>
                <a:latin typeface="微软雅黑" panose="020B0503020204020204" pitchFamily="34" charset="-122"/>
                <a:ea typeface="微软雅黑" panose="020B0503020204020204" pitchFamily="34" charset="-122"/>
                <a:cs typeface="微软雅黑" pitchFamily="18" charset="-122"/>
              </a:rPr>
              <a:t>这里请放入您需要替换的文字内容，这里请放入。</a:t>
            </a:r>
          </a:p>
        </p:txBody>
      </p:sp>
      <p:sp>
        <p:nvSpPr>
          <p:cNvPr id="124" name="圆角矩形 38">
            <a:extLst>
              <a:ext uri="{FF2B5EF4-FFF2-40B4-BE49-F238E27FC236}">
                <a16:creationId xmlns:a16="http://schemas.microsoft.com/office/drawing/2014/main" id="{1A39FA2D-DC5B-A61F-C514-29CD7B594BE2}"/>
              </a:ext>
            </a:extLst>
          </p:cNvPr>
          <p:cNvSpPr/>
          <p:nvPr/>
        </p:nvSpPr>
        <p:spPr>
          <a:xfrm>
            <a:off x="8801168" y="4777180"/>
            <a:ext cx="1256547" cy="315691"/>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成果展示</a:t>
            </a:r>
          </a:p>
        </p:txBody>
      </p:sp>
      <p:pic>
        <p:nvPicPr>
          <p:cNvPr id="125" name="图形 39" descr="奖杯 纯色填充">
            <a:extLst>
              <a:ext uri="{FF2B5EF4-FFF2-40B4-BE49-F238E27FC236}">
                <a16:creationId xmlns:a16="http://schemas.microsoft.com/office/drawing/2014/main" id="{3D2D911F-EFBD-443F-0C45-90CBE67BD73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840058" y="4691565"/>
            <a:ext cx="385051" cy="385051"/>
          </a:xfrm>
          <a:prstGeom prst="rect">
            <a:avLst/>
          </a:prstGeom>
        </p:spPr>
      </p:pic>
      <p:cxnSp>
        <p:nvCxnSpPr>
          <p:cNvPr id="126" name="直线连接符 40">
            <a:extLst>
              <a:ext uri="{FF2B5EF4-FFF2-40B4-BE49-F238E27FC236}">
                <a16:creationId xmlns:a16="http://schemas.microsoft.com/office/drawing/2014/main" id="{338F7EB8-CB25-7816-89B6-B5DEC5CFE2AD}"/>
              </a:ext>
            </a:extLst>
          </p:cNvPr>
          <p:cNvCxnSpPr>
            <a:cxnSpLocks/>
          </p:cNvCxnSpPr>
          <p:nvPr/>
        </p:nvCxnSpPr>
        <p:spPr>
          <a:xfrm>
            <a:off x="8883217" y="5157706"/>
            <a:ext cx="1856278" cy="0"/>
          </a:xfrm>
          <a:prstGeom prst="line">
            <a:avLst/>
          </a:prstGeom>
          <a:ln w="12700">
            <a:solidFill>
              <a:srgbClr val="FFFFFF"/>
            </a:solidFill>
          </a:ln>
        </p:spPr>
        <p:style>
          <a:lnRef idx="1">
            <a:srgbClr val="336699"/>
          </a:lnRef>
          <a:fillRef idx="0">
            <a:srgbClr val="336699"/>
          </a:fillRef>
          <a:effectRef idx="0">
            <a:srgbClr val="336699"/>
          </a:effectRef>
          <a:fontRef idx="minor">
            <a:srgbClr val="333333"/>
          </a:fontRef>
        </p:style>
      </p:cxnSp>
      <p:sp>
        <p:nvSpPr>
          <p:cNvPr id="127" name="文本框 41">
            <a:extLst>
              <a:ext uri="{FF2B5EF4-FFF2-40B4-BE49-F238E27FC236}">
                <a16:creationId xmlns:a16="http://schemas.microsoft.com/office/drawing/2014/main" id="{D7B90477-FC85-D89E-44BF-569A7D09AB1A}"/>
              </a:ext>
            </a:extLst>
          </p:cNvPr>
          <p:cNvSpPr txBox="1"/>
          <p:nvPr/>
        </p:nvSpPr>
        <p:spPr>
          <a:xfrm>
            <a:off x="1628773" y="3171082"/>
            <a:ext cx="880161" cy="760900"/>
          </a:xfrm>
          <a:prstGeom prst="rect">
            <a:avLst/>
          </a:prstGeom>
          <a:noFill/>
        </p:spPr>
        <p:txBody>
          <a:bodyPr wrap="square" rtlCol="0">
            <a:spAutoFit/>
          </a:bodyPr>
          <a:lstStyle/>
          <a:p>
            <a:pPr algn="ctr"/>
            <a:r>
              <a:rPr lang="zh-CN" altLang="en-US" sz="2198" b="1" u="none" strike="noStrike" dirty="0">
                <a:effectLst/>
                <a:latin typeface="微软雅黑" panose="020B0503020204020204" pitchFamily="34" charset="-122"/>
                <a:ea typeface="微软雅黑" panose="020B0503020204020204" pitchFamily="34" charset="-122"/>
                <a:cs typeface="微软雅黑" pitchFamily="18" charset="-122"/>
              </a:rPr>
              <a:t>项目</a:t>
            </a:r>
            <a:endParaRPr lang="en-US" altLang="zh-CN" sz="2198" b="1" u="none" strike="noStrike" dirty="0">
              <a:effectLst/>
              <a:latin typeface="微软雅黑" panose="020B0503020204020204" pitchFamily="34" charset="-122"/>
              <a:ea typeface="微软雅黑" panose="020B0503020204020204" pitchFamily="34" charset="-122"/>
              <a:cs typeface="微软雅黑" pitchFamily="18" charset="-122"/>
            </a:endParaRPr>
          </a:p>
          <a:p>
            <a:pPr algn="ctr"/>
            <a:r>
              <a:rPr lang="zh-CN" altLang="en-US" sz="2198" b="1" u="none" strike="noStrike" dirty="0">
                <a:effectLst/>
                <a:latin typeface="微软雅黑" panose="020B0503020204020204" pitchFamily="34" charset="-122"/>
                <a:ea typeface="微软雅黑" panose="020B0503020204020204" pitchFamily="34" charset="-122"/>
                <a:cs typeface="微软雅黑" pitchFamily="18" charset="-122"/>
              </a:rPr>
              <a:t>调研</a:t>
            </a:r>
            <a:endParaRPr kumimoji="1" lang="zh-CN" altLang="en-US" sz="2198" b="1" dirty="0">
              <a:latin typeface="微软雅黑" panose="020B0503020204020204" pitchFamily="34" charset="-122"/>
              <a:ea typeface="微软雅黑" panose="020B0503020204020204" pitchFamily="34" charset="-122"/>
              <a:cs typeface="微软雅黑" pitchFamily="18" charset="-122"/>
            </a:endParaRPr>
          </a:p>
        </p:txBody>
      </p:sp>
      <p:sp>
        <p:nvSpPr>
          <p:cNvPr id="128" name="文本框 43">
            <a:extLst>
              <a:ext uri="{FF2B5EF4-FFF2-40B4-BE49-F238E27FC236}">
                <a16:creationId xmlns:a16="http://schemas.microsoft.com/office/drawing/2014/main" id="{E1EFA6FE-390D-766D-33AC-3CE634469938}"/>
              </a:ext>
            </a:extLst>
          </p:cNvPr>
          <p:cNvSpPr txBox="1"/>
          <p:nvPr/>
        </p:nvSpPr>
        <p:spPr>
          <a:xfrm>
            <a:off x="1602919" y="3925415"/>
            <a:ext cx="931869" cy="479085"/>
          </a:xfrm>
          <a:prstGeom prst="rect">
            <a:avLst/>
          </a:prstGeom>
          <a:noFill/>
        </p:spPr>
        <p:txBody>
          <a:bodyPr wrap="square" rtlCol="0">
            <a:spAutoFit/>
          </a:bodyPr>
          <a:lstStyle/>
          <a:p>
            <a:pPr algn="ctr"/>
            <a:r>
              <a:rPr lang="en" altLang="zh-CN" sz="1282" b="1" u="none" strike="noStrike" dirty="0">
                <a:effectLst/>
                <a:latin typeface="微软雅黑" panose="020B0503020204020204" pitchFamily="34" charset="-122"/>
                <a:ea typeface="微软雅黑" panose="020B0503020204020204" pitchFamily="34" charset="-122"/>
                <a:cs typeface="微软雅黑" pitchFamily="18" charset="-122"/>
              </a:rPr>
              <a:t>Project research</a:t>
            </a:r>
            <a:endParaRPr kumimoji="1" lang="zh-CN" altLang="en-US" sz="1282" b="1" dirty="0">
              <a:latin typeface="微软雅黑" panose="020B0503020204020204" pitchFamily="34" charset="-122"/>
              <a:ea typeface="微软雅黑" panose="020B0503020204020204" pitchFamily="34" charset="-122"/>
              <a:cs typeface="微软雅黑" pitchFamily="18" charset="-122"/>
            </a:endParaRPr>
          </a:p>
        </p:txBody>
      </p:sp>
      <p:sp>
        <p:nvSpPr>
          <p:cNvPr id="129" name="文本框 44">
            <a:extLst>
              <a:ext uri="{FF2B5EF4-FFF2-40B4-BE49-F238E27FC236}">
                <a16:creationId xmlns:a16="http://schemas.microsoft.com/office/drawing/2014/main" id="{5E8C37FE-9CD2-0336-8BEC-80000B4131B1}"/>
              </a:ext>
            </a:extLst>
          </p:cNvPr>
          <p:cNvSpPr txBox="1"/>
          <p:nvPr/>
        </p:nvSpPr>
        <p:spPr>
          <a:xfrm>
            <a:off x="3286563" y="3171082"/>
            <a:ext cx="880161" cy="760900"/>
          </a:xfrm>
          <a:prstGeom prst="rect">
            <a:avLst/>
          </a:prstGeom>
          <a:noFill/>
        </p:spPr>
        <p:txBody>
          <a:bodyPr wrap="square" rtlCol="0">
            <a:spAutoFit/>
          </a:bodyPr>
          <a:lstStyle/>
          <a:p>
            <a:pPr algn="ctr"/>
            <a:r>
              <a:rPr lang="zh-CN" altLang="en-US" sz="2198" b="1" u="none" strike="noStrike" dirty="0">
                <a:effectLst/>
                <a:latin typeface="微软雅黑" panose="020B0503020204020204" pitchFamily="34" charset="-122"/>
                <a:ea typeface="微软雅黑" panose="020B0503020204020204" pitchFamily="34" charset="-122"/>
                <a:cs typeface="微软雅黑" pitchFamily="18" charset="-122"/>
              </a:rPr>
              <a:t>项目</a:t>
            </a:r>
            <a:endParaRPr lang="en-US" altLang="zh-CN" sz="2198" b="1" u="none" strike="noStrike" dirty="0">
              <a:effectLst/>
              <a:latin typeface="微软雅黑" panose="020B0503020204020204" pitchFamily="34" charset="-122"/>
              <a:ea typeface="微软雅黑" panose="020B0503020204020204" pitchFamily="34" charset="-122"/>
              <a:cs typeface="微软雅黑" pitchFamily="18" charset="-122"/>
            </a:endParaRPr>
          </a:p>
          <a:p>
            <a:pPr algn="ctr"/>
            <a:r>
              <a:rPr lang="zh-CN" altLang="en-US" sz="2198" b="1" u="none" strike="noStrike" dirty="0">
                <a:effectLst/>
                <a:latin typeface="微软雅黑" panose="020B0503020204020204" pitchFamily="34" charset="-122"/>
                <a:ea typeface="微软雅黑" panose="020B0503020204020204" pitchFamily="34" charset="-122"/>
                <a:cs typeface="微软雅黑" pitchFamily="18" charset="-122"/>
              </a:rPr>
              <a:t>招标</a:t>
            </a:r>
            <a:endParaRPr kumimoji="1" lang="zh-CN" altLang="en-US" sz="2198" b="1" dirty="0">
              <a:latin typeface="微软雅黑" panose="020B0503020204020204" pitchFamily="34" charset="-122"/>
              <a:ea typeface="微软雅黑" panose="020B0503020204020204" pitchFamily="34" charset="-122"/>
              <a:cs typeface="微软雅黑" pitchFamily="18" charset="-122"/>
            </a:endParaRPr>
          </a:p>
        </p:txBody>
      </p:sp>
      <p:sp>
        <p:nvSpPr>
          <p:cNvPr id="130" name="文本框 45">
            <a:extLst>
              <a:ext uri="{FF2B5EF4-FFF2-40B4-BE49-F238E27FC236}">
                <a16:creationId xmlns:a16="http://schemas.microsoft.com/office/drawing/2014/main" id="{4A6FE27E-EFD2-C548-E454-446CCBFAB6D1}"/>
              </a:ext>
            </a:extLst>
          </p:cNvPr>
          <p:cNvSpPr txBox="1"/>
          <p:nvPr/>
        </p:nvSpPr>
        <p:spPr>
          <a:xfrm>
            <a:off x="3260708" y="3925415"/>
            <a:ext cx="931869" cy="479085"/>
          </a:xfrm>
          <a:prstGeom prst="rect">
            <a:avLst/>
          </a:prstGeom>
          <a:noFill/>
        </p:spPr>
        <p:txBody>
          <a:bodyPr wrap="square" rtlCol="0">
            <a:spAutoFit/>
          </a:bodyPr>
          <a:lstStyle/>
          <a:p>
            <a:pPr algn="ctr"/>
            <a:r>
              <a:rPr lang="en" altLang="zh-CN" sz="1282" b="1" u="none" strike="noStrike" dirty="0">
                <a:effectLst/>
                <a:latin typeface="微软雅黑" panose="020B0503020204020204" pitchFamily="34" charset="-122"/>
                <a:ea typeface="微软雅黑" panose="020B0503020204020204" pitchFamily="34" charset="-122"/>
                <a:cs typeface="微软雅黑" pitchFamily="18" charset="-122"/>
              </a:rPr>
              <a:t>Project research</a:t>
            </a:r>
            <a:endParaRPr kumimoji="1" lang="zh-CN" altLang="en-US" sz="1282" b="1" dirty="0">
              <a:latin typeface="微软雅黑" panose="020B0503020204020204" pitchFamily="34" charset="-122"/>
              <a:ea typeface="微软雅黑" panose="020B0503020204020204" pitchFamily="34" charset="-122"/>
              <a:cs typeface="微软雅黑" pitchFamily="18" charset="-122"/>
            </a:endParaRPr>
          </a:p>
        </p:txBody>
      </p:sp>
      <p:sp>
        <p:nvSpPr>
          <p:cNvPr id="131" name="文本框 46">
            <a:extLst>
              <a:ext uri="{FF2B5EF4-FFF2-40B4-BE49-F238E27FC236}">
                <a16:creationId xmlns:a16="http://schemas.microsoft.com/office/drawing/2014/main" id="{FEFD342B-A519-DC28-3DC0-704C3FD2E6B4}"/>
              </a:ext>
            </a:extLst>
          </p:cNvPr>
          <p:cNvSpPr txBox="1"/>
          <p:nvPr/>
        </p:nvSpPr>
        <p:spPr>
          <a:xfrm>
            <a:off x="4944352" y="3171082"/>
            <a:ext cx="880161" cy="760900"/>
          </a:xfrm>
          <a:prstGeom prst="rect">
            <a:avLst/>
          </a:prstGeom>
          <a:noFill/>
        </p:spPr>
        <p:txBody>
          <a:bodyPr wrap="square" rtlCol="0">
            <a:spAutoFit/>
          </a:bodyPr>
          <a:lstStyle/>
          <a:p>
            <a:pPr algn="ctr"/>
            <a:r>
              <a:rPr kumimoji="1" lang="zh-CN" altLang="en-US" sz="2198" b="1" dirty="0">
                <a:latin typeface="微软雅黑" panose="020B0503020204020204" pitchFamily="34" charset="-122"/>
                <a:ea typeface="微软雅黑" panose="020B0503020204020204" pitchFamily="34" charset="-122"/>
                <a:cs typeface="微软雅黑" pitchFamily="18" charset="-122"/>
              </a:rPr>
              <a:t>成本</a:t>
            </a:r>
            <a:endParaRPr kumimoji="1" lang="en-US" altLang="zh-CN" sz="2198" b="1" dirty="0">
              <a:latin typeface="微软雅黑" panose="020B0503020204020204" pitchFamily="34" charset="-122"/>
              <a:ea typeface="微软雅黑" panose="020B0503020204020204" pitchFamily="34" charset="-122"/>
              <a:cs typeface="微软雅黑" pitchFamily="18" charset="-122"/>
            </a:endParaRPr>
          </a:p>
          <a:p>
            <a:pPr algn="ctr"/>
            <a:r>
              <a:rPr kumimoji="1" lang="zh-CN" altLang="en-US" sz="2198" b="1" dirty="0">
                <a:latin typeface="微软雅黑" panose="020B0503020204020204" pitchFamily="34" charset="-122"/>
                <a:ea typeface="微软雅黑" panose="020B0503020204020204" pitchFamily="34" charset="-122"/>
                <a:cs typeface="微软雅黑" pitchFamily="18" charset="-122"/>
              </a:rPr>
              <a:t>预算</a:t>
            </a:r>
          </a:p>
        </p:txBody>
      </p:sp>
      <p:sp>
        <p:nvSpPr>
          <p:cNvPr id="132" name="文本框 47">
            <a:extLst>
              <a:ext uri="{FF2B5EF4-FFF2-40B4-BE49-F238E27FC236}">
                <a16:creationId xmlns:a16="http://schemas.microsoft.com/office/drawing/2014/main" id="{737220D3-1806-6FF9-5AE1-E7566CAFB13C}"/>
              </a:ext>
            </a:extLst>
          </p:cNvPr>
          <p:cNvSpPr txBox="1"/>
          <p:nvPr/>
        </p:nvSpPr>
        <p:spPr>
          <a:xfrm>
            <a:off x="4918497" y="3925415"/>
            <a:ext cx="931869" cy="479085"/>
          </a:xfrm>
          <a:prstGeom prst="rect">
            <a:avLst/>
          </a:prstGeom>
          <a:noFill/>
        </p:spPr>
        <p:txBody>
          <a:bodyPr wrap="square" rtlCol="0">
            <a:spAutoFit/>
          </a:bodyPr>
          <a:lstStyle/>
          <a:p>
            <a:pPr algn="ctr"/>
            <a:r>
              <a:rPr lang="en" altLang="zh-CN" sz="1282" b="1" u="none" strike="noStrike" dirty="0">
                <a:effectLst/>
                <a:latin typeface="微软雅黑" panose="020B0503020204020204" pitchFamily="34" charset="-122"/>
                <a:ea typeface="微软雅黑" panose="020B0503020204020204" pitchFamily="34" charset="-122"/>
                <a:cs typeface="微软雅黑" pitchFamily="18" charset="-122"/>
              </a:rPr>
              <a:t>Project research</a:t>
            </a:r>
            <a:endParaRPr kumimoji="1" lang="zh-CN" altLang="en-US" sz="1282" b="1" dirty="0">
              <a:latin typeface="微软雅黑" panose="020B0503020204020204" pitchFamily="34" charset="-122"/>
              <a:ea typeface="微软雅黑" panose="020B0503020204020204" pitchFamily="34" charset="-122"/>
              <a:cs typeface="微软雅黑" pitchFamily="18" charset="-122"/>
            </a:endParaRPr>
          </a:p>
        </p:txBody>
      </p:sp>
      <p:sp>
        <p:nvSpPr>
          <p:cNvPr id="133" name="文本框 48">
            <a:extLst>
              <a:ext uri="{FF2B5EF4-FFF2-40B4-BE49-F238E27FC236}">
                <a16:creationId xmlns:a16="http://schemas.microsoft.com/office/drawing/2014/main" id="{ECEF16FF-492B-1E22-586A-413B19779F5F}"/>
              </a:ext>
            </a:extLst>
          </p:cNvPr>
          <p:cNvSpPr txBox="1"/>
          <p:nvPr/>
        </p:nvSpPr>
        <p:spPr>
          <a:xfrm>
            <a:off x="6585396" y="3171082"/>
            <a:ext cx="880161" cy="760900"/>
          </a:xfrm>
          <a:prstGeom prst="rect">
            <a:avLst/>
          </a:prstGeom>
          <a:noFill/>
        </p:spPr>
        <p:txBody>
          <a:bodyPr wrap="square" rtlCol="0">
            <a:spAutoFit/>
          </a:bodyPr>
          <a:lstStyle/>
          <a:p>
            <a:pPr algn="ctr"/>
            <a:r>
              <a:rPr lang="zh-CN" altLang="en-US" sz="2198" b="1" u="none" strike="noStrike" dirty="0">
                <a:effectLst/>
                <a:latin typeface="微软雅黑" panose="020B0503020204020204" pitchFamily="34" charset="-122"/>
                <a:ea typeface="微软雅黑" panose="020B0503020204020204" pitchFamily="34" charset="-122"/>
                <a:cs typeface="微软雅黑" pitchFamily="18" charset="-122"/>
              </a:rPr>
              <a:t>策划方案</a:t>
            </a:r>
            <a:endParaRPr kumimoji="1" lang="zh-CN" altLang="en-US" sz="2198" b="1" dirty="0">
              <a:latin typeface="微软雅黑" panose="020B0503020204020204" pitchFamily="34" charset="-122"/>
              <a:ea typeface="微软雅黑" panose="020B0503020204020204" pitchFamily="34" charset="-122"/>
              <a:cs typeface="微软雅黑" pitchFamily="18" charset="-122"/>
            </a:endParaRPr>
          </a:p>
        </p:txBody>
      </p:sp>
      <p:sp>
        <p:nvSpPr>
          <p:cNvPr id="134" name="文本框 49">
            <a:extLst>
              <a:ext uri="{FF2B5EF4-FFF2-40B4-BE49-F238E27FC236}">
                <a16:creationId xmlns:a16="http://schemas.microsoft.com/office/drawing/2014/main" id="{1D663B7A-FBC9-7BB0-10ED-7664AC6C9282}"/>
              </a:ext>
            </a:extLst>
          </p:cNvPr>
          <p:cNvSpPr txBox="1"/>
          <p:nvPr/>
        </p:nvSpPr>
        <p:spPr>
          <a:xfrm>
            <a:off x="6559541" y="3925415"/>
            <a:ext cx="931869" cy="479085"/>
          </a:xfrm>
          <a:prstGeom prst="rect">
            <a:avLst/>
          </a:prstGeom>
          <a:noFill/>
        </p:spPr>
        <p:txBody>
          <a:bodyPr wrap="square" rtlCol="0">
            <a:spAutoFit/>
          </a:bodyPr>
          <a:lstStyle/>
          <a:p>
            <a:pPr algn="ctr"/>
            <a:r>
              <a:rPr lang="en" altLang="zh-CN" sz="1282" b="1" u="none" strike="noStrike" dirty="0">
                <a:effectLst/>
                <a:latin typeface="微软雅黑" panose="020B0503020204020204" pitchFamily="34" charset="-122"/>
                <a:ea typeface="微软雅黑" panose="020B0503020204020204" pitchFamily="34" charset="-122"/>
                <a:cs typeface="微软雅黑" pitchFamily="18" charset="-122"/>
              </a:rPr>
              <a:t>Project research</a:t>
            </a:r>
            <a:endParaRPr kumimoji="1" lang="zh-CN" altLang="en-US" sz="1282" b="1" dirty="0">
              <a:latin typeface="微软雅黑" panose="020B0503020204020204" pitchFamily="34" charset="-122"/>
              <a:ea typeface="微软雅黑" panose="020B0503020204020204" pitchFamily="34" charset="-122"/>
              <a:cs typeface="微软雅黑" pitchFamily="18" charset="-122"/>
            </a:endParaRPr>
          </a:p>
        </p:txBody>
      </p:sp>
      <p:sp>
        <p:nvSpPr>
          <p:cNvPr id="135" name="文本框 26">
            <a:extLst>
              <a:ext uri="{FF2B5EF4-FFF2-40B4-BE49-F238E27FC236}">
                <a16:creationId xmlns:a16="http://schemas.microsoft.com/office/drawing/2014/main" id="{0EA741CB-E575-9EC3-EC84-C859A98677B8}"/>
              </a:ext>
            </a:extLst>
          </p:cNvPr>
          <p:cNvSpPr txBox="1"/>
          <p:nvPr/>
        </p:nvSpPr>
        <p:spPr>
          <a:xfrm>
            <a:off x="933334" y="1238250"/>
            <a:ext cx="3456926" cy="479085"/>
          </a:xfrm>
          <a:prstGeom prst="rect">
            <a:avLst/>
          </a:prstGeom>
          <a:noFill/>
        </p:spPr>
        <p:txBody>
          <a:bodyPr wrap="none" rtlCol="0">
            <a:spAutoFit/>
          </a:bodyPr>
          <a:lstStyle/>
          <a:p>
            <a:r>
              <a:rPr lang="zh-CN" altLang="en-US" sz="2564" b="1" dirty="0">
                <a:solidFill>
                  <a:srgbClr val="336699"/>
                </a:solidFill>
                <a:effectLst/>
                <a:latin typeface="微软雅黑" panose="020B0503020204020204" pitchFamily="34" charset="-122"/>
                <a:ea typeface="微软雅黑" panose="020B0503020204020204" pitchFamily="34" charset="-122"/>
              </a:rPr>
              <a:t>品牌营销逻辑策划报告</a:t>
            </a:r>
          </a:p>
        </p:txBody>
      </p:sp>
      <p:sp>
        <p:nvSpPr>
          <p:cNvPr id="136" name="文本框 32">
            <a:extLst>
              <a:ext uri="{FF2B5EF4-FFF2-40B4-BE49-F238E27FC236}">
                <a16:creationId xmlns:a16="http://schemas.microsoft.com/office/drawing/2014/main" id="{63CE5694-B88D-B599-136A-20CD7AEBEA05}"/>
              </a:ext>
            </a:extLst>
          </p:cNvPr>
          <p:cNvSpPr txBox="1"/>
          <p:nvPr/>
        </p:nvSpPr>
        <p:spPr>
          <a:xfrm>
            <a:off x="933333" y="1700902"/>
            <a:ext cx="6593032" cy="522121"/>
          </a:xfrm>
          <a:prstGeom prst="rect">
            <a:avLst/>
          </a:prstGeom>
          <a:noFill/>
        </p:spPr>
        <p:txBody>
          <a:bodyPr wrap="square" rtlCol="0">
            <a:spAutoFit/>
          </a:bodyPr>
          <a:lstStyle/>
          <a:p>
            <a:pPr>
              <a:lnSpc>
                <a:spcPct val="150000"/>
              </a:lnSpc>
            </a:pPr>
            <a:r>
              <a:rPr kumimoji="1" lang="zh-CN" altLang="en-US"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37" name="文本框 42">
            <a:extLst>
              <a:ext uri="{FF2B5EF4-FFF2-40B4-BE49-F238E27FC236}">
                <a16:creationId xmlns:a16="http://schemas.microsoft.com/office/drawing/2014/main" id="{90188F71-DED9-6944-551D-544175281425}"/>
              </a:ext>
            </a:extLst>
          </p:cNvPr>
          <p:cNvSpPr txBox="1"/>
          <p:nvPr/>
        </p:nvSpPr>
        <p:spPr>
          <a:xfrm>
            <a:off x="933334" y="5282677"/>
            <a:ext cx="3456926" cy="479085"/>
          </a:xfrm>
          <a:prstGeom prst="rect">
            <a:avLst/>
          </a:prstGeom>
          <a:noFill/>
        </p:spPr>
        <p:txBody>
          <a:bodyPr wrap="none" rtlCol="0">
            <a:spAutoFit/>
          </a:bodyPr>
          <a:lstStyle/>
          <a:p>
            <a:r>
              <a:rPr lang="zh-CN" altLang="en-US" sz="2564" b="1" dirty="0">
                <a:solidFill>
                  <a:srgbClr val="336699"/>
                </a:solidFill>
                <a:effectLst/>
                <a:latin typeface="微软雅黑" panose="020B0503020204020204" pitchFamily="34" charset="-122"/>
                <a:ea typeface="微软雅黑" panose="020B0503020204020204" pitchFamily="34" charset="-122"/>
              </a:rPr>
              <a:t>品牌营销逻辑策划报告</a:t>
            </a:r>
          </a:p>
        </p:txBody>
      </p:sp>
      <p:sp>
        <p:nvSpPr>
          <p:cNvPr id="138" name="文本框 50">
            <a:extLst>
              <a:ext uri="{FF2B5EF4-FFF2-40B4-BE49-F238E27FC236}">
                <a16:creationId xmlns:a16="http://schemas.microsoft.com/office/drawing/2014/main" id="{11C86E75-A2C2-92B8-45AA-2F8D18C9F591}"/>
              </a:ext>
            </a:extLst>
          </p:cNvPr>
          <p:cNvSpPr txBox="1"/>
          <p:nvPr/>
        </p:nvSpPr>
        <p:spPr>
          <a:xfrm>
            <a:off x="933333" y="5745329"/>
            <a:ext cx="6593032" cy="522121"/>
          </a:xfrm>
          <a:prstGeom prst="rect">
            <a:avLst/>
          </a:prstGeom>
          <a:noFill/>
        </p:spPr>
        <p:txBody>
          <a:bodyPr wrap="square" rtlCol="0">
            <a:spAutoFit/>
          </a:bodyPr>
          <a:lstStyle/>
          <a:p>
            <a:pPr>
              <a:lnSpc>
                <a:spcPct val="150000"/>
              </a:lnSpc>
            </a:pPr>
            <a:r>
              <a:rPr kumimoji="1" lang="zh-CN" altLang="en-US"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07"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Tree>
    <p:extLst>
      <p:ext uri="{BB962C8B-B14F-4D97-AF65-F5344CB8AC3E}">
        <p14:creationId xmlns:p14="http://schemas.microsoft.com/office/powerpoint/2010/main" val="1851778670"/>
      </p:ext>
    </p:extLst>
  </p:cSld>
  <p:clrMapOvr>
    <a:masterClrMapping/>
  </p:clrMapOvr>
</p:sld>
</file>

<file path=ppt/slides/vr_business_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R033 三要素交集（结构示例）</a:t>
            </a:r>
          </a:p>
        </p:txBody>
      </p:sp>
      <p:sp>
        <p:nvSpPr>
          <p:cNvPr id="101" name="矩形: 圆角 29">
            <a:extLst>
              <a:ext uri="{FF2B5EF4-FFF2-40B4-BE49-F238E27FC236}">
                <a16:creationId xmlns:a16="http://schemas.microsoft.com/office/drawing/2014/main" id="{0A4984B4-69BC-37CA-DB0C-DFF0BE889521}"/>
              </a:ext>
            </a:extLst>
          </p:cNvPr>
          <p:cNvSpPr/>
          <p:nvPr>
            <p:custDataLst>
              <p:tags r:id="rId1"/>
            </p:custDataLst>
          </p:nvPr>
        </p:nvSpPr>
        <p:spPr>
          <a:xfrm>
            <a:off x="7941669" y="1323699"/>
            <a:ext cx="3412688" cy="1356375"/>
          </a:xfrm>
          <a:prstGeom prst="roundRect">
            <a:avLst>
              <a:gd name="adj" fmla="val 8526"/>
            </a:avLst>
          </a:prstGeom>
          <a:solidFill>
            <a:srgbClr val="336699"/>
          </a:solidFill>
          <a:ln w="9525">
            <a:noFill/>
            <a:prstDash val="dash"/>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598">
              <a:latin typeface="微软雅黑" panose="020B0503020204020204" pitchFamily="34" charset="-122"/>
              <a:ea typeface="微软雅黑" panose="020B0503020204020204" pitchFamily="34" charset="-122"/>
            </a:endParaRPr>
          </a:p>
        </p:txBody>
      </p:sp>
      <p:sp>
        <p:nvSpPr>
          <p:cNvPr id="102" name="矩形: 圆角 29">
            <a:extLst>
              <a:ext uri="{FF2B5EF4-FFF2-40B4-BE49-F238E27FC236}">
                <a16:creationId xmlns:a16="http://schemas.microsoft.com/office/drawing/2014/main" id="{3AF3829F-536B-6A6D-3506-A26C4BA9AFB5}"/>
              </a:ext>
            </a:extLst>
          </p:cNvPr>
          <p:cNvSpPr/>
          <p:nvPr>
            <p:custDataLst>
              <p:tags r:id="rId2"/>
            </p:custDataLst>
          </p:nvPr>
        </p:nvSpPr>
        <p:spPr>
          <a:xfrm>
            <a:off x="8742419" y="3021848"/>
            <a:ext cx="2561817" cy="3245602"/>
          </a:xfrm>
          <a:prstGeom prst="roundRect">
            <a:avLst>
              <a:gd name="adj" fmla="val 8526"/>
            </a:avLst>
          </a:prstGeom>
          <a:solidFill>
            <a:srgbClr val="FFFFFF"/>
          </a:solidFill>
          <a:ln w="12700">
            <a:solidFill>
              <a:srgbClr val="7A8C8E"/>
            </a:solidFill>
            <a:prstDash val="solid"/>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598">
              <a:latin typeface="微软雅黑" panose="020B0503020204020204" pitchFamily="34" charset="-122"/>
              <a:ea typeface="微软雅黑" panose="020B0503020204020204" pitchFamily="34" charset="-122"/>
            </a:endParaRPr>
          </a:p>
        </p:txBody>
      </p:sp>
      <p:sp>
        <p:nvSpPr>
          <p:cNvPr id="103" name="文本框 17">
            <a:extLst>
              <a:ext uri="{FF2B5EF4-FFF2-40B4-BE49-F238E27FC236}">
                <a16:creationId xmlns:a16="http://schemas.microsoft.com/office/drawing/2014/main" id="{6B06B000-8A50-6DF6-7C41-7ABA28E198E8}"/>
              </a:ext>
            </a:extLst>
          </p:cNvPr>
          <p:cNvSpPr txBox="1"/>
          <p:nvPr/>
        </p:nvSpPr>
        <p:spPr>
          <a:xfrm>
            <a:off x="837644" y="2240071"/>
            <a:ext cx="2694049" cy="1221935"/>
          </a:xfrm>
          <a:prstGeom prst="rect">
            <a:avLst/>
          </a:prstGeom>
          <a:noFill/>
        </p:spPr>
        <p:txBody>
          <a:bodyPr wrap="square">
            <a:spAutoFit/>
          </a:bodyPr>
          <a:lstStyle/>
          <a:p>
            <a:r>
              <a:rPr kumimoji="1" lang="en-US" altLang="zh-CN" sz="7386" b="1" dirty="0">
                <a:solidFill>
                  <a:srgbClr val="336699"/>
                </a:solidFill>
                <a:latin typeface="微软雅黑" panose="020B0503020204020204" pitchFamily="34" charset="-122"/>
                <a:ea typeface="微软雅黑" panose="020B0503020204020204" pitchFamily="34" charset="-122"/>
                <a:cs typeface="微软雅黑" pitchFamily="18" charset="-122"/>
              </a:rPr>
              <a:t>66%</a:t>
            </a:r>
            <a:endParaRPr kumimoji="1" lang="zh-CN" altLang="en-US" sz="7386"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04" name="椭圆 1">
            <a:extLst>
              <a:ext uri="{FF2B5EF4-FFF2-40B4-BE49-F238E27FC236}">
                <a16:creationId xmlns:a16="http://schemas.microsoft.com/office/drawing/2014/main" id="{C1EBB17D-E5BF-02D7-EBBA-EA0E254ACF37}"/>
              </a:ext>
            </a:extLst>
          </p:cNvPr>
          <p:cNvSpPr/>
          <p:nvPr/>
        </p:nvSpPr>
        <p:spPr>
          <a:xfrm>
            <a:off x="4733337" y="1588696"/>
            <a:ext cx="2810212" cy="2810212"/>
          </a:xfrm>
          <a:prstGeom prst="ellipse">
            <a:avLst/>
          </a:prstGeom>
          <a:solidFill>
            <a:srgbClr val="7A8C8E">
              <a:alpha val="80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5" name="椭圆 2">
            <a:extLst>
              <a:ext uri="{FF2B5EF4-FFF2-40B4-BE49-F238E27FC236}">
                <a16:creationId xmlns:a16="http://schemas.microsoft.com/office/drawing/2014/main" id="{F2CD518B-529F-D2E9-714C-AF8C2B4EB990}"/>
              </a:ext>
            </a:extLst>
          </p:cNvPr>
          <p:cNvSpPr/>
          <p:nvPr/>
        </p:nvSpPr>
        <p:spPr>
          <a:xfrm>
            <a:off x="3749256" y="3161197"/>
            <a:ext cx="2810212" cy="2810212"/>
          </a:xfrm>
          <a:prstGeom prst="ellipse">
            <a:avLst/>
          </a:prstGeom>
          <a:solidFill>
            <a:srgbClr val="336699">
              <a:alpha val="80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6" name="椭圆 6">
            <a:extLst>
              <a:ext uri="{FF2B5EF4-FFF2-40B4-BE49-F238E27FC236}">
                <a16:creationId xmlns:a16="http://schemas.microsoft.com/office/drawing/2014/main" id="{E102D181-7DB1-9E53-5E83-321AFD4EE6CE}"/>
              </a:ext>
            </a:extLst>
          </p:cNvPr>
          <p:cNvSpPr/>
          <p:nvPr/>
        </p:nvSpPr>
        <p:spPr>
          <a:xfrm>
            <a:off x="5707274" y="3161197"/>
            <a:ext cx="2810212" cy="2810212"/>
          </a:xfrm>
          <a:prstGeom prst="ellipse">
            <a:avLst/>
          </a:prstGeom>
          <a:solidFill>
            <a:srgbClr val="75BDA7">
              <a:alpha val="80000"/>
            </a:srgbClr>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7" name="文本框 19">
            <a:extLst>
              <a:ext uri="{FF2B5EF4-FFF2-40B4-BE49-F238E27FC236}">
                <a16:creationId xmlns:a16="http://schemas.microsoft.com/office/drawing/2014/main" id="{2101C693-1345-9E5F-5CAE-7DAB732736EA}"/>
              </a:ext>
            </a:extLst>
          </p:cNvPr>
          <p:cNvSpPr txBox="1"/>
          <p:nvPr/>
        </p:nvSpPr>
        <p:spPr>
          <a:xfrm>
            <a:off x="5002954" y="2056037"/>
            <a:ext cx="2260834" cy="937765"/>
          </a:xfrm>
          <a:prstGeom prst="rect">
            <a:avLst/>
          </a:prstGeom>
          <a:noFill/>
        </p:spPr>
        <p:txBody>
          <a:bodyPr wrap="none" rtlCol="0" lIns="0" rIns="0">
            <a:spAutoFit/>
          </a:bodyPr>
          <a:lstStyle/>
          <a:p>
            <a:pPr algn="ctr"/>
            <a:r>
              <a:rPr kumimoji="1" lang="en-US" altLang="zh-CN" sz="2770" b="1" dirty="0">
                <a:solidFill>
                  <a:srgbClr val="FFFFFF"/>
                </a:solidFill>
                <a:latin typeface="微软雅黑" panose="020B0503020204020204" pitchFamily="34" charset="-122"/>
                <a:ea typeface="微软雅黑" panose="020B0503020204020204" pitchFamily="34" charset="-122"/>
                <a:cs typeface="微软雅黑" pitchFamily="18" charset="-122"/>
              </a:rPr>
              <a:t>01</a:t>
            </a:r>
          </a:p>
          <a:p>
            <a:pPr algn="ctr"/>
            <a:r>
              <a:rPr kumimoji="1" lang="zh-CN" altLang="en-US" sz="2770" b="1" dirty="0">
                <a:solidFill>
                  <a:srgbClr val="FFFFFF"/>
                </a:solidFill>
                <a:latin typeface="微软雅黑" panose="020B0503020204020204" pitchFamily="34" charset="-122"/>
                <a:ea typeface="微软雅黑" panose="020B0503020204020204" pitchFamily="34" charset="-122"/>
                <a:cs typeface="微软雅黑" pitchFamily="18" charset="-122"/>
              </a:rPr>
              <a:t>方案定制</a:t>
            </a:r>
          </a:p>
        </p:txBody>
      </p:sp>
      <p:sp>
        <p:nvSpPr>
          <p:cNvPr id="108" name="文本框 24">
            <a:extLst>
              <a:ext uri="{FF2B5EF4-FFF2-40B4-BE49-F238E27FC236}">
                <a16:creationId xmlns:a16="http://schemas.microsoft.com/office/drawing/2014/main" id="{AB16C346-BEA4-DDBA-110C-4DA4D92476A2}"/>
              </a:ext>
            </a:extLst>
          </p:cNvPr>
          <p:cNvSpPr txBox="1"/>
          <p:nvPr/>
        </p:nvSpPr>
        <p:spPr>
          <a:xfrm>
            <a:off x="6359743" y="4103877"/>
            <a:ext cx="1929667" cy="937765"/>
          </a:xfrm>
          <a:prstGeom prst="rect">
            <a:avLst/>
          </a:prstGeom>
          <a:noFill/>
        </p:spPr>
        <p:txBody>
          <a:bodyPr wrap="none" rtlCol="0" lIns="0" rIns="0">
            <a:spAutoFit/>
          </a:bodyPr>
          <a:lstStyle/>
          <a:p>
            <a:pPr algn="ctr"/>
            <a:r>
              <a:rPr kumimoji="1" lang="en-US" altLang="zh-CN" sz="2770" b="1" dirty="0">
                <a:solidFill>
                  <a:srgbClr val="336699"/>
                </a:solidFill>
                <a:latin typeface="微软雅黑" panose="020B0503020204020204" pitchFamily="34" charset="-122"/>
                <a:ea typeface="微软雅黑" panose="020B0503020204020204" pitchFamily="34" charset="-122"/>
                <a:cs typeface="微软雅黑" pitchFamily="18" charset="-122"/>
              </a:rPr>
              <a:t>03</a:t>
            </a:r>
          </a:p>
          <a:p>
            <a:pPr algn="ctr"/>
            <a:r>
              <a:rPr kumimoji="1" lang="zh-CN" altLang="en-US" sz="2770" b="1" dirty="0">
                <a:solidFill>
                  <a:srgbClr val="336699"/>
                </a:solidFill>
                <a:latin typeface="微软雅黑" panose="020B0503020204020204" pitchFamily="34" charset="-122"/>
                <a:ea typeface="微软雅黑" panose="020B0503020204020204" pitchFamily="34" charset="-122"/>
                <a:cs typeface="微软雅黑" pitchFamily="18" charset="-122"/>
              </a:rPr>
              <a:t>改进细节</a:t>
            </a:r>
          </a:p>
        </p:txBody>
      </p:sp>
      <p:sp>
        <p:nvSpPr>
          <p:cNvPr id="109" name="文本框 26">
            <a:extLst>
              <a:ext uri="{FF2B5EF4-FFF2-40B4-BE49-F238E27FC236}">
                <a16:creationId xmlns:a16="http://schemas.microsoft.com/office/drawing/2014/main" id="{A46F4E03-4BB9-251E-1B62-7D1F0B6582CB}"/>
              </a:ext>
            </a:extLst>
          </p:cNvPr>
          <p:cNvSpPr txBox="1"/>
          <p:nvPr/>
        </p:nvSpPr>
        <p:spPr>
          <a:xfrm>
            <a:off x="3940895" y="4103877"/>
            <a:ext cx="1929667" cy="937765"/>
          </a:xfrm>
          <a:prstGeom prst="rect">
            <a:avLst/>
          </a:prstGeom>
          <a:noFill/>
        </p:spPr>
        <p:txBody>
          <a:bodyPr wrap="none" rtlCol="0" lIns="0" rIns="0">
            <a:spAutoFit/>
          </a:bodyPr>
          <a:lstStyle/>
          <a:p>
            <a:pPr algn="ctr"/>
            <a:r>
              <a:rPr kumimoji="1" lang="en-US" altLang="zh-CN" sz="2770" b="1" dirty="0">
                <a:solidFill>
                  <a:srgbClr val="FFFFFF"/>
                </a:solidFill>
                <a:latin typeface="微软雅黑" panose="020B0503020204020204" pitchFamily="34" charset="-122"/>
                <a:ea typeface="微软雅黑" panose="020B0503020204020204" pitchFamily="34" charset="-122"/>
                <a:cs typeface="微软雅黑" pitchFamily="18" charset="-122"/>
              </a:rPr>
              <a:t>02</a:t>
            </a:r>
          </a:p>
          <a:p>
            <a:pPr algn="ctr"/>
            <a:r>
              <a:rPr kumimoji="1" lang="zh-CN" altLang="en-US" sz="2770" b="1" dirty="0">
                <a:solidFill>
                  <a:srgbClr val="FFFFFF"/>
                </a:solidFill>
                <a:latin typeface="微软雅黑" panose="020B0503020204020204" pitchFamily="34" charset="-122"/>
                <a:ea typeface="微软雅黑" panose="020B0503020204020204" pitchFamily="34" charset="-122"/>
                <a:cs typeface="微软雅黑" pitchFamily="18" charset="-122"/>
              </a:rPr>
              <a:t>经费评估</a:t>
            </a:r>
          </a:p>
        </p:txBody>
      </p:sp>
      <p:sp>
        <p:nvSpPr>
          <p:cNvPr id="110" name="文本框 28">
            <a:extLst>
              <a:ext uri="{FF2B5EF4-FFF2-40B4-BE49-F238E27FC236}">
                <a16:creationId xmlns:a16="http://schemas.microsoft.com/office/drawing/2014/main" id="{409D9D05-B0F9-8465-EE9E-27DFB4C2D95F}"/>
              </a:ext>
            </a:extLst>
          </p:cNvPr>
          <p:cNvSpPr txBox="1"/>
          <p:nvPr/>
        </p:nvSpPr>
        <p:spPr>
          <a:xfrm>
            <a:off x="8114624" y="1435408"/>
            <a:ext cx="2189877" cy="341005"/>
          </a:xfrm>
          <a:prstGeom prst="rect">
            <a:avLst/>
          </a:prstGeom>
          <a:noFill/>
        </p:spPr>
        <p:txBody>
          <a:bodyPr wrap="squar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方案定制</a:t>
            </a:r>
          </a:p>
        </p:txBody>
      </p:sp>
      <p:sp>
        <p:nvSpPr>
          <p:cNvPr id="111" name="文本框 29">
            <a:extLst>
              <a:ext uri="{FF2B5EF4-FFF2-40B4-BE49-F238E27FC236}">
                <a16:creationId xmlns:a16="http://schemas.microsoft.com/office/drawing/2014/main" id="{455B1DFD-CB7C-54DD-5E74-E364E6C2157E}"/>
              </a:ext>
            </a:extLst>
          </p:cNvPr>
          <p:cNvSpPr txBox="1"/>
          <p:nvPr/>
        </p:nvSpPr>
        <p:spPr>
          <a:xfrm>
            <a:off x="8114624" y="1913037"/>
            <a:ext cx="3064858" cy="486406"/>
          </a:xfrm>
          <a:prstGeom prst="rect">
            <a:avLst/>
          </a:prstGeom>
          <a:noFill/>
        </p:spPr>
        <p:txBody>
          <a:bodyPr wrap="square" rtlCol="0">
            <a:spAutoFit/>
          </a:bodyPr>
          <a:lstStyle/>
          <a:p>
            <a:pPr>
              <a:lnSpc>
                <a:spcPct val="150000"/>
              </a:lnSpc>
              <a:buClr>
                <a:srgbClr val="333333"/>
              </a:buClr>
              <a:buSzPts val="3000"/>
            </a:pPr>
            <a:r>
              <a:rPr lang="zh-CN" altLang="en-US" sz="923" dirty="0">
                <a:solidFill>
                  <a:srgbClr val="FFFFFF"/>
                </a:solidFill>
                <a:latin typeface="微软雅黑" panose="020B0503020204020204" pitchFamily="34" charset="-122"/>
                <a:ea typeface="微软雅黑" panose="020B0503020204020204" pitchFamily="34" charset="-122"/>
                <a:cs typeface="微软雅黑" pitchFamily="18" charset="-122"/>
                <a:sym typeface="Ubuntu"/>
              </a:rPr>
              <a:t>统一品牌策略是指企业将经营的所有系列产品使用同一品牌的策略。使用同一策略。</a:t>
            </a:r>
            <a:endParaRPr lang="zh-CN" altLang="en-US" sz="923"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cxnSp>
        <p:nvCxnSpPr>
          <p:cNvPr id="112" name="直接连接符 20">
            <a:extLst>
              <a:ext uri="{FF2B5EF4-FFF2-40B4-BE49-F238E27FC236}">
                <a16:creationId xmlns:a16="http://schemas.microsoft.com/office/drawing/2014/main" id="{7B5432FB-4CC7-E638-68FA-3DB0B1BE55F1}"/>
              </a:ext>
            </a:extLst>
          </p:cNvPr>
          <p:cNvCxnSpPr>
            <a:cxnSpLocks/>
          </p:cNvCxnSpPr>
          <p:nvPr/>
        </p:nvCxnSpPr>
        <p:spPr>
          <a:xfrm>
            <a:off x="8193667" y="1834028"/>
            <a:ext cx="2390457" cy="0"/>
          </a:xfrm>
          <a:prstGeom prst="line">
            <a:avLst/>
          </a:prstGeom>
          <a:ln w="19050" cap="rnd" cmpd="sng">
            <a:solidFill>
              <a:srgbClr val="FFFFFF"/>
            </a:solidFill>
            <a:round/>
          </a:ln>
        </p:spPr>
        <p:style>
          <a:lnRef idx="1">
            <a:srgbClr val="336699"/>
          </a:lnRef>
          <a:fillRef idx="0">
            <a:srgbClr val="336699"/>
          </a:fillRef>
          <a:effectRef idx="0">
            <a:srgbClr val="336699"/>
          </a:effectRef>
          <a:fontRef idx="minor">
            <a:srgbClr val="333333"/>
          </a:fontRef>
        </p:style>
      </p:cxnSp>
      <p:sp>
        <p:nvSpPr>
          <p:cNvPr id="113" name="文本框 33">
            <a:extLst>
              <a:ext uri="{FF2B5EF4-FFF2-40B4-BE49-F238E27FC236}">
                <a16:creationId xmlns:a16="http://schemas.microsoft.com/office/drawing/2014/main" id="{1F7D0F47-AFFE-A71E-6FB3-F4030B3E3955}"/>
              </a:ext>
            </a:extLst>
          </p:cNvPr>
          <p:cNvSpPr txBox="1"/>
          <p:nvPr/>
        </p:nvSpPr>
        <p:spPr>
          <a:xfrm>
            <a:off x="8880558" y="3250887"/>
            <a:ext cx="2189877" cy="341005"/>
          </a:xfrm>
          <a:prstGeom prst="rect">
            <a:avLst/>
          </a:prstGeom>
          <a:noFill/>
        </p:spPr>
        <p:txBody>
          <a:bodyPr wrap="square" rtlCol="0">
            <a:spAutoFit/>
          </a:bodyPr>
          <a:lstStyle/>
          <a:p>
            <a:r>
              <a:rPr kumimoji="1" lang="zh-CN" altLang="en-US" b="1" dirty="0">
                <a:solidFill>
                  <a:srgbClr val="336699"/>
                </a:solidFill>
                <a:latin typeface="微软雅黑" panose="020B0503020204020204" pitchFamily="34" charset="-122"/>
                <a:ea typeface="微软雅黑" panose="020B0503020204020204" pitchFamily="34" charset="-122"/>
                <a:cs typeface="微软雅黑" pitchFamily="18" charset="-122"/>
              </a:rPr>
              <a:t>改进细节</a:t>
            </a:r>
          </a:p>
        </p:txBody>
      </p:sp>
      <p:sp>
        <p:nvSpPr>
          <p:cNvPr id="114" name="文本框 35">
            <a:extLst>
              <a:ext uri="{FF2B5EF4-FFF2-40B4-BE49-F238E27FC236}">
                <a16:creationId xmlns:a16="http://schemas.microsoft.com/office/drawing/2014/main" id="{5AA3BDF9-D97F-16FE-61DF-AF6B552C0ED6}"/>
              </a:ext>
            </a:extLst>
          </p:cNvPr>
          <p:cNvSpPr txBox="1"/>
          <p:nvPr/>
        </p:nvSpPr>
        <p:spPr>
          <a:xfrm>
            <a:off x="8880558" y="3728516"/>
            <a:ext cx="2298925" cy="1765175"/>
          </a:xfrm>
          <a:prstGeom prst="rect">
            <a:avLst/>
          </a:prstGeom>
          <a:noFill/>
        </p:spPr>
        <p:txBody>
          <a:bodyPr wrap="square" rtlCol="0">
            <a:spAutoFit/>
          </a:bodyPr>
          <a:lstStyle/>
          <a:p>
            <a:pPr>
              <a:lnSpc>
                <a:spcPct val="150000"/>
              </a:lnSpc>
              <a:buClr>
                <a:srgbClr val="333333"/>
              </a:buClr>
              <a:buSzPts val="3000"/>
            </a:pPr>
            <a:r>
              <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rPr>
              <a:t>填写本项的目标、关键动作与交付物。</a:t>
            </a:r>
            <a:endParaRPr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endParaRPr>
          </a:p>
          <a:p>
            <a:pPr>
              <a:lnSpc>
                <a:spcPct val="150000"/>
              </a:lnSpc>
              <a:buClr>
                <a:srgbClr val="333333"/>
              </a:buClr>
              <a:buSzPts val="3000"/>
            </a:pPr>
            <a:r>
              <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rPr>
              <a:t>填写本项的目标、关键动作与交付物。</a:t>
            </a:r>
            <a:endPar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buClr>
                <a:srgbClr val="333333"/>
              </a:buClr>
              <a:buSzPts val="3000"/>
            </a:pPr>
            <a:r>
              <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rPr>
              <a:t>统一品牌策略是指企业将经营的所有系列产品使用同一品牌的策略。</a:t>
            </a:r>
            <a:endPar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cxnSp>
        <p:nvCxnSpPr>
          <p:cNvPr id="115" name="直接连接符 20">
            <a:extLst>
              <a:ext uri="{FF2B5EF4-FFF2-40B4-BE49-F238E27FC236}">
                <a16:creationId xmlns:a16="http://schemas.microsoft.com/office/drawing/2014/main" id="{47F33C8F-754F-8AE4-FD4F-C5FD33548A10}"/>
              </a:ext>
            </a:extLst>
          </p:cNvPr>
          <p:cNvCxnSpPr>
            <a:cxnSpLocks/>
          </p:cNvCxnSpPr>
          <p:nvPr/>
        </p:nvCxnSpPr>
        <p:spPr>
          <a:xfrm>
            <a:off x="8959601" y="3649507"/>
            <a:ext cx="1697654" cy="0"/>
          </a:xfrm>
          <a:prstGeom prst="line">
            <a:avLst/>
          </a:prstGeom>
          <a:ln w="19050" cap="rnd" cmpd="sng">
            <a:solidFill>
              <a:srgbClr val="336699"/>
            </a:solidFill>
            <a:round/>
          </a:ln>
        </p:spPr>
        <p:style>
          <a:lnRef idx="1">
            <a:srgbClr val="336699"/>
          </a:lnRef>
          <a:fillRef idx="0">
            <a:srgbClr val="336699"/>
          </a:fillRef>
          <a:effectRef idx="0">
            <a:srgbClr val="336699"/>
          </a:effectRef>
          <a:fontRef idx="minor">
            <a:srgbClr val="333333"/>
          </a:fontRef>
        </p:style>
      </p:cxnSp>
      <p:pic>
        <p:nvPicPr>
          <p:cNvPr id="116" name="图形 39" descr="靶心 纯色填充">
            <a:extLst>
              <a:ext uri="{FF2B5EF4-FFF2-40B4-BE49-F238E27FC236}">
                <a16:creationId xmlns:a16="http://schemas.microsoft.com/office/drawing/2014/main" id="{3E0077E5-E2FF-BEFA-3403-804CA3BC3A4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735676" y="1392714"/>
            <a:ext cx="491557" cy="491557"/>
          </a:xfrm>
          <a:prstGeom prst="rect">
            <a:avLst/>
          </a:prstGeom>
        </p:spPr>
      </p:pic>
      <p:pic>
        <p:nvPicPr>
          <p:cNvPr id="117" name="图形 40" descr="靶心 纯色填充">
            <a:extLst>
              <a:ext uri="{FF2B5EF4-FFF2-40B4-BE49-F238E27FC236}">
                <a16:creationId xmlns:a16="http://schemas.microsoft.com/office/drawing/2014/main" id="{DE542E4F-750E-3B8F-E93C-A4148940411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735676" y="3164675"/>
            <a:ext cx="491557" cy="491557"/>
          </a:xfrm>
          <a:prstGeom prst="rect">
            <a:avLst/>
          </a:prstGeom>
        </p:spPr>
      </p:pic>
      <p:sp>
        <p:nvSpPr>
          <p:cNvPr id="118" name="圆角矩形 41">
            <a:extLst>
              <a:ext uri="{FF2B5EF4-FFF2-40B4-BE49-F238E27FC236}">
                <a16:creationId xmlns:a16="http://schemas.microsoft.com/office/drawing/2014/main" id="{7C53F567-527E-D8D0-E40E-BAB078A326D2}"/>
              </a:ext>
            </a:extLst>
          </p:cNvPr>
          <p:cNvSpPr/>
          <p:nvPr/>
        </p:nvSpPr>
        <p:spPr>
          <a:xfrm>
            <a:off x="8904657" y="5725118"/>
            <a:ext cx="2219882" cy="360818"/>
          </a:xfrm>
          <a:prstGeom prst="roundRect">
            <a:avLst>
              <a:gd name="adj" fmla="val 43202"/>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dirty="0">
                <a:latin typeface="微软雅黑" panose="020B0503020204020204" pitchFamily="34" charset="-122"/>
                <a:ea typeface="微软雅黑" panose="020B0503020204020204" pitchFamily="34" charset="-122"/>
                <a:cs typeface="微软雅黑" pitchFamily="18" charset="-122"/>
              </a:rPr>
              <a:t>品牌市场化名词</a:t>
            </a:r>
          </a:p>
        </p:txBody>
      </p:sp>
      <p:sp>
        <p:nvSpPr>
          <p:cNvPr id="119" name="矩形: 圆角 29">
            <a:extLst>
              <a:ext uri="{FF2B5EF4-FFF2-40B4-BE49-F238E27FC236}">
                <a16:creationId xmlns:a16="http://schemas.microsoft.com/office/drawing/2014/main" id="{B82A3A66-7C4E-3DC0-0AF0-EDA5D85D8AA8}"/>
              </a:ext>
            </a:extLst>
          </p:cNvPr>
          <p:cNvSpPr/>
          <p:nvPr>
            <p:custDataLst>
              <p:tags r:id="rId3"/>
            </p:custDataLst>
          </p:nvPr>
        </p:nvSpPr>
        <p:spPr>
          <a:xfrm>
            <a:off x="987337" y="3683961"/>
            <a:ext cx="2544357" cy="2583489"/>
          </a:xfrm>
          <a:prstGeom prst="roundRect">
            <a:avLst>
              <a:gd name="adj" fmla="val 8526"/>
            </a:avLst>
          </a:prstGeom>
          <a:solidFill>
            <a:srgbClr val="FFFFFF"/>
          </a:solidFill>
          <a:ln w="12700">
            <a:solidFill>
              <a:srgbClr val="7A8C8E"/>
            </a:solidFill>
            <a:prstDash val="solid"/>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598">
              <a:latin typeface="微软雅黑" panose="020B0503020204020204" pitchFamily="34" charset="-122"/>
              <a:ea typeface="微软雅黑" panose="020B0503020204020204" pitchFamily="34" charset="-122"/>
            </a:endParaRPr>
          </a:p>
        </p:txBody>
      </p:sp>
      <p:sp>
        <p:nvSpPr>
          <p:cNvPr id="120" name="文本框 45">
            <a:extLst>
              <a:ext uri="{FF2B5EF4-FFF2-40B4-BE49-F238E27FC236}">
                <a16:creationId xmlns:a16="http://schemas.microsoft.com/office/drawing/2014/main" id="{8DECC1B0-F237-EA8A-912E-1F0C3F92B082}"/>
              </a:ext>
            </a:extLst>
          </p:cNvPr>
          <p:cNvSpPr txBox="1"/>
          <p:nvPr/>
        </p:nvSpPr>
        <p:spPr>
          <a:xfrm>
            <a:off x="1125475" y="3934933"/>
            <a:ext cx="2189877" cy="341005"/>
          </a:xfrm>
          <a:prstGeom prst="rect">
            <a:avLst/>
          </a:prstGeom>
          <a:noFill/>
        </p:spPr>
        <p:txBody>
          <a:bodyPr wrap="square" rtlCol="0">
            <a:spAutoFit/>
          </a:bodyPr>
          <a:lstStyle/>
          <a:p>
            <a:r>
              <a:rPr kumimoji="1" lang="zh-CN" altLang="en-US" b="1" dirty="0">
                <a:solidFill>
                  <a:srgbClr val="336699"/>
                </a:solidFill>
                <a:latin typeface="微软雅黑" panose="020B0503020204020204" pitchFamily="34" charset="-122"/>
                <a:ea typeface="微软雅黑" panose="020B0503020204020204" pitchFamily="34" charset="-122"/>
                <a:cs typeface="微软雅黑" pitchFamily="18" charset="-122"/>
              </a:rPr>
              <a:t>经费评估</a:t>
            </a:r>
          </a:p>
        </p:txBody>
      </p:sp>
      <p:sp>
        <p:nvSpPr>
          <p:cNvPr id="121" name="文本框 46">
            <a:extLst>
              <a:ext uri="{FF2B5EF4-FFF2-40B4-BE49-F238E27FC236}">
                <a16:creationId xmlns:a16="http://schemas.microsoft.com/office/drawing/2014/main" id="{89C24325-6FBC-3B7D-5EB6-BA0724540AEE}"/>
              </a:ext>
            </a:extLst>
          </p:cNvPr>
          <p:cNvSpPr txBox="1"/>
          <p:nvPr/>
        </p:nvSpPr>
        <p:spPr>
          <a:xfrm>
            <a:off x="1125475" y="4412562"/>
            <a:ext cx="2298925" cy="1125791"/>
          </a:xfrm>
          <a:prstGeom prst="rect">
            <a:avLst/>
          </a:prstGeom>
          <a:noFill/>
        </p:spPr>
        <p:txBody>
          <a:bodyPr wrap="square" rtlCol="0">
            <a:spAutoFit/>
          </a:bodyPr>
          <a:lstStyle/>
          <a:p>
            <a:pPr>
              <a:lnSpc>
                <a:spcPct val="150000"/>
              </a:lnSpc>
              <a:buClr>
                <a:srgbClr val="333333"/>
              </a:buClr>
              <a:buSzPts val="3000"/>
            </a:pPr>
            <a:r>
              <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rPr>
              <a:t>填写本项的目标、关键动作与交付物。</a:t>
            </a:r>
            <a:endParaRPr lang="en-US" altLang="zh-CN"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endParaRPr>
          </a:p>
          <a:p>
            <a:pPr>
              <a:lnSpc>
                <a:spcPct val="150000"/>
              </a:lnSpc>
              <a:buClr>
                <a:srgbClr val="333333"/>
              </a:buClr>
              <a:buSzPts val="3000"/>
            </a:pPr>
            <a:r>
              <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sym typeface="Ubuntu"/>
              </a:rPr>
              <a:t>统一品牌策略是指企业将经营的所有系列产品使用同一品牌的策略。</a:t>
            </a:r>
            <a:endParaRPr lang="zh-CN" altLang="en-US" sz="923" dirty="0">
              <a:solidFill>
                <a:srgbClr val="7A8C8E"/>
              </a:solidFill>
              <a:latin typeface="微软雅黑" panose="020B0503020204020204" pitchFamily="34" charset="-122"/>
              <a:ea typeface="微软雅黑" panose="020B0503020204020204" pitchFamily="34" charset="-122"/>
              <a:cs typeface="微软雅黑" pitchFamily="18" charset="-122"/>
            </a:endParaRPr>
          </a:p>
        </p:txBody>
      </p:sp>
      <p:cxnSp>
        <p:nvCxnSpPr>
          <p:cNvPr id="122" name="直接连接符 20">
            <a:extLst>
              <a:ext uri="{FF2B5EF4-FFF2-40B4-BE49-F238E27FC236}">
                <a16:creationId xmlns:a16="http://schemas.microsoft.com/office/drawing/2014/main" id="{08AD0743-DD39-AD65-4EFC-DD3F2E14573A}"/>
              </a:ext>
            </a:extLst>
          </p:cNvPr>
          <p:cNvCxnSpPr>
            <a:cxnSpLocks/>
          </p:cNvCxnSpPr>
          <p:nvPr/>
        </p:nvCxnSpPr>
        <p:spPr>
          <a:xfrm>
            <a:off x="1204518" y="4333553"/>
            <a:ext cx="1697654" cy="0"/>
          </a:xfrm>
          <a:prstGeom prst="line">
            <a:avLst/>
          </a:prstGeom>
          <a:ln w="19050" cap="rnd" cmpd="sng">
            <a:solidFill>
              <a:srgbClr val="336699"/>
            </a:solidFill>
            <a:round/>
          </a:ln>
        </p:spPr>
        <p:style>
          <a:lnRef idx="1">
            <a:srgbClr val="336699"/>
          </a:lnRef>
          <a:fillRef idx="0">
            <a:srgbClr val="336699"/>
          </a:fillRef>
          <a:effectRef idx="0">
            <a:srgbClr val="336699"/>
          </a:effectRef>
          <a:fontRef idx="minor">
            <a:srgbClr val="333333"/>
          </a:fontRef>
        </p:style>
      </p:cxnSp>
      <p:pic>
        <p:nvPicPr>
          <p:cNvPr id="123" name="图形 73" descr="靶心 纯色填充">
            <a:extLst>
              <a:ext uri="{FF2B5EF4-FFF2-40B4-BE49-F238E27FC236}">
                <a16:creationId xmlns:a16="http://schemas.microsoft.com/office/drawing/2014/main" id="{EC5B529D-C29C-B601-629A-DE9AD157DB8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980593" y="3848720"/>
            <a:ext cx="491557" cy="491557"/>
          </a:xfrm>
          <a:prstGeom prst="rect">
            <a:avLst/>
          </a:prstGeom>
        </p:spPr>
      </p:pic>
      <p:sp>
        <p:nvSpPr>
          <p:cNvPr id="124" name="圆角矩形 74">
            <a:extLst>
              <a:ext uri="{FF2B5EF4-FFF2-40B4-BE49-F238E27FC236}">
                <a16:creationId xmlns:a16="http://schemas.microsoft.com/office/drawing/2014/main" id="{270DF151-B78B-F39D-566E-1822B420D3B3}"/>
              </a:ext>
            </a:extLst>
          </p:cNvPr>
          <p:cNvSpPr/>
          <p:nvPr/>
        </p:nvSpPr>
        <p:spPr>
          <a:xfrm>
            <a:off x="1149575" y="5725118"/>
            <a:ext cx="2219882" cy="360818"/>
          </a:xfrm>
          <a:prstGeom prst="roundRect">
            <a:avLst>
              <a:gd name="adj" fmla="val 43202"/>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477" dirty="0">
                <a:latin typeface="微软雅黑" panose="020B0503020204020204" pitchFamily="34" charset="-122"/>
                <a:ea typeface="微软雅黑" panose="020B0503020204020204" pitchFamily="34" charset="-122"/>
                <a:cs typeface="微软雅黑" pitchFamily="18" charset="-122"/>
              </a:rPr>
              <a:t>品牌市场化名词</a:t>
            </a:r>
          </a:p>
        </p:txBody>
      </p:sp>
      <p:sp>
        <p:nvSpPr>
          <p:cNvPr id="125" name="文本框 23">
            <a:extLst>
              <a:ext uri="{FF2B5EF4-FFF2-40B4-BE49-F238E27FC236}">
                <a16:creationId xmlns:a16="http://schemas.microsoft.com/office/drawing/2014/main" id="{F284E8AE-116F-FA5E-B8BE-1E585C1A283F}"/>
              </a:ext>
            </a:extLst>
          </p:cNvPr>
          <p:cNvSpPr txBox="1"/>
          <p:nvPr/>
        </p:nvSpPr>
        <p:spPr>
          <a:xfrm>
            <a:off x="853263" y="1238250"/>
            <a:ext cx="3485832" cy="483091"/>
          </a:xfrm>
          <a:prstGeom prst="rect">
            <a:avLst/>
          </a:prstGeom>
          <a:noFill/>
        </p:spPr>
        <p:txBody>
          <a:bodyPr wrap="none" rtlCol="0">
            <a:spAutoFit/>
          </a:bodyPr>
          <a:lstStyle/>
          <a:p>
            <a:r>
              <a:rPr lang="zh-CN" altLang="en-US" sz="2585" b="1" dirty="0">
                <a:solidFill>
                  <a:srgbClr val="336699"/>
                </a:solidFill>
                <a:effectLst/>
                <a:latin typeface="微软雅黑" panose="020B0503020204020204" pitchFamily="34" charset="-122"/>
                <a:ea typeface="微软雅黑" panose="020B0503020204020204" pitchFamily="34" charset="-122"/>
              </a:rPr>
              <a:t>品牌营销逻辑策划报告</a:t>
            </a:r>
          </a:p>
        </p:txBody>
      </p:sp>
      <p:sp>
        <p:nvSpPr>
          <p:cNvPr id="126" name="文本框 25">
            <a:extLst>
              <a:ext uri="{FF2B5EF4-FFF2-40B4-BE49-F238E27FC236}">
                <a16:creationId xmlns:a16="http://schemas.microsoft.com/office/drawing/2014/main" id="{A1AA7599-4964-B66F-5993-111C67EEF604}"/>
              </a:ext>
            </a:extLst>
          </p:cNvPr>
          <p:cNvSpPr txBox="1"/>
          <p:nvPr/>
        </p:nvSpPr>
        <p:spPr>
          <a:xfrm>
            <a:off x="853262" y="1704771"/>
            <a:ext cx="3974817" cy="526487"/>
          </a:xfrm>
          <a:prstGeom prst="rect">
            <a:avLst/>
          </a:prstGeom>
          <a:noFill/>
        </p:spPr>
        <p:txBody>
          <a:bodyPr wrap="square" rtlCol="0">
            <a:spAutoFit/>
          </a:bodyPr>
          <a:lstStyle/>
          <a:p>
            <a:pPr>
              <a:lnSpc>
                <a:spcPct val="150000"/>
              </a:lnSpc>
            </a:pPr>
            <a:r>
              <a:rPr kumimoji="1" lang="zh-CN" altLang="en-US"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填写本项的目标、关键动作与交付物。</a:t>
            </a:r>
            <a:r>
              <a:rPr kumimoji="1" lang="en" altLang="zh-CN"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r>
              <a:rPr kumimoji="1" lang="zh-CN" altLang="en-US" sz="1016" dirty="0">
                <a:solidFill>
                  <a:srgbClr val="7A8C8E"/>
                </a:solidFill>
                <a:latin typeface="微软雅黑" panose="020B0503020204020204" pitchFamily="34" charset="-122"/>
                <a:ea typeface="微软雅黑" panose="020B0503020204020204" pitchFamily="34" charset="-122"/>
                <a:cs typeface="微软雅黑" panose="020B0606030504020204" pitchFamily="34" charset="0"/>
              </a:rPr>
              <a:t/>
            </a:r>
          </a:p>
        </p:txBody>
      </p:sp>
      <p:sp>
        <p:nvSpPr>
          <p:cNvPr id="127" name="圆角矩形 34">
            <a:extLst>
              <a:ext uri="{FF2B5EF4-FFF2-40B4-BE49-F238E27FC236}">
                <a16:creationId xmlns:a16="http://schemas.microsoft.com/office/drawing/2014/main" id="{0FA87316-82F7-FDF0-66A9-1F176497F377}"/>
              </a:ext>
            </a:extLst>
          </p:cNvPr>
          <p:cNvSpPr/>
          <p:nvPr/>
        </p:nvSpPr>
        <p:spPr>
          <a:xfrm>
            <a:off x="3452478" y="2506315"/>
            <a:ext cx="955248" cy="277325"/>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16"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28" name="圆角矩形 36">
            <a:extLst>
              <a:ext uri="{FF2B5EF4-FFF2-40B4-BE49-F238E27FC236}">
                <a16:creationId xmlns:a16="http://schemas.microsoft.com/office/drawing/2014/main" id="{767BD355-6D13-DD5F-DC9E-AEB637C7CFA7}"/>
              </a:ext>
            </a:extLst>
          </p:cNvPr>
          <p:cNvSpPr/>
          <p:nvPr/>
        </p:nvSpPr>
        <p:spPr>
          <a:xfrm>
            <a:off x="3452478" y="2866371"/>
            <a:ext cx="955248" cy="277325"/>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16"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Tree>
    <p:extLst>
      <p:ext uri="{BB962C8B-B14F-4D97-AF65-F5344CB8AC3E}">
        <p14:creationId xmlns:p14="http://schemas.microsoft.com/office/powerpoint/2010/main" val="1851778670"/>
      </p:ext>
    </p:extLst>
  </p:cSld>
  <p:clrMapOvr>
    <a:masterClrMapping/>
  </p:clrMapOvr>
</p:sld>
</file>

<file path=ppt/slides/vr_business_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R034 版本演进与阶段成果（结构示例）</a:t>
            </a:r>
          </a:p>
        </p:txBody>
      </p:sp>
      <p:sp>
        <p:nvSpPr>
          <p:cNvPr id="101" name="任意形状 24">
            <a:extLst>
              <a:ext uri="{FF2B5EF4-FFF2-40B4-BE49-F238E27FC236}">
                <a16:creationId xmlns:a16="http://schemas.microsoft.com/office/drawing/2014/main" id="{589DB928-8201-6837-E93E-98A3759AD553}"/>
              </a:ext>
            </a:extLst>
          </p:cNvPr>
          <p:cNvSpPr/>
          <p:nvPr/>
        </p:nvSpPr>
        <p:spPr>
          <a:xfrm rot="5400000">
            <a:off x="8192319" y="1987491"/>
            <a:ext cx="1491714" cy="4135849"/>
          </a:xfrm>
          <a:custGeom>
            <a:avLst/>
            <a:gdLst>
              <a:gd name="connsiteX0" fmla="*/ 0 w 2031185"/>
              <a:gd name="connsiteY0" fmla="*/ 863512 h 5111694"/>
              <a:gd name="connsiteX1" fmla="*/ 1025667 w 2031185"/>
              <a:gd name="connsiteY1" fmla="*/ 0 h 5111694"/>
              <a:gd name="connsiteX2" fmla="*/ 2031185 w 2031185"/>
              <a:gd name="connsiteY2" fmla="*/ 863512 h 5111694"/>
              <a:gd name="connsiteX3" fmla="*/ 1742831 w 2031185"/>
              <a:gd name="connsiteY3" fmla="*/ 863512 h 5111694"/>
              <a:gd name="connsiteX4" fmla="*/ 1742830 w 2031185"/>
              <a:gd name="connsiteY4" fmla="*/ 5111694 h 5111694"/>
              <a:gd name="connsiteX5" fmla="*/ 221224 w 2031185"/>
              <a:gd name="connsiteY5" fmla="*/ 5111694 h 5111694"/>
              <a:gd name="connsiteX6" fmla="*/ 221225 w 2031185"/>
              <a:gd name="connsiteY6" fmla="*/ 863512 h 5111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1185" h="5111694">
                <a:moveTo>
                  <a:pt x="0" y="863512"/>
                </a:moveTo>
                <a:lnTo>
                  <a:pt x="1025667" y="0"/>
                </a:lnTo>
                <a:lnTo>
                  <a:pt x="2031185" y="863512"/>
                </a:lnTo>
                <a:lnTo>
                  <a:pt x="1742831" y="863512"/>
                </a:lnTo>
                <a:lnTo>
                  <a:pt x="1742830" y="5111694"/>
                </a:lnTo>
                <a:lnTo>
                  <a:pt x="221224" y="5111694"/>
                </a:lnTo>
                <a:lnTo>
                  <a:pt x="221225" y="863512"/>
                </a:lnTo>
                <a:close/>
              </a:path>
            </a:pathLst>
          </a:cu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矩形 15">
            <a:extLst>
              <a:ext uri="{FF2B5EF4-FFF2-40B4-BE49-F238E27FC236}">
                <a16:creationId xmlns:a16="http://schemas.microsoft.com/office/drawing/2014/main" id="{3849D923-B0B5-5FD8-8478-7120D658F126}"/>
              </a:ext>
            </a:extLst>
          </p:cNvPr>
          <p:cNvSpPr/>
          <p:nvPr/>
        </p:nvSpPr>
        <p:spPr>
          <a:xfrm>
            <a:off x="4975776" y="2783185"/>
            <a:ext cx="3445169" cy="1117476"/>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3" name="三角形 17">
            <a:extLst>
              <a:ext uri="{FF2B5EF4-FFF2-40B4-BE49-F238E27FC236}">
                <a16:creationId xmlns:a16="http://schemas.microsoft.com/office/drawing/2014/main" id="{B1C7B505-3F38-675E-CB4B-F151952311E7}"/>
              </a:ext>
            </a:extLst>
          </p:cNvPr>
          <p:cNvSpPr/>
          <p:nvPr/>
        </p:nvSpPr>
        <p:spPr>
          <a:xfrm rot="5400000" flipH="1">
            <a:off x="7490845" y="3280069"/>
            <a:ext cx="309508" cy="1550693"/>
          </a:xfrm>
          <a:prstGeom prst="triangle">
            <a:avLst>
              <a:gd name="adj" fmla="val 10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4" name="矩形 14">
            <a:extLst>
              <a:ext uri="{FF2B5EF4-FFF2-40B4-BE49-F238E27FC236}">
                <a16:creationId xmlns:a16="http://schemas.microsoft.com/office/drawing/2014/main" id="{500C6E30-3F0E-D65A-A29D-A8D5280A9D9E}"/>
              </a:ext>
            </a:extLst>
          </p:cNvPr>
          <p:cNvSpPr/>
          <p:nvPr/>
        </p:nvSpPr>
        <p:spPr>
          <a:xfrm>
            <a:off x="3081300" y="2094342"/>
            <a:ext cx="3445169" cy="1117476"/>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5" name="三角形 18">
            <a:extLst>
              <a:ext uri="{FF2B5EF4-FFF2-40B4-BE49-F238E27FC236}">
                <a16:creationId xmlns:a16="http://schemas.microsoft.com/office/drawing/2014/main" id="{1172E243-B278-FCB8-82F6-D508F0A4B18F}"/>
              </a:ext>
            </a:extLst>
          </p:cNvPr>
          <p:cNvSpPr/>
          <p:nvPr/>
        </p:nvSpPr>
        <p:spPr>
          <a:xfrm rot="5400000" flipH="1">
            <a:off x="5598804" y="2592016"/>
            <a:ext cx="309508" cy="1550693"/>
          </a:xfrm>
          <a:prstGeom prst="triangle">
            <a:avLst>
              <a:gd name="adj" fmla="val 10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6" name="三角形 19">
            <a:extLst>
              <a:ext uri="{FF2B5EF4-FFF2-40B4-BE49-F238E27FC236}">
                <a16:creationId xmlns:a16="http://schemas.microsoft.com/office/drawing/2014/main" id="{F1414724-E5D6-41DD-80B2-7648FF110F35}"/>
              </a:ext>
            </a:extLst>
          </p:cNvPr>
          <p:cNvSpPr/>
          <p:nvPr/>
        </p:nvSpPr>
        <p:spPr>
          <a:xfrm rot="5400000" flipH="1">
            <a:off x="3697703" y="1894973"/>
            <a:ext cx="309508" cy="1550693"/>
          </a:xfrm>
          <a:prstGeom prst="triangle">
            <a:avLst>
              <a:gd name="adj" fmla="val 10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7" name="文本框 26">
            <a:extLst>
              <a:ext uri="{FF2B5EF4-FFF2-40B4-BE49-F238E27FC236}">
                <a16:creationId xmlns:a16="http://schemas.microsoft.com/office/drawing/2014/main" id="{2A03C19B-B326-568A-883F-929A4291A096}"/>
              </a:ext>
            </a:extLst>
          </p:cNvPr>
          <p:cNvSpPr txBox="1"/>
          <p:nvPr/>
        </p:nvSpPr>
        <p:spPr>
          <a:xfrm>
            <a:off x="1186823" y="3810058"/>
            <a:ext cx="1818919" cy="375006"/>
          </a:xfrm>
          <a:prstGeom prst="rect">
            <a:avLst/>
          </a:prstGeom>
          <a:noFill/>
        </p:spPr>
        <p:txBody>
          <a:bodyPr wrap="square" rtlCol="0">
            <a:spAutoFit/>
          </a:bodyPr>
          <a:lstStyle/>
          <a:p>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915" b="1" dirty="0">
                <a:solidFill>
                  <a:srgbClr val="336699"/>
                </a:solidFill>
                <a:latin typeface="微软雅黑" panose="020B0503020204020204" pitchFamily="34" charset="-122"/>
                <a:ea typeface="微软雅黑" panose="020B0503020204020204" pitchFamily="34" charset="-122"/>
                <a:cs typeface="微软雅黑" pitchFamily="18" charset="-122"/>
              </a:rPr>
              <a:t>1.0</a:t>
            </a: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阶段</a:t>
            </a:r>
          </a:p>
        </p:txBody>
      </p:sp>
      <p:sp>
        <p:nvSpPr>
          <p:cNvPr id="108" name="文本框 27">
            <a:extLst>
              <a:ext uri="{FF2B5EF4-FFF2-40B4-BE49-F238E27FC236}">
                <a16:creationId xmlns:a16="http://schemas.microsoft.com/office/drawing/2014/main" id="{7A5FF9CD-4EE5-2A13-A014-6B9094DC1473}"/>
              </a:ext>
            </a:extLst>
          </p:cNvPr>
          <p:cNvSpPr txBox="1"/>
          <p:nvPr/>
        </p:nvSpPr>
        <p:spPr>
          <a:xfrm>
            <a:off x="1186823" y="4214425"/>
            <a:ext cx="1818919" cy="458490"/>
          </a:xfrm>
          <a:prstGeom prst="rect">
            <a:avLst/>
          </a:prstGeom>
          <a:noFill/>
        </p:spPr>
        <p:txBody>
          <a:bodyPr wrap="square" rtlCol="0">
            <a:spAutoFit/>
          </a:bodyPr>
          <a:lstStyle/>
          <a:p>
            <a:pPr>
              <a:lnSpc>
                <a:spcPct val="150000"/>
              </a:lnSpc>
            </a:pPr>
            <a:r>
              <a:rPr kumimoji="1" lang="zh-CN" altLang="en-US" sz="870"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09" name="文本框 28">
            <a:extLst>
              <a:ext uri="{FF2B5EF4-FFF2-40B4-BE49-F238E27FC236}">
                <a16:creationId xmlns:a16="http://schemas.microsoft.com/office/drawing/2014/main" id="{D3EC85B0-16F1-E295-3625-6869BEB11131}"/>
              </a:ext>
            </a:extLst>
          </p:cNvPr>
          <p:cNvSpPr txBox="1"/>
          <p:nvPr/>
        </p:nvSpPr>
        <p:spPr>
          <a:xfrm>
            <a:off x="3082732" y="3811021"/>
            <a:ext cx="1818919" cy="375006"/>
          </a:xfrm>
          <a:prstGeom prst="rect">
            <a:avLst/>
          </a:prstGeom>
          <a:noFill/>
        </p:spPr>
        <p:txBody>
          <a:bodyPr wrap="square" rtlCol="0">
            <a:spAutoFit/>
          </a:bodyPr>
          <a:lstStyle/>
          <a:p>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915" b="1" dirty="0">
                <a:solidFill>
                  <a:srgbClr val="336699"/>
                </a:solidFill>
                <a:latin typeface="微软雅黑" panose="020B0503020204020204" pitchFamily="34" charset="-122"/>
                <a:ea typeface="微软雅黑" panose="020B0503020204020204" pitchFamily="34" charset="-122"/>
                <a:cs typeface="微软雅黑" pitchFamily="18" charset="-122"/>
              </a:rPr>
              <a:t>2.0</a:t>
            </a: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阶段</a:t>
            </a:r>
          </a:p>
        </p:txBody>
      </p:sp>
      <p:sp>
        <p:nvSpPr>
          <p:cNvPr id="110" name="文本框 29">
            <a:extLst>
              <a:ext uri="{FF2B5EF4-FFF2-40B4-BE49-F238E27FC236}">
                <a16:creationId xmlns:a16="http://schemas.microsoft.com/office/drawing/2014/main" id="{966BFFAB-99C4-641F-B2A7-C5B5C5531EDA}"/>
              </a:ext>
            </a:extLst>
          </p:cNvPr>
          <p:cNvSpPr txBox="1"/>
          <p:nvPr/>
        </p:nvSpPr>
        <p:spPr>
          <a:xfrm>
            <a:off x="3082732" y="4215388"/>
            <a:ext cx="1818919" cy="458490"/>
          </a:xfrm>
          <a:prstGeom prst="rect">
            <a:avLst/>
          </a:prstGeom>
          <a:noFill/>
        </p:spPr>
        <p:txBody>
          <a:bodyPr wrap="square" rtlCol="0">
            <a:spAutoFit/>
          </a:bodyPr>
          <a:lstStyle/>
          <a:p>
            <a:pPr>
              <a:lnSpc>
                <a:spcPct val="150000"/>
              </a:lnSpc>
            </a:pPr>
            <a:r>
              <a:rPr kumimoji="1" lang="zh-CN" altLang="en-US" sz="870"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11" name="文本框 30">
            <a:extLst>
              <a:ext uri="{FF2B5EF4-FFF2-40B4-BE49-F238E27FC236}">
                <a16:creationId xmlns:a16="http://schemas.microsoft.com/office/drawing/2014/main" id="{AF01CC97-6FD0-1D99-31EF-0B239858D985}"/>
              </a:ext>
            </a:extLst>
          </p:cNvPr>
          <p:cNvSpPr txBox="1"/>
          <p:nvPr/>
        </p:nvSpPr>
        <p:spPr>
          <a:xfrm>
            <a:off x="6592671" y="1459181"/>
            <a:ext cx="1818919" cy="375006"/>
          </a:xfrm>
          <a:prstGeom prst="rect">
            <a:avLst/>
          </a:prstGeom>
          <a:noFill/>
        </p:spPr>
        <p:txBody>
          <a:bodyPr wrap="square" rtlCol="0">
            <a:spAutoFit/>
          </a:bodyPr>
          <a:lstStyle/>
          <a:p>
            <a:pPr algn="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915" b="1" dirty="0">
                <a:solidFill>
                  <a:srgbClr val="336699"/>
                </a:solidFill>
                <a:latin typeface="微软雅黑" panose="020B0503020204020204" pitchFamily="34" charset="-122"/>
                <a:ea typeface="微软雅黑" panose="020B0503020204020204" pitchFamily="34" charset="-122"/>
                <a:cs typeface="微软雅黑" pitchFamily="18" charset="-122"/>
              </a:rPr>
              <a:t>3.0</a:t>
            </a: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阶段</a:t>
            </a:r>
          </a:p>
        </p:txBody>
      </p:sp>
      <p:sp>
        <p:nvSpPr>
          <p:cNvPr id="112" name="文本框 31">
            <a:extLst>
              <a:ext uri="{FF2B5EF4-FFF2-40B4-BE49-F238E27FC236}">
                <a16:creationId xmlns:a16="http://schemas.microsoft.com/office/drawing/2014/main" id="{FC75F852-45E1-4A5C-3563-BDEF6D2D99B1}"/>
              </a:ext>
            </a:extLst>
          </p:cNvPr>
          <p:cNvSpPr txBox="1"/>
          <p:nvPr/>
        </p:nvSpPr>
        <p:spPr>
          <a:xfrm>
            <a:off x="6592671" y="1863549"/>
            <a:ext cx="1818919" cy="458490"/>
          </a:xfrm>
          <a:prstGeom prst="rect">
            <a:avLst/>
          </a:prstGeom>
          <a:noFill/>
        </p:spPr>
        <p:txBody>
          <a:bodyPr wrap="square" rtlCol="0">
            <a:spAutoFit/>
          </a:bodyPr>
          <a:lstStyle/>
          <a:p>
            <a:pPr algn="r">
              <a:lnSpc>
                <a:spcPct val="150000"/>
              </a:lnSpc>
            </a:pPr>
            <a:r>
              <a:rPr kumimoji="1" lang="zh-CN" altLang="en-US" sz="870"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13" name="文本框 32">
            <a:extLst>
              <a:ext uri="{FF2B5EF4-FFF2-40B4-BE49-F238E27FC236}">
                <a16:creationId xmlns:a16="http://schemas.microsoft.com/office/drawing/2014/main" id="{03F78C37-6180-6B65-3DB5-C6E9FF7EE0A1}"/>
              </a:ext>
            </a:extLst>
          </p:cNvPr>
          <p:cNvSpPr txBox="1"/>
          <p:nvPr/>
        </p:nvSpPr>
        <p:spPr>
          <a:xfrm>
            <a:off x="9144961" y="1459181"/>
            <a:ext cx="1818919" cy="375006"/>
          </a:xfrm>
          <a:prstGeom prst="rect">
            <a:avLst/>
          </a:prstGeom>
          <a:noFill/>
        </p:spPr>
        <p:txBody>
          <a:bodyPr wrap="square" rtlCol="0">
            <a:spAutoFit/>
          </a:bodyPr>
          <a:lstStyle/>
          <a:p>
            <a:pPr algn="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915" b="1" dirty="0">
                <a:solidFill>
                  <a:srgbClr val="336699"/>
                </a:solidFill>
                <a:latin typeface="微软雅黑" panose="020B0503020204020204" pitchFamily="34" charset="-122"/>
                <a:ea typeface="微软雅黑" panose="020B0503020204020204" pitchFamily="34" charset="-122"/>
                <a:cs typeface="微软雅黑" pitchFamily="18" charset="-122"/>
              </a:rPr>
              <a:t>4.0</a:t>
            </a:r>
            <a:r>
              <a:rPr kumimoji="1" lang="zh-CN" altLang="en-US" sz="1915" b="1" dirty="0">
                <a:solidFill>
                  <a:srgbClr val="336699"/>
                </a:solidFill>
                <a:latin typeface="微软雅黑" panose="020B0503020204020204" pitchFamily="34" charset="-122"/>
                <a:ea typeface="微软雅黑" panose="020B0503020204020204" pitchFamily="34" charset="-122"/>
                <a:cs typeface="微软雅黑" pitchFamily="18" charset="-122"/>
              </a:rPr>
              <a:t>阶段</a:t>
            </a:r>
          </a:p>
        </p:txBody>
      </p:sp>
      <p:sp>
        <p:nvSpPr>
          <p:cNvPr id="114" name="文本框 33">
            <a:extLst>
              <a:ext uri="{FF2B5EF4-FFF2-40B4-BE49-F238E27FC236}">
                <a16:creationId xmlns:a16="http://schemas.microsoft.com/office/drawing/2014/main" id="{1D297E64-B9F8-4C44-5892-C5C157EA0693}"/>
              </a:ext>
            </a:extLst>
          </p:cNvPr>
          <p:cNvSpPr txBox="1"/>
          <p:nvPr/>
        </p:nvSpPr>
        <p:spPr>
          <a:xfrm>
            <a:off x="9144961" y="1863549"/>
            <a:ext cx="1818919" cy="458490"/>
          </a:xfrm>
          <a:prstGeom prst="rect">
            <a:avLst/>
          </a:prstGeom>
          <a:noFill/>
        </p:spPr>
        <p:txBody>
          <a:bodyPr wrap="square" rtlCol="0">
            <a:spAutoFit/>
          </a:bodyPr>
          <a:lstStyle/>
          <a:p>
            <a:pPr algn="r">
              <a:lnSpc>
                <a:spcPct val="150000"/>
              </a:lnSpc>
            </a:pPr>
            <a:r>
              <a:rPr kumimoji="1" lang="zh-CN" altLang="en-US" sz="870" dirty="0">
                <a:solidFill>
                  <a:srgbClr val="7A8C8E"/>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cxnSp>
        <p:nvCxnSpPr>
          <p:cNvPr id="115" name="直线连接符 35">
            <a:extLst>
              <a:ext uri="{FF2B5EF4-FFF2-40B4-BE49-F238E27FC236}">
                <a16:creationId xmlns:a16="http://schemas.microsoft.com/office/drawing/2014/main" id="{C9E1C1D1-A4E2-9520-E86B-FCB7CE02F8DB}"/>
              </a:ext>
            </a:extLst>
          </p:cNvPr>
          <p:cNvCxnSpPr>
            <a:cxnSpLocks/>
          </p:cNvCxnSpPr>
          <p:nvPr/>
        </p:nvCxnSpPr>
        <p:spPr>
          <a:xfrm>
            <a:off x="1186823" y="1403474"/>
            <a:ext cx="0" cy="3544048"/>
          </a:xfrm>
          <a:prstGeom prst="line">
            <a:avLst/>
          </a:prstGeom>
          <a:ln w="9525"/>
        </p:spPr>
        <p:style>
          <a:lnRef idx="1">
            <a:srgbClr val="336699"/>
          </a:lnRef>
          <a:fillRef idx="0">
            <a:srgbClr val="336699"/>
          </a:fillRef>
          <a:effectRef idx="0">
            <a:srgbClr val="336699"/>
          </a:effectRef>
          <a:fontRef idx="minor">
            <a:srgbClr val="333333"/>
          </a:fontRef>
        </p:style>
      </p:cxnSp>
      <p:cxnSp>
        <p:nvCxnSpPr>
          <p:cNvPr id="116" name="直线连接符 36">
            <a:extLst>
              <a:ext uri="{FF2B5EF4-FFF2-40B4-BE49-F238E27FC236}">
                <a16:creationId xmlns:a16="http://schemas.microsoft.com/office/drawing/2014/main" id="{9000EC65-8E0F-28A0-626A-BFA177DA92B5}"/>
              </a:ext>
            </a:extLst>
          </p:cNvPr>
          <p:cNvCxnSpPr>
            <a:cxnSpLocks/>
          </p:cNvCxnSpPr>
          <p:nvPr/>
        </p:nvCxnSpPr>
        <p:spPr>
          <a:xfrm>
            <a:off x="3077111" y="2475729"/>
            <a:ext cx="1574" cy="2467943"/>
          </a:xfrm>
          <a:prstGeom prst="line">
            <a:avLst/>
          </a:prstGeom>
          <a:ln w="9525"/>
        </p:spPr>
        <p:style>
          <a:lnRef idx="1">
            <a:srgbClr val="336699"/>
          </a:lnRef>
          <a:fillRef idx="0">
            <a:srgbClr val="336699"/>
          </a:fillRef>
          <a:effectRef idx="0">
            <a:srgbClr val="336699"/>
          </a:effectRef>
          <a:fontRef idx="minor">
            <a:srgbClr val="333333"/>
          </a:fontRef>
        </p:style>
      </p:cxnSp>
      <p:cxnSp>
        <p:nvCxnSpPr>
          <p:cNvPr id="117" name="直线连接符 38">
            <a:extLst>
              <a:ext uri="{FF2B5EF4-FFF2-40B4-BE49-F238E27FC236}">
                <a16:creationId xmlns:a16="http://schemas.microsoft.com/office/drawing/2014/main" id="{728DDC4C-ADCA-63C2-96F9-9CD2B200D1C8}"/>
              </a:ext>
            </a:extLst>
          </p:cNvPr>
          <p:cNvCxnSpPr>
            <a:cxnSpLocks/>
          </p:cNvCxnSpPr>
          <p:nvPr/>
        </p:nvCxnSpPr>
        <p:spPr>
          <a:xfrm>
            <a:off x="8425448" y="1398534"/>
            <a:ext cx="0" cy="2502127"/>
          </a:xfrm>
          <a:prstGeom prst="line">
            <a:avLst/>
          </a:prstGeom>
          <a:ln w="9525"/>
        </p:spPr>
        <p:style>
          <a:lnRef idx="1">
            <a:srgbClr val="336699"/>
          </a:lnRef>
          <a:fillRef idx="0">
            <a:srgbClr val="336699"/>
          </a:fillRef>
          <a:effectRef idx="0">
            <a:srgbClr val="336699"/>
          </a:effectRef>
          <a:fontRef idx="minor">
            <a:srgbClr val="333333"/>
          </a:fontRef>
        </p:style>
      </p:cxnSp>
      <p:cxnSp>
        <p:nvCxnSpPr>
          <p:cNvPr id="118" name="直线连接符 39">
            <a:extLst>
              <a:ext uri="{FF2B5EF4-FFF2-40B4-BE49-F238E27FC236}">
                <a16:creationId xmlns:a16="http://schemas.microsoft.com/office/drawing/2014/main" id="{41E44EFC-E235-C1FF-CBDC-B5CB9AB18CAD}"/>
              </a:ext>
            </a:extLst>
          </p:cNvPr>
          <p:cNvCxnSpPr>
            <a:cxnSpLocks/>
            <a:endCxn id="101" idx="1"/>
          </p:cNvCxnSpPr>
          <p:nvPr/>
        </p:nvCxnSpPr>
        <p:spPr>
          <a:xfrm>
            <a:off x="11000713" y="1398534"/>
            <a:ext cx="5387" cy="2664280"/>
          </a:xfrm>
          <a:prstGeom prst="line">
            <a:avLst/>
          </a:prstGeom>
          <a:ln w="9525"/>
        </p:spPr>
        <p:style>
          <a:lnRef idx="1">
            <a:srgbClr val="336699"/>
          </a:lnRef>
          <a:fillRef idx="0">
            <a:srgbClr val="336699"/>
          </a:fillRef>
          <a:effectRef idx="0">
            <a:srgbClr val="336699"/>
          </a:effectRef>
          <a:fontRef idx="minor">
            <a:srgbClr val="333333"/>
          </a:fontRef>
        </p:style>
      </p:cxnSp>
      <p:sp>
        <p:nvSpPr>
          <p:cNvPr id="119" name="文本框 51">
            <a:extLst>
              <a:ext uri="{FF2B5EF4-FFF2-40B4-BE49-F238E27FC236}">
                <a16:creationId xmlns:a16="http://schemas.microsoft.com/office/drawing/2014/main" id="{FD8F2F9B-2EE1-498E-6FE8-C8FAA4CAB89B}"/>
              </a:ext>
            </a:extLst>
          </p:cNvPr>
          <p:cNvSpPr txBox="1"/>
          <p:nvPr/>
        </p:nvSpPr>
        <p:spPr>
          <a:xfrm>
            <a:off x="4838064" y="2251256"/>
            <a:ext cx="1516768" cy="375006"/>
          </a:xfrm>
          <a:prstGeom prst="rect">
            <a:avLst/>
          </a:prstGeom>
          <a:noFill/>
        </p:spPr>
        <p:txBody>
          <a:bodyPr wrap="none" rtlCol="0">
            <a:spAutoFit/>
          </a:bodyPr>
          <a:lstStyle/>
          <a:p>
            <a:pPr algn="r"/>
            <a:r>
              <a:rPr kumimoji="1" lang="en-US" altLang="zh-CN" sz="1915" b="1" dirty="0">
                <a:solidFill>
                  <a:srgbClr val="FFFFFF"/>
                </a:solidFill>
                <a:latin typeface="微软雅黑" panose="020B0503020204020204" pitchFamily="34" charset="-122"/>
                <a:ea typeface="微软雅黑" panose="020B0503020204020204" pitchFamily="34" charset="-122"/>
                <a:cs typeface="微软雅黑" pitchFamily="18" charset="-122"/>
              </a:rPr>
              <a:t>02.</a:t>
            </a:r>
            <a:r>
              <a:rPr kumimoji="1" lang="zh-CN" altLang="en-US" sz="1915" b="1" dirty="0">
                <a:solidFill>
                  <a:srgbClr val="FFFFFF"/>
                </a:solidFill>
                <a:latin typeface="微软雅黑" panose="020B0503020204020204" pitchFamily="34" charset="-122"/>
                <a:ea typeface="微软雅黑" panose="020B0503020204020204" pitchFamily="34" charset="-122"/>
                <a:cs typeface="微软雅黑" pitchFamily="18" charset="-122"/>
              </a:rPr>
              <a:t>设计规划</a:t>
            </a:r>
          </a:p>
        </p:txBody>
      </p:sp>
      <p:sp>
        <p:nvSpPr>
          <p:cNvPr id="120" name="文本框 52">
            <a:extLst>
              <a:ext uri="{FF2B5EF4-FFF2-40B4-BE49-F238E27FC236}">
                <a16:creationId xmlns:a16="http://schemas.microsoft.com/office/drawing/2014/main" id="{9317BB3B-9E84-F6C3-BE33-C9872EFD4A27}"/>
              </a:ext>
            </a:extLst>
          </p:cNvPr>
          <p:cNvSpPr txBox="1"/>
          <p:nvPr/>
        </p:nvSpPr>
        <p:spPr>
          <a:xfrm>
            <a:off x="4059801" y="2666155"/>
            <a:ext cx="2271624" cy="458490"/>
          </a:xfrm>
          <a:prstGeom prst="rect">
            <a:avLst/>
          </a:prstGeom>
          <a:noFill/>
        </p:spPr>
        <p:txBody>
          <a:bodyPr wrap="square" rtlCol="0">
            <a:spAutoFit/>
          </a:bodyPr>
          <a:lstStyle/>
          <a:p>
            <a:pPr algn="r">
              <a:lnSpc>
                <a:spcPct val="150000"/>
              </a:lnSpc>
            </a:pPr>
            <a:r>
              <a:rPr kumimoji="1" lang="zh-CN" altLang="en-US" sz="870" dirty="0">
                <a:solidFill>
                  <a:srgbClr val="FFFFFF"/>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1" name="文本框 53">
            <a:extLst>
              <a:ext uri="{FF2B5EF4-FFF2-40B4-BE49-F238E27FC236}">
                <a16:creationId xmlns:a16="http://schemas.microsoft.com/office/drawing/2014/main" id="{2A668379-6760-5EB0-B281-520A819EEF6A}"/>
              </a:ext>
            </a:extLst>
          </p:cNvPr>
          <p:cNvSpPr txBox="1"/>
          <p:nvPr/>
        </p:nvSpPr>
        <p:spPr>
          <a:xfrm>
            <a:off x="6733973" y="2944822"/>
            <a:ext cx="1516768" cy="375006"/>
          </a:xfrm>
          <a:prstGeom prst="rect">
            <a:avLst/>
          </a:prstGeom>
          <a:noFill/>
        </p:spPr>
        <p:txBody>
          <a:bodyPr wrap="none" rtlCol="0">
            <a:spAutoFit/>
          </a:bodyPr>
          <a:lstStyle/>
          <a:p>
            <a:pPr algn="r"/>
            <a:r>
              <a:rPr kumimoji="1" lang="en-US" altLang="zh-CN" sz="1915" b="1" dirty="0">
                <a:solidFill>
                  <a:srgbClr val="FFFFFF"/>
                </a:solidFill>
                <a:latin typeface="微软雅黑" panose="020B0503020204020204" pitchFamily="34" charset="-122"/>
                <a:ea typeface="微软雅黑" panose="020B0503020204020204" pitchFamily="34" charset="-122"/>
                <a:cs typeface="微软雅黑" pitchFamily="18" charset="-122"/>
              </a:rPr>
              <a:t>03.</a:t>
            </a:r>
            <a:r>
              <a:rPr kumimoji="1" lang="zh-CN" altLang="en-US" sz="1915" b="1" dirty="0">
                <a:solidFill>
                  <a:srgbClr val="FFFFFF"/>
                </a:solidFill>
                <a:latin typeface="微软雅黑" panose="020B0503020204020204" pitchFamily="34" charset="-122"/>
                <a:ea typeface="微软雅黑" panose="020B0503020204020204" pitchFamily="34" charset="-122"/>
                <a:cs typeface="微软雅黑" pitchFamily="18" charset="-122"/>
              </a:rPr>
              <a:t>开发测试</a:t>
            </a:r>
          </a:p>
        </p:txBody>
      </p:sp>
      <p:sp>
        <p:nvSpPr>
          <p:cNvPr id="122" name="文本框 54">
            <a:extLst>
              <a:ext uri="{FF2B5EF4-FFF2-40B4-BE49-F238E27FC236}">
                <a16:creationId xmlns:a16="http://schemas.microsoft.com/office/drawing/2014/main" id="{432C8AF6-3DE6-7F33-97BC-752947E8D734}"/>
              </a:ext>
            </a:extLst>
          </p:cNvPr>
          <p:cNvSpPr txBox="1"/>
          <p:nvPr/>
        </p:nvSpPr>
        <p:spPr>
          <a:xfrm>
            <a:off x="5955710" y="3359721"/>
            <a:ext cx="2271624" cy="458490"/>
          </a:xfrm>
          <a:prstGeom prst="rect">
            <a:avLst/>
          </a:prstGeom>
          <a:noFill/>
        </p:spPr>
        <p:txBody>
          <a:bodyPr wrap="square" rtlCol="0">
            <a:spAutoFit/>
          </a:bodyPr>
          <a:lstStyle/>
          <a:p>
            <a:pPr algn="r">
              <a:lnSpc>
                <a:spcPct val="150000"/>
              </a:lnSpc>
            </a:pPr>
            <a:r>
              <a:rPr kumimoji="1" lang="zh-CN" altLang="en-US" sz="870" dirty="0">
                <a:solidFill>
                  <a:srgbClr val="FFFFFF"/>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3" name="文本框 55">
            <a:extLst>
              <a:ext uri="{FF2B5EF4-FFF2-40B4-BE49-F238E27FC236}">
                <a16:creationId xmlns:a16="http://schemas.microsoft.com/office/drawing/2014/main" id="{3C069786-CD7D-C753-77CE-99CAEB0502D4}"/>
              </a:ext>
            </a:extLst>
          </p:cNvPr>
          <p:cNvSpPr txBox="1"/>
          <p:nvPr/>
        </p:nvSpPr>
        <p:spPr>
          <a:xfrm>
            <a:off x="8664992" y="3628944"/>
            <a:ext cx="1516768" cy="375006"/>
          </a:xfrm>
          <a:prstGeom prst="rect">
            <a:avLst/>
          </a:prstGeom>
          <a:noFill/>
        </p:spPr>
        <p:txBody>
          <a:bodyPr wrap="none" rtlCol="0">
            <a:spAutoFit/>
          </a:bodyPr>
          <a:lstStyle/>
          <a:p>
            <a:pPr algn="r"/>
            <a:r>
              <a:rPr kumimoji="1" lang="en-US" altLang="zh-CN" sz="1915" b="1" dirty="0">
                <a:solidFill>
                  <a:srgbClr val="FFFFFF"/>
                </a:solidFill>
                <a:latin typeface="微软雅黑" panose="020B0503020204020204" pitchFamily="34" charset="-122"/>
                <a:ea typeface="微软雅黑" panose="020B0503020204020204" pitchFamily="34" charset="-122"/>
                <a:cs typeface="微软雅黑" pitchFamily="18" charset="-122"/>
              </a:rPr>
              <a:t>04.</a:t>
            </a:r>
            <a:r>
              <a:rPr kumimoji="1" lang="zh-CN" altLang="en-US" sz="1915" b="1" dirty="0">
                <a:solidFill>
                  <a:srgbClr val="FFFFFF"/>
                </a:solidFill>
                <a:latin typeface="微软雅黑" panose="020B0503020204020204" pitchFamily="34" charset="-122"/>
                <a:ea typeface="微软雅黑" panose="020B0503020204020204" pitchFamily="34" charset="-122"/>
                <a:cs typeface="微软雅黑" pitchFamily="18" charset="-122"/>
              </a:rPr>
              <a:t>产品推广</a:t>
            </a:r>
          </a:p>
        </p:txBody>
      </p:sp>
      <p:sp>
        <p:nvSpPr>
          <p:cNvPr id="124" name="文本框 56">
            <a:extLst>
              <a:ext uri="{FF2B5EF4-FFF2-40B4-BE49-F238E27FC236}">
                <a16:creationId xmlns:a16="http://schemas.microsoft.com/office/drawing/2014/main" id="{039313FB-39A1-1C4E-8AE7-050C93D85505}"/>
              </a:ext>
            </a:extLst>
          </p:cNvPr>
          <p:cNvSpPr txBox="1"/>
          <p:nvPr/>
        </p:nvSpPr>
        <p:spPr>
          <a:xfrm>
            <a:off x="7886729" y="4043842"/>
            <a:ext cx="2271624" cy="458490"/>
          </a:xfrm>
          <a:prstGeom prst="rect">
            <a:avLst/>
          </a:prstGeom>
          <a:noFill/>
        </p:spPr>
        <p:txBody>
          <a:bodyPr wrap="square" rtlCol="0">
            <a:spAutoFit/>
          </a:bodyPr>
          <a:lstStyle/>
          <a:p>
            <a:pPr algn="r">
              <a:lnSpc>
                <a:spcPct val="150000"/>
              </a:lnSpc>
            </a:pPr>
            <a:r>
              <a:rPr kumimoji="1" lang="zh-CN" altLang="en-US" sz="870" dirty="0">
                <a:solidFill>
                  <a:srgbClr val="FFFFFF"/>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
        <p:nvSpPr>
          <p:cNvPr id="125" name="椭圆 63">
            <a:extLst>
              <a:ext uri="{FF2B5EF4-FFF2-40B4-BE49-F238E27FC236}">
                <a16:creationId xmlns:a16="http://schemas.microsoft.com/office/drawing/2014/main" id="{50A39D90-5B1A-D4F3-1039-6BA11434F128}"/>
              </a:ext>
            </a:extLst>
          </p:cNvPr>
          <p:cNvSpPr/>
          <p:nvPr/>
        </p:nvSpPr>
        <p:spPr>
          <a:xfrm>
            <a:off x="1140126" y="4891881"/>
            <a:ext cx="91627" cy="91627"/>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6" name="椭圆 64">
            <a:extLst>
              <a:ext uri="{FF2B5EF4-FFF2-40B4-BE49-F238E27FC236}">
                <a16:creationId xmlns:a16="http://schemas.microsoft.com/office/drawing/2014/main" id="{37165B3C-EBAD-C0A9-39E6-B61447C6F43C}"/>
              </a:ext>
            </a:extLst>
          </p:cNvPr>
          <p:cNvSpPr/>
          <p:nvPr/>
        </p:nvSpPr>
        <p:spPr>
          <a:xfrm>
            <a:off x="3007606" y="5654629"/>
            <a:ext cx="91627" cy="91627"/>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7" name="椭圆 65">
            <a:extLst>
              <a:ext uri="{FF2B5EF4-FFF2-40B4-BE49-F238E27FC236}">
                <a16:creationId xmlns:a16="http://schemas.microsoft.com/office/drawing/2014/main" id="{8243D248-900B-F9B8-339A-4163C20F3085}"/>
              </a:ext>
            </a:extLst>
          </p:cNvPr>
          <p:cNvSpPr/>
          <p:nvPr/>
        </p:nvSpPr>
        <p:spPr>
          <a:xfrm>
            <a:off x="8383770" y="1336798"/>
            <a:ext cx="91627" cy="91627"/>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8" name="椭圆 66">
            <a:extLst>
              <a:ext uri="{FF2B5EF4-FFF2-40B4-BE49-F238E27FC236}">
                <a16:creationId xmlns:a16="http://schemas.microsoft.com/office/drawing/2014/main" id="{EEBE5463-5E77-8D0B-E299-982505E5C673}"/>
              </a:ext>
            </a:extLst>
          </p:cNvPr>
          <p:cNvSpPr/>
          <p:nvPr/>
        </p:nvSpPr>
        <p:spPr>
          <a:xfrm>
            <a:off x="10956902" y="1336798"/>
            <a:ext cx="91627" cy="91627"/>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9" name="小李PPT5">
            <a:extLst>
              <a:ext uri="{FF2B5EF4-FFF2-40B4-BE49-F238E27FC236}">
                <a16:creationId xmlns:a16="http://schemas.microsoft.com/office/drawing/2014/main" id="{1A4729A9-6492-2D26-6FB2-798D07A4DB00}"/>
              </a:ext>
            </a:extLst>
          </p:cNvPr>
          <p:cNvSpPr/>
          <p:nvPr>
            <p:custDataLst>
              <p:tags r:id="rId1"/>
            </p:custDataLst>
          </p:nvPr>
        </p:nvSpPr>
        <p:spPr>
          <a:xfrm>
            <a:off x="790575" y="5384334"/>
            <a:ext cx="10610850" cy="784567"/>
          </a:xfrm>
          <a:prstGeom prst="rect">
            <a:avLst/>
          </a:prstGeom>
          <a:solidFill>
            <a:srgbClr val="336699"/>
          </a:solidFill>
          <a:ln w="6350">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741" b="0" i="0" u="none" strike="noStrike" kern="1200" cap="none" spc="0" normalizeH="0" baseline="0" noProof="0" dirty="0">
              <a:ln>
                <a:noFill/>
              </a:ln>
              <a:solidFill>
                <a:srgbClr val="F2F2F2"/>
              </a:solidFill>
              <a:effectLst/>
              <a:uLnTx/>
              <a:uFillTx/>
              <a:latin typeface="微软雅黑" panose="020B0503020204020204" pitchFamily="34" charset="-122"/>
              <a:ea typeface="微软雅黑" panose="020B0503020204020204" pitchFamily="34" charset="-122"/>
            </a:endParaRPr>
          </a:p>
        </p:txBody>
      </p:sp>
      <p:sp>
        <p:nvSpPr>
          <p:cNvPr id="130" name="文本框 72">
            <a:extLst>
              <a:ext uri="{FF2B5EF4-FFF2-40B4-BE49-F238E27FC236}">
                <a16:creationId xmlns:a16="http://schemas.microsoft.com/office/drawing/2014/main" id="{BC6C03A4-D71F-5F50-7F70-87FF462C98E8}"/>
              </a:ext>
            </a:extLst>
          </p:cNvPr>
          <p:cNvSpPr txBox="1"/>
          <p:nvPr/>
        </p:nvSpPr>
        <p:spPr>
          <a:xfrm>
            <a:off x="1434360" y="5534510"/>
            <a:ext cx="9378494" cy="408155"/>
          </a:xfrm>
          <a:prstGeom prst="rect">
            <a:avLst/>
          </a:prstGeom>
          <a:noFill/>
        </p:spPr>
        <p:txBody>
          <a:bodyPr wrap="square" rtlCol="0">
            <a:spAutoFit/>
          </a:bodyPr>
          <a:lstStyle/>
          <a:p>
            <a:pPr algn="ctr">
              <a:lnSpc>
                <a:spcPct val="150000"/>
              </a:lnSpc>
            </a:pPr>
            <a:r>
              <a:rPr lang="zh-CN" altLang="en-US"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产品推广是指企业产品（服务）问世后进入市场所经过的一个阶段，网络营销的服务之一。</a:t>
            </a:r>
            <a:endParaRPr kumimoji="1" lang="zh-CN" altLang="en-US"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1" name="椭圆 77">
            <a:extLst>
              <a:ext uri="{FF2B5EF4-FFF2-40B4-BE49-F238E27FC236}">
                <a16:creationId xmlns:a16="http://schemas.microsoft.com/office/drawing/2014/main" id="{780DD101-5E24-CB1A-0DF7-668A34296FB4}"/>
              </a:ext>
            </a:extLst>
          </p:cNvPr>
          <p:cNvSpPr/>
          <p:nvPr/>
        </p:nvSpPr>
        <p:spPr>
          <a:xfrm>
            <a:off x="3032872" y="4891881"/>
            <a:ext cx="91627" cy="91627"/>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2" name="矩形 10">
            <a:extLst>
              <a:ext uri="{FF2B5EF4-FFF2-40B4-BE49-F238E27FC236}">
                <a16:creationId xmlns:a16="http://schemas.microsoft.com/office/drawing/2014/main" id="{F3F4CA12-60E2-9C06-D946-F576AB35491B}"/>
              </a:ext>
            </a:extLst>
          </p:cNvPr>
          <p:cNvSpPr/>
          <p:nvPr/>
        </p:nvSpPr>
        <p:spPr>
          <a:xfrm>
            <a:off x="1186823" y="1405500"/>
            <a:ext cx="3445169" cy="1117476"/>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3" name="文本框 41">
            <a:extLst>
              <a:ext uri="{FF2B5EF4-FFF2-40B4-BE49-F238E27FC236}">
                <a16:creationId xmlns:a16="http://schemas.microsoft.com/office/drawing/2014/main" id="{A7507F02-9C32-CD16-30F1-A20FAC7EFAA5}"/>
              </a:ext>
            </a:extLst>
          </p:cNvPr>
          <p:cNvSpPr txBox="1"/>
          <p:nvPr/>
        </p:nvSpPr>
        <p:spPr>
          <a:xfrm>
            <a:off x="2944825" y="1543318"/>
            <a:ext cx="1516768" cy="375006"/>
          </a:xfrm>
          <a:prstGeom prst="rect">
            <a:avLst/>
          </a:prstGeom>
          <a:noFill/>
        </p:spPr>
        <p:txBody>
          <a:bodyPr wrap="none" rtlCol="0">
            <a:spAutoFit/>
          </a:bodyPr>
          <a:lstStyle/>
          <a:p>
            <a:pPr algn="r"/>
            <a:r>
              <a:rPr kumimoji="1" lang="en-US" altLang="zh-CN" sz="1915" b="1" dirty="0">
                <a:solidFill>
                  <a:srgbClr val="FFFFFF"/>
                </a:solidFill>
                <a:latin typeface="微软雅黑" panose="020B0503020204020204" pitchFamily="34" charset="-122"/>
                <a:ea typeface="微软雅黑" panose="020B0503020204020204" pitchFamily="34" charset="-122"/>
                <a:cs typeface="微软雅黑" pitchFamily="18" charset="-122"/>
              </a:rPr>
              <a:t>01.</a:t>
            </a:r>
            <a:r>
              <a:rPr kumimoji="1" lang="zh-CN" altLang="en-US" sz="1915" b="1" dirty="0">
                <a:solidFill>
                  <a:srgbClr val="FFFFFF"/>
                </a:solidFill>
                <a:latin typeface="微软雅黑" panose="020B0503020204020204" pitchFamily="34" charset="-122"/>
                <a:ea typeface="微软雅黑" panose="020B0503020204020204" pitchFamily="34" charset="-122"/>
                <a:cs typeface="微软雅黑" pitchFamily="18" charset="-122"/>
              </a:rPr>
              <a:t>调研分析</a:t>
            </a:r>
          </a:p>
        </p:txBody>
      </p:sp>
      <p:sp>
        <p:nvSpPr>
          <p:cNvPr id="134" name="文本框 42">
            <a:extLst>
              <a:ext uri="{FF2B5EF4-FFF2-40B4-BE49-F238E27FC236}">
                <a16:creationId xmlns:a16="http://schemas.microsoft.com/office/drawing/2014/main" id="{0EB29A46-2595-8CF1-5ED3-65F12E7AF0EF}"/>
              </a:ext>
            </a:extLst>
          </p:cNvPr>
          <p:cNvSpPr txBox="1"/>
          <p:nvPr/>
        </p:nvSpPr>
        <p:spPr>
          <a:xfrm>
            <a:off x="2166562" y="1958217"/>
            <a:ext cx="2271624" cy="458490"/>
          </a:xfrm>
          <a:prstGeom prst="rect">
            <a:avLst/>
          </a:prstGeom>
          <a:noFill/>
        </p:spPr>
        <p:txBody>
          <a:bodyPr wrap="square" rtlCol="0">
            <a:spAutoFit/>
          </a:bodyPr>
          <a:lstStyle/>
          <a:p>
            <a:pPr algn="r">
              <a:lnSpc>
                <a:spcPct val="150000"/>
              </a:lnSpc>
            </a:pPr>
            <a:r>
              <a:rPr kumimoji="1" lang="zh-CN" altLang="en-US" sz="870" dirty="0">
                <a:solidFill>
                  <a:srgbClr val="FFFFFF"/>
                </a:solidFill>
                <a:latin typeface="微软雅黑" panose="020B0503020204020204" pitchFamily="34" charset="-122"/>
                <a:ea typeface="微软雅黑" panose="020B0503020204020204" pitchFamily="34" charset="-122"/>
                <a:cs typeface="微软雅黑" pitchFamily="18" charset="-122"/>
              </a:rPr>
              <a:t>按照时间顺序进行工作任务的安排确保每个环节的任务顺利进行</a:t>
            </a:r>
          </a:p>
        </p:txBody>
      </p:sp>
    </p:spTree>
    <p:extLst>
      <p:ext uri="{BB962C8B-B14F-4D97-AF65-F5344CB8AC3E}">
        <p14:creationId xmlns:p14="http://schemas.microsoft.com/office/powerpoint/2010/main" val="1851778670"/>
      </p:ext>
    </p:extLst>
  </p:cSld>
  <p:clrMapOvr>
    <a:masterClrMapping/>
  </p:clrMapOvr>
</p:sld>
</file>

<file path=ppt/slides/vr_business_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R035 三阶段研究与行动（结构示例）</a:t>
            </a:r>
          </a:p>
        </p:txBody>
      </p:sp>
      <p:sp>
        <p:nvSpPr>
          <p:cNvPr id="101" name="圆角矩形 14">
            <a:extLst>
              <a:ext uri="{FF2B5EF4-FFF2-40B4-BE49-F238E27FC236}">
                <a16:creationId xmlns:a16="http://schemas.microsoft.com/office/drawing/2014/main" id="{263FAF29-9BAD-F83F-43AB-2B718F564185}"/>
              </a:ext>
            </a:extLst>
          </p:cNvPr>
          <p:cNvSpPr/>
          <p:nvPr/>
        </p:nvSpPr>
        <p:spPr>
          <a:xfrm>
            <a:off x="790575" y="1248132"/>
            <a:ext cx="10573755" cy="1566633"/>
          </a:xfrm>
          <a:prstGeom prst="roundRect">
            <a:avLst>
              <a:gd name="adj" fmla="val 18803"/>
            </a:avLst>
          </a:prstGeom>
          <a:solidFill>
            <a:srgbClr val="F2F6F7"/>
          </a:solidFill>
          <a:ln w="19050">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矩形 21">
            <a:extLst>
              <a:ext uri="{FF2B5EF4-FFF2-40B4-BE49-F238E27FC236}">
                <a16:creationId xmlns:a16="http://schemas.microsoft.com/office/drawing/2014/main" id="{BECBC6F7-D884-5DDC-6FA5-320DE0E14AEA}"/>
              </a:ext>
            </a:extLst>
          </p:cNvPr>
          <p:cNvSpPr/>
          <p:nvPr/>
        </p:nvSpPr>
        <p:spPr>
          <a:xfrm>
            <a:off x="827671" y="3315101"/>
            <a:ext cx="3524584" cy="2187982"/>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3" name="矩形 22">
            <a:extLst>
              <a:ext uri="{FF2B5EF4-FFF2-40B4-BE49-F238E27FC236}">
                <a16:creationId xmlns:a16="http://schemas.microsoft.com/office/drawing/2014/main" id="{85547B0E-BD44-D3D0-9591-FBE450C86D2A}"/>
              </a:ext>
            </a:extLst>
          </p:cNvPr>
          <p:cNvSpPr/>
          <p:nvPr/>
        </p:nvSpPr>
        <p:spPr>
          <a:xfrm>
            <a:off x="4352255" y="3315101"/>
            <a:ext cx="3524584" cy="2187982"/>
          </a:xfrm>
          <a:prstGeom prst="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4" name="矩形 23">
            <a:extLst>
              <a:ext uri="{FF2B5EF4-FFF2-40B4-BE49-F238E27FC236}">
                <a16:creationId xmlns:a16="http://schemas.microsoft.com/office/drawing/2014/main" id="{5B1B3CE9-8A5E-0F67-9591-12396F4790DF}"/>
              </a:ext>
            </a:extLst>
          </p:cNvPr>
          <p:cNvSpPr/>
          <p:nvPr/>
        </p:nvSpPr>
        <p:spPr>
          <a:xfrm>
            <a:off x="7876841" y="3315101"/>
            <a:ext cx="3524584" cy="2187982"/>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5" name="任意形状 34">
            <a:extLst>
              <a:ext uri="{FF2B5EF4-FFF2-40B4-BE49-F238E27FC236}">
                <a16:creationId xmlns:a16="http://schemas.microsoft.com/office/drawing/2014/main" id="{DAB229AC-1CED-5456-5F67-86DEAE1359DA}"/>
              </a:ext>
            </a:extLst>
          </p:cNvPr>
          <p:cNvSpPr/>
          <p:nvPr/>
        </p:nvSpPr>
        <p:spPr>
          <a:xfrm>
            <a:off x="4352254" y="3049152"/>
            <a:ext cx="3524584" cy="495431"/>
          </a:xfrm>
          <a:custGeom>
            <a:avLst/>
            <a:gdLst>
              <a:gd name="connsiteX0" fmla="*/ 0 w 3760824"/>
              <a:gd name="connsiteY0" fmla="*/ 0 h 528638"/>
              <a:gd name="connsiteX1" fmla="*/ 3760824 w 3760824"/>
              <a:gd name="connsiteY1" fmla="*/ 0 h 528638"/>
              <a:gd name="connsiteX2" fmla="*/ 3760824 w 3760824"/>
              <a:gd name="connsiteY2" fmla="*/ 528638 h 528638"/>
              <a:gd name="connsiteX3" fmla="*/ 0 w 3760824"/>
              <a:gd name="connsiteY3" fmla="*/ 528638 h 528638"/>
              <a:gd name="connsiteX4" fmla="*/ 0 w 3760824"/>
              <a:gd name="connsiteY4" fmla="*/ 0 h 528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60824" h="528638">
                <a:moveTo>
                  <a:pt x="0" y="0"/>
                </a:moveTo>
                <a:lnTo>
                  <a:pt x="3760824" y="0"/>
                </a:lnTo>
                <a:lnTo>
                  <a:pt x="3760824" y="528638"/>
                </a:lnTo>
                <a:lnTo>
                  <a:pt x="0" y="528638"/>
                </a:lnTo>
                <a:lnTo>
                  <a:pt x="0" y="0"/>
                </a:lnTo>
                <a:close/>
              </a:path>
            </a:pathLst>
          </a:cu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latin typeface="微软雅黑" panose="020B0503020204020204" pitchFamily="34" charset="-122"/>
              <a:ea typeface="微软雅黑" panose="020B0503020204020204" pitchFamily="34" charset="-122"/>
            </a:endParaRPr>
          </a:p>
        </p:txBody>
      </p:sp>
      <p:sp>
        <p:nvSpPr>
          <p:cNvPr id="106" name="任意形状 32">
            <a:extLst>
              <a:ext uri="{FF2B5EF4-FFF2-40B4-BE49-F238E27FC236}">
                <a16:creationId xmlns:a16="http://schemas.microsoft.com/office/drawing/2014/main" id="{49F18C41-F2A4-32F8-1752-80A0593C7F1D}"/>
              </a:ext>
            </a:extLst>
          </p:cNvPr>
          <p:cNvSpPr/>
          <p:nvPr/>
        </p:nvSpPr>
        <p:spPr>
          <a:xfrm>
            <a:off x="827670" y="3049152"/>
            <a:ext cx="3524584" cy="495431"/>
          </a:xfrm>
          <a:custGeom>
            <a:avLst/>
            <a:gdLst>
              <a:gd name="connsiteX0" fmla="*/ 264319 w 3760824"/>
              <a:gd name="connsiteY0" fmla="*/ 0 h 528638"/>
              <a:gd name="connsiteX1" fmla="*/ 3760824 w 3760824"/>
              <a:gd name="connsiteY1" fmla="*/ 0 h 528638"/>
              <a:gd name="connsiteX2" fmla="*/ 3760824 w 3760824"/>
              <a:gd name="connsiteY2" fmla="*/ 528638 h 528638"/>
              <a:gd name="connsiteX3" fmla="*/ 264319 w 3760824"/>
              <a:gd name="connsiteY3" fmla="*/ 528638 h 528638"/>
              <a:gd name="connsiteX4" fmla="*/ 0 w 3760824"/>
              <a:gd name="connsiteY4" fmla="*/ 264319 h 528638"/>
              <a:gd name="connsiteX5" fmla="*/ 264319 w 3760824"/>
              <a:gd name="connsiteY5" fmla="*/ 0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60824" h="528638">
                <a:moveTo>
                  <a:pt x="264319" y="0"/>
                </a:moveTo>
                <a:lnTo>
                  <a:pt x="3760824" y="0"/>
                </a:lnTo>
                <a:lnTo>
                  <a:pt x="3760824" y="528638"/>
                </a:lnTo>
                <a:lnTo>
                  <a:pt x="264319" y="528638"/>
                </a:lnTo>
                <a:cubicBezTo>
                  <a:pt x="118340" y="528638"/>
                  <a:pt x="0" y="410298"/>
                  <a:pt x="0" y="264319"/>
                </a:cubicBezTo>
                <a:cubicBezTo>
                  <a:pt x="0" y="118340"/>
                  <a:pt x="118340" y="0"/>
                  <a:pt x="264319" y="0"/>
                </a:cubicBezTo>
                <a:close/>
              </a:path>
            </a:pathLst>
          </a:cu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latin typeface="微软雅黑" panose="020B0503020204020204" pitchFamily="34" charset="-122"/>
              <a:ea typeface="微软雅黑" panose="020B0503020204020204" pitchFamily="34" charset="-122"/>
            </a:endParaRPr>
          </a:p>
        </p:txBody>
      </p:sp>
      <p:sp>
        <p:nvSpPr>
          <p:cNvPr id="107" name="任意形状 31">
            <a:extLst>
              <a:ext uri="{FF2B5EF4-FFF2-40B4-BE49-F238E27FC236}">
                <a16:creationId xmlns:a16="http://schemas.microsoft.com/office/drawing/2014/main" id="{B79FF30D-3266-E5B0-C1C3-B4CD06D2C6A1}"/>
              </a:ext>
            </a:extLst>
          </p:cNvPr>
          <p:cNvSpPr/>
          <p:nvPr/>
        </p:nvSpPr>
        <p:spPr>
          <a:xfrm>
            <a:off x="7876839" y="3049152"/>
            <a:ext cx="3524586" cy="495431"/>
          </a:xfrm>
          <a:custGeom>
            <a:avLst/>
            <a:gdLst>
              <a:gd name="connsiteX0" fmla="*/ 0 w 3760826"/>
              <a:gd name="connsiteY0" fmla="*/ 0 h 528638"/>
              <a:gd name="connsiteX1" fmla="*/ 3496507 w 3760826"/>
              <a:gd name="connsiteY1" fmla="*/ 0 h 528638"/>
              <a:gd name="connsiteX2" fmla="*/ 3760826 w 3760826"/>
              <a:gd name="connsiteY2" fmla="*/ 264319 h 528638"/>
              <a:gd name="connsiteX3" fmla="*/ 3496507 w 3760826"/>
              <a:gd name="connsiteY3" fmla="*/ 528638 h 528638"/>
              <a:gd name="connsiteX4" fmla="*/ 0 w 3760826"/>
              <a:gd name="connsiteY4" fmla="*/ 528638 h 528638"/>
              <a:gd name="connsiteX5" fmla="*/ 0 w 3760826"/>
              <a:gd name="connsiteY5" fmla="*/ 0 h 528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60826" h="528638">
                <a:moveTo>
                  <a:pt x="0" y="0"/>
                </a:moveTo>
                <a:lnTo>
                  <a:pt x="3496507" y="0"/>
                </a:lnTo>
                <a:cubicBezTo>
                  <a:pt x="3642486" y="0"/>
                  <a:pt x="3760826" y="118340"/>
                  <a:pt x="3760826" y="264319"/>
                </a:cubicBezTo>
                <a:cubicBezTo>
                  <a:pt x="3760826" y="410298"/>
                  <a:pt x="3642486" y="528638"/>
                  <a:pt x="3496507" y="528638"/>
                </a:cubicBezTo>
                <a:lnTo>
                  <a:pt x="0" y="528638"/>
                </a:lnTo>
                <a:lnTo>
                  <a:pt x="0" y="0"/>
                </a:lnTo>
                <a:close/>
              </a:path>
            </a:pathLst>
          </a:cu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latin typeface="微软雅黑" panose="020B0503020204020204" pitchFamily="34" charset="-122"/>
              <a:ea typeface="微软雅黑" panose="020B0503020204020204" pitchFamily="34" charset="-122"/>
            </a:endParaRPr>
          </a:p>
        </p:txBody>
      </p:sp>
      <p:sp>
        <p:nvSpPr>
          <p:cNvPr id="108" name="椭圆 36">
            <a:extLst>
              <a:ext uri="{FF2B5EF4-FFF2-40B4-BE49-F238E27FC236}">
                <a16:creationId xmlns:a16="http://schemas.microsoft.com/office/drawing/2014/main" id="{33F885EE-2370-7BD9-60B0-77B5119A64AA}"/>
              </a:ext>
            </a:extLst>
          </p:cNvPr>
          <p:cNvSpPr/>
          <p:nvPr/>
        </p:nvSpPr>
        <p:spPr>
          <a:xfrm>
            <a:off x="1232674" y="1389541"/>
            <a:ext cx="1283815" cy="1283815"/>
          </a:xfrm>
          <a:prstGeom prst="ellipse">
            <a:avLst/>
          </a:prstGeom>
          <a:solidFill>
            <a:srgbClr val="336699"/>
          </a:solidFill>
          <a:ln w="19050" cap="flat" cmpd="sng" algn="ctr">
            <a:solidFill>
              <a:srgbClr val="FFFFFF"/>
            </a:solid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市场</a:t>
            </a:r>
            <a:endParaRPr kumimoji="1" lang="en-US" altLang="zh-CN" sz="1874" b="1"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调研</a:t>
            </a:r>
          </a:p>
        </p:txBody>
      </p:sp>
      <p:sp>
        <p:nvSpPr>
          <p:cNvPr id="109" name="椭圆 42">
            <a:extLst>
              <a:ext uri="{FF2B5EF4-FFF2-40B4-BE49-F238E27FC236}">
                <a16:creationId xmlns:a16="http://schemas.microsoft.com/office/drawing/2014/main" id="{89635931-7C00-2985-7E6D-BD01B07E0C2A}"/>
              </a:ext>
            </a:extLst>
          </p:cNvPr>
          <p:cNvSpPr/>
          <p:nvPr/>
        </p:nvSpPr>
        <p:spPr>
          <a:xfrm>
            <a:off x="5472639" y="1389541"/>
            <a:ext cx="1283815" cy="1283815"/>
          </a:xfrm>
          <a:prstGeom prst="ellipse">
            <a:avLst/>
          </a:prstGeom>
          <a:solidFill>
            <a:srgbClr val="336699"/>
          </a:solidFill>
          <a:ln w="19050" cap="flat" cmpd="sng" algn="ctr">
            <a:solidFill>
              <a:srgbClr val="FFFFFF"/>
            </a:solid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制定</a:t>
            </a:r>
            <a:endParaRPr kumimoji="1" lang="en-US" altLang="zh-CN" sz="1874" b="1"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方案</a:t>
            </a:r>
          </a:p>
        </p:txBody>
      </p:sp>
      <p:sp>
        <p:nvSpPr>
          <p:cNvPr id="110" name="椭圆 43">
            <a:extLst>
              <a:ext uri="{FF2B5EF4-FFF2-40B4-BE49-F238E27FC236}">
                <a16:creationId xmlns:a16="http://schemas.microsoft.com/office/drawing/2014/main" id="{06F39C05-618D-FE6E-236D-5DA0ADD3FE7B}"/>
              </a:ext>
            </a:extLst>
          </p:cNvPr>
          <p:cNvSpPr/>
          <p:nvPr/>
        </p:nvSpPr>
        <p:spPr>
          <a:xfrm>
            <a:off x="9712603" y="1389541"/>
            <a:ext cx="1283815" cy="1283815"/>
          </a:xfrm>
          <a:prstGeom prst="ellipse">
            <a:avLst/>
          </a:prstGeom>
          <a:solidFill>
            <a:srgbClr val="336699"/>
          </a:solidFill>
          <a:ln w="19050" cap="flat" cmpd="sng" algn="ctr">
            <a:solidFill>
              <a:srgbClr val="FFFFFF"/>
            </a:solidFill>
            <a:prstDash val="solid"/>
            <a:round/>
            <a:headEnd type="none" w="med" len="med"/>
            <a:tailEnd type="none" w="med" len="med"/>
          </a:ln>
        </p:spPr>
        <p:style>
          <a:lnRef idx="0">
            <a:scrgbClr r="0" g="0" b="0"/>
          </a:lnRef>
          <a:fillRef idx="0">
            <a:scrgbClr r="0" g="0" b="0"/>
          </a:fillRef>
          <a:effectRef idx="0">
            <a:scrgbClr r="0" g="0" b="0"/>
          </a:effectRef>
          <a:fontRef idx="minor">
            <a:srgbClr val="58B6C0"/>
          </a:fontRef>
        </p:style>
        <p:txBody>
          <a:bodyPr rtlCol="0" anchor="ctr"/>
          <a:lstStyle/>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产品</a:t>
            </a:r>
            <a:endParaRPr kumimoji="1" lang="en-US" altLang="zh-CN" sz="1874" b="1"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gn="ctr"/>
            <a:r>
              <a:rPr kumimoji="1" lang="zh-CN" altLang="en-US" sz="1874" b="1" dirty="0">
                <a:solidFill>
                  <a:srgbClr val="FFFFFF"/>
                </a:solidFill>
                <a:latin typeface="微软雅黑" panose="020B0503020204020204" pitchFamily="34" charset="-122"/>
                <a:ea typeface="微软雅黑" panose="020B0503020204020204" pitchFamily="34" charset="-122"/>
                <a:cs typeface="微软雅黑" pitchFamily="18" charset="-122"/>
              </a:rPr>
              <a:t>投放</a:t>
            </a:r>
          </a:p>
        </p:txBody>
      </p:sp>
      <p:sp>
        <p:nvSpPr>
          <p:cNvPr id="111" name="文本框 47">
            <a:extLst>
              <a:ext uri="{FF2B5EF4-FFF2-40B4-BE49-F238E27FC236}">
                <a16:creationId xmlns:a16="http://schemas.microsoft.com/office/drawing/2014/main" id="{64990BCF-ED6D-D6B9-EBFF-A1AF7644550C}"/>
              </a:ext>
            </a:extLst>
          </p:cNvPr>
          <p:cNvSpPr txBox="1"/>
          <p:nvPr/>
        </p:nvSpPr>
        <p:spPr>
          <a:xfrm>
            <a:off x="6841936" y="1668297"/>
            <a:ext cx="2785184" cy="288444"/>
          </a:xfrm>
          <a:prstGeom prst="rect">
            <a:avLst/>
          </a:prstGeom>
          <a:noFill/>
        </p:spPr>
        <p:txBody>
          <a:bodyPr wrap="square" rtlCol="0">
            <a:spAutoFit/>
          </a:bodyPr>
          <a:lstStyle/>
          <a:p>
            <a:pPr algn="ctr"/>
            <a:r>
              <a:rPr kumimoji="1" lang="zh-CN" altLang="en-US" sz="1312" dirty="0">
                <a:solidFill>
                  <a:srgbClr val="336699"/>
                </a:solidFill>
                <a:latin typeface="微软雅黑" panose="020B0503020204020204" pitchFamily="34" charset="-122"/>
                <a:ea typeface="微软雅黑" panose="020B0503020204020204" pitchFamily="34" charset="-122"/>
                <a:cs typeface="微软雅黑" pitchFamily="18" charset="-122"/>
              </a:rPr>
              <a:t>研究用户倾向内容</a:t>
            </a:r>
          </a:p>
        </p:txBody>
      </p:sp>
      <p:sp>
        <p:nvSpPr>
          <p:cNvPr id="112" name="文本框 48">
            <a:extLst>
              <a:ext uri="{FF2B5EF4-FFF2-40B4-BE49-F238E27FC236}">
                <a16:creationId xmlns:a16="http://schemas.microsoft.com/office/drawing/2014/main" id="{76306AAE-19D5-5594-05FB-183C568146F1}"/>
              </a:ext>
            </a:extLst>
          </p:cNvPr>
          <p:cNvSpPr txBox="1"/>
          <p:nvPr/>
        </p:nvSpPr>
        <p:spPr>
          <a:xfrm>
            <a:off x="2601304" y="1668297"/>
            <a:ext cx="2785184" cy="288444"/>
          </a:xfrm>
          <a:prstGeom prst="rect">
            <a:avLst/>
          </a:prstGeom>
          <a:noFill/>
        </p:spPr>
        <p:txBody>
          <a:bodyPr wrap="square" rtlCol="0">
            <a:spAutoFit/>
          </a:bodyPr>
          <a:lstStyle/>
          <a:p>
            <a:pPr algn="ctr"/>
            <a:r>
              <a:rPr kumimoji="1" lang="zh-CN" altLang="en-US" sz="1312" dirty="0">
                <a:solidFill>
                  <a:srgbClr val="336699"/>
                </a:solidFill>
                <a:latin typeface="微软雅黑" panose="020B0503020204020204" pitchFamily="34" charset="-122"/>
                <a:ea typeface="微软雅黑" panose="020B0503020204020204" pitchFamily="34" charset="-122"/>
                <a:cs typeface="微软雅黑" pitchFamily="18" charset="-122"/>
              </a:rPr>
              <a:t>研究用户倾向内容</a:t>
            </a:r>
          </a:p>
        </p:txBody>
      </p:sp>
      <p:sp>
        <p:nvSpPr>
          <p:cNvPr id="113" name="文本框 50">
            <a:extLst>
              <a:ext uri="{FF2B5EF4-FFF2-40B4-BE49-F238E27FC236}">
                <a16:creationId xmlns:a16="http://schemas.microsoft.com/office/drawing/2014/main" id="{EE6389B6-7182-EF6B-FFE5-CEE04F875780}"/>
              </a:ext>
            </a:extLst>
          </p:cNvPr>
          <p:cNvSpPr txBox="1"/>
          <p:nvPr/>
        </p:nvSpPr>
        <p:spPr>
          <a:xfrm>
            <a:off x="1298749" y="3753767"/>
            <a:ext cx="2047948"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研究用户首次进入的使用情况</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14" name="等腰三角形 34">
            <a:extLst>
              <a:ext uri="{FF2B5EF4-FFF2-40B4-BE49-F238E27FC236}">
                <a16:creationId xmlns:a16="http://schemas.microsoft.com/office/drawing/2014/main" id="{6BC3CBDF-D1DB-3D01-C2CF-2173F33BD904}"/>
              </a:ext>
            </a:extLst>
          </p:cNvPr>
          <p:cNvSpPr/>
          <p:nvPr/>
        </p:nvSpPr>
        <p:spPr>
          <a:xfrm rot="5400000">
            <a:off x="1228095" y="3854945"/>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15" name="文本框 52">
            <a:extLst>
              <a:ext uri="{FF2B5EF4-FFF2-40B4-BE49-F238E27FC236}">
                <a16:creationId xmlns:a16="http://schemas.microsoft.com/office/drawing/2014/main" id="{D565263E-BB30-F0A3-24FC-862F57929E9A}"/>
              </a:ext>
            </a:extLst>
          </p:cNvPr>
          <p:cNvSpPr txBox="1"/>
          <p:nvPr/>
        </p:nvSpPr>
        <p:spPr>
          <a:xfrm>
            <a:off x="1298749" y="4128004"/>
            <a:ext cx="2047948"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研究用户观看直播的使用情况</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16" name="等腰三角形 36">
            <a:extLst>
              <a:ext uri="{FF2B5EF4-FFF2-40B4-BE49-F238E27FC236}">
                <a16:creationId xmlns:a16="http://schemas.microsoft.com/office/drawing/2014/main" id="{2B198BF0-2E5E-5A2C-55EF-93F5280881B0}"/>
              </a:ext>
            </a:extLst>
          </p:cNvPr>
          <p:cNvSpPr/>
          <p:nvPr/>
        </p:nvSpPr>
        <p:spPr>
          <a:xfrm rot="5400000">
            <a:off x="1228095" y="4229183"/>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17" name="文本框 54">
            <a:extLst>
              <a:ext uri="{FF2B5EF4-FFF2-40B4-BE49-F238E27FC236}">
                <a16:creationId xmlns:a16="http://schemas.microsoft.com/office/drawing/2014/main" id="{CE0651A3-5886-005E-67BD-DC875BED3CCF}"/>
              </a:ext>
            </a:extLst>
          </p:cNvPr>
          <p:cNvSpPr txBox="1"/>
          <p:nvPr/>
        </p:nvSpPr>
        <p:spPr>
          <a:xfrm>
            <a:off x="1298749" y="4500050"/>
            <a:ext cx="1903726"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研究用户如何产生消费动机</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18" name="等腰三角形 38">
            <a:extLst>
              <a:ext uri="{FF2B5EF4-FFF2-40B4-BE49-F238E27FC236}">
                <a16:creationId xmlns:a16="http://schemas.microsoft.com/office/drawing/2014/main" id="{0BC9A180-EB4D-DEF9-ADE8-EEA1A3274207}"/>
              </a:ext>
            </a:extLst>
          </p:cNvPr>
          <p:cNvSpPr/>
          <p:nvPr/>
        </p:nvSpPr>
        <p:spPr>
          <a:xfrm rot="5400000">
            <a:off x="1228095" y="4601229"/>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19" name="文本框 56">
            <a:extLst>
              <a:ext uri="{FF2B5EF4-FFF2-40B4-BE49-F238E27FC236}">
                <a16:creationId xmlns:a16="http://schemas.microsoft.com/office/drawing/2014/main" id="{7B27E9B3-C656-C9C8-8EBA-C56F5EF145BC}"/>
              </a:ext>
            </a:extLst>
          </p:cNvPr>
          <p:cNvSpPr txBox="1"/>
          <p:nvPr/>
        </p:nvSpPr>
        <p:spPr>
          <a:xfrm>
            <a:off x="4797271" y="3753767"/>
            <a:ext cx="1615283" cy="432665"/>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制定可实施的具体方案</a:t>
            </a:r>
          </a:p>
          <a:p>
            <a:endParaRPr lang="zh-CN" altLang="en-US" sz="1125" dirty="0">
              <a:latin typeface="微软雅黑" panose="020B0503020204020204" pitchFamily="34" charset="-122"/>
              <a:ea typeface="微软雅黑" panose="020B0503020204020204" pitchFamily="34" charset="-122"/>
              <a:cs typeface="微软雅黑" pitchFamily="18" charset="-122"/>
            </a:endParaRPr>
          </a:p>
        </p:txBody>
      </p:sp>
      <p:sp>
        <p:nvSpPr>
          <p:cNvPr id="120" name="等腰三角形 34">
            <a:extLst>
              <a:ext uri="{FF2B5EF4-FFF2-40B4-BE49-F238E27FC236}">
                <a16:creationId xmlns:a16="http://schemas.microsoft.com/office/drawing/2014/main" id="{0236D2A2-CEEE-6008-1AB6-22223DD7F82F}"/>
              </a:ext>
            </a:extLst>
          </p:cNvPr>
          <p:cNvSpPr/>
          <p:nvPr/>
        </p:nvSpPr>
        <p:spPr>
          <a:xfrm rot="5400000">
            <a:off x="4726617" y="3854945"/>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21" name="文本框 58">
            <a:extLst>
              <a:ext uri="{FF2B5EF4-FFF2-40B4-BE49-F238E27FC236}">
                <a16:creationId xmlns:a16="http://schemas.microsoft.com/office/drawing/2014/main" id="{22CFD1B5-B507-A8CA-6FD1-DB1500F1A9E3}"/>
              </a:ext>
            </a:extLst>
          </p:cNvPr>
          <p:cNvSpPr txBox="1"/>
          <p:nvPr/>
        </p:nvSpPr>
        <p:spPr>
          <a:xfrm>
            <a:off x="4797271" y="4128004"/>
            <a:ext cx="1615283" cy="432665"/>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制定可实施的具体方案</a:t>
            </a:r>
          </a:p>
          <a:p>
            <a:endParaRPr lang="zh-CN" altLang="en-US" sz="1125" dirty="0">
              <a:latin typeface="微软雅黑" panose="020B0503020204020204" pitchFamily="34" charset="-122"/>
              <a:ea typeface="微软雅黑" panose="020B0503020204020204" pitchFamily="34" charset="-122"/>
              <a:cs typeface="微软雅黑" pitchFamily="18" charset="-122"/>
            </a:endParaRPr>
          </a:p>
        </p:txBody>
      </p:sp>
      <p:sp>
        <p:nvSpPr>
          <p:cNvPr id="122" name="等腰三角形 36">
            <a:extLst>
              <a:ext uri="{FF2B5EF4-FFF2-40B4-BE49-F238E27FC236}">
                <a16:creationId xmlns:a16="http://schemas.microsoft.com/office/drawing/2014/main" id="{DA3A8016-51F8-E556-BA37-E9ED11B3277C}"/>
              </a:ext>
            </a:extLst>
          </p:cNvPr>
          <p:cNvSpPr/>
          <p:nvPr/>
        </p:nvSpPr>
        <p:spPr>
          <a:xfrm rot="5400000">
            <a:off x="4726617" y="4229183"/>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23" name="文本框 60">
            <a:extLst>
              <a:ext uri="{FF2B5EF4-FFF2-40B4-BE49-F238E27FC236}">
                <a16:creationId xmlns:a16="http://schemas.microsoft.com/office/drawing/2014/main" id="{5481B7FC-F679-DCBC-A60E-80EDD3A6626B}"/>
              </a:ext>
            </a:extLst>
          </p:cNvPr>
          <p:cNvSpPr txBox="1"/>
          <p:nvPr/>
        </p:nvSpPr>
        <p:spPr>
          <a:xfrm>
            <a:off x="4797271" y="4500050"/>
            <a:ext cx="1615283" cy="432665"/>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制定可实施的具体方案</a:t>
            </a:r>
          </a:p>
          <a:p>
            <a:endParaRPr lang="zh-CN" altLang="en-US" sz="1125" dirty="0">
              <a:latin typeface="微软雅黑" panose="020B0503020204020204" pitchFamily="34" charset="-122"/>
              <a:ea typeface="微软雅黑" panose="020B0503020204020204" pitchFamily="34" charset="-122"/>
              <a:cs typeface="微软雅黑" pitchFamily="18" charset="-122"/>
            </a:endParaRPr>
          </a:p>
        </p:txBody>
      </p:sp>
      <p:sp>
        <p:nvSpPr>
          <p:cNvPr id="124" name="等腰三角形 38">
            <a:extLst>
              <a:ext uri="{FF2B5EF4-FFF2-40B4-BE49-F238E27FC236}">
                <a16:creationId xmlns:a16="http://schemas.microsoft.com/office/drawing/2014/main" id="{00F6E861-5540-256B-A909-C8103652A746}"/>
              </a:ext>
            </a:extLst>
          </p:cNvPr>
          <p:cNvSpPr/>
          <p:nvPr/>
        </p:nvSpPr>
        <p:spPr>
          <a:xfrm rot="5400000">
            <a:off x="4726617" y="4601229"/>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25" name="文本框 62">
            <a:extLst>
              <a:ext uri="{FF2B5EF4-FFF2-40B4-BE49-F238E27FC236}">
                <a16:creationId xmlns:a16="http://schemas.microsoft.com/office/drawing/2014/main" id="{17422B0F-41E8-30AD-36E9-1C236E498694}"/>
              </a:ext>
            </a:extLst>
          </p:cNvPr>
          <p:cNvSpPr txBox="1"/>
          <p:nvPr/>
        </p:nvSpPr>
        <p:spPr>
          <a:xfrm>
            <a:off x="8348801" y="3753767"/>
            <a:ext cx="2047948"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研究用户首次进入的使用情况</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26" name="等腰三角形 34">
            <a:extLst>
              <a:ext uri="{FF2B5EF4-FFF2-40B4-BE49-F238E27FC236}">
                <a16:creationId xmlns:a16="http://schemas.microsoft.com/office/drawing/2014/main" id="{784C12AC-F167-DC8A-70E1-274F4EE2B2C3}"/>
              </a:ext>
            </a:extLst>
          </p:cNvPr>
          <p:cNvSpPr/>
          <p:nvPr/>
        </p:nvSpPr>
        <p:spPr>
          <a:xfrm rot="5400000">
            <a:off x="8278147" y="3854945"/>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27" name="文本框 64">
            <a:extLst>
              <a:ext uri="{FF2B5EF4-FFF2-40B4-BE49-F238E27FC236}">
                <a16:creationId xmlns:a16="http://schemas.microsoft.com/office/drawing/2014/main" id="{43E301B4-9DDE-E134-3CE2-6F4F54DC699F}"/>
              </a:ext>
            </a:extLst>
          </p:cNvPr>
          <p:cNvSpPr txBox="1"/>
          <p:nvPr/>
        </p:nvSpPr>
        <p:spPr>
          <a:xfrm>
            <a:off x="8348801" y="4128004"/>
            <a:ext cx="2047948"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研究用户观看直播的使用情况</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28" name="等腰三角形 36">
            <a:extLst>
              <a:ext uri="{FF2B5EF4-FFF2-40B4-BE49-F238E27FC236}">
                <a16:creationId xmlns:a16="http://schemas.microsoft.com/office/drawing/2014/main" id="{FCC3C96C-7265-DD44-6B3F-1291017CAD9C}"/>
              </a:ext>
            </a:extLst>
          </p:cNvPr>
          <p:cNvSpPr/>
          <p:nvPr/>
        </p:nvSpPr>
        <p:spPr>
          <a:xfrm rot="5400000">
            <a:off x="8278147" y="4229183"/>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29" name="文本框 66">
            <a:extLst>
              <a:ext uri="{FF2B5EF4-FFF2-40B4-BE49-F238E27FC236}">
                <a16:creationId xmlns:a16="http://schemas.microsoft.com/office/drawing/2014/main" id="{8B9E275A-0958-1664-FBB8-432FA6D90689}"/>
              </a:ext>
            </a:extLst>
          </p:cNvPr>
          <p:cNvSpPr txBox="1"/>
          <p:nvPr/>
        </p:nvSpPr>
        <p:spPr>
          <a:xfrm>
            <a:off x="8348801" y="4500050"/>
            <a:ext cx="1903726" cy="259599"/>
          </a:xfrm>
          <a:prstGeom prst="rect">
            <a:avLst/>
          </a:prstGeom>
          <a:noFill/>
        </p:spPr>
        <p:txBody>
          <a:bodyPr wrap="none" rtlCol="0">
            <a:spAutoFit/>
          </a:bodyPr>
          <a:lstStyle/>
          <a:p>
            <a:r>
              <a:rPr lang="zh-CN" altLang="en-US" sz="1125" dirty="0">
                <a:latin typeface="微软雅黑" panose="020B0503020204020204" pitchFamily="34" charset="-122"/>
                <a:ea typeface="微软雅黑" panose="020B0503020204020204" pitchFamily="34" charset="-122"/>
                <a:cs typeface="微软雅黑" pitchFamily="18" charset="-122"/>
              </a:rPr>
              <a:t>研究用户如何产生消费动机</a:t>
            </a:r>
            <a:endParaRPr lang="en-US" sz="1125" dirty="0">
              <a:latin typeface="微软雅黑" panose="020B0503020204020204" pitchFamily="34" charset="-122"/>
              <a:ea typeface="微软雅黑" panose="020B0503020204020204" pitchFamily="34" charset="-122"/>
              <a:cs typeface="微软雅黑" pitchFamily="18" charset="-122"/>
            </a:endParaRPr>
          </a:p>
        </p:txBody>
      </p:sp>
      <p:sp>
        <p:nvSpPr>
          <p:cNvPr id="130" name="等腰三角形 38">
            <a:extLst>
              <a:ext uri="{FF2B5EF4-FFF2-40B4-BE49-F238E27FC236}">
                <a16:creationId xmlns:a16="http://schemas.microsoft.com/office/drawing/2014/main" id="{C155289C-0162-5BBA-FA32-6298A6F4C65C}"/>
              </a:ext>
            </a:extLst>
          </p:cNvPr>
          <p:cNvSpPr/>
          <p:nvPr/>
        </p:nvSpPr>
        <p:spPr>
          <a:xfrm rot="5400000">
            <a:off x="8278147" y="4601229"/>
            <a:ext cx="66399" cy="57240"/>
          </a:xfrm>
          <a:prstGeom prst="triangle">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solidFill>
                <a:srgbClr val="333333"/>
              </a:solidFill>
              <a:latin typeface="微软雅黑" panose="020B0503020204020204" pitchFamily="34" charset="-122"/>
              <a:ea typeface="微软雅黑" panose="020B0503020204020204" pitchFamily="34" charset="-122"/>
            </a:endParaRPr>
          </a:p>
        </p:txBody>
      </p:sp>
      <p:sp>
        <p:nvSpPr>
          <p:cNvPr id="131" name="文本框 68">
            <a:extLst>
              <a:ext uri="{FF2B5EF4-FFF2-40B4-BE49-F238E27FC236}">
                <a16:creationId xmlns:a16="http://schemas.microsoft.com/office/drawing/2014/main" id="{ADF621C2-6430-6B3C-AC47-E9EAE75A95B4}"/>
              </a:ext>
            </a:extLst>
          </p:cNvPr>
          <p:cNvSpPr txBox="1"/>
          <p:nvPr/>
        </p:nvSpPr>
        <p:spPr>
          <a:xfrm>
            <a:off x="1123897" y="3129977"/>
            <a:ext cx="2222800" cy="346132"/>
          </a:xfrm>
          <a:prstGeom prst="rect">
            <a:avLst/>
          </a:prstGeom>
          <a:noFill/>
        </p:spPr>
        <p:txBody>
          <a:bodyPr wrap="squar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研究用户倾向内容</a:t>
            </a:r>
          </a:p>
        </p:txBody>
      </p:sp>
      <p:sp>
        <p:nvSpPr>
          <p:cNvPr id="132" name="文本框 69">
            <a:extLst>
              <a:ext uri="{FF2B5EF4-FFF2-40B4-BE49-F238E27FC236}">
                <a16:creationId xmlns:a16="http://schemas.microsoft.com/office/drawing/2014/main" id="{4F88C03B-22BC-0E81-6529-0819C8818957}"/>
              </a:ext>
            </a:extLst>
          </p:cNvPr>
          <p:cNvSpPr txBox="1"/>
          <p:nvPr/>
        </p:nvSpPr>
        <p:spPr>
          <a:xfrm>
            <a:off x="4675425" y="3129977"/>
            <a:ext cx="2529183" cy="346132"/>
          </a:xfrm>
          <a:prstGeom prst="rect">
            <a:avLst/>
          </a:prstGeom>
          <a:noFill/>
        </p:spPr>
        <p:txBody>
          <a:bodyPr wrap="squar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制定可实施的具体方案</a:t>
            </a:r>
          </a:p>
        </p:txBody>
      </p:sp>
      <p:sp>
        <p:nvSpPr>
          <p:cNvPr id="133" name="文本框 70">
            <a:extLst>
              <a:ext uri="{FF2B5EF4-FFF2-40B4-BE49-F238E27FC236}">
                <a16:creationId xmlns:a16="http://schemas.microsoft.com/office/drawing/2014/main" id="{BF0D7C62-6BAE-06A4-4FB7-114A1F365116}"/>
              </a:ext>
            </a:extLst>
          </p:cNvPr>
          <p:cNvSpPr txBox="1"/>
          <p:nvPr/>
        </p:nvSpPr>
        <p:spPr>
          <a:xfrm>
            <a:off x="8191617" y="3129977"/>
            <a:ext cx="2537576" cy="346132"/>
          </a:xfrm>
          <a:prstGeom prst="rect">
            <a:avLst/>
          </a:prstGeom>
          <a:noFill/>
        </p:spPr>
        <p:txBody>
          <a:bodyPr wrap="square" rtlCol="0">
            <a:spAutoFit/>
          </a:bodyPr>
          <a:lstStyle/>
          <a:p>
            <a:r>
              <a:rPr kumimoji="1" lang="zh-CN" altLang="en-US" b="1" dirty="0">
                <a:solidFill>
                  <a:srgbClr val="FFFFFF"/>
                </a:solidFill>
                <a:latin typeface="微软雅黑" panose="020B0503020204020204" pitchFamily="34" charset="-122"/>
                <a:ea typeface="微软雅黑" panose="020B0503020204020204" pitchFamily="34" charset="-122"/>
                <a:cs typeface="微软雅黑" pitchFamily="18" charset="-122"/>
              </a:rPr>
              <a:t>根据实际情况进行优化</a:t>
            </a:r>
          </a:p>
        </p:txBody>
      </p:sp>
      <p:sp>
        <p:nvSpPr>
          <p:cNvPr id="134" name="小李PPT5">
            <a:extLst>
              <a:ext uri="{FF2B5EF4-FFF2-40B4-BE49-F238E27FC236}">
                <a16:creationId xmlns:a16="http://schemas.microsoft.com/office/drawing/2014/main" id="{8A4A893F-0235-937E-88D1-B6BAD6D3EEDF}"/>
              </a:ext>
            </a:extLst>
          </p:cNvPr>
          <p:cNvSpPr/>
          <p:nvPr>
            <p:custDataLst>
              <p:tags r:id="rId1"/>
            </p:custDataLst>
          </p:nvPr>
        </p:nvSpPr>
        <p:spPr>
          <a:xfrm>
            <a:off x="827670" y="5503084"/>
            <a:ext cx="10573755" cy="754486"/>
          </a:xfrm>
          <a:prstGeom prst="rect">
            <a:avLst/>
          </a:prstGeom>
          <a:solidFill>
            <a:srgbClr val="336699"/>
          </a:solidFill>
          <a:ln w="6350">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74" b="0" i="0" u="none" strike="noStrike" kern="1200" cap="none" spc="0" normalizeH="0" baseline="0" noProof="0" dirty="0">
              <a:ln>
                <a:noFill/>
              </a:ln>
              <a:solidFill>
                <a:srgbClr val="F2F2F2"/>
              </a:solidFill>
              <a:effectLst/>
              <a:uLnTx/>
              <a:uFillTx/>
              <a:latin typeface="微软雅黑" panose="020B0503020204020204" pitchFamily="34" charset="-122"/>
              <a:ea typeface="微软雅黑" panose="020B0503020204020204" pitchFamily="34" charset="-122"/>
            </a:endParaRPr>
          </a:p>
        </p:txBody>
      </p:sp>
      <p:sp>
        <p:nvSpPr>
          <p:cNvPr id="135" name="文本框 72">
            <a:extLst>
              <a:ext uri="{FF2B5EF4-FFF2-40B4-BE49-F238E27FC236}">
                <a16:creationId xmlns:a16="http://schemas.microsoft.com/office/drawing/2014/main" id="{18B1E6C0-ADC2-11CF-FFA4-0BBFBACE6F1B}"/>
              </a:ext>
            </a:extLst>
          </p:cNvPr>
          <p:cNvSpPr txBox="1"/>
          <p:nvPr/>
        </p:nvSpPr>
        <p:spPr>
          <a:xfrm>
            <a:off x="1743395" y="5615530"/>
            <a:ext cx="8705207" cy="438794"/>
          </a:xfrm>
          <a:prstGeom prst="rect">
            <a:avLst/>
          </a:prstGeom>
          <a:noFill/>
        </p:spPr>
        <p:txBody>
          <a:bodyPr wrap="square">
            <a:spAutoFit/>
          </a:bodyPr>
          <a:lstStyle/>
          <a:p>
            <a:pPr algn="ctr">
              <a:lnSpc>
                <a:spcPct val="150000"/>
              </a:lnSpc>
            </a:pPr>
            <a:r>
              <a:rPr lang="zh-CN" altLang="en-US" u="none" strike="noStrike" dirty="0">
                <a:solidFill>
                  <a:srgbClr val="FFFFFF"/>
                </a:solidFill>
                <a:effectLst/>
                <a:latin typeface="微软雅黑" panose="020B0503020204020204" pitchFamily="34" charset="-122"/>
                <a:ea typeface="微软雅黑" panose="020B0503020204020204" pitchFamily="34" charset="-122"/>
                <a:cs typeface="微软雅黑" pitchFamily="18" charset="-122"/>
              </a:rPr>
              <a:t>用户激励与转化 </a:t>
            </a:r>
            <a:r>
              <a:rPr lang="en-US" altLang="zh-CN" sz="1687" dirty="0">
                <a:solidFill>
                  <a:srgbClr val="FFFFFF"/>
                </a:solidFill>
                <a:latin typeface="微软雅黑" panose="020B0503020204020204" pitchFamily="34" charset="-122"/>
                <a:ea typeface="微软雅黑" panose="020B0503020204020204" pitchFamily="34" charset="-122"/>
                <a:cs typeface="微软雅黑" pitchFamily="18" charset="-122"/>
              </a:rPr>
              <a:t>User motivation and transformation</a:t>
            </a:r>
          </a:p>
        </p:txBody>
      </p:sp>
      <p:cxnSp>
        <p:nvCxnSpPr>
          <p:cNvPr id="136" name="直接连接符 20">
            <a:extLst>
              <a:ext uri="{FF2B5EF4-FFF2-40B4-BE49-F238E27FC236}">
                <a16:creationId xmlns:a16="http://schemas.microsoft.com/office/drawing/2014/main" id="{B0436465-5262-7943-9476-B764A30FD0A6}"/>
              </a:ext>
            </a:extLst>
          </p:cNvPr>
          <p:cNvCxnSpPr>
            <a:cxnSpLocks/>
          </p:cNvCxnSpPr>
          <p:nvPr/>
        </p:nvCxnSpPr>
        <p:spPr>
          <a:xfrm>
            <a:off x="2781366" y="2092013"/>
            <a:ext cx="2426396" cy="0"/>
          </a:xfrm>
          <a:prstGeom prst="line">
            <a:avLst/>
          </a:prstGeom>
          <a:ln w="19050" cap="flat" cmpd="sng" algn="ctr">
            <a:solidFill>
              <a:srgbClr val="336699"/>
            </a:solidFill>
            <a:prstDash val="solid"/>
            <a:round/>
            <a:headEnd type="none" w="med" len="med"/>
            <a:tailEnd type="arrow" w="med" len="med"/>
          </a:ln>
        </p:spPr>
        <p:style>
          <a:lnRef idx="0">
            <a:scrgbClr r="0" g="0" b="0"/>
          </a:lnRef>
          <a:fillRef idx="0">
            <a:scrgbClr r="0" g="0" b="0"/>
          </a:fillRef>
          <a:effectRef idx="0">
            <a:scrgbClr r="0" g="0" b="0"/>
          </a:effectRef>
          <a:fontRef idx="minor">
            <a:srgbClr val="333333"/>
          </a:fontRef>
        </p:style>
      </p:cxnSp>
      <p:cxnSp>
        <p:nvCxnSpPr>
          <p:cNvPr id="137" name="直接连接符 20">
            <a:extLst>
              <a:ext uri="{FF2B5EF4-FFF2-40B4-BE49-F238E27FC236}">
                <a16:creationId xmlns:a16="http://schemas.microsoft.com/office/drawing/2014/main" id="{2B754EE4-F098-8712-90A4-80F19C65F20A}"/>
              </a:ext>
            </a:extLst>
          </p:cNvPr>
          <p:cNvCxnSpPr>
            <a:cxnSpLocks/>
          </p:cNvCxnSpPr>
          <p:nvPr/>
        </p:nvCxnSpPr>
        <p:spPr>
          <a:xfrm>
            <a:off x="7021331" y="2092013"/>
            <a:ext cx="2426396" cy="0"/>
          </a:xfrm>
          <a:prstGeom prst="line">
            <a:avLst/>
          </a:prstGeom>
          <a:ln w="19050" cap="flat" cmpd="sng" algn="ctr">
            <a:solidFill>
              <a:srgbClr val="336699"/>
            </a:solidFill>
            <a:prstDash val="solid"/>
            <a:round/>
            <a:headEnd type="none" w="med" len="med"/>
            <a:tailEnd type="arrow" w="med" len="med"/>
          </a:ln>
        </p:spPr>
        <p:style>
          <a:lnRef idx="0">
            <a:scrgbClr r="0" g="0" b="0"/>
          </a:lnRef>
          <a:fillRef idx="0">
            <a:scrgbClr r="0" g="0" b="0"/>
          </a:fillRef>
          <a:effectRef idx="0">
            <a:scrgbClr r="0" g="0" b="0"/>
          </a:effectRef>
          <a:fontRef idx="minor">
            <a:srgbClr val="333333"/>
          </a:fontRef>
        </p:style>
      </p:cxnSp>
    </p:spTree>
    <p:extLst>
      <p:ext uri="{BB962C8B-B14F-4D97-AF65-F5344CB8AC3E}">
        <p14:creationId xmlns:p14="http://schemas.microsoft.com/office/powerpoint/2010/main" val="1851778670"/>
      </p:ext>
    </p:extLst>
  </p:cSld>
  <p:clrMapOvr>
    <a:masterClrMapping/>
  </p:clrMapOvr>
</p:sld>
</file>

<file path=ppt/slides/vr_business_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R036 三类对象分层比较（结构示例）</a:t>
            </a:r>
          </a:p>
        </p:txBody>
      </p:sp>
      <p:sp>
        <p:nvSpPr>
          <p:cNvPr id="101" name="object 8">
            <a:extLst>
              <a:ext uri="{FF2B5EF4-FFF2-40B4-BE49-F238E27FC236}">
                <a16:creationId xmlns:a16="http://schemas.microsoft.com/office/drawing/2014/main" id="{9B2B8F86-BF82-54D7-BDC3-2DB1CDA50F55}"/>
              </a:ext>
            </a:extLst>
          </p:cNvPr>
          <p:cNvSpPr/>
          <p:nvPr/>
        </p:nvSpPr>
        <p:spPr>
          <a:xfrm>
            <a:off x="808192" y="2273528"/>
            <a:ext cx="3344200" cy="638780"/>
          </a:xfrm>
          <a:custGeom>
            <a:avLst/>
            <a:gdLst/>
            <a:ahLst/>
            <a:cxnLst/>
            <a:rect l="l" t="t" r="r" b="b"/>
            <a:pathLst>
              <a:path w="3560445" h="680085">
                <a:moveTo>
                  <a:pt x="3560127" y="0"/>
                </a:moveTo>
                <a:lnTo>
                  <a:pt x="0" y="0"/>
                </a:lnTo>
                <a:lnTo>
                  <a:pt x="0" y="679500"/>
                </a:lnTo>
                <a:lnTo>
                  <a:pt x="3560127" y="679500"/>
                </a:lnTo>
                <a:lnTo>
                  <a:pt x="3560127"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2" name="object 9">
            <a:extLst>
              <a:ext uri="{FF2B5EF4-FFF2-40B4-BE49-F238E27FC236}">
                <a16:creationId xmlns:a16="http://schemas.microsoft.com/office/drawing/2014/main" id="{D73CBBBF-FAAF-56D8-1F8B-E60B78087855}"/>
              </a:ext>
            </a:extLst>
          </p:cNvPr>
          <p:cNvSpPr/>
          <p:nvPr/>
        </p:nvSpPr>
        <p:spPr>
          <a:xfrm>
            <a:off x="4424055" y="2273528"/>
            <a:ext cx="3344200" cy="638780"/>
          </a:xfrm>
          <a:custGeom>
            <a:avLst/>
            <a:gdLst/>
            <a:ahLst/>
            <a:cxnLst/>
            <a:rect l="l" t="t" r="r" b="b"/>
            <a:pathLst>
              <a:path w="3560445" h="680085">
                <a:moveTo>
                  <a:pt x="3560127" y="0"/>
                </a:moveTo>
                <a:lnTo>
                  <a:pt x="0" y="0"/>
                </a:lnTo>
                <a:lnTo>
                  <a:pt x="0" y="679500"/>
                </a:lnTo>
                <a:lnTo>
                  <a:pt x="3560127" y="679500"/>
                </a:lnTo>
                <a:lnTo>
                  <a:pt x="3560127" y="0"/>
                </a:lnTo>
                <a:close/>
              </a:path>
            </a:pathLst>
          </a:custGeom>
          <a:solidFill>
            <a:srgbClr val="3494BA"/>
          </a:solidFill>
        </p:spPr>
        <p:txBody>
          <a:bodyPr wrap="square" lIns="0" tIns="0" rIns="0" bIns="0" rtlCol="0"/>
          <a:lstStyle/>
          <a:p>
            <a:endParaRPr dirty="0">
              <a:latin typeface="微软雅黑" panose="020B0503020204020204" pitchFamily="34" charset="-122"/>
              <a:ea typeface="微软雅黑" panose="020B0503020204020204" pitchFamily="34" charset="-122"/>
            </a:endParaRPr>
          </a:p>
        </p:txBody>
      </p:sp>
      <p:sp>
        <p:nvSpPr>
          <p:cNvPr id="103" name="object 10">
            <a:extLst>
              <a:ext uri="{FF2B5EF4-FFF2-40B4-BE49-F238E27FC236}">
                <a16:creationId xmlns:a16="http://schemas.microsoft.com/office/drawing/2014/main" id="{E0CD7A5C-B095-5405-FEE6-1B702B876833}"/>
              </a:ext>
            </a:extLst>
          </p:cNvPr>
          <p:cNvSpPr/>
          <p:nvPr/>
        </p:nvSpPr>
        <p:spPr>
          <a:xfrm>
            <a:off x="8039906" y="2273528"/>
            <a:ext cx="3344200" cy="638780"/>
          </a:xfrm>
          <a:custGeom>
            <a:avLst/>
            <a:gdLst/>
            <a:ahLst/>
            <a:cxnLst/>
            <a:rect l="l" t="t" r="r" b="b"/>
            <a:pathLst>
              <a:path w="3560445" h="680085">
                <a:moveTo>
                  <a:pt x="3560127" y="0"/>
                </a:moveTo>
                <a:lnTo>
                  <a:pt x="0" y="0"/>
                </a:lnTo>
                <a:lnTo>
                  <a:pt x="0" y="679500"/>
                </a:lnTo>
                <a:lnTo>
                  <a:pt x="3560127" y="679500"/>
                </a:lnTo>
                <a:lnTo>
                  <a:pt x="3560127" y="0"/>
                </a:lnTo>
                <a:close/>
              </a:path>
            </a:pathLst>
          </a:custGeom>
          <a:solidFill>
            <a:srgbClr val="7A8C8E"/>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4" name="object 11">
            <a:extLst>
              <a:ext uri="{FF2B5EF4-FFF2-40B4-BE49-F238E27FC236}">
                <a16:creationId xmlns:a16="http://schemas.microsoft.com/office/drawing/2014/main" id="{CC5A73E1-67EF-2F13-2BC3-6BD8B030EE80}"/>
              </a:ext>
            </a:extLst>
          </p:cNvPr>
          <p:cNvSpPr>
            <a:spLocks/>
          </p:cNvSpPr>
          <p:nvPr/>
        </p:nvSpPr>
        <p:spPr>
          <a:xfrm>
            <a:off x="808192" y="3111402"/>
            <a:ext cx="3344200" cy="2387521"/>
          </a:xfrm>
          <a:custGeom>
            <a:avLst/>
            <a:gdLst/>
            <a:ahLst/>
            <a:cxnLst/>
            <a:rect l="l" t="t" r="r" b="b"/>
            <a:pathLst>
              <a:path w="3560445" h="2541904">
                <a:moveTo>
                  <a:pt x="3560127" y="2541854"/>
                </a:moveTo>
                <a:lnTo>
                  <a:pt x="0" y="2541854"/>
                </a:lnTo>
                <a:lnTo>
                  <a:pt x="0" y="0"/>
                </a:lnTo>
                <a:lnTo>
                  <a:pt x="3560127" y="0"/>
                </a:lnTo>
                <a:lnTo>
                  <a:pt x="3560127" y="2541854"/>
                </a:lnTo>
                <a:close/>
              </a:path>
            </a:pathLst>
          </a:custGeom>
          <a:solidFill>
            <a:srgbClr val="FFFFFF"/>
          </a:solidFill>
          <a:ln w="12700">
            <a:solidFill>
              <a:srgbClr val="7A8C8E"/>
            </a:solidFill>
            <a:prstDash val="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5" name="object 12">
            <a:extLst>
              <a:ext uri="{FF2B5EF4-FFF2-40B4-BE49-F238E27FC236}">
                <a16:creationId xmlns:a16="http://schemas.microsoft.com/office/drawing/2014/main" id="{655E71F8-5CA1-DB74-512D-DF0BEE843D94}"/>
              </a:ext>
            </a:extLst>
          </p:cNvPr>
          <p:cNvSpPr>
            <a:spLocks/>
          </p:cNvSpPr>
          <p:nvPr/>
        </p:nvSpPr>
        <p:spPr>
          <a:xfrm>
            <a:off x="4424055" y="3111402"/>
            <a:ext cx="3344200" cy="2387521"/>
          </a:xfrm>
          <a:custGeom>
            <a:avLst/>
            <a:gdLst/>
            <a:ahLst/>
            <a:cxnLst/>
            <a:rect l="l" t="t" r="r" b="b"/>
            <a:pathLst>
              <a:path w="3560445" h="2541904">
                <a:moveTo>
                  <a:pt x="3560127" y="2541854"/>
                </a:moveTo>
                <a:lnTo>
                  <a:pt x="0" y="2541854"/>
                </a:lnTo>
                <a:lnTo>
                  <a:pt x="0" y="0"/>
                </a:lnTo>
                <a:lnTo>
                  <a:pt x="3560127" y="0"/>
                </a:lnTo>
                <a:lnTo>
                  <a:pt x="3560127" y="2541854"/>
                </a:lnTo>
                <a:close/>
              </a:path>
            </a:pathLst>
          </a:custGeom>
          <a:solidFill>
            <a:srgbClr val="FFFFFF"/>
          </a:solidFill>
          <a:ln w="12700">
            <a:solidFill>
              <a:srgbClr val="7A8C8E"/>
            </a:solidFill>
            <a:prstDash val="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6" name="object 13">
            <a:extLst>
              <a:ext uri="{FF2B5EF4-FFF2-40B4-BE49-F238E27FC236}">
                <a16:creationId xmlns:a16="http://schemas.microsoft.com/office/drawing/2014/main" id="{F135D86B-EE7B-6BC0-7172-54770D837082}"/>
              </a:ext>
            </a:extLst>
          </p:cNvPr>
          <p:cNvSpPr>
            <a:spLocks/>
          </p:cNvSpPr>
          <p:nvPr/>
        </p:nvSpPr>
        <p:spPr>
          <a:xfrm>
            <a:off x="8039906" y="3111402"/>
            <a:ext cx="3344200" cy="2387521"/>
          </a:xfrm>
          <a:custGeom>
            <a:avLst/>
            <a:gdLst/>
            <a:ahLst/>
            <a:cxnLst/>
            <a:rect l="l" t="t" r="r" b="b"/>
            <a:pathLst>
              <a:path w="3560445" h="2541904">
                <a:moveTo>
                  <a:pt x="3560127" y="2541854"/>
                </a:moveTo>
                <a:lnTo>
                  <a:pt x="0" y="2541854"/>
                </a:lnTo>
                <a:lnTo>
                  <a:pt x="0" y="0"/>
                </a:lnTo>
                <a:lnTo>
                  <a:pt x="3560127" y="0"/>
                </a:lnTo>
                <a:lnTo>
                  <a:pt x="3560127" y="2541854"/>
                </a:lnTo>
                <a:close/>
              </a:path>
            </a:pathLst>
          </a:custGeom>
          <a:solidFill>
            <a:srgbClr val="FFFFFF"/>
          </a:solidFill>
          <a:ln w="12700">
            <a:solidFill>
              <a:srgbClr val="7A8C8E"/>
            </a:solidFill>
            <a:prstDash val="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7" name="object 14">
            <a:extLst>
              <a:ext uri="{FF2B5EF4-FFF2-40B4-BE49-F238E27FC236}">
                <a16:creationId xmlns:a16="http://schemas.microsoft.com/office/drawing/2014/main" id="{6551C19F-9FE7-ADA1-5563-F19895F76E6F}"/>
              </a:ext>
            </a:extLst>
          </p:cNvPr>
          <p:cNvSpPr/>
          <p:nvPr/>
        </p:nvSpPr>
        <p:spPr>
          <a:xfrm>
            <a:off x="808192" y="5723766"/>
            <a:ext cx="3344200" cy="543947"/>
          </a:xfrm>
          <a:custGeom>
            <a:avLst/>
            <a:gdLst/>
            <a:ahLst/>
            <a:cxnLst/>
            <a:rect l="l" t="t" r="r" b="b"/>
            <a:pathLst>
              <a:path w="3560445" h="579120">
                <a:moveTo>
                  <a:pt x="3560127" y="578840"/>
                </a:moveTo>
                <a:lnTo>
                  <a:pt x="0" y="578840"/>
                </a:lnTo>
                <a:lnTo>
                  <a:pt x="0" y="0"/>
                </a:lnTo>
                <a:lnTo>
                  <a:pt x="3560127" y="0"/>
                </a:lnTo>
                <a:lnTo>
                  <a:pt x="3560127" y="578840"/>
                </a:lnTo>
                <a:close/>
              </a:path>
            </a:pathLst>
          </a:custGeom>
          <a:solidFill>
            <a:srgbClr val="336699"/>
          </a:solidFill>
          <a:ln w="6057">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8" name="object 15">
            <a:extLst>
              <a:ext uri="{FF2B5EF4-FFF2-40B4-BE49-F238E27FC236}">
                <a16:creationId xmlns:a16="http://schemas.microsoft.com/office/drawing/2014/main" id="{1B081EF7-9ECA-BEAD-9DD6-B9BC3AE246EC}"/>
              </a:ext>
            </a:extLst>
          </p:cNvPr>
          <p:cNvSpPr/>
          <p:nvPr/>
        </p:nvSpPr>
        <p:spPr>
          <a:xfrm>
            <a:off x="4424055" y="5723766"/>
            <a:ext cx="3344200" cy="543947"/>
          </a:xfrm>
          <a:custGeom>
            <a:avLst/>
            <a:gdLst/>
            <a:ahLst/>
            <a:cxnLst/>
            <a:rect l="l" t="t" r="r" b="b"/>
            <a:pathLst>
              <a:path w="3560445" h="579120">
                <a:moveTo>
                  <a:pt x="3560127" y="578840"/>
                </a:moveTo>
                <a:lnTo>
                  <a:pt x="0" y="578840"/>
                </a:lnTo>
                <a:lnTo>
                  <a:pt x="0" y="0"/>
                </a:lnTo>
                <a:lnTo>
                  <a:pt x="3560127" y="0"/>
                </a:lnTo>
                <a:lnTo>
                  <a:pt x="3560127" y="578840"/>
                </a:lnTo>
                <a:close/>
              </a:path>
            </a:pathLst>
          </a:custGeom>
          <a:solidFill>
            <a:srgbClr val="3494BA"/>
          </a:solidFill>
          <a:ln w="6057">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9" name="object 16">
            <a:extLst>
              <a:ext uri="{FF2B5EF4-FFF2-40B4-BE49-F238E27FC236}">
                <a16:creationId xmlns:a16="http://schemas.microsoft.com/office/drawing/2014/main" id="{DA24BBB9-C436-C267-ABFB-5F833C3FF7B9}"/>
              </a:ext>
            </a:extLst>
          </p:cNvPr>
          <p:cNvSpPr/>
          <p:nvPr/>
        </p:nvSpPr>
        <p:spPr>
          <a:xfrm>
            <a:off x="8039906" y="5723766"/>
            <a:ext cx="3344200" cy="543947"/>
          </a:xfrm>
          <a:custGeom>
            <a:avLst/>
            <a:gdLst/>
            <a:ahLst/>
            <a:cxnLst/>
            <a:rect l="l" t="t" r="r" b="b"/>
            <a:pathLst>
              <a:path w="3560445" h="579120">
                <a:moveTo>
                  <a:pt x="3560127" y="578840"/>
                </a:moveTo>
                <a:lnTo>
                  <a:pt x="0" y="578840"/>
                </a:lnTo>
                <a:lnTo>
                  <a:pt x="0" y="0"/>
                </a:lnTo>
                <a:lnTo>
                  <a:pt x="3560127" y="0"/>
                </a:lnTo>
                <a:lnTo>
                  <a:pt x="3560127" y="578840"/>
                </a:lnTo>
                <a:close/>
              </a:path>
            </a:pathLst>
          </a:custGeom>
          <a:solidFill>
            <a:srgbClr val="7A8C8E"/>
          </a:solidFill>
          <a:ln w="6057">
            <a:no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0" name="object 17">
            <a:extLst>
              <a:ext uri="{FF2B5EF4-FFF2-40B4-BE49-F238E27FC236}">
                <a16:creationId xmlns:a16="http://schemas.microsoft.com/office/drawing/2014/main" id="{B4CAC947-DCB6-AE64-5731-8F08E81759E0}"/>
              </a:ext>
            </a:extLst>
          </p:cNvPr>
          <p:cNvSpPr/>
          <p:nvPr/>
        </p:nvSpPr>
        <p:spPr>
          <a:xfrm>
            <a:off x="808203" y="1238250"/>
            <a:ext cx="10575950" cy="810710"/>
          </a:xfrm>
          <a:custGeom>
            <a:avLst/>
            <a:gdLst/>
            <a:ahLst/>
            <a:cxnLst/>
            <a:rect l="l" t="t" r="r" b="b"/>
            <a:pathLst>
              <a:path w="11259820" h="793114">
                <a:moveTo>
                  <a:pt x="5629719" y="0"/>
                </a:moveTo>
                <a:lnTo>
                  <a:pt x="0" y="792759"/>
                </a:lnTo>
                <a:lnTo>
                  <a:pt x="11259451" y="792759"/>
                </a:lnTo>
                <a:lnTo>
                  <a:pt x="5629719" y="0"/>
                </a:lnTo>
                <a:close/>
              </a:path>
            </a:pathLst>
          </a:custGeom>
          <a:solidFill>
            <a:srgbClr val="336699"/>
          </a:solidFill>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1" name="文本框 14">
            <a:extLst>
              <a:ext uri="{FF2B5EF4-FFF2-40B4-BE49-F238E27FC236}">
                <a16:creationId xmlns:a16="http://schemas.microsoft.com/office/drawing/2014/main" id="{5C74DCF8-0666-8243-AE20-4601641704BA}"/>
              </a:ext>
            </a:extLst>
          </p:cNvPr>
          <p:cNvSpPr txBox="1"/>
          <p:nvPr/>
        </p:nvSpPr>
        <p:spPr>
          <a:xfrm>
            <a:off x="4980996" y="1485544"/>
            <a:ext cx="2230317" cy="433626"/>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2254" b="1" dirty="0">
                <a:solidFill>
                  <a:srgbClr val="FFFFFF"/>
                </a:solidFill>
                <a:latin typeface="微软雅黑" panose="020B0503020204020204" pitchFamily="34" charset="-122"/>
                <a:ea typeface="微软雅黑" panose="020B0503020204020204" pitchFamily="34" charset="-122"/>
                <a:cs typeface="微软雅黑" pitchFamily="18" charset="-122"/>
              </a:rPr>
              <a:t>用户分析报告</a:t>
            </a:r>
          </a:p>
        </p:txBody>
      </p:sp>
      <p:sp>
        <p:nvSpPr>
          <p:cNvPr id="112" name="文本框 15">
            <a:extLst>
              <a:ext uri="{FF2B5EF4-FFF2-40B4-BE49-F238E27FC236}">
                <a16:creationId xmlns:a16="http://schemas.microsoft.com/office/drawing/2014/main" id="{61C231B1-C962-AD88-83AE-F7B174888048}"/>
              </a:ext>
            </a:extLst>
          </p:cNvPr>
          <p:cNvSpPr txBox="1"/>
          <p:nvPr/>
        </p:nvSpPr>
        <p:spPr>
          <a:xfrm>
            <a:off x="1041719" y="2403268"/>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一线城市用户群体</a:t>
            </a:r>
          </a:p>
        </p:txBody>
      </p:sp>
      <p:sp>
        <p:nvSpPr>
          <p:cNvPr id="113" name="文本框 16">
            <a:extLst>
              <a:ext uri="{FF2B5EF4-FFF2-40B4-BE49-F238E27FC236}">
                <a16:creationId xmlns:a16="http://schemas.microsoft.com/office/drawing/2014/main" id="{F86BB428-9B65-8BD3-90F5-4DBFB247AA7D}"/>
              </a:ext>
            </a:extLst>
          </p:cNvPr>
          <p:cNvSpPr txBox="1"/>
          <p:nvPr/>
        </p:nvSpPr>
        <p:spPr>
          <a:xfrm>
            <a:off x="4660619" y="2403268"/>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二线城市用户群体</a:t>
            </a:r>
          </a:p>
        </p:txBody>
      </p:sp>
      <p:sp>
        <p:nvSpPr>
          <p:cNvPr id="114" name="文本框 17">
            <a:extLst>
              <a:ext uri="{FF2B5EF4-FFF2-40B4-BE49-F238E27FC236}">
                <a16:creationId xmlns:a16="http://schemas.microsoft.com/office/drawing/2014/main" id="{A826ADBF-2009-8159-CE02-1ED028E3D4C7}"/>
              </a:ext>
            </a:extLst>
          </p:cNvPr>
          <p:cNvSpPr txBox="1"/>
          <p:nvPr/>
        </p:nvSpPr>
        <p:spPr>
          <a:xfrm>
            <a:off x="8237828" y="2403268"/>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pPr algn="ctr"/>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三线城市用户群体</a:t>
            </a:r>
          </a:p>
        </p:txBody>
      </p:sp>
      <p:sp>
        <p:nvSpPr>
          <p:cNvPr id="115" name="矩形 18">
            <a:extLst>
              <a:ext uri="{FF2B5EF4-FFF2-40B4-BE49-F238E27FC236}">
                <a16:creationId xmlns:a16="http://schemas.microsoft.com/office/drawing/2014/main" id="{52C0986E-0A16-C9AA-A878-A0DA4DABFFB4}"/>
              </a:ext>
            </a:extLst>
          </p:cNvPr>
          <p:cNvSpPr/>
          <p:nvPr/>
        </p:nvSpPr>
        <p:spPr>
          <a:xfrm flipH="1">
            <a:off x="1193617" y="3207706"/>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16" name="椭圆 19">
            <a:extLst>
              <a:ext uri="{FF2B5EF4-FFF2-40B4-BE49-F238E27FC236}">
                <a16:creationId xmlns:a16="http://schemas.microsoft.com/office/drawing/2014/main" id="{71349D84-7F10-7AA2-0B86-C45B131FA8AF}"/>
              </a:ext>
            </a:extLst>
          </p:cNvPr>
          <p:cNvSpPr/>
          <p:nvPr/>
        </p:nvSpPr>
        <p:spPr>
          <a:xfrm>
            <a:off x="1011897" y="3325083"/>
            <a:ext cx="87601" cy="87601"/>
          </a:xfrm>
          <a:prstGeom prst="ellipse">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7" name="矩形 20">
            <a:extLst>
              <a:ext uri="{FF2B5EF4-FFF2-40B4-BE49-F238E27FC236}">
                <a16:creationId xmlns:a16="http://schemas.microsoft.com/office/drawing/2014/main" id="{8EAD0706-C5E1-EB44-D44B-D4A610AF566E}"/>
              </a:ext>
            </a:extLst>
          </p:cNvPr>
          <p:cNvSpPr/>
          <p:nvPr/>
        </p:nvSpPr>
        <p:spPr>
          <a:xfrm flipH="1">
            <a:off x="1193617" y="4029114"/>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18" name="椭圆 21">
            <a:extLst>
              <a:ext uri="{FF2B5EF4-FFF2-40B4-BE49-F238E27FC236}">
                <a16:creationId xmlns:a16="http://schemas.microsoft.com/office/drawing/2014/main" id="{483C4198-34F8-07DD-2322-40BFC06FAE8A}"/>
              </a:ext>
            </a:extLst>
          </p:cNvPr>
          <p:cNvSpPr/>
          <p:nvPr/>
        </p:nvSpPr>
        <p:spPr>
          <a:xfrm>
            <a:off x="1011897" y="4146490"/>
            <a:ext cx="87601" cy="87601"/>
          </a:xfrm>
          <a:prstGeom prst="ellipse">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9" name="矩形 24">
            <a:extLst>
              <a:ext uri="{FF2B5EF4-FFF2-40B4-BE49-F238E27FC236}">
                <a16:creationId xmlns:a16="http://schemas.microsoft.com/office/drawing/2014/main" id="{9A82DDA2-CADA-1CAE-FEC0-C5F817951B84}"/>
              </a:ext>
            </a:extLst>
          </p:cNvPr>
          <p:cNvSpPr/>
          <p:nvPr/>
        </p:nvSpPr>
        <p:spPr>
          <a:xfrm flipH="1">
            <a:off x="4825894" y="3207706"/>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0" name="椭圆 25">
            <a:extLst>
              <a:ext uri="{FF2B5EF4-FFF2-40B4-BE49-F238E27FC236}">
                <a16:creationId xmlns:a16="http://schemas.microsoft.com/office/drawing/2014/main" id="{07C7AC78-2948-A351-F327-396B0640A4B5}"/>
              </a:ext>
            </a:extLst>
          </p:cNvPr>
          <p:cNvSpPr/>
          <p:nvPr/>
        </p:nvSpPr>
        <p:spPr>
          <a:xfrm>
            <a:off x="4644174" y="3325083"/>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1" name="矩形 26">
            <a:extLst>
              <a:ext uri="{FF2B5EF4-FFF2-40B4-BE49-F238E27FC236}">
                <a16:creationId xmlns:a16="http://schemas.microsoft.com/office/drawing/2014/main" id="{016EDD91-9009-47FE-0E74-F67197AEAC03}"/>
              </a:ext>
            </a:extLst>
          </p:cNvPr>
          <p:cNvSpPr/>
          <p:nvPr/>
        </p:nvSpPr>
        <p:spPr>
          <a:xfrm flipH="1">
            <a:off x="4825894" y="4029114"/>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2" name="椭圆 27">
            <a:extLst>
              <a:ext uri="{FF2B5EF4-FFF2-40B4-BE49-F238E27FC236}">
                <a16:creationId xmlns:a16="http://schemas.microsoft.com/office/drawing/2014/main" id="{8049B3FF-48B2-92CD-52AC-6EF99355E6A6}"/>
              </a:ext>
            </a:extLst>
          </p:cNvPr>
          <p:cNvSpPr/>
          <p:nvPr/>
        </p:nvSpPr>
        <p:spPr>
          <a:xfrm>
            <a:off x="4644174" y="4146490"/>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3" name="矩形 28">
            <a:extLst>
              <a:ext uri="{FF2B5EF4-FFF2-40B4-BE49-F238E27FC236}">
                <a16:creationId xmlns:a16="http://schemas.microsoft.com/office/drawing/2014/main" id="{53EDD30D-5E25-D5AD-CB40-690096F851F8}"/>
              </a:ext>
            </a:extLst>
          </p:cNvPr>
          <p:cNvSpPr/>
          <p:nvPr/>
        </p:nvSpPr>
        <p:spPr>
          <a:xfrm flipH="1">
            <a:off x="8434314" y="3207706"/>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4" name="椭圆 29">
            <a:extLst>
              <a:ext uri="{FF2B5EF4-FFF2-40B4-BE49-F238E27FC236}">
                <a16:creationId xmlns:a16="http://schemas.microsoft.com/office/drawing/2014/main" id="{465E19F9-AF4E-456D-CB67-7C5E06066CC9}"/>
              </a:ext>
            </a:extLst>
          </p:cNvPr>
          <p:cNvSpPr/>
          <p:nvPr/>
        </p:nvSpPr>
        <p:spPr>
          <a:xfrm>
            <a:off x="8252593" y="3325083"/>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5" name="矩形 30">
            <a:extLst>
              <a:ext uri="{FF2B5EF4-FFF2-40B4-BE49-F238E27FC236}">
                <a16:creationId xmlns:a16="http://schemas.microsoft.com/office/drawing/2014/main" id="{E2C3F45B-3D98-9B30-6A03-107B197886DF}"/>
              </a:ext>
            </a:extLst>
          </p:cNvPr>
          <p:cNvSpPr/>
          <p:nvPr/>
        </p:nvSpPr>
        <p:spPr>
          <a:xfrm flipH="1">
            <a:off x="8434314" y="4029114"/>
            <a:ext cx="2787130" cy="716867"/>
          </a:xfrm>
          <a:prstGeom prst="rect">
            <a:avLst/>
          </a:prstGeom>
          <a:ln>
            <a:noFill/>
          </a:ln>
        </p:spPr>
        <p:txBody>
          <a:bodyPr wrap="square" lIns="91440" tIns="45720" rIns="91440" bIns="45720" anchor="t">
            <a:spAutoFit/>
          </a:bodyPr>
          <a:lstStyle/>
          <a:p>
            <a:pPr>
              <a:lnSpc>
                <a:spcPct val="150000"/>
              </a:lnSpc>
            </a:pPr>
            <a:r>
              <a:rPr kumimoji="1" lang="zh-CN" altLang="en-US" sz="939"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26" name="椭圆 31">
            <a:extLst>
              <a:ext uri="{FF2B5EF4-FFF2-40B4-BE49-F238E27FC236}">
                <a16:creationId xmlns:a16="http://schemas.microsoft.com/office/drawing/2014/main" id="{B988E9EE-6436-7DF9-A495-01BB4F445755}"/>
              </a:ext>
            </a:extLst>
          </p:cNvPr>
          <p:cNvSpPr/>
          <p:nvPr/>
        </p:nvSpPr>
        <p:spPr>
          <a:xfrm>
            <a:off x="8252593" y="4146490"/>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7" name="文本框 32">
            <a:extLst>
              <a:ext uri="{FF2B5EF4-FFF2-40B4-BE49-F238E27FC236}">
                <a16:creationId xmlns:a16="http://schemas.microsoft.com/office/drawing/2014/main" id="{4A231819-2D92-0BE5-3D99-2AFB38792049}"/>
              </a:ext>
            </a:extLst>
          </p:cNvPr>
          <p:cNvSpPr txBox="1"/>
          <p:nvPr/>
        </p:nvSpPr>
        <p:spPr>
          <a:xfrm>
            <a:off x="1169588" y="4964197"/>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336699"/>
                </a:solidFill>
                <a:latin typeface="微软雅黑" panose="020B0503020204020204" pitchFamily="34" charset="-122"/>
                <a:ea typeface="微软雅黑" panose="020B0503020204020204" pitchFamily="34" charset="-122"/>
                <a:cs typeface="微软雅黑" pitchFamily="18" charset="-122"/>
              </a:rPr>
              <a:t>关键词总结，关键词总结</a:t>
            </a:r>
          </a:p>
        </p:txBody>
      </p:sp>
      <p:sp>
        <p:nvSpPr>
          <p:cNvPr id="128" name="椭圆 33">
            <a:extLst>
              <a:ext uri="{FF2B5EF4-FFF2-40B4-BE49-F238E27FC236}">
                <a16:creationId xmlns:a16="http://schemas.microsoft.com/office/drawing/2014/main" id="{5BE288D1-6CA7-71A5-A8A0-50A4A0A802E9}"/>
              </a:ext>
            </a:extLst>
          </p:cNvPr>
          <p:cNvSpPr/>
          <p:nvPr/>
        </p:nvSpPr>
        <p:spPr>
          <a:xfrm>
            <a:off x="1011897" y="5091240"/>
            <a:ext cx="87601" cy="87601"/>
          </a:xfrm>
          <a:prstGeom prst="ellipse">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9" name="文本框 34">
            <a:extLst>
              <a:ext uri="{FF2B5EF4-FFF2-40B4-BE49-F238E27FC236}">
                <a16:creationId xmlns:a16="http://schemas.microsoft.com/office/drawing/2014/main" id="{C3D4CEA9-38BA-F20D-A2DF-5FCE35091F97}"/>
              </a:ext>
            </a:extLst>
          </p:cNvPr>
          <p:cNvSpPr txBox="1"/>
          <p:nvPr/>
        </p:nvSpPr>
        <p:spPr>
          <a:xfrm>
            <a:off x="4811169" y="4964197"/>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336699"/>
                </a:solidFill>
                <a:latin typeface="微软雅黑" panose="020B0503020204020204" pitchFamily="34" charset="-122"/>
                <a:ea typeface="微软雅黑" panose="020B0503020204020204" pitchFamily="34" charset="-122"/>
                <a:cs typeface="微软雅黑" pitchFamily="18" charset="-122"/>
              </a:rPr>
              <a:t>关键词总结，关键词总结</a:t>
            </a:r>
          </a:p>
        </p:txBody>
      </p:sp>
      <p:sp>
        <p:nvSpPr>
          <p:cNvPr id="130" name="椭圆 35">
            <a:extLst>
              <a:ext uri="{FF2B5EF4-FFF2-40B4-BE49-F238E27FC236}">
                <a16:creationId xmlns:a16="http://schemas.microsoft.com/office/drawing/2014/main" id="{CA60F785-D461-DD96-1E03-250E0769652F}"/>
              </a:ext>
            </a:extLst>
          </p:cNvPr>
          <p:cNvSpPr/>
          <p:nvPr/>
        </p:nvSpPr>
        <p:spPr>
          <a:xfrm>
            <a:off x="4653478" y="5091240"/>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1" name="文本框 36">
            <a:extLst>
              <a:ext uri="{FF2B5EF4-FFF2-40B4-BE49-F238E27FC236}">
                <a16:creationId xmlns:a16="http://schemas.microsoft.com/office/drawing/2014/main" id="{5157C160-8DF9-8F64-1B4F-B88264298CD2}"/>
              </a:ext>
            </a:extLst>
          </p:cNvPr>
          <p:cNvSpPr txBox="1"/>
          <p:nvPr/>
        </p:nvSpPr>
        <p:spPr>
          <a:xfrm>
            <a:off x="8401219" y="4964197"/>
            <a:ext cx="2877145"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336699"/>
                </a:solidFill>
                <a:latin typeface="微软雅黑" panose="020B0503020204020204" pitchFamily="34" charset="-122"/>
                <a:ea typeface="微软雅黑" panose="020B0503020204020204" pitchFamily="34" charset="-122"/>
                <a:cs typeface="微软雅黑" pitchFamily="18" charset="-122"/>
              </a:rPr>
              <a:t>关键词总结，关键词总结</a:t>
            </a:r>
          </a:p>
        </p:txBody>
      </p:sp>
      <p:sp>
        <p:nvSpPr>
          <p:cNvPr id="132" name="椭圆 37">
            <a:extLst>
              <a:ext uri="{FF2B5EF4-FFF2-40B4-BE49-F238E27FC236}">
                <a16:creationId xmlns:a16="http://schemas.microsoft.com/office/drawing/2014/main" id="{37702BA7-6CB2-B0F4-7819-D9FE2540AB27}"/>
              </a:ext>
            </a:extLst>
          </p:cNvPr>
          <p:cNvSpPr/>
          <p:nvPr/>
        </p:nvSpPr>
        <p:spPr>
          <a:xfrm>
            <a:off x="8243528" y="5091240"/>
            <a:ext cx="87601" cy="87601"/>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3" name="Freeform 45">
            <a:extLst>
              <a:ext uri="{FF2B5EF4-FFF2-40B4-BE49-F238E27FC236}">
                <a16:creationId xmlns:a16="http://schemas.microsoft.com/office/drawing/2014/main" id="{F0A07F71-BD11-3809-642C-945508CCDE3B}"/>
              </a:ext>
            </a:extLst>
          </p:cNvPr>
          <p:cNvSpPr>
            <a:spLocks noEditPoints="1"/>
          </p:cNvSpPr>
          <p:nvPr/>
        </p:nvSpPr>
        <p:spPr bwMode="auto">
          <a:xfrm>
            <a:off x="1011021" y="5837173"/>
            <a:ext cx="317133" cy="317133"/>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74">
              <a:solidFill>
                <a:srgbClr val="58B6C0"/>
              </a:solidFill>
              <a:latin typeface="微软雅黑" panose="020B0503020204020204" pitchFamily="34" charset="-122"/>
              <a:ea typeface="微软雅黑" panose="020B0503020204020204" pitchFamily="34" charset="-122"/>
            </a:endParaRPr>
          </a:p>
        </p:txBody>
      </p:sp>
      <p:sp>
        <p:nvSpPr>
          <p:cNvPr id="134" name="文本框 39">
            <a:extLst>
              <a:ext uri="{FF2B5EF4-FFF2-40B4-BE49-F238E27FC236}">
                <a16:creationId xmlns:a16="http://schemas.microsoft.com/office/drawing/2014/main" id="{CC89B0E8-37E8-C8A8-8788-5E4B6A760370}"/>
              </a:ext>
            </a:extLst>
          </p:cNvPr>
          <p:cNvSpPr txBox="1"/>
          <p:nvPr/>
        </p:nvSpPr>
        <p:spPr>
          <a:xfrm>
            <a:off x="1401481" y="5805883"/>
            <a:ext cx="2645252"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购买力强，用户基数大</a:t>
            </a:r>
          </a:p>
        </p:txBody>
      </p:sp>
      <p:sp>
        <p:nvSpPr>
          <p:cNvPr id="135" name="Freeform 45">
            <a:extLst>
              <a:ext uri="{FF2B5EF4-FFF2-40B4-BE49-F238E27FC236}">
                <a16:creationId xmlns:a16="http://schemas.microsoft.com/office/drawing/2014/main" id="{7D0BB2B3-1E09-AC85-7438-24E06C3C76C9}"/>
              </a:ext>
            </a:extLst>
          </p:cNvPr>
          <p:cNvSpPr>
            <a:spLocks noEditPoints="1"/>
          </p:cNvSpPr>
          <p:nvPr/>
        </p:nvSpPr>
        <p:spPr bwMode="auto">
          <a:xfrm>
            <a:off x="4644014" y="5837173"/>
            <a:ext cx="317133" cy="317133"/>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74">
              <a:solidFill>
                <a:srgbClr val="FFFFFF"/>
              </a:solidFill>
              <a:latin typeface="微软雅黑" panose="020B0503020204020204" pitchFamily="34" charset="-122"/>
              <a:ea typeface="微软雅黑" panose="020B0503020204020204" pitchFamily="34" charset="-122"/>
            </a:endParaRPr>
          </a:p>
        </p:txBody>
      </p:sp>
      <p:sp>
        <p:nvSpPr>
          <p:cNvPr id="136" name="文本框 41">
            <a:extLst>
              <a:ext uri="{FF2B5EF4-FFF2-40B4-BE49-F238E27FC236}">
                <a16:creationId xmlns:a16="http://schemas.microsoft.com/office/drawing/2014/main" id="{8E645C73-41E3-24DB-52C4-DDE89064145D}"/>
              </a:ext>
            </a:extLst>
          </p:cNvPr>
          <p:cNvSpPr txBox="1"/>
          <p:nvPr/>
        </p:nvSpPr>
        <p:spPr>
          <a:xfrm>
            <a:off x="5034474" y="5805883"/>
            <a:ext cx="2645252"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用户粘性强，购买力强</a:t>
            </a:r>
          </a:p>
        </p:txBody>
      </p:sp>
      <p:sp>
        <p:nvSpPr>
          <p:cNvPr id="137" name="Freeform 45">
            <a:extLst>
              <a:ext uri="{FF2B5EF4-FFF2-40B4-BE49-F238E27FC236}">
                <a16:creationId xmlns:a16="http://schemas.microsoft.com/office/drawing/2014/main" id="{E680A0C7-A37A-E957-BDBA-86E18787DF57}"/>
              </a:ext>
            </a:extLst>
          </p:cNvPr>
          <p:cNvSpPr>
            <a:spLocks noEditPoints="1"/>
          </p:cNvSpPr>
          <p:nvPr/>
        </p:nvSpPr>
        <p:spPr bwMode="auto">
          <a:xfrm>
            <a:off x="8234064" y="5837173"/>
            <a:ext cx="317133" cy="317133"/>
          </a:xfrm>
          <a:custGeom>
            <a:avLst/>
            <a:gdLst/>
            <a:ahLst/>
            <a:cxnLst>
              <a:cxn ang="0">
                <a:pos x="27" y="55"/>
              </a:cxn>
              <a:cxn ang="0">
                <a:pos x="0" y="27"/>
              </a:cxn>
              <a:cxn ang="0">
                <a:pos x="27" y="0"/>
              </a:cxn>
              <a:cxn ang="0">
                <a:pos x="55" y="27"/>
              </a:cxn>
              <a:cxn ang="0">
                <a:pos x="27" y="55"/>
              </a:cxn>
              <a:cxn ang="0">
                <a:pos x="45" y="20"/>
              </a:cxn>
              <a:cxn ang="0">
                <a:pos x="42" y="17"/>
              </a:cxn>
              <a:cxn ang="0">
                <a:pos x="40" y="16"/>
              </a:cxn>
              <a:cxn ang="0">
                <a:pos x="38" y="17"/>
              </a:cxn>
              <a:cxn ang="0">
                <a:pos x="24" y="31"/>
              </a:cxn>
              <a:cxn ang="0">
                <a:pos x="16" y="23"/>
              </a:cxn>
              <a:cxn ang="0">
                <a:pos x="14" y="22"/>
              </a:cxn>
              <a:cxn ang="0">
                <a:pos x="13" y="23"/>
              </a:cxn>
              <a:cxn ang="0">
                <a:pos x="9" y="26"/>
              </a:cxn>
              <a:cxn ang="0">
                <a:pos x="9" y="28"/>
              </a:cxn>
              <a:cxn ang="0">
                <a:pos x="9" y="30"/>
              </a:cxn>
              <a:cxn ang="0">
                <a:pos x="22" y="43"/>
              </a:cxn>
              <a:cxn ang="0">
                <a:pos x="24" y="43"/>
              </a:cxn>
              <a:cxn ang="0">
                <a:pos x="26" y="43"/>
              </a:cxn>
              <a:cxn ang="0">
                <a:pos x="45" y="23"/>
              </a:cxn>
              <a:cxn ang="0">
                <a:pos x="46" y="22"/>
              </a:cxn>
              <a:cxn ang="0">
                <a:pos x="45" y="20"/>
              </a:cxn>
            </a:cxnLst>
            <a:rect l="0" t="0" r="r" b="b"/>
            <a:pathLst>
              <a:path w="55" h="55">
                <a:moveTo>
                  <a:pt x="27" y="55"/>
                </a:moveTo>
                <a:cubicBezTo>
                  <a:pt x="12" y="55"/>
                  <a:pt x="0" y="42"/>
                  <a:pt x="0" y="27"/>
                </a:cubicBezTo>
                <a:cubicBezTo>
                  <a:pt x="0" y="12"/>
                  <a:pt x="12" y="0"/>
                  <a:pt x="27" y="0"/>
                </a:cubicBezTo>
                <a:cubicBezTo>
                  <a:pt x="42" y="0"/>
                  <a:pt x="55" y="12"/>
                  <a:pt x="55" y="27"/>
                </a:cubicBezTo>
                <a:cubicBezTo>
                  <a:pt x="55" y="42"/>
                  <a:pt x="42" y="55"/>
                  <a:pt x="27" y="55"/>
                </a:cubicBezTo>
                <a:close/>
                <a:moveTo>
                  <a:pt x="45" y="20"/>
                </a:moveTo>
                <a:cubicBezTo>
                  <a:pt x="42" y="17"/>
                  <a:pt x="42" y="17"/>
                  <a:pt x="42" y="17"/>
                </a:cubicBezTo>
                <a:cubicBezTo>
                  <a:pt x="41" y="16"/>
                  <a:pt x="41" y="16"/>
                  <a:pt x="40" y="16"/>
                </a:cubicBezTo>
                <a:cubicBezTo>
                  <a:pt x="39" y="16"/>
                  <a:pt x="39" y="16"/>
                  <a:pt x="38" y="17"/>
                </a:cubicBezTo>
                <a:cubicBezTo>
                  <a:pt x="24" y="31"/>
                  <a:pt x="24" y="31"/>
                  <a:pt x="24" y="31"/>
                </a:cubicBezTo>
                <a:cubicBezTo>
                  <a:pt x="16" y="23"/>
                  <a:pt x="16" y="23"/>
                  <a:pt x="16" y="23"/>
                </a:cubicBezTo>
                <a:cubicBezTo>
                  <a:pt x="15" y="23"/>
                  <a:pt x="15" y="22"/>
                  <a:pt x="14" y="22"/>
                </a:cubicBezTo>
                <a:cubicBezTo>
                  <a:pt x="14" y="22"/>
                  <a:pt x="13" y="23"/>
                  <a:pt x="13" y="23"/>
                </a:cubicBezTo>
                <a:cubicBezTo>
                  <a:pt x="9" y="26"/>
                  <a:pt x="9" y="26"/>
                  <a:pt x="9" y="26"/>
                </a:cubicBezTo>
                <a:cubicBezTo>
                  <a:pt x="9" y="27"/>
                  <a:pt x="9" y="27"/>
                  <a:pt x="9" y="28"/>
                </a:cubicBezTo>
                <a:cubicBezTo>
                  <a:pt x="9" y="29"/>
                  <a:pt x="9" y="29"/>
                  <a:pt x="9" y="30"/>
                </a:cubicBezTo>
                <a:cubicBezTo>
                  <a:pt x="22" y="43"/>
                  <a:pt x="22" y="43"/>
                  <a:pt x="22" y="43"/>
                </a:cubicBezTo>
                <a:cubicBezTo>
                  <a:pt x="23" y="43"/>
                  <a:pt x="23" y="43"/>
                  <a:pt x="24" y="43"/>
                </a:cubicBezTo>
                <a:cubicBezTo>
                  <a:pt x="25" y="43"/>
                  <a:pt x="25" y="43"/>
                  <a:pt x="26" y="43"/>
                </a:cubicBezTo>
                <a:cubicBezTo>
                  <a:pt x="45" y="23"/>
                  <a:pt x="45" y="23"/>
                  <a:pt x="45" y="23"/>
                </a:cubicBezTo>
                <a:cubicBezTo>
                  <a:pt x="45" y="23"/>
                  <a:pt x="46" y="22"/>
                  <a:pt x="46" y="22"/>
                </a:cubicBezTo>
                <a:cubicBezTo>
                  <a:pt x="46" y="21"/>
                  <a:pt x="45" y="20"/>
                  <a:pt x="45" y="20"/>
                </a:cubicBezTo>
                <a:close/>
              </a:path>
            </a:pathLst>
          </a:custGeom>
          <a:solidFill>
            <a:srgbClr val="FFFFFF"/>
          </a:solidFill>
          <a:ln w="9525">
            <a:noFill/>
            <a:round/>
            <a:headEnd/>
            <a:tailEnd/>
          </a:ln>
          <a:effectLst/>
        </p:spPr>
        <p:txBody>
          <a:bodyPr vert="horz" wrap="square" lIns="48646" tIns="24323" rIns="48646" bIns="24323" numCol="1" anchor="t" anchorCtr="0" compatLnSpc="1">
            <a:prstTxWarp prst="textNoShape">
              <a:avLst/>
            </a:prstTxWarp>
          </a:bodyPr>
          <a:lstStyle/>
          <a:p>
            <a:endParaRPr lang="en-US" sz="674">
              <a:solidFill>
                <a:srgbClr val="58B6C0"/>
              </a:solidFill>
              <a:latin typeface="微软雅黑" panose="020B0503020204020204" pitchFamily="34" charset="-122"/>
              <a:ea typeface="微软雅黑" panose="020B0503020204020204" pitchFamily="34" charset="-122"/>
            </a:endParaRPr>
          </a:p>
        </p:txBody>
      </p:sp>
      <p:sp>
        <p:nvSpPr>
          <p:cNvPr id="138" name="文本框 43">
            <a:extLst>
              <a:ext uri="{FF2B5EF4-FFF2-40B4-BE49-F238E27FC236}">
                <a16:creationId xmlns:a16="http://schemas.microsoft.com/office/drawing/2014/main" id="{86307A71-7993-63CF-C83A-5E171CD126AC}"/>
              </a:ext>
            </a:extLst>
          </p:cNvPr>
          <p:cNvSpPr txBox="1"/>
          <p:nvPr/>
        </p:nvSpPr>
        <p:spPr>
          <a:xfrm>
            <a:off x="8624523" y="5805883"/>
            <a:ext cx="2645252" cy="375809"/>
          </a:xfrm>
          <a:prstGeom prst="rect">
            <a:avLst/>
          </a:prstGeom>
          <a:noFill/>
          <a:ln>
            <a:noFill/>
          </a:ln>
        </p:spPr>
        <p:style>
          <a:lnRef idx="2">
            <a:srgbClr val="7A8C8E"/>
          </a:lnRef>
          <a:fillRef idx="1">
            <a:srgbClr val="FFFFFF"/>
          </a:fillRef>
          <a:effectRef idx="0">
            <a:srgbClr val="7A8C8E"/>
          </a:effectRef>
          <a:fontRef idx="minor">
            <a:srgbClr val="333333"/>
          </a:fontRef>
        </p:style>
        <p:txBody>
          <a:bodyPr wrap="square" rtlCol="0">
            <a:spAutoFit/>
          </a:bodyPr>
          <a:lstStyle/>
          <a:p>
            <a:r>
              <a:rPr kumimoji="1" lang="zh-CN" altLang="en-US" sz="1879" b="1" dirty="0">
                <a:solidFill>
                  <a:srgbClr val="FFFFFF"/>
                </a:solidFill>
                <a:latin typeface="微软雅黑" panose="020B0503020204020204" pitchFamily="34" charset="-122"/>
                <a:ea typeface="微软雅黑" panose="020B0503020204020204" pitchFamily="34" charset="-122"/>
                <a:cs typeface="微软雅黑" pitchFamily="18" charset="-122"/>
              </a:rPr>
              <a:t>购买力适中，基数较小</a:t>
            </a:r>
          </a:p>
        </p:txBody>
      </p:sp>
    </p:spTree>
    <p:extLst>
      <p:ext uri="{BB962C8B-B14F-4D97-AF65-F5344CB8AC3E}">
        <p14:creationId xmlns:p14="http://schemas.microsoft.com/office/powerpoint/2010/main" val="1851778670"/>
      </p:ext>
    </p:extLst>
  </p:cSld>
  <p:clrMapOvr>
    <a:masterClrMapping/>
  </p:clrMapOvr>
</p:sld>
</file>

<file path=ppt/slides/vr_business_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R037 输入到输出的价值结构（结构示例）</a:t>
            </a:r>
          </a:p>
        </p:txBody>
      </p:sp>
      <p:sp>
        <p:nvSpPr>
          <p:cNvPr id="101" name="圆角矩形 68">
            <a:extLst>
              <a:ext uri="{FF2B5EF4-FFF2-40B4-BE49-F238E27FC236}">
                <a16:creationId xmlns:a16="http://schemas.microsoft.com/office/drawing/2014/main" id="{97363806-C883-B1CC-A038-466FAE806C34}"/>
              </a:ext>
            </a:extLst>
          </p:cNvPr>
          <p:cNvSpPr/>
          <p:nvPr/>
        </p:nvSpPr>
        <p:spPr>
          <a:xfrm>
            <a:off x="3282492" y="2189920"/>
            <a:ext cx="5646889" cy="2915776"/>
          </a:xfrm>
          <a:prstGeom prst="roundRect">
            <a:avLst>
              <a:gd name="adj" fmla="val 50000"/>
            </a:avLst>
          </a:prstGeom>
          <a:noFill/>
          <a:ln w="47625">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椭圆 1"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0C25DCD2-775D-65D4-08DE-4A087CDC927F}"/>
              </a:ext>
            </a:extLst>
          </p:cNvPr>
          <p:cNvSpPr>
            <a:spLocks noChangeAspect="1"/>
          </p:cNvSpPr>
          <p:nvPr/>
        </p:nvSpPr>
        <p:spPr>
          <a:xfrm>
            <a:off x="2786058" y="3112273"/>
            <a:ext cx="1044158" cy="1044158"/>
          </a:xfrm>
          <a:prstGeom prst="ellipse">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2246" b="1" dirty="0">
                <a:solidFill>
                  <a:srgbClr val="FFFFFF"/>
                </a:solidFill>
                <a:latin typeface="微软雅黑" panose="020B0503020204020204" pitchFamily="34" charset="-122"/>
                <a:ea typeface="微软雅黑" panose="020B0503020204020204" pitchFamily="34" charset="-122"/>
                <a:cs typeface="微软雅黑" pitchFamily="18" charset="-122"/>
              </a:rPr>
              <a:t>产品</a:t>
            </a:r>
          </a:p>
        </p:txBody>
      </p:sp>
      <p:sp>
        <p:nvSpPr>
          <p:cNvPr id="103" name="椭圆 2"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D544FA9A-E935-6F87-8879-BAA7DBFAC628}"/>
              </a:ext>
            </a:extLst>
          </p:cNvPr>
          <p:cNvSpPr>
            <a:spLocks noChangeAspect="1"/>
          </p:cNvSpPr>
          <p:nvPr/>
        </p:nvSpPr>
        <p:spPr>
          <a:xfrm>
            <a:off x="8407301" y="3112273"/>
            <a:ext cx="1044158" cy="1044158"/>
          </a:xfrm>
          <a:prstGeom prst="ellipse">
            <a:avLst/>
          </a:prstGeom>
          <a:solidFill>
            <a:srgbClr val="58B6C0"/>
          </a:solidFill>
          <a:ln>
            <a:noFill/>
            <a:prstDash val="sysDash"/>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lang="zh-CN" altLang="en-US" sz="2246" b="1" dirty="0">
                <a:solidFill>
                  <a:srgbClr val="FFFFFF"/>
                </a:solidFill>
                <a:latin typeface="微软雅黑" panose="020B0503020204020204" pitchFamily="34" charset="-122"/>
                <a:ea typeface="微软雅黑" panose="020B0503020204020204" pitchFamily="34" charset="-122"/>
                <a:cs typeface="微软雅黑" pitchFamily="18" charset="-122"/>
              </a:rPr>
              <a:t>用户</a:t>
            </a:r>
          </a:p>
        </p:txBody>
      </p:sp>
      <p:sp>
        <p:nvSpPr>
          <p:cNvPr id="104" name="椭圆 6"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839B7A01-6FA5-B8E9-6251-62B6CD21245B}"/>
              </a:ext>
            </a:extLst>
          </p:cNvPr>
          <p:cNvSpPr>
            <a:spLocks noChangeAspect="1"/>
          </p:cNvSpPr>
          <p:nvPr/>
        </p:nvSpPr>
        <p:spPr>
          <a:xfrm>
            <a:off x="4101544" y="2960702"/>
            <a:ext cx="1347301" cy="1347301"/>
          </a:xfrm>
          <a:prstGeom prst="ellipse">
            <a:avLst/>
          </a:prstGeom>
          <a:solidFill>
            <a:srgbClr val="3494BA"/>
          </a:solidFill>
          <a:ln>
            <a:noFill/>
          </a:ln>
        </p:spPr>
        <p:style>
          <a:lnRef idx="3">
            <a:srgbClr val="FFFFFF"/>
          </a:lnRef>
          <a:fillRef idx="1">
            <a:srgbClr val="336699"/>
          </a:fillRef>
          <a:effectRef idx="1">
            <a:srgbClr val="336699"/>
          </a:effectRef>
          <a:fontRef idx="minor">
            <a:srgbClr val="FFFFFF"/>
          </a:fontRef>
        </p:style>
        <p:txBody>
          <a:bodyPr rtlCol="0" anchor="ctr"/>
          <a:lstStyle/>
          <a:p>
            <a:pPr algn="ctr"/>
            <a:r>
              <a:rPr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布局</a:t>
            </a:r>
          </a:p>
        </p:txBody>
      </p:sp>
      <p:sp>
        <p:nvSpPr>
          <p:cNvPr id="105" name="椭圆 7"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D6F1BA7B-98F6-8BD3-9E80-9DBA2AE8A4C0}"/>
              </a:ext>
            </a:extLst>
          </p:cNvPr>
          <p:cNvSpPr>
            <a:spLocks noChangeAspect="1"/>
          </p:cNvSpPr>
          <p:nvPr/>
        </p:nvSpPr>
        <p:spPr>
          <a:xfrm>
            <a:off x="6788672" y="2960702"/>
            <a:ext cx="1347301" cy="1347301"/>
          </a:xfrm>
          <a:prstGeom prst="ellipse">
            <a:avLst/>
          </a:prstGeom>
          <a:solidFill>
            <a:srgbClr val="3494BA"/>
          </a:solidFill>
          <a:ln>
            <a:noFill/>
          </a:ln>
        </p:spPr>
        <p:style>
          <a:lnRef idx="3">
            <a:srgbClr val="FFFFFF"/>
          </a:lnRef>
          <a:fillRef idx="1">
            <a:srgbClr val="336699"/>
          </a:fillRef>
          <a:effectRef idx="1">
            <a:srgbClr val="336699"/>
          </a:effectRef>
          <a:fontRef idx="minor">
            <a:srgbClr val="FFFFFF"/>
          </a:fontRef>
        </p:style>
        <p:txBody>
          <a:bodyPr rtlCol="0" anchor="ctr"/>
          <a:lstStyle/>
          <a:p>
            <a:pPr algn="ctr"/>
            <a:r>
              <a:rPr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推荐</a:t>
            </a:r>
          </a:p>
        </p:txBody>
      </p:sp>
      <p:sp>
        <p:nvSpPr>
          <p:cNvPr id="106" name="椭圆 8"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DEF4DDD6-065A-28EF-BEC9-0C0BDE8BB2A5}"/>
              </a:ext>
            </a:extLst>
          </p:cNvPr>
          <p:cNvSpPr>
            <a:spLocks noChangeAspect="1"/>
          </p:cNvSpPr>
          <p:nvPr/>
        </p:nvSpPr>
        <p:spPr>
          <a:xfrm>
            <a:off x="5293537" y="2809130"/>
            <a:ext cx="1650443" cy="1650443"/>
          </a:xfrm>
          <a:prstGeom prst="ellipse">
            <a:avLst/>
          </a:prstGeom>
          <a:solidFill>
            <a:srgbClr val="336699"/>
          </a:solidFill>
          <a:ln>
            <a:noFill/>
          </a:ln>
        </p:spPr>
        <p:style>
          <a:lnRef idx="3">
            <a:srgbClr val="FFFFFF"/>
          </a:lnRef>
          <a:fillRef idx="1">
            <a:srgbClr val="58B6C0"/>
          </a:fillRef>
          <a:effectRef idx="1">
            <a:srgbClr val="58B6C0"/>
          </a:effectRef>
          <a:fontRef idx="minor">
            <a:srgbClr val="FFFFFF"/>
          </a:fontRef>
        </p:style>
        <p:txBody>
          <a:bodyPr rtlCol="0" anchor="ctr"/>
          <a:lstStyle/>
          <a:p>
            <a:pPr algn="ctr"/>
            <a:endParaRPr lang="zh-CN" altLang="en-US" dirty="0">
              <a:solidFill>
                <a:srgbClr val="336699">
                  <a:lumMod val="50000"/>
                </a:srgbClr>
              </a:solidFill>
              <a:latin typeface="微软雅黑" panose="020B0503020204020204" pitchFamily="34" charset="-122"/>
              <a:ea typeface="微软雅黑" panose="020B0503020204020204" pitchFamily="34" charset="-122"/>
            </a:endParaRPr>
          </a:p>
        </p:txBody>
      </p:sp>
      <p:sp>
        <p:nvSpPr>
          <p:cNvPr id="107" name="箭头: 右 20"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F87F286B-093D-60B3-A7D8-6181163AEAE7}"/>
              </a:ext>
            </a:extLst>
          </p:cNvPr>
          <p:cNvSpPr/>
          <p:nvPr/>
        </p:nvSpPr>
        <p:spPr>
          <a:xfrm>
            <a:off x="2365734" y="3546720"/>
            <a:ext cx="350161" cy="175266"/>
          </a:xfrm>
          <a:prstGeom prst="rightArrow">
            <a:avLst>
              <a:gd name="adj1" fmla="val 55086"/>
              <a:gd name="adj2" fmla="val 53401"/>
            </a:avLst>
          </a:pr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grpSp>
        <p:nvGrpSpPr>
          <p:cNvPr id="108" name="组合 15">
            <a:extLst>
              <a:ext uri="{FF2B5EF4-FFF2-40B4-BE49-F238E27FC236}">
                <a16:creationId xmlns:a16="http://schemas.microsoft.com/office/drawing/2014/main" id="{5EB725D8-6F21-9847-AA35-FB4832BBD848}"/>
              </a:ext>
            </a:extLst>
          </p:cNvPr>
          <p:cNvGrpSpPr/>
          <p:nvPr/>
        </p:nvGrpSpPr>
        <p:grpSpPr>
          <a:xfrm>
            <a:off x="816437" y="3429542"/>
            <a:ext cx="1439761" cy="409621"/>
            <a:chOff x="1384110" y="2935727"/>
            <a:chExt cx="1976230" cy="508513"/>
          </a:xfrm>
          <a:solidFill>
            <a:srgbClr val="75BDA7"/>
          </a:solidFill>
        </p:grpSpPr>
        <p:grpSp>
          <p:nvGrpSpPr>
            <p:cNvPr id="109" name="组合 16">
              <a:extLst>
                <a:ext uri="{FF2B5EF4-FFF2-40B4-BE49-F238E27FC236}">
                  <a16:creationId xmlns:a16="http://schemas.microsoft.com/office/drawing/2014/main" id="{F24A90C0-BFE1-2ECD-3CD2-993CD6D82FED}"/>
                </a:ext>
              </a:extLst>
            </p:cNvPr>
            <p:cNvGrpSpPr/>
            <p:nvPr/>
          </p:nvGrpSpPr>
          <p:grpSpPr>
            <a:xfrm>
              <a:off x="1384110" y="2935727"/>
              <a:ext cx="1976230" cy="508513"/>
              <a:chOff x="948122" y="3539516"/>
              <a:chExt cx="824798" cy="824798"/>
            </a:xfrm>
            <a:grpFill/>
          </p:grpSpPr>
          <p:sp>
            <p:nvSpPr>
              <p:cNvPr id="110" name="椭圆 12">
                <a:extLst>
                  <a:ext uri="{FF2B5EF4-FFF2-40B4-BE49-F238E27FC236}">
                    <a16:creationId xmlns:a16="http://schemas.microsoft.com/office/drawing/2014/main" id="{960050BC-C42D-5B73-BDEF-5C05EF125128}"/>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1" name="椭圆 13">
                <a:extLst>
                  <a:ext uri="{FF2B5EF4-FFF2-40B4-BE49-F238E27FC236}">
                    <a16:creationId xmlns:a16="http://schemas.microsoft.com/office/drawing/2014/main" id="{9E2CAB4D-5489-630B-D963-3EA301E58500}"/>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2" name="椭圆 15">
                <a:extLst>
                  <a:ext uri="{FF2B5EF4-FFF2-40B4-BE49-F238E27FC236}">
                    <a16:creationId xmlns:a16="http://schemas.microsoft.com/office/drawing/2014/main" id="{106ED495-A158-B90C-84C1-11FE499FA334}"/>
                  </a:ext>
                </a:extLst>
              </p:cNvPr>
              <p:cNvSpPr/>
              <p:nvPr/>
            </p:nvSpPr>
            <p:spPr>
              <a:xfrm>
                <a:off x="981777" y="3573171"/>
                <a:ext cx="757488" cy="75748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3" name="椭圆 16">
                <a:extLst>
                  <a:ext uri="{FF2B5EF4-FFF2-40B4-BE49-F238E27FC236}">
                    <a16:creationId xmlns:a16="http://schemas.microsoft.com/office/drawing/2014/main" id="{C0D79B65-B932-52AA-AE12-1AF421C13570}"/>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grpSp>
        <p:sp>
          <p:nvSpPr>
            <p:cNvPr id="114" name="文本框 17">
              <a:extLst>
                <a:ext uri="{FF2B5EF4-FFF2-40B4-BE49-F238E27FC236}">
                  <a16:creationId xmlns:a16="http://schemas.microsoft.com/office/drawing/2014/main" id="{D4551E0B-7EDE-BF68-9AB0-5D1FB96ABAC6}"/>
                </a:ext>
              </a:extLst>
            </p:cNvPr>
            <p:cNvSpPr txBox="1"/>
            <p:nvPr/>
          </p:nvSpPr>
          <p:spPr>
            <a:xfrm>
              <a:off x="1649149" y="3020706"/>
              <a:ext cx="1446151" cy="393233"/>
            </a:xfrm>
            <a:prstGeom prst="rect">
              <a:avLst/>
            </a:prstGeom>
            <a:grp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spAutoFit/>
            </a:bodyPr>
            <a:lstStyle/>
            <a:p>
              <a:pPr algn="ctr"/>
              <a:r>
                <a:rPr lang="zh-CN" altLang="en-US" sz="1600" b="1" dirty="0">
                  <a:solidFill>
                    <a:srgbClr val="FFFFFF"/>
                  </a:solidFill>
                  <a:latin typeface="微软雅黑" panose="020B0503020204020204" pitchFamily="34" charset="-122"/>
                  <a:ea typeface="微软雅黑" panose="020B0503020204020204" pitchFamily="34" charset="-122"/>
                  <a:cs typeface="微软雅黑" pitchFamily="18" charset="-122"/>
                </a:rPr>
                <a:t>架构升级</a:t>
              </a:r>
            </a:p>
          </p:txBody>
        </p:sp>
      </p:grpSp>
      <p:grpSp>
        <p:nvGrpSpPr>
          <p:cNvPr id="115" name="组合 22">
            <a:extLst>
              <a:ext uri="{FF2B5EF4-FFF2-40B4-BE49-F238E27FC236}">
                <a16:creationId xmlns:a16="http://schemas.microsoft.com/office/drawing/2014/main" id="{74211E34-F278-F0FC-7A2A-EE9470DC8F5F}"/>
              </a:ext>
            </a:extLst>
          </p:cNvPr>
          <p:cNvGrpSpPr/>
          <p:nvPr/>
        </p:nvGrpSpPr>
        <p:grpSpPr>
          <a:xfrm>
            <a:off x="5417953" y="2016909"/>
            <a:ext cx="1439761" cy="409621"/>
            <a:chOff x="1384110" y="2935727"/>
            <a:chExt cx="1976230" cy="508513"/>
          </a:xfrm>
          <a:solidFill>
            <a:srgbClr val="3494BA"/>
          </a:solidFill>
        </p:grpSpPr>
        <p:grpSp>
          <p:nvGrpSpPr>
            <p:cNvPr id="116" name="组合 23">
              <a:extLst>
                <a:ext uri="{FF2B5EF4-FFF2-40B4-BE49-F238E27FC236}">
                  <a16:creationId xmlns:a16="http://schemas.microsoft.com/office/drawing/2014/main" id="{09F7B776-D597-DB07-8CB3-1E65D90B6868}"/>
                </a:ext>
              </a:extLst>
            </p:cNvPr>
            <p:cNvGrpSpPr/>
            <p:nvPr/>
          </p:nvGrpSpPr>
          <p:grpSpPr>
            <a:xfrm>
              <a:off x="1384110" y="2935727"/>
              <a:ext cx="1976230" cy="508513"/>
              <a:chOff x="948122" y="3539516"/>
              <a:chExt cx="824798" cy="824798"/>
            </a:xfrm>
            <a:grpFill/>
          </p:grpSpPr>
          <p:sp>
            <p:nvSpPr>
              <p:cNvPr id="117" name="椭圆 12">
                <a:extLst>
                  <a:ext uri="{FF2B5EF4-FFF2-40B4-BE49-F238E27FC236}">
                    <a16:creationId xmlns:a16="http://schemas.microsoft.com/office/drawing/2014/main" id="{43F2856A-6C65-76BD-2DB7-FAE7AA2D72C5}"/>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8" name="椭圆 13">
                <a:extLst>
                  <a:ext uri="{FF2B5EF4-FFF2-40B4-BE49-F238E27FC236}">
                    <a16:creationId xmlns:a16="http://schemas.microsoft.com/office/drawing/2014/main" id="{0D0865EA-EF3B-9338-2032-30796AA90357}"/>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9" name="椭圆 15">
                <a:extLst>
                  <a:ext uri="{FF2B5EF4-FFF2-40B4-BE49-F238E27FC236}">
                    <a16:creationId xmlns:a16="http://schemas.microsoft.com/office/drawing/2014/main" id="{AA6B0E5D-36C0-2757-D903-924006DFD2A0}"/>
                  </a:ext>
                </a:extLst>
              </p:cNvPr>
              <p:cNvSpPr/>
              <p:nvPr/>
            </p:nvSpPr>
            <p:spPr>
              <a:xfrm>
                <a:off x="981777" y="3573171"/>
                <a:ext cx="757488" cy="75748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0" name="椭圆 16">
                <a:extLst>
                  <a:ext uri="{FF2B5EF4-FFF2-40B4-BE49-F238E27FC236}">
                    <a16:creationId xmlns:a16="http://schemas.microsoft.com/office/drawing/2014/main" id="{37AB53D6-07F0-BF5C-521B-B88467FCBBBC}"/>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grpSp>
        <p:sp>
          <p:nvSpPr>
            <p:cNvPr id="121" name="文本框 24">
              <a:extLst>
                <a:ext uri="{FF2B5EF4-FFF2-40B4-BE49-F238E27FC236}">
                  <a16:creationId xmlns:a16="http://schemas.microsoft.com/office/drawing/2014/main" id="{4BCC0CF3-466C-0484-6C77-6D1A57A571C5}"/>
                </a:ext>
              </a:extLst>
            </p:cNvPr>
            <p:cNvSpPr txBox="1"/>
            <p:nvPr/>
          </p:nvSpPr>
          <p:spPr>
            <a:xfrm>
              <a:off x="1649149" y="3020706"/>
              <a:ext cx="1446151" cy="393233"/>
            </a:xfrm>
            <a:prstGeom prst="rect">
              <a:avLst/>
            </a:prstGeom>
            <a:grp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600" b="1" dirty="0">
                  <a:solidFill>
                    <a:srgbClr val="FFFFFF"/>
                  </a:solidFill>
                  <a:latin typeface="微软雅黑" panose="020B0503020204020204" pitchFamily="34" charset="-122"/>
                  <a:ea typeface="微软雅黑" panose="020B0503020204020204" pitchFamily="34" charset="-122"/>
                  <a:cs typeface="微软雅黑" pitchFamily="18" charset="-122"/>
                </a:rPr>
                <a:t>架构升级</a:t>
              </a:r>
            </a:p>
          </p:txBody>
        </p:sp>
      </p:grpSp>
      <p:grpSp>
        <p:nvGrpSpPr>
          <p:cNvPr id="122" name="组合 29">
            <a:extLst>
              <a:ext uri="{FF2B5EF4-FFF2-40B4-BE49-F238E27FC236}">
                <a16:creationId xmlns:a16="http://schemas.microsoft.com/office/drawing/2014/main" id="{B495FF5C-2612-C08C-867F-5F3B3EE94D51}"/>
              </a:ext>
            </a:extLst>
          </p:cNvPr>
          <p:cNvGrpSpPr/>
          <p:nvPr/>
        </p:nvGrpSpPr>
        <p:grpSpPr>
          <a:xfrm>
            <a:off x="5396461" y="4848125"/>
            <a:ext cx="1439761" cy="409621"/>
            <a:chOff x="1384110" y="2935727"/>
            <a:chExt cx="1976230" cy="508513"/>
          </a:xfrm>
        </p:grpSpPr>
        <p:grpSp>
          <p:nvGrpSpPr>
            <p:cNvPr id="123" name="组合 30">
              <a:extLst>
                <a:ext uri="{FF2B5EF4-FFF2-40B4-BE49-F238E27FC236}">
                  <a16:creationId xmlns:a16="http://schemas.microsoft.com/office/drawing/2014/main" id="{89C26DE3-83AD-2665-BBA3-7E0DF62B3D74}"/>
                </a:ext>
              </a:extLst>
            </p:cNvPr>
            <p:cNvGrpSpPr/>
            <p:nvPr/>
          </p:nvGrpSpPr>
          <p:grpSpPr>
            <a:xfrm>
              <a:off x="1384110" y="2935727"/>
              <a:ext cx="1976230" cy="508513"/>
              <a:chOff x="948122" y="3539516"/>
              <a:chExt cx="824798" cy="824798"/>
            </a:xfrm>
          </p:grpSpPr>
          <p:sp>
            <p:nvSpPr>
              <p:cNvPr id="124" name="椭圆 12">
                <a:extLst>
                  <a:ext uri="{FF2B5EF4-FFF2-40B4-BE49-F238E27FC236}">
                    <a16:creationId xmlns:a16="http://schemas.microsoft.com/office/drawing/2014/main" id="{92B15924-40F1-3C4D-E214-7AF5A538D1F5}"/>
                  </a:ext>
                </a:extLst>
              </p:cNvPr>
              <p:cNvSpPr/>
              <p:nvPr/>
            </p:nvSpPr>
            <p:spPr>
              <a:xfrm>
                <a:off x="948122" y="3539516"/>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5" name="椭圆 13">
                <a:extLst>
                  <a:ext uri="{FF2B5EF4-FFF2-40B4-BE49-F238E27FC236}">
                    <a16:creationId xmlns:a16="http://schemas.microsoft.com/office/drawing/2014/main" id="{D6C72345-1C21-B37F-7014-E38B1C5C3F97}"/>
                  </a:ext>
                </a:extLst>
              </p:cNvPr>
              <p:cNvSpPr/>
              <p:nvPr/>
            </p:nvSpPr>
            <p:spPr>
              <a:xfrm>
                <a:off x="948122" y="3539516"/>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6" name="椭圆 15">
                <a:extLst>
                  <a:ext uri="{FF2B5EF4-FFF2-40B4-BE49-F238E27FC236}">
                    <a16:creationId xmlns:a16="http://schemas.microsoft.com/office/drawing/2014/main" id="{72A61FC9-F271-6636-DA83-A5B8F726C269}"/>
                  </a:ext>
                </a:extLst>
              </p:cNvPr>
              <p:cNvSpPr/>
              <p:nvPr/>
            </p:nvSpPr>
            <p:spPr>
              <a:xfrm>
                <a:off x="981777" y="3573171"/>
                <a:ext cx="757488" cy="75748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7" name="椭圆 16">
                <a:extLst>
                  <a:ext uri="{FF2B5EF4-FFF2-40B4-BE49-F238E27FC236}">
                    <a16:creationId xmlns:a16="http://schemas.microsoft.com/office/drawing/2014/main" id="{D4F9AA32-68E5-6FC4-E81B-034919D00471}"/>
                  </a:ext>
                </a:extLst>
              </p:cNvPr>
              <p:cNvSpPr/>
              <p:nvPr/>
            </p:nvSpPr>
            <p:spPr>
              <a:xfrm>
                <a:off x="948122" y="3539516"/>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grpSp>
        <p:sp>
          <p:nvSpPr>
            <p:cNvPr id="128" name="文本框 31">
              <a:extLst>
                <a:ext uri="{FF2B5EF4-FFF2-40B4-BE49-F238E27FC236}">
                  <a16:creationId xmlns:a16="http://schemas.microsoft.com/office/drawing/2014/main" id="{236CD909-94BE-E9B1-8116-62F7B3DAC7DC}"/>
                </a:ext>
              </a:extLst>
            </p:cNvPr>
            <p:cNvSpPr txBox="1"/>
            <p:nvPr/>
          </p:nvSpPr>
          <p:spPr>
            <a:xfrm>
              <a:off x="1649149" y="3020706"/>
              <a:ext cx="1446151" cy="393233"/>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600" b="1" dirty="0">
                  <a:solidFill>
                    <a:srgbClr val="FFFFFF"/>
                  </a:solidFill>
                  <a:latin typeface="微软雅黑" panose="020B0503020204020204" pitchFamily="34" charset="-122"/>
                  <a:ea typeface="微软雅黑" panose="020B0503020204020204" pitchFamily="34" charset="-122"/>
                  <a:cs typeface="微软雅黑" pitchFamily="18" charset="-122"/>
                </a:rPr>
                <a:t>架构升级</a:t>
              </a:r>
            </a:p>
          </p:txBody>
        </p:sp>
      </p:grpSp>
      <p:grpSp>
        <p:nvGrpSpPr>
          <p:cNvPr id="129" name="组合 36">
            <a:extLst>
              <a:ext uri="{FF2B5EF4-FFF2-40B4-BE49-F238E27FC236}">
                <a16:creationId xmlns:a16="http://schemas.microsoft.com/office/drawing/2014/main" id="{F1322172-E9A7-243C-A970-B13ED518E8DE}"/>
              </a:ext>
            </a:extLst>
          </p:cNvPr>
          <p:cNvGrpSpPr/>
          <p:nvPr/>
        </p:nvGrpSpPr>
        <p:grpSpPr>
          <a:xfrm>
            <a:off x="9915698" y="3429873"/>
            <a:ext cx="1439761" cy="409621"/>
            <a:chOff x="1384110" y="2935727"/>
            <a:chExt cx="1976230" cy="508513"/>
          </a:xfrm>
          <a:solidFill>
            <a:srgbClr val="75BDA7"/>
          </a:solidFill>
        </p:grpSpPr>
        <p:grpSp>
          <p:nvGrpSpPr>
            <p:cNvPr id="130" name="组合 37">
              <a:extLst>
                <a:ext uri="{FF2B5EF4-FFF2-40B4-BE49-F238E27FC236}">
                  <a16:creationId xmlns:a16="http://schemas.microsoft.com/office/drawing/2014/main" id="{4077D4AB-8705-2A91-C0AB-FF448FEE6B3E}"/>
                </a:ext>
              </a:extLst>
            </p:cNvPr>
            <p:cNvGrpSpPr/>
            <p:nvPr/>
          </p:nvGrpSpPr>
          <p:grpSpPr>
            <a:xfrm>
              <a:off x="1384110" y="2935727"/>
              <a:ext cx="1976230" cy="508513"/>
              <a:chOff x="948122" y="3539516"/>
              <a:chExt cx="824798" cy="824798"/>
            </a:xfrm>
            <a:grpFill/>
          </p:grpSpPr>
          <p:sp>
            <p:nvSpPr>
              <p:cNvPr id="131" name="椭圆 12">
                <a:extLst>
                  <a:ext uri="{FF2B5EF4-FFF2-40B4-BE49-F238E27FC236}">
                    <a16:creationId xmlns:a16="http://schemas.microsoft.com/office/drawing/2014/main" id="{09EA3970-47A9-D7E8-89CD-F80384377BC4}"/>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2" name="椭圆 13">
                <a:extLst>
                  <a:ext uri="{FF2B5EF4-FFF2-40B4-BE49-F238E27FC236}">
                    <a16:creationId xmlns:a16="http://schemas.microsoft.com/office/drawing/2014/main" id="{57D1A102-9E1B-F4AD-80EE-3126DB696ECA}"/>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3" name="椭圆 15">
                <a:extLst>
                  <a:ext uri="{FF2B5EF4-FFF2-40B4-BE49-F238E27FC236}">
                    <a16:creationId xmlns:a16="http://schemas.microsoft.com/office/drawing/2014/main" id="{F9C2CE3C-1237-772D-3825-1C76C64650A2}"/>
                  </a:ext>
                </a:extLst>
              </p:cNvPr>
              <p:cNvSpPr/>
              <p:nvPr/>
            </p:nvSpPr>
            <p:spPr>
              <a:xfrm>
                <a:off x="981777" y="3573171"/>
                <a:ext cx="757488" cy="75748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4" name="椭圆 16">
                <a:extLst>
                  <a:ext uri="{FF2B5EF4-FFF2-40B4-BE49-F238E27FC236}">
                    <a16:creationId xmlns:a16="http://schemas.microsoft.com/office/drawing/2014/main" id="{C4DF2E32-EF2D-BA48-F1B5-EAC04A4AB1D1}"/>
                  </a:ext>
                </a:extLst>
              </p:cNvPr>
              <p:cNvSpPr/>
              <p:nvPr/>
            </p:nvSpPr>
            <p:spPr>
              <a:xfrm>
                <a:off x="948122" y="3539516"/>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sz="1600" b="1">
                  <a:solidFill>
                    <a:srgbClr val="FFFFFF"/>
                  </a:solidFill>
                  <a:latin typeface="微软雅黑" panose="020B0503020204020204" pitchFamily="34" charset="-122"/>
                  <a:ea typeface="微软雅黑" panose="020B0503020204020204" pitchFamily="34" charset="-122"/>
                  <a:cs typeface="微软雅黑" pitchFamily="18" charset="-122"/>
                </a:endParaRPr>
              </a:p>
            </p:txBody>
          </p:sp>
        </p:grpSp>
        <p:sp>
          <p:nvSpPr>
            <p:cNvPr id="135" name="文本框 38">
              <a:extLst>
                <a:ext uri="{FF2B5EF4-FFF2-40B4-BE49-F238E27FC236}">
                  <a16:creationId xmlns:a16="http://schemas.microsoft.com/office/drawing/2014/main" id="{4EA51CDA-1DD1-D2FE-680C-618CC467BC68}"/>
                </a:ext>
              </a:extLst>
            </p:cNvPr>
            <p:cNvSpPr txBox="1"/>
            <p:nvPr/>
          </p:nvSpPr>
          <p:spPr>
            <a:xfrm>
              <a:off x="1649149" y="3020706"/>
              <a:ext cx="1446151" cy="393233"/>
            </a:xfrm>
            <a:prstGeom prst="rect">
              <a:avLst/>
            </a:prstGeom>
            <a:grp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spAutoFit/>
            </a:bodyPr>
            <a:lstStyle/>
            <a:p>
              <a:pPr algn="ctr"/>
              <a:r>
                <a:rPr lang="zh-CN" altLang="en-US" sz="1600" b="1" dirty="0">
                  <a:solidFill>
                    <a:srgbClr val="FFFFFF"/>
                  </a:solidFill>
                  <a:latin typeface="微软雅黑" panose="020B0503020204020204" pitchFamily="34" charset="-122"/>
                  <a:ea typeface="微软雅黑" panose="020B0503020204020204" pitchFamily="34" charset="-122"/>
                  <a:cs typeface="微软雅黑" pitchFamily="18" charset="-122"/>
                </a:rPr>
                <a:t>架构升级</a:t>
              </a:r>
            </a:p>
          </p:txBody>
        </p:sp>
      </p:grpSp>
      <p:sp>
        <p:nvSpPr>
          <p:cNvPr id="136" name="矩形 43">
            <a:extLst>
              <a:ext uri="{FF2B5EF4-FFF2-40B4-BE49-F238E27FC236}">
                <a16:creationId xmlns:a16="http://schemas.microsoft.com/office/drawing/2014/main" id="{C85CA41C-C524-0E56-FD0A-DD6A3A1E607A}"/>
              </a:ext>
            </a:extLst>
          </p:cNvPr>
          <p:cNvSpPr/>
          <p:nvPr/>
        </p:nvSpPr>
        <p:spPr>
          <a:xfrm>
            <a:off x="5597423" y="3780715"/>
            <a:ext cx="1036669" cy="345556"/>
          </a:xfrm>
          <a:prstGeom prst="rect">
            <a:avLst/>
          </a:prstGeom>
        </p:spPr>
        <p:txBody>
          <a:bodyPr wrap="none">
            <a:spAutoFit/>
          </a:bodyPr>
          <a:lstStyle/>
          <a:p>
            <a:pPr algn="ctr"/>
            <a:r>
              <a:rPr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品牌升级</a:t>
            </a:r>
          </a:p>
        </p:txBody>
      </p:sp>
      <p:sp>
        <p:nvSpPr>
          <p:cNvPr id="137" name="矩形: 圆角 29">
            <a:extLst>
              <a:ext uri="{FF2B5EF4-FFF2-40B4-BE49-F238E27FC236}">
                <a16:creationId xmlns:a16="http://schemas.microsoft.com/office/drawing/2014/main" id="{3E1EF91E-5134-9839-5A8C-B2B66AA8B6C9}"/>
              </a:ext>
            </a:extLst>
          </p:cNvPr>
          <p:cNvSpPr/>
          <p:nvPr>
            <p:custDataLst>
              <p:tags r:id="rId1"/>
            </p:custDataLst>
          </p:nvPr>
        </p:nvSpPr>
        <p:spPr>
          <a:xfrm>
            <a:off x="819158" y="1270909"/>
            <a:ext cx="2457332" cy="1249550"/>
          </a:xfrm>
          <a:prstGeom prst="roundRect">
            <a:avLst>
              <a:gd name="adj" fmla="val 8526"/>
            </a:avLst>
          </a:prstGeom>
          <a:solidFill>
            <a:srgbClr val="FFFFFF"/>
          </a:solidFill>
          <a:ln w="9525">
            <a:solidFill>
              <a:srgbClr val="7A8C8E"/>
            </a:solidFill>
            <a:prstDash val="dash"/>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606">
              <a:latin typeface="微软雅黑" panose="020B0503020204020204" pitchFamily="34" charset="-122"/>
              <a:ea typeface="微软雅黑" panose="020B0503020204020204" pitchFamily="34" charset="-122"/>
            </a:endParaRPr>
          </a:p>
        </p:txBody>
      </p:sp>
      <p:sp>
        <p:nvSpPr>
          <p:cNvPr id="138" name="矩形: 圆角 29">
            <a:extLst>
              <a:ext uri="{FF2B5EF4-FFF2-40B4-BE49-F238E27FC236}">
                <a16:creationId xmlns:a16="http://schemas.microsoft.com/office/drawing/2014/main" id="{B06645B9-7F43-9802-9187-C7D18F9D9401}"/>
              </a:ext>
            </a:extLst>
          </p:cNvPr>
          <p:cNvSpPr/>
          <p:nvPr>
            <p:custDataLst>
              <p:tags r:id="rId2"/>
            </p:custDataLst>
          </p:nvPr>
        </p:nvSpPr>
        <p:spPr>
          <a:xfrm>
            <a:off x="8918231" y="1270909"/>
            <a:ext cx="2457332" cy="1249550"/>
          </a:xfrm>
          <a:prstGeom prst="roundRect">
            <a:avLst>
              <a:gd name="adj" fmla="val 8526"/>
            </a:avLst>
          </a:prstGeom>
          <a:solidFill>
            <a:srgbClr val="336699"/>
          </a:solidFill>
          <a:ln w="9525">
            <a:noFill/>
            <a:prstDash val="dash"/>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606">
              <a:latin typeface="微软雅黑" panose="020B0503020204020204" pitchFamily="34" charset="-122"/>
              <a:ea typeface="微软雅黑" panose="020B0503020204020204" pitchFamily="34" charset="-122"/>
            </a:endParaRPr>
          </a:p>
        </p:txBody>
      </p:sp>
      <p:sp>
        <p:nvSpPr>
          <p:cNvPr id="139" name="矩形: 圆角 29">
            <a:extLst>
              <a:ext uri="{FF2B5EF4-FFF2-40B4-BE49-F238E27FC236}">
                <a16:creationId xmlns:a16="http://schemas.microsoft.com/office/drawing/2014/main" id="{E9DC09F5-970B-B104-9F89-4A35C10E2E86}"/>
              </a:ext>
            </a:extLst>
          </p:cNvPr>
          <p:cNvSpPr/>
          <p:nvPr>
            <p:custDataLst>
              <p:tags r:id="rId3"/>
            </p:custDataLst>
          </p:nvPr>
        </p:nvSpPr>
        <p:spPr>
          <a:xfrm>
            <a:off x="819158" y="5002810"/>
            <a:ext cx="2457332" cy="1249550"/>
          </a:xfrm>
          <a:prstGeom prst="roundRect">
            <a:avLst>
              <a:gd name="adj" fmla="val 8526"/>
            </a:avLst>
          </a:prstGeom>
          <a:solidFill>
            <a:srgbClr val="FFFFFF"/>
          </a:solidFill>
          <a:ln w="9525">
            <a:solidFill>
              <a:srgbClr val="7A8C8E"/>
            </a:solidFill>
            <a:prstDash val="dash"/>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606">
              <a:latin typeface="微软雅黑" panose="020B0503020204020204" pitchFamily="34" charset="-122"/>
              <a:ea typeface="微软雅黑" panose="020B0503020204020204" pitchFamily="34" charset="-122"/>
            </a:endParaRPr>
          </a:p>
        </p:txBody>
      </p:sp>
      <p:sp>
        <p:nvSpPr>
          <p:cNvPr id="140" name="矩形: 圆角 29">
            <a:extLst>
              <a:ext uri="{FF2B5EF4-FFF2-40B4-BE49-F238E27FC236}">
                <a16:creationId xmlns:a16="http://schemas.microsoft.com/office/drawing/2014/main" id="{AA0A5EF5-4550-B73C-C338-EF98A446603D}"/>
              </a:ext>
            </a:extLst>
          </p:cNvPr>
          <p:cNvSpPr/>
          <p:nvPr>
            <p:custDataLst>
              <p:tags r:id="rId4"/>
            </p:custDataLst>
          </p:nvPr>
        </p:nvSpPr>
        <p:spPr>
          <a:xfrm>
            <a:off x="8918231" y="5002810"/>
            <a:ext cx="2457332" cy="1249550"/>
          </a:xfrm>
          <a:prstGeom prst="roundRect">
            <a:avLst>
              <a:gd name="adj" fmla="val 8526"/>
            </a:avLst>
          </a:prstGeom>
          <a:solidFill>
            <a:srgbClr val="FFFFFF"/>
          </a:solidFill>
          <a:ln w="9525">
            <a:solidFill>
              <a:srgbClr val="7A8C8E"/>
            </a:solidFill>
            <a:prstDash val="dash"/>
          </a:ln>
          <a:effectLst/>
        </p:spPr>
        <p:style>
          <a:lnRef idx="2">
            <a:srgbClr val="336699">
              <a:shade val="15000"/>
            </a:srgbClr>
          </a:lnRef>
          <a:fillRef idx="1">
            <a:srgbClr val="336699"/>
          </a:fillRef>
          <a:effectRef idx="0">
            <a:srgbClr val="336699"/>
          </a:effectRef>
          <a:fontRef idx="minor">
            <a:srgbClr val="FFFFFF"/>
          </a:fontRef>
        </p:style>
        <p:txBody>
          <a:bodyPr lIns="87782" tIns="43891" rIns="87782" bIns="43891" rtlCol="0" anchor="ctr"/>
          <a:lstStyle/>
          <a:p>
            <a:pPr algn="ctr"/>
            <a:endParaRPr lang="zh-CN" altLang="en-US" sz="606">
              <a:latin typeface="微软雅黑" panose="020B0503020204020204" pitchFamily="34" charset="-122"/>
              <a:ea typeface="微软雅黑" panose="020B0503020204020204" pitchFamily="34" charset="-122"/>
            </a:endParaRPr>
          </a:p>
        </p:txBody>
      </p:sp>
      <p:sp>
        <p:nvSpPr>
          <p:cNvPr id="141" name="矩形 51">
            <a:extLst>
              <a:ext uri="{FF2B5EF4-FFF2-40B4-BE49-F238E27FC236}">
                <a16:creationId xmlns:a16="http://schemas.microsoft.com/office/drawing/2014/main" id="{C848EA8E-7066-AB74-9F20-AC715B407E37}"/>
              </a:ext>
            </a:extLst>
          </p:cNvPr>
          <p:cNvSpPr/>
          <p:nvPr/>
        </p:nvSpPr>
        <p:spPr>
          <a:xfrm flipH="1">
            <a:off x="1177154" y="1367006"/>
            <a:ext cx="1959524" cy="930063"/>
          </a:xfrm>
          <a:prstGeom prst="rect">
            <a:avLst/>
          </a:prstGeom>
          <a:ln>
            <a:noFill/>
          </a:ln>
        </p:spPr>
        <p:txBody>
          <a:bodyPr wrap="square" lIns="91440" tIns="45720" rIns="91440" bIns="45720" anchor="t">
            <a:spAutoFit/>
          </a:bodyPr>
          <a:lstStyle/>
          <a:p>
            <a:pPr>
              <a:lnSpc>
                <a:spcPct val="150000"/>
              </a:lnSpc>
            </a:pPr>
            <a:r>
              <a:rPr kumimoji="1" lang="zh-CN" altLang="en-US" sz="936"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42" name="椭圆 52">
            <a:extLst>
              <a:ext uri="{FF2B5EF4-FFF2-40B4-BE49-F238E27FC236}">
                <a16:creationId xmlns:a16="http://schemas.microsoft.com/office/drawing/2014/main" id="{45F17070-1B21-EC94-E297-0855CDA43911}"/>
              </a:ext>
            </a:extLst>
          </p:cNvPr>
          <p:cNvSpPr/>
          <p:nvPr/>
        </p:nvSpPr>
        <p:spPr>
          <a:xfrm>
            <a:off x="996141" y="1483927"/>
            <a:ext cx="87262" cy="87262"/>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3" name="矩形 53">
            <a:extLst>
              <a:ext uri="{FF2B5EF4-FFF2-40B4-BE49-F238E27FC236}">
                <a16:creationId xmlns:a16="http://schemas.microsoft.com/office/drawing/2014/main" id="{46C814AD-818F-CEFC-696B-75B6D00A6B18}"/>
              </a:ext>
            </a:extLst>
          </p:cNvPr>
          <p:cNvSpPr/>
          <p:nvPr/>
        </p:nvSpPr>
        <p:spPr>
          <a:xfrm flipH="1">
            <a:off x="1177154" y="5155943"/>
            <a:ext cx="1959524" cy="930063"/>
          </a:xfrm>
          <a:prstGeom prst="rect">
            <a:avLst/>
          </a:prstGeom>
          <a:ln>
            <a:noFill/>
          </a:ln>
        </p:spPr>
        <p:txBody>
          <a:bodyPr wrap="square" lIns="91440" tIns="45720" rIns="91440" bIns="45720" anchor="t">
            <a:spAutoFit/>
          </a:bodyPr>
          <a:lstStyle/>
          <a:p>
            <a:pPr>
              <a:lnSpc>
                <a:spcPct val="150000"/>
              </a:lnSpc>
            </a:pPr>
            <a:r>
              <a:rPr kumimoji="1" lang="zh-CN" altLang="en-US" sz="936"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44" name="椭圆 54">
            <a:extLst>
              <a:ext uri="{FF2B5EF4-FFF2-40B4-BE49-F238E27FC236}">
                <a16:creationId xmlns:a16="http://schemas.microsoft.com/office/drawing/2014/main" id="{14DF95FB-A313-BC69-EEDC-0B9CC6480482}"/>
              </a:ext>
            </a:extLst>
          </p:cNvPr>
          <p:cNvSpPr/>
          <p:nvPr/>
        </p:nvSpPr>
        <p:spPr>
          <a:xfrm>
            <a:off x="996141" y="5272864"/>
            <a:ext cx="87262" cy="87262"/>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5" name="矩形 55">
            <a:extLst>
              <a:ext uri="{FF2B5EF4-FFF2-40B4-BE49-F238E27FC236}">
                <a16:creationId xmlns:a16="http://schemas.microsoft.com/office/drawing/2014/main" id="{74D69478-AB23-9F4A-65B8-BCBD3EC09DDB}"/>
              </a:ext>
            </a:extLst>
          </p:cNvPr>
          <p:cNvSpPr/>
          <p:nvPr/>
        </p:nvSpPr>
        <p:spPr>
          <a:xfrm flipH="1">
            <a:off x="9266721" y="5155943"/>
            <a:ext cx="1959524" cy="930063"/>
          </a:xfrm>
          <a:prstGeom prst="rect">
            <a:avLst/>
          </a:prstGeom>
          <a:ln>
            <a:noFill/>
          </a:ln>
        </p:spPr>
        <p:txBody>
          <a:bodyPr wrap="square" lIns="91440" tIns="45720" rIns="91440" bIns="45720" anchor="t">
            <a:spAutoFit/>
          </a:bodyPr>
          <a:lstStyle/>
          <a:p>
            <a:pPr>
              <a:lnSpc>
                <a:spcPct val="150000"/>
              </a:lnSpc>
            </a:pPr>
            <a:r>
              <a:rPr kumimoji="1" lang="zh-CN" altLang="en-US" sz="936" dirty="0">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46" name="椭圆 56">
            <a:extLst>
              <a:ext uri="{FF2B5EF4-FFF2-40B4-BE49-F238E27FC236}">
                <a16:creationId xmlns:a16="http://schemas.microsoft.com/office/drawing/2014/main" id="{E56249A4-E583-FB5E-4496-8A27F5466903}"/>
              </a:ext>
            </a:extLst>
          </p:cNvPr>
          <p:cNvSpPr/>
          <p:nvPr/>
        </p:nvSpPr>
        <p:spPr>
          <a:xfrm>
            <a:off x="9085708" y="5272864"/>
            <a:ext cx="87262" cy="87262"/>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7" name="矩形 57">
            <a:extLst>
              <a:ext uri="{FF2B5EF4-FFF2-40B4-BE49-F238E27FC236}">
                <a16:creationId xmlns:a16="http://schemas.microsoft.com/office/drawing/2014/main" id="{ADDB7B44-9185-6250-8312-C7173BFE46BC}"/>
              </a:ext>
            </a:extLst>
          </p:cNvPr>
          <p:cNvSpPr/>
          <p:nvPr/>
        </p:nvSpPr>
        <p:spPr>
          <a:xfrm flipH="1">
            <a:off x="9266721" y="1414536"/>
            <a:ext cx="1959524" cy="930063"/>
          </a:xfrm>
          <a:prstGeom prst="rect">
            <a:avLst/>
          </a:prstGeom>
          <a:ln>
            <a:noFill/>
          </a:ln>
        </p:spPr>
        <p:txBody>
          <a:bodyPr wrap="square" lIns="91440" tIns="45720" rIns="91440" bIns="45720" anchor="t">
            <a:spAutoFit/>
          </a:bodyPr>
          <a:lstStyle/>
          <a:p>
            <a:pPr>
              <a:lnSpc>
                <a:spcPct val="150000"/>
              </a:lnSpc>
            </a:pPr>
            <a:r>
              <a:rPr kumimoji="1" lang="zh-CN" altLang="en-US" sz="936" dirty="0">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p>
        </p:txBody>
      </p:sp>
      <p:sp>
        <p:nvSpPr>
          <p:cNvPr id="148" name="椭圆 58">
            <a:extLst>
              <a:ext uri="{FF2B5EF4-FFF2-40B4-BE49-F238E27FC236}">
                <a16:creationId xmlns:a16="http://schemas.microsoft.com/office/drawing/2014/main" id="{BECD51AF-0DB4-BDC7-19DA-587C89855569}"/>
              </a:ext>
            </a:extLst>
          </p:cNvPr>
          <p:cNvSpPr/>
          <p:nvPr/>
        </p:nvSpPr>
        <p:spPr>
          <a:xfrm>
            <a:off x="9085708" y="1531457"/>
            <a:ext cx="87262" cy="87262"/>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9" name="object 19">
            <a:extLst>
              <a:ext uri="{FF2B5EF4-FFF2-40B4-BE49-F238E27FC236}">
                <a16:creationId xmlns:a16="http://schemas.microsoft.com/office/drawing/2014/main" id="{90486E0E-960A-D093-4785-53926B9B4108}"/>
              </a:ext>
            </a:extLst>
          </p:cNvPr>
          <p:cNvSpPr/>
          <p:nvPr/>
        </p:nvSpPr>
        <p:spPr>
          <a:xfrm>
            <a:off x="3484864" y="1668396"/>
            <a:ext cx="5191798" cy="59962"/>
          </a:xfrm>
          <a:custGeom>
            <a:avLst/>
            <a:gdLst/>
            <a:ahLst/>
            <a:cxnLst/>
            <a:rect l="l" t="t" r="r" b="b"/>
            <a:pathLst>
              <a:path w="2192654">
                <a:moveTo>
                  <a:pt x="0" y="0"/>
                </a:moveTo>
                <a:lnTo>
                  <a:pt x="2192032" y="0"/>
                </a:lnTo>
              </a:path>
            </a:pathLst>
          </a:custGeom>
          <a:ln w="16649">
            <a:solidFill>
              <a:srgbClr val="7A8C8E"/>
            </a:solid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50" name="object 19">
            <a:extLst>
              <a:ext uri="{FF2B5EF4-FFF2-40B4-BE49-F238E27FC236}">
                <a16:creationId xmlns:a16="http://schemas.microsoft.com/office/drawing/2014/main" id="{BCEB1918-3154-8F65-BD65-2A5413734A67}"/>
              </a:ext>
            </a:extLst>
          </p:cNvPr>
          <p:cNvSpPr/>
          <p:nvPr/>
        </p:nvSpPr>
        <p:spPr>
          <a:xfrm>
            <a:off x="3484864" y="5843011"/>
            <a:ext cx="5191798" cy="59962"/>
          </a:xfrm>
          <a:custGeom>
            <a:avLst/>
            <a:gdLst/>
            <a:ahLst/>
            <a:cxnLst/>
            <a:rect l="l" t="t" r="r" b="b"/>
            <a:pathLst>
              <a:path w="2192654">
                <a:moveTo>
                  <a:pt x="0" y="0"/>
                </a:moveTo>
                <a:lnTo>
                  <a:pt x="2192032" y="0"/>
                </a:lnTo>
              </a:path>
            </a:pathLst>
          </a:custGeom>
          <a:ln w="16649">
            <a:solidFill>
              <a:srgbClr val="7A8C8E"/>
            </a:solidFill>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51" name="圆角矩形 62">
            <a:extLst>
              <a:ext uri="{FF2B5EF4-FFF2-40B4-BE49-F238E27FC236}">
                <a16:creationId xmlns:a16="http://schemas.microsoft.com/office/drawing/2014/main" id="{48A72BDB-3D5D-5F85-7ECD-AD072D64F6BC}"/>
              </a:ext>
            </a:extLst>
          </p:cNvPr>
          <p:cNvSpPr/>
          <p:nvPr/>
        </p:nvSpPr>
        <p:spPr>
          <a:xfrm>
            <a:off x="4285601" y="1238250"/>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2" name="圆角矩形 63">
            <a:extLst>
              <a:ext uri="{FF2B5EF4-FFF2-40B4-BE49-F238E27FC236}">
                <a16:creationId xmlns:a16="http://schemas.microsoft.com/office/drawing/2014/main" id="{2C6C0652-97D3-2F62-0408-90962549F876}"/>
              </a:ext>
            </a:extLst>
          </p:cNvPr>
          <p:cNvSpPr/>
          <p:nvPr/>
        </p:nvSpPr>
        <p:spPr>
          <a:xfrm>
            <a:off x="5587917" y="1238250"/>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3" name="圆角矩形 64">
            <a:extLst>
              <a:ext uri="{FF2B5EF4-FFF2-40B4-BE49-F238E27FC236}">
                <a16:creationId xmlns:a16="http://schemas.microsoft.com/office/drawing/2014/main" id="{2CBDC2B6-8142-410A-112A-FAEE9741F6A8}"/>
              </a:ext>
            </a:extLst>
          </p:cNvPr>
          <p:cNvSpPr/>
          <p:nvPr/>
        </p:nvSpPr>
        <p:spPr>
          <a:xfrm>
            <a:off x="6899739" y="1238250"/>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4" name="圆角矩形 65">
            <a:extLst>
              <a:ext uri="{FF2B5EF4-FFF2-40B4-BE49-F238E27FC236}">
                <a16:creationId xmlns:a16="http://schemas.microsoft.com/office/drawing/2014/main" id="{16CFBB2D-2910-466D-A61E-42C4840606B3}"/>
              </a:ext>
            </a:extLst>
          </p:cNvPr>
          <p:cNvSpPr/>
          <p:nvPr/>
        </p:nvSpPr>
        <p:spPr>
          <a:xfrm>
            <a:off x="4285601" y="5993679"/>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5" name="圆角矩形 66">
            <a:extLst>
              <a:ext uri="{FF2B5EF4-FFF2-40B4-BE49-F238E27FC236}">
                <a16:creationId xmlns:a16="http://schemas.microsoft.com/office/drawing/2014/main" id="{D8E154B5-55D8-8653-7979-4AB630595724}"/>
              </a:ext>
            </a:extLst>
          </p:cNvPr>
          <p:cNvSpPr/>
          <p:nvPr/>
        </p:nvSpPr>
        <p:spPr>
          <a:xfrm>
            <a:off x="5587917" y="5993679"/>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6" name="圆角矩形 67">
            <a:extLst>
              <a:ext uri="{FF2B5EF4-FFF2-40B4-BE49-F238E27FC236}">
                <a16:creationId xmlns:a16="http://schemas.microsoft.com/office/drawing/2014/main" id="{0697526E-F06C-48CC-7FB6-956DA2D0E12B}"/>
              </a:ext>
            </a:extLst>
          </p:cNvPr>
          <p:cNvSpPr/>
          <p:nvPr/>
        </p:nvSpPr>
        <p:spPr>
          <a:xfrm>
            <a:off x="6899739" y="5993679"/>
            <a:ext cx="943006" cy="273771"/>
          </a:xfrm>
          <a:prstGeom prst="roundRect">
            <a:avLst>
              <a:gd name="adj" fmla="val 50000"/>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sz="1029" dirty="0">
                <a:solidFill>
                  <a:srgbClr val="FFFFFF"/>
                </a:solidFill>
                <a:latin typeface="微软雅黑" panose="020B0503020204020204" pitchFamily="34" charset="-122"/>
                <a:ea typeface="微软雅黑" panose="020B0503020204020204" pitchFamily="34" charset="-122"/>
                <a:cs typeface="微软雅黑" pitchFamily="18" charset="-122"/>
              </a:rPr>
              <a:t>市场化名词</a:t>
            </a:r>
          </a:p>
        </p:txBody>
      </p:sp>
      <p:sp>
        <p:nvSpPr>
          <p:cNvPr id="157" name="箭头: 右 20" descr="e7d195523061f1c0c30ee18c1b05f65d12b38e2533cb2ccdAE0CC34CB5CBEBFAEC353FED4DECE97C3E379FD1D933F5E4DC18EF8EA6B7A1130D5F6DE9DD2BE4B0A8C9126ACE5083D1F5A9E323B29CCFC7C592C3DE36010C775864093B1AE11BE7779DB11EA877BF5E93C7A894F3BEF923282315AE05C47AF469CA43A0F5CB487DFDD3FC124DFDF1BD">
            <a:extLst>
              <a:ext uri="{FF2B5EF4-FFF2-40B4-BE49-F238E27FC236}">
                <a16:creationId xmlns:a16="http://schemas.microsoft.com/office/drawing/2014/main" id="{A9224A33-9F54-776D-EFCF-B16F43CFC549}"/>
              </a:ext>
            </a:extLst>
          </p:cNvPr>
          <p:cNvSpPr/>
          <p:nvPr/>
        </p:nvSpPr>
        <p:spPr>
          <a:xfrm>
            <a:off x="9509458" y="3546720"/>
            <a:ext cx="350161" cy="175266"/>
          </a:xfrm>
          <a:prstGeom prst="rightArrow">
            <a:avLst>
              <a:gd name="adj1" fmla="val 55086"/>
              <a:gd name="adj2" fmla="val 53401"/>
            </a:avLst>
          </a:pr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latin typeface="微软雅黑" panose="020B0503020204020204" pitchFamily="34" charset="-122"/>
              <a:ea typeface="微软雅黑" panose="020B0503020204020204" pitchFamily="34" charset="-122"/>
            </a:endParaRPr>
          </a:p>
        </p:txBody>
      </p:sp>
      <p:sp>
        <p:nvSpPr>
          <p:cNvPr id="158" name="Freeform 71">
            <a:extLst>
              <a:ext uri="{FF2B5EF4-FFF2-40B4-BE49-F238E27FC236}">
                <a16:creationId xmlns:a16="http://schemas.microsoft.com/office/drawing/2014/main" id="{E8669A1D-5652-64D3-72B7-897808708B33}"/>
              </a:ext>
            </a:extLst>
          </p:cNvPr>
          <p:cNvSpPr>
            <a:spLocks noEditPoints="1"/>
          </p:cNvSpPr>
          <p:nvPr/>
        </p:nvSpPr>
        <p:spPr bwMode="auto">
          <a:xfrm>
            <a:off x="5957327" y="3278721"/>
            <a:ext cx="322862" cy="292171"/>
          </a:xfrm>
          <a:custGeom>
            <a:avLst/>
            <a:gdLst>
              <a:gd name="T0" fmla="*/ 417513 w 256"/>
              <a:gd name="T1" fmla="*/ 156341 h 232"/>
              <a:gd name="T2" fmla="*/ 365324 w 256"/>
              <a:gd name="T3" fmla="*/ 208455 h 232"/>
              <a:gd name="T4" fmla="*/ 313135 w 256"/>
              <a:gd name="T5" fmla="*/ 156341 h 232"/>
              <a:gd name="T6" fmla="*/ 260946 w 256"/>
              <a:gd name="T7" fmla="*/ 208455 h 232"/>
              <a:gd name="T8" fmla="*/ 208757 w 256"/>
              <a:gd name="T9" fmla="*/ 156341 h 232"/>
              <a:gd name="T10" fmla="*/ 156567 w 256"/>
              <a:gd name="T11" fmla="*/ 208455 h 232"/>
              <a:gd name="T12" fmla="*/ 104378 w 256"/>
              <a:gd name="T13" fmla="*/ 156341 h 232"/>
              <a:gd name="T14" fmla="*/ 52189 w 256"/>
              <a:gd name="T15" fmla="*/ 208455 h 232"/>
              <a:gd name="T16" fmla="*/ 0 w 256"/>
              <a:gd name="T17" fmla="*/ 156341 h 232"/>
              <a:gd name="T18" fmla="*/ 37511 w 256"/>
              <a:gd name="T19" fmla="*/ 58628 h 232"/>
              <a:gd name="T20" fmla="*/ 381633 w 256"/>
              <a:gd name="T21" fmla="*/ 58628 h 232"/>
              <a:gd name="T22" fmla="*/ 417513 w 256"/>
              <a:gd name="T23" fmla="*/ 156341 h 232"/>
              <a:gd name="T24" fmla="*/ 352277 w 256"/>
              <a:gd name="T25" fmla="*/ 39085 h 232"/>
              <a:gd name="T26" fmla="*/ 65236 w 256"/>
              <a:gd name="T27" fmla="*/ 39085 h 232"/>
              <a:gd name="T28" fmla="*/ 45665 w 256"/>
              <a:gd name="T29" fmla="*/ 19543 h 232"/>
              <a:gd name="T30" fmla="*/ 65236 w 256"/>
              <a:gd name="T31" fmla="*/ 0 h 232"/>
              <a:gd name="T32" fmla="*/ 352277 w 256"/>
              <a:gd name="T33" fmla="*/ 0 h 232"/>
              <a:gd name="T34" fmla="*/ 371848 w 256"/>
              <a:gd name="T35" fmla="*/ 19543 h 232"/>
              <a:gd name="T36" fmla="*/ 352277 w 256"/>
              <a:gd name="T37" fmla="*/ 39085 h 232"/>
              <a:gd name="T38" fmla="*/ 58713 w 256"/>
              <a:gd name="T39" fmla="*/ 227998 h 232"/>
              <a:gd name="T40" fmla="*/ 58713 w 256"/>
              <a:gd name="T41" fmla="*/ 227998 h 232"/>
              <a:gd name="T42" fmla="*/ 63605 w 256"/>
              <a:gd name="T43" fmla="*/ 226369 h 232"/>
              <a:gd name="T44" fmla="*/ 65236 w 256"/>
              <a:gd name="T45" fmla="*/ 226369 h 232"/>
              <a:gd name="T46" fmla="*/ 68498 w 256"/>
              <a:gd name="T47" fmla="*/ 226369 h 232"/>
              <a:gd name="T48" fmla="*/ 78284 w 256"/>
              <a:gd name="T49" fmla="*/ 223112 h 232"/>
              <a:gd name="T50" fmla="*/ 78284 w 256"/>
              <a:gd name="T51" fmla="*/ 223112 h 232"/>
              <a:gd name="T52" fmla="*/ 78284 w 256"/>
              <a:gd name="T53" fmla="*/ 319197 h 232"/>
              <a:gd name="T54" fmla="*/ 339229 w 256"/>
              <a:gd name="T55" fmla="*/ 319197 h 232"/>
              <a:gd name="T56" fmla="*/ 339229 w 256"/>
              <a:gd name="T57" fmla="*/ 223112 h 232"/>
              <a:gd name="T58" fmla="*/ 339229 w 256"/>
              <a:gd name="T59" fmla="*/ 223112 h 232"/>
              <a:gd name="T60" fmla="*/ 349015 w 256"/>
              <a:gd name="T61" fmla="*/ 226369 h 232"/>
              <a:gd name="T62" fmla="*/ 352277 w 256"/>
              <a:gd name="T63" fmla="*/ 226369 h 232"/>
              <a:gd name="T64" fmla="*/ 353908 w 256"/>
              <a:gd name="T65" fmla="*/ 226369 h 232"/>
              <a:gd name="T66" fmla="*/ 358800 w 256"/>
              <a:gd name="T67" fmla="*/ 227998 h 232"/>
              <a:gd name="T68" fmla="*/ 358800 w 256"/>
              <a:gd name="T69" fmla="*/ 227998 h 232"/>
              <a:gd name="T70" fmla="*/ 365324 w 256"/>
              <a:gd name="T71" fmla="*/ 227998 h 232"/>
              <a:gd name="T72" fmla="*/ 378371 w 256"/>
              <a:gd name="T73" fmla="*/ 226369 h 232"/>
              <a:gd name="T74" fmla="*/ 378371 w 256"/>
              <a:gd name="T75" fmla="*/ 358282 h 232"/>
              <a:gd name="T76" fmla="*/ 358800 w 256"/>
              <a:gd name="T77" fmla="*/ 377825 h 232"/>
              <a:gd name="T78" fmla="*/ 58713 w 256"/>
              <a:gd name="T79" fmla="*/ 377825 h 232"/>
              <a:gd name="T80" fmla="*/ 39142 w 256"/>
              <a:gd name="T81" fmla="*/ 358282 h 232"/>
              <a:gd name="T82" fmla="*/ 39142 w 256"/>
              <a:gd name="T83" fmla="*/ 226369 h 232"/>
              <a:gd name="T84" fmla="*/ 52189 w 256"/>
              <a:gd name="T85" fmla="*/ 227998 h 232"/>
              <a:gd name="T86" fmla="*/ 58713 w 256"/>
              <a:gd name="T87" fmla="*/ 227998 h 23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256" h="232">
                <a:moveTo>
                  <a:pt x="256" y="96"/>
                </a:moveTo>
                <a:cubicBezTo>
                  <a:pt x="256" y="114"/>
                  <a:pt x="242" y="128"/>
                  <a:pt x="224" y="128"/>
                </a:cubicBezTo>
                <a:cubicBezTo>
                  <a:pt x="206" y="128"/>
                  <a:pt x="192" y="114"/>
                  <a:pt x="192" y="96"/>
                </a:cubicBezTo>
                <a:cubicBezTo>
                  <a:pt x="192" y="114"/>
                  <a:pt x="178" y="128"/>
                  <a:pt x="160" y="128"/>
                </a:cubicBezTo>
                <a:cubicBezTo>
                  <a:pt x="142" y="128"/>
                  <a:pt x="128" y="114"/>
                  <a:pt x="128" y="96"/>
                </a:cubicBezTo>
                <a:cubicBezTo>
                  <a:pt x="128" y="114"/>
                  <a:pt x="114" y="128"/>
                  <a:pt x="96" y="128"/>
                </a:cubicBezTo>
                <a:cubicBezTo>
                  <a:pt x="78" y="128"/>
                  <a:pt x="64" y="114"/>
                  <a:pt x="64" y="96"/>
                </a:cubicBezTo>
                <a:cubicBezTo>
                  <a:pt x="64" y="114"/>
                  <a:pt x="50" y="128"/>
                  <a:pt x="32" y="128"/>
                </a:cubicBezTo>
                <a:cubicBezTo>
                  <a:pt x="14" y="128"/>
                  <a:pt x="0" y="114"/>
                  <a:pt x="0" y="96"/>
                </a:cubicBezTo>
                <a:cubicBezTo>
                  <a:pt x="23" y="36"/>
                  <a:pt x="23" y="36"/>
                  <a:pt x="23" y="36"/>
                </a:cubicBezTo>
                <a:cubicBezTo>
                  <a:pt x="234" y="36"/>
                  <a:pt x="234" y="36"/>
                  <a:pt x="234" y="36"/>
                </a:cubicBezTo>
                <a:lnTo>
                  <a:pt x="256" y="96"/>
                </a:lnTo>
                <a:close/>
                <a:moveTo>
                  <a:pt x="216" y="24"/>
                </a:moveTo>
                <a:cubicBezTo>
                  <a:pt x="40" y="24"/>
                  <a:pt x="40" y="24"/>
                  <a:pt x="40" y="24"/>
                </a:cubicBezTo>
                <a:cubicBezTo>
                  <a:pt x="33" y="24"/>
                  <a:pt x="28" y="19"/>
                  <a:pt x="28" y="12"/>
                </a:cubicBezTo>
                <a:cubicBezTo>
                  <a:pt x="28" y="5"/>
                  <a:pt x="33" y="0"/>
                  <a:pt x="40" y="0"/>
                </a:cubicBezTo>
                <a:cubicBezTo>
                  <a:pt x="216" y="0"/>
                  <a:pt x="216" y="0"/>
                  <a:pt x="216" y="0"/>
                </a:cubicBezTo>
                <a:cubicBezTo>
                  <a:pt x="223" y="0"/>
                  <a:pt x="228" y="5"/>
                  <a:pt x="228" y="12"/>
                </a:cubicBezTo>
                <a:cubicBezTo>
                  <a:pt x="228" y="19"/>
                  <a:pt x="223" y="24"/>
                  <a:pt x="216" y="24"/>
                </a:cubicBezTo>
                <a:moveTo>
                  <a:pt x="36" y="140"/>
                </a:moveTo>
                <a:cubicBezTo>
                  <a:pt x="36" y="140"/>
                  <a:pt x="36" y="140"/>
                  <a:pt x="36" y="140"/>
                </a:cubicBezTo>
                <a:cubicBezTo>
                  <a:pt x="37" y="140"/>
                  <a:pt x="38" y="140"/>
                  <a:pt x="39" y="139"/>
                </a:cubicBezTo>
                <a:cubicBezTo>
                  <a:pt x="40" y="139"/>
                  <a:pt x="40" y="139"/>
                  <a:pt x="40" y="139"/>
                </a:cubicBezTo>
                <a:cubicBezTo>
                  <a:pt x="41" y="139"/>
                  <a:pt x="41" y="139"/>
                  <a:pt x="42" y="139"/>
                </a:cubicBezTo>
                <a:cubicBezTo>
                  <a:pt x="44" y="138"/>
                  <a:pt x="46" y="138"/>
                  <a:pt x="48" y="137"/>
                </a:cubicBezTo>
                <a:cubicBezTo>
                  <a:pt x="48" y="137"/>
                  <a:pt x="48" y="137"/>
                  <a:pt x="48" y="137"/>
                </a:cubicBezTo>
                <a:cubicBezTo>
                  <a:pt x="48" y="196"/>
                  <a:pt x="48" y="196"/>
                  <a:pt x="48" y="196"/>
                </a:cubicBezTo>
                <a:cubicBezTo>
                  <a:pt x="208" y="196"/>
                  <a:pt x="208" y="196"/>
                  <a:pt x="208" y="196"/>
                </a:cubicBezTo>
                <a:cubicBezTo>
                  <a:pt x="208" y="137"/>
                  <a:pt x="208" y="137"/>
                  <a:pt x="208" y="137"/>
                </a:cubicBezTo>
                <a:cubicBezTo>
                  <a:pt x="208" y="137"/>
                  <a:pt x="208" y="137"/>
                  <a:pt x="208" y="137"/>
                </a:cubicBezTo>
                <a:cubicBezTo>
                  <a:pt x="210" y="138"/>
                  <a:pt x="212" y="138"/>
                  <a:pt x="214" y="139"/>
                </a:cubicBezTo>
                <a:cubicBezTo>
                  <a:pt x="215" y="139"/>
                  <a:pt x="215" y="139"/>
                  <a:pt x="216" y="139"/>
                </a:cubicBezTo>
                <a:cubicBezTo>
                  <a:pt x="216" y="139"/>
                  <a:pt x="216" y="139"/>
                  <a:pt x="217" y="139"/>
                </a:cubicBezTo>
                <a:cubicBezTo>
                  <a:pt x="218" y="140"/>
                  <a:pt x="219" y="140"/>
                  <a:pt x="220" y="140"/>
                </a:cubicBezTo>
                <a:cubicBezTo>
                  <a:pt x="220" y="140"/>
                  <a:pt x="220" y="140"/>
                  <a:pt x="220" y="140"/>
                </a:cubicBezTo>
                <a:cubicBezTo>
                  <a:pt x="221" y="140"/>
                  <a:pt x="223" y="140"/>
                  <a:pt x="224" y="140"/>
                </a:cubicBezTo>
                <a:cubicBezTo>
                  <a:pt x="227" y="140"/>
                  <a:pt x="229" y="140"/>
                  <a:pt x="232" y="139"/>
                </a:cubicBezTo>
                <a:cubicBezTo>
                  <a:pt x="232" y="220"/>
                  <a:pt x="232" y="220"/>
                  <a:pt x="232" y="220"/>
                </a:cubicBezTo>
                <a:cubicBezTo>
                  <a:pt x="232" y="227"/>
                  <a:pt x="227" y="232"/>
                  <a:pt x="220" y="232"/>
                </a:cubicBezTo>
                <a:cubicBezTo>
                  <a:pt x="36" y="232"/>
                  <a:pt x="36" y="232"/>
                  <a:pt x="36" y="232"/>
                </a:cubicBezTo>
                <a:cubicBezTo>
                  <a:pt x="29" y="232"/>
                  <a:pt x="24" y="227"/>
                  <a:pt x="24" y="220"/>
                </a:cubicBezTo>
                <a:cubicBezTo>
                  <a:pt x="24" y="139"/>
                  <a:pt x="24" y="139"/>
                  <a:pt x="24" y="139"/>
                </a:cubicBezTo>
                <a:cubicBezTo>
                  <a:pt x="27" y="140"/>
                  <a:pt x="29" y="140"/>
                  <a:pt x="32" y="140"/>
                </a:cubicBezTo>
                <a:cubicBezTo>
                  <a:pt x="33" y="140"/>
                  <a:pt x="35" y="140"/>
                  <a:pt x="36" y="140"/>
                </a:cubicBezTo>
              </a:path>
            </a:pathLst>
          </a:custGeom>
          <a:solidFill>
            <a:srgbClr val="FFFFFF"/>
          </a:solidFill>
          <a:ln>
            <a:noFill/>
          </a:ln>
        </p:spPr>
        <p:txBody>
          <a:bodyPr/>
          <a:lstStyle/>
          <a:p>
            <a:endParaRPr lang="en-US" dirty="0"/>
          </a:p>
        </p:txBody>
      </p:sp>
      <p:sp>
        <p:nvSpPr>
          <p:cNvPr id="159" name="椭圆 50">
            <a:extLst>
              <a:ext uri="{FF2B5EF4-FFF2-40B4-BE49-F238E27FC236}">
                <a16:creationId xmlns:a16="http://schemas.microsoft.com/office/drawing/2014/main" id="{E1908304-53BE-46E2-49AC-2792F302116D}"/>
              </a:ext>
            </a:extLst>
          </p:cNvPr>
          <p:cNvSpPr/>
          <p:nvPr/>
        </p:nvSpPr>
        <p:spPr>
          <a:xfrm>
            <a:off x="5874694" y="3179957"/>
            <a:ext cx="488129" cy="488129"/>
          </a:xfrm>
          <a:prstGeom prst="ellipse">
            <a:avLst/>
          </a:prstGeom>
          <a:noFill/>
          <a:ln w="31750">
            <a:solidFill>
              <a:srgbClr val="FFFFFF"/>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Tree>
    <p:extLst>
      <p:ext uri="{BB962C8B-B14F-4D97-AF65-F5344CB8AC3E}">
        <p14:creationId xmlns:p14="http://schemas.microsoft.com/office/powerpoint/2010/main" val="1851778670"/>
      </p:ext>
    </p:extLst>
  </p:cSld>
  <p:clrMapOvr>
    <a:masterClrMapping/>
  </p:clrMapOvr>
</p:sld>
</file>

<file path=ppt/slides/vr_business_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R038 三级漏斗筛选（结构示例）</a:t>
            </a:r>
          </a:p>
        </p:txBody>
      </p:sp>
      <p:sp>
        <p:nvSpPr>
          <p:cNvPr id="101" name="矩形 184">
            <a:extLst>
              <a:ext uri="{FF2B5EF4-FFF2-40B4-BE49-F238E27FC236}">
                <a16:creationId xmlns:a16="http://schemas.microsoft.com/office/drawing/2014/main" id="{1456FF50-12B0-9548-EECC-7F9535B6A4A8}"/>
              </a:ext>
            </a:extLst>
          </p:cNvPr>
          <p:cNvSpPr/>
          <p:nvPr/>
        </p:nvSpPr>
        <p:spPr>
          <a:xfrm>
            <a:off x="867120" y="1290437"/>
            <a:ext cx="2713497" cy="343037"/>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矩形 185">
            <a:extLst>
              <a:ext uri="{FF2B5EF4-FFF2-40B4-BE49-F238E27FC236}">
                <a16:creationId xmlns:a16="http://schemas.microsoft.com/office/drawing/2014/main" id="{A0C5906A-68F8-4343-8C30-398E6C2BC194}"/>
              </a:ext>
            </a:extLst>
          </p:cNvPr>
          <p:cNvSpPr/>
          <p:nvPr/>
        </p:nvSpPr>
        <p:spPr>
          <a:xfrm>
            <a:off x="867120" y="1633474"/>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grpSp>
        <p:nvGrpSpPr>
          <p:cNvPr id="103" name="Group 51">
            <a:extLst>
              <a:ext uri="{FF2B5EF4-FFF2-40B4-BE49-F238E27FC236}">
                <a16:creationId xmlns:a16="http://schemas.microsoft.com/office/drawing/2014/main" id="{6C3F706A-9BF4-4770-F32F-3BED38954FE3}"/>
              </a:ext>
            </a:extLst>
          </p:cNvPr>
          <p:cNvGrpSpPr/>
          <p:nvPr/>
        </p:nvGrpSpPr>
        <p:grpSpPr>
          <a:xfrm>
            <a:off x="4590058" y="1238250"/>
            <a:ext cx="3048568" cy="4119491"/>
            <a:chOff x="4234648" y="1065321"/>
            <a:chExt cx="3710867" cy="5014448"/>
          </a:xfrm>
        </p:grpSpPr>
        <p:sp>
          <p:nvSpPr>
            <p:cNvPr id="104" name="Freeform: Shape 49">
              <a:extLst>
                <a:ext uri="{FF2B5EF4-FFF2-40B4-BE49-F238E27FC236}">
                  <a16:creationId xmlns:a16="http://schemas.microsoft.com/office/drawing/2014/main" id="{B7463ABB-182E-8C46-6564-3F34363BA22E}"/>
                </a:ext>
              </a:extLst>
            </p:cNvPr>
            <p:cNvSpPr/>
            <p:nvPr/>
          </p:nvSpPr>
          <p:spPr>
            <a:xfrm>
              <a:off x="5528613" y="4540538"/>
              <a:ext cx="1122941" cy="1539231"/>
            </a:xfrm>
            <a:custGeom>
              <a:avLst/>
              <a:gdLst>
                <a:gd name="connsiteX0" fmla="*/ 561470 w 1122941"/>
                <a:gd name="connsiteY0" fmla="*/ 0 h 1539231"/>
                <a:gd name="connsiteX1" fmla="*/ 1112595 w 1122941"/>
                <a:gd name="connsiteY1" fmla="*/ 145979 h 1539231"/>
                <a:gd name="connsiteX2" fmla="*/ 1122941 w 1122941"/>
                <a:gd name="connsiteY2" fmla="*/ 179331 h 1539231"/>
                <a:gd name="connsiteX3" fmla="*/ 1104578 w 1122941"/>
                <a:gd name="connsiteY3" fmla="*/ 228063 h 1539231"/>
                <a:gd name="connsiteX4" fmla="*/ 1104577 w 1122941"/>
                <a:gd name="connsiteY4" fmla="*/ 228064 h 1539231"/>
                <a:gd name="connsiteX5" fmla="*/ 628057 w 1122941"/>
                <a:gd name="connsiteY5" fmla="*/ 1492681 h 1539231"/>
                <a:gd name="connsiteX6" fmla="*/ 628056 w 1122941"/>
                <a:gd name="connsiteY6" fmla="*/ 1492681 h 1539231"/>
                <a:gd name="connsiteX7" fmla="*/ 626389 w 1122941"/>
                <a:gd name="connsiteY7" fmla="*/ 1497105 h 1539231"/>
                <a:gd name="connsiteX8" fmla="*/ 612136 w 1122941"/>
                <a:gd name="connsiteY8" fmla="*/ 1518243 h 1539231"/>
                <a:gd name="connsiteX9" fmla="*/ 561467 w 1122941"/>
                <a:gd name="connsiteY9" fmla="*/ 1539231 h 1539231"/>
                <a:gd name="connsiteX10" fmla="*/ 510798 w 1122941"/>
                <a:gd name="connsiteY10" fmla="*/ 1518243 h 1539231"/>
                <a:gd name="connsiteX11" fmla="*/ 496555 w 1122941"/>
                <a:gd name="connsiteY11" fmla="*/ 1497118 h 1539231"/>
                <a:gd name="connsiteX12" fmla="*/ 494874 w 1122941"/>
                <a:gd name="connsiteY12" fmla="*/ 1492657 h 1539231"/>
                <a:gd name="connsiteX13" fmla="*/ 494873 w 1122941"/>
                <a:gd name="connsiteY13" fmla="*/ 1492652 h 1539231"/>
                <a:gd name="connsiteX14" fmla="*/ 18364 w 1122941"/>
                <a:gd name="connsiteY14" fmla="*/ 228064 h 1539231"/>
                <a:gd name="connsiteX15" fmla="*/ 18363 w 1122941"/>
                <a:gd name="connsiteY15" fmla="*/ 228063 h 1539231"/>
                <a:gd name="connsiteX16" fmla="*/ 0 w 1122941"/>
                <a:gd name="connsiteY16" fmla="*/ 179331 h 1539231"/>
                <a:gd name="connsiteX17" fmla="*/ 10345 w 1122941"/>
                <a:gd name="connsiteY17" fmla="*/ 145979 h 1539231"/>
                <a:gd name="connsiteX18" fmla="*/ 561470 w 1122941"/>
                <a:gd name="connsiteY18" fmla="*/ 0 h 1539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122941" h="1539231">
                  <a:moveTo>
                    <a:pt x="561470" y="0"/>
                  </a:moveTo>
                  <a:cubicBezTo>
                    <a:pt x="833324" y="0"/>
                    <a:pt x="1060139" y="62669"/>
                    <a:pt x="1112595" y="145979"/>
                  </a:cubicBezTo>
                  <a:lnTo>
                    <a:pt x="1122941" y="179331"/>
                  </a:lnTo>
                  <a:lnTo>
                    <a:pt x="1104578" y="228063"/>
                  </a:lnTo>
                  <a:lnTo>
                    <a:pt x="1104577" y="228064"/>
                  </a:lnTo>
                  <a:lnTo>
                    <a:pt x="628057" y="1492681"/>
                  </a:lnTo>
                  <a:lnTo>
                    <a:pt x="628056" y="1492681"/>
                  </a:lnTo>
                  <a:lnTo>
                    <a:pt x="626389" y="1497105"/>
                  </a:lnTo>
                  <a:lnTo>
                    <a:pt x="612136" y="1518243"/>
                  </a:lnTo>
                  <a:cubicBezTo>
                    <a:pt x="599169" y="1531211"/>
                    <a:pt x="581255" y="1539231"/>
                    <a:pt x="561467" y="1539231"/>
                  </a:cubicBezTo>
                  <a:cubicBezTo>
                    <a:pt x="541680" y="1539231"/>
                    <a:pt x="523765" y="1531211"/>
                    <a:pt x="510798" y="1518243"/>
                  </a:cubicBezTo>
                  <a:lnTo>
                    <a:pt x="496555" y="1497118"/>
                  </a:lnTo>
                  <a:lnTo>
                    <a:pt x="494874" y="1492657"/>
                  </a:lnTo>
                  <a:cubicBezTo>
                    <a:pt x="494874" y="1492655"/>
                    <a:pt x="494873" y="1492654"/>
                    <a:pt x="494873" y="1492652"/>
                  </a:cubicBezTo>
                  <a:lnTo>
                    <a:pt x="18364" y="228064"/>
                  </a:lnTo>
                  <a:lnTo>
                    <a:pt x="18363" y="228063"/>
                  </a:lnTo>
                  <a:lnTo>
                    <a:pt x="0" y="179331"/>
                  </a:lnTo>
                  <a:lnTo>
                    <a:pt x="10345" y="145979"/>
                  </a:lnTo>
                  <a:cubicBezTo>
                    <a:pt x="62801" y="62669"/>
                    <a:pt x="289616" y="0"/>
                    <a:pt x="561470" y="0"/>
                  </a:cubicBezTo>
                  <a:close/>
                </a:path>
              </a:pathLst>
            </a:custGeom>
            <a:gradFill flip="none" rotWithShape="1">
              <a:gsLst>
                <a:gs pos="0">
                  <a:srgbClr val="7A8C8E">
                    <a:lumMod val="75000"/>
                    <a:lumOff val="25000"/>
                  </a:srgbClr>
                </a:gs>
                <a:gs pos="78000">
                  <a:srgbClr val="7A8C8E">
                    <a:lumMod val="90000"/>
                    <a:lumOff val="10000"/>
                  </a:srgbClr>
                </a:gs>
              </a:gsLst>
              <a:path path="circle">
                <a:fillToRect l="100000" t="100000"/>
              </a:path>
              <a:tileRect r="-100000" b="-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sp>
          <p:nvSpPr>
            <p:cNvPr id="105" name="Freeform: Shape 45">
              <a:extLst>
                <a:ext uri="{FF2B5EF4-FFF2-40B4-BE49-F238E27FC236}">
                  <a16:creationId xmlns:a16="http://schemas.microsoft.com/office/drawing/2014/main" id="{10FEE1DD-5582-1CBD-9479-1C17FB5F3570}"/>
                </a:ext>
              </a:extLst>
            </p:cNvPr>
            <p:cNvSpPr/>
            <p:nvPr/>
          </p:nvSpPr>
          <p:spPr>
            <a:xfrm>
              <a:off x="4234648" y="1065321"/>
              <a:ext cx="3710867" cy="1699885"/>
            </a:xfrm>
            <a:custGeom>
              <a:avLst/>
              <a:gdLst>
                <a:gd name="connsiteX0" fmla="*/ 1855433 w 3710867"/>
                <a:gd name="connsiteY0" fmla="*/ 0 h 1699885"/>
                <a:gd name="connsiteX1" fmla="*/ 3710866 w 3710867"/>
                <a:gd name="connsiteY1" fmla="*/ 217503 h 1699885"/>
                <a:gd name="connsiteX2" fmla="*/ 3709552 w 3710867"/>
                <a:gd name="connsiteY2" fmla="*/ 220554 h 1699885"/>
                <a:gd name="connsiteX3" fmla="*/ 3710867 w 3710867"/>
                <a:gd name="connsiteY3" fmla="*/ 220554 h 1699885"/>
                <a:gd name="connsiteX4" fmla="*/ 3338217 w 3710867"/>
                <a:gd name="connsiteY4" fmla="*/ 1209515 h 1699885"/>
                <a:gd name="connsiteX5" fmla="*/ 3248005 w 3710867"/>
                <a:gd name="connsiteY5" fmla="*/ 1448923 h 1699885"/>
                <a:gd name="connsiteX6" fmla="*/ 3184516 w 3710867"/>
                <a:gd name="connsiteY6" fmla="*/ 1484764 h 1699885"/>
                <a:gd name="connsiteX7" fmla="*/ 1855433 w 3710867"/>
                <a:gd name="connsiteY7" fmla="*/ 1699885 h 1699885"/>
                <a:gd name="connsiteX8" fmla="*/ 526350 w 3710867"/>
                <a:gd name="connsiteY8" fmla="*/ 1484764 h 1699885"/>
                <a:gd name="connsiteX9" fmla="*/ 462864 w 3710867"/>
                <a:gd name="connsiteY9" fmla="*/ 1448924 h 1699885"/>
                <a:gd name="connsiteX10" fmla="*/ 372652 w 3710867"/>
                <a:gd name="connsiteY10" fmla="*/ 1209512 h 1699885"/>
                <a:gd name="connsiteX11" fmla="*/ 372651 w 3710867"/>
                <a:gd name="connsiteY11" fmla="*/ 1209512 h 1699885"/>
                <a:gd name="connsiteX12" fmla="*/ 1 w 3710867"/>
                <a:gd name="connsiteY12" fmla="*/ 220554 h 1699885"/>
                <a:gd name="connsiteX13" fmla="*/ 1314 w 3710867"/>
                <a:gd name="connsiteY13" fmla="*/ 220554 h 1699885"/>
                <a:gd name="connsiteX14" fmla="*/ 0 w 3710867"/>
                <a:gd name="connsiteY14" fmla="*/ 217503 h 1699885"/>
                <a:gd name="connsiteX15" fmla="*/ 1855433 w 3710867"/>
                <a:gd name="connsiteY15" fmla="*/ 0 h 16998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10867" h="1699885">
                  <a:moveTo>
                    <a:pt x="1855433" y="0"/>
                  </a:moveTo>
                  <a:cubicBezTo>
                    <a:pt x="2880160" y="0"/>
                    <a:pt x="3710866" y="97379"/>
                    <a:pt x="3710866" y="217503"/>
                  </a:cubicBezTo>
                  <a:lnTo>
                    <a:pt x="3709552" y="220554"/>
                  </a:lnTo>
                  <a:lnTo>
                    <a:pt x="3710867" y="220554"/>
                  </a:lnTo>
                  <a:lnTo>
                    <a:pt x="3338217" y="1209515"/>
                  </a:lnTo>
                  <a:lnTo>
                    <a:pt x="3248005" y="1448923"/>
                  </a:lnTo>
                  <a:lnTo>
                    <a:pt x="3184516" y="1484764"/>
                  </a:lnTo>
                  <a:cubicBezTo>
                    <a:pt x="2928558" y="1612900"/>
                    <a:pt x="2429349" y="1699885"/>
                    <a:pt x="1855433" y="1699885"/>
                  </a:cubicBezTo>
                  <a:cubicBezTo>
                    <a:pt x="1281517" y="1699885"/>
                    <a:pt x="782309" y="1612900"/>
                    <a:pt x="526350" y="1484764"/>
                  </a:cubicBezTo>
                  <a:lnTo>
                    <a:pt x="462864" y="1448924"/>
                  </a:lnTo>
                  <a:lnTo>
                    <a:pt x="372652" y="1209512"/>
                  </a:lnTo>
                  <a:lnTo>
                    <a:pt x="372651" y="1209512"/>
                  </a:lnTo>
                  <a:lnTo>
                    <a:pt x="1" y="220554"/>
                  </a:lnTo>
                  <a:lnTo>
                    <a:pt x="1314" y="220554"/>
                  </a:lnTo>
                  <a:lnTo>
                    <a:pt x="0" y="217503"/>
                  </a:lnTo>
                  <a:cubicBezTo>
                    <a:pt x="0" y="97379"/>
                    <a:pt x="830706" y="0"/>
                    <a:pt x="1855433" y="0"/>
                  </a:cubicBezTo>
                  <a:close/>
                </a:path>
              </a:pathLst>
            </a:custGeom>
            <a:gradFill flip="none" rotWithShape="1">
              <a:gsLst>
                <a:gs pos="46000">
                  <a:srgbClr val="336699"/>
                </a:gs>
                <a:gs pos="78000">
                  <a:srgbClr val="336699">
                    <a:lumMod val="75000"/>
                  </a:srgbClr>
                </a:gs>
              </a:gsLst>
              <a:path path="circle">
                <a:fillToRect r="100000" b="100000"/>
              </a:path>
              <a:tileRect l="-100000" t="-100000"/>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06" name="Freeform: Shape 40">
              <a:extLst>
                <a:ext uri="{FF2B5EF4-FFF2-40B4-BE49-F238E27FC236}">
                  <a16:creationId xmlns:a16="http://schemas.microsoft.com/office/drawing/2014/main" id="{6EFC83D8-9C25-5558-F4C8-957F3C4C3464}"/>
                </a:ext>
              </a:extLst>
            </p:cNvPr>
            <p:cNvSpPr/>
            <p:nvPr/>
          </p:nvSpPr>
          <p:spPr>
            <a:xfrm>
              <a:off x="4910172" y="2856230"/>
              <a:ext cx="2359818" cy="1592270"/>
            </a:xfrm>
            <a:custGeom>
              <a:avLst/>
              <a:gdLst>
                <a:gd name="connsiteX0" fmla="*/ 1179909 w 2359818"/>
                <a:gd name="connsiteY0" fmla="*/ 0 h 1592270"/>
                <a:gd name="connsiteX1" fmla="*/ 2359818 w 2359818"/>
                <a:gd name="connsiteY1" fmla="*/ 217503 h 1592270"/>
                <a:gd name="connsiteX2" fmla="*/ 2354912 w 2359818"/>
                <a:gd name="connsiteY2" fmla="*/ 235414 h 1592270"/>
                <a:gd name="connsiteX3" fmla="*/ 2352909 w 2359818"/>
                <a:gd name="connsiteY3" fmla="*/ 240728 h 1592270"/>
                <a:gd name="connsiteX4" fmla="*/ 2352908 w 2359818"/>
                <a:gd name="connsiteY4" fmla="*/ 240729 h 1592270"/>
                <a:gd name="connsiteX5" fmla="*/ 1956938 w 2359818"/>
                <a:gd name="connsiteY5" fmla="*/ 1291579 h 1592270"/>
                <a:gd name="connsiteX6" fmla="*/ 1906980 w 2359818"/>
                <a:gd name="connsiteY6" fmla="*/ 1424159 h 1592270"/>
                <a:gd name="connsiteX7" fmla="*/ 1902308 w 2359818"/>
                <a:gd name="connsiteY7" fmla="*/ 1429282 h 1592270"/>
                <a:gd name="connsiteX8" fmla="*/ 1179909 w 2359818"/>
                <a:gd name="connsiteY8" fmla="*/ 1592270 h 1592270"/>
                <a:gd name="connsiteX9" fmla="*/ 457510 w 2359818"/>
                <a:gd name="connsiteY9" fmla="*/ 1429282 h 1592270"/>
                <a:gd name="connsiteX10" fmla="*/ 452841 w 2359818"/>
                <a:gd name="connsiteY10" fmla="*/ 1424163 h 1592270"/>
                <a:gd name="connsiteX11" fmla="*/ 402882 w 2359818"/>
                <a:gd name="connsiteY11" fmla="*/ 1291577 h 1592270"/>
                <a:gd name="connsiteX12" fmla="*/ 6912 w 2359818"/>
                <a:gd name="connsiteY12" fmla="*/ 240731 h 1592270"/>
                <a:gd name="connsiteX13" fmla="*/ 10170 w 2359818"/>
                <a:gd name="connsiteY13" fmla="*/ 244667 h 1592270"/>
                <a:gd name="connsiteX14" fmla="*/ 6913 w 2359818"/>
                <a:gd name="connsiteY14" fmla="*/ 240732 h 1592270"/>
                <a:gd name="connsiteX15" fmla="*/ 4902 w 2359818"/>
                <a:gd name="connsiteY15" fmla="*/ 235395 h 1592270"/>
                <a:gd name="connsiteX16" fmla="*/ 0 w 2359818"/>
                <a:gd name="connsiteY16" fmla="*/ 217503 h 1592270"/>
                <a:gd name="connsiteX17" fmla="*/ 1179909 w 2359818"/>
                <a:gd name="connsiteY17" fmla="*/ 0 h 15922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359818" h="1592270">
                  <a:moveTo>
                    <a:pt x="1179909" y="0"/>
                  </a:moveTo>
                  <a:cubicBezTo>
                    <a:pt x="1831555" y="0"/>
                    <a:pt x="2359818" y="97379"/>
                    <a:pt x="2359818" y="217503"/>
                  </a:cubicBezTo>
                  <a:lnTo>
                    <a:pt x="2354912" y="235414"/>
                  </a:lnTo>
                  <a:lnTo>
                    <a:pt x="2352909" y="240728"/>
                  </a:lnTo>
                  <a:lnTo>
                    <a:pt x="2352908" y="240729"/>
                  </a:lnTo>
                  <a:lnTo>
                    <a:pt x="1956938" y="1291579"/>
                  </a:lnTo>
                  <a:lnTo>
                    <a:pt x="1906980" y="1424159"/>
                  </a:lnTo>
                  <a:lnTo>
                    <a:pt x="1902308" y="1429282"/>
                  </a:lnTo>
                  <a:cubicBezTo>
                    <a:pt x="1783289" y="1525063"/>
                    <a:pt x="1504657" y="1592270"/>
                    <a:pt x="1179909" y="1592270"/>
                  </a:cubicBezTo>
                  <a:cubicBezTo>
                    <a:pt x="855161" y="1592270"/>
                    <a:pt x="576530" y="1525063"/>
                    <a:pt x="457510" y="1429282"/>
                  </a:cubicBezTo>
                  <a:lnTo>
                    <a:pt x="452841" y="1424163"/>
                  </a:lnTo>
                  <a:lnTo>
                    <a:pt x="402882" y="1291577"/>
                  </a:lnTo>
                  <a:lnTo>
                    <a:pt x="6912" y="240731"/>
                  </a:lnTo>
                  <a:lnTo>
                    <a:pt x="10170" y="244667"/>
                  </a:lnTo>
                  <a:lnTo>
                    <a:pt x="6913" y="240732"/>
                  </a:lnTo>
                  <a:lnTo>
                    <a:pt x="4902" y="235395"/>
                  </a:lnTo>
                  <a:lnTo>
                    <a:pt x="0" y="217503"/>
                  </a:lnTo>
                  <a:cubicBezTo>
                    <a:pt x="0" y="97379"/>
                    <a:pt x="528263" y="0"/>
                    <a:pt x="1179909" y="0"/>
                  </a:cubicBezTo>
                  <a:close/>
                </a:path>
              </a:pathLst>
            </a:custGeom>
            <a:gradFill flip="none" rotWithShape="1">
              <a:gsLst>
                <a:gs pos="46000">
                  <a:srgbClr val="58B6C0"/>
                </a:gs>
                <a:gs pos="78000">
                  <a:srgbClr val="58B6C0">
                    <a:lumMod val="75000"/>
                  </a:srgbClr>
                </a:gs>
              </a:gsLst>
              <a:path path="circle">
                <a:fillToRect r="100000" b="100000"/>
              </a:path>
              <a:tileRect l="-100000" t="-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grpSp>
          <p:nvGrpSpPr>
            <p:cNvPr id="107" name="Group 46">
              <a:extLst>
                <a:ext uri="{FF2B5EF4-FFF2-40B4-BE49-F238E27FC236}">
                  <a16:creationId xmlns:a16="http://schemas.microsoft.com/office/drawing/2014/main" id="{C11C45D1-BD9A-EAA8-5A09-61462BB6F39D}"/>
                </a:ext>
              </a:extLst>
            </p:cNvPr>
            <p:cNvGrpSpPr/>
            <p:nvPr/>
          </p:nvGrpSpPr>
          <p:grpSpPr>
            <a:xfrm>
              <a:off x="4234648" y="1065321"/>
              <a:ext cx="3710867" cy="1699886"/>
              <a:chOff x="4234648" y="1065321"/>
              <a:chExt cx="3710867" cy="1699886"/>
            </a:xfrm>
          </p:grpSpPr>
          <p:sp>
            <p:nvSpPr>
              <p:cNvPr id="108" name="Freeform: Shape 29">
                <a:extLst>
                  <a:ext uri="{FF2B5EF4-FFF2-40B4-BE49-F238E27FC236}">
                    <a16:creationId xmlns:a16="http://schemas.microsoft.com/office/drawing/2014/main" id="{BA062094-AAA0-E5F6-442D-A4AD73E6B195}"/>
                  </a:ext>
                </a:extLst>
              </p:cNvPr>
              <p:cNvSpPr/>
              <p:nvPr/>
            </p:nvSpPr>
            <p:spPr>
              <a:xfrm>
                <a:off x="4234649" y="1285875"/>
                <a:ext cx="3710866" cy="1479332"/>
              </a:xfrm>
              <a:custGeom>
                <a:avLst/>
                <a:gdLst>
                  <a:gd name="connsiteX0" fmla="*/ 0 w 3710866"/>
                  <a:gd name="connsiteY0" fmla="*/ 0 h 1479331"/>
                  <a:gd name="connsiteX1" fmla="*/ 1313 w 3710866"/>
                  <a:gd name="connsiteY1" fmla="*/ 0 h 1479331"/>
                  <a:gd name="connsiteX2" fmla="*/ 9578 w 3710866"/>
                  <a:gd name="connsiteY2" fmla="*/ 19187 h 1479331"/>
                  <a:gd name="connsiteX3" fmla="*/ 1855432 w 3710866"/>
                  <a:gd name="connsiteY3" fmla="*/ 214452 h 1479331"/>
                  <a:gd name="connsiteX4" fmla="*/ 3701286 w 3710866"/>
                  <a:gd name="connsiteY4" fmla="*/ 19187 h 1479331"/>
                  <a:gd name="connsiteX5" fmla="*/ 3709551 w 3710866"/>
                  <a:gd name="connsiteY5" fmla="*/ 0 h 1479331"/>
                  <a:gd name="connsiteX6" fmla="*/ 3710866 w 3710866"/>
                  <a:gd name="connsiteY6" fmla="*/ 0 h 1479331"/>
                  <a:gd name="connsiteX7" fmla="*/ 3338216 w 3710866"/>
                  <a:gd name="connsiteY7" fmla="*/ 988961 h 1479331"/>
                  <a:gd name="connsiteX8" fmla="*/ 3338216 w 3710866"/>
                  <a:gd name="connsiteY8" fmla="*/ 988961 h 1479331"/>
                  <a:gd name="connsiteX9" fmla="*/ 3248004 w 3710866"/>
                  <a:gd name="connsiteY9" fmla="*/ 1228369 h 1479331"/>
                  <a:gd name="connsiteX10" fmla="*/ 3184515 w 3710866"/>
                  <a:gd name="connsiteY10" fmla="*/ 1264210 h 1479331"/>
                  <a:gd name="connsiteX11" fmla="*/ 1855432 w 3710866"/>
                  <a:gd name="connsiteY11" fmla="*/ 1479331 h 1479331"/>
                  <a:gd name="connsiteX12" fmla="*/ 526349 w 3710866"/>
                  <a:gd name="connsiteY12" fmla="*/ 1264210 h 1479331"/>
                  <a:gd name="connsiteX13" fmla="*/ 462863 w 3710866"/>
                  <a:gd name="connsiteY13" fmla="*/ 1228370 h 1479331"/>
                  <a:gd name="connsiteX14" fmla="*/ 372651 w 3710866"/>
                  <a:gd name="connsiteY14" fmla="*/ 988958 h 1479331"/>
                  <a:gd name="connsiteX15" fmla="*/ 372650 w 3710866"/>
                  <a:gd name="connsiteY15" fmla="*/ 988958 h 147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710866" h="1479331">
                    <a:moveTo>
                      <a:pt x="0" y="0"/>
                    </a:moveTo>
                    <a:lnTo>
                      <a:pt x="1313" y="0"/>
                    </a:lnTo>
                    <a:lnTo>
                      <a:pt x="9578" y="19187"/>
                    </a:lnTo>
                    <a:cubicBezTo>
                      <a:pt x="104595" y="128865"/>
                      <a:pt x="894751" y="214452"/>
                      <a:pt x="1855432" y="214452"/>
                    </a:cubicBezTo>
                    <a:cubicBezTo>
                      <a:pt x="2816114" y="214452"/>
                      <a:pt x="3606269" y="128865"/>
                      <a:pt x="3701286" y="19187"/>
                    </a:cubicBezTo>
                    <a:lnTo>
                      <a:pt x="3709551" y="0"/>
                    </a:lnTo>
                    <a:lnTo>
                      <a:pt x="3710866" y="0"/>
                    </a:lnTo>
                    <a:lnTo>
                      <a:pt x="3338216" y="988961"/>
                    </a:lnTo>
                    <a:lnTo>
                      <a:pt x="3338216" y="988961"/>
                    </a:lnTo>
                    <a:lnTo>
                      <a:pt x="3248004" y="1228369"/>
                    </a:lnTo>
                    <a:lnTo>
                      <a:pt x="3184515" y="1264210"/>
                    </a:lnTo>
                    <a:cubicBezTo>
                      <a:pt x="2928557" y="1392346"/>
                      <a:pt x="2429348" y="1479331"/>
                      <a:pt x="1855432" y="1479331"/>
                    </a:cubicBezTo>
                    <a:cubicBezTo>
                      <a:pt x="1281516" y="1479331"/>
                      <a:pt x="782308" y="1392346"/>
                      <a:pt x="526349" y="1264210"/>
                    </a:cubicBezTo>
                    <a:lnTo>
                      <a:pt x="462863" y="1228370"/>
                    </a:lnTo>
                    <a:lnTo>
                      <a:pt x="372651" y="988958"/>
                    </a:lnTo>
                    <a:lnTo>
                      <a:pt x="372650" y="988958"/>
                    </a:lnTo>
                    <a:close/>
                  </a:path>
                </a:pathLst>
              </a:custGeom>
              <a:gradFill flip="none" rotWithShape="1">
                <a:gsLst>
                  <a:gs pos="46000">
                    <a:srgbClr val="336699"/>
                  </a:gs>
                  <a:gs pos="78000">
                    <a:srgbClr val="336699">
                      <a:lumMod val="75000"/>
                    </a:srgbClr>
                  </a:gs>
                </a:gsLst>
                <a:path path="circle">
                  <a:fillToRect r="100000" b="100000"/>
                </a:path>
                <a:tileRect l="-100000" t="-100000"/>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sp>
            <p:nvSpPr>
              <p:cNvPr id="109" name="Freeform: Shape 32">
                <a:extLst>
                  <a:ext uri="{FF2B5EF4-FFF2-40B4-BE49-F238E27FC236}">
                    <a16:creationId xmlns:a16="http://schemas.microsoft.com/office/drawing/2014/main" id="{8D21CA96-B0DE-C278-597B-A55D6DC296FB}"/>
                  </a:ext>
                </a:extLst>
              </p:cNvPr>
              <p:cNvSpPr/>
              <p:nvPr/>
            </p:nvSpPr>
            <p:spPr>
              <a:xfrm>
                <a:off x="4234648" y="1065321"/>
                <a:ext cx="3710866" cy="435006"/>
              </a:xfrm>
              <a:custGeom>
                <a:avLst/>
                <a:gdLst>
                  <a:gd name="connsiteX0" fmla="*/ 1855433 w 3710866"/>
                  <a:gd name="connsiteY0" fmla="*/ 0 h 435006"/>
                  <a:gd name="connsiteX1" fmla="*/ 3710866 w 3710866"/>
                  <a:gd name="connsiteY1" fmla="*/ 217503 h 435006"/>
                  <a:gd name="connsiteX2" fmla="*/ 3709552 w 3710866"/>
                  <a:gd name="connsiteY2" fmla="*/ 220554 h 435006"/>
                  <a:gd name="connsiteX3" fmla="*/ 3701287 w 3710866"/>
                  <a:gd name="connsiteY3" fmla="*/ 239741 h 435006"/>
                  <a:gd name="connsiteX4" fmla="*/ 1855433 w 3710866"/>
                  <a:gd name="connsiteY4" fmla="*/ 435006 h 435006"/>
                  <a:gd name="connsiteX5" fmla="*/ 9579 w 3710866"/>
                  <a:gd name="connsiteY5" fmla="*/ 239741 h 435006"/>
                  <a:gd name="connsiteX6" fmla="*/ 1314 w 3710866"/>
                  <a:gd name="connsiteY6" fmla="*/ 220554 h 435006"/>
                  <a:gd name="connsiteX7" fmla="*/ 0 w 3710866"/>
                  <a:gd name="connsiteY7" fmla="*/ 217503 h 435006"/>
                  <a:gd name="connsiteX8" fmla="*/ 1855433 w 3710866"/>
                  <a:gd name="connsiteY8" fmla="*/ 0 h 435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10866" h="435006">
                    <a:moveTo>
                      <a:pt x="1855433" y="0"/>
                    </a:moveTo>
                    <a:cubicBezTo>
                      <a:pt x="2880160" y="0"/>
                      <a:pt x="3710866" y="97379"/>
                      <a:pt x="3710866" y="217503"/>
                    </a:cubicBezTo>
                    <a:lnTo>
                      <a:pt x="3709552" y="220554"/>
                    </a:lnTo>
                    <a:lnTo>
                      <a:pt x="3701287" y="239741"/>
                    </a:lnTo>
                    <a:cubicBezTo>
                      <a:pt x="3606270" y="349419"/>
                      <a:pt x="2816115" y="435006"/>
                      <a:pt x="1855433" y="435006"/>
                    </a:cubicBezTo>
                    <a:cubicBezTo>
                      <a:pt x="894752" y="435006"/>
                      <a:pt x="104596" y="349419"/>
                      <a:pt x="9579" y="239741"/>
                    </a:cubicBezTo>
                    <a:lnTo>
                      <a:pt x="1314" y="220554"/>
                    </a:lnTo>
                    <a:lnTo>
                      <a:pt x="0" y="217503"/>
                    </a:lnTo>
                    <a:cubicBezTo>
                      <a:pt x="0" y="97379"/>
                      <a:pt x="830706" y="0"/>
                      <a:pt x="1855433" y="0"/>
                    </a:cubicBezTo>
                    <a:close/>
                  </a:path>
                </a:pathLst>
              </a:custGeom>
              <a:gradFill flip="none" rotWithShape="1">
                <a:gsLst>
                  <a:gs pos="0">
                    <a:srgbClr val="336699"/>
                  </a:gs>
                  <a:gs pos="78000">
                    <a:srgbClr val="336699">
                      <a:lumMod val="50000"/>
                    </a:srgbClr>
                  </a:gs>
                </a:gsLst>
                <a:path path="circle">
                  <a:fillToRect l="100000" t="100000"/>
                </a:path>
                <a:tileRect r="-100000" b="-100000"/>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sp>
          <p:nvSpPr>
            <p:cNvPr id="110" name="Freeform: Shape 33">
              <a:extLst>
                <a:ext uri="{FF2B5EF4-FFF2-40B4-BE49-F238E27FC236}">
                  <a16:creationId xmlns:a16="http://schemas.microsoft.com/office/drawing/2014/main" id="{B7BB040C-FC46-B222-3B5F-8DEC590937D6}"/>
                </a:ext>
              </a:extLst>
            </p:cNvPr>
            <p:cNvSpPr/>
            <p:nvPr/>
          </p:nvSpPr>
          <p:spPr>
            <a:xfrm>
              <a:off x="4697513" y="2514245"/>
              <a:ext cx="2785141" cy="577399"/>
            </a:xfrm>
            <a:custGeom>
              <a:avLst/>
              <a:gdLst>
                <a:gd name="connsiteX0" fmla="*/ 2785141 w 2785141"/>
                <a:gd name="connsiteY0" fmla="*/ 0 h 577399"/>
                <a:gd name="connsiteX1" fmla="*/ 2567572 w 2785141"/>
                <a:gd name="connsiteY1" fmla="*/ 577399 h 577399"/>
                <a:gd name="connsiteX2" fmla="*/ 2572478 w 2785141"/>
                <a:gd name="connsiteY2" fmla="*/ 559488 h 577399"/>
                <a:gd name="connsiteX3" fmla="*/ 1392569 w 2785141"/>
                <a:gd name="connsiteY3" fmla="*/ 341985 h 577399"/>
                <a:gd name="connsiteX4" fmla="*/ 212660 w 2785141"/>
                <a:gd name="connsiteY4" fmla="*/ 559488 h 577399"/>
                <a:gd name="connsiteX5" fmla="*/ 217562 w 2785141"/>
                <a:gd name="connsiteY5" fmla="*/ 577380 h 577399"/>
                <a:gd name="connsiteX6" fmla="*/ 0 w 2785141"/>
                <a:gd name="connsiteY6" fmla="*/ 1 h 577399"/>
                <a:gd name="connsiteX7" fmla="*/ 63486 w 2785141"/>
                <a:gd name="connsiteY7" fmla="*/ 35841 h 577399"/>
                <a:gd name="connsiteX8" fmla="*/ 1392569 w 2785141"/>
                <a:gd name="connsiteY8" fmla="*/ 250962 h 577399"/>
                <a:gd name="connsiteX9" fmla="*/ 2721652 w 2785141"/>
                <a:gd name="connsiteY9" fmla="*/ 35841 h 577399"/>
                <a:gd name="connsiteX10" fmla="*/ 2785141 w 2785141"/>
                <a:gd name="connsiteY10" fmla="*/ 0 h 5773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5141" h="577399">
                  <a:moveTo>
                    <a:pt x="2785141" y="0"/>
                  </a:moveTo>
                  <a:lnTo>
                    <a:pt x="2567572" y="577399"/>
                  </a:lnTo>
                  <a:lnTo>
                    <a:pt x="2572478" y="559488"/>
                  </a:lnTo>
                  <a:cubicBezTo>
                    <a:pt x="2572478" y="439364"/>
                    <a:pt x="2044215" y="341985"/>
                    <a:pt x="1392569" y="341985"/>
                  </a:cubicBezTo>
                  <a:cubicBezTo>
                    <a:pt x="740923" y="341985"/>
                    <a:pt x="212660" y="439364"/>
                    <a:pt x="212660" y="559488"/>
                  </a:cubicBezTo>
                  <a:lnTo>
                    <a:pt x="217562" y="577380"/>
                  </a:lnTo>
                  <a:lnTo>
                    <a:pt x="0" y="1"/>
                  </a:lnTo>
                  <a:lnTo>
                    <a:pt x="63486" y="35841"/>
                  </a:lnTo>
                  <a:cubicBezTo>
                    <a:pt x="319445" y="163977"/>
                    <a:pt x="818653" y="250962"/>
                    <a:pt x="1392569" y="250962"/>
                  </a:cubicBezTo>
                  <a:cubicBezTo>
                    <a:pt x="1966485" y="250962"/>
                    <a:pt x="2465694" y="163977"/>
                    <a:pt x="2721652" y="35841"/>
                  </a:cubicBezTo>
                  <a:lnTo>
                    <a:pt x="2785141" y="0"/>
                  </a:lnTo>
                  <a:close/>
                </a:path>
              </a:pathLst>
            </a:custGeom>
            <a:solidFill>
              <a:srgbClr val="7A8C8E">
                <a:alpha val="2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nvGrpSpPr>
            <p:cNvPr id="111" name="Group 42">
              <a:extLst>
                <a:ext uri="{FF2B5EF4-FFF2-40B4-BE49-F238E27FC236}">
                  <a16:creationId xmlns:a16="http://schemas.microsoft.com/office/drawing/2014/main" id="{978A409E-B03A-6C76-44C5-D5FAD87CD146}"/>
                </a:ext>
              </a:extLst>
            </p:cNvPr>
            <p:cNvGrpSpPr/>
            <p:nvPr/>
          </p:nvGrpSpPr>
          <p:grpSpPr>
            <a:xfrm>
              <a:off x="4910172" y="2856230"/>
              <a:ext cx="2359818" cy="1592270"/>
              <a:chOff x="4910172" y="2856230"/>
              <a:chExt cx="2359818" cy="1592270"/>
            </a:xfrm>
          </p:grpSpPr>
          <p:sp>
            <p:nvSpPr>
              <p:cNvPr id="112" name="Freeform: Shape 30">
                <a:extLst>
                  <a:ext uri="{FF2B5EF4-FFF2-40B4-BE49-F238E27FC236}">
                    <a16:creationId xmlns:a16="http://schemas.microsoft.com/office/drawing/2014/main" id="{81CCF990-3886-DCF3-013D-B2178F9BD067}"/>
                  </a:ext>
                </a:extLst>
              </p:cNvPr>
              <p:cNvSpPr/>
              <p:nvPr/>
            </p:nvSpPr>
            <p:spPr>
              <a:xfrm>
                <a:off x="4910172" y="2856230"/>
                <a:ext cx="2359818" cy="435006"/>
              </a:xfrm>
              <a:custGeom>
                <a:avLst/>
                <a:gdLst>
                  <a:gd name="connsiteX0" fmla="*/ 1179909 w 2359818"/>
                  <a:gd name="connsiteY0" fmla="*/ 0 h 435006"/>
                  <a:gd name="connsiteX1" fmla="*/ 2359818 w 2359818"/>
                  <a:gd name="connsiteY1" fmla="*/ 217503 h 435006"/>
                  <a:gd name="connsiteX2" fmla="*/ 2354912 w 2359818"/>
                  <a:gd name="connsiteY2" fmla="*/ 235414 h 435006"/>
                  <a:gd name="connsiteX3" fmla="*/ 2352909 w 2359818"/>
                  <a:gd name="connsiteY3" fmla="*/ 240728 h 435006"/>
                  <a:gd name="connsiteX4" fmla="*/ 2335846 w 2359818"/>
                  <a:gd name="connsiteY4" fmla="*/ 261338 h 435006"/>
                  <a:gd name="connsiteX5" fmla="*/ 1179909 w 2359818"/>
                  <a:gd name="connsiteY5" fmla="*/ 435006 h 435006"/>
                  <a:gd name="connsiteX6" fmla="*/ 23972 w 2359818"/>
                  <a:gd name="connsiteY6" fmla="*/ 261338 h 435006"/>
                  <a:gd name="connsiteX7" fmla="*/ 6913 w 2359818"/>
                  <a:gd name="connsiteY7" fmla="*/ 240732 h 435006"/>
                  <a:gd name="connsiteX8" fmla="*/ 4902 w 2359818"/>
                  <a:gd name="connsiteY8" fmla="*/ 235395 h 435006"/>
                  <a:gd name="connsiteX9" fmla="*/ 0 w 2359818"/>
                  <a:gd name="connsiteY9" fmla="*/ 217503 h 435006"/>
                  <a:gd name="connsiteX10" fmla="*/ 1179909 w 2359818"/>
                  <a:gd name="connsiteY10" fmla="*/ 0 h 4350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359818" h="435006">
                    <a:moveTo>
                      <a:pt x="1179909" y="0"/>
                    </a:moveTo>
                    <a:cubicBezTo>
                      <a:pt x="1831555" y="0"/>
                      <a:pt x="2359818" y="97379"/>
                      <a:pt x="2359818" y="217503"/>
                    </a:cubicBezTo>
                    <a:lnTo>
                      <a:pt x="2354912" y="235414"/>
                    </a:lnTo>
                    <a:lnTo>
                      <a:pt x="2352909" y="240728"/>
                    </a:lnTo>
                    <a:lnTo>
                      <a:pt x="2335846" y="261338"/>
                    </a:lnTo>
                    <a:cubicBezTo>
                      <a:pt x="2225825" y="360450"/>
                      <a:pt x="1750099" y="435006"/>
                      <a:pt x="1179909" y="435006"/>
                    </a:cubicBezTo>
                    <a:cubicBezTo>
                      <a:pt x="609719" y="435006"/>
                      <a:pt x="133994" y="360450"/>
                      <a:pt x="23972" y="261338"/>
                    </a:cubicBezTo>
                    <a:lnTo>
                      <a:pt x="6913" y="240732"/>
                    </a:lnTo>
                    <a:lnTo>
                      <a:pt x="4902" y="235395"/>
                    </a:lnTo>
                    <a:lnTo>
                      <a:pt x="0" y="217503"/>
                    </a:lnTo>
                    <a:cubicBezTo>
                      <a:pt x="0" y="97379"/>
                      <a:pt x="528263" y="0"/>
                      <a:pt x="1179909" y="0"/>
                    </a:cubicBezTo>
                    <a:close/>
                  </a:path>
                </a:pathLst>
              </a:custGeom>
              <a:gradFill flip="none" rotWithShape="1">
                <a:gsLst>
                  <a:gs pos="0">
                    <a:srgbClr val="58B6C0"/>
                  </a:gs>
                  <a:gs pos="78000">
                    <a:srgbClr val="58B6C0">
                      <a:lumMod val="75000"/>
                    </a:srgbClr>
                  </a:gs>
                </a:gsLst>
                <a:path path="circle">
                  <a:fillToRect l="100000" t="100000"/>
                </a:path>
                <a:tileRect r="-100000" b="-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sp>
            <p:nvSpPr>
              <p:cNvPr id="113" name="Freeform: Shape 35">
                <a:extLst>
                  <a:ext uri="{FF2B5EF4-FFF2-40B4-BE49-F238E27FC236}">
                    <a16:creationId xmlns:a16="http://schemas.microsoft.com/office/drawing/2014/main" id="{0189ED56-FD11-7BAE-61D3-EF1FB2431B12}"/>
                  </a:ext>
                </a:extLst>
              </p:cNvPr>
              <p:cNvSpPr/>
              <p:nvPr/>
            </p:nvSpPr>
            <p:spPr>
              <a:xfrm>
                <a:off x="4917084" y="3096957"/>
                <a:ext cx="2345997" cy="1351543"/>
              </a:xfrm>
              <a:custGeom>
                <a:avLst/>
                <a:gdLst>
                  <a:gd name="connsiteX0" fmla="*/ 2345997 w 2345997"/>
                  <a:gd name="connsiteY0" fmla="*/ 0 h 1351543"/>
                  <a:gd name="connsiteX1" fmla="*/ 1950026 w 2345997"/>
                  <a:gd name="connsiteY1" fmla="*/ 1050852 h 1351543"/>
                  <a:gd name="connsiteX2" fmla="*/ 1900068 w 2345997"/>
                  <a:gd name="connsiteY2" fmla="*/ 1183432 h 1351543"/>
                  <a:gd name="connsiteX3" fmla="*/ 1895396 w 2345997"/>
                  <a:gd name="connsiteY3" fmla="*/ 1188555 h 1351543"/>
                  <a:gd name="connsiteX4" fmla="*/ 1172997 w 2345997"/>
                  <a:gd name="connsiteY4" fmla="*/ 1351543 h 1351543"/>
                  <a:gd name="connsiteX5" fmla="*/ 450598 w 2345997"/>
                  <a:gd name="connsiteY5" fmla="*/ 1188555 h 1351543"/>
                  <a:gd name="connsiteX6" fmla="*/ 445929 w 2345997"/>
                  <a:gd name="connsiteY6" fmla="*/ 1183436 h 1351543"/>
                  <a:gd name="connsiteX7" fmla="*/ 395970 w 2345997"/>
                  <a:gd name="connsiteY7" fmla="*/ 1050850 h 1351543"/>
                  <a:gd name="connsiteX8" fmla="*/ 0 w 2345997"/>
                  <a:gd name="connsiteY8" fmla="*/ 4 h 1351543"/>
                  <a:gd name="connsiteX9" fmla="*/ 17060 w 2345997"/>
                  <a:gd name="connsiteY9" fmla="*/ 20610 h 1351543"/>
                  <a:gd name="connsiteX10" fmla="*/ 1172997 w 2345997"/>
                  <a:gd name="connsiteY10" fmla="*/ 194278 h 1351543"/>
                  <a:gd name="connsiteX11" fmla="*/ 2328934 w 2345997"/>
                  <a:gd name="connsiteY11" fmla="*/ 20610 h 1351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45997" h="1351543">
                    <a:moveTo>
                      <a:pt x="2345997" y="0"/>
                    </a:moveTo>
                    <a:lnTo>
                      <a:pt x="1950026" y="1050852"/>
                    </a:lnTo>
                    <a:lnTo>
                      <a:pt x="1900068" y="1183432"/>
                    </a:lnTo>
                    <a:lnTo>
                      <a:pt x="1895396" y="1188555"/>
                    </a:lnTo>
                    <a:cubicBezTo>
                      <a:pt x="1776377" y="1284336"/>
                      <a:pt x="1497745" y="1351543"/>
                      <a:pt x="1172997" y="1351543"/>
                    </a:cubicBezTo>
                    <a:cubicBezTo>
                      <a:pt x="848249" y="1351543"/>
                      <a:pt x="569618" y="1284336"/>
                      <a:pt x="450598" y="1188555"/>
                    </a:cubicBezTo>
                    <a:lnTo>
                      <a:pt x="445929" y="1183436"/>
                    </a:lnTo>
                    <a:lnTo>
                      <a:pt x="395970" y="1050850"/>
                    </a:lnTo>
                    <a:lnTo>
                      <a:pt x="0" y="4"/>
                    </a:lnTo>
                    <a:lnTo>
                      <a:pt x="17060" y="20610"/>
                    </a:lnTo>
                    <a:cubicBezTo>
                      <a:pt x="127081" y="119722"/>
                      <a:pt x="602807" y="194278"/>
                      <a:pt x="1172997" y="194278"/>
                    </a:cubicBezTo>
                    <a:cubicBezTo>
                      <a:pt x="1743187" y="194278"/>
                      <a:pt x="2218913" y="119722"/>
                      <a:pt x="2328934" y="20610"/>
                    </a:cubicBezTo>
                    <a:close/>
                  </a:path>
                </a:pathLst>
              </a:custGeom>
              <a:gradFill flip="none" rotWithShape="1">
                <a:gsLst>
                  <a:gs pos="46000">
                    <a:srgbClr val="58B6C0"/>
                  </a:gs>
                  <a:gs pos="78000">
                    <a:srgbClr val="58B6C0">
                      <a:lumMod val="75000"/>
                    </a:srgbClr>
                  </a:gs>
                </a:gsLst>
                <a:path path="circle">
                  <a:fillToRect r="100000" b="100000"/>
                </a:path>
                <a:tileRect l="-100000" t="-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grpSp>
        <p:sp>
          <p:nvSpPr>
            <p:cNvPr id="114" name="Freeform: Shape 36">
              <a:extLst>
                <a:ext uri="{FF2B5EF4-FFF2-40B4-BE49-F238E27FC236}">
                  <a16:creationId xmlns:a16="http://schemas.microsoft.com/office/drawing/2014/main" id="{1228B723-2D2A-6A48-F585-B2368E2BD9CF}"/>
                </a:ext>
              </a:extLst>
            </p:cNvPr>
            <p:cNvSpPr/>
            <p:nvPr/>
          </p:nvSpPr>
          <p:spPr>
            <a:xfrm>
              <a:off x="5363013" y="4280389"/>
              <a:ext cx="1454139" cy="439480"/>
            </a:xfrm>
            <a:custGeom>
              <a:avLst/>
              <a:gdLst>
                <a:gd name="connsiteX0" fmla="*/ 1454139 w 1454139"/>
                <a:gd name="connsiteY0" fmla="*/ 0 h 439480"/>
                <a:gd name="connsiteX1" fmla="*/ 1288540 w 1454139"/>
                <a:gd name="connsiteY1" fmla="*/ 439480 h 439480"/>
                <a:gd name="connsiteX2" fmla="*/ 1278194 w 1454139"/>
                <a:gd name="connsiteY2" fmla="*/ 406128 h 439480"/>
                <a:gd name="connsiteX3" fmla="*/ 727069 w 1454139"/>
                <a:gd name="connsiteY3" fmla="*/ 260149 h 439480"/>
                <a:gd name="connsiteX4" fmla="*/ 175944 w 1454139"/>
                <a:gd name="connsiteY4" fmla="*/ 406128 h 439480"/>
                <a:gd name="connsiteX5" fmla="*/ 165599 w 1454139"/>
                <a:gd name="connsiteY5" fmla="*/ 439480 h 439480"/>
                <a:gd name="connsiteX6" fmla="*/ 0 w 1454139"/>
                <a:gd name="connsiteY6" fmla="*/ 4 h 439480"/>
                <a:gd name="connsiteX7" fmla="*/ 4669 w 1454139"/>
                <a:gd name="connsiteY7" fmla="*/ 5124 h 439480"/>
                <a:gd name="connsiteX8" fmla="*/ 727068 w 1454139"/>
                <a:gd name="connsiteY8" fmla="*/ 168112 h 439480"/>
                <a:gd name="connsiteX9" fmla="*/ 1449467 w 1454139"/>
                <a:gd name="connsiteY9" fmla="*/ 5124 h 439480"/>
                <a:gd name="connsiteX10" fmla="*/ 1454139 w 1454139"/>
                <a:gd name="connsiteY10" fmla="*/ 0 h 4394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54139" h="439480">
                  <a:moveTo>
                    <a:pt x="1454139" y="0"/>
                  </a:moveTo>
                  <a:lnTo>
                    <a:pt x="1288540" y="439480"/>
                  </a:lnTo>
                  <a:lnTo>
                    <a:pt x="1278194" y="406128"/>
                  </a:lnTo>
                  <a:cubicBezTo>
                    <a:pt x="1225738" y="322818"/>
                    <a:pt x="998923" y="260149"/>
                    <a:pt x="727069" y="260149"/>
                  </a:cubicBezTo>
                  <a:cubicBezTo>
                    <a:pt x="455215" y="260149"/>
                    <a:pt x="228400" y="322818"/>
                    <a:pt x="175944" y="406128"/>
                  </a:cubicBezTo>
                  <a:lnTo>
                    <a:pt x="165599" y="439480"/>
                  </a:lnTo>
                  <a:lnTo>
                    <a:pt x="0" y="4"/>
                  </a:lnTo>
                  <a:lnTo>
                    <a:pt x="4669" y="5124"/>
                  </a:lnTo>
                  <a:cubicBezTo>
                    <a:pt x="123688" y="100905"/>
                    <a:pt x="402320" y="168112"/>
                    <a:pt x="727068" y="168112"/>
                  </a:cubicBezTo>
                  <a:cubicBezTo>
                    <a:pt x="1051816" y="168112"/>
                    <a:pt x="1330448" y="100905"/>
                    <a:pt x="1449467" y="5124"/>
                  </a:cubicBezTo>
                  <a:lnTo>
                    <a:pt x="1454139" y="0"/>
                  </a:lnTo>
                  <a:close/>
                </a:path>
              </a:pathLst>
            </a:custGeom>
            <a:solidFill>
              <a:srgbClr val="7A8C8E">
                <a:alpha val="2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nvGrpSpPr>
            <p:cNvPr id="115" name="Group 50">
              <a:extLst>
                <a:ext uri="{FF2B5EF4-FFF2-40B4-BE49-F238E27FC236}">
                  <a16:creationId xmlns:a16="http://schemas.microsoft.com/office/drawing/2014/main" id="{915C1D22-D6F4-1530-0C2A-6392B0227D37}"/>
                </a:ext>
              </a:extLst>
            </p:cNvPr>
            <p:cNvGrpSpPr/>
            <p:nvPr/>
          </p:nvGrpSpPr>
          <p:grpSpPr>
            <a:xfrm>
              <a:off x="5528613" y="4540538"/>
              <a:ext cx="1122941" cy="1539231"/>
              <a:chOff x="5528613" y="4540538"/>
              <a:chExt cx="1122941" cy="1539231"/>
            </a:xfrm>
          </p:grpSpPr>
          <p:sp>
            <p:nvSpPr>
              <p:cNvPr id="116" name="Freeform: Shape 31">
                <a:extLst>
                  <a:ext uri="{FF2B5EF4-FFF2-40B4-BE49-F238E27FC236}">
                    <a16:creationId xmlns:a16="http://schemas.microsoft.com/office/drawing/2014/main" id="{AA76A8B0-66F3-A216-2B82-341F9FC080B2}"/>
                  </a:ext>
                </a:extLst>
              </p:cNvPr>
              <p:cNvSpPr/>
              <p:nvPr/>
            </p:nvSpPr>
            <p:spPr>
              <a:xfrm>
                <a:off x="5528613" y="4540538"/>
                <a:ext cx="1122941" cy="365648"/>
              </a:xfrm>
              <a:custGeom>
                <a:avLst/>
                <a:gdLst>
                  <a:gd name="connsiteX0" fmla="*/ 561470 w 1122941"/>
                  <a:gd name="connsiteY0" fmla="*/ 0 h 365648"/>
                  <a:gd name="connsiteX1" fmla="*/ 1112595 w 1122941"/>
                  <a:gd name="connsiteY1" fmla="*/ 145979 h 365648"/>
                  <a:gd name="connsiteX2" fmla="*/ 1122941 w 1122941"/>
                  <a:gd name="connsiteY2" fmla="*/ 179331 h 365648"/>
                  <a:gd name="connsiteX3" fmla="*/ 1104578 w 1122941"/>
                  <a:gd name="connsiteY3" fmla="*/ 228063 h 365648"/>
                  <a:gd name="connsiteX4" fmla="*/ 1079816 w 1122941"/>
                  <a:gd name="connsiteY4" fmla="*/ 253987 h 365648"/>
                  <a:gd name="connsiteX5" fmla="*/ 561470 w 1122941"/>
                  <a:gd name="connsiteY5" fmla="*/ 365648 h 365648"/>
                  <a:gd name="connsiteX6" fmla="*/ 43124 w 1122941"/>
                  <a:gd name="connsiteY6" fmla="*/ 253987 h 365648"/>
                  <a:gd name="connsiteX7" fmla="*/ 18363 w 1122941"/>
                  <a:gd name="connsiteY7" fmla="*/ 228063 h 365648"/>
                  <a:gd name="connsiteX8" fmla="*/ 0 w 1122941"/>
                  <a:gd name="connsiteY8" fmla="*/ 179331 h 365648"/>
                  <a:gd name="connsiteX9" fmla="*/ 10345 w 1122941"/>
                  <a:gd name="connsiteY9" fmla="*/ 145979 h 365648"/>
                  <a:gd name="connsiteX10" fmla="*/ 561470 w 1122941"/>
                  <a:gd name="connsiteY10" fmla="*/ 0 h 365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22941" h="365648">
                    <a:moveTo>
                      <a:pt x="561470" y="0"/>
                    </a:moveTo>
                    <a:cubicBezTo>
                      <a:pt x="833324" y="0"/>
                      <a:pt x="1060139" y="62669"/>
                      <a:pt x="1112595" y="145979"/>
                    </a:cubicBezTo>
                    <a:lnTo>
                      <a:pt x="1122941" y="179331"/>
                    </a:lnTo>
                    <a:lnTo>
                      <a:pt x="1104578" y="228063"/>
                    </a:lnTo>
                    <a:lnTo>
                      <a:pt x="1079816" y="253987"/>
                    </a:lnTo>
                    <a:cubicBezTo>
                      <a:pt x="994416" y="319606"/>
                      <a:pt x="794488" y="365648"/>
                      <a:pt x="561470" y="365648"/>
                    </a:cubicBezTo>
                    <a:cubicBezTo>
                      <a:pt x="328453" y="365648"/>
                      <a:pt x="128525" y="319606"/>
                      <a:pt x="43124" y="253987"/>
                    </a:cubicBezTo>
                    <a:lnTo>
                      <a:pt x="18363" y="228063"/>
                    </a:lnTo>
                    <a:lnTo>
                      <a:pt x="0" y="179331"/>
                    </a:lnTo>
                    <a:lnTo>
                      <a:pt x="10345" y="145979"/>
                    </a:lnTo>
                    <a:cubicBezTo>
                      <a:pt x="62801" y="62669"/>
                      <a:pt x="289616" y="0"/>
                      <a:pt x="561470" y="0"/>
                    </a:cubicBezTo>
                    <a:close/>
                  </a:path>
                </a:pathLst>
              </a:custGeom>
              <a:gradFill flip="none" rotWithShape="1">
                <a:gsLst>
                  <a:gs pos="0">
                    <a:srgbClr val="7A8C8E">
                      <a:lumMod val="75000"/>
                      <a:lumOff val="25000"/>
                    </a:srgbClr>
                  </a:gs>
                  <a:gs pos="78000">
                    <a:srgbClr val="7A8C8E">
                      <a:lumMod val="90000"/>
                      <a:lumOff val="10000"/>
                    </a:srgbClr>
                  </a:gs>
                </a:gsLst>
                <a:path path="circle">
                  <a:fillToRect l="100000" t="100000"/>
                </a:path>
                <a:tileRect r="-100000" b="-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sp>
            <p:nvSpPr>
              <p:cNvPr id="117" name="Freeform: Shape 37">
                <a:extLst>
                  <a:ext uri="{FF2B5EF4-FFF2-40B4-BE49-F238E27FC236}">
                    <a16:creationId xmlns:a16="http://schemas.microsoft.com/office/drawing/2014/main" id="{48D4B24A-D99A-DE5D-97A7-C9C47EAB8B13}"/>
                  </a:ext>
                </a:extLst>
              </p:cNvPr>
              <p:cNvSpPr/>
              <p:nvPr/>
            </p:nvSpPr>
            <p:spPr>
              <a:xfrm>
                <a:off x="5546976" y="4768599"/>
                <a:ext cx="1086215" cy="1311170"/>
              </a:xfrm>
              <a:custGeom>
                <a:avLst/>
                <a:gdLst>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14762 w 1086215"/>
                  <a:gd name="connsiteY6" fmla="*/ 1239513 h 1311170"/>
                  <a:gd name="connsiteX7" fmla="*/ 543105 w 1086215"/>
                  <a:gd name="connsiteY7" fmla="*/ 1167856 h 1311170"/>
                  <a:gd name="connsiteX8" fmla="*/ 543105 w 1086215"/>
                  <a:gd name="connsiteY8" fmla="*/ 1167856 h 1311170"/>
                  <a:gd name="connsiteX9" fmla="*/ 570996 w 1086215"/>
                  <a:gd name="connsiteY9" fmla="*/ 1173487 h 1311170"/>
                  <a:gd name="connsiteX10" fmla="*/ 614761 w 1086215"/>
                  <a:gd name="connsiteY10" fmla="*/ 1239513 h 1311170"/>
                  <a:gd name="connsiteX11" fmla="*/ 609693 w 1086215"/>
                  <a:gd name="connsiteY11" fmla="*/ 1264620 h 1311170"/>
                  <a:gd name="connsiteX12" fmla="*/ 608026 w 1086215"/>
                  <a:gd name="connsiteY12" fmla="*/ 1269044 h 1311170"/>
                  <a:gd name="connsiteX13" fmla="*/ 593773 w 1086215"/>
                  <a:gd name="connsiteY13" fmla="*/ 1290182 h 1311170"/>
                  <a:gd name="connsiteX14" fmla="*/ 543104 w 1086215"/>
                  <a:gd name="connsiteY14" fmla="*/ 1311170 h 1311170"/>
                  <a:gd name="connsiteX15" fmla="*/ 492435 w 1086215"/>
                  <a:gd name="connsiteY15" fmla="*/ 1290182 h 1311170"/>
                  <a:gd name="connsiteX16" fmla="*/ 478192 w 1086215"/>
                  <a:gd name="connsiteY16" fmla="*/ 1269057 h 1311170"/>
                  <a:gd name="connsiteX17" fmla="*/ 476511 w 1086215"/>
                  <a:gd name="connsiteY17" fmla="*/ 1264596 h 1311170"/>
                  <a:gd name="connsiteX18" fmla="*/ 476510 w 1086215"/>
                  <a:gd name="connsiteY18" fmla="*/ 1264591 h 1311170"/>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14762 w 1086215"/>
                  <a:gd name="connsiteY6" fmla="*/ 1239513 h 1311170"/>
                  <a:gd name="connsiteX7" fmla="*/ 543105 w 1086215"/>
                  <a:gd name="connsiteY7" fmla="*/ 1167856 h 1311170"/>
                  <a:gd name="connsiteX8" fmla="*/ 570996 w 1086215"/>
                  <a:gd name="connsiteY8" fmla="*/ 1173487 h 1311170"/>
                  <a:gd name="connsiteX9" fmla="*/ 614761 w 1086215"/>
                  <a:gd name="connsiteY9" fmla="*/ 1239513 h 1311170"/>
                  <a:gd name="connsiteX10" fmla="*/ 609693 w 1086215"/>
                  <a:gd name="connsiteY10" fmla="*/ 1264620 h 1311170"/>
                  <a:gd name="connsiteX11" fmla="*/ 608026 w 1086215"/>
                  <a:gd name="connsiteY11" fmla="*/ 1269044 h 1311170"/>
                  <a:gd name="connsiteX12" fmla="*/ 593773 w 1086215"/>
                  <a:gd name="connsiteY12" fmla="*/ 1290182 h 1311170"/>
                  <a:gd name="connsiteX13" fmla="*/ 543104 w 1086215"/>
                  <a:gd name="connsiteY13" fmla="*/ 1311170 h 1311170"/>
                  <a:gd name="connsiteX14" fmla="*/ 492435 w 1086215"/>
                  <a:gd name="connsiteY14" fmla="*/ 1290182 h 1311170"/>
                  <a:gd name="connsiteX15" fmla="*/ 478192 w 1086215"/>
                  <a:gd name="connsiteY15" fmla="*/ 1269057 h 1311170"/>
                  <a:gd name="connsiteX16" fmla="*/ 476511 w 1086215"/>
                  <a:gd name="connsiteY16" fmla="*/ 1264596 h 1311170"/>
                  <a:gd name="connsiteX17" fmla="*/ 476510 w 1086215"/>
                  <a:gd name="connsiteY17" fmla="*/ 1264591 h 1311170"/>
                  <a:gd name="connsiteX18" fmla="*/ 0 w 1086215"/>
                  <a:gd name="connsiteY18" fmla="*/ 0 h 1311170"/>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14762 w 1086215"/>
                  <a:gd name="connsiteY6" fmla="*/ 1239513 h 1311170"/>
                  <a:gd name="connsiteX7" fmla="*/ 570996 w 1086215"/>
                  <a:gd name="connsiteY7" fmla="*/ 1173487 h 1311170"/>
                  <a:gd name="connsiteX8" fmla="*/ 614761 w 1086215"/>
                  <a:gd name="connsiteY8" fmla="*/ 1239513 h 1311170"/>
                  <a:gd name="connsiteX9" fmla="*/ 609693 w 1086215"/>
                  <a:gd name="connsiteY9" fmla="*/ 1264620 h 1311170"/>
                  <a:gd name="connsiteX10" fmla="*/ 608026 w 1086215"/>
                  <a:gd name="connsiteY10" fmla="*/ 1269044 h 1311170"/>
                  <a:gd name="connsiteX11" fmla="*/ 593773 w 1086215"/>
                  <a:gd name="connsiteY11" fmla="*/ 1290182 h 1311170"/>
                  <a:gd name="connsiteX12" fmla="*/ 543104 w 1086215"/>
                  <a:gd name="connsiteY12" fmla="*/ 1311170 h 1311170"/>
                  <a:gd name="connsiteX13" fmla="*/ 492435 w 1086215"/>
                  <a:gd name="connsiteY13" fmla="*/ 1290182 h 1311170"/>
                  <a:gd name="connsiteX14" fmla="*/ 478192 w 1086215"/>
                  <a:gd name="connsiteY14" fmla="*/ 1269057 h 1311170"/>
                  <a:gd name="connsiteX15" fmla="*/ 476511 w 1086215"/>
                  <a:gd name="connsiteY15" fmla="*/ 1264596 h 1311170"/>
                  <a:gd name="connsiteX16" fmla="*/ 476510 w 1086215"/>
                  <a:gd name="connsiteY16" fmla="*/ 1264591 h 1311170"/>
                  <a:gd name="connsiteX17" fmla="*/ 0 w 1086215"/>
                  <a:gd name="connsiteY17" fmla="*/ 0 h 1311170"/>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14762 w 1086215"/>
                  <a:gd name="connsiteY6" fmla="*/ 1239513 h 1311170"/>
                  <a:gd name="connsiteX7" fmla="*/ 614761 w 1086215"/>
                  <a:gd name="connsiteY7" fmla="*/ 1239513 h 1311170"/>
                  <a:gd name="connsiteX8" fmla="*/ 609693 w 1086215"/>
                  <a:gd name="connsiteY8" fmla="*/ 1264620 h 1311170"/>
                  <a:gd name="connsiteX9" fmla="*/ 608026 w 1086215"/>
                  <a:gd name="connsiteY9" fmla="*/ 1269044 h 1311170"/>
                  <a:gd name="connsiteX10" fmla="*/ 593773 w 1086215"/>
                  <a:gd name="connsiteY10" fmla="*/ 1290182 h 1311170"/>
                  <a:gd name="connsiteX11" fmla="*/ 543104 w 1086215"/>
                  <a:gd name="connsiteY11" fmla="*/ 1311170 h 1311170"/>
                  <a:gd name="connsiteX12" fmla="*/ 492435 w 1086215"/>
                  <a:gd name="connsiteY12" fmla="*/ 1290182 h 1311170"/>
                  <a:gd name="connsiteX13" fmla="*/ 478192 w 1086215"/>
                  <a:gd name="connsiteY13" fmla="*/ 1269057 h 1311170"/>
                  <a:gd name="connsiteX14" fmla="*/ 476511 w 1086215"/>
                  <a:gd name="connsiteY14" fmla="*/ 1264596 h 1311170"/>
                  <a:gd name="connsiteX15" fmla="*/ 476510 w 1086215"/>
                  <a:gd name="connsiteY15" fmla="*/ 1264591 h 1311170"/>
                  <a:gd name="connsiteX16" fmla="*/ 0 w 1086215"/>
                  <a:gd name="connsiteY16" fmla="*/ 0 h 1311170"/>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14762 w 1086215"/>
                  <a:gd name="connsiteY6" fmla="*/ 1239513 h 1311170"/>
                  <a:gd name="connsiteX7" fmla="*/ 609693 w 1086215"/>
                  <a:gd name="connsiteY7" fmla="*/ 1264620 h 1311170"/>
                  <a:gd name="connsiteX8" fmla="*/ 608026 w 1086215"/>
                  <a:gd name="connsiteY8" fmla="*/ 1269044 h 1311170"/>
                  <a:gd name="connsiteX9" fmla="*/ 593773 w 1086215"/>
                  <a:gd name="connsiteY9" fmla="*/ 1290182 h 1311170"/>
                  <a:gd name="connsiteX10" fmla="*/ 543104 w 1086215"/>
                  <a:gd name="connsiteY10" fmla="*/ 1311170 h 1311170"/>
                  <a:gd name="connsiteX11" fmla="*/ 492435 w 1086215"/>
                  <a:gd name="connsiteY11" fmla="*/ 1290182 h 1311170"/>
                  <a:gd name="connsiteX12" fmla="*/ 478192 w 1086215"/>
                  <a:gd name="connsiteY12" fmla="*/ 1269057 h 1311170"/>
                  <a:gd name="connsiteX13" fmla="*/ 476511 w 1086215"/>
                  <a:gd name="connsiteY13" fmla="*/ 1264596 h 1311170"/>
                  <a:gd name="connsiteX14" fmla="*/ 476510 w 1086215"/>
                  <a:gd name="connsiteY14" fmla="*/ 1264591 h 1311170"/>
                  <a:gd name="connsiteX15" fmla="*/ 0 w 1086215"/>
                  <a:gd name="connsiteY15" fmla="*/ 0 h 1311170"/>
                  <a:gd name="connsiteX0" fmla="*/ 0 w 1086215"/>
                  <a:gd name="connsiteY0" fmla="*/ 0 h 1311170"/>
                  <a:gd name="connsiteX1" fmla="*/ 24761 w 1086215"/>
                  <a:gd name="connsiteY1" fmla="*/ 25924 h 1311170"/>
                  <a:gd name="connsiteX2" fmla="*/ 543107 w 1086215"/>
                  <a:gd name="connsiteY2" fmla="*/ 137585 h 1311170"/>
                  <a:gd name="connsiteX3" fmla="*/ 1061453 w 1086215"/>
                  <a:gd name="connsiteY3" fmla="*/ 25924 h 1311170"/>
                  <a:gd name="connsiteX4" fmla="*/ 1086215 w 1086215"/>
                  <a:gd name="connsiteY4" fmla="*/ 0 h 1311170"/>
                  <a:gd name="connsiteX5" fmla="*/ 609694 w 1086215"/>
                  <a:gd name="connsiteY5" fmla="*/ 1264620 h 1311170"/>
                  <a:gd name="connsiteX6" fmla="*/ 609693 w 1086215"/>
                  <a:gd name="connsiteY6" fmla="*/ 1264620 h 1311170"/>
                  <a:gd name="connsiteX7" fmla="*/ 608026 w 1086215"/>
                  <a:gd name="connsiteY7" fmla="*/ 1269044 h 1311170"/>
                  <a:gd name="connsiteX8" fmla="*/ 593773 w 1086215"/>
                  <a:gd name="connsiteY8" fmla="*/ 1290182 h 1311170"/>
                  <a:gd name="connsiteX9" fmla="*/ 543104 w 1086215"/>
                  <a:gd name="connsiteY9" fmla="*/ 1311170 h 1311170"/>
                  <a:gd name="connsiteX10" fmla="*/ 492435 w 1086215"/>
                  <a:gd name="connsiteY10" fmla="*/ 1290182 h 1311170"/>
                  <a:gd name="connsiteX11" fmla="*/ 478192 w 1086215"/>
                  <a:gd name="connsiteY11" fmla="*/ 1269057 h 1311170"/>
                  <a:gd name="connsiteX12" fmla="*/ 476511 w 1086215"/>
                  <a:gd name="connsiteY12" fmla="*/ 1264596 h 1311170"/>
                  <a:gd name="connsiteX13" fmla="*/ 476510 w 1086215"/>
                  <a:gd name="connsiteY13" fmla="*/ 1264591 h 1311170"/>
                  <a:gd name="connsiteX14" fmla="*/ 0 w 1086215"/>
                  <a:gd name="connsiteY14" fmla="*/ 0 h 1311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6215" h="1311170">
                    <a:moveTo>
                      <a:pt x="0" y="0"/>
                    </a:moveTo>
                    <a:lnTo>
                      <a:pt x="24761" y="25924"/>
                    </a:lnTo>
                    <a:cubicBezTo>
                      <a:pt x="110162" y="91543"/>
                      <a:pt x="310090" y="137585"/>
                      <a:pt x="543107" y="137585"/>
                    </a:cubicBezTo>
                    <a:cubicBezTo>
                      <a:pt x="776125" y="137585"/>
                      <a:pt x="976053" y="91543"/>
                      <a:pt x="1061453" y="25924"/>
                    </a:cubicBezTo>
                    <a:lnTo>
                      <a:pt x="1086215" y="0"/>
                    </a:lnTo>
                    <a:lnTo>
                      <a:pt x="609694" y="1264620"/>
                    </a:lnTo>
                    <a:lnTo>
                      <a:pt x="609693" y="1264620"/>
                    </a:lnTo>
                    <a:lnTo>
                      <a:pt x="608026" y="1269044"/>
                    </a:lnTo>
                    <a:lnTo>
                      <a:pt x="593773" y="1290182"/>
                    </a:lnTo>
                    <a:cubicBezTo>
                      <a:pt x="580806" y="1303150"/>
                      <a:pt x="562892" y="1311170"/>
                      <a:pt x="543104" y="1311170"/>
                    </a:cubicBezTo>
                    <a:cubicBezTo>
                      <a:pt x="523317" y="1311170"/>
                      <a:pt x="505402" y="1303150"/>
                      <a:pt x="492435" y="1290182"/>
                    </a:cubicBezTo>
                    <a:lnTo>
                      <a:pt x="478192" y="1269057"/>
                    </a:lnTo>
                    <a:lnTo>
                      <a:pt x="476511" y="1264596"/>
                    </a:lnTo>
                    <a:cubicBezTo>
                      <a:pt x="476511" y="1264594"/>
                      <a:pt x="476510" y="1264593"/>
                      <a:pt x="476510" y="1264591"/>
                    </a:cubicBezTo>
                    <a:lnTo>
                      <a:pt x="0" y="0"/>
                    </a:lnTo>
                    <a:close/>
                  </a:path>
                </a:pathLst>
              </a:custGeom>
              <a:gradFill flip="none" rotWithShape="1">
                <a:gsLst>
                  <a:gs pos="46000">
                    <a:srgbClr val="7A8C8E">
                      <a:lumMod val="75000"/>
                      <a:lumOff val="25000"/>
                    </a:srgbClr>
                  </a:gs>
                  <a:gs pos="78000">
                    <a:srgbClr val="7A8C8E">
                      <a:lumMod val="90000"/>
                      <a:lumOff val="10000"/>
                    </a:srgbClr>
                  </a:gs>
                </a:gsLst>
                <a:path path="circle">
                  <a:fillToRect r="100000" b="100000"/>
                </a:path>
                <a:tileRect l="-100000" t="-100000"/>
              </a:gradFill>
              <a:ln>
                <a:noFill/>
              </a:ln>
            </p:spPr>
            <p:style>
              <a:lnRef idx="2">
                <a:srgbClr val="336699">
                  <a:shade val="50000"/>
                </a:srgbClr>
              </a:lnRef>
              <a:fillRef idx="1">
                <a:srgbClr val="336699"/>
              </a:fillRef>
              <a:effectRef idx="0">
                <a:srgbClr val="336699"/>
              </a:effectRef>
              <a:fontRef idx="minor">
                <a:srgbClr val="FFFFFF"/>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微软雅黑" panose="020B0503020204020204" pitchFamily="34" charset="-122"/>
                  <a:ea typeface="微软雅黑" panose="020B0503020204020204" pitchFamily="34" charset="-122"/>
                </a:endParaRPr>
              </a:p>
            </p:txBody>
          </p:sp>
        </p:grpSp>
      </p:grpSp>
      <p:grpSp>
        <p:nvGrpSpPr>
          <p:cNvPr id="118" name="Group 79">
            <a:extLst>
              <a:ext uri="{FF2B5EF4-FFF2-40B4-BE49-F238E27FC236}">
                <a16:creationId xmlns:a16="http://schemas.microsoft.com/office/drawing/2014/main" id="{73196042-ECE1-EC5D-66EF-370349E402C7}"/>
              </a:ext>
            </a:extLst>
          </p:cNvPr>
          <p:cNvGrpSpPr/>
          <p:nvPr/>
        </p:nvGrpSpPr>
        <p:grpSpPr>
          <a:xfrm>
            <a:off x="3869357" y="2118352"/>
            <a:ext cx="1565606" cy="96719"/>
            <a:chOff x="3363302" y="2057938"/>
            <a:chExt cx="1905738" cy="117731"/>
          </a:xfrm>
        </p:grpSpPr>
        <p:sp>
          <p:nvSpPr>
            <p:cNvPr id="119" name="Oval 71">
              <a:extLst>
                <a:ext uri="{FF2B5EF4-FFF2-40B4-BE49-F238E27FC236}">
                  <a16:creationId xmlns:a16="http://schemas.microsoft.com/office/drawing/2014/main" id="{A109AC98-6618-8F50-088E-E3A9BA6D5511}"/>
                </a:ext>
              </a:extLst>
            </p:cNvPr>
            <p:cNvSpPr/>
            <p:nvPr/>
          </p:nvSpPr>
          <p:spPr>
            <a:xfrm>
              <a:off x="3363302" y="2057938"/>
              <a:ext cx="117731" cy="117731"/>
            </a:xfrm>
            <a:prstGeom prst="ellipse">
              <a:avLst/>
            </a:prstGeom>
            <a:noFill/>
            <a:ln>
              <a:solidFill>
                <a:srgbClr val="336699"/>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20" name="Straight Arrow Connector 76">
              <a:extLst>
                <a:ext uri="{FF2B5EF4-FFF2-40B4-BE49-F238E27FC236}">
                  <a16:creationId xmlns:a16="http://schemas.microsoft.com/office/drawing/2014/main" id="{DEF082D8-9681-8B8E-519E-C05D9ECD08C8}"/>
                </a:ext>
              </a:extLst>
            </p:cNvPr>
            <p:cNvCxnSpPr>
              <a:stCxn id="119" idx="6"/>
              <a:endCxn id="121" idx="2"/>
            </p:cNvCxnSpPr>
            <p:nvPr/>
          </p:nvCxnSpPr>
          <p:spPr>
            <a:xfrm>
              <a:off x="3481033" y="2116803"/>
              <a:ext cx="1670287" cy="0"/>
            </a:xfrm>
            <a:prstGeom prst="straightConnector1">
              <a:avLst/>
            </a:prstGeom>
            <a:ln w="12700">
              <a:solidFill>
                <a:srgbClr val="336699">
                  <a:lumMod val="75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21" name="Oval 70">
              <a:extLst>
                <a:ext uri="{FF2B5EF4-FFF2-40B4-BE49-F238E27FC236}">
                  <a16:creationId xmlns:a16="http://schemas.microsoft.com/office/drawing/2014/main" id="{F45EEE57-6619-BFDF-B959-B444D3B7A899}"/>
                </a:ext>
              </a:extLst>
            </p:cNvPr>
            <p:cNvSpPr/>
            <p:nvPr/>
          </p:nvSpPr>
          <p:spPr>
            <a:xfrm>
              <a:off x="5151309" y="2057938"/>
              <a:ext cx="117731" cy="117731"/>
            </a:xfrm>
            <a:prstGeom prst="ellipse">
              <a:avLst/>
            </a:prstGeom>
            <a:solidFill>
              <a:srgbClr val="336699">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grpSp>
        <p:nvGrpSpPr>
          <p:cNvPr id="122" name="Group 80">
            <a:extLst>
              <a:ext uri="{FF2B5EF4-FFF2-40B4-BE49-F238E27FC236}">
                <a16:creationId xmlns:a16="http://schemas.microsoft.com/office/drawing/2014/main" id="{BF93FC0D-BB60-1357-9377-71FB3FB44003}"/>
              </a:ext>
            </a:extLst>
          </p:cNvPr>
          <p:cNvGrpSpPr/>
          <p:nvPr/>
        </p:nvGrpSpPr>
        <p:grpSpPr>
          <a:xfrm rot="10800000">
            <a:off x="6793721" y="2118352"/>
            <a:ext cx="1565606" cy="96719"/>
            <a:chOff x="3363302" y="2057938"/>
            <a:chExt cx="1905738" cy="117731"/>
          </a:xfrm>
        </p:grpSpPr>
        <p:sp>
          <p:nvSpPr>
            <p:cNvPr id="123" name="Oval 81">
              <a:extLst>
                <a:ext uri="{FF2B5EF4-FFF2-40B4-BE49-F238E27FC236}">
                  <a16:creationId xmlns:a16="http://schemas.microsoft.com/office/drawing/2014/main" id="{E6E61A52-8C85-7C62-9789-824CD8D580B4}"/>
                </a:ext>
              </a:extLst>
            </p:cNvPr>
            <p:cNvSpPr/>
            <p:nvPr/>
          </p:nvSpPr>
          <p:spPr>
            <a:xfrm>
              <a:off x="3363302" y="2057938"/>
              <a:ext cx="117731" cy="117731"/>
            </a:xfrm>
            <a:prstGeom prst="ellipse">
              <a:avLst/>
            </a:prstGeom>
            <a:noFill/>
            <a:ln>
              <a:solidFill>
                <a:srgbClr val="336699"/>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24" name="Straight Arrow Connector 82">
              <a:extLst>
                <a:ext uri="{FF2B5EF4-FFF2-40B4-BE49-F238E27FC236}">
                  <a16:creationId xmlns:a16="http://schemas.microsoft.com/office/drawing/2014/main" id="{3835793D-0135-9234-1A99-33354CF6272D}"/>
                </a:ext>
              </a:extLst>
            </p:cNvPr>
            <p:cNvCxnSpPr>
              <a:stCxn id="123" idx="6"/>
              <a:endCxn id="125" idx="2"/>
            </p:cNvCxnSpPr>
            <p:nvPr/>
          </p:nvCxnSpPr>
          <p:spPr>
            <a:xfrm>
              <a:off x="3481033" y="2116803"/>
              <a:ext cx="1670287" cy="0"/>
            </a:xfrm>
            <a:prstGeom prst="straightConnector1">
              <a:avLst/>
            </a:prstGeom>
            <a:ln w="12700">
              <a:solidFill>
                <a:srgbClr val="336699">
                  <a:lumMod val="50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25" name="Oval 83">
              <a:extLst>
                <a:ext uri="{FF2B5EF4-FFF2-40B4-BE49-F238E27FC236}">
                  <a16:creationId xmlns:a16="http://schemas.microsoft.com/office/drawing/2014/main" id="{D69984A7-393C-65B9-1A94-3383478CEAB3}"/>
                </a:ext>
              </a:extLst>
            </p:cNvPr>
            <p:cNvSpPr/>
            <p:nvPr/>
          </p:nvSpPr>
          <p:spPr>
            <a:xfrm>
              <a:off x="5151309" y="2057938"/>
              <a:ext cx="117731" cy="117731"/>
            </a:xfrm>
            <a:prstGeom prst="ellipse">
              <a:avLst/>
            </a:prstGeom>
            <a:solidFill>
              <a:srgbClr val="336699">
                <a:lumMod val="5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grpSp>
        <p:nvGrpSpPr>
          <p:cNvPr id="126" name="Group 84">
            <a:extLst>
              <a:ext uri="{FF2B5EF4-FFF2-40B4-BE49-F238E27FC236}">
                <a16:creationId xmlns:a16="http://schemas.microsoft.com/office/drawing/2014/main" id="{0DA1D640-AF71-34E5-BB45-FDCC5639E3C5}"/>
              </a:ext>
            </a:extLst>
          </p:cNvPr>
          <p:cNvGrpSpPr/>
          <p:nvPr/>
        </p:nvGrpSpPr>
        <p:grpSpPr>
          <a:xfrm>
            <a:off x="3869357" y="3478734"/>
            <a:ext cx="1832083" cy="96719"/>
            <a:chOff x="3363295" y="2057938"/>
            <a:chExt cx="2230102" cy="117731"/>
          </a:xfrm>
        </p:grpSpPr>
        <p:sp>
          <p:nvSpPr>
            <p:cNvPr id="127" name="Oval 85">
              <a:extLst>
                <a:ext uri="{FF2B5EF4-FFF2-40B4-BE49-F238E27FC236}">
                  <a16:creationId xmlns:a16="http://schemas.microsoft.com/office/drawing/2014/main" id="{FD141E32-51E8-F440-080E-47D12BA6547E}"/>
                </a:ext>
              </a:extLst>
            </p:cNvPr>
            <p:cNvSpPr/>
            <p:nvPr/>
          </p:nvSpPr>
          <p:spPr>
            <a:xfrm>
              <a:off x="3363295" y="2057938"/>
              <a:ext cx="117731" cy="117731"/>
            </a:xfrm>
            <a:prstGeom prst="ellipse">
              <a:avLst/>
            </a:prstGeom>
            <a:noFill/>
            <a:ln>
              <a:solidFill>
                <a:srgbClr val="58B6C0"/>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28" name="Straight Arrow Connector 86">
              <a:extLst>
                <a:ext uri="{FF2B5EF4-FFF2-40B4-BE49-F238E27FC236}">
                  <a16:creationId xmlns:a16="http://schemas.microsoft.com/office/drawing/2014/main" id="{1BC1EAA3-3E9B-1802-934B-BF7767462E4D}"/>
                </a:ext>
              </a:extLst>
            </p:cNvPr>
            <p:cNvCxnSpPr>
              <a:stCxn id="127" idx="6"/>
              <a:endCxn id="129" idx="2"/>
            </p:cNvCxnSpPr>
            <p:nvPr/>
          </p:nvCxnSpPr>
          <p:spPr>
            <a:xfrm>
              <a:off x="3481026" y="2116804"/>
              <a:ext cx="1994640" cy="0"/>
            </a:xfrm>
            <a:prstGeom prst="straightConnector1">
              <a:avLst/>
            </a:prstGeom>
            <a:ln w="12700">
              <a:solidFill>
                <a:srgbClr val="58B6C0">
                  <a:lumMod val="75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29" name="Oval 87">
              <a:extLst>
                <a:ext uri="{FF2B5EF4-FFF2-40B4-BE49-F238E27FC236}">
                  <a16:creationId xmlns:a16="http://schemas.microsoft.com/office/drawing/2014/main" id="{FAFA879E-58C5-47A2-407D-9BDADAA03D12}"/>
                </a:ext>
              </a:extLst>
            </p:cNvPr>
            <p:cNvSpPr/>
            <p:nvPr/>
          </p:nvSpPr>
          <p:spPr>
            <a:xfrm>
              <a:off x="5475666" y="2057938"/>
              <a:ext cx="117731" cy="117731"/>
            </a:xfrm>
            <a:prstGeom prst="ellipse">
              <a:avLst/>
            </a:prstGeom>
            <a:solidFill>
              <a:srgbClr val="58B6C0">
                <a:lumMod val="75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grpSp>
        <p:nvGrpSpPr>
          <p:cNvPr id="130" name="Group 89">
            <a:extLst>
              <a:ext uri="{FF2B5EF4-FFF2-40B4-BE49-F238E27FC236}">
                <a16:creationId xmlns:a16="http://schemas.microsoft.com/office/drawing/2014/main" id="{287E74B6-067F-80ED-42DD-B6FEFEC3097F}"/>
              </a:ext>
            </a:extLst>
          </p:cNvPr>
          <p:cNvGrpSpPr/>
          <p:nvPr/>
        </p:nvGrpSpPr>
        <p:grpSpPr>
          <a:xfrm>
            <a:off x="3869357" y="4971973"/>
            <a:ext cx="2176384" cy="96719"/>
            <a:chOff x="3363295" y="2057938"/>
            <a:chExt cx="2649202" cy="117731"/>
          </a:xfrm>
        </p:grpSpPr>
        <p:sp>
          <p:nvSpPr>
            <p:cNvPr id="131" name="Oval 90">
              <a:extLst>
                <a:ext uri="{FF2B5EF4-FFF2-40B4-BE49-F238E27FC236}">
                  <a16:creationId xmlns:a16="http://schemas.microsoft.com/office/drawing/2014/main" id="{9A8FBC60-A901-BDA7-6EEA-34E010D93188}"/>
                </a:ext>
              </a:extLst>
            </p:cNvPr>
            <p:cNvSpPr/>
            <p:nvPr/>
          </p:nvSpPr>
          <p:spPr>
            <a:xfrm>
              <a:off x="3363295" y="2057938"/>
              <a:ext cx="117731" cy="117731"/>
            </a:xfrm>
            <a:prstGeom prst="ellipse">
              <a:avLst/>
            </a:prstGeom>
            <a:noFill/>
            <a:ln>
              <a:solidFill>
                <a:srgbClr val="7A8C8E">
                  <a:lumMod val="75000"/>
                  <a:lumOff val="25000"/>
                </a:srgbClr>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32" name="Straight Arrow Connector 91">
              <a:extLst>
                <a:ext uri="{FF2B5EF4-FFF2-40B4-BE49-F238E27FC236}">
                  <a16:creationId xmlns:a16="http://schemas.microsoft.com/office/drawing/2014/main" id="{3F42AE13-C738-44CA-9512-2643A6B9A185}"/>
                </a:ext>
              </a:extLst>
            </p:cNvPr>
            <p:cNvCxnSpPr>
              <a:stCxn id="131" idx="6"/>
              <a:endCxn id="133" idx="2"/>
            </p:cNvCxnSpPr>
            <p:nvPr/>
          </p:nvCxnSpPr>
          <p:spPr>
            <a:xfrm>
              <a:off x="3481026" y="2116804"/>
              <a:ext cx="2413740" cy="0"/>
            </a:xfrm>
            <a:prstGeom prst="straightConnector1">
              <a:avLst/>
            </a:prstGeom>
            <a:ln w="12700">
              <a:solidFill>
                <a:srgbClr val="7A8C8E">
                  <a:lumMod val="90000"/>
                  <a:lumOff val="10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33" name="Oval 92">
              <a:extLst>
                <a:ext uri="{FF2B5EF4-FFF2-40B4-BE49-F238E27FC236}">
                  <a16:creationId xmlns:a16="http://schemas.microsoft.com/office/drawing/2014/main" id="{5B70C4EA-1522-18FD-2B38-98C110DBCA95}"/>
                </a:ext>
              </a:extLst>
            </p:cNvPr>
            <p:cNvSpPr/>
            <p:nvPr/>
          </p:nvSpPr>
          <p:spPr>
            <a:xfrm>
              <a:off x="5894766" y="2057938"/>
              <a:ext cx="117731" cy="117731"/>
            </a:xfrm>
            <a:prstGeom prst="ellipse">
              <a:avLst/>
            </a:prstGeom>
            <a:solidFill>
              <a:srgbClr val="7A8C8E">
                <a:lumMod val="90000"/>
                <a:lumOff val="1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grpSp>
        <p:nvGrpSpPr>
          <p:cNvPr id="134" name="Group 94">
            <a:extLst>
              <a:ext uri="{FF2B5EF4-FFF2-40B4-BE49-F238E27FC236}">
                <a16:creationId xmlns:a16="http://schemas.microsoft.com/office/drawing/2014/main" id="{98D1F37B-9FA7-15B1-30C7-1B0821E700BD}"/>
              </a:ext>
            </a:extLst>
          </p:cNvPr>
          <p:cNvGrpSpPr/>
          <p:nvPr/>
        </p:nvGrpSpPr>
        <p:grpSpPr>
          <a:xfrm rot="10800000">
            <a:off x="6527243" y="3478734"/>
            <a:ext cx="1832083" cy="96719"/>
            <a:chOff x="3363295" y="2057938"/>
            <a:chExt cx="2230102" cy="117731"/>
          </a:xfrm>
        </p:grpSpPr>
        <p:sp>
          <p:nvSpPr>
            <p:cNvPr id="135" name="Oval 95">
              <a:extLst>
                <a:ext uri="{FF2B5EF4-FFF2-40B4-BE49-F238E27FC236}">
                  <a16:creationId xmlns:a16="http://schemas.microsoft.com/office/drawing/2014/main" id="{E83FAE5A-AA2C-B34D-8560-49C00B2B393F}"/>
                </a:ext>
              </a:extLst>
            </p:cNvPr>
            <p:cNvSpPr/>
            <p:nvPr/>
          </p:nvSpPr>
          <p:spPr>
            <a:xfrm>
              <a:off x="3363295" y="2057938"/>
              <a:ext cx="117731" cy="117731"/>
            </a:xfrm>
            <a:prstGeom prst="ellipse">
              <a:avLst/>
            </a:prstGeom>
            <a:noFill/>
            <a:ln>
              <a:solidFill>
                <a:srgbClr val="58B6C0"/>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36" name="Straight Arrow Connector 96">
              <a:extLst>
                <a:ext uri="{FF2B5EF4-FFF2-40B4-BE49-F238E27FC236}">
                  <a16:creationId xmlns:a16="http://schemas.microsoft.com/office/drawing/2014/main" id="{29CA4B8A-16B3-51EE-68AB-F1A6A836CDBA}"/>
                </a:ext>
              </a:extLst>
            </p:cNvPr>
            <p:cNvCxnSpPr>
              <a:stCxn id="135" idx="6"/>
              <a:endCxn id="137" idx="2"/>
            </p:cNvCxnSpPr>
            <p:nvPr/>
          </p:nvCxnSpPr>
          <p:spPr>
            <a:xfrm>
              <a:off x="3481026" y="2116804"/>
              <a:ext cx="1994640" cy="0"/>
            </a:xfrm>
            <a:prstGeom prst="straightConnector1">
              <a:avLst/>
            </a:prstGeom>
            <a:ln w="12700">
              <a:solidFill>
                <a:srgbClr val="58B6C0">
                  <a:lumMod val="50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37" name="Oval 97">
              <a:extLst>
                <a:ext uri="{FF2B5EF4-FFF2-40B4-BE49-F238E27FC236}">
                  <a16:creationId xmlns:a16="http://schemas.microsoft.com/office/drawing/2014/main" id="{0665E451-4763-6607-ED4B-520CD7B01CED}"/>
                </a:ext>
              </a:extLst>
            </p:cNvPr>
            <p:cNvSpPr/>
            <p:nvPr/>
          </p:nvSpPr>
          <p:spPr>
            <a:xfrm>
              <a:off x="5475666" y="2057938"/>
              <a:ext cx="117731" cy="117731"/>
            </a:xfrm>
            <a:prstGeom prst="ellipse">
              <a:avLst/>
            </a:prstGeom>
            <a:solidFill>
              <a:srgbClr val="58B6C0">
                <a:lumMod val="5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dirty="0">
                <a:latin typeface="微软雅黑" panose="020B0503020204020204" pitchFamily="34" charset="-122"/>
                <a:ea typeface="微软雅黑" panose="020B0503020204020204" pitchFamily="34" charset="-122"/>
              </a:endParaRPr>
            </a:p>
          </p:txBody>
        </p:sp>
      </p:grpSp>
      <p:grpSp>
        <p:nvGrpSpPr>
          <p:cNvPr id="138" name="Group 98">
            <a:extLst>
              <a:ext uri="{FF2B5EF4-FFF2-40B4-BE49-F238E27FC236}">
                <a16:creationId xmlns:a16="http://schemas.microsoft.com/office/drawing/2014/main" id="{F341999A-2CCB-C888-18F7-DE94A1B49F20}"/>
              </a:ext>
            </a:extLst>
          </p:cNvPr>
          <p:cNvGrpSpPr/>
          <p:nvPr/>
        </p:nvGrpSpPr>
        <p:grpSpPr>
          <a:xfrm rot="10800000">
            <a:off x="6182943" y="4971973"/>
            <a:ext cx="2176384" cy="96719"/>
            <a:chOff x="3363295" y="2057938"/>
            <a:chExt cx="2649202" cy="117731"/>
          </a:xfrm>
        </p:grpSpPr>
        <p:sp>
          <p:nvSpPr>
            <p:cNvPr id="139" name="Oval 99">
              <a:extLst>
                <a:ext uri="{FF2B5EF4-FFF2-40B4-BE49-F238E27FC236}">
                  <a16:creationId xmlns:a16="http://schemas.microsoft.com/office/drawing/2014/main" id="{566D232A-6215-FC88-A351-B9F216A63BA5}"/>
                </a:ext>
              </a:extLst>
            </p:cNvPr>
            <p:cNvSpPr/>
            <p:nvPr/>
          </p:nvSpPr>
          <p:spPr>
            <a:xfrm>
              <a:off x="3363295" y="2057938"/>
              <a:ext cx="117731" cy="117731"/>
            </a:xfrm>
            <a:prstGeom prst="ellipse">
              <a:avLst/>
            </a:prstGeom>
            <a:noFill/>
            <a:ln>
              <a:solidFill>
                <a:srgbClr val="7A8C8E">
                  <a:lumMod val="75000"/>
                  <a:lumOff val="25000"/>
                </a:srgbClr>
              </a:solid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cxnSp>
          <p:nvCxnSpPr>
            <p:cNvPr id="140" name="Straight Arrow Connector 100">
              <a:extLst>
                <a:ext uri="{FF2B5EF4-FFF2-40B4-BE49-F238E27FC236}">
                  <a16:creationId xmlns:a16="http://schemas.microsoft.com/office/drawing/2014/main" id="{FC743EFB-0CD9-27EF-A6F1-D8EDAFD845E2}"/>
                </a:ext>
              </a:extLst>
            </p:cNvPr>
            <p:cNvCxnSpPr>
              <a:stCxn id="139" idx="6"/>
              <a:endCxn id="141" idx="2"/>
            </p:cNvCxnSpPr>
            <p:nvPr/>
          </p:nvCxnSpPr>
          <p:spPr>
            <a:xfrm>
              <a:off x="3481026" y="2116804"/>
              <a:ext cx="2413740" cy="0"/>
            </a:xfrm>
            <a:prstGeom prst="straightConnector1">
              <a:avLst/>
            </a:prstGeom>
            <a:ln w="12700">
              <a:solidFill>
                <a:srgbClr val="7A8C8E">
                  <a:lumMod val="90000"/>
                  <a:lumOff val="10000"/>
                </a:srgbClr>
              </a:solidFill>
              <a:headEnd type="none" w="med" len="med"/>
              <a:tailEnd type="none" w="med" len="med"/>
            </a:ln>
          </p:spPr>
          <p:style>
            <a:lnRef idx="1">
              <a:srgbClr val="336699"/>
            </a:lnRef>
            <a:fillRef idx="0">
              <a:srgbClr val="336699"/>
            </a:fillRef>
            <a:effectRef idx="0">
              <a:srgbClr val="336699"/>
            </a:effectRef>
            <a:fontRef idx="minor">
              <a:srgbClr val="333333"/>
            </a:fontRef>
          </p:style>
        </p:cxnSp>
        <p:sp>
          <p:nvSpPr>
            <p:cNvPr id="141" name="Oval 101">
              <a:extLst>
                <a:ext uri="{FF2B5EF4-FFF2-40B4-BE49-F238E27FC236}">
                  <a16:creationId xmlns:a16="http://schemas.microsoft.com/office/drawing/2014/main" id="{682793E0-CA6A-2E60-4417-0A96413B9F43}"/>
                </a:ext>
              </a:extLst>
            </p:cNvPr>
            <p:cNvSpPr/>
            <p:nvPr/>
          </p:nvSpPr>
          <p:spPr>
            <a:xfrm>
              <a:off x="5894766" y="2057938"/>
              <a:ext cx="117731" cy="117731"/>
            </a:xfrm>
            <a:prstGeom prst="ellipse">
              <a:avLst/>
            </a:prstGeom>
            <a:solidFill>
              <a:srgbClr val="7A8C8E">
                <a:lumMod val="90000"/>
                <a:lumOff val="10000"/>
              </a:srgbClr>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a:latin typeface="微软雅黑" panose="020B0503020204020204" pitchFamily="34" charset="-122"/>
                <a:ea typeface="微软雅黑" panose="020B0503020204020204" pitchFamily="34" charset="-122"/>
              </a:endParaRPr>
            </a:p>
          </p:txBody>
        </p:sp>
      </p:grpSp>
      <p:pic>
        <p:nvPicPr>
          <p:cNvPr id="142" name="Graphic 103" descr="Lightbulb">
            <a:extLst>
              <a:ext uri="{FF2B5EF4-FFF2-40B4-BE49-F238E27FC236}">
                <a16:creationId xmlns:a16="http://schemas.microsoft.com/office/drawing/2014/main" id="{9C53DECD-957D-8F18-9A12-EDBED65AEA1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903274" y="4506616"/>
            <a:ext cx="422132" cy="422132"/>
          </a:xfrm>
          <a:prstGeom prst="rect">
            <a:avLst/>
          </a:prstGeom>
        </p:spPr>
      </p:pic>
      <p:pic>
        <p:nvPicPr>
          <p:cNvPr id="143" name="图形 239" descr="公文包 纯色填充">
            <a:extLst>
              <a:ext uri="{FF2B5EF4-FFF2-40B4-BE49-F238E27FC236}">
                <a16:creationId xmlns:a16="http://schemas.microsoft.com/office/drawing/2014/main" id="{48D2472C-1B18-A385-C3E0-13DB2BDC16D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98559" y="3322254"/>
            <a:ext cx="431565" cy="431565"/>
          </a:xfrm>
          <a:prstGeom prst="rect">
            <a:avLst/>
          </a:prstGeom>
        </p:spPr>
      </p:pic>
      <p:pic>
        <p:nvPicPr>
          <p:cNvPr id="144" name="图形 246" descr="上升趋势条形图 纯色填充">
            <a:extLst>
              <a:ext uri="{FF2B5EF4-FFF2-40B4-BE49-F238E27FC236}">
                <a16:creationId xmlns:a16="http://schemas.microsoft.com/office/drawing/2014/main" id="{59ADB611-960B-F5DF-FCAE-BE62AE86519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905722" y="1919998"/>
            <a:ext cx="423879" cy="423879"/>
          </a:xfrm>
          <a:prstGeom prst="rect">
            <a:avLst/>
          </a:prstGeom>
        </p:spPr>
      </p:pic>
      <p:sp>
        <p:nvSpPr>
          <p:cNvPr id="145" name="TextBox 70">
            <a:extLst>
              <a:ext uri="{FF2B5EF4-FFF2-40B4-BE49-F238E27FC236}">
                <a16:creationId xmlns:a16="http://schemas.microsoft.com/office/drawing/2014/main" id="{4AA6577C-882B-6F57-9AC0-B981D4A80013}"/>
              </a:ext>
            </a:extLst>
          </p:cNvPr>
          <p:cNvSpPr txBox="1"/>
          <p:nvPr/>
        </p:nvSpPr>
        <p:spPr>
          <a:xfrm>
            <a:off x="1037936" y="1305052"/>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01 – 品牌策划推广</a:t>
            </a:r>
          </a:p>
        </p:txBody>
      </p:sp>
      <p:sp>
        <p:nvSpPr>
          <p:cNvPr id="146" name="TextBox 71">
            <a:extLst>
              <a:ext uri="{FF2B5EF4-FFF2-40B4-BE49-F238E27FC236}">
                <a16:creationId xmlns:a16="http://schemas.microsoft.com/office/drawing/2014/main" id="{2667A147-DC60-64C8-FE08-C3AB81B5A8CF}"/>
              </a:ext>
            </a:extLst>
          </p:cNvPr>
          <p:cNvSpPr txBox="1"/>
          <p:nvPr/>
        </p:nvSpPr>
        <p:spPr>
          <a:xfrm>
            <a:off x="1037936" y="1658003"/>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47" name="矩形 272">
            <a:extLst>
              <a:ext uri="{FF2B5EF4-FFF2-40B4-BE49-F238E27FC236}">
                <a16:creationId xmlns:a16="http://schemas.microsoft.com/office/drawing/2014/main" id="{2B1119FD-A899-ADFD-932E-45D8818E1444}"/>
              </a:ext>
            </a:extLst>
          </p:cNvPr>
          <p:cNvSpPr/>
          <p:nvPr/>
        </p:nvSpPr>
        <p:spPr>
          <a:xfrm>
            <a:off x="867120" y="2660660"/>
            <a:ext cx="2713497" cy="343037"/>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8" name="矩形 273">
            <a:extLst>
              <a:ext uri="{FF2B5EF4-FFF2-40B4-BE49-F238E27FC236}">
                <a16:creationId xmlns:a16="http://schemas.microsoft.com/office/drawing/2014/main" id="{433D8A4B-81E9-321A-971E-6EDD44136822}"/>
              </a:ext>
            </a:extLst>
          </p:cNvPr>
          <p:cNvSpPr/>
          <p:nvPr/>
        </p:nvSpPr>
        <p:spPr>
          <a:xfrm>
            <a:off x="867120" y="3003696"/>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9" name="TextBox 70">
            <a:extLst>
              <a:ext uri="{FF2B5EF4-FFF2-40B4-BE49-F238E27FC236}">
                <a16:creationId xmlns:a16="http://schemas.microsoft.com/office/drawing/2014/main" id="{F3261705-B666-6F9C-8617-2F6CFA899478}"/>
              </a:ext>
            </a:extLst>
          </p:cNvPr>
          <p:cNvSpPr txBox="1"/>
          <p:nvPr/>
        </p:nvSpPr>
        <p:spPr>
          <a:xfrm>
            <a:off x="1037936" y="2675274"/>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a:t>
            </a:r>
            <a:r>
              <a:rPr lang="en-US" altLang="zh-CN" sz="1483" b="1" noProof="1">
                <a:solidFill>
                  <a:srgbClr val="FFFFFF"/>
                </a:solidFill>
                <a:latin typeface="微软雅黑" panose="020B0503020204020204" pitchFamily="34" charset="-122"/>
                <a:ea typeface="微软雅黑" panose="020B0503020204020204" pitchFamily="34" charset="-122"/>
                <a:cs typeface="微软雅黑" pitchFamily="18" charset="-122"/>
              </a:rPr>
              <a:t>3</a:t>
            </a:r>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 – 品牌战略规划</a:t>
            </a:r>
          </a:p>
        </p:txBody>
      </p:sp>
      <p:sp>
        <p:nvSpPr>
          <p:cNvPr id="150" name="TextBox 71">
            <a:extLst>
              <a:ext uri="{FF2B5EF4-FFF2-40B4-BE49-F238E27FC236}">
                <a16:creationId xmlns:a16="http://schemas.microsoft.com/office/drawing/2014/main" id="{5D9652AD-3387-7A2A-142D-E3D6CC0641D4}"/>
              </a:ext>
            </a:extLst>
          </p:cNvPr>
          <p:cNvSpPr txBox="1"/>
          <p:nvPr/>
        </p:nvSpPr>
        <p:spPr>
          <a:xfrm>
            <a:off x="1037936" y="3028225"/>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51" name="矩形 276">
            <a:extLst>
              <a:ext uri="{FF2B5EF4-FFF2-40B4-BE49-F238E27FC236}">
                <a16:creationId xmlns:a16="http://schemas.microsoft.com/office/drawing/2014/main" id="{2E0BAAC9-DE03-BFC6-DEDB-7FEC64A6FFA1}"/>
              </a:ext>
            </a:extLst>
          </p:cNvPr>
          <p:cNvSpPr/>
          <p:nvPr/>
        </p:nvSpPr>
        <p:spPr>
          <a:xfrm>
            <a:off x="867120" y="4030882"/>
            <a:ext cx="2713497" cy="343037"/>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2" name="矩形 277">
            <a:extLst>
              <a:ext uri="{FF2B5EF4-FFF2-40B4-BE49-F238E27FC236}">
                <a16:creationId xmlns:a16="http://schemas.microsoft.com/office/drawing/2014/main" id="{6A4148F5-41E4-D56B-5E3F-8A86955A72B0}"/>
              </a:ext>
            </a:extLst>
          </p:cNvPr>
          <p:cNvSpPr/>
          <p:nvPr/>
        </p:nvSpPr>
        <p:spPr>
          <a:xfrm>
            <a:off x="867120" y="4373919"/>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3" name="TextBox 70">
            <a:extLst>
              <a:ext uri="{FF2B5EF4-FFF2-40B4-BE49-F238E27FC236}">
                <a16:creationId xmlns:a16="http://schemas.microsoft.com/office/drawing/2014/main" id="{3405F340-E3F3-8C8E-EC50-F0A68F81564A}"/>
              </a:ext>
            </a:extLst>
          </p:cNvPr>
          <p:cNvSpPr txBox="1"/>
          <p:nvPr/>
        </p:nvSpPr>
        <p:spPr>
          <a:xfrm>
            <a:off x="1037936" y="4045496"/>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a:t>
            </a:r>
            <a:r>
              <a:rPr lang="en-US" altLang="zh-CN" sz="1483" b="1" noProof="1">
                <a:solidFill>
                  <a:srgbClr val="FFFFFF"/>
                </a:solidFill>
                <a:latin typeface="微软雅黑" panose="020B0503020204020204" pitchFamily="34" charset="-122"/>
                <a:ea typeface="微软雅黑" panose="020B0503020204020204" pitchFamily="34" charset="-122"/>
                <a:cs typeface="微软雅黑" pitchFamily="18" charset="-122"/>
              </a:rPr>
              <a:t>5</a:t>
            </a:r>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 – 品牌策划推广</a:t>
            </a:r>
          </a:p>
        </p:txBody>
      </p:sp>
      <p:sp>
        <p:nvSpPr>
          <p:cNvPr id="154" name="TextBox 71">
            <a:extLst>
              <a:ext uri="{FF2B5EF4-FFF2-40B4-BE49-F238E27FC236}">
                <a16:creationId xmlns:a16="http://schemas.microsoft.com/office/drawing/2014/main" id="{F77C44A3-5239-40B2-50E9-A4E26C4EA209}"/>
              </a:ext>
            </a:extLst>
          </p:cNvPr>
          <p:cNvSpPr txBox="1"/>
          <p:nvPr/>
        </p:nvSpPr>
        <p:spPr>
          <a:xfrm>
            <a:off x="1037936" y="4398447"/>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55" name="矩形 280">
            <a:extLst>
              <a:ext uri="{FF2B5EF4-FFF2-40B4-BE49-F238E27FC236}">
                <a16:creationId xmlns:a16="http://schemas.microsoft.com/office/drawing/2014/main" id="{2A183B5C-1AA6-0ABE-9543-006993155C92}"/>
              </a:ext>
            </a:extLst>
          </p:cNvPr>
          <p:cNvSpPr/>
          <p:nvPr/>
        </p:nvSpPr>
        <p:spPr>
          <a:xfrm>
            <a:off x="8601107" y="1290437"/>
            <a:ext cx="2713497" cy="343037"/>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6" name="矩形 281">
            <a:extLst>
              <a:ext uri="{FF2B5EF4-FFF2-40B4-BE49-F238E27FC236}">
                <a16:creationId xmlns:a16="http://schemas.microsoft.com/office/drawing/2014/main" id="{C936AB17-A3FC-63ED-5116-29FD837A28CC}"/>
              </a:ext>
            </a:extLst>
          </p:cNvPr>
          <p:cNvSpPr/>
          <p:nvPr/>
        </p:nvSpPr>
        <p:spPr>
          <a:xfrm>
            <a:off x="8601107" y="1633474"/>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57" name="TextBox 70">
            <a:extLst>
              <a:ext uri="{FF2B5EF4-FFF2-40B4-BE49-F238E27FC236}">
                <a16:creationId xmlns:a16="http://schemas.microsoft.com/office/drawing/2014/main" id="{DA4317C6-1D77-12B3-9A49-C9FE153A3EAB}"/>
              </a:ext>
            </a:extLst>
          </p:cNvPr>
          <p:cNvSpPr txBox="1"/>
          <p:nvPr/>
        </p:nvSpPr>
        <p:spPr>
          <a:xfrm>
            <a:off x="8771923" y="1305052"/>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a:t>
            </a:r>
            <a:r>
              <a:rPr lang="en-US" altLang="zh-CN" sz="1483" b="1" noProof="1">
                <a:solidFill>
                  <a:srgbClr val="FFFFFF"/>
                </a:solidFill>
                <a:latin typeface="微软雅黑" panose="020B0503020204020204" pitchFamily="34" charset="-122"/>
                <a:ea typeface="微软雅黑" panose="020B0503020204020204" pitchFamily="34" charset="-122"/>
                <a:cs typeface="微软雅黑" pitchFamily="18" charset="-122"/>
              </a:rPr>
              <a:t>2</a:t>
            </a:r>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 – 品牌策划推广</a:t>
            </a:r>
          </a:p>
        </p:txBody>
      </p:sp>
      <p:sp>
        <p:nvSpPr>
          <p:cNvPr id="158" name="TextBox 71">
            <a:extLst>
              <a:ext uri="{FF2B5EF4-FFF2-40B4-BE49-F238E27FC236}">
                <a16:creationId xmlns:a16="http://schemas.microsoft.com/office/drawing/2014/main" id="{50EB606D-17F5-D38C-2F3F-C982697FB5E2}"/>
              </a:ext>
            </a:extLst>
          </p:cNvPr>
          <p:cNvSpPr txBox="1"/>
          <p:nvPr/>
        </p:nvSpPr>
        <p:spPr>
          <a:xfrm>
            <a:off x="8771923" y="1658003"/>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59" name="矩形 284">
            <a:extLst>
              <a:ext uri="{FF2B5EF4-FFF2-40B4-BE49-F238E27FC236}">
                <a16:creationId xmlns:a16="http://schemas.microsoft.com/office/drawing/2014/main" id="{F29A094C-D6A3-1E97-201D-5A542D261AF2}"/>
              </a:ext>
            </a:extLst>
          </p:cNvPr>
          <p:cNvSpPr/>
          <p:nvPr/>
        </p:nvSpPr>
        <p:spPr>
          <a:xfrm>
            <a:off x="8601107" y="2660660"/>
            <a:ext cx="2713497" cy="343037"/>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60" name="矩形 285">
            <a:extLst>
              <a:ext uri="{FF2B5EF4-FFF2-40B4-BE49-F238E27FC236}">
                <a16:creationId xmlns:a16="http://schemas.microsoft.com/office/drawing/2014/main" id="{C70C5241-2F9F-215D-0AE5-889959E7BC87}"/>
              </a:ext>
            </a:extLst>
          </p:cNvPr>
          <p:cNvSpPr/>
          <p:nvPr/>
        </p:nvSpPr>
        <p:spPr>
          <a:xfrm>
            <a:off x="8601107" y="3003696"/>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61" name="TextBox 70">
            <a:extLst>
              <a:ext uri="{FF2B5EF4-FFF2-40B4-BE49-F238E27FC236}">
                <a16:creationId xmlns:a16="http://schemas.microsoft.com/office/drawing/2014/main" id="{F3075429-3BF7-A4D9-4C60-44B77831EBFF}"/>
              </a:ext>
            </a:extLst>
          </p:cNvPr>
          <p:cNvSpPr txBox="1"/>
          <p:nvPr/>
        </p:nvSpPr>
        <p:spPr>
          <a:xfrm>
            <a:off x="8771923" y="2675274"/>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a:t>
            </a:r>
            <a:r>
              <a:rPr lang="en-US" altLang="zh-CN" sz="1483" b="1" noProof="1">
                <a:solidFill>
                  <a:srgbClr val="FFFFFF"/>
                </a:solidFill>
                <a:latin typeface="微软雅黑" panose="020B0503020204020204" pitchFamily="34" charset="-122"/>
                <a:ea typeface="微软雅黑" panose="020B0503020204020204" pitchFamily="34" charset="-122"/>
                <a:cs typeface="微软雅黑" pitchFamily="18" charset="-122"/>
              </a:rPr>
              <a:t>4</a:t>
            </a:r>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 – 品牌战略规划</a:t>
            </a:r>
          </a:p>
        </p:txBody>
      </p:sp>
      <p:sp>
        <p:nvSpPr>
          <p:cNvPr id="162" name="TextBox 71">
            <a:extLst>
              <a:ext uri="{FF2B5EF4-FFF2-40B4-BE49-F238E27FC236}">
                <a16:creationId xmlns:a16="http://schemas.microsoft.com/office/drawing/2014/main" id="{789CE5C7-CFA0-1A25-ED73-6E341269CA91}"/>
              </a:ext>
            </a:extLst>
          </p:cNvPr>
          <p:cNvSpPr txBox="1"/>
          <p:nvPr/>
        </p:nvSpPr>
        <p:spPr>
          <a:xfrm>
            <a:off x="8771923" y="3028225"/>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63" name="矩形 288">
            <a:extLst>
              <a:ext uri="{FF2B5EF4-FFF2-40B4-BE49-F238E27FC236}">
                <a16:creationId xmlns:a16="http://schemas.microsoft.com/office/drawing/2014/main" id="{16DAD245-CBA7-C099-E67C-434BCF3A7748}"/>
              </a:ext>
            </a:extLst>
          </p:cNvPr>
          <p:cNvSpPr/>
          <p:nvPr/>
        </p:nvSpPr>
        <p:spPr>
          <a:xfrm>
            <a:off x="8601107" y="4030882"/>
            <a:ext cx="2713497" cy="343037"/>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64" name="矩形 289">
            <a:extLst>
              <a:ext uri="{FF2B5EF4-FFF2-40B4-BE49-F238E27FC236}">
                <a16:creationId xmlns:a16="http://schemas.microsoft.com/office/drawing/2014/main" id="{B699D337-3AB7-BB98-691B-4A74276E17E4}"/>
              </a:ext>
            </a:extLst>
          </p:cNvPr>
          <p:cNvSpPr/>
          <p:nvPr/>
        </p:nvSpPr>
        <p:spPr>
          <a:xfrm>
            <a:off x="8601107" y="4373919"/>
            <a:ext cx="2713497" cy="925353"/>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65" name="TextBox 70">
            <a:extLst>
              <a:ext uri="{FF2B5EF4-FFF2-40B4-BE49-F238E27FC236}">
                <a16:creationId xmlns:a16="http://schemas.microsoft.com/office/drawing/2014/main" id="{2EBD171F-EF72-4F03-37A5-9CFA7E797813}"/>
              </a:ext>
            </a:extLst>
          </p:cNvPr>
          <p:cNvSpPr txBox="1"/>
          <p:nvPr/>
        </p:nvSpPr>
        <p:spPr>
          <a:xfrm>
            <a:off x="8771923" y="4045496"/>
            <a:ext cx="1986999" cy="313807"/>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0</a:t>
            </a:r>
            <a:r>
              <a:rPr lang="en-US" altLang="zh-CN" sz="1483" b="1" noProof="1">
                <a:solidFill>
                  <a:srgbClr val="FFFFFF"/>
                </a:solidFill>
                <a:latin typeface="微软雅黑" panose="020B0503020204020204" pitchFamily="34" charset="-122"/>
                <a:ea typeface="微软雅黑" panose="020B0503020204020204" pitchFamily="34" charset="-122"/>
                <a:cs typeface="微软雅黑" pitchFamily="18" charset="-122"/>
              </a:rPr>
              <a:t>6</a:t>
            </a:r>
            <a:r>
              <a:rPr lang="en-US" sz="1483" b="1" noProof="1">
                <a:solidFill>
                  <a:srgbClr val="FFFFFF"/>
                </a:solidFill>
                <a:latin typeface="微软雅黑" panose="020B0503020204020204" pitchFamily="34" charset="-122"/>
                <a:ea typeface="微软雅黑" panose="020B0503020204020204" pitchFamily="34" charset="-122"/>
                <a:cs typeface="微软雅黑" pitchFamily="18" charset="-122"/>
              </a:rPr>
              <a:t> – 品牌策划推广</a:t>
            </a:r>
          </a:p>
        </p:txBody>
      </p:sp>
      <p:sp>
        <p:nvSpPr>
          <p:cNvPr id="166" name="TextBox 71">
            <a:extLst>
              <a:ext uri="{FF2B5EF4-FFF2-40B4-BE49-F238E27FC236}">
                <a16:creationId xmlns:a16="http://schemas.microsoft.com/office/drawing/2014/main" id="{62710DBA-7239-73DE-7DD2-E6FF4DF99143}"/>
              </a:ext>
            </a:extLst>
          </p:cNvPr>
          <p:cNvSpPr txBox="1"/>
          <p:nvPr/>
        </p:nvSpPr>
        <p:spPr>
          <a:xfrm>
            <a:off x="8771923" y="4398447"/>
            <a:ext cx="2331195" cy="837830"/>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834"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834"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67" name="圆角矩形 9">
            <a:extLst>
              <a:ext uri="{FF2B5EF4-FFF2-40B4-BE49-F238E27FC236}">
                <a16:creationId xmlns:a16="http://schemas.microsoft.com/office/drawing/2014/main" id="{788E3D4E-E670-6303-C151-6B4A939B34E9}"/>
              </a:ext>
            </a:extLst>
          </p:cNvPr>
          <p:cNvSpPr/>
          <p:nvPr/>
        </p:nvSpPr>
        <p:spPr>
          <a:xfrm>
            <a:off x="867120" y="5411613"/>
            <a:ext cx="10457761" cy="840410"/>
          </a:xfrm>
          <a:prstGeom prst="roundRect">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68" name="文本框 10">
            <a:extLst>
              <a:ext uri="{FF2B5EF4-FFF2-40B4-BE49-F238E27FC236}">
                <a16:creationId xmlns:a16="http://schemas.microsoft.com/office/drawing/2014/main" id="{DCA150AC-9102-63FB-9C98-6B3B9C0EAFD7}"/>
              </a:ext>
            </a:extLst>
          </p:cNvPr>
          <p:cNvSpPr txBox="1"/>
          <p:nvPr/>
        </p:nvSpPr>
        <p:spPr>
          <a:xfrm>
            <a:off x="1037936" y="5411613"/>
            <a:ext cx="1558931" cy="855837"/>
          </a:xfrm>
          <a:prstGeom prst="rect">
            <a:avLst/>
          </a:prstGeom>
          <a:noFill/>
        </p:spPr>
        <p:txBody>
          <a:bodyPr wrap="none" rtlCol="0">
            <a:spAutoFit/>
          </a:bodyPr>
          <a:lstStyle/>
          <a:p>
            <a:r>
              <a:rPr kumimoji="1" lang="en-US" altLang="zh-CN" sz="5005" b="1" dirty="0">
                <a:solidFill>
                  <a:srgbClr val="336699"/>
                </a:solidFill>
                <a:latin typeface="微软雅黑" panose="020B0503020204020204" pitchFamily="34" charset="-122"/>
                <a:ea typeface="微软雅黑" panose="020B0503020204020204" pitchFamily="34" charset="-122"/>
                <a:cs typeface="微软雅黑" pitchFamily="18" charset="-122"/>
              </a:rPr>
              <a:t>80%</a:t>
            </a:r>
            <a:endParaRPr kumimoji="1" lang="zh-CN" altLang="en-US" sz="500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69" name="文本框 11">
            <a:extLst>
              <a:ext uri="{FF2B5EF4-FFF2-40B4-BE49-F238E27FC236}">
                <a16:creationId xmlns:a16="http://schemas.microsoft.com/office/drawing/2014/main" id="{D335D265-23D0-9F1C-5B1D-DCC2F892D5F0}"/>
              </a:ext>
            </a:extLst>
          </p:cNvPr>
          <p:cNvSpPr txBox="1"/>
          <p:nvPr/>
        </p:nvSpPr>
        <p:spPr>
          <a:xfrm>
            <a:off x="9691597" y="5411613"/>
            <a:ext cx="1558931" cy="855837"/>
          </a:xfrm>
          <a:prstGeom prst="rect">
            <a:avLst/>
          </a:prstGeom>
          <a:noFill/>
        </p:spPr>
        <p:txBody>
          <a:bodyPr wrap="none" rtlCol="0">
            <a:spAutoFit/>
          </a:bodyPr>
          <a:lstStyle/>
          <a:p>
            <a:r>
              <a:rPr kumimoji="1" lang="en-US" altLang="zh-CN" sz="5005" b="1" dirty="0">
                <a:solidFill>
                  <a:srgbClr val="336699"/>
                </a:solidFill>
                <a:latin typeface="微软雅黑" panose="020B0503020204020204" pitchFamily="34" charset="-122"/>
                <a:ea typeface="微软雅黑" panose="020B0503020204020204" pitchFamily="34" charset="-122"/>
                <a:cs typeface="微软雅黑" pitchFamily="18" charset="-122"/>
              </a:rPr>
              <a:t>98%</a:t>
            </a:r>
            <a:endParaRPr kumimoji="1" lang="zh-CN" altLang="en-US" sz="5005" b="1" dirty="0">
              <a:solidFill>
                <a:srgbClr val="336699"/>
              </a:solidFill>
              <a:latin typeface="微软雅黑" panose="020B0503020204020204" pitchFamily="34" charset="-122"/>
              <a:ea typeface="微软雅黑" panose="020B0503020204020204" pitchFamily="34" charset="-122"/>
              <a:cs typeface="微软雅黑" pitchFamily="18" charset="-122"/>
            </a:endParaRPr>
          </a:p>
        </p:txBody>
      </p:sp>
      <p:cxnSp>
        <p:nvCxnSpPr>
          <p:cNvPr id="170" name="直线连接符 12">
            <a:extLst>
              <a:ext uri="{FF2B5EF4-FFF2-40B4-BE49-F238E27FC236}">
                <a16:creationId xmlns:a16="http://schemas.microsoft.com/office/drawing/2014/main" id="{9788D48C-7731-AC02-2471-AD55CBEF376B}"/>
              </a:ext>
            </a:extLst>
          </p:cNvPr>
          <p:cNvCxnSpPr>
            <a:cxnSpLocks/>
          </p:cNvCxnSpPr>
          <p:nvPr/>
        </p:nvCxnSpPr>
        <p:spPr>
          <a:xfrm>
            <a:off x="2645219" y="5543363"/>
            <a:ext cx="0" cy="576911"/>
          </a:xfrm>
          <a:prstGeom prst="line">
            <a:avLst/>
          </a:prstGeom>
          <a:ln w="12700"/>
        </p:spPr>
        <p:style>
          <a:lnRef idx="1">
            <a:srgbClr val="336699"/>
          </a:lnRef>
          <a:fillRef idx="0">
            <a:srgbClr val="336699"/>
          </a:fillRef>
          <a:effectRef idx="0">
            <a:srgbClr val="336699"/>
          </a:effectRef>
          <a:fontRef idx="minor">
            <a:srgbClr val="333333"/>
          </a:fontRef>
        </p:style>
      </p:cxnSp>
      <p:cxnSp>
        <p:nvCxnSpPr>
          <p:cNvPr id="171" name="直线连接符 13">
            <a:extLst>
              <a:ext uri="{FF2B5EF4-FFF2-40B4-BE49-F238E27FC236}">
                <a16:creationId xmlns:a16="http://schemas.microsoft.com/office/drawing/2014/main" id="{EC365850-B4BB-FFB6-BB64-860216B96896}"/>
              </a:ext>
            </a:extLst>
          </p:cNvPr>
          <p:cNvCxnSpPr>
            <a:cxnSpLocks/>
          </p:cNvCxnSpPr>
          <p:nvPr/>
        </p:nvCxnSpPr>
        <p:spPr>
          <a:xfrm>
            <a:off x="9546781" y="5543363"/>
            <a:ext cx="0" cy="576911"/>
          </a:xfrm>
          <a:prstGeom prst="line">
            <a:avLst/>
          </a:prstGeom>
          <a:ln w="12700"/>
        </p:spPr>
        <p:style>
          <a:lnRef idx="1">
            <a:srgbClr val="336699"/>
          </a:lnRef>
          <a:fillRef idx="0">
            <a:srgbClr val="336699"/>
          </a:fillRef>
          <a:effectRef idx="0">
            <a:srgbClr val="336699"/>
          </a:effectRef>
          <a:fontRef idx="minor">
            <a:srgbClr val="333333"/>
          </a:fontRef>
        </p:style>
      </p:cxnSp>
      <p:sp>
        <p:nvSpPr>
          <p:cNvPr id="172" name="椭圆 14">
            <a:extLst>
              <a:ext uri="{FF2B5EF4-FFF2-40B4-BE49-F238E27FC236}">
                <a16:creationId xmlns:a16="http://schemas.microsoft.com/office/drawing/2014/main" id="{1A1BDC76-0787-577E-E1AD-AC2A202833FB}"/>
              </a:ext>
            </a:extLst>
          </p:cNvPr>
          <p:cNvSpPr/>
          <p:nvPr/>
        </p:nvSpPr>
        <p:spPr>
          <a:xfrm>
            <a:off x="2918238" y="5500629"/>
            <a:ext cx="662379" cy="662379"/>
          </a:xfrm>
          <a:prstGeom prst="ellipse">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pic>
        <p:nvPicPr>
          <p:cNvPr id="173" name="图形 15" descr="男人群 纯色填充">
            <a:extLst>
              <a:ext uri="{FF2B5EF4-FFF2-40B4-BE49-F238E27FC236}">
                <a16:creationId xmlns:a16="http://schemas.microsoft.com/office/drawing/2014/main" id="{A19D7A28-A63D-5BBD-6803-3801BB952169}"/>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025507" y="5607897"/>
            <a:ext cx="447842" cy="447842"/>
          </a:xfrm>
          <a:prstGeom prst="rect">
            <a:avLst/>
          </a:prstGeom>
        </p:spPr>
      </p:pic>
      <p:sp>
        <p:nvSpPr>
          <p:cNvPr id="174" name="TextBox 71">
            <a:extLst>
              <a:ext uri="{FF2B5EF4-FFF2-40B4-BE49-F238E27FC236}">
                <a16:creationId xmlns:a16="http://schemas.microsoft.com/office/drawing/2014/main" id="{CD2983A9-36FF-FD94-CC77-D4AB10C95473}"/>
              </a:ext>
            </a:extLst>
          </p:cNvPr>
          <p:cNvSpPr txBox="1"/>
          <p:nvPr/>
        </p:nvSpPr>
        <p:spPr>
          <a:xfrm>
            <a:off x="3780163" y="5587493"/>
            <a:ext cx="5530278" cy="51350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 altLang="zh-CN"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R039 四要素协同（结构示例）</a:t>
            </a:r>
          </a:p>
        </p:txBody>
      </p:sp>
      <p:sp>
        <p:nvSpPr>
          <p:cNvPr id="101" name="Freeform: Shape 33">
            <a:extLst>
              <a:ext uri="{FF2B5EF4-FFF2-40B4-BE49-F238E27FC236}">
                <a16:creationId xmlns:a16="http://schemas.microsoft.com/office/drawing/2014/main" id="{579B03DF-89B8-8893-5C51-ED008AB7C0BF}"/>
              </a:ext>
            </a:extLst>
          </p:cNvPr>
          <p:cNvSpPr/>
          <p:nvPr/>
        </p:nvSpPr>
        <p:spPr>
          <a:xfrm>
            <a:off x="6112025" y="3207601"/>
            <a:ext cx="984615" cy="984615"/>
          </a:xfrm>
          <a:custGeom>
            <a:avLst/>
            <a:gdLst>
              <a:gd name="connsiteX0" fmla="*/ 1384300 w 1384300"/>
              <a:gd name="connsiteY0" fmla="*/ 0 h 1384300"/>
              <a:gd name="connsiteX1" fmla="*/ 1384300 w 1384300"/>
              <a:gd name="connsiteY1" fmla="*/ 1384300 h 1384300"/>
              <a:gd name="connsiteX2" fmla="*/ 0 w 1384300"/>
              <a:gd name="connsiteY2" fmla="*/ 1384300 h 1384300"/>
              <a:gd name="connsiteX3" fmla="*/ 138430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1384300" y="0"/>
                </a:moveTo>
                <a:lnTo>
                  <a:pt x="1384300" y="1384300"/>
                </a:lnTo>
                <a:lnTo>
                  <a:pt x="0" y="1384300"/>
                </a:lnTo>
                <a:cubicBezTo>
                  <a:pt x="0" y="619772"/>
                  <a:pt x="619772" y="0"/>
                  <a:pt x="1384300" y="0"/>
                </a:cubicBezTo>
                <a:close/>
              </a:path>
            </a:pathLst>
          </a:cu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2" name="Freeform: Shape 34">
            <a:extLst>
              <a:ext uri="{FF2B5EF4-FFF2-40B4-BE49-F238E27FC236}">
                <a16:creationId xmlns:a16="http://schemas.microsoft.com/office/drawing/2014/main" id="{457F16AA-8A8D-CCAF-3902-193BA64229E4}"/>
              </a:ext>
            </a:extLst>
          </p:cNvPr>
          <p:cNvSpPr/>
          <p:nvPr/>
        </p:nvSpPr>
        <p:spPr>
          <a:xfrm>
            <a:off x="7096639" y="2222986"/>
            <a:ext cx="984615" cy="984615"/>
          </a:xfrm>
          <a:custGeom>
            <a:avLst/>
            <a:gdLst>
              <a:gd name="connsiteX0" fmla="*/ 0 w 1384300"/>
              <a:gd name="connsiteY0" fmla="*/ 0 h 1384300"/>
              <a:gd name="connsiteX1" fmla="*/ 1384300 w 1384300"/>
              <a:gd name="connsiteY1" fmla="*/ 138430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cubicBezTo>
                  <a:pt x="764528" y="0"/>
                  <a:pt x="1384300" y="619772"/>
                  <a:pt x="1384300" y="1384300"/>
                </a:cubicBezTo>
                <a:lnTo>
                  <a:pt x="0" y="1384300"/>
                </a:lnTo>
                <a:close/>
              </a:path>
            </a:pathLst>
          </a:cu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3" name="Freeform: Shape 35">
            <a:extLst>
              <a:ext uri="{FF2B5EF4-FFF2-40B4-BE49-F238E27FC236}">
                <a16:creationId xmlns:a16="http://schemas.microsoft.com/office/drawing/2014/main" id="{B38A7A8E-53AB-6299-8A79-9AA6D83301BE}"/>
              </a:ext>
            </a:extLst>
          </p:cNvPr>
          <p:cNvSpPr/>
          <p:nvPr/>
        </p:nvSpPr>
        <p:spPr>
          <a:xfrm>
            <a:off x="6112025" y="2222986"/>
            <a:ext cx="984615" cy="984615"/>
          </a:xfrm>
          <a:custGeom>
            <a:avLst/>
            <a:gdLst>
              <a:gd name="connsiteX0" fmla="*/ 0 w 1384300"/>
              <a:gd name="connsiteY0" fmla="*/ 0 h 1384300"/>
              <a:gd name="connsiteX1" fmla="*/ 1384300 w 1384300"/>
              <a:gd name="connsiteY1" fmla="*/ 0 h 1384300"/>
              <a:gd name="connsiteX2" fmla="*/ 1384300 w 1384300"/>
              <a:gd name="connsiteY2" fmla="*/ 1384300 h 1384300"/>
              <a:gd name="connsiteX3" fmla="*/ 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0" y="0"/>
                </a:moveTo>
                <a:lnTo>
                  <a:pt x="1384300" y="0"/>
                </a:lnTo>
                <a:lnTo>
                  <a:pt x="1384300" y="1384300"/>
                </a:lnTo>
                <a:cubicBezTo>
                  <a:pt x="619772" y="1384300"/>
                  <a:pt x="0" y="764528"/>
                  <a:pt x="0" y="0"/>
                </a:cubicBezTo>
                <a:close/>
              </a:path>
            </a:pathLst>
          </a:custGeom>
          <a:solidFill>
            <a:srgbClr val="333333"/>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4" name="Freeform: Shape 36">
            <a:extLst>
              <a:ext uri="{FF2B5EF4-FFF2-40B4-BE49-F238E27FC236}">
                <a16:creationId xmlns:a16="http://schemas.microsoft.com/office/drawing/2014/main" id="{53DFE2BF-FCCB-00D7-8BF3-1CD9A8C5EE49}"/>
              </a:ext>
            </a:extLst>
          </p:cNvPr>
          <p:cNvSpPr/>
          <p:nvPr/>
        </p:nvSpPr>
        <p:spPr>
          <a:xfrm>
            <a:off x="7096639" y="3207601"/>
            <a:ext cx="984615" cy="984615"/>
          </a:xfrm>
          <a:custGeom>
            <a:avLst/>
            <a:gdLst>
              <a:gd name="connsiteX0" fmla="*/ 0 w 1384300"/>
              <a:gd name="connsiteY0" fmla="*/ 0 h 1384300"/>
              <a:gd name="connsiteX1" fmla="*/ 1384300 w 1384300"/>
              <a:gd name="connsiteY1" fmla="*/ 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lnTo>
                  <a:pt x="1384300" y="0"/>
                </a:lnTo>
                <a:cubicBezTo>
                  <a:pt x="1384300" y="764528"/>
                  <a:pt x="764528" y="1384300"/>
                  <a:pt x="0" y="1384300"/>
                </a:cubicBez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5" name="Freeform: Shape 37">
            <a:extLst>
              <a:ext uri="{FF2B5EF4-FFF2-40B4-BE49-F238E27FC236}">
                <a16:creationId xmlns:a16="http://schemas.microsoft.com/office/drawing/2014/main" id="{9B9C12F1-EBFE-EAF1-6BA1-BC0236BB71A2}"/>
              </a:ext>
            </a:extLst>
          </p:cNvPr>
          <p:cNvSpPr/>
          <p:nvPr/>
        </p:nvSpPr>
        <p:spPr>
          <a:xfrm>
            <a:off x="5127410" y="1238371"/>
            <a:ext cx="984615" cy="984615"/>
          </a:xfrm>
          <a:custGeom>
            <a:avLst/>
            <a:gdLst>
              <a:gd name="connsiteX0" fmla="*/ 1384300 w 1384300"/>
              <a:gd name="connsiteY0" fmla="*/ 0 h 1384300"/>
              <a:gd name="connsiteX1" fmla="*/ 1384300 w 1384300"/>
              <a:gd name="connsiteY1" fmla="*/ 1384300 h 1384300"/>
              <a:gd name="connsiteX2" fmla="*/ 0 w 1384300"/>
              <a:gd name="connsiteY2" fmla="*/ 1384300 h 1384300"/>
              <a:gd name="connsiteX3" fmla="*/ 138430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1384300" y="0"/>
                </a:moveTo>
                <a:lnTo>
                  <a:pt x="1384300" y="1384300"/>
                </a:lnTo>
                <a:lnTo>
                  <a:pt x="0" y="1384300"/>
                </a:lnTo>
                <a:cubicBezTo>
                  <a:pt x="0" y="619772"/>
                  <a:pt x="619772" y="0"/>
                  <a:pt x="1384300" y="0"/>
                </a:cubicBezTo>
                <a:close/>
              </a:path>
            </a:pathLst>
          </a:cu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6" name="Freeform: Shape 38">
            <a:extLst>
              <a:ext uri="{FF2B5EF4-FFF2-40B4-BE49-F238E27FC236}">
                <a16:creationId xmlns:a16="http://schemas.microsoft.com/office/drawing/2014/main" id="{97DEC530-BD49-385B-A97E-1C3DE3CF14B5}"/>
              </a:ext>
            </a:extLst>
          </p:cNvPr>
          <p:cNvSpPr/>
          <p:nvPr/>
        </p:nvSpPr>
        <p:spPr>
          <a:xfrm>
            <a:off x="5127410" y="4192216"/>
            <a:ext cx="984615" cy="984615"/>
          </a:xfrm>
          <a:custGeom>
            <a:avLst/>
            <a:gdLst>
              <a:gd name="connsiteX0" fmla="*/ 0 w 1384300"/>
              <a:gd name="connsiteY0" fmla="*/ 0 h 1384300"/>
              <a:gd name="connsiteX1" fmla="*/ 1384300 w 1384300"/>
              <a:gd name="connsiteY1" fmla="*/ 0 h 1384300"/>
              <a:gd name="connsiteX2" fmla="*/ 1384300 w 1384300"/>
              <a:gd name="connsiteY2" fmla="*/ 1384300 h 1384300"/>
              <a:gd name="connsiteX3" fmla="*/ 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0" y="0"/>
                </a:moveTo>
                <a:lnTo>
                  <a:pt x="1384300" y="0"/>
                </a:lnTo>
                <a:lnTo>
                  <a:pt x="1384300" y="1384300"/>
                </a:lnTo>
                <a:cubicBezTo>
                  <a:pt x="619772" y="1384300"/>
                  <a:pt x="0" y="764528"/>
                  <a:pt x="0" y="0"/>
                </a:cubicBezTo>
                <a:close/>
              </a:path>
            </a:pathLst>
          </a:cu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7" name="Freeform: Shape 39">
            <a:extLst>
              <a:ext uri="{FF2B5EF4-FFF2-40B4-BE49-F238E27FC236}">
                <a16:creationId xmlns:a16="http://schemas.microsoft.com/office/drawing/2014/main" id="{0C02C305-E3AF-1833-B51F-0F2930797530}"/>
              </a:ext>
            </a:extLst>
          </p:cNvPr>
          <p:cNvSpPr/>
          <p:nvPr/>
        </p:nvSpPr>
        <p:spPr>
          <a:xfrm>
            <a:off x="6112025" y="1238371"/>
            <a:ext cx="984615" cy="984615"/>
          </a:xfrm>
          <a:custGeom>
            <a:avLst/>
            <a:gdLst>
              <a:gd name="connsiteX0" fmla="*/ 0 w 1384300"/>
              <a:gd name="connsiteY0" fmla="*/ 0 h 1384300"/>
              <a:gd name="connsiteX1" fmla="*/ 1384300 w 1384300"/>
              <a:gd name="connsiteY1" fmla="*/ 138430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cubicBezTo>
                  <a:pt x="764528" y="0"/>
                  <a:pt x="1384300" y="619772"/>
                  <a:pt x="1384300" y="1384300"/>
                </a:cubicBezTo>
                <a:lnTo>
                  <a:pt x="0" y="1384300"/>
                </a:lnTo>
                <a:close/>
              </a:path>
            </a:pathLst>
          </a:cu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8" name="Freeform: Shape 40">
            <a:extLst>
              <a:ext uri="{FF2B5EF4-FFF2-40B4-BE49-F238E27FC236}">
                <a16:creationId xmlns:a16="http://schemas.microsoft.com/office/drawing/2014/main" id="{FBBB2CC2-EF96-F311-AE4E-24A9C442CB0C}"/>
              </a:ext>
            </a:extLst>
          </p:cNvPr>
          <p:cNvSpPr/>
          <p:nvPr/>
        </p:nvSpPr>
        <p:spPr>
          <a:xfrm>
            <a:off x="6112025" y="4192216"/>
            <a:ext cx="984615" cy="984615"/>
          </a:xfrm>
          <a:custGeom>
            <a:avLst/>
            <a:gdLst>
              <a:gd name="connsiteX0" fmla="*/ 0 w 1384300"/>
              <a:gd name="connsiteY0" fmla="*/ 0 h 1384300"/>
              <a:gd name="connsiteX1" fmla="*/ 1384300 w 1384300"/>
              <a:gd name="connsiteY1" fmla="*/ 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lnTo>
                  <a:pt x="1384300" y="0"/>
                </a:lnTo>
                <a:cubicBezTo>
                  <a:pt x="1384300" y="764528"/>
                  <a:pt x="764528" y="1384300"/>
                  <a:pt x="0" y="1384300"/>
                </a:cubicBez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09" name="Freeform: Shape 41">
            <a:extLst>
              <a:ext uri="{FF2B5EF4-FFF2-40B4-BE49-F238E27FC236}">
                <a16:creationId xmlns:a16="http://schemas.microsoft.com/office/drawing/2014/main" id="{CDDB16E9-0F9E-D42F-4729-B0D0CBF6B95E}"/>
              </a:ext>
            </a:extLst>
          </p:cNvPr>
          <p:cNvSpPr/>
          <p:nvPr/>
        </p:nvSpPr>
        <p:spPr>
          <a:xfrm>
            <a:off x="5127410" y="3207601"/>
            <a:ext cx="984615" cy="984615"/>
          </a:xfrm>
          <a:custGeom>
            <a:avLst/>
            <a:gdLst>
              <a:gd name="connsiteX0" fmla="*/ 0 w 1384300"/>
              <a:gd name="connsiteY0" fmla="*/ 0 h 1384300"/>
              <a:gd name="connsiteX1" fmla="*/ 1384300 w 1384300"/>
              <a:gd name="connsiteY1" fmla="*/ 138430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cubicBezTo>
                  <a:pt x="764528" y="0"/>
                  <a:pt x="1384300" y="619772"/>
                  <a:pt x="1384300" y="1384300"/>
                </a:cubicBezTo>
                <a:lnTo>
                  <a:pt x="0" y="1384300"/>
                </a:lnTo>
                <a:close/>
              </a:path>
            </a:pathLst>
          </a:cu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10" name="Freeform: Shape 42">
            <a:extLst>
              <a:ext uri="{FF2B5EF4-FFF2-40B4-BE49-F238E27FC236}">
                <a16:creationId xmlns:a16="http://schemas.microsoft.com/office/drawing/2014/main" id="{4CF528F5-CA02-7306-1194-C9F65BADD404}"/>
              </a:ext>
            </a:extLst>
          </p:cNvPr>
          <p:cNvSpPr/>
          <p:nvPr/>
        </p:nvSpPr>
        <p:spPr>
          <a:xfrm>
            <a:off x="5127410" y="2222986"/>
            <a:ext cx="984615" cy="984615"/>
          </a:xfrm>
          <a:custGeom>
            <a:avLst/>
            <a:gdLst>
              <a:gd name="connsiteX0" fmla="*/ 0 w 1384300"/>
              <a:gd name="connsiteY0" fmla="*/ 0 h 1384300"/>
              <a:gd name="connsiteX1" fmla="*/ 1384300 w 1384300"/>
              <a:gd name="connsiteY1" fmla="*/ 0 h 1384300"/>
              <a:gd name="connsiteX2" fmla="*/ 0 w 1384300"/>
              <a:gd name="connsiteY2" fmla="*/ 1384300 h 1384300"/>
            </a:gdLst>
            <a:ahLst/>
            <a:cxnLst>
              <a:cxn ang="0">
                <a:pos x="connsiteX0" y="connsiteY0"/>
              </a:cxn>
              <a:cxn ang="0">
                <a:pos x="connsiteX1" y="connsiteY1"/>
              </a:cxn>
              <a:cxn ang="0">
                <a:pos x="connsiteX2" y="connsiteY2"/>
              </a:cxn>
            </a:cxnLst>
            <a:rect l="l" t="t" r="r" b="b"/>
            <a:pathLst>
              <a:path w="1384300" h="1384300">
                <a:moveTo>
                  <a:pt x="0" y="0"/>
                </a:moveTo>
                <a:lnTo>
                  <a:pt x="1384300" y="0"/>
                </a:lnTo>
                <a:cubicBezTo>
                  <a:pt x="1384300" y="764528"/>
                  <a:pt x="764528" y="1384300"/>
                  <a:pt x="0" y="1384300"/>
                </a:cubicBezTo>
                <a:close/>
              </a:path>
            </a:pathLst>
          </a:cu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11" name="Freeform: Shape 43">
            <a:extLst>
              <a:ext uri="{FF2B5EF4-FFF2-40B4-BE49-F238E27FC236}">
                <a16:creationId xmlns:a16="http://schemas.microsoft.com/office/drawing/2014/main" id="{21F441AD-95C0-6A80-7821-7744C1D5EC61}"/>
              </a:ext>
            </a:extLst>
          </p:cNvPr>
          <p:cNvSpPr/>
          <p:nvPr/>
        </p:nvSpPr>
        <p:spPr>
          <a:xfrm>
            <a:off x="4142795" y="3207601"/>
            <a:ext cx="984615" cy="984615"/>
          </a:xfrm>
          <a:custGeom>
            <a:avLst/>
            <a:gdLst>
              <a:gd name="connsiteX0" fmla="*/ 0 w 1384300"/>
              <a:gd name="connsiteY0" fmla="*/ 0 h 1384300"/>
              <a:gd name="connsiteX1" fmla="*/ 1384300 w 1384300"/>
              <a:gd name="connsiteY1" fmla="*/ 0 h 1384300"/>
              <a:gd name="connsiteX2" fmla="*/ 1384300 w 1384300"/>
              <a:gd name="connsiteY2" fmla="*/ 1384300 h 1384300"/>
              <a:gd name="connsiteX3" fmla="*/ 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0" y="0"/>
                </a:moveTo>
                <a:lnTo>
                  <a:pt x="1384300" y="0"/>
                </a:lnTo>
                <a:lnTo>
                  <a:pt x="1384300" y="1384300"/>
                </a:lnTo>
                <a:cubicBezTo>
                  <a:pt x="619772" y="1384300"/>
                  <a:pt x="0" y="764528"/>
                  <a:pt x="0" y="0"/>
                </a:cubicBezTo>
                <a:close/>
              </a:path>
            </a:pathLst>
          </a:custGeom>
          <a:solidFill>
            <a:srgbClr val="75BDA7"/>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sp>
        <p:nvSpPr>
          <p:cNvPr id="112" name="Freeform: Shape 44">
            <a:extLst>
              <a:ext uri="{FF2B5EF4-FFF2-40B4-BE49-F238E27FC236}">
                <a16:creationId xmlns:a16="http://schemas.microsoft.com/office/drawing/2014/main" id="{1DE91344-6917-BF81-C12D-36426C295C90}"/>
              </a:ext>
            </a:extLst>
          </p:cNvPr>
          <p:cNvSpPr/>
          <p:nvPr/>
        </p:nvSpPr>
        <p:spPr>
          <a:xfrm>
            <a:off x="4142795" y="2222986"/>
            <a:ext cx="984615" cy="984615"/>
          </a:xfrm>
          <a:custGeom>
            <a:avLst/>
            <a:gdLst>
              <a:gd name="connsiteX0" fmla="*/ 1384300 w 1384300"/>
              <a:gd name="connsiteY0" fmla="*/ 0 h 1384300"/>
              <a:gd name="connsiteX1" fmla="*/ 1384300 w 1384300"/>
              <a:gd name="connsiteY1" fmla="*/ 1384300 h 1384300"/>
              <a:gd name="connsiteX2" fmla="*/ 0 w 1384300"/>
              <a:gd name="connsiteY2" fmla="*/ 1384300 h 1384300"/>
              <a:gd name="connsiteX3" fmla="*/ 1384300 w 1384300"/>
              <a:gd name="connsiteY3" fmla="*/ 0 h 1384300"/>
            </a:gdLst>
            <a:ahLst/>
            <a:cxnLst>
              <a:cxn ang="0">
                <a:pos x="connsiteX0" y="connsiteY0"/>
              </a:cxn>
              <a:cxn ang="0">
                <a:pos x="connsiteX1" y="connsiteY1"/>
              </a:cxn>
              <a:cxn ang="0">
                <a:pos x="connsiteX2" y="connsiteY2"/>
              </a:cxn>
              <a:cxn ang="0">
                <a:pos x="connsiteX3" y="connsiteY3"/>
              </a:cxn>
            </a:cxnLst>
            <a:rect l="l" t="t" r="r" b="b"/>
            <a:pathLst>
              <a:path w="1384300" h="1384300">
                <a:moveTo>
                  <a:pt x="1384300" y="0"/>
                </a:moveTo>
                <a:lnTo>
                  <a:pt x="1384300" y="1384300"/>
                </a:lnTo>
                <a:lnTo>
                  <a:pt x="0" y="1384300"/>
                </a:lnTo>
                <a:cubicBezTo>
                  <a:pt x="0" y="619772"/>
                  <a:pt x="619772" y="0"/>
                  <a:pt x="1384300" y="0"/>
                </a:cubicBezTo>
                <a:close/>
              </a:path>
            </a:pathLst>
          </a:cu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wrap="square" rtlCol="0" anchor="ctr">
            <a:noAutofit/>
          </a:bodyPr>
          <a:lstStyle/>
          <a:p>
            <a:pPr algn="ctr"/>
            <a:endParaRPr lang="en-US">
              <a:latin typeface="微软雅黑" panose="020B0503020204020204" pitchFamily="34" charset="-122"/>
              <a:ea typeface="微软雅黑" panose="020B0503020204020204" pitchFamily="34" charset="-122"/>
            </a:endParaRPr>
          </a:p>
        </p:txBody>
      </p:sp>
      <p:pic>
        <p:nvPicPr>
          <p:cNvPr id="113" name="Graphic 45" descr="Users">
            <a:extLst>
              <a:ext uri="{FF2B5EF4-FFF2-40B4-BE49-F238E27FC236}">
                <a16:creationId xmlns:a16="http://schemas.microsoft.com/office/drawing/2014/main" id="{7CFDE5B8-8B3D-3071-E2BE-32797B4A09D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82073" y="2349026"/>
            <a:ext cx="494885" cy="494885"/>
          </a:xfrm>
          <a:prstGeom prst="rect">
            <a:avLst/>
          </a:prstGeom>
        </p:spPr>
      </p:pic>
      <p:pic>
        <p:nvPicPr>
          <p:cNvPr id="114" name="Graphic 46" descr="Puzzle">
            <a:extLst>
              <a:ext uri="{FF2B5EF4-FFF2-40B4-BE49-F238E27FC236}">
                <a16:creationId xmlns:a16="http://schemas.microsoft.com/office/drawing/2014/main" id="{41F6E079-71C6-0EED-BA61-969E37E8F7DB}"/>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482073" y="3571292"/>
            <a:ext cx="494885" cy="494885"/>
          </a:xfrm>
          <a:prstGeom prst="rect">
            <a:avLst/>
          </a:prstGeom>
        </p:spPr>
      </p:pic>
      <p:pic>
        <p:nvPicPr>
          <p:cNvPr id="115" name="Graphic 47" descr="Lightbulb">
            <a:extLst>
              <a:ext uri="{FF2B5EF4-FFF2-40B4-BE49-F238E27FC236}">
                <a16:creationId xmlns:a16="http://schemas.microsoft.com/office/drawing/2014/main" id="{48B36E3B-BF1E-ED8D-C693-8522B30695F9}"/>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247092" y="3571292"/>
            <a:ext cx="494885" cy="494885"/>
          </a:xfrm>
          <a:prstGeom prst="rect">
            <a:avLst/>
          </a:prstGeom>
        </p:spPr>
      </p:pic>
      <p:pic>
        <p:nvPicPr>
          <p:cNvPr id="116" name="Graphic 48" descr="Rocket">
            <a:extLst>
              <a:ext uri="{FF2B5EF4-FFF2-40B4-BE49-F238E27FC236}">
                <a16:creationId xmlns:a16="http://schemas.microsoft.com/office/drawing/2014/main" id="{9A59BE31-2EA9-E69D-AC1E-1128428A973D}"/>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5247092" y="2349026"/>
            <a:ext cx="494885" cy="494885"/>
          </a:xfrm>
          <a:prstGeom prst="rect">
            <a:avLst/>
          </a:prstGeom>
        </p:spPr>
      </p:pic>
      <p:sp>
        <p:nvSpPr>
          <p:cNvPr id="117" name="TextBox 70">
            <a:extLst>
              <a:ext uri="{FF2B5EF4-FFF2-40B4-BE49-F238E27FC236}">
                <a16:creationId xmlns:a16="http://schemas.microsoft.com/office/drawing/2014/main" id="{EA2E29EC-7B2C-94D0-F862-6849041EE9E7}"/>
              </a:ext>
            </a:extLst>
          </p:cNvPr>
          <p:cNvSpPr txBox="1"/>
          <p:nvPr/>
        </p:nvSpPr>
        <p:spPr>
          <a:xfrm>
            <a:off x="865770" y="1238250"/>
            <a:ext cx="2656907"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01 – 品牌策划推广</a:t>
            </a:r>
          </a:p>
        </p:txBody>
      </p:sp>
      <p:sp>
        <p:nvSpPr>
          <p:cNvPr id="118" name="TextBox 71">
            <a:extLst>
              <a:ext uri="{FF2B5EF4-FFF2-40B4-BE49-F238E27FC236}">
                <a16:creationId xmlns:a16="http://schemas.microsoft.com/office/drawing/2014/main" id="{1194F4D7-66D0-470B-7A73-C8094E3F3B82}"/>
              </a:ext>
            </a:extLst>
          </p:cNvPr>
          <p:cNvSpPr txBox="1"/>
          <p:nvPr/>
        </p:nvSpPr>
        <p:spPr>
          <a:xfrm>
            <a:off x="865770" y="1668571"/>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19" name="TextBox 70">
            <a:extLst>
              <a:ext uri="{FF2B5EF4-FFF2-40B4-BE49-F238E27FC236}">
                <a16:creationId xmlns:a16="http://schemas.microsoft.com/office/drawing/2014/main" id="{F22C4E6D-F71A-F466-F5DD-B61000D9A8B5}"/>
              </a:ext>
            </a:extLst>
          </p:cNvPr>
          <p:cNvSpPr txBox="1"/>
          <p:nvPr/>
        </p:nvSpPr>
        <p:spPr>
          <a:xfrm>
            <a:off x="8339719" y="1238250"/>
            <a:ext cx="2981882"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02 – 品牌市场营销</a:t>
            </a:r>
          </a:p>
        </p:txBody>
      </p:sp>
      <p:sp>
        <p:nvSpPr>
          <p:cNvPr id="120" name="TextBox 71">
            <a:extLst>
              <a:ext uri="{FF2B5EF4-FFF2-40B4-BE49-F238E27FC236}">
                <a16:creationId xmlns:a16="http://schemas.microsoft.com/office/drawing/2014/main" id="{9E8BBFC6-35FF-4B0D-9281-82C15BF26A53}"/>
              </a:ext>
            </a:extLst>
          </p:cNvPr>
          <p:cNvSpPr txBox="1"/>
          <p:nvPr/>
        </p:nvSpPr>
        <p:spPr>
          <a:xfrm>
            <a:off x="8339719" y="1668571"/>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1" name="TextBox 70">
            <a:extLst>
              <a:ext uri="{FF2B5EF4-FFF2-40B4-BE49-F238E27FC236}">
                <a16:creationId xmlns:a16="http://schemas.microsoft.com/office/drawing/2014/main" id="{24F8E440-BBBC-CF5B-4C6C-7BFDF3329A5F}"/>
              </a:ext>
            </a:extLst>
          </p:cNvPr>
          <p:cNvSpPr txBox="1"/>
          <p:nvPr/>
        </p:nvSpPr>
        <p:spPr>
          <a:xfrm>
            <a:off x="865770" y="2635321"/>
            <a:ext cx="2656907"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853" b="1" noProof="1">
                <a:solidFill>
                  <a:srgbClr val="7A8C8E"/>
                </a:solidFill>
                <a:latin typeface="微软雅黑" panose="020B0503020204020204" pitchFamily="34" charset="-122"/>
                <a:ea typeface="微软雅黑" panose="020B0503020204020204" pitchFamily="34" charset="-122"/>
                <a:cs typeface="微软雅黑" pitchFamily="18" charset="-122"/>
              </a:rPr>
              <a:t>03 – </a:t>
            </a:r>
            <a:r>
              <a:rPr lang="en-US" altLang="zh-CN" sz="1853" b="1" noProof="1">
                <a:solidFill>
                  <a:srgbClr val="7A8C8E"/>
                </a:solidFill>
                <a:latin typeface="微软雅黑" panose="020B0503020204020204" pitchFamily="34" charset="-122"/>
                <a:ea typeface="微软雅黑" panose="020B0503020204020204" pitchFamily="34" charset="-122"/>
                <a:cs typeface="微软雅黑" pitchFamily="18" charset="-122"/>
              </a:rPr>
              <a:t>品牌市场营销</a:t>
            </a:r>
            <a:endParaRPr lang="en-US" sz="1853" b="1"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2" name="TextBox 71">
            <a:extLst>
              <a:ext uri="{FF2B5EF4-FFF2-40B4-BE49-F238E27FC236}">
                <a16:creationId xmlns:a16="http://schemas.microsoft.com/office/drawing/2014/main" id="{1F2CE636-8F13-E77D-5B23-181156D84C5E}"/>
              </a:ext>
            </a:extLst>
          </p:cNvPr>
          <p:cNvSpPr txBox="1"/>
          <p:nvPr/>
        </p:nvSpPr>
        <p:spPr>
          <a:xfrm>
            <a:off x="865770" y="3065642"/>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3" name="TextBox 70">
            <a:extLst>
              <a:ext uri="{FF2B5EF4-FFF2-40B4-BE49-F238E27FC236}">
                <a16:creationId xmlns:a16="http://schemas.microsoft.com/office/drawing/2014/main" id="{D3C346C7-D55B-A76D-33B6-EC053372C918}"/>
              </a:ext>
            </a:extLst>
          </p:cNvPr>
          <p:cNvSpPr txBox="1"/>
          <p:nvPr/>
        </p:nvSpPr>
        <p:spPr>
          <a:xfrm>
            <a:off x="8339719" y="2635321"/>
            <a:ext cx="2981882"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r>
              <a:rPr lang="en-US" sz="1853" b="1" noProof="1">
                <a:solidFill>
                  <a:srgbClr val="7A8C8E"/>
                </a:solidFill>
                <a:latin typeface="微软雅黑" panose="020B0503020204020204" pitchFamily="34" charset="-122"/>
                <a:ea typeface="微软雅黑" panose="020B0503020204020204" pitchFamily="34" charset="-122"/>
                <a:cs typeface="微软雅黑" pitchFamily="18" charset="-122"/>
              </a:rPr>
              <a:t>04 – 品牌策划推广</a:t>
            </a:r>
          </a:p>
        </p:txBody>
      </p:sp>
      <p:sp>
        <p:nvSpPr>
          <p:cNvPr id="124" name="TextBox 71">
            <a:extLst>
              <a:ext uri="{FF2B5EF4-FFF2-40B4-BE49-F238E27FC236}">
                <a16:creationId xmlns:a16="http://schemas.microsoft.com/office/drawing/2014/main" id="{213ABA5E-9BC0-A330-705F-54D2161911C5}"/>
              </a:ext>
            </a:extLst>
          </p:cNvPr>
          <p:cNvSpPr txBox="1"/>
          <p:nvPr/>
        </p:nvSpPr>
        <p:spPr>
          <a:xfrm>
            <a:off x="8339719" y="3065642"/>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25" name="圆角矩形 54">
            <a:extLst>
              <a:ext uri="{FF2B5EF4-FFF2-40B4-BE49-F238E27FC236}">
                <a16:creationId xmlns:a16="http://schemas.microsoft.com/office/drawing/2014/main" id="{EE8C26B1-F573-9F4D-9C54-6195E6143D4D}"/>
              </a:ext>
            </a:extLst>
          </p:cNvPr>
          <p:cNvSpPr/>
          <p:nvPr/>
        </p:nvSpPr>
        <p:spPr>
          <a:xfrm>
            <a:off x="865771" y="5449197"/>
            <a:ext cx="3323878" cy="818253"/>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6" name="圆角矩形 55">
            <a:extLst>
              <a:ext uri="{FF2B5EF4-FFF2-40B4-BE49-F238E27FC236}">
                <a16:creationId xmlns:a16="http://schemas.microsoft.com/office/drawing/2014/main" id="{D34915D4-EB13-D26E-21EB-CEA8362FFD19}"/>
              </a:ext>
            </a:extLst>
          </p:cNvPr>
          <p:cNvSpPr/>
          <p:nvPr/>
        </p:nvSpPr>
        <p:spPr>
          <a:xfrm>
            <a:off x="4433385" y="5449197"/>
            <a:ext cx="3323878" cy="818253"/>
          </a:xfrm>
          <a:prstGeom prst="roundRect">
            <a:avLst/>
          </a:prstGeom>
          <a:no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7" name="圆角矩形 56">
            <a:extLst>
              <a:ext uri="{FF2B5EF4-FFF2-40B4-BE49-F238E27FC236}">
                <a16:creationId xmlns:a16="http://schemas.microsoft.com/office/drawing/2014/main" id="{F160817E-9D56-1E6B-F577-20276BBF3555}"/>
              </a:ext>
            </a:extLst>
          </p:cNvPr>
          <p:cNvSpPr/>
          <p:nvPr/>
        </p:nvSpPr>
        <p:spPr>
          <a:xfrm>
            <a:off x="7992777" y="5449197"/>
            <a:ext cx="3323878" cy="818253"/>
          </a:xfrm>
          <a:prstGeom prst="round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8" name="TextBox 71">
            <a:extLst>
              <a:ext uri="{FF2B5EF4-FFF2-40B4-BE49-F238E27FC236}">
                <a16:creationId xmlns:a16="http://schemas.microsoft.com/office/drawing/2014/main" id="{2CB0E9D8-BB3A-D6FB-669A-8C0DD0CCCC5C}"/>
              </a:ext>
            </a:extLst>
          </p:cNvPr>
          <p:cNvSpPr txBox="1"/>
          <p:nvPr/>
        </p:nvSpPr>
        <p:spPr>
          <a:xfrm>
            <a:off x="1029791" y="5798715"/>
            <a:ext cx="299329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 altLang="zh-CN" sz="927" noProof="1">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US" altLang="zh-CN" sz="927" noProof="1">
                <a:solidFill>
                  <a:srgbClr val="FFFFFF"/>
                </a:solidFill>
                <a:latin typeface="微软雅黑" panose="020B0503020204020204" pitchFamily="34" charset="-122"/>
                <a:ea typeface="微软雅黑" panose="020B0503020204020204" pitchFamily="34" charset="-122"/>
                <a:cs typeface="微软雅黑" pitchFamily="18" charset="-122"/>
              </a:rPr>
              <a:t/>
            </a:r>
            <a:endParaRPr lang="en-US" sz="927" noProof="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29" name="TextBox 71">
            <a:extLst>
              <a:ext uri="{FF2B5EF4-FFF2-40B4-BE49-F238E27FC236}">
                <a16:creationId xmlns:a16="http://schemas.microsoft.com/office/drawing/2014/main" id="{1F95F405-23AA-B521-5FBF-C62A335F41C9}"/>
              </a:ext>
            </a:extLst>
          </p:cNvPr>
          <p:cNvSpPr txBox="1"/>
          <p:nvPr/>
        </p:nvSpPr>
        <p:spPr>
          <a:xfrm>
            <a:off x="1207222" y="5485711"/>
            <a:ext cx="168301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US" altLang="zh-CN" sz="1853" b="1" noProof="1">
                <a:solidFill>
                  <a:srgbClr val="FFFFFF"/>
                </a:solidFill>
                <a:latin typeface="微软雅黑" panose="020B0503020204020204" pitchFamily="34" charset="-122"/>
                <a:ea typeface="微软雅黑" panose="020B0503020204020204" pitchFamily="34" charset="-122"/>
                <a:cs typeface="微软雅黑" pitchFamily="18" charset="-122"/>
              </a:rPr>
              <a:t>117,556,600</a:t>
            </a:r>
            <a:endParaRPr lang="en-US" sz="1853" b="1" noProof="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0" name="三角形 59">
            <a:extLst>
              <a:ext uri="{FF2B5EF4-FFF2-40B4-BE49-F238E27FC236}">
                <a16:creationId xmlns:a16="http://schemas.microsoft.com/office/drawing/2014/main" id="{732CEABB-906F-67B3-24C6-CD74DD2C09FB}"/>
              </a:ext>
            </a:extLst>
          </p:cNvPr>
          <p:cNvSpPr/>
          <p:nvPr/>
        </p:nvSpPr>
        <p:spPr>
          <a:xfrm>
            <a:off x="1040114" y="5614560"/>
            <a:ext cx="123981" cy="106880"/>
          </a:xfrm>
          <a:prstGeom prst="triangl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endParaRPr>
          </a:p>
        </p:txBody>
      </p:sp>
      <p:sp>
        <p:nvSpPr>
          <p:cNvPr id="131" name="TextBox 71">
            <a:extLst>
              <a:ext uri="{FF2B5EF4-FFF2-40B4-BE49-F238E27FC236}">
                <a16:creationId xmlns:a16="http://schemas.microsoft.com/office/drawing/2014/main" id="{FAC49A18-EAEE-C551-2311-B740DAB25B62}"/>
              </a:ext>
            </a:extLst>
          </p:cNvPr>
          <p:cNvSpPr txBox="1"/>
          <p:nvPr/>
        </p:nvSpPr>
        <p:spPr>
          <a:xfrm>
            <a:off x="4610264" y="5798715"/>
            <a:ext cx="299329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 altLang="zh-CN"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US" altLang="zh-CN" sz="927" noProof="1">
                <a:solidFill>
                  <a:srgbClr val="7A8C8E"/>
                </a:solidFill>
                <a:latin typeface="微软雅黑" panose="020B0503020204020204" pitchFamily="34" charset="-122"/>
                <a:ea typeface="微软雅黑" panose="020B0503020204020204" pitchFamily="34" charset="-122"/>
                <a:cs typeface="微软雅黑" pitchFamily="18" charset="-122"/>
              </a:rPr>
              <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32" name="TextBox 71">
            <a:extLst>
              <a:ext uri="{FF2B5EF4-FFF2-40B4-BE49-F238E27FC236}">
                <a16:creationId xmlns:a16="http://schemas.microsoft.com/office/drawing/2014/main" id="{2377B2DB-5177-522E-5030-6ABB3A28D6FB}"/>
              </a:ext>
            </a:extLst>
          </p:cNvPr>
          <p:cNvSpPr txBox="1"/>
          <p:nvPr/>
        </p:nvSpPr>
        <p:spPr>
          <a:xfrm>
            <a:off x="4787694" y="5485711"/>
            <a:ext cx="168301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US" altLang="zh-CN" sz="1853" b="1" noProof="1">
                <a:solidFill>
                  <a:srgbClr val="336699"/>
                </a:solidFill>
                <a:latin typeface="微软雅黑" panose="020B0503020204020204" pitchFamily="34" charset="-122"/>
                <a:ea typeface="微软雅黑" panose="020B0503020204020204" pitchFamily="34" charset="-122"/>
                <a:cs typeface="微软雅黑" pitchFamily="18" charset="-122"/>
              </a:rPr>
              <a:t>337,556,600</a:t>
            </a:r>
            <a:endPar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3" name="三角形 62">
            <a:extLst>
              <a:ext uri="{FF2B5EF4-FFF2-40B4-BE49-F238E27FC236}">
                <a16:creationId xmlns:a16="http://schemas.microsoft.com/office/drawing/2014/main" id="{A5236439-4B9F-D433-045C-6A037A849AB4}"/>
              </a:ext>
            </a:extLst>
          </p:cNvPr>
          <p:cNvSpPr/>
          <p:nvPr/>
        </p:nvSpPr>
        <p:spPr>
          <a:xfrm>
            <a:off x="4620586" y="5614560"/>
            <a:ext cx="123981" cy="106880"/>
          </a:xfrm>
          <a:prstGeom prst="triangle">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endParaRPr>
          </a:p>
        </p:txBody>
      </p:sp>
      <p:sp>
        <p:nvSpPr>
          <p:cNvPr id="134" name="TextBox 71">
            <a:extLst>
              <a:ext uri="{FF2B5EF4-FFF2-40B4-BE49-F238E27FC236}">
                <a16:creationId xmlns:a16="http://schemas.microsoft.com/office/drawing/2014/main" id="{3579A144-5C4E-2C75-E00D-7A6237D30584}"/>
              </a:ext>
            </a:extLst>
          </p:cNvPr>
          <p:cNvSpPr txBox="1"/>
          <p:nvPr/>
        </p:nvSpPr>
        <p:spPr>
          <a:xfrm>
            <a:off x="8167833" y="5798715"/>
            <a:ext cx="299329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 altLang="zh-CN" sz="927" noProof="1">
                <a:solidFill>
                  <a:srgbClr val="FFFFFF"/>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US" altLang="zh-CN" sz="927" noProof="1">
                <a:solidFill>
                  <a:srgbClr val="FFFFFF"/>
                </a:solidFill>
                <a:latin typeface="微软雅黑" panose="020B0503020204020204" pitchFamily="34" charset="-122"/>
                <a:ea typeface="微软雅黑" panose="020B0503020204020204" pitchFamily="34" charset="-122"/>
                <a:cs typeface="微软雅黑" pitchFamily="18" charset="-122"/>
              </a:rPr>
              <a:t/>
            </a:r>
            <a:endParaRPr lang="en-US" sz="927" noProof="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5" name="TextBox 71">
            <a:extLst>
              <a:ext uri="{FF2B5EF4-FFF2-40B4-BE49-F238E27FC236}">
                <a16:creationId xmlns:a16="http://schemas.microsoft.com/office/drawing/2014/main" id="{E9C98A7A-5E0A-3BDC-63F3-CD3E2438A4D4}"/>
              </a:ext>
            </a:extLst>
          </p:cNvPr>
          <p:cNvSpPr txBox="1"/>
          <p:nvPr/>
        </p:nvSpPr>
        <p:spPr>
          <a:xfrm>
            <a:off x="8345264" y="5485711"/>
            <a:ext cx="1683011" cy="370795"/>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just"/>
            <a:r>
              <a:rPr lang="en-US" altLang="zh-CN" sz="1853" b="1" noProof="1">
                <a:solidFill>
                  <a:srgbClr val="FFFFFF"/>
                </a:solidFill>
                <a:latin typeface="微软雅黑" panose="020B0503020204020204" pitchFamily="34" charset="-122"/>
                <a:ea typeface="微软雅黑" panose="020B0503020204020204" pitchFamily="34" charset="-122"/>
                <a:cs typeface="微软雅黑" pitchFamily="18" charset="-122"/>
              </a:rPr>
              <a:t>667,556,600</a:t>
            </a:r>
            <a:endParaRPr lang="en-US" sz="1853" b="1" noProof="1">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36" name="三角形 69">
            <a:extLst>
              <a:ext uri="{FF2B5EF4-FFF2-40B4-BE49-F238E27FC236}">
                <a16:creationId xmlns:a16="http://schemas.microsoft.com/office/drawing/2014/main" id="{64297BA0-4EF2-C4E1-CDE9-8EFF01BEE9E0}"/>
              </a:ext>
            </a:extLst>
          </p:cNvPr>
          <p:cNvSpPr/>
          <p:nvPr/>
        </p:nvSpPr>
        <p:spPr>
          <a:xfrm>
            <a:off x="8178156" y="5614560"/>
            <a:ext cx="123981" cy="106880"/>
          </a:xfrm>
          <a:prstGeom prst="triangl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endParaRPr>
          </a:p>
        </p:txBody>
      </p:sp>
      <p:sp>
        <p:nvSpPr>
          <p:cNvPr id="137" name="TextBox 70">
            <a:extLst>
              <a:ext uri="{FF2B5EF4-FFF2-40B4-BE49-F238E27FC236}">
                <a16:creationId xmlns:a16="http://schemas.microsoft.com/office/drawing/2014/main" id="{239338BE-A734-3D96-D324-165CA4FC1303}"/>
              </a:ext>
            </a:extLst>
          </p:cNvPr>
          <p:cNvSpPr txBox="1"/>
          <p:nvPr/>
        </p:nvSpPr>
        <p:spPr>
          <a:xfrm>
            <a:off x="865770" y="4032392"/>
            <a:ext cx="2656907"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0</a:t>
            </a:r>
            <a:r>
              <a:rPr lang="en-US" altLang="zh-CN" sz="1853" b="1" noProof="1">
                <a:solidFill>
                  <a:srgbClr val="336699"/>
                </a:solidFill>
                <a:latin typeface="微软雅黑" panose="020B0503020204020204" pitchFamily="34" charset="-122"/>
                <a:ea typeface="微软雅黑" panose="020B0503020204020204" pitchFamily="34" charset="-122"/>
                <a:cs typeface="微软雅黑" pitchFamily="18" charset="-122"/>
              </a:rPr>
              <a:t>5</a:t>
            </a:r>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 – </a:t>
            </a:r>
            <a:r>
              <a:rPr lang="en-US" altLang="zh-CN" sz="1853" b="1" noProof="1">
                <a:solidFill>
                  <a:srgbClr val="336699"/>
                </a:solidFill>
                <a:latin typeface="微软雅黑" panose="020B0503020204020204" pitchFamily="34" charset="-122"/>
                <a:ea typeface="微软雅黑" panose="020B0503020204020204" pitchFamily="34" charset="-122"/>
                <a:cs typeface="微软雅黑" pitchFamily="18" charset="-122"/>
              </a:rPr>
              <a:t>品牌策划推广</a:t>
            </a:r>
            <a:endPar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38" name="TextBox 71">
            <a:extLst>
              <a:ext uri="{FF2B5EF4-FFF2-40B4-BE49-F238E27FC236}">
                <a16:creationId xmlns:a16="http://schemas.microsoft.com/office/drawing/2014/main" id="{3922DF36-3E60-89D1-6D2D-2622B8A5B8F5}"/>
              </a:ext>
            </a:extLst>
          </p:cNvPr>
          <p:cNvSpPr txBox="1"/>
          <p:nvPr/>
        </p:nvSpPr>
        <p:spPr>
          <a:xfrm>
            <a:off x="865770" y="4462712"/>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39" name="TextBox 70">
            <a:extLst>
              <a:ext uri="{FF2B5EF4-FFF2-40B4-BE49-F238E27FC236}">
                <a16:creationId xmlns:a16="http://schemas.microsoft.com/office/drawing/2014/main" id="{8524BBC3-B8F9-771A-365C-384767EF20E5}"/>
              </a:ext>
            </a:extLst>
          </p:cNvPr>
          <p:cNvSpPr txBox="1"/>
          <p:nvPr/>
        </p:nvSpPr>
        <p:spPr>
          <a:xfrm>
            <a:off x="8339719" y="4032392"/>
            <a:ext cx="2981882" cy="370795"/>
          </a:xfrm>
          <a:prstGeom prst="rect">
            <a:avLst/>
          </a:prstGeom>
          <a:noFill/>
        </p:spPr>
        <p:txBody>
          <a:bodyPr wrap="square" lIns="0" rIns="0" rtlCol="0" anchor="b">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0</a:t>
            </a:r>
            <a:r>
              <a:rPr lang="en-US" altLang="zh-CN" sz="1853" b="1" noProof="1">
                <a:solidFill>
                  <a:srgbClr val="336699"/>
                </a:solidFill>
                <a:latin typeface="微软雅黑" panose="020B0503020204020204" pitchFamily="34" charset="-122"/>
                <a:ea typeface="微软雅黑" panose="020B0503020204020204" pitchFamily="34" charset="-122"/>
                <a:cs typeface="微软雅黑" pitchFamily="18" charset="-122"/>
              </a:rPr>
              <a:t>6</a:t>
            </a:r>
            <a:r>
              <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rPr>
              <a:t> – </a:t>
            </a:r>
            <a:r>
              <a:rPr lang="en-US" altLang="zh-CN" sz="1853" b="1" noProof="1">
                <a:solidFill>
                  <a:srgbClr val="336699"/>
                </a:solidFill>
                <a:latin typeface="微软雅黑" panose="020B0503020204020204" pitchFamily="34" charset="-122"/>
                <a:ea typeface="微软雅黑" panose="020B0503020204020204" pitchFamily="34" charset="-122"/>
                <a:cs typeface="微软雅黑" pitchFamily="18" charset="-122"/>
              </a:rPr>
              <a:t>品牌市场营销</a:t>
            </a:r>
            <a:endParaRPr lang="en-US" sz="1853" b="1" noProof="1">
              <a:solidFill>
                <a:srgbClr val="336699"/>
              </a:solidFill>
              <a:latin typeface="微软雅黑" panose="020B0503020204020204" pitchFamily="34" charset="-122"/>
              <a:ea typeface="微软雅黑" panose="020B0503020204020204" pitchFamily="34" charset="-122"/>
              <a:cs typeface="微软雅黑" pitchFamily="18" charset="-122"/>
            </a:endParaRPr>
          </a:p>
        </p:txBody>
      </p:sp>
      <p:sp>
        <p:nvSpPr>
          <p:cNvPr id="140" name="TextBox 71">
            <a:extLst>
              <a:ext uri="{FF2B5EF4-FFF2-40B4-BE49-F238E27FC236}">
                <a16:creationId xmlns:a16="http://schemas.microsoft.com/office/drawing/2014/main" id="{0AA1EB2A-9627-D35B-7CE3-30AF87973030}"/>
              </a:ext>
            </a:extLst>
          </p:cNvPr>
          <p:cNvSpPr txBox="1"/>
          <p:nvPr/>
        </p:nvSpPr>
        <p:spPr>
          <a:xfrm>
            <a:off x="8339719" y="4462712"/>
            <a:ext cx="2986511" cy="702132"/>
          </a:xfrm>
          <a:prstGeom prst="rect">
            <a:avLst/>
          </a:prstGeom>
          <a:noFill/>
        </p:spPr>
        <p:txBody>
          <a:bodyPr wrap="square" lIns="0" rIns="0" rtlCol="0" anchor="t">
            <a:spAutoFit/>
          </a:bodyPr>
          <a:lstStyle>
            <a:defPPr>
              <a:defRPr lang="en-US"/>
            </a:defPPr>
            <a:lvl1pPr marL="0" algn="l" defTabSz="914400" rtl="0" eaLnBrk="1" latinLnBrk="0" hangingPunct="1">
              <a:defRPr sz="1668" kern="1200">
                <a:solidFill>
                  <a:srgbClr val="333333"/>
                </a:solidFill>
                <a:latin typeface="微软雅黑"/>
                <a:ea typeface="微软雅黑"/>
                <a:cs typeface="微软雅黑"/>
              </a:defRPr>
            </a:lvl1pPr>
            <a:lvl2pPr marL="457200" algn="l" defTabSz="914400" rtl="0" eaLnBrk="1" latinLnBrk="0" hangingPunct="1">
              <a:defRPr sz="1668" kern="1200">
                <a:solidFill>
                  <a:srgbClr val="333333"/>
                </a:solidFill>
                <a:latin typeface="微软雅黑"/>
                <a:ea typeface="微软雅黑"/>
                <a:cs typeface="微软雅黑"/>
              </a:defRPr>
            </a:lvl2pPr>
            <a:lvl3pPr marL="914400" algn="l" defTabSz="914400" rtl="0" eaLnBrk="1" latinLnBrk="0" hangingPunct="1">
              <a:defRPr sz="1668" kern="1200">
                <a:solidFill>
                  <a:srgbClr val="333333"/>
                </a:solidFill>
                <a:latin typeface="微软雅黑"/>
                <a:ea typeface="微软雅黑"/>
                <a:cs typeface="微软雅黑"/>
              </a:defRPr>
            </a:lvl3pPr>
            <a:lvl4pPr marL="1371600" algn="l" defTabSz="914400" rtl="0" eaLnBrk="1" latinLnBrk="0" hangingPunct="1">
              <a:defRPr sz="1668" kern="1200">
                <a:solidFill>
                  <a:srgbClr val="333333"/>
                </a:solidFill>
                <a:latin typeface="微软雅黑"/>
                <a:ea typeface="微软雅黑"/>
                <a:cs typeface="微软雅黑"/>
              </a:defRPr>
            </a:lvl4pPr>
            <a:lvl5pPr marL="1828800" algn="l" defTabSz="914400" rtl="0" eaLnBrk="1" latinLnBrk="0" hangingPunct="1">
              <a:defRPr sz="1668" kern="1200">
                <a:solidFill>
                  <a:srgbClr val="333333"/>
                </a:solidFill>
                <a:latin typeface="微软雅黑"/>
                <a:ea typeface="微软雅黑"/>
                <a:cs typeface="微软雅黑"/>
              </a:defRPr>
            </a:lvl5pPr>
            <a:lvl6pPr marL="2286000" algn="l" defTabSz="914400" rtl="0" eaLnBrk="1" latinLnBrk="0" hangingPunct="1">
              <a:defRPr sz="1668" kern="1200">
                <a:solidFill>
                  <a:srgbClr val="333333"/>
                </a:solidFill>
                <a:latin typeface="微软雅黑"/>
                <a:ea typeface="微软雅黑"/>
                <a:cs typeface="微软雅黑"/>
              </a:defRPr>
            </a:lvl6pPr>
            <a:lvl7pPr marL="2743200" algn="l" defTabSz="914400" rtl="0" eaLnBrk="1" latinLnBrk="0" hangingPunct="1">
              <a:defRPr sz="1668" kern="1200">
                <a:solidFill>
                  <a:srgbClr val="333333"/>
                </a:solidFill>
                <a:latin typeface="微软雅黑"/>
                <a:ea typeface="微软雅黑"/>
                <a:cs typeface="微软雅黑"/>
              </a:defRPr>
            </a:lvl7pPr>
            <a:lvl8pPr marL="3200400" algn="l" defTabSz="914400" rtl="0" eaLnBrk="1" latinLnBrk="0" hangingPunct="1">
              <a:defRPr sz="1668" kern="1200">
                <a:solidFill>
                  <a:srgbClr val="333333"/>
                </a:solidFill>
                <a:latin typeface="微软雅黑"/>
                <a:ea typeface="微软雅黑"/>
                <a:cs typeface="微软雅黑"/>
              </a:defRPr>
            </a:lvl8pPr>
            <a:lvl9pPr marL="3657600" algn="l" defTabSz="914400" rtl="0" eaLnBrk="1" latinLnBrk="0" hangingPunct="1">
              <a:defRPr sz="1668" kern="1200">
                <a:solidFill>
                  <a:srgbClr val="333333"/>
                </a:solidFill>
                <a:latin typeface="微软雅黑"/>
                <a:ea typeface="微软雅黑"/>
                <a:cs typeface="微软雅黑"/>
              </a:defRPr>
            </a:lvl9pPr>
          </a:lstStyle>
          <a:p>
            <a:pPr algn="r">
              <a:lnSpc>
                <a:spcPct val="150000"/>
              </a:lnSpc>
            </a:pPr>
            <a:r>
              <a:rPr lang="zh-CN" altLang="en-US" sz="927"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endParaRPr lang="en-US" sz="927"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R040 分层需求与行动对照（结构示例）</a:t>
            </a:r>
          </a:p>
        </p:txBody>
      </p:sp>
      <p:sp>
        <p:nvSpPr>
          <p:cNvPr id="101" name="矩形 128">
            <a:extLst>
              <a:ext uri="{FF2B5EF4-FFF2-40B4-BE49-F238E27FC236}">
                <a16:creationId xmlns:a16="http://schemas.microsoft.com/office/drawing/2014/main" id="{89B9996E-1C0F-78E8-B3EE-AE6B5E3079CC}"/>
              </a:ext>
            </a:extLst>
          </p:cNvPr>
          <p:cNvSpPr/>
          <p:nvPr/>
        </p:nvSpPr>
        <p:spPr>
          <a:xfrm>
            <a:off x="4972656" y="1249564"/>
            <a:ext cx="6428769" cy="5006571"/>
          </a:xfrm>
          <a:prstGeom prst="rect">
            <a:avLst/>
          </a:prstGeom>
          <a:solidFill>
            <a:srgbClr val="FFFFFF"/>
          </a:solidFill>
          <a:ln>
            <a:solidFill>
              <a:srgbClr val="7A8C8E"/>
            </a:solidFill>
            <a:prstDash val="sysDash"/>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梯形 96">
            <a:extLst>
              <a:ext uri="{FF2B5EF4-FFF2-40B4-BE49-F238E27FC236}">
                <a16:creationId xmlns:a16="http://schemas.microsoft.com/office/drawing/2014/main" id="{C29EAC0D-01D5-9984-F455-CEAA406974F1}"/>
              </a:ext>
            </a:extLst>
          </p:cNvPr>
          <p:cNvSpPr/>
          <p:nvPr/>
        </p:nvSpPr>
        <p:spPr>
          <a:xfrm>
            <a:off x="790576" y="1530703"/>
            <a:ext cx="3949801" cy="4235041"/>
          </a:xfrm>
          <a:prstGeom prst="trapezoid">
            <a:avLst>
              <a:gd name="adj" fmla="val 35536"/>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3" name="上箭头 97">
            <a:extLst>
              <a:ext uri="{FF2B5EF4-FFF2-40B4-BE49-F238E27FC236}">
                <a16:creationId xmlns:a16="http://schemas.microsoft.com/office/drawing/2014/main" id="{B7FACF6C-E373-BBD7-365A-5346D0D11879}"/>
              </a:ext>
            </a:extLst>
          </p:cNvPr>
          <p:cNvSpPr/>
          <p:nvPr/>
        </p:nvSpPr>
        <p:spPr>
          <a:xfrm>
            <a:off x="2560507" y="1952874"/>
            <a:ext cx="409930" cy="3840328"/>
          </a:xfrm>
          <a:prstGeom prst="upArrow">
            <a:avLst/>
          </a:prstGeom>
          <a:gradFill flip="none" rotWithShape="1">
            <a:gsLst>
              <a:gs pos="0">
                <a:srgbClr val="75BDA7"/>
              </a:gs>
              <a:gs pos="100000">
                <a:srgbClr val="3494BA"/>
              </a:gs>
            </a:gsLst>
            <a:path path="circle">
              <a:fillToRect l="50000" t="130000" r="50000" b="-30000"/>
            </a:path>
            <a:tileRect/>
          </a:gra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4" name="椭圆 91">
            <a:extLst>
              <a:ext uri="{FF2B5EF4-FFF2-40B4-BE49-F238E27FC236}">
                <a16:creationId xmlns:a16="http://schemas.microsoft.com/office/drawing/2014/main" id="{B65E2414-6ABE-E14B-BF50-B09FAB333BA0}"/>
              </a:ext>
            </a:extLst>
          </p:cNvPr>
          <p:cNvSpPr/>
          <p:nvPr/>
        </p:nvSpPr>
        <p:spPr>
          <a:xfrm>
            <a:off x="2020957" y="1264703"/>
            <a:ext cx="1489034" cy="672827"/>
          </a:xfrm>
          <a:prstGeom prst="ellipse">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5" name="椭圆 92">
            <a:extLst>
              <a:ext uri="{FF2B5EF4-FFF2-40B4-BE49-F238E27FC236}">
                <a16:creationId xmlns:a16="http://schemas.microsoft.com/office/drawing/2014/main" id="{84791191-2D0C-71D0-C10E-BC04DDDBBF32}"/>
              </a:ext>
            </a:extLst>
          </p:cNvPr>
          <p:cNvSpPr/>
          <p:nvPr/>
        </p:nvSpPr>
        <p:spPr>
          <a:xfrm>
            <a:off x="1598489" y="2505815"/>
            <a:ext cx="2333973" cy="777367"/>
          </a:xfrm>
          <a:prstGeom prst="ellipse">
            <a:avLst/>
          </a:prstGeom>
          <a:solidFill>
            <a:srgbClr val="333333"/>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6" name="椭圆 93">
            <a:extLst>
              <a:ext uri="{FF2B5EF4-FFF2-40B4-BE49-F238E27FC236}">
                <a16:creationId xmlns:a16="http://schemas.microsoft.com/office/drawing/2014/main" id="{5BEE2BBB-F4F1-F62D-FE34-43763EBA5D49}"/>
              </a:ext>
            </a:extLst>
          </p:cNvPr>
          <p:cNvSpPr/>
          <p:nvPr/>
        </p:nvSpPr>
        <p:spPr>
          <a:xfrm>
            <a:off x="1191079" y="3851467"/>
            <a:ext cx="3148793" cy="980781"/>
          </a:xfrm>
          <a:prstGeom prst="ellipse">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7" name="椭圆 94">
            <a:extLst>
              <a:ext uri="{FF2B5EF4-FFF2-40B4-BE49-F238E27FC236}">
                <a16:creationId xmlns:a16="http://schemas.microsoft.com/office/drawing/2014/main" id="{E2785C4E-345F-52C3-A1D1-89377899F1D1}"/>
              </a:ext>
            </a:extLst>
          </p:cNvPr>
          <p:cNvSpPr/>
          <p:nvPr/>
        </p:nvSpPr>
        <p:spPr>
          <a:xfrm>
            <a:off x="790575" y="5275354"/>
            <a:ext cx="3949802" cy="980781"/>
          </a:xfrm>
          <a:prstGeom prst="ellipse">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8" name="文本框 98">
            <a:extLst>
              <a:ext uri="{FF2B5EF4-FFF2-40B4-BE49-F238E27FC236}">
                <a16:creationId xmlns:a16="http://schemas.microsoft.com/office/drawing/2014/main" id="{DB2AE12E-D67C-6332-2AA7-C7FE46D56B34}"/>
              </a:ext>
            </a:extLst>
          </p:cNvPr>
          <p:cNvSpPr txBox="1"/>
          <p:nvPr/>
        </p:nvSpPr>
        <p:spPr>
          <a:xfrm>
            <a:off x="1926256" y="2688890"/>
            <a:ext cx="1678434" cy="344294"/>
          </a:xfrm>
          <a:prstGeom prst="rect">
            <a:avLst/>
          </a:prstGeom>
          <a:noFill/>
        </p:spPr>
        <p:txBody>
          <a:bodyPr wrap="none" rtlCol="0">
            <a:spAutoFit/>
          </a:bodyPr>
          <a:lstStyle/>
          <a:p>
            <a:pPr algn="ctr"/>
            <a:r>
              <a:rPr kumimoji="1"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热爱社交型用户</a:t>
            </a:r>
          </a:p>
        </p:txBody>
      </p:sp>
      <p:sp>
        <p:nvSpPr>
          <p:cNvPr id="109" name="文本框 99">
            <a:extLst>
              <a:ext uri="{FF2B5EF4-FFF2-40B4-BE49-F238E27FC236}">
                <a16:creationId xmlns:a16="http://schemas.microsoft.com/office/drawing/2014/main" id="{2227C75B-C26D-86F7-480F-789567963C23}"/>
              </a:ext>
            </a:extLst>
          </p:cNvPr>
          <p:cNvSpPr txBox="1"/>
          <p:nvPr/>
        </p:nvSpPr>
        <p:spPr>
          <a:xfrm>
            <a:off x="2249032" y="1374533"/>
            <a:ext cx="1032884" cy="344294"/>
          </a:xfrm>
          <a:prstGeom prst="rect">
            <a:avLst/>
          </a:prstGeom>
          <a:noFill/>
        </p:spPr>
        <p:txBody>
          <a:bodyPr wrap="none" rtlCol="0">
            <a:spAutoFit/>
          </a:bodyPr>
          <a:lstStyle/>
          <a:p>
            <a:pPr algn="ctr"/>
            <a:r>
              <a:rPr kumimoji="1"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金主用户</a:t>
            </a:r>
          </a:p>
        </p:txBody>
      </p:sp>
      <p:sp>
        <p:nvSpPr>
          <p:cNvPr id="110" name="文本框 100">
            <a:extLst>
              <a:ext uri="{FF2B5EF4-FFF2-40B4-BE49-F238E27FC236}">
                <a16:creationId xmlns:a16="http://schemas.microsoft.com/office/drawing/2014/main" id="{2973C946-FE40-E8FA-2FEE-C21D8AC20FA9}"/>
              </a:ext>
            </a:extLst>
          </p:cNvPr>
          <p:cNvSpPr txBox="1"/>
          <p:nvPr/>
        </p:nvSpPr>
        <p:spPr>
          <a:xfrm>
            <a:off x="1926256" y="4144072"/>
            <a:ext cx="1678434" cy="344294"/>
          </a:xfrm>
          <a:prstGeom prst="rect">
            <a:avLst/>
          </a:prstGeom>
          <a:noFill/>
        </p:spPr>
        <p:txBody>
          <a:bodyPr wrap="none" rtlCol="0">
            <a:spAutoFit/>
          </a:bodyPr>
          <a:lstStyle/>
          <a:p>
            <a:pPr algn="ctr"/>
            <a:r>
              <a:rPr kumimoji="1"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热爱社交型用户</a:t>
            </a:r>
          </a:p>
        </p:txBody>
      </p:sp>
      <p:sp>
        <p:nvSpPr>
          <p:cNvPr id="111" name="文本框 101">
            <a:extLst>
              <a:ext uri="{FF2B5EF4-FFF2-40B4-BE49-F238E27FC236}">
                <a16:creationId xmlns:a16="http://schemas.microsoft.com/office/drawing/2014/main" id="{4EB90C3A-8D99-E1EE-9A16-641260D9B16E}"/>
              </a:ext>
            </a:extLst>
          </p:cNvPr>
          <p:cNvSpPr txBox="1"/>
          <p:nvPr/>
        </p:nvSpPr>
        <p:spPr>
          <a:xfrm>
            <a:off x="1926256" y="5567960"/>
            <a:ext cx="1678434" cy="344294"/>
          </a:xfrm>
          <a:prstGeom prst="rect">
            <a:avLst/>
          </a:prstGeom>
          <a:noFill/>
        </p:spPr>
        <p:txBody>
          <a:bodyPr wrap="none" rtlCol="0">
            <a:spAutoFit/>
          </a:bodyPr>
          <a:lstStyle/>
          <a:p>
            <a:pPr algn="ctr"/>
            <a:r>
              <a:rPr kumimoji="1" lang="zh-CN" altLang="en-US" dirty="0">
                <a:solidFill>
                  <a:srgbClr val="FFFFFF"/>
                </a:solidFill>
                <a:latin typeface="微软雅黑" panose="020B0503020204020204" pitchFamily="34" charset="-122"/>
                <a:ea typeface="微软雅黑" panose="020B0503020204020204" pitchFamily="34" charset="-122"/>
                <a:cs typeface="微软雅黑" pitchFamily="18" charset="-122"/>
              </a:rPr>
              <a:t>热爱社交型用户</a:t>
            </a:r>
          </a:p>
        </p:txBody>
      </p:sp>
      <p:sp>
        <p:nvSpPr>
          <p:cNvPr id="112" name="矩形 103">
            <a:extLst>
              <a:ext uri="{FF2B5EF4-FFF2-40B4-BE49-F238E27FC236}">
                <a16:creationId xmlns:a16="http://schemas.microsoft.com/office/drawing/2014/main" id="{263572AE-3AEF-4437-90EA-D2B20BBC8B9A}"/>
              </a:ext>
            </a:extLst>
          </p:cNvPr>
          <p:cNvSpPr/>
          <p:nvPr/>
        </p:nvSpPr>
        <p:spPr>
          <a:xfrm>
            <a:off x="5317410" y="1591679"/>
            <a:ext cx="147808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dirty="0">
                <a:latin typeface="微软雅黑" panose="020B0503020204020204" pitchFamily="34" charset="-122"/>
                <a:ea typeface="微软雅黑" panose="020B0503020204020204" pitchFamily="34" charset="-122"/>
                <a:cs typeface="微软雅黑" pitchFamily="18" charset="-122"/>
              </a:rPr>
              <a:t>实现自我</a:t>
            </a:r>
          </a:p>
        </p:txBody>
      </p:sp>
      <p:sp>
        <p:nvSpPr>
          <p:cNvPr id="113" name="矩形 104">
            <a:extLst>
              <a:ext uri="{FF2B5EF4-FFF2-40B4-BE49-F238E27FC236}">
                <a16:creationId xmlns:a16="http://schemas.microsoft.com/office/drawing/2014/main" id="{30829880-A2A3-264F-111B-CD45A09B8291}"/>
              </a:ext>
            </a:extLst>
          </p:cNvPr>
          <p:cNvSpPr/>
          <p:nvPr/>
        </p:nvSpPr>
        <p:spPr>
          <a:xfrm>
            <a:off x="5317410" y="2503927"/>
            <a:ext cx="1478089" cy="705124"/>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dirty="0">
                <a:latin typeface="微软雅黑" panose="020B0503020204020204" pitchFamily="34" charset="-122"/>
                <a:ea typeface="微软雅黑" panose="020B0503020204020204" pitchFamily="34" charset="-122"/>
                <a:cs typeface="微软雅黑" pitchFamily="18" charset="-122"/>
              </a:rPr>
              <a:t>尊重需求</a:t>
            </a:r>
          </a:p>
        </p:txBody>
      </p:sp>
      <p:sp>
        <p:nvSpPr>
          <p:cNvPr id="114" name="矩形 105">
            <a:extLst>
              <a:ext uri="{FF2B5EF4-FFF2-40B4-BE49-F238E27FC236}">
                <a16:creationId xmlns:a16="http://schemas.microsoft.com/office/drawing/2014/main" id="{52A3D20F-5E3C-B5DC-C67B-D0FBD00B61A6}"/>
              </a:ext>
            </a:extLst>
          </p:cNvPr>
          <p:cNvSpPr/>
          <p:nvPr/>
        </p:nvSpPr>
        <p:spPr>
          <a:xfrm>
            <a:off x="5317410" y="3416174"/>
            <a:ext cx="147808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dirty="0">
                <a:latin typeface="微软雅黑" panose="020B0503020204020204" pitchFamily="34" charset="-122"/>
                <a:ea typeface="微软雅黑" panose="020B0503020204020204" pitchFamily="34" charset="-122"/>
                <a:cs typeface="微软雅黑" pitchFamily="18" charset="-122"/>
              </a:rPr>
              <a:t>社交需求</a:t>
            </a:r>
          </a:p>
        </p:txBody>
      </p:sp>
      <p:sp>
        <p:nvSpPr>
          <p:cNvPr id="115" name="矩形 106">
            <a:extLst>
              <a:ext uri="{FF2B5EF4-FFF2-40B4-BE49-F238E27FC236}">
                <a16:creationId xmlns:a16="http://schemas.microsoft.com/office/drawing/2014/main" id="{60D41FA5-703D-D52E-E510-9E791945FDD4}"/>
              </a:ext>
            </a:extLst>
          </p:cNvPr>
          <p:cNvSpPr/>
          <p:nvPr/>
        </p:nvSpPr>
        <p:spPr>
          <a:xfrm>
            <a:off x="5317410" y="4328423"/>
            <a:ext cx="1478089" cy="705124"/>
          </a:xfrm>
          <a:prstGeom prst="rect">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dirty="0">
                <a:solidFill>
                  <a:srgbClr val="336699"/>
                </a:solidFill>
                <a:latin typeface="微软雅黑" panose="020B0503020204020204" pitchFamily="34" charset="-122"/>
                <a:ea typeface="微软雅黑" panose="020B0503020204020204" pitchFamily="34" charset="-122"/>
                <a:cs typeface="微软雅黑" pitchFamily="18" charset="-122"/>
              </a:rPr>
              <a:t>安全需求</a:t>
            </a:r>
          </a:p>
        </p:txBody>
      </p:sp>
      <p:sp>
        <p:nvSpPr>
          <p:cNvPr id="116" name="矩形 107">
            <a:extLst>
              <a:ext uri="{FF2B5EF4-FFF2-40B4-BE49-F238E27FC236}">
                <a16:creationId xmlns:a16="http://schemas.microsoft.com/office/drawing/2014/main" id="{3204AC46-7277-FF8C-4D43-425A60F0BC59}"/>
              </a:ext>
            </a:extLst>
          </p:cNvPr>
          <p:cNvSpPr/>
          <p:nvPr/>
        </p:nvSpPr>
        <p:spPr>
          <a:xfrm>
            <a:off x="5317410" y="5240672"/>
            <a:ext cx="147808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dirty="0">
                <a:latin typeface="微软雅黑" panose="020B0503020204020204" pitchFamily="34" charset="-122"/>
                <a:ea typeface="微软雅黑" panose="020B0503020204020204" pitchFamily="34" charset="-122"/>
                <a:cs typeface="微软雅黑" pitchFamily="18" charset="-122"/>
              </a:rPr>
              <a:t>自我需求</a:t>
            </a:r>
          </a:p>
        </p:txBody>
      </p:sp>
      <p:sp>
        <p:nvSpPr>
          <p:cNvPr id="117" name="矩形 110">
            <a:extLst>
              <a:ext uri="{FF2B5EF4-FFF2-40B4-BE49-F238E27FC236}">
                <a16:creationId xmlns:a16="http://schemas.microsoft.com/office/drawing/2014/main" id="{9F46FB59-CE37-7768-61BF-BCA78F6038DF}"/>
              </a:ext>
            </a:extLst>
          </p:cNvPr>
          <p:cNvSpPr/>
          <p:nvPr/>
        </p:nvSpPr>
        <p:spPr>
          <a:xfrm>
            <a:off x="7148810" y="1591679"/>
            <a:ext cx="390785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cs typeface="微软雅黑" pitchFamily="18" charset="-122"/>
            </a:endParaRPr>
          </a:p>
        </p:txBody>
      </p:sp>
      <p:sp>
        <p:nvSpPr>
          <p:cNvPr id="118" name="矩形 111">
            <a:extLst>
              <a:ext uri="{FF2B5EF4-FFF2-40B4-BE49-F238E27FC236}">
                <a16:creationId xmlns:a16="http://schemas.microsoft.com/office/drawing/2014/main" id="{40E45814-B5E5-30D3-FFE1-85669919B0D4}"/>
              </a:ext>
            </a:extLst>
          </p:cNvPr>
          <p:cNvSpPr/>
          <p:nvPr/>
        </p:nvSpPr>
        <p:spPr>
          <a:xfrm>
            <a:off x="7148810" y="2503927"/>
            <a:ext cx="3907859" cy="705124"/>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cs typeface="微软雅黑" pitchFamily="18" charset="-122"/>
            </a:endParaRPr>
          </a:p>
        </p:txBody>
      </p:sp>
      <p:sp>
        <p:nvSpPr>
          <p:cNvPr id="119" name="矩形 112">
            <a:extLst>
              <a:ext uri="{FF2B5EF4-FFF2-40B4-BE49-F238E27FC236}">
                <a16:creationId xmlns:a16="http://schemas.microsoft.com/office/drawing/2014/main" id="{2E0A81E3-994C-1126-8C74-EC8C0E69E541}"/>
              </a:ext>
            </a:extLst>
          </p:cNvPr>
          <p:cNvSpPr/>
          <p:nvPr/>
        </p:nvSpPr>
        <p:spPr>
          <a:xfrm>
            <a:off x="7148810" y="3416174"/>
            <a:ext cx="390785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cs typeface="微软雅黑" pitchFamily="18" charset="-122"/>
            </a:endParaRPr>
          </a:p>
        </p:txBody>
      </p:sp>
      <p:sp>
        <p:nvSpPr>
          <p:cNvPr id="120" name="矩形 113">
            <a:extLst>
              <a:ext uri="{FF2B5EF4-FFF2-40B4-BE49-F238E27FC236}">
                <a16:creationId xmlns:a16="http://schemas.microsoft.com/office/drawing/2014/main" id="{EFB6FD22-3039-94D3-3DCF-52575943919E}"/>
              </a:ext>
            </a:extLst>
          </p:cNvPr>
          <p:cNvSpPr/>
          <p:nvPr/>
        </p:nvSpPr>
        <p:spPr>
          <a:xfrm>
            <a:off x="7148810" y="4328423"/>
            <a:ext cx="3907859" cy="705124"/>
          </a:xfrm>
          <a:prstGeom prst="rect">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cs typeface="微软雅黑" pitchFamily="18" charset="-122"/>
            </a:endParaRPr>
          </a:p>
        </p:txBody>
      </p:sp>
      <p:sp>
        <p:nvSpPr>
          <p:cNvPr id="121" name="矩形 114">
            <a:extLst>
              <a:ext uri="{FF2B5EF4-FFF2-40B4-BE49-F238E27FC236}">
                <a16:creationId xmlns:a16="http://schemas.microsoft.com/office/drawing/2014/main" id="{63A44AA4-4BB0-ADF0-BBF7-A0CE0F973A1E}"/>
              </a:ext>
            </a:extLst>
          </p:cNvPr>
          <p:cNvSpPr/>
          <p:nvPr/>
        </p:nvSpPr>
        <p:spPr>
          <a:xfrm>
            <a:off x="7148810" y="5240672"/>
            <a:ext cx="3907859" cy="705124"/>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dirty="0">
              <a:latin typeface="微软雅黑" panose="020B0503020204020204" pitchFamily="34" charset="-122"/>
              <a:ea typeface="微软雅黑" panose="020B0503020204020204" pitchFamily="34" charset="-122"/>
              <a:cs typeface="微软雅黑" pitchFamily="18" charset="-122"/>
            </a:endParaRPr>
          </a:p>
        </p:txBody>
      </p:sp>
      <p:sp>
        <p:nvSpPr>
          <p:cNvPr id="122" name="文本框 115">
            <a:extLst>
              <a:ext uri="{FF2B5EF4-FFF2-40B4-BE49-F238E27FC236}">
                <a16:creationId xmlns:a16="http://schemas.microsoft.com/office/drawing/2014/main" id="{76024208-82CD-B422-FD01-679271E82792}"/>
              </a:ext>
            </a:extLst>
          </p:cNvPr>
          <p:cNvSpPr txBox="1"/>
          <p:nvPr/>
        </p:nvSpPr>
        <p:spPr>
          <a:xfrm>
            <a:off x="7435840" y="1616018"/>
            <a:ext cx="2770396" cy="572091"/>
          </a:xfrm>
          <a:prstGeom prst="rect">
            <a:avLst/>
          </a:prstGeom>
          <a:noFill/>
        </p:spPr>
        <p:txBody>
          <a:bodyPr wrap="square" rtlCol="0">
            <a:spAutoFit/>
          </a:bodyPr>
          <a:lstStyle/>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帮助更多人获取收益</a:t>
            </a:r>
            <a:endParaRPr kumimoji="1" lang="en-US" altLang="zh-CN" sz="1119"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获得荣誉感和尊重，取得被认同感</a:t>
            </a:r>
          </a:p>
        </p:txBody>
      </p:sp>
      <p:sp>
        <p:nvSpPr>
          <p:cNvPr id="123" name="文本框 116">
            <a:extLst>
              <a:ext uri="{FF2B5EF4-FFF2-40B4-BE49-F238E27FC236}">
                <a16:creationId xmlns:a16="http://schemas.microsoft.com/office/drawing/2014/main" id="{3C7D993A-F0F2-3BD9-7FB8-6748CAEFDB57}"/>
              </a:ext>
            </a:extLst>
          </p:cNvPr>
          <p:cNvSpPr txBox="1"/>
          <p:nvPr/>
        </p:nvSpPr>
        <p:spPr>
          <a:xfrm>
            <a:off x="7435840" y="2513524"/>
            <a:ext cx="2770396" cy="572091"/>
          </a:xfrm>
          <a:prstGeom prst="rect">
            <a:avLst/>
          </a:prstGeom>
          <a:noFill/>
        </p:spPr>
        <p:txBody>
          <a:bodyPr wrap="square" rtlCol="0">
            <a:spAutoFit/>
          </a:bodyPr>
          <a:lstStyle/>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帮助更多人获取收益</a:t>
            </a:r>
            <a:endParaRPr kumimoji="1" lang="en-US" altLang="zh-CN" sz="1119"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获得荣誉感和尊重，取得被认同感</a:t>
            </a:r>
          </a:p>
        </p:txBody>
      </p:sp>
      <p:sp>
        <p:nvSpPr>
          <p:cNvPr id="124" name="文本框 117">
            <a:extLst>
              <a:ext uri="{FF2B5EF4-FFF2-40B4-BE49-F238E27FC236}">
                <a16:creationId xmlns:a16="http://schemas.microsoft.com/office/drawing/2014/main" id="{ADED1616-6F07-C555-CC84-58C47D6E4650}"/>
              </a:ext>
            </a:extLst>
          </p:cNvPr>
          <p:cNvSpPr txBox="1"/>
          <p:nvPr/>
        </p:nvSpPr>
        <p:spPr>
          <a:xfrm>
            <a:off x="7435840" y="3459543"/>
            <a:ext cx="2770396" cy="572091"/>
          </a:xfrm>
          <a:prstGeom prst="rect">
            <a:avLst/>
          </a:prstGeom>
          <a:noFill/>
        </p:spPr>
        <p:txBody>
          <a:bodyPr wrap="square" rtlCol="0">
            <a:spAutoFit/>
          </a:bodyPr>
          <a:lstStyle/>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帮助更多人获取收益</a:t>
            </a:r>
            <a:endParaRPr kumimoji="1" lang="en-US" altLang="zh-CN" sz="1119"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获得荣誉感和尊重，取得被认同感</a:t>
            </a:r>
          </a:p>
        </p:txBody>
      </p:sp>
      <p:sp>
        <p:nvSpPr>
          <p:cNvPr id="125" name="文本框 118">
            <a:extLst>
              <a:ext uri="{FF2B5EF4-FFF2-40B4-BE49-F238E27FC236}">
                <a16:creationId xmlns:a16="http://schemas.microsoft.com/office/drawing/2014/main" id="{123BD206-C25C-E091-0B40-8DC670EF2114}"/>
              </a:ext>
            </a:extLst>
          </p:cNvPr>
          <p:cNvSpPr txBox="1"/>
          <p:nvPr/>
        </p:nvSpPr>
        <p:spPr>
          <a:xfrm>
            <a:off x="7435840" y="4381306"/>
            <a:ext cx="2770396" cy="572091"/>
          </a:xfrm>
          <a:prstGeom prst="rect">
            <a:avLst/>
          </a:prstGeom>
          <a:noFill/>
        </p:spPr>
        <p:txBody>
          <a:bodyPr wrap="square" rtlCol="0">
            <a:spAutoFit/>
          </a:bodyPr>
          <a:lstStyle/>
          <a:p>
            <a:pPr>
              <a:lnSpc>
                <a:spcPct val="150000"/>
              </a:lnSpc>
            </a:pPr>
            <a:r>
              <a:rPr kumimoji="1" lang="zh-CN" altLang="en-US" sz="1119" dirty="0">
                <a:solidFill>
                  <a:srgbClr val="7A8C8E"/>
                </a:solidFill>
                <a:latin typeface="微软雅黑" panose="020B0503020204020204" pitchFamily="34" charset="-122"/>
                <a:ea typeface="微软雅黑" panose="020B0503020204020204" pitchFamily="34" charset="-122"/>
                <a:cs typeface="微软雅黑" pitchFamily="18" charset="-122"/>
              </a:rPr>
              <a:t>帮助更多人获取收益</a:t>
            </a:r>
            <a:endParaRPr kumimoji="1" lang="en-US" altLang="zh-CN" sz="1119" dirty="0">
              <a:solidFill>
                <a:srgbClr val="7A8C8E"/>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1119" dirty="0">
                <a:solidFill>
                  <a:srgbClr val="7A8C8E"/>
                </a:solidFill>
                <a:latin typeface="微软雅黑" panose="020B0503020204020204" pitchFamily="34" charset="-122"/>
                <a:ea typeface="微软雅黑" panose="020B0503020204020204" pitchFamily="34" charset="-122"/>
                <a:cs typeface="微软雅黑" pitchFamily="18" charset="-122"/>
              </a:rPr>
              <a:t>获得荣誉感和尊重，取得被认同感</a:t>
            </a:r>
          </a:p>
        </p:txBody>
      </p:sp>
      <p:sp>
        <p:nvSpPr>
          <p:cNvPr id="126" name="文本框 119">
            <a:extLst>
              <a:ext uri="{FF2B5EF4-FFF2-40B4-BE49-F238E27FC236}">
                <a16:creationId xmlns:a16="http://schemas.microsoft.com/office/drawing/2014/main" id="{A4407C14-5A37-0F84-9624-1F841139D8DE}"/>
              </a:ext>
            </a:extLst>
          </p:cNvPr>
          <p:cNvSpPr txBox="1"/>
          <p:nvPr/>
        </p:nvSpPr>
        <p:spPr>
          <a:xfrm>
            <a:off x="7435840" y="5266683"/>
            <a:ext cx="2770396" cy="572091"/>
          </a:xfrm>
          <a:prstGeom prst="rect">
            <a:avLst/>
          </a:prstGeom>
          <a:noFill/>
        </p:spPr>
        <p:txBody>
          <a:bodyPr wrap="square" rtlCol="0">
            <a:spAutoFit/>
          </a:bodyPr>
          <a:lstStyle/>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帮助更多人获取收益</a:t>
            </a:r>
            <a:endParaRPr kumimoji="1" lang="en-US" altLang="zh-CN" sz="1119" dirty="0">
              <a:solidFill>
                <a:srgbClr val="FFFFFF"/>
              </a:solidFill>
              <a:latin typeface="微软雅黑" panose="020B0503020204020204" pitchFamily="34" charset="-122"/>
              <a:ea typeface="微软雅黑" panose="020B0503020204020204" pitchFamily="34" charset="-122"/>
              <a:cs typeface="微软雅黑" pitchFamily="18" charset="-122"/>
            </a:endParaRPr>
          </a:p>
          <a:p>
            <a:pPr>
              <a:lnSpc>
                <a:spcPct val="150000"/>
              </a:lnSpc>
            </a:pPr>
            <a:r>
              <a:rPr kumimoji="1" lang="zh-CN" altLang="en-US" sz="1119" dirty="0">
                <a:solidFill>
                  <a:srgbClr val="FFFFFF"/>
                </a:solidFill>
                <a:latin typeface="微软雅黑" panose="020B0503020204020204" pitchFamily="34" charset="-122"/>
                <a:ea typeface="微软雅黑" panose="020B0503020204020204" pitchFamily="34" charset="-122"/>
                <a:cs typeface="微软雅黑" pitchFamily="18" charset="-122"/>
              </a:rPr>
              <a:t>获得荣誉感和尊重，取得被认同感</a:t>
            </a:r>
          </a:p>
        </p:txBody>
      </p:sp>
      <p:sp>
        <p:nvSpPr>
          <p:cNvPr id="127" name="右箭头 122">
            <a:extLst>
              <a:ext uri="{FF2B5EF4-FFF2-40B4-BE49-F238E27FC236}">
                <a16:creationId xmlns:a16="http://schemas.microsoft.com/office/drawing/2014/main" id="{CDBE52F4-6FDB-1B92-6B1E-55ABC1D242B6}"/>
              </a:ext>
            </a:extLst>
          </p:cNvPr>
          <p:cNvSpPr/>
          <p:nvPr/>
        </p:nvSpPr>
        <p:spPr>
          <a:xfrm>
            <a:off x="6667198" y="2630074"/>
            <a:ext cx="583768" cy="407898"/>
          </a:xfrm>
          <a:prstGeom prst="rightArrow">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8" name="右箭头 123">
            <a:extLst>
              <a:ext uri="{FF2B5EF4-FFF2-40B4-BE49-F238E27FC236}">
                <a16:creationId xmlns:a16="http://schemas.microsoft.com/office/drawing/2014/main" id="{AF744A39-1785-468C-4C65-2FCAA44492B9}"/>
              </a:ext>
            </a:extLst>
          </p:cNvPr>
          <p:cNvSpPr/>
          <p:nvPr/>
        </p:nvSpPr>
        <p:spPr>
          <a:xfrm>
            <a:off x="6667198" y="1745543"/>
            <a:ext cx="583768" cy="407898"/>
          </a:xfrm>
          <a:prstGeom prst="rightArrow">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9" name="右箭头 124">
            <a:extLst>
              <a:ext uri="{FF2B5EF4-FFF2-40B4-BE49-F238E27FC236}">
                <a16:creationId xmlns:a16="http://schemas.microsoft.com/office/drawing/2014/main" id="{2D7B9F5C-F6DC-735F-9AD1-B5A2B3DD2390}"/>
              </a:ext>
            </a:extLst>
          </p:cNvPr>
          <p:cNvSpPr/>
          <p:nvPr/>
        </p:nvSpPr>
        <p:spPr>
          <a:xfrm>
            <a:off x="6667198" y="3541682"/>
            <a:ext cx="583768" cy="407898"/>
          </a:xfrm>
          <a:prstGeom prst="rightArrow">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0" name="右箭头 125">
            <a:extLst>
              <a:ext uri="{FF2B5EF4-FFF2-40B4-BE49-F238E27FC236}">
                <a16:creationId xmlns:a16="http://schemas.microsoft.com/office/drawing/2014/main" id="{2622931B-A35B-ABF5-8C63-8CF2B3DE2060}"/>
              </a:ext>
            </a:extLst>
          </p:cNvPr>
          <p:cNvSpPr/>
          <p:nvPr/>
        </p:nvSpPr>
        <p:spPr>
          <a:xfrm>
            <a:off x="6667198" y="4480368"/>
            <a:ext cx="583768" cy="407898"/>
          </a:xfrm>
          <a:prstGeom prst="rightArrow">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1" name="右箭头 126">
            <a:extLst>
              <a:ext uri="{FF2B5EF4-FFF2-40B4-BE49-F238E27FC236}">
                <a16:creationId xmlns:a16="http://schemas.microsoft.com/office/drawing/2014/main" id="{C8C70CB9-57F2-7DB5-3404-9035FF7BC8C3}"/>
              </a:ext>
            </a:extLst>
          </p:cNvPr>
          <p:cNvSpPr/>
          <p:nvPr/>
        </p:nvSpPr>
        <p:spPr>
          <a:xfrm>
            <a:off x="6667198" y="5382952"/>
            <a:ext cx="583768" cy="407898"/>
          </a:xfrm>
          <a:prstGeom prst="rightArrow">
            <a:avLst/>
          </a:prstGeom>
          <a:solidFill>
            <a:srgbClr val="FFFFFF"/>
          </a:solidFill>
          <a:ln>
            <a:solidFill>
              <a:srgbClr val="336699"/>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R041 SWOT四维分析（结构示例）</a:t>
            </a:r>
          </a:p>
        </p:txBody>
      </p:sp>
      <p:grpSp>
        <p:nvGrpSpPr>
          <p:cNvPr id="101" name="组合 153">
            <a:extLst>
              <a:ext uri="{FF2B5EF4-FFF2-40B4-BE49-F238E27FC236}">
                <a16:creationId xmlns:a16="http://schemas.microsoft.com/office/drawing/2014/main" id="{FB7E5AB7-F04B-81C7-07D8-962F8EDB9445}"/>
              </a:ext>
            </a:extLst>
          </p:cNvPr>
          <p:cNvGrpSpPr/>
          <p:nvPr/>
        </p:nvGrpSpPr>
        <p:grpSpPr>
          <a:xfrm>
            <a:off x="9128502" y="3510396"/>
            <a:ext cx="1864061" cy="2757054"/>
            <a:chOff x="9589687" y="3766202"/>
            <a:chExt cx="2147549" cy="3176348"/>
          </a:xfrm>
        </p:grpSpPr>
        <p:sp>
          <p:nvSpPr>
            <p:cNvPr id="102" name="Shape">
              <a:extLst>
                <a:ext uri="{FF2B5EF4-FFF2-40B4-BE49-F238E27FC236}">
                  <a16:creationId xmlns:a16="http://schemas.microsoft.com/office/drawing/2014/main" id="{F92CEB34-9B77-B2CD-9030-DBEF5D631DB8}"/>
                </a:ext>
              </a:extLst>
            </p:cNvPr>
            <p:cNvSpPr/>
            <p:nvPr/>
          </p:nvSpPr>
          <p:spPr>
            <a:xfrm>
              <a:off x="9589687" y="4189849"/>
              <a:ext cx="170117" cy="2752701"/>
            </a:xfrm>
            <a:prstGeom prst="rect">
              <a:avLst/>
            </a:prstGeom>
            <a:solidFill>
              <a:srgbClr val="75BDA7">
                <a:lumMod val="75000"/>
              </a:srgbClr>
            </a:solidFill>
            <a:ln w="12700">
              <a:miter lim="400000"/>
            </a:ln>
          </p:spPr>
          <p:txBody>
            <a:bodyPr lIns="38100" tIns="38100" rIns="38100" bIns="38100" anchor="ctr"/>
            <a:lstStyle/>
            <a:p>
              <a:pPr>
                <a:defRPr sz="3000">
                  <a:solidFill>
                    <a:srgbClr val="FFFFFF"/>
                  </a:solidFill>
                </a:defRPr>
              </a:pPr>
              <a:endParaRPr/>
            </a:p>
          </p:txBody>
        </p:sp>
        <p:sp>
          <p:nvSpPr>
            <p:cNvPr id="103" name="Shape">
              <a:extLst>
                <a:ext uri="{FF2B5EF4-FFF2-40B4-BE49-F238E27FC236}">
                  <a16:creationId xmlns:a16="http://schemas.microsoft.com/office/drawing/2014/main" id="{C86DFEA7-9AFC-FF13-B305-39826DF03D8F}"/>
                </a:ext>
              </a:extLst>
            </p:cNvPr>
            <p:cNvSpPr/>
            <p:nvPr/>
          </p:nvSpPr>
          <p:spPr>
            <a:xfrm>
              <a:off x="9750278" y="4252334"/>
              <a:ext cx="694824" cy="2690216"/>
            </a:xfrm>
            <a:prstGeom prst="rect">
              <a:avLst/>
            </a:prstGeom>
            <a:solidFill>
              <a:srgbClr val="75BDA7">
                <a:lumMod val="50000"/>
              </a:srgbClr>
            </a:solidFill>
            <a:ln w="12700">
              <a:miter lim="400000"/>
            </a:ln>
          </p:spPr>
          <p:txBody>
            <a:bodyPr lIns="38100" tIns="38100" rIns="38100" bIns="38100" anchor="ctr"/>
            <a:lstStyle/>
            <a:p>
              <a:pPr>
                <a:defRPr sz="3000">
                  <a:solidFill>
                    <a:srgbClr val="FFFFFF"/>
                  </a:solidFill>
                </a:defRPr>
              </a:pPr>
              <a:endParaRPr/>
            </a:p>
          </p:txBody>
        </p:sp>
        <p:sp>
          <p:nvSpPr>
            <p:cNvPr id="104" name="Shape">
              <a:extLst>
                <a:ext uri="{FF2B5EF4-FFF2-40B4-BE49-F238E27FC236}">
                  <a16:creationId xmlns:a16="http://schemas.microsoft.com/office/drawing/2014/main" id="{F705BD8E-A237-CF9E-F63B-3E81C57431C8}"/>
                </a:ext>
              </a:extLst>
            </p:cNvPr>
            <p:cNvSpPr/>
            <p:nvPr/>
          </p:nvSpPr>
          <p:spPr>
            <a:xfrm>
              <a:off x="10440076" y="4031538"/>
              <a:ext cx="1251202" cy="2908631"/>
            </a:xfrm>
            <a:prstGeom prst="rect">
              <a:avLst/>
            </a:prstGeom>
            <a:solidFill>
              <a:srgbClr val="75BDA7">
                <a:lumMod val="25000"/>
              </a:srgbClr>
            </a:solidFill>
            <a:ln w="12700">
              <a:miter lim="400000"/>
            </a:ln>
          </p:spPr>
          <p:txBody>
            <a:bodyPr lIns="38100" tIns="38100" rIns="38100" bIns="38100" anchor="ctr"/>
            <a:lstStyle/>
            <a:p>
              <a:pPr>
                <a:defRPr sz="3000">
                  <a:solidFill>
                    <a:srgbClr val="FFFFFF"/>
                  </a:solidFill>
                </a:defRPr>
              </a:pPr>
              <a:endParaRPr/>
            </a:p>
          </p:txBody>
        </p:sp>
        <p:sp>
          <p:nvSpPr>
            <p:cNvPr id="105" name="Shape">
              <a:extLst>
                <a:ext uri="{FF2B5EF4-FFF2-40B4-BE49-F238E27FC236}">
                  <a16:creationId xmlns:a16="http://schemas.microsoft.com/office/drawing/2014/main" id="{E08347ED-1524-BCA1-DEB6-87BCD6B9FFAB}"/>
                </a:ext>
              </a:extLst>
            </p:cNvPr>
            <p:cNvSpPr/>
            <p:nvPr/>
          </p:nvSpPr>
          <p:spPr>
            <a:xfrm>
              <a:off x="11171462" y="5348965"/>
              <a:ext cx="565774" cy="1591204"/>
            </a:xfrm>
            <a:prstGeom prst="rect">
              <a:avLst/>
            </a:prstGeom>
            <a:solidFill>
              <a:srgbClr val="75BDA7">
                <a:lumMod val="50000"/>
              </a:srgbClr>
            </a:solidFill>
            <a:ln w="12700">
              <a:miter lim="400000"/>
            </a:ln>
          </p:spPr>
          <p:txBody>
            <a:bodyPr lIns="38100" tIns="38100" rIns="38100" bIns="38100" anchor="ctr"/>
            <a:lstStyle/>
            <a:p>
              <a:pPr>
                <a:defRPr sz="3000">
                  <a:solidFill>
                    <a:srgbClr val="FFFFFF"/>
                  </a:solidFill>
                </a:defRPr>
              </a:pPr>
              <a:endParaRPr/>
            </a:p>
          </p:txBody>
        </p:sp>
        <p:sp>
          <p:nvSpPr>
            <p:cNvPr id="106" name="Shape">
              <a:extLst>
                <a:ext uri="{FF2B5EF4-FFF2-40B4-BE49-F238E27FC236}">
                  <a16:creationId xmlns:a16="http://schemas.microsoft.com/office/drawing/2014/main" id="{FA999B9F-FD39-9387-E84E-088B0A578E71}"/>
                </a:ext>
              </a:extLst>
            </p:cNvPr>
            <p:cNvSpPr/>
            <p:nvPr/>
          </p:nvSpPr>
          <p:spPr>
            <a:xfrm>
              <a:off x="9589687" y="3766202"/>
              <a:ext cx="2147549" cy="1707111"/>
            </a:xfrm>
            <a:custGeom>
              <a:avLst/>
              <a:gdLst/>
              <a:ahLst/>
              <a:cxnLst>
                <a:cxn ang="0">
                  <a:pos x="wd2" y="hd2"/>
                </a:cxn>
                <a:cxn ang="5400000">
                  <a:pos x="wd2" y="hd2"/>
                </a:cxn>
                <a:cxn ang="10800000">
                  <a:pos x="wd2" y="hd2"/>
                </a:cxn>
                <a:cxn ang="16200000">
                  <a:pos x="wd2" y="hd2"/>
                </a:cxn>
              </a:cxnLst>
              <a:rect l="0" t="0" r="r" b="b"/>
              <a:pathLst>
                <a:path w="21600" h="21600" extrusionOk="0">
                  <a:moveTo>
                    <a:pt x="19490" y="0"/>
                  </a:moveTo>
                  <a:lnTo>
                    <a:pt x="21150" y="3342"/>
                  </a:lnTo>
                  <a:lnTo>
                    <a:pt x="14246" y="5233"/>
                  </a:lnTo>
                  <a:lnTo>
                    <a:pt x="21600" y="20041"/>
                  </a:lnTo>
                  <a:lnTo>
                    <a:pt x="15909" y="21600"/>
                  </a:lnTo>
                  <a:lnTo>
                    <a:pt x="8559" y="6791"/>
                  </a:lnTo>
                  <a:lnTo>
                    <a:pt x="1655" y="8682"/>
                  </a:lnTo>
                  <a:lnTo>
                    <a:pt x="0" y="5345"/>
                  </a:lnTo>
                  <a:close/>
                </a:path>
              </a:pathLst>
            </a:custGeom>
            <a:solidFill>
              <a:srgbClr val="75BDA7"/>
            </a:solidFill>
            <a:ln w="12700">
              <a:miter lim="400000"/>
            </a:ln>
          </p:spPr>
          <p:txBody>
            <a:bodyPr lIns="38100" tIns="38100" rIns="38100" bIns="38100" anchor="ctr"/>
            <a:lstStyle/>
            <a:p>
              <a:pPr>
                <a:defRPr sz="3000">
                  <a:solidFill>
                    <a:srgbClr val="FFFFFF"/>
                  </a:solidFill>
                </a:defRPr>
              </a:pPr>
              <a:endParaRPr/>
            </a:p>
          </p:txBody>
        </p:sp>
      </p:grpSp>
      <p:grpSp>
        <p:nvGrpSpPr>
          <p:cNvPr id="107" name="组合 154">
            <a:extLst>
              <a:ext uri="{FF2B5EF4-FFF2-40B4-BE49-F238E27FC236}">
                <a16:creationId xmlns:a16="http://schemas.microsoft.com/office/drawing/2014/main" id="{A8620ECC-833D-3767-5F1F-AA9EF0CE25CC}"/>
              </a:ext>
            </a:extLst>
          </p:cNvPr>
          <p:cNvGrpSpPr/>
          <p:nvPr/>
        </p:nvGrpSpPr>
        <p:grpSpPr>
          <a:xfrm>
            <a:off x="6609909" y="3619068"/>
            <a:ext cx="2355753" cy="2648382"/>
            <a:chOff x="6688064" y="3891400"/>
            <a:chExt cx="2714018" cy="3051150"/>
          </a:xfrm>
        </p:grpSpPr>
        <p:sp>
          <p:nvSpPr>
            <p:cNvPr id="108" name="Shape">
              <a:extLst>
                <a:ext uri="{FF2B5EF4-FFF2-40B4-BE49-F238E27FC236}">
                  <a16:creationId xmlns:a16="http://schemas.microsoft.com/office/drawing/2014/main" id="{CEB4A39B-78D6-35A1-E726-411F4E8DA048}"/>
                </a:ext>
              </a:extLst>
            </p:cNvPr>
            <p:cNvSpPr/>
            <p:nvPr/>
          </p:nvSpPr>
          <p:spPr>
            <a:xfrm>
              <a:off x="8807047" y="4735464"/>
              <a:ext cx="2131" cy="592461"/>
            </a:xfrm>
            <a:custGeom>
              <a:avLst/>
              <a:gdLst/>
              <a:ahLst/>
              <a:cxnLst>
                <a:cxn ang="0">
                  <a:pos x="wd2" y="hd2"/>
                </a:cxn>
                <a:cxn ang="5400000">
                  <a:pos x="wd2" y="hd2"/>
                </a:cxn>
                <a:cxn ang="10800000">
                  <a:pos x="wd2" y="hd2"/>
                </a:cxn>
                <a:cxn ang="16200000">
                  <a:pos x="wd2" y="hd2"/>
                </a:cxn>
              </a:cxnLst>
              <a:rect l="0" t="0" r="r" b="b"/>
              <a:pathLst>
                <a:path w="21600" h="21600" extrusionOk="0">
                  <a:moveTo>
                    <a:pt x="21600" y="21585"/>
                  </a:moveTo>
                  <a:lnTo>
                    <a:pt x="8648" y="721"/>
                  </a:lnTo>
                  <a:cubicBezTo>
                    <a:pt x="8648" y="486"/>
                    <a:pt x="4324" y="236"/>
                    <a:pt x="0" y="0"/>
                  </a:cubicBezTo>
                  <a:lnTo>
                    <a:pt x="12952" y="21600"/>
                  </a:lnTo>
                  <a:cubicBezTo>
                    <a:pt x="17276" y="21585"/>
                    <a:pt x="21600" y="21585"/>
                    <a:pt x="21600" y="21585"/>
                  </a:cubicBezTo>
                  <a:close/>
                </a:path>
              </a:pathLst>
            </a:custGeom>
            <a:solidFill>
              <a:srgbClr val="834637"/>
            </a:solidFill>
            <a:ln w="12700">
              <a:miter lim="400000"/>
            </a:ln>
          </p:spPr>
          <p:txBody>
            <a:bodyPr lIns="38100" tIns="38100" rIns="38100" bIns="38100" anchor="ctr"/>
            <a:lstStyle/>
            <a:p>
              <a:pPr>
                <a:defRPr sz="3000">
                  <a:solidFill>
                    <a:srgbClr val="FFFFFF"/>
                  </a:solidFill>
                </a:defRPr>
              </a:pPr>
              <a:endParaRPr/>
            </a:p>
          </p:txBody>
        </p:sp>
        <p:sp>
          <p:nvSpPr>
            <p:cNvPr id="109" name="Shape">
              <a:extLst>
                <a:ext uri="{FF2B5EF4-FFF2-40B4-BE49-F238E27FC236}">
                  <a16:creationId xmlns:a16="http://schemas.microsoft.com/office/drawing/2014/main" id="{3A6567B3-8618-7BBF-05B6-090AE335078E}"/>
                </a:ext>
              </a:extLst>
            </p:cNvPr>
            <p:cNvSpPr/>
            <p:nvPr/>
          </p:nvSpPr>
          <p:spPr>
            <a:xfrm>
              <a:off x="8807047" y="4735464"/>
              <a:ext cx="1278" cy="592057"/>
            </a:xfrm>
            <a:custGeom>
              <a:avLst/>
              <a:gdLst/>
              <a:ahLst/>
              <a:cxnLst>
                <a:cxn ang="0">
                  <a:pos x="wd2" y="hd2"/>
                </a:cxn>
                <a:cxn ang="5400000">
                  <a:pos x="wd2" y="hd2"/>
                </a:cxn>
                <a:cxn ang="10800000">
                  <a:pos x="wd2" y="hd2"/>
                </a:cxn>
                <a:cxn ang="16200000">
                  <a:pos x="wd2" y="hd2"/>
                </a:cxn>
              </a:cxnLst>
              <a:rect l="0" t="0" r="r" b="b"/>
              <a:pathLst>
                <a:path w="21600" h="21600" extrusionOk="0">
                  <a:moveTo>
                    <a:pt x="21600" y="21600"/>
                  </a:moveTo>
                  <a:lnTo>
                    <a:pt x="21600" y="21600"/>
                  </a:lnTo>
                  <a:lnTo>
                    <a:pt x="0" y="0"/>
                  </a:lnTo>
                  <a:lnTo>
                    <a:pt x="0" y="0"/>
                  </a:lnTo>
                  <a:close/>
                </a:path>
              </a:pathLst>
            </a:custGeom>
            <a:solidFill>
              <a:srgbClr val="834637"/>
            </a:solidFill>
            <a:ln w="12700">
              <a:miter lim="400000"/>
            </a:ln>
          </p:spPr>
          <p:txBody>
            <a:bodyPr lIns="38100" tIns="38100" rIns="38100" bIns="38100" anchor="ctr"/>
            <a:lstStyle/>
            <a:p>
              <a:pPr>
                <a:defRPr sz="3000">
                  <a:solidFill>
                    <a:srgbClr val="FFFFFF"/>
                  </a:solidFill>
                </a:defRPr>
              </a:pPr>
              <a:endParaRPr/>
            </a:p>
          </p:txBody>
        </p:sp>
        <p:sp>
          <p:nvSpPr>
            <p:cNvPr id="110" name="Shape">
              <a:extLst>
                <a:ext uri="{FF2B5EF4-FFF2-40B4-BE49-F238E27FC236}">
                  <a16:creationId xmlns:a16="http://schemas.microsoft.com/office/drawing/2014/main" id="{CACDE771-595B-87BF-5B7C-5DBF937147B6}"/>
                </a:ext>
              </a:extLst>
            </p:cNvPr>
            <p:cNvSpPr/>
            <p:nvPr/>
          </p:nvSpPr>
          <p:spPr>
            <a:xfrm>
              <a:off x="7224457" y="4116606"/>
              <a:ext cx="1666995" cy="1142999"/>
            </a:xfrm>
            <a:prstGeom prst="rect">
              <a:avLst/>
            </a:prstGeom>
            <a:solidFill>
              <a:srgbClr val="58B6C0">
                <a:lumMod val="50000"/>
              </a:srgbClr>
            </a:solidFill>
            <a:ln w="12700">
              <a:miter lim="400000"/>
            </a:ln>
          </p:spPr>
          <p:txBody>
            <a:bodyPr lIns="38100" tIns="38100" rIns="38100" bIns="38100" anchor="ctr"/>
            <a:lstStyle/>
            <a:p>
              <a:pPr>
                <a:defRPr sz="3000">
                  <a:solidFill>
                    <a:srgbClr val="FFFFFF"/>
                  </a:solidFill>
                </a:defRPr>
              </a:pPr>
              <a:endParaRPr/>
            </a:p>
          </p:txBody>
        </p:sp>
        <p:sp>
          <p:nvSpPr>
            <p:cNvPr id="111" name="Shape">
              <a:extLst>
                <a:ext uri="{FF2B5EF4-FFF2-40B4-BE49-F238E27FC236}">
                  <a16:creationId xmlns:a16="http://schemas.microsoft.com/office/drawing/2014/main" id="{42C39D6D-332E-8207-ECC5-8B1E136EB16C}"/>
                </a:ext>
              </a:extLst>
            </p:cNvPr>
            <p:cNvSpPr/>
            <p:nvPr/>
          </p:nvSpPr>
          <p:spPr>
            <a:xfrm>
              <a:off x="6688064" y="4657942"/>
              <a:ext cx="2714016" cy="2284608"/>
            </a:xfrm>
            <a:custGeom>
              <a:avLst/>
              <a:gdLst>
                <a:gd name="connsiteX0" fmla="*/ 0 w 2570815"/>
                <a:gd name="connsiteY0" fmla="*/ 0 h 2280365"/>
                <a:gd name="connsiteX1" fmla="*/ 2570815 w 2570815"/>
                <a:gd name="connsiteY1" fmla="*/ 0 h 2280365"/>
                <a:gd name="connsiteX2" fmla="*/ 2570815 w 2570815"/>
                <a:gd name="connsiteY2" fmla="*/ 2280365 h 2280365"/>
                <a:gd name="connsiteX3" fmla="*/ 0 w 2570815"/>
                <a:gd name="connsiteY3" fmla="*/ 2280365 h 2280365"/>
                <a:gd name="connsiteX4" fmla="*/ 0 w 2570815"/>
                <a:gd name="connsiteY4" fmla="*/ 0 h 2280365"/>
                <a:gd name="connsiteX0" fmla="*/ 0 w 2570815"/>
                <a:gd name="connsiteY0" fmla="*/ 4243 h 2284608"/>
                <a:gd name="connsiteX1" fmla="*/ 274382 w 2570815"/>
                <a:gd name="connsiteY1" fmla="*/ 0 h 2284608"/>
                <a:gd name="connsiteX2" fmla="*/ 2570815 w 2570815"/>
                <a:gd name="connsiteY2" fmla="*/ 4243 h 2284608"/>
                <a:gd name="connsiteX3" fmla="*/ 2570815 w 2570815"/>
                <a:gd name="connsiteY3" fmla="*/ 2284608 h 2284608"/>
                <a:gd name="connsiteX4" fmla="*/ 0 w 2570815"/>
                <a:gd name="connsiteY4" fmla="*/ 2284608 h 2284608"/>
                <a:gd name="connsiteX5" fmla="*/ 0 w 2570815"/>
                <a:gd name="connsiteY5" fmla="*/ 4243 h 2284608"/>
                <a:gd name="connsiteX0" fmla="*/ 0 w 2570815"/>
                <a:gd name="connsiteY0" fmla="*/ 4243 h 2284608"/>
                <a:gd name="connsiteX1" fmla="*/ 274382 w 2570815"/>
                <a:gd name="connsiteY1" fmla="*/ 0 h 2284608"/>
                <a:gd name="connsiteX2" fmla="*/ 2261932 w 2570815"/>
                <a:gd name="connsiteY2" fmla="*/ 3175 h 2284608"/>
                <a:gd name="connsiteX3" fmla="*/ 2570815 w 2570815"/>
                <a:gd name="connsiteY3" fmla="*/ 4243 h 2284608"/>
                <a:gd name="connsiteX4" fmla="*/ 2570815 w 2570815"/>
                <a:gd name="connsiteY4" fmla="*/ 2284608 h 2284608"/>
                <a:gd name="connsiteX5" fmla="*/ 0 w 2570815"/>
                <a:gd name="connsiteY5" fmla="*/ 2284608 h 2284608"/>
                <a:gd name="connsiteX6" fmla="*/ 0 w 2570815"/>
                <a:gd name="connsiteY6" fmla="*/ 4243 h 2284608"/>
                <a:gd name="connsiteX0" fmla="*/ 0 w 2570815"/>
                <a:gd name="connsiteY0" fmla="*/ 4243 h 2284608"/>
                <a:gd name="connsiteX1" fmla="*/ 274382 w 2570815"/>
                <a:gd name="connsiteY1" fmla="*/ 0 h 2284608"/>
                <a:gd name="connsiteX2" fmla="*/ 1290382 w 2570815"/>
                <a:gd name="connsiteY2" fmla="*/ 3175 h 2284608"/>
                <a:gd name="connsiteX3" fmla="*/ 2261932 w 2570815"/>
                <a:gd name="connsiteY3" fmla="*/ 3175 h 2284608"/>
                <a:gd name="connsiteX4" fmla="*/ 2570815 w 2570815"/>
                <a:gd name="connsiteY4" fmla="*/ 4243 h 2284608"/>
                <a:gd name="connsiteX5" fmla="*/ 2570815 w 2570815"/>
                <a:gd name="connsiteY5" fmla="*/ 2284608 h 2284608"/>
                <a:gd name="connsiteX6" fmla="*/ 0 w 2570815"/>
                <a:gd name="connsiteY6" fmla="*/ 2284608 h 2284608"/>
                <a:gd name="connsiteX7" fmla="*/ 0 w 2570815"/>
                <a:gd name="connsiteY7" fmla="*/ 4243 h 2284608"/>
                <a:gd name="connsiteX0" fmla="*/ 0 w 2570815"/>
                <a:gd name="connsiteY0" fmla="*/ 4243 h 2284608"/>
                <a:gd name="connsiteX1" fmla="*/ 274382 w 2570815"/>
                <a:gd name="connsiteY1" fmla="*/ 0 h 2284608"/>
                <a:gd name="connsiteX2" fmla="*/ 1331657 w 2570815"/>
                <a:gd name="connsiteY2" fmla="*/ 749300 h 2284608"/>
                <a:gd name="connsiteX3" fmla="*/ 2261932 w 2570815"/>
                <a:gd name="connsiteY3" fmla="*/ 3175 h 2284608"/>
                <a:gd name="connsiteX4" fmla="*/ 2570815 w 2570815"/>
                <a:gd name="connsiteY4" fmla="*/ 4243 h 2284608"/>
                <a:gd name="connsiteX5" fmla="*/ 2570815 w 2570815"/>
                <a:gd name="connsiteY5" fmla="*/ 2284608 h 2284608"/>
                <a:gd name="connsiteX6" fmla="*/ 0 w 2570815"/>
                <a:gd name="connsiteY6" fmla="*/ 2284608 h 2284608"/>
                <a:gd name="connsiteX7" fmla="*/ 0 w 2570815"/>
                <a:gd name="connsiteY7" fmla="*/ 4243 h 2284608"/>
                <a:gd name="connsiteX0" fmla="*/ 0 w 2570815"/>
                <a:gd name="connsiteY0" fmla="*/ 4243 h 2284608"/>
                <a:gd name="connsiteX1" fmla="*/ 274382 w 2570815"/>
                <a:gd name="connsiteY1" fmla="*/ 0 h 2284608"/>
                <a:gd name="connsiteX2" fmla="*/ 1331657 w 2570815"/>
                <a:gd name="connsiteY2" fmla="*/ 749300 h 2284608"/>
                <a:gd name="connsiteX3" fmla="*/ 2261932 w 2570815"/>
                <a:gd name="connsiteY3" fmla="*/ 3175 h 2284608"/>
                <a:gd name="connsiteX4" fmla="*/ 2570815 w 2570815"/>
                <a:gd name="connsiteY4" fmla="*/ 4243 h 2284608"/>
                <a:gd name="connsiteX5" fmla="*/ 2570815 w 2570815"/>
                <a:gd name="connsiteY5" fmla="*/ 2284608 h 2284608"/>
                <a:gd name="connsiteX6" fmla="*/ 0 w 2570815"/>
                <a:gd name="connsiteY6" fmla="*/ 2284608 h 2284608"/>
                <a:gd name="connsiteX7" fmla="*/ 0 w 2570815"/>
                <a:gd name="connsiteY7" fmla="*/ 4243 h 2284608"/>
                <a:gd name="connsiteX0" fmla="*/ 0 w 2570815"/>
                <a:gd name="connsiteY0" fmla="*/ 4243 h 2284608"/>
                <a:gd name="connsiteX1" fmla="*/ 274382 w 2570815"/>
                <a:gd name="connsiteY1" fmla="*/ 0 h 2284608"/>
                <a:gd name="connsiteX2" fmla="*/ 1331657 w 2570815"/>
                <a:gd name="connsiteY2" fmla="*/ 749300 h 2284608"/>
                <a:gd name="connsiteX3" fmla="*/ 2261932 w 2570815"/>
                <a:gd name="connsiteY3" fmla="*/ 3175 h 2284608"/>
                <a:gd name="connsiteX4" fmla="*/ 2570815 w 2570815"/>
                <a:gd name="connsiteY4" fmla="*/ 4243 h 2284608"/>
                <a:gd name="connsiteX5" fmla="*/ 2570815 w 2570815"/>
                <a:gd name="connsiteY5" fmla="*/ 2284608 h 2284608"/>
                <a:gd name="connsiteX6" fmla="*/ 0 w 2570815"/>
                <a:gd name="connsiteY6" fmla="*/ 2284608 h 2284608"/>
                <a:gd name="connsiteX7" fmla="*/ 0 w 2570815"/>
                <a:gd name="connsiteY7" fmla="*/ 4243 h 22846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70815" h="2284608">
                  <a:moveTo>
                    <a:pt x="0" y="4243"/>
                  </a:moveTo>
                  <a:lnTo>
                    <a:pt x="274382" y="0"/>
                  </a:lnTo>
                  <a:cubicBezTo>
                    <a:pt x="626807" y="249767"/>
                    <a:pt x="483932" y="572558"/>
                    <a:pt x="1331657" y="749300"/>
                  </a:cubicBezTo>
                  <a:cubicBezTo>
                    <a:pt x="2330724" y="443442"/>
                    <a:pt x="1951840" y="251883"/>
                    <a:pt x="2261932" y="3175"/>
                  </a:cubicBezTo>
                  <a:lnTo>
                    <a:pt x="2570815" y="4243"/>
                  </a:lnTo>
                  <a:lnTo>
                    <a:pt x="2570815" y="2284608"/>
                  </a:lnTo>
                  <a:lnTo>
                    <a:pt x="0" y="2284608"/>
                  </a:lnTo>
                  <a:lnTo>
                    <a:pt x="0" y="4243"/>
                  </a:lnTo>
                  <a:close/>
                </a:path>
              </a:pathLst>
            </a:custGeom>
            <a:solidFill>
              <a:srgbClr val="58B6C0">
                <a:lumMod val="50000"/>
              </a:srgbClr>
            </a:solidFill>
            <a:ln w="12700">
              <a:miter lim="400000"/>
            </a:ln>
          </p:spPr>
          <p:txBody>
            <a:bodyPr lIns="38100" tIns="38100" rIns="38100" bIns="38100" anchor="ctr"/>
            <a:lstStyle/>
            <a:p>
              <a:pPr>
                <a:defRPr sz="3000">
                  <a:solidFill>
                    <a:srgbClr val="FFFFFF"/>
                  </a:solidFill>
                </a:defRPr>
              </a:pPr>
              <a:endParaRPr/>
            </a:p>
          </p:txBody>
        </p:sp>
        <p:sp>
          <p:nvSpPr>
            <p:cNvPr id="112" name="Shape">
              <a:extLst>
                <a:ext uri="{FF2B5EF4-FFF2-40B4-BE49-F238E27FC236}">
                  <a16:creationId xmlns:a16="http://schemas.microsoft.com/office/drawing/2014/main" id="{97EACA82-947C-1C36-03E0-8244C3774664}"/>
                </a:ext>
              </a:extLst>
            </p:cNvPr>
            <p:cNvSpPr/>
            <p:nvPr/>
          </p:nvSpPr>
          <p:spPr>
            <a:xfrm>
              <a:off x="6688065" y="3891400"/>
              <a:ext cx="2714017" cy="1579568"/>
            </a:xfrm>
            <a:custGeom>
              <a:avLst/>
              <a:gdLst/>
              <a:ahLst/>
              <a:cxnLst>
                <a:cxn ang="0">
                  <a:pos x="wd2" y="hd2"/>
                </a:cxn>
                <a:cxn ang="5400000">
                  <a:pos x="wd2" y="hd2"/>
                </a:cxn>
                <a:cxn ang="10800000">
                  <a:pos x="wd2" y="hd2"/>
                </a:cxn>
                <a:cxn ang="16200000">
                  <a:pos x="wd2" y="hd2"/>
                </a:cxn>
              </a:cxnLst>
              <a:rect l="0" t="0" r="r" b="b"/>
              <a:pathLst>
                <a:path w="21528" h="21513" extrusionOk="0">
                  <a:moveTo>
                    <a:pt x="18662" y="3335"/>
                  </a:moveTo>
                  <a:cubicBezTo>
                    <a:pt x="19586" y="4369"/>
                    <a:pt x="20303" y="5590"/>
                    <a:pt x="20813" y="6992"/>
                  </a:cubicBezTo>
                  <a:cubicBezTo>
                    <a:pt x="21327" y="8406"/>
                    <a:pt x="21564" y="9809"/>
                    <a:pt x="21523" y="11206"/>
                  </a:cubicBezTo>
                  <a:cubicBezTo>
                    <a:pt x="21483" y="12603"/>
                    <a:pt x="21189" y="13912"/>
                    <a:pt x="20637" y="15139"/>
                  </a:cubicBezTo>
                  <a:cubicBezTo>
                    <a:pt x="20086" y="16365"/>
                    <a:pt x="19288" y="17465"/>
                    <a:pt x="18240" y="18433"/>
                  </a:cubicBezTo>
                  <a:cubicBezTo>
                    <a:pt x="17191" y="19407"/>
                    <a:pt x="15913" y="20171"/>
                    <a:pt x="14408" y="20732"/>
                  </a:cubicBezTo>
                  <a:cubicBezTo>
                    <a:pt x="12903" y="21293"/>
                    <a:pt x="11439" y="21552"/>
                    <a:pt x="10015" y="21508"/>
                  </a:cubicBezTo>
                  <a:cubicBezTo>
                    <a:pt x="8591" y="21464"/>
                    <a:pt x="7276" y="21156"/>
                    <a:pt x="6068" y="20584"/>
                  </a:cubicBezTo>
                  <a:cubicBezTo>
                    <a:pt x="4861" y="20017"/>
                    <a:pt x="3796" y="19214"/>
                    <a:pt x="2872" y="18180"/>
                  </a:cubicBezTo>
                  <a:cubicBezTo>
                    <a:pt x="1949" y="17146"/>
                    <a:pt x="1229" y="15920"/>
                    <a:pt x="715" y="14512"/>
                  </a:cubicBezTo>
                  <a:cubicBezTo>
                    <a:pt x="201" y="13098"/>
                    <a:pt x="-36" y="11695"/>
                    <a:pt x="5" y="10298"/>
                  </a:cubicBezTo>
                  <a:cubicBezTo>
                    <a:pt x="45" y="8901"/>
                    <a:pt x="343" y="7592"/>
                    <a:pt x="897" y="6371"/>
                  </a:cubicBezTo>
                  <a:cubicBezTo>
                    <a:pt x="1452" y="5150"/>
                    <a:pt x="2257" y="4050"/>
                    <a:pt x="3312" y="3076"/>
                  </a:cubicBezTo>
                  <a:cubicBezTo>
                    <a:pt x="4367" y="2103"/>
                    <a:pt x="5646" y="1333"/>
                    <a:pt x="7150" y="772"/>
                  </a:cubicBezTo>
                  <a:cubicBezTo>
                    <a:pt x="8655" y="211"/>
                    <a:pt x="10116" y="-48"/>
                    <a:pt x="11540" y="7"/>
                  </a:cubicBezTo>
                  <a:cubicBezTo>
                    <a:pt x="12961" y="57"/>
                    <a:pt x="14273" y="370"/>
                    <a:pt x="15473" y="931"/>
                  </a:cubicBezTo>
                  <a:cubicBezTo>
                    <a:pt x="16677" y="1498"/>
                    <a:pt x="17739" y="2295"/>
                    <a:pt x="18662" y="3335"/>
                  </a:cubicBezTo>
                  <a:close/>
                  <a:moveTo>
                    <a:pt x="16806" y="11470"/>
                  </a:moveTo>
                  <a:cubicBezTo>
                    <a:pt x="16772" y="10606"/>
                    <a:pt x="16579" y="9682"/>
                    <a:pt x="16224" y="8709"/>
                  </a:cubicBezTo>
                  <a:cubicBezTo>
                    <a:pt x="15872" y="7746"/>
                    <a:pt x="15433" y="6921"/>
                    <a:pt x="14905" y="6239"/>
                  </a:cubicBezTo>
                  <a:cubicBezTo>
                    <a:pt x="14378" y="5557"/>
                    <a:pt x="13782" y="5040"/>
                    <a:pt x="13123" y="4677"/>
                  </a:cubicBezTo>
                  <a:cubicBezTo>
                    <a:pt x="12463" y="4314"/>
                    <a:pt x="11746" y="4116"/>
                    <a:pt x="10969" y="4083"/>
                  </a:cubicBezTo>
                  <a:cubicBezTo>
                    <a:pt x="10191" y="4050"/>
                    <a:pt x="9376" y="4193"/>
                    <a:pt x="8517" y="4512"/>
                  </a:cubicBezTo>
                  <a:cubicBezTo>
                    <a:pt x="7651" y="4836"/>
                    <a:pt x="6931" y="5271"/>
                    <a:pt x="6356" y="5810"/>
                  </a:cubicBezTo>
                  <a:cubicBezTo>
                    <a:pt x="5784" y="6349"/>
                    <a:pt x="5361" y="6976"/>
                    <a:pt x="5091" y="7686"/>
                  </a:cubicBezTo>
                  <a:cubicBezTo>
                    <a:pt x="4820" y="8395"/>
                    <a:pt x="4702" y="9182"/>
                    <a:pt x="4736" y="10051"/>
                  </a:cubicBezTo>
                  <a:cubicBezTo>
                    <a:pt x="4770" y="10914"/>
                    <a:pt x="4962" y="11833"/>
                    <a:pt x="5311" y="12795"/>
                  </a:cubicBezTo>
                  <a:cubicBezTo>
                    <a:pt x="5666" y="13769"/>
                    <a:pt x="6105" y="14600"/>
                    <a:pt x="6636" y="15276"/>
                  </a:cubicBezTo>
                  <a:cubicBezTo>
                    <a:pt x="7164" y="15958"/>
                    <a:pt x="7759" y="16475"/>
                    <a:pt x="8419" y="16838"/>
                  </a:cubicBezTo>
                  <a:cubicBezTo>
                    <a:pt x="9078" y="17201"/>
                    <a:pt x="9798" y="17394"/>
                    <a:pt x="10576" y="17427"/>
                  </a:cubicBezTo>
                  <a:cubicBezTo>
                    <a:pt x="11354" y="17454"/>
                    <a:pt x="12179" y="17306"/>
                    <a:pt x="13045" y="16981"/>
                  </a:cubicBezTo>
                  <a:cubicBezTo>
                    <a:pt x="13904" y="16662"/>
                    <a:pt x="14618" y="16233"/>
                    <a:pt x="15189" y="15700"/>
                  </a:cubicBezTo>
                  <a:cubicBezTo>
                    <a:pt x="15757" y="15166"/>
                    <a:pt x="16180" y="14545"/>
                    <a:pt x="16447" y="13835"/>
                  </a:cubicBezTo>
                  <a:cubicBezTo>
                    <a:pt x="16718" y="13120"/>
                    <a:pt x="16836" y="12333"/>
                    <a:pt x="16806" y="11470"/>
                  </a:cubicBezTo>
                </a:path>
              </a:pathLst>
            </a:custGeom>
            <a:solidFill>
              <a:srgbClr val="58B6C0"/>
            </a:solidFill>
            <a:ln w="12700">
              <a:miter lim="400000"/>
            </a:ln>
          </p:spPr>
          <p:txBody>
            <a:bodyPr lIns="38100" tIns="38100" rIns="38100" bIns="38100" anchor="ctr"/>
            <a:lstStyle/>
            <a:p>
              <a:pPr>
                <a:defRPr sz="3000">
                  <a:solidFill>
                    <a:srgbClr val="FFFFFF"/>
                  </a:solidFill>
                </a:defRPr>
              </a:pPr>
              <a:endParaRPr/>
            </a:p>
          </p:txBody>
        </p:sp>
      </p:grpSp>
      <p:grpSp>
        <p:nvGrpSpPr>
          <p:cNvPr id="113" name="组合 157">
            <a:extLst>
              <a:ext uri="{FF2B5EF4-FFF2-40B4-BE49-F238E27FC236}">
                <a16:creationId xmlns:a16="http://schemas.microsoft.com/office/drawing/2014/main" id="{60AF2D5B-1DA2-4288-7238-A55522C30F4F}"/>
              </a:ext>
            </a:extLst>
          </p:cNvPr>
          <p:cNvGrpSpPr/>
          <p:nvPr/>
        </p:nvGrpSpPr>
        <p:grpSpPr>
          <a:xfrm>
            <a:off x="1199436" y="3615560"/>
            <a:ext cx="1797817" cy="2651890"/>
            <a:chOff x="454763" y="3887359"/>
            <a:chExt cx="2071230" cy="3055191"/>
          </a:xfrm>
        </p:grpSpPr>
        <p:sp>
          <p:nvSpPr>
            <p:cNvPr id="114" name="Rectangle 2">
              <a:extLst>
                <a:ext uri="{FF2B5EF4-FFF2-40B4-BE49-F238E27FC236}">
                  <a16:creationId xmlns:a16="http://schemas.microsoft.com/office/drawing/2014/main" id="{37C8400B-98BF-93E5-1B60-212021453773}"/>
                </a:ext>
              </a:extLst>
            </p:cNvPr>
            <p:cNvSpPr/>
            <p:nvPr/>
          </p:nvSpPr>
          <p:spPr>
            <a:xfrm>
              <a:off x="910922" y="3930899"/>
              <a:ext cx="998803" cy="569652"/>
            </a:xfrm>
            <a:custGeom>
              <a:avLst/>
              <a:gdLst>
                <a:gd name="connsiteX0" fmla="*/ 0 w 863553"/>
                <a:gd name="connsiteY0" fmla="*/ 0 h 569652"/>
                <a:gd name="connsiteX1" fmla="*/ 863553 w 863553"/>
                <a:gd name="connsiteY1" fmla="*/ 0 h 569652"/>
                <a:gd name="connsiteX2" fmla="*/ 863553 w 863553"/>
                <a:gd name="connsiteY2" fmla="*/ 569652 h 569652"/>
                <a:gd name="connsiteX3" fmla="*/ 0 w 863553"/>
                <a:gd name="connsiteY3" fmla="*/ 569652 h 569652"/>
                <a:gd name="connsiteX4" fmla="*/ 0 w 863553"/>
                <a:gd name="connsiteY4" fmla="*/ 0 h 569652"/>
                <a:gd name="connsiteX0" fmla="*/ 92075 w 863553"/>
                <a:gd name="connsiteY0" fmla="*/ 85725 h 569652"/>
                <a:gd name="connsiteX1" fmla="*/ 863553 w 863553"/>
                <a:gd name="connsiteY1" fmla="*/ 0 h 569652"/>
                <a:gd name="connsiteX2" fmla="*/ 863553 w 863553"/>
                <a:gd name="connsiteY2" fmla="*/ 569652 h 569652"/>
                <a:gd name="connsiteX3" fmla="*/ 0 w 863553"/>
                <a:gd name="connsiteY3" fmla="*/ 569652 h 569652"/>
                <a:gd name="connsiteX4" fmla="*/ 92075 w 863553"/>
                <a:gd name="connsiteY4" fmla="*/ 85725 h 569652"/>
                <a:gd name="connsiteX0" fmla="*/ 0 w 946103"/>
                <a:gd name="connsiteY0" fmla="*/ 161925 h 569652"/>
                <a:gd name="connsiteX1" fmla="*/ 946103 w 946103"/>
                <a:gd name="connsiteY1" fmla="*/ 0 h 569652"/>
                <a:gd name="connsiteX2" fmla="*/ 946103 w 946103"/>
                <a:gd name="connsiteY2" fmla="*/ 569652 h 569652"/>
                <a:gd name="connsiteX3" fmla="*/ 82550 w 946103"/>
                <a:gd name="connsiteY3" fmla="*/ 569652 h 569652"/>
                <a:gd name="connsiteX4" fmla="*/ 0 w 946103"/>
                <a:gd name="connsiteY4" fmla="*/ 161925 h 5696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46103" h="569652">
                  <a:moveTo>
                    <a:pt x="0" y="161925"/>
                  </a:moveTo>
                  <a:lnTo>
                    <a:pt x="946103" y="0"/>
                  </a:lnTo>
                  <a:lnTo>
                    <a:pt x="946103" y="569652"/>
                  </a:lnTo>
                  <a:lnTo>
                    <a:pt x="82550" y="569652"/>
                  </a:lnTo>
                  <a:lnTo>
                    <a:pt x="0" y="161925"/>
                  </a:lnTo>
                  <a:close/>
                </a:path>
              </a:pathLst>
            </a:custGeom>
            <a:solidFill>
              <a:srgbClr val="7A8C8E"/>
            </a:solidFill>
            <a:ln w="12700">
              <a:miter lim="400000"/>
            </a:ln>
          </p:spPr>
          <p:txBody>
            <a:bodyPr wrap="square" lIns="38100" tIns="38100" rIns="38100" bIns="38100" anchor="ctr">
              <a:noAutofit/>
            </a:bodyPr>
            <a:lstStyle/>
            <a:p>
              <a:endParaRPr sz="3000">
                <a:solidFill>
                  <a:srgbClr val="FFFFFF"/>
                </a:solidFill>
              </a:endParaRPr>
            </a:p>
          </p:txBody>
        </p:sp>
        <p:sp>
          <p:nvSpPr>
            <p:cNvPr id="115" name="Rectangle 3">
              <a:extLst>
                <a:ext uri="{FF2B5EF4-FFF2-40B4-BE49-F238E27FC236}">
                  <a16:creationId xmlns:a16="http://schemas.microsoft.com/office/drawing/2014/main" id="{C27E4BD6-CB7A-94C3-CBF1-D78EBA004A9E}"/>
                </a:ext>
              </a:extLst>
            </p:cNvPr>
            <p:cNvSpPr/>
            <p:nvPr/>
          </p:nvSpPr>
          <p:spPr>
            <a:xfrm>
              <a:off x="455984" y="4380518"/>
              <a:ext cx="1745353" cy="2562032"/>
            </a:xfrm>
            <a:custGeom>
              <a:avLst/>
              <a:gdLst>
                <a:gd name="connsiteX0" fmla="*/ 0 w 1380212"/>
                <a:gd name="connsiteY0" fmla="*/ 0 h 2562032"/>
                <a:gd name="connsiteX1" fmla="*/ 1380212 w 1380212"/>
                <a:gd name="connsiteY1" fmla="*/ 0 h 2562032"/>
                <a:gd name="connsiteX2" fmla="*/ 1380212 w 1380212"/>
                <a:gd name="connsiteY2" fmla="*/ 2562032 h 2562032"/>
                <a:gd name="connsiteX3" fmla="*/ 0 w 1380212"/>
                <a:gd name="connsiteY3" fmla="*/ 2562032 h 2562032"/>
                <a:gd name="connsiteX4" fmla="*/ 0 w 1380212"/>
                <a:gd name="connsiteY4" fmla="*/ 0 h 2562032"/>
                <a:gd name="connsiteX0" fmla="*/ 0 w 1653262"/>
                <a:gd name="connsiteY0" fmla="*/ 0 h 2562032"/>
                <a:gd name="connsiteX1" fmla="*/ 1653262 w 1653262"/>
                <a:gd name="connsiteY1" fmla="*/ 327025 h 2562032"/>
                <a:gd name="connsiteX2" fmla="*/ 1380212 w 1653262"/>
                <a:gd name="connsiteY2" fmla="*/ 2562032 h 2562032"/>
                <a:gd name="connsiteX3" fmla="*/ 0 w 1653262"/>
                <a:gd name="connsiteY3" fmla="*/ 2562032 h 2562032"/>
                <a:gd name="connsiteX4" fmla="*/ 0 w 1653262"/>
                <a:gd name="connsiteY4" fmla="*/ 0 h 25620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3262" h="2562032">
                  <a:moveTo>
                    <a:pt x="0" y="0"/>
                  </a:moveTo>
                  <a:lnTo>
                    <a:pt x="1653262" y="327025"/>
                  </a:lnTo>
                  <a:lnTo>
                    <a:pt x="1380212" y="2562032"/>
                  </a:lnTo>
                  <a:lnTo>
                    <a:pt x="0" y="2562032"/>
                  </a:lnTo>
                  <a:lnTo>
                    <a:pt x="0" y="0"/>
                  </a:lnTo>
                  <a:close/>
                </a:path>
              </a:pathLst>
            </a:custGeom>
            <a:solidFill>
              <a:srgbClr val="7A8C8E">
                <a:lumMod val="75000"/>
              </a:srgbClr>
            </a:solidFill>
            <a:ln w="12700">
              <a:miter lim="400000"/>
            </a:ln>
          </p:spPr>
          <p:txBody>
            <a:bodyPr wrap="square" lIns="38100" tIns="38100" rIns="38100" bIns="38100" anchor="ctr">
              <a:noAutofit/>
            </a:bodyPr>
            <a:lstStyle/>
            <a:p>
              <a:pPr>
                <a:defRPr sz="3000">
                  <a:solidFill>
                    <a:srgbClr val="FFFFFF"/>
                  </a:solidFill>
                </a:defRPr>
              </a:pPr>
              <a:endParaRPr/>
            </a:p>
          </p:txBody>
        </p:sp>
        <p:sp>
          <p:nvSpPr>
            <p:cNvPr id="116" name="Freeform: Shape 31">
              <a:extLst>
                <a:ext uri="{FF2B5EF4-FFF2-40B4-BE49-F238E27FC236}">
                  <a16:creationId xmlns:a16="http://schemas.microsoft.com/office/drawing/2014/main" id="{B7ED6191-D0CA-FBE1-E713-8F26007355ED}"/>
                </a:ext>
              </a:extLst>
            </p:cNvPr>
            <p:cNvSpPr/>
            <p:nvPr/>
          </p:nvSpPr>
          <p:spPr>
            <a:xfrm>
              <a:off x="932280" y="4945469"/>
              <a:ext cx="1593713" cy="1997081"/>
            </a:xfrm>
            <a:custGeom>
              <a:avLst/>
              <a:gdLst>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0 w 1509623"/>
                <a:gd name="connsiteY4" fmla="*/ 350646 h 1997081"/>
                <a:gd name="connsiteX5" fmla="*/ 45445 w 1509623"/>
                <a:gd name="connsiteY5" fmla="*/ 350646 h 1997081"/>
                <a:gd name="connsiteX6" fmla="*/ 3330 w 1509623"/>
                <a:gd name="connsiteY6" fmla="*/ 471807 h 1997081"/>
                <a:gd name="connsiteX7" fmla="*/ 208929 w 1509623"/>
                <a:gd name="connsiteY7" fmla="*/ 511730 h 1997081"/>
                <a:gd name="connsiteX8" fmla="*/ 440763 w 1509623"/>
                <a:gd name="connsiteY8" fmla="*/ 525894 h 1997081"/>
                <a:gd name="connsiteX9" fmla="*/ 680249 w 1509623"/>
                <a:gd name="connsiteY9" fmla="*/ 514959 h 1997081"/>
                <a:gd name="connsiteX10" fmla="*/ 907984 w 1509623"/>
                <a:gd name="connsiteY10" fmla="*/ 478265 h 1997081"/>
                <a:gd name="connsiteX11" fmla="*/ 1237198 w 1509623"/>
                <a:gd name="connsiteY11" fmla="*/ 360698 h 1997081"/>
                <a:gd name="connsiteX12" fmla="*/ 1437058 w 1509623"/>
                <a:gd name="connsiteY12" fmla="*/ 199538 h 1997081"/>
                <a:gd name="connsiteX13" fmla="*/ 1508567 w 1509623"/>
                <a:gd name="connsiteY13" fmla="*/ 11371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0 w 1509623"/>
                <a:gd name="connsiteY4" fmla="*/ 350646 h 1997081"/>
                <a:gd name="connsiteX5" fmla="*/ 3330 w 1509623"/>
                <a:gd name="connsiteY5" fmla="*/ 471807 h 1997081"/>
                <a:gd name="connsiteX6" fmla="*/ 208929 w 1509623"/>
                <a:gd name="connsiteY6" fmla="*/ 511730 h 1997081"/>
                <a:gd name="connsiteX7" fmla="*/ 440763 w 1509623"/>
                <a:gd name="connsiteY7" fmla="*/ 525894 h 1997081"/>
                <a:gd name="connsiteX8" fmla="*/ 680249 w 1509623"/>
                <a:gd name="connsiteY8" fmla="*/ 514959 h 1997081"/>
                <a:gd name="connsiteX9" fmla="*/ 907984 w 1509623"/>
                <a:gd name="connsiteY9" fmla="*/ 478265 h 1997081"/>
                <a:gd name="connsiteX10" fmla="*/ 1237198 w 1509623"/>
                <a:gd name="connsiteY10" fmla="*/ 360698 h 1997081"/>
                <a:gd name="connsiteX11" fmla="*/ 1437058 w 1509623"/>
                <a:gd name="connsiteY11" fmla="*/ 199538 h 1997081"/>
                <a:gd name="connsiteX12" fmla="*/ 1508567 w 1509623"/>
                <a:gd name="connsiteY12" fmla="*/ 11371 h 1997081"/>
                <a:gd name="connsiteX13" fmla="*/ 1508149 w 1509623"/>
                <a:gd name="connsiteY13"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208929 w 1509623"/>
                <a:gd name="connsiteY5" fmla="*/ 511730 h 1997081"/>
                <a:gd name="connsiteX6" fmla="*/ 440763 w 1509623"/>
                <a:gd name="connsiteY6" fmla="*/ 525894 h 1997081"/>
                <a:gd name="connsiteX7" fmla="*/ 680249 w 1509623"/>
                <a:gd name="connsiteY7" fmla="*/ 514959 h 1997081"/>
                <a:gd name="connsiteX8" fmla="*/ 907984 w 1509623"/>
                <a:gd name="connsiteY8" fmla="*/ 478265 h 1997081"/>
                <a:gd name="connsiteX9" fmla="*/ 1237198 w 1509623"/>
                <a:gd name="connsiteY9" fmla="*/ 360698 h 1997081"/>
                <a:gd name="connsiteX10" fmla="*/ 1437058 w 1509623"/>
                <a:gd name="connsiteY10" fmla="*/ 199538 h 1997081"/>
                <a:gd name="connsiteX11" fmla="*/ 1508567 w 1509623"/>
                <a:gd name="connsiteY11" fmla="*/ 11371 h 1997081"/>
                <a:gd name="connsiteX12" fmla="*/ 1508149 w 1509623"/>
                <a:gd name="connsiteY12"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440763 w 1509623"/>
                <a:gd name="connsiteY5" fmla="*/ 525894 h 1997081"/>
                <a:gd name="connsiteX6" fmla="*/ 680249 w 1509623"/>
                <a:gd name="connsiteY6" fmla="*/ 514959 h 1997081"/>
                <a:gd name="connsiteX7" fmla="*/ 907984 w 1509623"/>
                <a:gd name="connsiteY7" fmla="*/ 478265 h 1997081"/>
                <a:gd name="connsiteX8" fmla="*/ 1237198 w 1509623"/>
                <a:gd name="connsiteY8" fmla="*/ 360698 h 1997081"/>
                <a:gd name="connsiteX9" fmla="*/ 1437058 w 1509623"/>
                <a:gd name="connsiteY9" fmla="*/ 199538 h 1997081"/>
                <a:gd name="connsiteX10" fmla="*/ 1508567 w 1509623"/>
                <a:gd name="connsiteY10" fmla="*/ 11371 h 1997081"/>
                <a:gd name="connsiteX11" fmla="*/ 1508149 w 1509623"/>
                <a:gd name="connsiteY11"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680249 w 1509623"/>
                <a:gd name="connsiteY5" fmla="*/ 514959 h 1997081"/>
                <a:gd name="connsiteX6" fmla="*/ 907984 w 1509623"/>
                <a:gd name="connsiteY6" fmla="*/ 478265 h 1997081"/>
                <a:gd name="connsiteX7" fmla="*/ 1237198 w 1509623"/>
                <a:gd name="connsiteY7" fmla="*/ 360698 h 1997081"/>
                <a:gd name="connsiteX8" fmla="*/ 1437058 w 1509623"/>
                <a:gd name="connsiteY8" fmla="*/ 199538 h 1997081"/>
                <a:gd name="connsiteX9" fmla="*/ 1508567 w 1509623"/>
                <a:gd name="connsiteY9" fmla="*/ 11371 h 1997081"/>
                <a:gd name="connsiteX10" fmla="*/ 1508149 w 1509623"/>
                <a:gd name="connsiteY10"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907984 w 1509623"/>
                <a:gd name="connsiteY5" fmla="*/ 478265 h 1997081"/>
                <a:gd name="connsiteX6" fmla="*/ 1237198 w 1509623"/>
                <a:gd name="connsiteY6" fmla="*/ 360698 h 1997081"/>
                <a:gd name="connsiteX7" fmla="*/ 1437058 w 1509623"/>
                <a:gd name="connsiteY7" fmla="*/ 199538 h 1997081"/>
                <a:gd name="connsiteX8" fmla="*/ 1508567 w 1509623"/>
                <a:gd name="connsiteY8" fmla="*/ 11371 h 1997081"/>
                <a:gd name="connsiteX9" fmla="*/ 1508149 w 1509623"/>
                <a:gd name="connsiteY9"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1237198 w 1509623"/>
                <a:gd name="connsiteY5" fmla="*/ 360698 h 1997081"/>
                <a:gd name="connsiteX6" fmla="*/ 1437058 w 1509623"/>
                <a:gd name="connsiteY6" fmla="*/ 199538 h 1997081"/>
                <a:gd name="connsiteX7" fmla="*/ 1508567 w 1509623"/>
                <a:gd name="connsiteY7" fmla="*/ 11371 h 1997081"/>
                <a:gd name="connsiteX8" fmla="*/ 1508149 w 1509623"/>
                <a:gd name="connsiteY8"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1437058 w 1509623"/>
                <a:gd name="connsiteY5" fmla="*/ 199538 h 1997081"/>
                <a:gd name="connsiteX6" fmla="*/ 1508567 w 1509623"/>
                <a:gd name="connsiteY6" fmla="*/ 11371 h 1997081"/>
                <a:gd name="connsiteX7" fmla="*/ 1508149 w 1509623"/>
                <a:gd name="connsiteY7"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1508567 w 1509623"/>
                <a:gd name="connsiteY5" fmla="*/ 11371 h 1997081"/>
                <a:gd name="connsiteX6" fmla="*/ 1508149 w 1509623"/>
                <a:gd name="connsiteY6" fmla="*/ 0 h 1997081"/>
                <a:gd name="connsiteX0" fmla="*/ 1508149 w 1509623"/>
                <a:gd name="connsiteY0" fmla="*/ 0 h 1997081"/>
                <a:gd name="connsiteX1" fmla="*/ 1509623 w 1509623"/>
                <a:gd name="connsiteY1" fmla="*/ 0 h 1997081"/>
                <a:gd name="connsiteX2" fmla="*/ 1509623 w 1509623"/>
                <a:gd name="connsiteY2" fmla="*/ 1997081 h 1997081"/>
                <a:gd name="connsiteX3" fmla="*/ 0 w 1509623"/>
                <a:gd name="connsiteY3" fmla="*/ 1997081 h 1997081"/>
                <a:gd name="connsiteX4" fmla="*/ 3330 w 1509623"/>
                <a:gd name="connsiteY4" fmla="*/ 471807 h 1997081"/>
                <a:gd name="connsiteX5" fmla="*/ 1508567 w 1509623"/>
                <a:gd name="connsiteY5" fmla="*/ 11371 h 1997081"/>
                <a:gd name="connsiteX6" fmla="*/ 1508149 w 1509623"/>
                <a:gd name="connsiteY6" fmla="*/ 0 h 19970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509623" h="1997081">
                  <a:moveTo>
                    <a:pt x="1508149" y="0"/>
                  </a:moveTo>
                  <a:lnTo>
                    <a:pt x="1509623" y="0"/>
                  </a:lnTo>
                  <a:lnTo>
                    <a:pt x="1509623" y="1997081"/>
                  </a:lnTo>
                  <a:lnTo>
                    <a:pt x="0" y="1997081"/>
                  </a:lnTo>
                  <a:lnTo>
                    <a:pt x="3330" y="471807"/>
                  </a:lnTo>
                  <a:lnTo>
                    <a:pt x="1508567" y="11371"/>
                  </a:lnTo>
                  <a:cubicBezTo>
                    <a:pt x="1508428" y="7581"/>
                    <a:pt x="1508288" y="3790"/>
                    <a:pt x="1508149" y="0"/>
                  </a:cubicBezTo>
                  <a:close/>
                </a:path>
              </a:pathLst>
            </a:custGeom>
            <a:solidFill>
              <a:srgbClr val="F2F6F7">
                <a:lumMod val="25000"/>
              </a:srgbClr>
            </a:solidFill>
            <a:ln w="12700">
              <a:miter lim="400000"/>
            </a:ln>
          </p:spPr>
          <p:txBody>
            <a:bodyPr wrap="square" lIns="38100" tIns="38100" rIns="38100" bIns="38100" anchor="ctr">
              <a:noAutofit/>
            </a:bodyPr>
            <a:lstStyle/>
            <a:p>
              <a:pPr>
                <a:defRPr sz="3000">
                  <a:solidFill>
                    <a:srgbClr val="FFFFFF"/>
                  </a:solidFill>
                </a:defRPr>
              </a:pPr>
              <a:endParaRPr/>
            </a:p>
          </p:txBody>
        </p:sp>
        <p:sp>
          <p:nvSpPr>
            <p:cNvPr id="117" name="Shape">
              <a:extLst>
                <a:ext uri="{FF2B5EF4-FFF2-40B4-BE49-F238E27FC236}">
                  <a16:creationId xmlns:a16="http://schemas.microsoft.com/office/drawing/2014/main" id="{4B0E6C8A-0296-CCDD-F514-1BF022A1A85D}"/>
                </a:ext>
              </a:extLst>
            </p:cNvPr>
            <p:cNvSpPr/>
            <p:nvPr/>
          </p:nvSpPr>
          <p:spPr>
            <a:xfrm>
              <a:off x="454763" y="3887359"/>
              <a:ext cx="2070403" cy="1584077"/>
            </a:xfrm>
            <a:custGeom>
              <a:avLst/>
              <a:gdLst/>
              <a:ahLst/>
              <a:cxnLst>
                <a:cxn ang="0">
                  <a:pos x="wd2" y="hd2"/>
                </a:cxn>
                <a:cxn ang="5400000">
                  <a:pos x="wd2" y="hd2"/>
                </a:cxn>
                <a:cxn ang="10800000">
                  <a:pos x="wd2" y="hd2"/>
                </a:cxn>
                <a:cxn ang="16200000">
                  <a:pos x="wd2" y="hd2"/>
                </a:cxn>
              </a:cxnLst>
              <a:rect l="0" t="0" r="r" b="b"/>
              <a:pathLst>
                <a:path w="21529" h="21585" extrusionOk="0">
                  <a:moveTo>
                    <a:pt x="6386" y="688"/>
                  </a:moveTo>
                  <a:cubicBezTo>
                    <a:pt x="7161" y="468"/>
                    <a:pt x="7942" y="298"/>
                    <a:pt x="8722" y="182"/>
                  </a:cubicBezTo>
                  <a:cubicBezTo>
                    <a:pt x="9502" y="67"/>
                    <a:pt x="10269" y="6"/>
                    <a:pt x="11019" y="1"/>
                  </a:cubicBezTo>
                  <a:cubicBezTo>
                    <a:pt x="11768" y="-5"/>
                    <a:pt x="12491" y="39"/>
                    <a:pt x="13187" y="127"/>
                  </a:cubicBezTo>
                  <a:cubicBezTo>
                    <a:pt x="13883" y="215"/>
                    <a:pt x="14534" y="358"/>
                    <a:pt x="15137" y="551"/>
                  </a:cubicBezTo>
                  <a:lnTo>
                    <a:pt x="14681" y="3071"/>
                  </a:lnTo>
                  <a:cubicBezTo>
                    <a:pt x="14610" y="3335"/>
                    <a:pt x="14503" y="3550"/>
                    <a:pt x="14361" y="3710"/>
                  </a:cubicBezTo>
                  <a:cubicBezTo>
                    <a:pt x="14220" y="3869"/>
                    <a:pt x="14002" y="3996"/>
                    <a:pt x="13701" y="4084"/>
                  </a:cubicBezTo>
                  <a:cubicBezTo>
                    <a:pt x="13435" y="4161"/>
                    <a:pt x="13116" y="4177"/>
                    <a:pt x="12748" y="4133"/>
                  </a:cubicBezTo>
                  <a:cubicBezTo>
                    <a:pt x="12380" y="4089"/>
                    <a:pt x="11963" y="4045"/>
                    <a:pt x="11497" y="3996"/>
                  </a:cubicBezTo>
                  <a:cubicBezTo>
                    <a:pt x="11032" y="3946"/>
                    <a:pt x="10518" y="3930"/>
                    <a:pt x="9959" y="3941"/>
                  </a:cubicBezTo>
                  <a:cubicBezTo>
                    <a:pt x="9400" y="3952"/>
                    <a:pt x="8797" y="4051"/>
                    <a:pt x="8159" y="4232"/>
                  </a:cubicBezTo>
                  <a:cubicBezTo>
                    <a:pt x="7055" y="4546"/>
                    <a:pt x="6324" y="4964"/>
                    <a:pt x="5956" y="5482"/>
                  </a:cubicBezTo>
                  <a:cubicBezTo>
                    <a:pt x="5588" y="5999"/>
                    <a:pt x="5552" y="6566"/>
                    <a:pt x="5845" y="7182"/>
                  </a:cubicBezTo>
                  <a:cubicBezTo>
                    <a:pt x="6031" y="7573"/>
                    <a:pt x="6350" y="7854"/>
                    <a:pt x="6798" y="8024"/>
                  </a:cubicBezTo>
                  <a:cubicBezTo>
                    <a:pt x="7246" y="8189"/>
                    <a:pt x="7778" y="8294"/>
                    <a:pt x="8398" y="8327"/>
                  </a:cubicBezTo>
                  <a:cubicBezTo>
                    <a:pt x="9015" y="8365"/>
                    <a:pt x="9702" y="8365"/>
                    <a:pt x="10456" y="8327"/>
                  </a:cubicBezTo>
                  <a:cubicBezTo>
                    <a:pt x="11209" y="8288"/>
                    <a:pt x="11985" y="8266"/>
                    <a:pt x="12783" y="8255"/>
                  </a:cubicBezTo>
                  <a:cubicBezTo>
                    <a:pt x="13581" y="8244"/>
                    <a:pt x="14384" y="8272"/>
                    <a:pt x="15186" y="8338"/>
                  </a:cubicBezTo>
                  <a:cubicBezTo>
                    <a:pt x="15989" y="8404"/>
                    <a:pt x="16751" y="8563"/>
                    <a:pt x="17469" y="8811"/>
                  </a:cubicBezTo>
                  <a:cubicBezTo>
                    <a:pt x="18188" y="9064"/>
                    <a:pt x="18848" y="9433"/>
                    <a:pt x="19447" y="9917"/>
                  </a:cubicBezTo>
                  <a:cubicBezTo>
                    <a:pt x="20045" y="10402"/>
                    <a:pt x="20542" y="11051"/>
                    <a:pt x="20927" y="11865"/>
                  </a:cubicBezTo>
                  <a:cubicBezTo>
                    <a:pt x="21357" y="12768"/>
                    <a:pt x="21557" y="13670"/>
                    <a:pt x="21526" y="14573"/>
                  </a:cubicBezTo>
                  <a:cubicBezTo>
                    <a:pt x="21495" y="15475"/>
                    <a:pt x="21233" y="16328"/>
                    <a:pt x="20741" y="17137"/>
                  </a:cubicBezTo>
                  <a:cubicBezTo>
                    <a:pt x="20249" y="17941"/>
                    <a:pt x="19518" y="18678"/>
                    <a:pt x="18547" y="19333"/>
                  </a:cubicBezTo>
                  <a:cubicBezTo>
                    <a:pt x="17576" y="19994"/>
                    <a:pt x="16370" y="20527"/>
                    <a:pt x="14933" y="20935"/>
                  </a:cubicBezTo>
                  <a:cubicBezTo>
                    <a:pt x="14144" y="21160"/>
                    <a:pt x="13311" y="21325"/>
                    <a:pt x="12433" y="21435"/>
                  </a:cubicBezTo>
                  <a:cubicBezTo>
                    <a:pt x="11555" y="21545"/>
                    <a:pt x="10677" y="21595"/>
                    <a:pt x="9804" y="21584"/>
                  </a:cubicBezTo>
                  <a:cubicBezTo>
                    <a:pt x="8930" y="21573"/>
                    <a:pt x="8079" y="21507"/>
                    <a:pt x="7259" y="21391"/>
                  </a:cubicBezTo>
                  <a:cubicBezTo>
                    <a:pt x="6439" y="21270"/>
                    <a:pt x="5685" y="21089"/>
                    <a:pt x="5002" y="20847"/>
                  </a:cubicBezTo>
                  <a:lnTo>
                    <a:pt x="5734" y="18233"/>
                  </a:lnTo>
                  <a:cubicBezTo>
                    <a:pt x="5800" y="18040"/>
                    <a:pt x="5924" y="17864"/>
                    <a:pt x="6102" y="17693"/>
                  </a:cubicBezTo>
                  <a:cubicBezTo>
                    <a:pt x="6279" y="17528"/>
                    <a:pt x="6501" y="17402"/>
                    <a:pt x="6767" y="17330"/>
                  </a:cubicBezTo>
                  <a:cubicBezTo>
                    <a:pt x="7113" y="17231"/>
                    <a:pt x="7507" y="17214"/>
                    <a:pt x="7942" y="17286"/>
                  </a:cubicBezTo>
                  <a:cubicBezTo>
                    <a:pt x="8376" y="17358"/>
                    <a:pt x="8868" y="17429"/>
                    <a:pt x="9409" y="17506"/>
                  </a:cubicBezTo>
                  <a:cubicBezTo>
                    <a:pt x="9955" y="17583"/>
                    <a:pt x="10557" y="17627"/>
                    <a:pt x="11218" y="17627"/>
                  </a:cubicBezTo>
                  <a:cubicBezTo>
                    <a:pt x="11879" y="17633"/>
                    <a:pt x="12606" y="17523"/>
                    <a:pt x="13395" y="17297"/>
                  </a:cubicBezTo>
                  <a:cubicBezTo>
                    <a:pt x="14463" y="16994"/>
                    <a:pt x="15204" y="16576"/>
                    <a:pt x="15625" y="16042"/>
                  </a:cubicBezTo>
                  <a:cubicBezTo>
                    <a:pt x="16042" y="15514"/>
                    <a:pt x="16064" y="14854"/>
                    <a:pt x="15691" y="14067"/>
                  </a:cubicBezTo>
                  <a:cubicBezTo>
                    <a:pt x="15474" y="13610"/>
                    <a:pt x="15133" y="13285"/>
                    <a:pt x="14672" y="13093"/>
                  </a:cubicBezTo>
                  <a:cubicBezTo>
                    <a:pt x="14211" y="12900"/>
                    <a:pt x="13670" y="12784"/>
                    <a:pt x="13054" y="12746"/>
                  </a:cubicBezTo>
                  <a:cubicBezTo>
                    <a:pt x="12437" y="12707"/>
                    <a:pt x="11759" y="12713"/>
                    <a:pt x="11014" y="12762"/>
                  </a:cubicBezTo>
                  <a:cubicBezTo>
                    <a:pt x="10274" y="12812"/>
                    <a:pt x="9507" y="12850"/>
                    <a:pt x="8718" y="12878"/>
                  </a:cubicBezTo>
                  <a:cubicBezTo>
                    <a:pt x="7928" y="12905"/>
                    <a:pt x="7135" y="12889"/>
                    <a:pt x="6341" y="12828"/>
                  </a:cubicBezTo>
                  <a:cubicBezTo>
                    <a:pt x="5548" y="12768"/>
                    <a:pt x="4785" y="12603"/>
                    <a:pt x="4062" y="12339"/>
                  </a:cubicBezTo>
                  <a:cubicBezTo>
                    <a:pt x="3335" y="12074"/>
                    <a:pt x="2661" y="11678"/>
                    <a:pt x="2041" y="11150"/>
                  </a:cubicBezTo>
                  <a:cubicBezTo>
                    <a:pt x="1420" y="10622"/>
                    <a:pt x="892" y="9901"/>
                    <a:pt x="458" y="8987"/>
                  </a:cubicBezTo>
                  <a:cubicBezTo>
                    <a:pt x="108" y="8255"/>
                    <a:pt x="-43" y="7485"/>
                    <a:pt x="10" y="6676"/>
                  </a:cubicBezTo>
                  <a:cubicBezTo>
                    <a:pt x="59" y="5867"/>
                    <a:pt x="325" y="5085"/>
                    <a:pt x="808" y="4331"/>
                  </a:cubicBezTo>
                  <a:cubicBezTo>
                    <a:pt x="1291" y="3572"/>
                    <a:pt x="1992" y="2879"/>
                    <a:pt x="2919" y="2246"/>
                  </a:cubicBezTo>
                  <a:cubicBezTo>
                    <a:pt x="3836" y="1602"/>
                    <a:pt x="4993" y="1085"/>
                    <a:pt x="6386" y="688"/>
                  </a:cubicBezTo>
                  <a:close/>
                </a:path>
              </a:pathLst>
            </a:custGeom>
            <a:solidFill>
              <a:srgbClr val="7A8C8E">
                <a:lumMod val="60000"/>
                <a:lumOff val="40000"/>
              </a:srgbClr>
            </a:solidFill>
            <a:ln w="12700">
              <a:miter lim="400000"/>
            </a:ln>
          </p:spPr>
          <p:txBody>
            <a:bodyPr lIns="38100" tIns="38100" rIns="38100" bIns="38100" anchor="ctr"/>
            <a:lstStyle/>
            <a:p>
              <a:pPr>
                <a:defRPr sz="3000">
                  <a:solidFill>
                    <a:srgbClr val="FFFFFF"/>
                  </a:solidFill>
                </a:defRPr>
              </a:pPr>
              <a:endParaRPr/>
            </a:p>
          </p:txBody>
        </p:sp>
      </p:grpSp>
      <p:grpSp>
        <p:nvGrpSpPr>
          <p:cNvPr id="118" name="组合 155">
            <a:extLst>
              <a:ext uri="{FF2B5EF4-FFF2-40B4-BE49-F238E27FC236}">
                <a16:creationId xmlns:a16="http://schemas.microsoft.com/office/drawing/2014/main" id="{F6E73302-B050-17A4-7E81-AD6D07ABE924}"/>
              </a:ext>
            </a:extLst>
          </p:cNvPr>
          <p:cNvGrpSpPr/>
          <p:nvPr/>
        </p:nvGrpSpPr>
        <p:grpSpPr>
          <a:xfrm>
            <a:off x="3183030" y="3215936"/>
            <a:ext cx="3208908" cy="3051514"/>
            <a:chOff x="2740023" y="3426960"/>
            <a:chExt cx="3696921" cy="3515590"/>
          </a:xfrm>
        </p:grpSpPr>
        <p:sp>
          <p:nvSpPr>
            <p:cNvPr id="119" name="Shape">
              <a:extLst>
                <a:ext uri="{FF2B5EF4-FFF2-40B4-BE49-F238E27FC236}">
                  <a16:creationId xmlns:a16="http://schemas.microsoft.com/office/drawing/2014/main" id="{EC74BDE7-B027-1533-AE68-C8EF369112F8}"/>
                </a:ext>
              </a:extLst>
            </p:cNvPr>
            <p:cNvSpPr/>
            <p:nvPr/>
          </p:nvSpPr>
          <p:spPr>
            <a:xfrm>
              <a:off x="5709142" y="3621302"/>
              <a:ext cx="516317" cy="3321246"/>
            </a:xfrm>
            <a:prstGeom prst="rect">
              <a:avLst/>
            </a:prstGeom>
            <a:solidFill>
              <a:srgbClr val="3494BA">
                <a:lumMod val="50000"/>
              </a:srgbClr>
            </a:solidFill>
            <a:ln w="12700">
              <a:miter lim="400000"/>
            </a:ln>
          </p:spPr>
          <p:txBody>
            <a:bodyPr lIns="38100" tIns="38100" rIns="38100" bIns="38100" anchor="ctr"/>
            <a:lstStyle/>
            <a:p>
              <a:pPr>
                <a:defRPr sz="3000">
                  <a:solidFill>
                    <a:srgbClr val="FFFFFF"/>
                  </a:solidFill>
                </a:defRPr>
              </a:pPr>
              <a:endParaRPr/>
            </a:p>
          </p:txBody>
        </p:sp>
        <p:sp>
          <p:nvSpPr>
            <p:cNvPr id="120" name="Shape">
              <a:extLst>
                <a:ext uri="{FF2B5EF4-FFF2-40B4-BE49-F238E27FC236}">
                  <a16:creationId xmlns:a16="http://schemas.microsoft.com/office/drawing/2014/main" id="{D4F091A4-B637-EB83-2DCA-822ED05700B3}"/>
                </a:ext>
              </a:extLst>
            </p:cNvPr>
            <p:cNvSpPr/>
            <p:nvPr/>
          </p:nvSpPr>
          <p:spPr>
            <a:xfrm>
              <a:off x="4311535" y="3924514"/>
              <a:ext cx="1227201" cy="3018034"/>
            </a:xfrm>
            <a:custGeom>
              <a:avLst/>
              <a:gdLst>
                <a:gd name="connsiteX0" fmla="*/ 0 w 1162450"/>
                <a:gd name="connsiteY0" fmla="*/ 0 h 3011448"/>
                <a:gd name="connsiteX1" fmla="*/ 1162450 w 1162450"/>
                <a:gd name="connsiteY1" fmla="*/ 0 h 3011448"/>
                <a:gd name="connsiteX2" fmla="*/ 1162450 w 1162450"/>
                <a:gd name="connsiteY2" fmla="*/ 3011448 h 3011448"/>
                <a:gd name="connsiteX3" fmla="*/ 0 w 1162450"/>
                <a:gd name="connsiteY3" fmla="*/ 3011448 h 3011448"/>
                <a:gd name="connsiteX4" fmla="*/ 0 w 1162450"/>
                <a:gd name="connsiteY4" fmla="*/ 0 h 3011448"/>
                <a:gd name="connsiteX0" fmla="*/ 0 w 1162450"/>
                <a:gd name="connsiteY0" fmla="*/ 6586 h 3018034"/>
                <a:gd name="connsiteX1" fmla="*/ 268092 w 1162450"/>
                <a:gd name="connsiteY1" fmla="*/ 0 h 3018034"/>
                <a:gd name="connsiteX2" fmla="*/ 1162450 w 1162450"/>
                <a:gd name="connsiteY2" fmla="*/ 6586 h 3018034"/>
                <a:gd name="connsiteX3" fmla="*/ 1162450 w 1162450"/>
                <a:gd name="connsiteY3" fmla="*/ 3018034 h 3018034"/>
                <a:gd name="connsiteX4" fmla="*/ 0 w 1162450"/>
                <a:gd name="connsiteY4" fmla="*/ 3018034 h 3018034"/>
                <a:gd name="connsiteX5" fmla="*/ 0 w 1162450"/>
                <a:gd name="connsiteY5" fmla="*/ 6586 h 3018034"/>
                <a:gd name="connsiteX0" fmla="*/ 0 w 1162450"/>
                <a:gd name="connsiteY0" fmla="*/ 6586 h 3018034"/>
                <a:gd name="connsiteX1" fmla="*/ 268092 w 1162450"/>
                <a:gd name="connsiteY1" fmla="*/ 0 h 3018034"/>
                <a:gd name="connsiteX2" fmla="*/ 1162450 w 1162450"/>
                <a:gd name="connsiteY2" fmla="*/ 6586 h 3018034"/>
                <a:gd name="connsiteX3" fmla="*/ 1157092 w 1162450"/>
                <a:gd name="connsiteY3" fmla="*/ 704850 h 3018034"/>
                <a:gd name="connsiteX4" fmla="*/ 1162450 w 1162450"/>
                <a:gd name="connsiteY4" fmla="*/ 3018034 h 3018034"/>
                <a:gd name="connsiteX5" fmla="*/ 0 w 1162450"/>
                <a:gd name="connsiteY5" fmla="*/ 3018034 h 3018034"/>
                <a:gd name="connsiteX6" fmla="*/ 0 w 1162450"/>
                <a:gd name="connsiteY6" fmla="*/ 6586 h 3018034"/>
                <a:gd name="connsiteX0" fmla="*/ 0 w 1162450"/>
                <a:gd name="connsiteY0" fmla="*/ 6586 h 3018034"/>
                <a:gd name="connsiteX1" fmla="*/ 268092 w 1162450"/>
                <a:gd name="connsiteY1" fmla="*/ 0 h 3018034"/>
                <a:gd name="connsiteX2" fmla="*/ 1157092 w 1162450"/>
                <a:gd name="connsiteY2" fmla="*/ 704850 h 3018034"/>
                <a:gd name="connsiteX3" fmla="*/ 1162450 w 1162450"/>
                <a:gd name="connsiteY3" fmla="*/ 3018034 h 3018034"/>
                <a:gd name="connsiteX4" fmla="*/ 0 w 1162450"/>
                <a:gd name="connsiteY4" fmla="*/ 3018034 h 3018034"/>
                <a:gd name="connsiteX5" fmla="*/ 0 w 1162450"/>
                <a:gd name="connsiteY5" fmla="*/ 6586 h 30180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62450" h="3018034">
                  <a:moveTo>
                    <a:pt x="0" y="6586"/>
                  </a:moveTo>
                  <a:lnTo>
                    <a:pt x="268092" y="0"/>
                  </a:lnTo>
                  <a:lnTo>
                    <a:pt x="1157092" y="704850"/>
                  </a:lnTo>
                  <a:lnTo>
                    <a:pt x="1162450" y="3018034"/>
                  </a:lnTo>
                  <a:lnTo>
                    <a:pt x="0" y="3018034"/>
                  </a:lnTo>
                  <a:lnTo>
                    <a:pt x="0" y="6586"/>
                  </a:lnTo>
                  <a:close/>
                </a:path>
              </a:pathLst>
            </a:custGeom>
            <a:solidFill>
              <a:srgbClr val="3494BA">
                <a:lumMod val="50000"/>
              </a:srgbClr>
            </a:solidFill>
            <a:ln w="12700">
              <a:miter lim="400000"/>
            </a:ln>
          </p:spPr>
          <p:txBody>
            <a:bodyPr lIns="38100" tIns="38100" rIns="38100" bIns="38100" anchor="ctr"/>
            <a:lstStyle/>
            <a:p>
              <a:pPr>
                <a:defRPr sz="3000">
                  <a:solidFill>
                    <a:srgbClr val="FFFFFF"/>
                  </a:solidFill>
                </a:defRPr>
              </a:pPr>
              <a:endParaRPr/>
            </a:p>
          </p:txBody>
        </p:sp>
        <p:sp>
          <p:nvSpPr>
            <p:cNvPr id="121" name="Shape">
              <a:extLst>
                <a:ext uri="{FF2B5EF4-FFF2-40B4-BE49-F238E27FC236}">
                  <a16:creationId xmlns:a16="http://schemas.microsoft.com/office/drawing/2014/main" id="{F5D1D737-D8EC-10CE-DAD2-F00626DEC318}"/>
                </a:ext>
              </a:extLst>
            </p:cNvPr>
            <p:cNvSpPr/>
            <p:nvPr/>
          </p:nvSpPr>
          <p:spPr>
            <a:xfrm>
              <a:off x="4699395" y="3781984"/>
              <a:ext cx="1227201" cy="3160564"/>
            </a:xfrm>
            <a:custGeom>
              <a:avLst/>
              <a:gdLst>
                <a:gd name="connsiteX0" fmla="*/ 0 w 1162450"/>
                <a:gd name="connsiteY0" fmla="*/ 0 h 3160564"/>
                <a:gd name="connsiteX1" fmla="*/ 1162450 w 1162450"/>
                <a:gd name="connsiteY1" fmla="*/ 0 h 3160564"/>
                <a:gd name="connsiteX2" fmla="*/ 1162450 w 1162450"/>
                <a:gd name="connsiteY2" fmla="*/ 3160564 h 3160564"/>
                <a:gd name="connsiteX3" fmla="*/ 0 w 1162450"/>
                <a:gd name="connsiteY3" fmla="*/ 3160564 h 3160564"/>
                <a:gd name="connsiteX4" fmla="*/ 0 w 1162450"/>
                <a:gd name="connsiteY4" fmla="*/ 0 h 3160564"/>
                <a:gd name="connsiteX0" fmla="*/ 0 w 1162450"/>
                <a:gd name="connsiteY0" fmla="*/ 0 h 3160564"/>
                <a:gd name="connsiteX1" fmla="*/ 1162450 w 1162450"/>
                <a:gd name="connsiteY1" fmla="*/ 0 h 3160564"/>
                <a:gd name="connsiteX2" fmla="*/ 1157997 w 1162450"/>
                <a:gd name="connsiteY2" fmla="*/ 1075980 h 3160564"/>
                <a:gd name="connsiteX3" fmla="*/ 1162450 w 1162450"/>
                <a:gd name="connsiteY3" fmla="*/ 3160564 h 3160564"/>
                <a:gd name="connsiteX4" fmla="*/ 0 w 1162450"/>
                <a:gd name="connsiteY4" fmla="*/ 3160564 h 3160564"/>
                <a:gd name="connsiteX5" fmla="*/ 0 w 1162450"/>
                <a:gd name="connsiteY5" fmla="*/ 0 h 3160564"/>
                <a:gd name="connsiteX0" fmla="*/ 0 w 1162450"/>
                <a:gd name="connsiteY0" fmla="*/ 0 h 3160564"/>
                <a:gd name="connsiteX1" fmla="*/ 1157997 w 1162450"/>
                <a:gd name="connsiteY1" fmla="*/ 1075980 h 3160564"/>
                <a:gd name="connsiteX2" fmla="*/ 1162450 w 1162450"/>
                <a:gd name="connsiteY2" fmla="*/ 3160564 h 3160564"/>
                <a:gd name="connsiteX3" fmla="*/ 0 w 1162450"/>
                <a:gd name="connsiteY3" fmla="*/ 3160564 h 3160564"/>
                <a:gd name="connsiteX4" fmla="*/ 0 w 1162450"/>
                <a:gd name="connsiteY4" fmla="*/ 0 h 31605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2450" h="3160564">
                  <a:moveTo>
                    <a:pt x="0" y="0"/>
                  </a:moveTo>
                  <a:lnTo>
                    <a:pt x="1157997" y="1075980"/>
                  </a:lnTo>
                  <a:cubicBezTo>
                    <a:pt x="1159481" y="1770841"/>
                    <a:pt x="1160966" y="2465703"/>
                    <a:pt x="1162450" y="3160564"/>
                  </a:cubicBezTo>
                  <a:lnTo>
                    <a:pt x="0" y="3160564"/>
                  </a:lnTo>
                  <a:lnTo>
                    <a:pt x="0" y="0"/>
                  </a:lnTo>
                  <a:close/>
                </a:path>
              </a:pathLst>
            </a:custGeom>
            <a:solidFill>
              <a:srgbClr val="3494BA">
                <a:lumMod val="50000"/>
              </a:srgbClr>
            </a:solidFill>
            <a:ln w="12700">
              <a:miter lim="400000"/>
            </a:ln>
          </p:spPr>
          <p:txBody>
            <a:bodyPr lIns="38100" tIns="38100" rIns="38100" bIns="38100" anchor="ctr"/>
            <a:lstStyle/>
            <a:p>
              <a:pPr>
                <a:defRPr sz="3000">
                  <a:solidFill>
                    <a:srgbClr val="FFFFFF"/>
                  </a:solidFill>
                </a:defRPr>
              </a:pPr>
              <a:endParaRPr/>
            </a:p>
          </p:txBody>
        </p:sp>
        <p:sp>
          <p:nvSpPr>
            <p:cNvPr id="122" name="Rectangle 5">
              <a:extLst>
                <a:ext uri="{FF2B5EF4-FFF2-40B4-BE49-F238E27FC236}">
                  <a16:creationId xmlns:a16="http://schemas.microsoft.com/office/drawing/2014/main" id="{5BFE68F4-4FC7-F689-DEA9-1A1B23222D6C}"/>
                </a:ext>
              </a:extLst>
            </p:cNvPr>
            <p:cNvSpPr/>
            <p:nvPr/>
          </p:nvSpPr>
          <p:spPr>
            <a:xfrm>
              <a:off x="2742537" y="4201617"/>
              <a:ext cx="1673439" cy="2740933"/>
            </a:xfrm>
            <a:custGeom>
              <a:avLst/>
              <a:gdLst>
                <a:gd name="connsiteX0" fmla="*/ 0 w 1585143"/>
                <a:gd name="connsiteY0" fmla="*/ 0 h 2739857"/>
                <a:gd name="connsiteX1" fmla="*/ 1585143 w 1585143"/>
                <a:gd name="connsiteY1" fmla="*/ 0 h 2739857"/>
                <a:gd name="connsiteX2" fmla="*/ 1585143 w 1585143"/>
                <a:gd name="connsiteY2" fmla="*/ 2739857 h 2739857"/>
                <a:gd name="connsiteX3" fmla="*/ 0 w 1585143"/>
                <a:gd name="connsiteY3" fmla="*/ 2739857 h 2739857"/>
                <a:gd name="connsiteX4" fmla="*/ 0 w 1585143"/>
                <a:gd name="connsiteY4" fmla="*/ 0 h 2739857"/>
                <a:gd name="connsiteX0" fmla="*/ 0 w 1585143"/>
                <a:gd name="connsiteY0" fmla="*/ 1076 h 2740933"/>
                <a:gd name="connsiteX1" fmla="*/ 582527 w 1585143"/>
                <a:gd name="connsiteY1" fmla="*/ 0 h 2740933"/>
                <a:gd name="connsiteX2" fmla="*/ 1585143 w 1585143"/>
                <a:gd name="connsiteY2" fmla="*/ 1076 h 2740933"/>
                <a:gd name="connsiteX3" fmla="*/ 1585143 w 1585143"/>
                <a:gd name="connsiteY3" fmla="*/ 2740933 h 2740933"/>
                <a:gd name="connsiteX4" fmla="*/ 0 w 1585143"/>
                <a:gd name="connsiteY4" fmla="*/ 2740933 h 2740933"/>
                <a:gd name="connsiteX5" fmla="*/ 0 w 1585143"/>
                <a:gd name="connsiteY5" fmla="*/ 1076 h 2740933"/>
                <a:gd name="connsiteX0" fmla="*/ 0 w 1585143"/>
                <a:gd name="connsiteY0" fmla="*/ 1076 h 2740933"/>
                <a:gd name="connsiteX1" fmla="*/ 582527 w 1585143"/>
                <a:gd name="connsiteY1" fmla="*/ 0 h 2740933"/>
                <a:gd name="connsiteX2" fmla="*/ 1585143 w 1585143"/>
                <a:gd name="connsiteY2" fmla="*/ 1076 h 2740933"/>
                <a:gd name="connsiteX3" fmla="*/ 1581234 w 1585143"/>
                <a:gd name="connsiteY3" fmla="*/ 959796 h 2740933"/>
                <a:gd name="connsiteX4" fmla="*/ 1585143 w 1585143"/>
                <a:gd name="connsiteY4" fmla="*/ 2740933 h 2740933"/>
                <a:gd name="connsiteX5" fmla="*/ 0 w 1585143"/>
                <a:gd name="connsiteY5" fmla="*/ 2740933 h 2740933"/>
                <a:gd name="connsiteX6" fmla="*/ 0 w 1585143"/>
                <a:gd name="connsiteY6" fmla="*/ 1076 h 2740933"/>
                <a:gd name="connsiteX0" fmla="*/ 0 w 1585143"/>
                <a:gd name="connsiteY0" fmla="*/ 1076 h 2740933"/>
                <a:gd name="connsiteX1" fmla="*/ 582527 w 1585143"/>
                <a:gd name="connsiteY1" fmla="*/ 0 h 2740933"/>
                <a:gd name="connsiteX2" fmla="*/ 1581234 w 1585143"/>
                <a:gd name="connsiteY2" fmla="*/ 959796 h 2740933"/>
                <a:gd name="connsiteX3" fmla="*/ 1585143 w 1585143"/>
                <a:gd name="connsiteY3" fmla="*/ 2740933 h 2740933"/>
                <a:gd name="connsiteX4" fmla="*/ 0 w 1585143"/>
                <a:gd name="connsiteY4" fmla="*/ 2740933 h 2740933"/>
                <a:gd name="connsiteX5" fmla="*/ 0 w 1585143"/>
                <a:gd name="connsiteY5" fmla="*/ 1076 h 274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85143" h="2740933">
                  <a:moveTo>
                    <a:pt x="0" y="1076"/>
                  </a:moveTo>
                  <a:lnTo>
                    <a:pt x="582527" y="0"/>
                  </a:lnTo>
                  <a:lnTo>
                    <a:pt x="1581234" y="959796"/>
                  </a:lnTo>
                  <a:lnTo>
                    <a:pt x="1585143" y="2740933"/>
                  </a:lnTo>
                  <a:lnTo>
                    <a:pt x="0" y="2740933"/>
                  </a:lnTo>
                  <a:lnTo>
                    <a:pt x="0" y="1076"/>
                  </a:lnTo>
                  <a:close/>
                </a:path>
              </a:pathLst>
            </a:custGeom>
            <a:solidFill>
              <a:srgbClr val="3494BA">
                <a:lumMod val="50000"/>
              </a:srgbClr>
            </a:solidFill>
            <a:ln w="12700">
              <a:miter lim="400000"/>
            </a:ln>
          </p:spPr>
          <p:txBody>
            <a:bodyPr wrap="square" lIns="38100" tIns="38100" rIns="38100" bIns="38100" anchor="ctr">
              <a:noAutofit/>
            </a:bodyPr>
            <a:lstStyle/>
            <a:p>
              <a:pPr>
                <a:defRPr sz="3000">
                  <a:solidFill>
                    <a:srgbClr val="FFFFFF"/>
                  </a:solidFill>
                </a:defRPr>
              </a:pPr>
              <a:endParaRPr/>
            </a:p>
          </p:txBody>
        </p:sp>
        <p:sp>
          <p:nvSpPr>
            <p:cNvPr id="123" name="Shape">
              <a:extLst>
                <a:ext uri="{FF2B5EF4-FFF2-40B4-BE49-F238E27FC236}">
                  <a16:creationId xmlns:a16="http://schemas.microsoft.com/office/drawing/2014/main" id="{A97869B3-B047-913F-B54C-867BC75FED4B}"/>
                </a:ext>
              </a:extLst>
            </p:cNvPr>
            <p:cNvSpPr/>
            <p:nvPr/>
          </p:nvSpPr>
          <p:spPr>
            <a:xfrm>
              <a:off x="5920627" y="5026282"/>
              <a:ext cx="516317" cy="1916266"/>
            </a:xfrm>
            <a:prstGeom prst="rect">
              <a:avLst/>
            </a:prstGeom>
            <a:solidFill>
              <a:srgbClr val="3494BA">
                <a:lumMod val="40000"/>
                <a:lumOff val="60000"/>
              </a:srgbClr>
            </a:solidFill>
            <a:ln w="12700">
              <a:miter lim="400000"/>
            </a:ln>
          </p:spPr>
          <p:txBody>
            <a:bodyPr lIns="38100" tIns="38100" rIns="38100" bIns="38100" anchor="ctr"/>
            <a:lstStyle/>
            <a:p>
              <a:pPr>
                <a:defRPr sz="3000">
                  <a:solidFill>
                    <a:srgbClr val="FFFFFF"/>
                  </a:solidFill>
                </a:defRPr>
              </a:pPr>
              <a:endParaRPr/>
            </a:p>
          </p:txBody>
        </p:sp>
        <p:sp>
          <p:nvSpPr>
            <p:cNvPr id="124" name="Shape">
              <a:extLst>
                <a:ext uri="{FF2B5EF4-FFF2-40B4-BE49-F238E27FC236}">
                  <a16:creationId xmlns:a16="http://schemas.microsoft.com/office/drawing/2014/main" id="{E6C7A4B5-1C77-754F-998E-30A88503EBC0}"/>
                </a:ext>
              </a:extLst>
            </p:cNvPr>
            <p:cNvSpPr/>
            <p:nvPr/>
          </p:nvSpPr>
          <p:spPr>
            <a:xfrm>
              <a:off x="4384460" y="5360271"/>
              <a:ext cx="516316" cy="1582277"/>
            </a:xfrm>
            <a:prstGeom prst="rect">
              <a:avLst/>
            </a:prstGeom>
            <a:solidFill>
              <a:srgbClr val="3494BA">
                <a:lumMod val="40000"/>
                <a:lumOff val="60000"/>
              </a:srgbClr>
            </a:solidFill>
            <a:ln w="12700">
              <a:miter lim="400000"/>
            </a:ln>
          </p:spPr>
          <p:txBody>
            <a:bodyPr lIns="38100" tIns="38100" rIns="38100" bIns="38100" anchor="ctr"/>
            <a:lstStyle/>
            <a:p>
              <a:pPr>
                <a:defRPr sz="3000">
                  <a:solidFill>
                    <a:srgbClr val="FFFFFF"/>
                  </a:solidFill>
                </a:defRPr>
              </a:pPr>
              <a:endParaRPr/>
            </a:p>
          </p:txBody>
        </p:sp>
        <p:sp>
          <p:nvSpPr>
            <p:cNvPr id="125" name="Shape">
              <a:extLst>
                <a:ext uri="{FF2B5EF4-FFF2-40B4-BE49-F238E27FC236}">
                  <a16:creationId xmlns:a16="http://schemas.microsoft.com/office/drawing/2014/main" id="{608402BF-0C61-C5EE-E748-E066FD4C4F5A}"/>
                </a:ext>
              </a:extLst>
            </p:cNvPr>
            <p:cNvSpPr/>
            <p:nvPr/>
          </p:nvSpPr>
          <p:spPr>
            <a:xfrm>
              <a:off x="2740023" y="3426960"/>
              <a:ext cx="3693512" cy="2043524"/>
            </a:xfrm>
            <a:custGeom>
              <a:avLst/>
              <a:gdLst/>
              <a:ahLst/>
              <a:cxnLst>
                <a:cxn ang="0">
                  <a:pos x="wd2" y="hd2"/>
                </a:cxn>
                <a:cxn ang="5400000">
                  <a:pos x="wd2" y="hd2"/>
                </a:cxn>
                <a:cxn ang="10800000">
                  <a:pos x="wd2" y="hd2"/>
                </a:cxn>
                <a:cxn ang="16200000">
                  <a:pos x="wd2" y="hd2"/>
                </a:cxn>
              </a:cxnLst>
              <a:rect l="0" t="0" r="r" b="b"/>
              <a:pathLst>
                <a:path w="21600" h="21600" extrusionOk="0">
                  <a:moveTo>
                    <a:pt x="20767" y="0"/>
                  </a:moveTo>
                  <a:lnTo>
                    <a:pt x="21600" y="16892"/>
                  </a:lnTo>
                  <a:lnTo>
                    <a:pt x="18605" y="18070"/>
                  </a:lnTo>
                  <a:lnTo>
                    <a:pt x="12679" y="9733"/>
                  </a:lnTo>
                  <a:cubicBezTo>
                    <a:pt x="12577" y="9609"/>
                    <a:pt x="12472" y="9464"/>
                    <a:pt x="12365" y="9306"/>
                  </a:cubicBezTo>
                  <a:cubicBezTo>
                    <a:pt x="12257" y="9148"/>
                    <a:pt x="12148" y="8982"/>
                    <a:pt x="12035" y="8802"/>
                  </a:cubicBezTo>
                  <a:cubicBezTo>
                    <a:pt x="12058" y="9016"/>
                    <a:pt x="12075" y="9216"/>
                    <a:pt x="12090" y="9413"/>
                  </a:cubicBezTo>
                  <a:cubicBezTo>
                    <a:pt x="12105" y="9609"/>
                    <a:pt x="12113" y="9788"/>
                    <a:pt x="12110" y="9955"/>
                  </a:cubicBezTo>
                  <a:lnTo>
                    <a:pt x="12636" y="20422"/>
                  </a:lnTo>
                  <a:lnTo>
                    <a:pt x="9642" y="21600"/>
                  </a:lnTo>
                  <a:lnTo>
                    <a:pt x="0" y="8179"/>
                  </a:lnTo>
                  <a:lnTo>
                    <a:pt x="2780" y="7086"/>
                  </a:lnTo>
                  <a:cubicBezTo>
                    <a:pt x="3067" y="6975"/>
                    <a:pt x="3331" y="6950"/>
                    <a:pt x="3570" y="7009"/>
                  </a:cubicBezTo>
                  <a:cubicBezTo>
                    <a:pt x="3810" y="7073"/>
                    <a:pt x="3999" y="7206"/>
                    <a:pt x="4139" y="7411"/>
                  </a:cubicBezTo>
                  <a:lnTo>
                    <a:pt x="8829" y="14548"/>
                  </a:lnTo>
                  <a:cubicBezTo>
                    <a:pt x="8974" y="14774"/>
                    <a:pt x="9126" y="15022"/>
                    <a:pt x="9288" y="15295"/>
                  </a:cubicBezTo>
                  <a:cubicBezTo>
                    <a:pt x="9447" y="15568"/>
                    <a:pt x="9614" y="15850"/>
                    <a:pt x="9781" y="16145"/>
                  </a:cubicBezTo>
                  <a:cubicBezTo>
                    <a:pt x="9674" y="15444"/>
                    <a:pt x="9617" y="14813"/>
                    <a:pt x="9612" y="14236"/>
                  </a:cubicBezTo>
                  <a:lnTo>
                    <a:pt x="9191" y="5421"/>
                  </a:lnTo>
                  <a:cubicBezTo>
                    <a:pt x="9183" y="5204"/>
                    <a:pt x="9248" y="4977"/>
                    <a:pt x="9385" y="4747"/>
                  </a:cubicBezTo>
                  <a:cubicBezTo>
                    <a:pt x="9525" y="4516"/>
                    <a:pt x="9729" y="4346"/>
                    <a:pt x="10003" y="4239"/>
                  </a:cubicBezTo>
                  <a:lnTo>
                    <a:pt x="10981" y="3855"/>
                  </a:lnTo>
                  <a:cubicBezTo>
                    <a:pt x="11267" y="3744"/>
                    <a:pt x="11524" y="3722"/>
                    <a:pt x="11749" y="3795"/>
                  </a:cubicBezTo>
                  <a:cubicBezTo>
                    <a:pt x="11973" y="3867"/>
                    <a:pt x="12170" y="3996"/>
                    <a:pt x="12340" y="4183"/>
                  </a:cubicBezTo>
                  <a:lnTo>
                    <a:pt x="17361" y="11188"/>
                  </a:lnTo>
                  <a:cubicBezTo>
                    <a:pt x="17698" y="11607"/>
                    <a:pt x="18032" y="12102"/>
                    <a:pt x="18364" y="12674"/>
                  </a:cubicBezTo>
                  <a:cubicBezTo>
                    <a:pt x="18309" y="12341"/>
                    <a:pt x="18261" y="12025"/>
                    <a:pt x="18221" y="11731"/>
                  </a:cubicBezTo>
                  <a:cubicBezTo>
                    <a:pt x="18182" y="11436"/>
                    <a:pt x="18149" y="11154"/>
                    <a:pt x="18124" y="10890"/>
                  </a:cubicBezTo>
                  <a:lnTo>
                    <a:pt x="17349" y="2211"/>
                  </a:lnTo>
                  <a:cubicBezTo>
                    <a:pt x="17331" y="1989"/>
                    <a:pt x="17394" y="1763"/>
                    <a:pt x="17538" y="1532"/>
                  </a:cubicBezTo>
                  <a:cubicBezTo>
                    <a:pt x="17680" y="1302"/>
                    <a:pt x="17890" y="1135"/>
                    <a:pt x="18164" y="1024"/>
                  </a:cubicBezTo>
                  <a:lnTo>
                    <a:pt x="20767" y="0"/>
                  </a:lnTo>
                  <a:close/>
                </a:path>
              </a:pathLst>
            </a:custGeom>
            <a:solidFill>
              <a:srgbClr val="3494BA"/>
            </a:solidFill>
            <a:ln w="12700">
              <a:miter lim="400000"/>
            </a:ln>
          </p:spPr>
          <p:txBody>
            <a:bodyPr lIns="38100" tIns="38100" rIns="38100" bIns="38100" anchor="ctr"/>
            <a:lstStyle/>
            <a:p>
              <a:pPr>
                <a:defRPr sz="3000">
                  <a:solidFill>
                    <a:srgbClr val="FFFFFF"/>
                  </a:solidFill>
                </a:defRPr>
              </a:pPr>
              <a:endParaRPr/>
            </a:p>
          </p:txBody>
        </p:sp>
      </p:grpSp>
      <p:sp>
        <p:nvSpPr>
          <p:cNvPr id="126" name="矩形 126">
            <a:extLst>
              <a:ext uri="{FF2B5EF4-FFF2-40B4-BE49-F238E27FC236}">
                <a16:creationId xmlns:a16="http://schemas.microsoft.com/office/drawing/2014/main" id="{C548281E-0583-D078-03D9-D631ABFA13FB}"/>
              </a:ext>
            </a:extLst>
          </p:cNvPr>
          <p:cNvSpPr/>
          <p:nvPr/>
        </p:nvSpPr>
        <p:spPr>
          <a:xfrm>
            <a:off x="1199436" y="1238250"/>
            <a:ext cx="2379746" cy="321235"/>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7" name="矩形 127">
            <a:extLst>
              <a:ext uri="{FF2B5EF4-FFF2-40B4-BE49-F238E27FC236}">
                <a16:creationId xmlns:a16="http://schemas.microsoft.com/office/drawing/2014/main" id="{ACF57BAA-4665-D352-4F5E-112678FF9FC1}"/>
              </a:ext>
            </a:extLst>
          </p:cNvPr>
          <p:cNvSpPr/>
          <p:nvPr/>
        </p:nvSpPr>
        <p:spPr>
          <a:xfrm>
            <a:off x="1199436" y="1559484"/>
            <a:ext cx="2379746" cy="157320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8" name="TextBox 70">
            <a:extLst>
              <a:ext uri="{FF2B5EF4-FFF2-40B4-BE49-F238E27FC236}">
                <a16:creationId xmlns:a16="http://schemas.microsoft.com/office/drawing/2014/main" id="{952C6452-CEF2-A95E-F496-8E2342788C2B}"/>
              </a:ext>
            </a:extLst>
          </p:cNvPr>
          <p:cNvSpPr txBox="1"/>
          <p:nvPr/>
        </p:nvSpPr>
        <p:spPr>
          <a:xfrm>
            <a:off x="1483935" y="1251936"/>
            <a:ext cx="1790092" cy="293863"/>
          </a:xfrm>
          <a:prstGeom prst="rect">
            <a:avLst/>
          </a:prstGeom>
          <a:noFill/>
        </p:spPr>
        <p:txBody>
          <a:bodyPr wrap="square" lIns="0" rIns="0" rtlCol="0" anchor="b">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gn="ctr"/>
            <a:r>
              <a:rPr lang="en-US" sz="1389" b="1" noProof="1">
                <a:solidFill>
                  <a:srgbClr val="FFFFFF"/>
                </a:solidFill>
                <a:latin typeface="微软雅黑" panose="020B0503020204020204" pitchFamily="34" charset="-122"/>
                <a:ea typeface="微软雅黑" panose="020B0503020204020204" pitchFamily="34" charset="-122"/>
                <a:cs typeface="微软雅黑" pitchFamily="18" charset="-122"/>
              </a:rPr>
              <a:t>STRENGTHS</a:t>
            </a:r>
          </a:p>
        </p:txBody>
      </p:sp>
      <p:sp>
        <p:nvSpPr>
          <p:cNvPr id="129" name="TextBox 71">
            <a:extLst>
              <a:ext uri="{FF2B5EF4-FFF2-40B4-BE49-F238E27FC236}">
                <a16:creationId xmlns:a16="http://schemas.microsoft.com/office/drawing/2014/main" id="{09D1F8CC-C394-7DB4-4E18-2E1D19EBD458}"/>
              </a:ext>
            </a:extLst>
          </p:cNvPr>
          <p:cNvSpPr txBox="1"/>
          <p:nvPr/>
        </p:nvSpPr>
        <p:spPr>
          <a:xfrm>
            <a:off x="1353324" y="1642737"/>
            <a:ext cx="2100178" cy="1321160"/>
          </a:xfrm>
          <a:prstGeom prst="rect">
            <a:avLst/>
          </a:prstGeom>
          <a:noFill/>
        </p:spPr>
        <p:txBody>
          <a:bodyPr wrap="square" lIns="0" rIns="0" rtlCol="0" anchor="t">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nSpc>
                <a:spcPct val="150000"/>
              </a:lnSpc>
            </a:pP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 altLang="zh-CN" sz="781" noProof="1">
                <a:solidFill>
                  <a:srgbClr val="7A8C8E"/>
                </a:solidFill>
                <a:latin typeface="微软雅黑" panose="020B0503020204020204" pitchFamily="34" charset="-122"/>
                <a:ea typeface="微软雅黑" panose="020B0503020204020204" pitchFamily="34" charset="-122"/>
                <a:cs typeface="微软雅黑" pitchFamily="18" charset="-122"/>
              </a:rPr>
              <a:t/>
            </a: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
            </a:r>
            <a:endParaRPr lang="en-US" sz="781"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30" name="矩形 130">
            <a:extLst>
              <a:ext uri="{FF2B5EF4-FFF2-40B4-BE49-F238E27FC236}">
                <a16:creationId xmlns:a16="http://schemas.microsoft.com/office/drawing/2014/main" id="{16ED558D-3468-CB52-AF62-DB99BD0F7BE8}"/>
              </a:ext>
            </a:extLst>
          </p:cNvPr>
          <p:cNvSpPr/>
          <p:nvPr/>
        </p:nvSpPr>
        <p:spPr>
          <a:xfrm>
            <a:off x="3673785" y="1238250"/>
            <a:ext cx="2379746" cy="321235"/>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1" name="矩形 131">
            <a:extLst>
              <a:ext uri="{FF2B5EF4-FFF2-40B4-BE49-F238E27FC236}">
                <a16:creationId xmlns:a16="http://schemas.microsoft.com/office/drawing/2014/main" id="{56792DAB-1F94-C73E-4131-CC0A3645B338}"/>
              </a:ext>
            </a:extLst>
          </p:cNvPr>
          <p:cNvSpPr/>
          <p:nvPr/>
        </p:nvSpPr>
        <p:spPr>
          <a:xfrm>
            <a:off x="3673785" y="1559484"/>
            <a:ext cx="2379746" cy="157320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2" name="TextBox 70">
            <a:extLst>
              <a:ext uri="{FF2B5EF4-FFF2-40B4-BE49-F238E27FC236}">
                <a16:creationId xmlns:a16="http://schemas.microsoft.com/office/drawing/2014/main" id="{949A9FF8-723C-63B3-6671-2708C03389CF}"/>
              </a:ext>
            </a:extLst>
          </p:cNvPr>
          <p:cNvSpPr txBox="1"/>
          <p:nvPr/>
        </p:nvSpPr>
        <p:spPr>
          <a:xfrm>
            <a:off x="3958285" y="1251936"/>
            <a:ext cx="1790092" cy="293863"/>
          </a:xfrm>
          <a:prstGeom prst="rect">
            <a:avLst/>
          </a:prstGeom>
          <a:noFill/>
        </p:spPr>
        <p:txBody>
          <a:bodyPr wrap="square" lIns="0" rIns="0" rtlCol="0" anchor="b">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gn="ctr"/>
            <a:r>
              <a:rPr lang="en-US" sz="1389" b="1" noProof="1">
                <a:solidFill>
                  <a:srgbClr val="FFFFFF"/>
                </a:solidFill>
                <a:latin typeface="微软雅黑" panose="020B0503020204020204" pitchFamily="34" charset="-122"/>
                <a:ea typeface="微软雅黑" panose="020B0503020204020204" pitchFamily="34" charset="-122"/>
                <a:cs typeface="微软雅黑" pitchFamily="18" charset="-122"/>
              </a:rPr>
              <a:t>WEAKNESSES</a:t>
            </a:r>
          </a:p>
        </p:txBody>
      </p:sp>
      <p:sp>
        <p:nvSpPr>
          <p:cNvPr id="133" name="TextBox 71">
            <a:extLst>
              <a:ext uri="{FF2B5EF4-FFF2-40B4-BE49-F238E27FC236}">
                <a16:creationId xmlns:a16="http://schemas.microsoft.com/office/drawing/2014/main" id="{13D9E7F3-E81A-D0A9-861F-ECF72CB5C249}"/>
              </a:ext>
            </a:extLst>
          </p:cNvPr>
          <p:cNvSpPr txBox="1"/>
          <p:nvPr/>
        </p:nvSpPr>
        <p:spPr>
          <a:xfrm>
            <a:off x="3827673" y="1642737"/>
            <a:ext cx="2100178" cy="1321160"/>
          </a:xfrm>
          <a:prstGeom prst="rect">
            <a:avLst/>
          </a:prstGeom>
          <a:noFill/>
        </p:spPr>
        <p:txBody>
          <a:bodyPr wrap="square" lIns="0" rIns="0" rtlCol="0" anchor="t">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nSpc>
                <a:spcPct val="150000"/>
              </a:lnSpc>
            </a:pP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 altLang="zh-CN" sz="781" noProof="1">
                <a:solidFill>
                  <a:srgbClr val="7A8C8E"/>
                </a:solidFill>
                <a:latin typeface="微软雅黑" panose="020B0503020204020204" pitchFamily="34" charset="-122"/>
                <a:ea typeface="微软雅黑" panose="020B0503020204020204" pitchFamily="34" charset="-122"/>
                <a:cs typeface="微软雅黑" pitchFamily="18" charset="-122"/>
              </a:rPr>
              <a:t/>
            </a: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
            </a:r>
            <a:endParaRPr lang="en-US" sz="781"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34" name="矩形 134">
            <a:extLst>
              <a:ext uri="{FF2B5EF4-FFF2-40B4-BE49-F238E27FC236}">
                <a16:creationId xmlns:a16="http://schemas.microsoft.com/office/drawing/2014/main" id="{60AE18EC-5907-53B0-1AA3-FC5CD9F62600}"/>
              </a:ext>
            </a:extLst>
          </p:cNvPr>
          <p:cNvSpPr/>
          <p:nvPr/>
        </p:nvSpPr>
        <p:spPr>
          <a:xfrm>
            <a:off x="6138470" y="1238250"/>
            <a:ext cx="2379746" cy="321235"/>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5" name="矩形 135">
            <a:extLst>
              <a:ext uri="{FF2B5EF4-FFF2-40B4-BE49-F238E27FC236}">
                <a16:creationId xmlns:a16="http://schemas.microsoft.com/office/drawing/2014/main" id="{5EDC3CAF-3B08-9639-22EC-5957633D3DCD}"/>
              </a:ext>
            </a:extLst>
          </p:cNvPr>
          <p:cNvSpPr/>
          <p:nvPr/>
        </p:nvSpPr>
        <p:spPr>
          <a:xfrm>
            <a:off x="6138470" y="1559484"/>
            <a:ext cx="2379746" cy="157320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6" name="TextBox 70">
            <a:extLst>
              <a:ext uri="{FF2B5EF4-FFF2-40B4-BE49-F238E27FC236}">
                <a16:creationId xmlns:a16="http://schemas.microsoft.com/office/drawing/2014/main" id="{3C836E0E-4385-3F2B-FA62-0DAB53FF75B1}"/>
              </a:ext>
            </a:extLst>
          </p:cNvPr>
          <p:cNvSpPr txBox="1"/>
          <p:nvPr/>
        </p:nvSpPr>
        <p:spPr>
          <a:xfrm>
            <a:off x="6422969" y="1251936"/>
            <a:ext cx="1790092" cy="293863"/>
          </a:xfrm>
          <a:prstGeom prst="rect">
            <a:avLst/>
          </a:prstGeom>
          <a:noFill/>
        </p:spPr>
        <p:txBody>
          <a:bodyPr wrap="square" lIns="0" rIns="0" rtlCol="0" anchor="b">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gn="ctr"/>
            <a:r>
              <a:rPr lang="en-US" sz="1389" b="1" noProof="1">
                <a:solidFill>
                  <a:srgbClr val="FFFFFF"/>
                </a:solidFill>
                <a:latin typeface="微软雅黑" panose="020B0503020204020204" pitchFamily="34" charset="-122"/>
                <a:ea typeface="微软雅黑" panose="020B0503020204020204" pitchFamily="34" charset="-122"/>
                <a:cs typeface="微软雅黑" pitchFamily="18" charset="-122"/>
              </a:rPr>
              <a:t>OPPORTUNITIES</a:t>
            </a:r>
          </a:p>
        </p:txBody>
      </p:sp>
      <p:sp>
        <p:nvSpPr>
          <p:cNvPr id="137" name="TextBox 71">
            <a:extLst>
              <a:ext uri="{FF2B5EF4-FFF2-40B4-BE49-F238E27FC236}">
                <a16:creationId xmlns:a16="http://schemas.microsoft.com/office/drawing/2014/main" id="{9853191B-0509-BE26-ADD4-389C3C65E590}"/>
              </a:ext>
            </a:extLst>
          </p:cNvPr>
          <p:cNvSpPr txBox="1"/>
          <p:nvPr/>
        </p:nvSpPr>
        <p:spPr>
          <a:xfrm>
            <a:off x="6292357" y="1642737"/>
            <a:ext cx="2100178" cy="1321160"/>
          </a:xfrm>
          <a:prstGeom prst="rect">
            <a:avLst/>
          </a:prstGeom>
          <a:noFill/>
        </p:spPr>
        <p:txBody>
          <a:bodyPr wrap="square" lIns="0" rIns="0" rtlCol="0" anchor="t">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nSpc>
                <a:spcPct val="150000"/>
              </a:lnSpc>
            </a:pP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 altLang="zh-CN" sz="781" noProof="1">
                <a:solidFill>
                  <a:srgbClr val="7A8C8E"/>
                </a:solidFill>
                <a:latin typeface="微软雅黑" panose="020B0503020204020204" pitchFamily="34" charset="-122"/>
                <a:ea typeface="微软雅黑" panose="020B0503020204020204" pitchFamily="34" charset="-122"/>
                <a:cs typeface="微软雅黑" pitchFamily="18" charset="-122"/>
              </a:rPr>
              <a:t/>
            </a: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
            </a:r>
            <a:endParaRPr lang="en-US" sz="781"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
        <p:nvSpPr>
          <p:cNvPr id="138" name="矩形 138">
            <a:extLst>
              <a:ext uri="{FF2B5EF4-FFF2-40B4-BE49-F238E27FC236}">
                <a16:creationId xmlns:a16="http://schemas.microsoft.com/office/drawing/2014/main" id="{3BCE081F-E54E-F11B-A143-E344830484DB}"/>
              </a:ext>
            </a:extLst>
          </p:cNvPr>
          <p:cNvSpPr/>
          <p:nvPr/>
        </p:nvSpPr>
        <p:spPr>
          <a:xfrm>
            <a:off x="8612818" y="1238250"/>
            <a:ext cx="2379746" cy="321235"/>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39" name="矩形 139">
            <a:extLst>
              <a:ext uri="{FF2B5EF4-FFF2-40B4-BE49-F238E27FC236}">
                <a16:creationId xmlns:a16="http://schemas.microsoft.com/office/drawing/2014/main" id="{0E854AB8-7137-F492-D029-F18AC8202B40}"/>
              </a:ext>
            </a:extLst>
          </p:cNvPr>
          <p:cNvSpPr/>
          <p:nvPr/>
        </p:nvSpPr>
        <p:spPr>
          <a:xfrm>
            <a:off x="8612818" y="1559484"/>
            <a:ext cx="2379746" cy="157320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40" name="TextBox 70">
            <a:extLst>
              <a:ext uri="{FF2B5EF4-FFF2-40B4-BE49-F238E27FC236}">
                <a16:creationId xmlns:a16="http://schemas.microsoft.com/office/drawing/2014/main" id="{E2DD573F-A1E4-377B-76AB-A6DB17F6F93D}"/>
              </a:ext>
            </a:extLst>
          </p:cNvPr>
          <p:cNvSpPr txBox="1"/>
          <p:nvPr/>
        </p:nvSpPr>
        <p:spPr>
          <a:xfrm>
            <a:off x="8897317" y="1251936"/>
            <a:ext cx="1790092" cy="293863"/>
          </a:xfrm>
          <a:prstGeom prst="rect">
            <a:avLst/>
          </a:prstGeom>
          <a:noFill/>
        </p:spPr>
        <p:txBody>
          <a:bodyPr wrap="square" lIns="0" rIns="0" rtlCol="0" anchor="b">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gn="ctr"/>
            <a:r>
              <a:rPr lang="en-US" sz="1389" b="1" noProof="1">
                <a:solidFill>
                  <a:srgbClr val="FFFFFF"/>
                </a:solidFill>
                <a:latin typeface="微软雅黑" panose="020B0503020204020204" pitchFamily="34" charset="-122"/>
                <a:ea typeface="微软雅黑" panose="020B0503020204020204" pitchFamily="34" charset="-122"/>
                <a:cs typeface="微软雅黑" pitchFamily="18" charset="-122"/>
              </a:rPr>
              <a:t>THREATS</a:t>
            </a:r>
          </a:p>
        </p:txBody>
      </p:sp>
      <p:sp>
        <p:nvSpPr>
          <p:cNvPr id="141" name="TextBox 71">
            <a:extLst>
              <a:ext uri="{FF2B5EF4-FFF2-40B4-BE49-F238E27FC236}">
                <a16:creationId xmlns:a16="http://schemas.microsoft.com/office/drawing/2014/main" id="{5406885C-0415-E84B-3235-D769019FDE9B}"/>
              </a:ext>
            </a:extLst>
          </p:cNvPr>
          <p:cNvSpPr txBox="1"/>
          <p:nvPr/>
        </p:nvSpPr>
        <p:spPr>
          <a:xfrm>
            <a:off x="8766706" y="1642737"/>
            <a:ext cx="2100178" cy="1321160"/>
          </a:xfrm>
          <a:prstGeom prst="rect">
            <a:avLst/>
          </a:prstGeom>
          <a:noFill/>
        </p:spPr>
        <p:txBody>
          <a:bodyPr wrap="square" lIns="0" rIns="0" rtlCol="0" anchor="t">
            <a:spAutoFit/>
          </a:bodyPr>
          <a:lstStyle>
            <a:defPPr>
              <a:defRPr lang="en-US"/>
            </a:defPPr>
            <a:lvl1pPr marL="0" algn="l" defTabSz="914400" rtl="0" eaLnBrk="1" latinLnBrk="0" hangingPunct="1">
              <a:defRPr sz="1562" kern="1200">
                <a:solidFill>
                  <a:srgbClr val="333333"/>
                </a:solidFill>
                <a:latin typeface="微软雅黑"/>
                <a:ea typeface="微软雅黑"/>
                <a:cs typeface="微软雅黑"/>
              </a:defRPr>
            </a:lvl1pPr>
            <a:lvl2pPr marL="457200" algn="l" defTabSz="914400" rtl="0" eaLnBrk="1" latinLnBrk="0" hangingPunct="1">
              <a:defRPr sz="1562" kern="1200">
                <a:solidFill>
                  <a:srgbClr val="333333"/>
                </a:solidFill>
                <a:latin typeface="微软雅黑"/>
                <a:ea typeface="微软雅黑"/>
                <a:cs typeface="微软雅黑"/>
              </a:defRPr>
            </a:lvl2pPr>
            <a:lvl3pPr marL="914400" algn="l" defTabSz="914400" rtl="0" eaLnBrk="1" latinLnBrk="0" hangingPunct="1">
              <a:defRPr sz="1562" kern="1200">
                <a:solidFill>
                  <a:srgbClr val="333333"/>
                </a:solidFill>
                <a:latin typeface="微软雅黑"/>
                <a:ea typeface="微软雅黑"/>
                <a:cs typeface="微软雅黑"/>
              </a:defRPr>
            </a:lvl3pPr>
            <a:lvl4pPr marL="1371600" algn="l" defTabSz="914400" rtl="0" eaLnBrk="1" latinLnBrk="0" hangingPunct="1">
              <a:defRPr sz="1562" kern="1200">
                <a:solidFill>
                  <a:srgbClr val="333333"/>
                </a:solidFill>
                <a:latin typeface="微软雅黑"/>
                <a:ea typeface="微软雅黑"/>
                <a:cs typeface="微软雅黑"/>
              </a:defRPr>
            </a:lvl4pPr>
            <a:lvl5pPr marL="1828800" algn="l" defTabSz="914400" rtl="0" eaLnBrk="1" latinLnBrk="0" hangingPunct="1">
              <a:defRPr sz="1562" kern="1200">
                <a:solidFill>
                  <a:srgbClr val="333333"/>
                </a:solidFill>
                <a:latin typeface="微软雅黑"/>
                <a:ea typeface="微软雅黑"/>
                <a:cs typeface="微软雅黑"/>
              </a:defRPr>
            </a:lvl5pPr>
            <a:lvl6pPr marL="2286000" algn="l" defTabSz="914400" rtl="0" eaLnBrk="1" latinLnBrk="0" hangingPunct="1">
              <a:defRPr sz="1562" kern="1200">
                <a:solidFill>
                  <a:srgbClr val="333333"/>
                </a:solidFill>
                <a:latin typeface="微软雅黑"/>
                <a:ea typeface="微软雅黑"/>
                <a:cs typeface="微软雅黑"/>
              </a:defRPr>
            </a:lvl6pPr>
            <a:lvl7pPr marL="2743200" algn="l" defTabSz="914400" rtl="0" eaLnBrk="1" latinLnBrk="0" hangingPunct="1">
              <a:defRPr sz="1562" kern="1200">
                <a:solidFill>
                  <a:srgbClr val="333333"/>
                </a:solidFill>
                <a:latin typeface="微软雅黑"/>
                <a:ea typeface="微软雅黑"/>
                <a:cs typeface="微软雅黑"/>
              </a:defRPr>
            </a:lvl7pPr>
            <a:lvl8pPr marL="3200400" algn="l" defTabSz="914400" rtl="0" eaLnBrk="1" latinLnBrk="0" hangingPunct="1">
              <a:defRPr sz="1562" kern="1200">
                <a:solidFill>
                  <a:srgbClr val="333333"/>
                </a:solidFill>
                <a:latin typeface="微软雅黑"/>
                <a:ea typeface="微软雅黑"/>
                <a:cs typeface="微软雅黑"/>
              </a:defRPr>
            </a:lvl8pPr>
            <a:lvl9pPr marL="3657600" algn="l" defTabSz="914400" rtl="0" eaLnBrk="1" latinLnBrk="0" hangingPunct="1">
              <a:defRPr sz="1562" kern="1200">
                <a:solidFill>
                  <a:srgbClr val="333333"/>
                </a:solidFill>
                <a:latin typeface="微软雅黑"/>
                <a:ea typeface="微软雅黑"/>
                <a:cs typeface="微软雅黑"/>
              </a:defRPr>
            </a:lvl9pPr>
          </a:lstStyle>
          <a:p>
            <a:pPr>
              <a:lnSpc>
                <a:spcPct val="150000"/>
              </a:lnSpc>
            </a:pP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填写本项的目标、关键动作与交付物。</a:t>
            </a:r>
            <a:r>
              <a:rPr lang="en" altLang="zh-CN" sz="781" noProof="1">
                <a:solidFill>
                  <a:srgbClr val="7A8C8E"/>
                </a:solidFill>
                <a:latin typeface="微软雅黑" panose="020B0503020204020204" pitchFamily="34" charset="-122"/>
                <a:ea typeface="微软雅黑" panose="020B0503020204020204" pitchFamily="34" charset="-122"/>
                <a:cs typeface="微软雅黑" pitchFamily="18" charset="-122"/>
              </a:rPr>
              <a:t/>
            </a:r>
            <a:r>
              <a:rPr lang="zh-CN" altLang="en-US" sz="781" noProof="1">
                <a:solidFill>
                  <a:srgbClr val="7A8C8E"/>
                </a:solidFill>
                <a:latin typeface="微软雅黑" panose="020B0503020204020204" pitchFamily="34" charset="-122"/>
                <a:ea typeface="微软雅黑" panose="020B0503020204020204" pitchFamily="34" charset="-122"/>
                <a:cs typeface="微软雅黑" pitchFamily="18" charset="-122"/>
              </a:rPr>
              <a:t/>
            </a:r>
            <a:endParaRPr lang="en-US" sz="781" noProof="1">
              <a:solidFill>
                <a:srgbClr val="7A8C8E"/>
              </a:solidFill>
              <a:latin typeface="微软雅黑" panose="020B0503020204020204" pitchFamily="34" charset="-122"/>
              <a:ea typeface="微软雅黑" panose="020B0503020204020204" pitchFamily="34"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R042 两核心要素与支撑结构（结构示例）</a:t>
            </a:r>
          </a:p>
        </p:txBody>
      </p:sp>
      <p:sp>
        <p:nvSpPr>
          <p:cNvPr id="101" name="箭头: 下 15"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D580D864-25CB-FEC8-6FBF-E020E6C34D10}"/>
              </a:ext>
            </a:extLst>
          </p:cNvPr>
          <p:cNvSpPr/>
          <p:nvPr/>
        </p:nvSpPr>
        <p:spPr>
          <a:xfrm>
            <a:off x="5343720" y="4279001"/>
            <a:ext cx="1599792" cy="1028986"/>
          </a:xfrm>
          <a:prstGeom prst="downArrow">
            <a:avLst>
              <a:gd name="adj1" fmla="val 69036"/>
              <a:gd name="adj2" fmla="val 50000"/>
            </a:avLst>
          </a:prstGeom>
          <a:gradFill flip="none" rotWithShape="1">
            <a:gsLst>
              <a:gs pos="0">
                <a:srgbClr val="FFFFFF"/>
              </a:gs>
              <a:gs pos="100000">
                <a:srgbClr val="75BDA7"/>
              </a:gs>
            </a:gsLst>
            <a:lin ang="5400000" scaled="1"/>
            <a:tileRect/>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02" name="等腰三角形 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24CB3004-3F6F-CFCD-6E6C-B471D5391F6B}"/>
              </a:ext>
            </a:extLst>
          </p:cNvPr>
          <p:cNvSpPr/>
          <p:nvPr/>
        </p:nvSpPr>
        <p:spPr>
          <a:xfrm rot="5400000" flipH="1">
            <a:off x="2162457" y="2629590"/>
            <a:ext cx="3192452" cy="2164341"/>
          </a:xfrm>
          <a:prstGeom prst="triangle">
            <a:avLst/>
          </a:prstGeom>
          <a:gradFill flip="none" rotWithShape="1">
            <a:gsLst>
              <a:gs pos="100000">
                <a:srgbClr val="FFFFFF"/>
              </a:gs>
              <a:gs pos="0">
                <a:srgbClr val="75BDA7"/>
              </a:gs>
            </a:gsLst>
            <a:lin ang="5400000" scaled="1"/>
            <a:tileRect/>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solidFill>
                <a:srgbClr val="333333"/>
              </a:solidFill>
            </a:endParaRPr>
          </a:p>
        </p:txBody>
      </p:sp>
      <p:sp>
        <p:nvSpPr>
          <p:cNvPr id="103" name="等腰三角形 7"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7979B924-ADE3-3FF7-B5C4-6FFE2B53241A}"/>
              </a:ext>
            </a:extLst>
          </p:cNvPr>
          <p:cNvSpPr/>
          <p:nvPr/>
        </p:nvSpPr>
        <p:spPr>
          <a:xfrm rot="16200000">
            <a:off x="7056730" y="2629590"/>
            <a:ext cx="3192452" cy="2164341"/>
          </a:xfrm>
          <a:prstGeom prst="triangle">
            <a:avLst/>
          </a:prstGeom>
          <a:gradFill flip="none" rotWithShape="1">
            <a:gsLst>
              <a:gs pos="100000">
                <a:srgbClr val="FFFFFF"/>
              </a:gs>
              <a:gs pos="0">
                <a:srgbClr val="75BDA7"/>
              </a:gs>
            </a:gsLst>
            <a:lin ang="5400000" scaled="1"/>
            <a:tileRect/>
          </a:gra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solidFill>
                <a:srgbClr val="333333"/>
              </a:solidFill>
            </a:endParaRPr>
          </a:p>
        </p:txBody>
      </p:sp>
      <p:sp>
        <p:nvSpPr>
          <p:cNvPr id="104" name="椭圆 26"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6404645E-3A5B-AB2D-91DE-B2ADCCD0F688}"/>
              </a:ext>
            </a:extLst>
          </p:cNvPr>
          <p:cNvSpPr/>
          <p:nvPr/>
        </p:nvSpPr>
        <p:spPr>
          <a:xfrm>
            <a:off x="4432067" y="2896187"/>
            <a:ext cx="1631148" cy="1631147"/>
          </a:xfrm>
          <a:prstGeom prst="ellipse">
            <a:avLst/>
          </a:prstGeom>
          <a:solidFill>
            <a:srgbClr val="336699"/>
          </a:solidFill>
          <a:ln>
            <a:noFill/>
          </a:ln>
          <a:effectLst>
            <a:outerShdw blurRad="368300" dist="127000" dir="2400000" sx="98000" sy="98000" algn="tl" rotWithShape="0">
              <a:srgbClr val="336699">
                <a:alpha val="40000"/>
              </a:srgb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r>
              <a:rPr lang="zh-CN" altLang="en-US" sz="3013" dirty="0">
                <a:solidFill>
                  <a:srgbClr val="FFFFFF"/>
                </a:solidFill>
                <a:latin typeface="微软雅黑" pitchFamily="18" charset="-122"/>
                <a:ea typeface="微软雅黑" pitchFamily="18" charset="-122"/>
                <a:cs typeface="微软雅黑" pitchFamily="18" charset="-122"/>
              </a:rPr>
              <a:t>形象</a:t>
            </a:r>
          </a:p>
        </p:txBody>
      </p:sp>
      <p:sp>
        <p:nvSpPr>
          <p:cNvPr id="105" name="椭圆 27"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39D48686-7B8F-6BAE-85E6-CA1018A510D9}"/>
              </a:ext>
            </a:extLst>
          </p:cNvPr>
          <p:cNvSpPr/>
          <p:nvPr/>
        </p:nvSpPr>
        <p:spPr>
          <a:xfrm>
            <a:off x="6224020" y="2896187"/>
            <a:ext cx="1631148" cy="1631147"/>
          </a:xfrm>
          <a:prstGeom prst="ellipse">
            <a:avLst/>
          </a:prstGeom>
          <a:solidFill>
            <a:srgbClr val="7A8C8E"/>
          </a:solidFill>
          <a:ln>
            <a:noFill/>
          </a:ln>
          <a:effectLst>
            <a:outerShdw blurRad="368300" dist="127000" dir="2400000" sx="98000" sy="98000" algn="tl" rotWithShape="0">
              <a:srgbClr val="336699">
                <a:alpha val="40000"/>
              </a:srgb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r>
              <a:rPr lang="zh-CN" altLang="en-US" sz="3013" dirty="0">
                <a:solidFill>
                  <a:srgbClr val="FFFFFF"/>
                </a:solidFill>
                <a:latin typeface="微软雅黑" pitchFamily="18" charset="-122"/>
                <a:ea typeface="微软雅黑" pitchFamily="18" charset="-122"/>
                <a:cs typeface="微软雅黑" pitchFamily="18" charset="-122"/>
              </a:rPr>
              <a:t>价值</a:t>
            </a:r>
          </a:p>
        </p:txBody>
      </p:sp>
      <p:sp>
        <p:nvSpPr>
          <p:cNvPr id="106" name="矩形: 圆角 6"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A144AC2A-ABE6-7499-92DA-C7815A13201E}"/>
              </a:ext>
            </a:extLst>
          </p:cNvPr>
          <p:cNvSpPr/>
          <p:nvPr/>
        </p:nvSpPr>
        <p:spPr>
          <a:xfrm>
            <a:off x="4351662" y="2823964"/>
            <a:ext cx="3583911" cy="1775593"/>
          </a:xfrm>
          <a:prstGeom prst="roundRect">
            <a:avLst>
              <a:gd name="adj" fmla="val 50000"/>
            </a:avLst>
          </a:prstGeom>
          <a:noFill/>
          <a:ln>
            <a:solidFill>
              <a:srgbClr val="336699"/>
            </a:solidFill>
            <a:prstDash val="sysDash"/>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07" name="矩形: 圆角 17"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B5712FCF-E354-0CFE-2CFC-2F886650DF70}"/>
              </a:ext>
            </a:extLst>
          </p:cNvPr>
          <p:cNvSpPr/>
          <p:nvPr/>
        </p:nvSpPr>
        <p:spPr>
          <a:xfrm>
            <a:off x="1801297" y="5653826"/>
            <a:ext cx="2622605" cy="500312"/>
          </a:xfrm>
          <a:prstGeom prst="roundRect">
            <a:avLst>
              <a:gd name="adj" fmla="val 50000"/>
            </a:avLst>
          </a:prstGeom>
          <a:ln>
            <a:noFill/>
          </a:ln>
        </p:spPr>
        <p:style>
          <a:lnRef idx="3">
            <a:srgbClr val="FFFFFF"/>
          </a:lnRef>
          <a:fillRef idx="1">
            <a:srgbClr val="336699"/>
          </a:fillRef>
          <a:effectRef idx="1">
            <a:srgbClr val="336699"/>
          </a:effectRef>
          <a:fontRef idx="minor">
            <a:srgbClr val="FFFFFF"/>
          </a:fontRef>
        </p:style>
        <p:txBody>
          <a:bodyPr rtlCol="0" anchor="ctr"/>
          <a:lstStyle/>
          <a:p>
            <a:pPr algn="ctr"/>
            <a:r>
              <a:rPr lang="zh-CN" altLang="en-US" dirty="0">
                <a:latin typeface="微软雅黑" pitchFamily="18" charset="-122"/>
                <a:ea typeface="微软雅黑" pitchFamily="18" charset="-122"/>
                <a:cs typeface="微软雅黑" pitchFamily="18" charset="-122"/>
              </a:rPr>
              <a:t>品牌资产</a:t>
            </a:r>
          </a:p>
        </p:txBody>
      </p:sp>
      <p:sp>
        <p:nvSpPr>
          <p:cNvPr id="108" name="矩形: 圆角 18"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96DDF6C3-BAA0-1468-49CE-ECCA20B33BEB}"/>
              </a:ext>
            </a:extLst>
          </p:cNvPr>
          <p:cNvSpPr/>
          <p:nvPr/>
        </p:nvSpPr>
        <p:spPr>
          <a:xfrm>
            <a:off x="4832315" y="5653826"/>
            <a:ext cx="2622605" cy="500312"/>
          </a:xfrm>
          <a:prstGeom prst="roundRect">
            <a:avLst>
              <a:gd name="adj" fmla="val 50000"/>
            </a:avLst>
          </a:prstGeom>
          <a:solidFill>
            <a:srgbClr val="75BDA7"/>
          </a:solidFill>
          <a:ln>
            <a:noFill/>
          </a:ln>
        </p:spPr>
        <p:style>
          <a:lnRef idx="3">
            <a:srgbClr val="FFFFFF"/>
          </a:lnRef>
          <a:fillRef idx="1">
            <a:srgbClr val="336699"/>
          </a:fillRef>
          <a:effectRef idx="1">
            <a:srgbClr val="336699"/>
          </a:effectRef>
          <a:fontRef idx="minor">
            <a:srgbClr val="FFFFFF"/>
          </a:fontRef>
        </p:style>
        <p:txBody>
          <a:bodyPr rtlCol="0" anchor="ctr"/>
          <a:lstStyle/>
          <a:p>
            <a:pPr algn="ctr"/>
            <a:r>
              <a:rPr lang="zh-CN" altLang="en-US" dirty="0">
                <a:latin typeface="微软雅黑" pitchFamily="18" charset="-122"/>
                <a:ea typeface="微软雅黑" pitchFamily="18" charset="-122"/>
                <a:cs typeface="微软雅黑" pitchFamily="18" charset="-122"/>
              </a:rPr>
              <a:t>问题优化</a:t>
            </a:r>
          </a:p>
        </p:txBody>
      </p:sp>
      <p:sp>
        <p:nvSpPr>
          <p:cNvPr id="109" name="矩形: 圆角 19"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14CD724B-70E0-10BA-BCC4-876171DECE2E}"/>
              </a:ext>
            </a:extLst>
          </p:cNvPr>
          <p:cNvSpPr/>
          <p:nvPr/>
        </p:nvSpPr>
        <p:spPr>
          <a:xfrm>
            <a:off x="7863333" y="5653826"/>
            <a:ext cx="2622605" cy="500312"/>
          </a:xfrm>
          <a:prstGeom prst="roundRect">
            <a:avLst>
              <a:gd name="adj" fmla="val 50000"/>
            </a:avLst>
          </a:prstGeom>
          <a:ln>
            <a:noFill/>
          </a:ln>
        </p:spPr>
        <p:style>
          <a:lnRef idx="3">
            <a:srgbClr val="FFFFFF"/>
          </a:lnRef>
          <a:fillRef idx="1">
            <a:srgbClr val="336699"/>
          </a:fillRef>
          <a:effectRef idx="1">
            <a:srgbClr val="336699"/>
          </a:effectRef>
          <a:fontRef idx="minor">
            <a:srgbClr val="FFFFFF"/>
          </a:fontRef>
        </p:style>
        <p:txBody>
          <a:bodyPr rtlCol="0" anchor="ctr"/>
          <a:lstStyle/>
          <a:p>
            <a:pPr algn="ctr"/>
            <a:r>
              <a:rPr lang="zh-CN" altLang="en-US" dirty="0">
                <a:latin typeface="微软雅黑" pitchFamily="18" charset="-122"/>
                <a:ea typeface="微软雅黑" pitchFamily="18" charset="-122"/>
                <a:cs typeface="微软雅黑" pitchFamily="18" charset="-122"/>
              </a:rPr>
              <a:t>品牌激活</a:t>
            </a:r>
          </a:p>
        </p:txBody>
      </p:sp>
      <p:cxnSp>
        <p:nvCxnSpPr>
          <p:cNvPr id="110" name="直接箭头连接符 21"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59BDABB2-6FDE-D0BF-8BF6-2A22D66D1CFB}"/>
              </a:ext>
            </a:extLst>
          </p:cNvPr>
          <p:cNvCxnSpPr>
            <a:cxnSpLocks/>
            <a:stCxn id="107" idx="3"/>
            <a:endCxn id="108" idx="1"/>
          </p:cNvCxnSpPr>
          <p:nvPr/>
        </p:nvCxnSpPr>
        <p:spPr>
          <a:xfrm>
            <a:off x="4423903" y="5903982"/>
            <a:ext cx="408412" cy="0"/>
          </a:xfrm>
          <a:prstGeom prst="straightConnector1">
            <a:avLst/>
          </a:prstGeom>
          <a:ln w="19050">
            <a:solidFill>
              <a:srgbClr val="7A8C8E"/>
            </a:solidFill>
            <a:tailEnd type="triangle"/>
          </a:ln>
        </p:spPr>
        <p:style>
          <a:lnRef idx="1">
            <a:srgbClr val="336699"/>
          </a:lnRef>
          <a:fillRef idx="0">
            <a:srgbClr val="336699"/>
          </a:fillRef>
          <a:effectRef idx="0">
            <a:srgbClr val="336699"/>
          </a:effectRef>
          <a:fontRef idx="minor">
            <a:srgbClr val="333333"/>
          </a:fontRef>
        </p:style>
      </p:cxnSp>
      <p:cxnSp>
        <p:nvCxnSpPr>
          <p:cNvPr id="111" name="直接箭头连接符 22" descr="e7d195523061f1c0c30ee18c1b05f65d12b38e2533cb2ccdAE0CC34CB5CBEBFAEC353FED4DECE97C3E379FD1D933F5E4DC18EF8EA6B7A1130D5F6DE9DD2BE4B0A8C9126ACE5083D1F5A9E323B29CCFC7A0F015870C7EDFD497DF10C5E614BBE82DF23E8101B4FD55052F7945C8867B77930E0CA200F91730BB78567110BDAEEFF7FF113567E2D723">
            <a:extLst>
              <a:ext uri="{FF2B5EF4-FFF2-40B4-BE49-F238E27FC236}">
                <a16:creationId xmlns:a16="http://schemas.microsoft.com/office/drawing/2014/main" id="{8B6AF4AA-7039-91D2-8603-4BA6241C777B}"/>
              </a:ext>
            </a:extLst>
          </p:cNvPr>
          <p:cNvCxnSpPr>
            <a:cxnSpLocks/>
            <a:stCxn id="108" idx="3"/>
            <a:endCxn id="109" idx="1"/>
          </p:cNvCxnSpPr>
          <p:nvPr/>
        </p:nvCxnSpPr>
        <p:spPr>
          <a:xfrm>
            <a:off x="7454920" y="5903982"/>
            <a:ext cx="408412" cy="0"/>
          </a:xfrm>
          <a:prstGeom prst="straightConnector1">
            <a:avLst/>
          </a:prstGeom>
          <a:ln w="19050">
            <a:solidFill>
              <a:srgbClr val="7A8C8E"/>
            </a:solidFill>
            <a:tailEnd type="triangle"/>
          </a:ln>
        </p:spPr>
        <p:style>
          <a:lnRef idx="1">
            <a:srgbClr val="336699"/>
          </a:lnRef>
          <a:fillRef idx="0">
            <a:srgbClr val="336699"/>
          </a:fillRef>
          <a:effectRef idx="0">
            <a:srgbClr val="336699"/>
          </a:effectRef>
          <a:fontRef idx="minor">
            <a:srgbClr val="333333"/>
          </a:fontRef>
        </p:style>
      </p:cxnSp>
      <p:grpSp>
        <p:nvGrpSpPr>
          <p:cNvPr id="112" name="组合 37">
            <a:extLst>
              <a:ext uri="{FF2B5EF4-FFF2-40B4-BE49-F238E27FC236}">
                <a16:creationId xmlns:a16="http://schemas.microsoft.com/office/drawing/2014/main" id="{4EF9CCEC-6C5D-665F-6E88-23301B032FD1}"/>
              </a:ext>
            </a:extLst>
          </p:cNvPr>
          <p:cNvGrpSpPr/>
          <p:nvPr/>
        </p:nvGrpSpPr>
        <p:grpSpPr>
          <a:xfrm>
            <a:off x="899527" y="2804896"/>
            <a:ext cx="1696582" cy="482688"/>
            <a:chOff x="948121" y="3539517"/>
            <a:chExt cx="824799" cy="824800"/>
          </a:xfrm>
          <a:solidFill>
            <a:srgbClr val="FFFFFF"/>
          </a:solidFill>
        </p:grpSpPr>
        <p:sp>
          <p:nvSpPr>
            <p:cNvPr id="113" name="椭圆 12">
              <a:extLst>
                <a:ext uri="{FF2B5EF4-FFF2-40B4-BE49-F238E27FC236}">
                  <a16:creationId xmlns:a16="http://schemas.microsoft.com/office/drawing/2014/main" id="{56F63228-709C-84EB-C2A8-2CFF93B248AB}"/>
                </a:ext>
              </a:extLst>
            </p:cNvPr>
            <p:cNvSpPr/>
            <p:nvPr/>
          </p:nvSpPr>
          <p:spPr>
            <a:xfrm>
              <a:off x="948122" y="3539517"/>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14" name="椭圆 13">
              <a:extLst>
                <a:ext uri="{FF2B5EF4-FFF2-40B4-BE49-F238E27FC236}">
                  <a16:creationId xmlns:a16="http://schemas.microsoft.com/office/drawing/2014/main" id="{35919D8E-9FF4-83EF-2B7F-16D5C27C8FC7}"/>
                </a:ext>
              </a:extLst>
            </p:cNvPr>
            <p:cNvSpPr/>
            <p:nvPr/>
          </p:nvSpPr>
          <p:spPr>
            <a:xfrm>
              <a:off x="948122"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15" name="椭圆 15">
              <a:extLst>
                <a:ext uri="{FF2B5EF4-FFF2-40B4-BE49-F238E27FC236}">
                  <a16:creationId xmlns:a16="http://schemas.microsoft.com/office/drawing/2014/main" id="{F28DDD7D-92B2-E98C-5E0D-ADC90889EB9D}"/>
                </a:ext>
              </a:extLst>
            </p:cNvPr>
            <p:cNvSpPr/>
            <p:nvPr/>
          </p:nvSpPr>
          <p:spPr>
            <a:xfrm>
              <a:off x="981777" y="3573174"/>
              <a:ext cx="757488" cy="757489"/>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16" name="椭圆 16">
              <a:extLst>
                <a:ext uri="{FF2B5EF4-FFF2-40B4-BE49-F238E27FC236}">
                  <a16:creationId xmlns:a16="http://schemas.microsoft.com/office/drawing/2014/main" id="{047B6B33-5F82-4EDF-B4F1-14761E17CAAA}"/>
                </a:ext>
              </a:extLst>
            </p:cNvPr>
            <p:cNvSpPr/>
            <p:nvPr/>
          </p:nvSpPr>
          <p:spPr>
            <a:xfrm>
              <a:off x="948121"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17" name="文本框 38">
            <a:extLst>
              <a:ext uri="{FF2B5EF4-FFF2-40B4-BE49-F238E27FC236}">
                <a16:creationId xmlns:a16="http://schemas.microsoft.com/office/drawing/2014/main" id="{1313F832-DCA6-BA9F-BBA1-E6728974BFCF}"/>
              </a:ext>
            </a:extLst>
          </p:cNvPr>
          <p:cNvSpPr txBox="1"/>
          <p:nvPr/>
        </p:nvSpPr>
        <p:spPr>
          <a:xfrm>
            <a:off x="1127062" y="2885561"/>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文化</a:t>
            </a:r>
          </a:p>
        </p:txBody>
      </p:sp>
      <p:grpSp>
        <p:nvGrpSpPr>
          <p:cNvPr id="118" name="组合 44">
            <a:extLst>
              <a:ext uri="{FF2B5EF4-FFF2-40B4-BE49-F238E27FC236}">
                <a16:creationId xmlns:a16="http://schemas.microsoft.com/office/drawing/2014/main" id="{18FD5788-49A9-CCD5-1C27-25CF937A541A}"/>
              </a:ext>
            </a:extLst>
          </p:cNvPr>
          <p:cNvGrpSpPr/>
          <p:nvPr/>
        </p:nvGrpSpPr>
        <p:grpSpPr>
          <a:xfrm>
            <a:off x="899527" y="3543314"/>
            <a:ext cx="1696582" cy="482688"/>
            <a:chOff x="948121" y="3539517"/>
            <a:chExt cx="824799" cy="824800"/>
          </a:xfrm>
          <a:solidFill>
            <a:srgbClr val="FFFFFF"/>
          </a:solidFill>
        </p:grpSpPr>
        <p:sp>
          <p:nvSpPr>
            <p:cNvPr id="119" name="椭圆 12">
              <a:extLst>
                <a:ext uri="{FF2B5EF4-FFF2-40B4-BE49-F238E27FC236}">
                  <a16:creationId xmlns:a16="http://schemas.microsoft.com/office/drawing/2014/main" id="{F93C11FA-F99C-EF37-C784-013D5B101EC1}"/>
                </a:ext>
              </a:extLst>
            </p:cNvPr>
            <p:cNvSpPr/>
            <p:nvPr/>
          </p:nvSpPr>
          <p:spPr>
            <a:xfrm>
              <a:off x="948122" y="3539517"/>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20" name="椭圆 13">
              <a:extLst>
                <a:ext uri="{FF2B5EF4-FFF2-40B4-BE49-F238E27FC236}">
                  <a16:creationId xmlns:a16="http://schemas.microsoft.com/office/drawing/2014/main" id="{250BE24C-6A35-C13A-3970-75563ADF4105}"/>
                </a:ext>
              </a:extLst>
            </p:cNvPr>
            <p:cNvSpPr/>
            <p:nvPr/>
          </p:nvSpPr>
          <p:spPr>
            <a:xfrm>
              <a:off x="948122"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21" name="椭圆 15">
              <a:extLst>
                <a:ext uri="{FF2B5EF4-FFF2-40B4-BE49-F238E27FC236}">
                  <a16:creationId xmlns:a16="http://schemas.microsoft.com/office/drawing/2014/main" id="{4EB453B2-6429-437C-E65A-B8BAB8D6919D}"/>
                </a:ext>
              </a:extLst>
            </p:cNvPr>
            <p:cNvSpPr/>
            <p:nvPr/>
          </p:nvSpPr>
          <p:spPr>
            <a:xfrm>
              <a:off x="981777" y="3573174"/>
              <a:ext cx="757488" cy="757489"/>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22" name="椭圆 16">
              <a:extLst>
                <a:ext uri="{FF2B5EF4-FFF2-40B4-BE49-F238E27FC236}">
                  <a16:creationId xmlns:a16="http://schemas.microsoft.com/office/drawing/2014/main" id="{D0655B3D-1C9D-58BF-F6C7-F64699BB8BBD}"/>
                </a:ext>
              </a:extLst>
            </p:cNvPr>
            <p:cNvSpPr/>
            <p:nvPr/>
          </p:nvSpPr>
          <p:spPr>
            <a:xfrm>
              <a:off x="948121"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23" name="文本框 45">
            <a:extLst>
              <a:ext uri="{FF2B5EF4-FFF2-40B4-BE49-F238E27FC236}">
                <a16:creationId xmlns:a16="http://schemas.microsoft.com/office/drawing/2014/main" id="{BF5F57A6-263C-DDFD-436B-94BFEEF2B909}"/>
              </a:ext>
            </a:extLst>
          </p:cNvPr>
          <p:cNvSpPr txBox="1"/>
          <p:nvPr/>
        </p:nvSpPr>
        <p:spPr>
          <a:xfrm>
            <a:off x="1127062" y="3623979"/>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形象</a:t>
            </a:r>
          </a:p>
        </p:txBody>
      </p:sp>
      <p:grpSp>
        <p:nvGrpSpPr>
          <p:cNvPr id="124" name="组合 51">
            <a:extLst>
              <a:ext uri="{FF2B5EF4-FFF2-40B4-BE49-F238E27FC236}">
                <a16:creationId xmlns:a16="http://schemas.microsoft.com/office/drawing/2014/main" id="{3D508336-78A1-9579-77EF-6DF8D8C89893}"/>
              </a:ext>
            </a:extLst>
          </p:cNvPr>
          <p:cNvGrpSpPr/>
          <p:nvPr/>
        </p:nvGrpSpPr>
        <p:grpSpPr>
          <a:xfrm>
            <a:off x="899527" y="4281732"/>
            <a:ext cx="1696582" cy="482688"/>
            <a:chOff x="948121" y="3539517"/>
            <a:chExt cx="824799" cy="824800"/>
          </a:xfrm>
          <a:solidFill>
            <a:srgbClr val="3494BA"/>
          </a:solidFill>
        </p:grpSpPr>
        <p:sp>
          <p:nvSpPr>
            <p:cNvPr id="125" name="椭圆 12">
              <a:extLst>
                <a:ext uri="{FF2B5EF4-FFF2-40B4-BE49-F238E27FC236}">
                  <a16:creationId xmlns:a16="http://schemas.microsoft.com/office/drawing/2014/main" id="{424BB8B1-5C2F-BF74-7EEA-FC6DD233E0F4}"/>
                </a:ext>
              </a:extLst>
            </p:cNvPr>
            <p:cNvSpPr/>
            <p:nvPr/>
          </p:nvSpPr>
          <p:spPr>
            <a:xfrm>
              <a:off x="948122" y="3539517"/>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26" name="椭圆 13">
              <a:extLst>
                <a:ext uri="{FF2B5EF4-FFF2-40B4-BE49-F238E27FC236}">
                  <a16:creationId xmlns:a16="http://schemas.microsoft.com/office/drawing/2014/main" id="{873790C7-DEC2-0AB9-1528-EBBA68DD8B4F}"/>
                </a:ext>
              </a:extLst>
            </p:cNvPr>
            <p:cNvSpPr/>
            <p:nvPr/>
          </p:nvSpPr>
          <p:spPr>
            <a:xfrm>
              <a:off x="948122" y="3539519"/>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27" name="椭圆 15">
              <a:extLst>
                <a:ext uri="{FF2B5EF4-FFF2-40B4-BE49-F238E27FC236}">
                  <a16:creationId xmlns:a16="http://schemas.microsoft.com/office/drawing/2014/main" id="{27FFF08D-2E6B-DC92-410D-0C0725E47A97}"/>
                </a:ext>
              </a:extLst>
            </p:cNvPr>
            <p:cNvSpPr/>
            <p:nvPr/>
          </p:nvSpPr>
          <p:spPr>
            <a:xfrm>
              <a:off x="981777" y="3573174"/>
              <a:ext cx="757488" cy="757489"/>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28" name="椭圆 16">
              <a:extLst>
                <a:ext uri="{FF2B5EF4-FFF2-40B4-BE49-F238E27FC236}">
                  <a16:creationId xmlns:a16="http://schemas.microsoft.com/office/drawing/2014/main" id="{5F229B9E-EA8A-5310-96CA-8E5EB1F78ACE}"/>
                </a:ext>
              </a:extLst>
            </p:cNvPr>
            <p:cNvSpPr/>
            <p:nvPr/>
          </p:nvSpPr>
          <p:spPr>
            <a:xfrm>
              <a:off x="948121" y="3539519"/>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29" name="文本框 52">
            <a:extLst>
              <a:ext uri="{FF2B5EF4-FFF2-40B4-BE49-F238E27FC236}">
                <a16:creationId xmlns:a16="http://schemas.microsoft.com/office/drawing/2014/main" id="{1AF32B1D-4EE0-BE11-EF6E-6A96D1629516}"/>
              </a:ext>
            </a:extLst>
          </p:cNvPr>
          <p:cNvSpPr txBox="1"/>
          <p:nvPr/>
        </p:nvSpPr>
        <p:spPr>
          <a:xfrm>
            <a:off x="1127062" y="4362397"/>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体验</a:t>
            </a:r>
          </a:p>
        </p:txBody>
      </p:sp>
      <p:grpSp>
        <p:nvGrpSpPr>
          <p:cNvPr id="130" name="组合 58">
            <a:extLst>
              <a:ext uri="{FF2B5EF4-FFF2-40B4-BE49-F238E27FC236}">
                <a16:creationId xmlns:a16="http://schemas.microsoft.com/office/drawing/2014/main" id="{B8FD379F-7782-4C42-6B69-FAA6EB6964F4}"/>
              </a:ext>
            </a:extLst>
          </p:cNvPr>
          <p:cNvGrpSpPr/>
          <p:nvPr/>
        </p:nvGrpSpPr>
        <p:grpSpPr>
          <a:xfrm>
            <a:off x="9621896" y="2759272"/>
            <a:ext cx="1696582" cy="482688"/>
            <a:chOff x="948121" y="3539517"/>
            <a:chExt cx="824799" cy="824800"/>
          </a:xfrm>
          <a:solidFill>
            <a:srgbClr val="3494BA"/>
          </a:solidFill>
        </p:grpSpPr>
        <p:sp>
          <p:nvSpPr>
            <p:cNvPr id="131" name="椭圆 12">
              <a:extLst>
                <a:ext uri="{FF2B5EF4-FFF2-40B4-BE49-F238E27FC236}">
                  <a16:creationId xmlns:a16="http://schemas.microsoft.com/office/drawing/2014/main" id="{D5B7D69A-5B1B-BF69-7D33-8CCB75975D54}"/>
                </a:ext>
              </a:extLst>
            </p:cNvPr>
            <p:cNvSpPr/>
            <p:nvPr/>
          </p:nvSpPr>
          <p:spPr>
            <a:xfrm>
              <a:off x="948122" y="3539517"/>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32" name="椭圆 13">
              <a:extLst>
                <a:ext uri="{FF2B5EF4-FFF2-40B4-BE49-F238E27FC236}">
                  <a16:creationId xmlns:a16="http://schemas.microsoft.com/office/drawing/2014/main" id="{EF2DDE4F-E26C-6931-E396-CE1C34D06780}"/>
                </a:ext>
              </a:extLst>
            </p:cNvPr>
            <p:cNvSpPr/>
            <p:nvPr/>
          </p:nvSpPr>
          <p:spPr>
            <a:xfrm>
              <a:off x="948122" y="3539519"/>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33" name="椭圆 15">
              <a:extLst>
                <a:ext uri="{FF2B5EF4-FFF2-40B4-BE49-F238E27FC236}">
                  <a16:creationId xmlns:a16="http://schemas.microsoft.com/office/drawing/2014/main" id="{174D44B5-200F-7DA1-93FD-92EFEFF42722}"/>
                </a:ext>
              </a:extLst>
            </p:cNvPr>
            <p:cNvSpPr/>
            <p:nvPr/>
          </p:nvSpPr>
          <p:spPr>
            <a:xfrm>
              <a:off x="981777" y="3573174"/>
              <a:ext cx="757488" cy="757489"/>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34" name="椭圆 16">
              <a:extLst>
                <a:ext uri="{FF2B5EF4-FFF2-40B4-BE49-F238E27FC236}">
                  <a16:creationId xmlns:a16="http://schemas.microsoft.com/office/drawing/2014/main" id="{639E3777-3658-FC10-41F2-F056E5882269}"/>
                </a:ext>
              </a:extLst>
            </p:cNvPr>
            <p:cNvSpPr/>
            <p:nvPr/>
          </p:nvSpPr>
          <p:spPr>
            <a:xfrm>
              <a:off x="948121" y="3539519"/>
              <a:ext cx="824798" cy="824798"/>
            </a:xfrm>
            <a:prstGeom prst="roundRect">
              <a:avLst>
                <a:gd name="adj" fmla="val 50000"/>
              </a:avLst>
            </a:prstGeom>
            <a:grp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35" name="文本框 59">
            <a:extLst>
              <a:ext uri="{FF2B5EF4-FFF2-40B4-BE49-F238E27FC236}">
                <a16:creationId xmlns:a16="http://schemas.microsoft.com/office/drawing/2014/main" id="{7B455905-0CA6-40E2-95FB-61AB2B59004E}"/>
              </a:ext>
            </a:extLst>
          </p:cNvPr>
          <p:cNvSpPr txBox="1"/>
          <p:nvPr/>
        </p:nvSpPr>
        <p:spPr>
          <a:xfrm>
            <a:off x="9849431" y="2839937"/>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愿景</a:t>
            </a:r>
          </a:p>
        </p:txBody>
      </p:sp>
      <p:grpSp>
        <p:nvGrpSpPr>
          <p:cNvPr id="136" name="组合 65">
            <a:extLst>
              <a:ext uri="{FF2B5EF4-FFF2-40B4-BE49-F238E27FC236}">
                <a16:creationId xmlns:a16="http://schemas.microsoft.com/office/drawing/2014/main" id="{CF214C60-A24A-02ED-DE7C-842241DD387E}"/>
              </a:ext>
            </a:extLst>
          </p:cNvPr>
          <p:cNvGrpSpPr/>
          <p:nvPr/>
        </p:nvGrpSpPr>
        <p:grpSpPr>
          <a:xfrm>
            <a:off x="9621896" y="3497690"/>
            <a:ext cx="1696582" cy="482688"/>
            <a:chOff x="948121" y="3539517"/>
            <a:chExt cx="824799" cy="824800"/>
          </a:xfrm>
          <a:solidFill>
            <a:srgbClr val="FFFFFF"/>
          </a:solidFill>
        </p:grpSpPr>
        <p:sp>
          <p:nvSpPr>
            <p:cNvPr id="137" name="椭圆 12">
              <a:extLst>
                <a:ext uri="{FF2B5EF4-FFF2-40B4-BE49-F238E27FC236}">
                  <a16:creationId xmlns:a16="http://schemas.microsoft.com/office/drawing/2014/main" id="{3D337F02-D8A5-8872-75A1-F5F0161EDDB1}"/>
                </a:ext>
              </a:extLst>
            </p:cNvPr>
            <p:cNvSpPr/>
            <p:nvPr/>
          </p:nvSpPr>
          <p:spPr>
            <a:xfrm>
              <a:off x="948122" y="3539517"/>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38" name="椭圆 13">
              <a:extLst>
                <a:ext uri="{FF2B5EF4-FFF2-40B4-BE49-F238E27FC236}">
                  <a16:creationId xmlns:a16="http://schemas.microsoft.com/office/drawing/2014/main" id="{0678BB7E-CDC7-A3BE-BEAA-D91C12C0A4C2}"/>
                </a:ext>
              </a:extLst>
            </p:cNvPr>
            <p:cNvSpPr/>
            <p:nvPr/>
          </p:nvSpPr>
          <p:spPr>
            <a:xfrm>
              <a:off x="948122"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39" name="椭圆 15">
              <a:extLst>
                <a:ext uri="{FF2B5EF4-FFF2-40B4-BE49-F238E27FC236}">
                  <a16:creationId xmlns:a16="http://schemas.microsoft.com/office/drawing/2014/main" id="{5A1B2EE1-0383-05FD-0EB4-6A359D74607F}"/>
                </a:ext>
              </a:extLst>
            </p:cNvPr>
            <p:cNvSpPr/>
            <p:nvPr/>
          </p:nvSpPr>
          <p:spPr>
            <a:xfrm>
              <a:off x="981777" y="3573174"/>
              <a:ext cx="757488" cy="757489"/>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40" name="椭圆 16">
              <a:extLst>
                <a:ext uri="{FF2B5EF4-FFF2-40B4-BE49-F238E27FC236}">
                  <a16:creationId xmlns:a16="http://schemas.microsoft.com/office/drawing/2014/main" id="{ABEB0EC6-7584-634A-291C-C5A06DF0ACA3}"/>
                </a:ext>
              </a:extLst>
            </p:cNvPr>
            <p:cNvSpPr/>
            <p:nvPr/>
          </p:nvSpPr>
          <p:spPr>
            <a:xfrm>
              <a:off x="948121"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41" name="文本框 66">
            <a:extLst>
              <a:ext uri="{FF2B5EF4-FFF2-40B4-BE49-F238E27FC236}">
                <a16:creationId xmlns:a16="http://schemas.microsoft.com/office/drawing/2014/main" id="{E6B62F7F-9983-D26D-CF43-E7CC1BCAD926}"/>
              </a:ext>
            </a:extLst>
          </p:cNvPr>
          <p:cNvSpPr txBox="1"/>
          <p:nvPr/>
        </p:nvSpPr>
        <p:spPr>
          <a:xfrm>
            <a:off x="9849431" y="3578355"/>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使命</a:t>
            </a:r>
          </a:p>
        </p:txBody>
      </p:sp>
      <p:grpSp>
        <p:nvGrpSpPr>
          <p:cNvPr id="142" name="组合 72">
            <a:extLst>
              <a:ext uri="{FF2B5EF4-FFF2-40B4-BE49-F238E27FC236}">
                <a16:creationId xmlns:a16="http://schemas.microsoft.com/office/drawing/2014/main" id="{E3ECD650-166D-B3EB-2A09-C4649828826B}"/>
              </a:ext>
            </a:extLst>
          </p:cNvPr>
          <p:cNvGrpSpPr/>
          <p:nvPr/>
        </p:nvGrpSpPr>
        <p:grpSpPr>
          <a:xfrm>
            <a:off x="9621896" y="4236109"/>
            <a:ext cx="1696582" cy="482688"/>
            <a:chOff x="948121" y="3539517"/>
            <a:chExt cx="824799" cy="824800"/>
          </a:xfrm>
          <a:solidFill>
            <a:srgbClr val="FFFFFF"/>
          </a:solidFill>
        </p:grpSpPr>
        <p:sp>
          <p:nvSpPr>
            <p:cNvPr id="143" name="椭圆 12">
              <a:extLst>
                <a:ext uri="{FF2B5EF4-FFF2-40B4-BE49-F238E27FC236}">
                  <a16:creationId xmlns:a16="http://schemas.microsoft.com/office/drawing/2014/main" id="{D0280F3F-C96B-D745-D391-C98B03FD6238}"/>
                </a:ext>
              </a:extLst>
            </p:cNvPr>
            <p:cNvSpPr/>
            <p:nvPr/>
          </p:nvSpPr>
          <p:spPr>
            <a:xfrm>
              <a:off x="948122" y="3539517"/>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dirty="0"/>
            </a:p>
          </p:txBody>
        </p:sp>
        <p:sp>
          <p:nvSpPr>
            <p:cNvPr id="144" name="椭圆 13">
              <a:extLst>
                <a:ext uri="{FF2B5EF4-FFF2-40B4-BE49-F238E27FC236}">
                  <a16:creationId xmlns:a16="http://schemas.microsoft.com/office/drawing/2014/main" id="{293063F4-A185-E83B-7C26-A14F4FD7AEF5}"/>
                </a:ext>
              </a:extLst>
            </p:cNvPr>
            <p:cNvSpPr/>
            <p:nvPr/>
          </p:nvSpPr>
          <p:spPr>
            <a:xfrm>
              <a:off x="948122"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45" name="椭圆 15">
              <a:extLst>
                <a:ext uri="{FF2B5EF4-FFF2-40B4-BE49-F238E27FC236}">
                  <a16:creationId xmlns:a16="http://schemas.microsoft.com/office/drawing/2014/main" id="{5C9A4CAE-7A35-E23F-0F71-6E81889E428A}"/>
                </a:ext>
              </a:extLst>
            </p:cNvPr>
            <p:cNvSpPr/>
            <p:nvPr/>
          </p:nvSpPr>
          <p:spPr>
            <a:xfrm>
              <a:off x="981777" y="3573174"/>
              <a:ext cx="757488" cy="757489"/>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sp>
          <p:nvSpPr>
            <p:cNvPr id="146" name="椭圆 16">
              <a:extLst>
                <a:ext uri="{FF2B5EF4-FFF2-40B4-BE49-F238E27FC236}">
                  <a16:creationId xmlns:a16="http://schemas.microsoft.com/office/drawing/2014/main" id="{22951A55-FE82-E890-60FC-BE968F3791B2}"/>
                </a:ext>
              </a:extLst>
            </p:cNvPr>
            <p:cNvSpPr/>
            <p:nvPr/>
          </p:nvSpPr>
          <p:spPr>
            <a:xfrm>
              <a:off x="948121" y="3539519"/>
              <a:ext cx="824798" cy="824798"/>
            </a:xfrm>
            <a:prstGeom prst="roundRect">
              <a:avLst>
                <a:gd name="adj" fmla="val 50000"/>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lang="zh-CN" altLang="en-US"/>
            </a:p>
          </p:txBody>
        </p:sp>
      </p:grpSp>
      <p:sp>
        <p:nvSpPr>
          <p:cNvPr id="147" name="文本框 73">
            <a:extLst>
              <a:ext uri="{FF2B5EF4-FFF2-40B4-BE49-F238E27FC236}">
                <a16:creationId xmlns:a16="http://schemas.microsoft.com/office/drawing/2014/main" id="{A309E683-0852-F5F4-5CB7-93DD8A48F59F}"/>
              </a:ext>
            </a:extLst>
          </p:cNvPr>
          <p:cNvSpPr txBox="1"/>
          <p:nvPr/>
        </p:nvSpPr>
        <p:spPr>
          <a:xfrm>
            <a:off x="9849431" y="4316774"/>
            <a:ext cx="1241511" cy="318738"/>
          </a:xfrm>
          <a:prstGeom prst="rect">
            <a:avLst/>
          </a:prstGeom>
          <a:noFill/>
          <a:ln>
            <a:noFill/>
          </a:ln>
        </p:spPr>
        <p:style>
          <a:lnRef idx="2">
            <a:srgbClr val="336699">
              <a:shade val="15000"/>
            </a:srgbClr>
          </a:lnRef>
          <a:fillRef idx="1">
            <a:srgbClr val="336699"/>
          </a:fillRef>
          <a:effectRef idx="0">
            <a:srgbClr val="336699"/>
          </a:effectRef>
          <a:fontRef idx="minor">
            <a:srgbClr val="FFFFFF"/>
          </a:fontRef>
        </p:style>
        <p:txBody>
          <a:bodyPr wrap="square" rtlCol="0">
            <a:spAutoFit/>
          </a:bodyPr>
          <a:lstStyle/>
          <a:p>
            <a:pPr algn="ctr"/>
            <a:r>
              <a:rPr lang="zh-CN" altLang="en-US" sz="1506" dirty="0">
                <a:solidFill>
                  <a:srgbClr val="FFFFFF"/>
                </a:solidFill>
                <a:latin typeface="微软雅黑" pitchFamily="18" charset="-122"/>
                <a:ea typeface="微软雅黑" pitchFamily="18" charset="-122"/>
                <a:cs typeface="微软雅黑" pitchFamily="18" charset="-122"/>
              </a:rPr>
              <a:t>特征</a:t>
            </a:r>
          </a:p>
        </p:txBody>
      </p:sp>
      <p:sp>
        <p:nvSpPr>
          <p:cNvPr id="148" name="文本框 79">
            <a:extLst>
              <a:ext uri="{FF2B5EF4-FFF2-40B4-BE49-F238E27FC236}">
                <a16:creationId xmlns:a16="http://schemas.microsoft.com/office/drawing/2014/main" id="{073BFB50-27A2-5439-FFEF-C513B8971553}"/>
              </a:ext>
            </a:extLst>
          </p:cNvPr>
          <p:cNvSpPr txBox="1"/>
          <p:nvPr/>
        </p:nvSpPr>
        <p:spPr>
          <a:xfrm>
            <a:off x="790575" y="1351562"/>
            <a:ext cx="10610850" cy="559664"/>
          </a:xfrm>
          <a:prstGeom prst="rect">
            <a:avLst/>
          </a:prstGeom>
          <a:noFill/>
        </p:spPr>
        <p:txBody>
          <a:bodyPr wrap="square" rtlCol="0">
            <a:spAutoFit/>
          </a:bodyPr>
          <a:lstStyle/>
          <a:p>
            <a:pPr algn="ctr">
              <a:lnSpc>
                <a:spcPct val="150000"/>
              </a:lnSpc>
            </a:pPr>
            <a:r>
              <a:rPr kumimoji="1" lang="zh-CN" altLang="en-US" sz="2260" b="1" dirty="0">
                <a:latin typeface="微软雅黑" pitchFamily="18" charset="-122"/>
                <a:ea typeface="微软雅黑" pitchFamily="18" charset="-122"/>
                <a:cs typeface="微软雅黑" pitchFamily="18" charset="-122"/>
              </a:rPr>
              <a:t>品牌提升逻辑分析</a:t>
            </a:r>
          </a:p>
        </p:txBody>
      </p:sp>
      <p:sp>
        <p:nvSpPr>
          <p:cNvPr id="149" name="文本框 80">
            <a:extLst>
              <a:ext uri="{FF2B5EF4-FFF2-40B4-BE49-F238E27FC236}">
                <a16:creationId xmlns:a16="http://schemas.microsoft.com/office/drawing/2014/main" id="{4AFDEB1C-F7DE-423F-D439-9D93EE1CEADB}"/>
              </a:ext>
            </a:extLst>
          </p:cNvPr>
          <p:cNvSpPr txBox="1"/>
          <p:nvPr/>
        </p:nvSpPr>
        <p:spPr>
          <a:xfrm>
            <a:off x="2099827" y="1880687"/>
            <a:ext cx="7918318" cy="323267"/>
          </a:xfrm>
          <a:prstGeom prst="rect">
            <a:avLst/>
          </a:prstGeom>
          <a:noFill/>
        </p:spPr>
        <p:txBody>
          <a:bodyPr wrap="square" rtlCol="0">
            <a:spAutoFit/>
          </a:bodyPr>
          <a:lstStyle/>
          <a:p>
            <a:pPr algn="ctr">
              <a:lnSpc>
                <a:spcPct val="150000"/>
              </a:lnSpc>
            </a:pPr>
            <a:r>
              <a:rPr kumimoji="1" lang="zh-CN" altLang="en-US" sz="1130" dirty="0">
                <a:solidFill>
                  <a:srgbClr val="7A8C8E"/>
                </a:solidFill>
                <a:latin typeface="微软雅黑" pitchFamily="18" charset="-122"/>
                <a:ea typeface="微软雅黑" pitchFamily="18" charset="-122"/>
                <a:cs typeface="微软雅黑" pitchFamily="18" charset="-122"/>
              </a:rPr>
              <a:t>打造品牌新形象，以全新产品生态，跨界融合。提升品牌认知度，占领消费者心智，引领行业市场。</a:t>
            </a:r>
          </a:p>
        </p:txBody>
      </p:sp>
    </p:spTree>
    <p:extLst>
      <p:ext uri="{BB962C8B-B14F-4D97-AF65-F5344CB8AC3E}">
        <p14:creationId xmlns:p14="http://schemas.microsoft.com/office/powerpoint/2010/main" val="1851778670"/>
      </p:ext>
    </p:extLst>
  </p:cSld>
  <p:clrMapOvr>
    <a:masterClrMapping/>
  </p:clrMapOvr>
</p:sld>
</file>

<file path=ppt/slides/vr_business_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R043 构成与分组比较（数据示例）</a:t>
            </a:r>
          </a:p>
        </p:txBody>
      </p:sp>
      <p:sp>
        <p:nvSpPr>
          <p:cNvPr id="101" name="矩形 1">
            <a:extLst>
              <a:ext uri="{FF2B5EF4-FFF2-40B4-BE49-F238E27FC236}">
                <a16:creationId xmlns:a16="http://schemas.microsoft.com/office/drawing/2014/main" id="{C8E4401E-D05E-74C1-4818-FB73E9E10434}"/>
              </a:ext>
            </a:extLst>
          </p:cNvPr>
          <p:cNvSpPr/>
          <p:nvPr/>
        </p:nvSpPr>
        <p:spPr>
          <a:xfrm>
            <a:off x="798020" y="1238250"/>
            <a:ext cx="3838602" cy="5029199"/>
          </a:xfrm>
          <a:prstGeom prst="rect">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2" name="矩形 2">
            <a:extLst>
              <a:ext uri="{FF2B5EF4-FFF2-40B4-BE49-F238E27FC236}">
                <a16:creationId xmlns:a16="http://schemas.microsoft.com/office/drawing/2014/main" id="{41F5B06E-AAE5-E5B7-6D43-4E6801B58F99}"/>
              </a:ext>
            </a:extLst>
          </p:cNvPr>
          <p:cNvSpPr/>
          <p:nvPr/>
        </p:nvSpPr>
        <p:spPr>
          <a:xfrm>
            <a:off x="4804982" y="1238251"/>
            <a:ext cx="1550436" cy="473903"/>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b="1" dirty="0">
                <a:latin typeface="微软雅黑" panose="020B0503020204020204" pitchFamily="34" charset="-122"/>
                <a:ea typeface="微软雅黑" panose="020B0503020204020204" pitchFamily="34" charset="-122"/>
                <a:cs typeface="微软雅黑" pitchFamily="18" charset="-122"/>
              </a:rPr>
              <a:t>公司产品</a:t>
            </a:r>
            <a:r>
              <a:rPr kumimoji="1" lang="en-US" altLang="zh-CN" b="1" dirty="0">
                <a:latin typeface="微软雅黑" panose="020B0503020204020204" pitchFamily="34" charset="-122"/>
                <a:ea typeface="微软雅黑" panose="020B0503020204020204" pitchFamily="34" charset="-122"/>
                <a:cs typeface="微软雅黑" pitchFamily="18" charset="-122"/>
              </a:rPr>
              <a:t>A</a:t>
            </a:r>
            <a:endParaRPr kumimoji="1" lang="zh-CN" altLang="en-US" b="1" dirty="0">
              <a:latin typeface="微软雅黑" panose="020B0503020204020204" pitchFamily="34" charset="-122"/>
              <a:ea typeface="微软雅黑" panose="020B0503020204020204" pitchFamily="34" charset="-122"/>
              <a:cs typeface="微软雅黑" pitchFamily="18" charset="-122"/>
            </a:endParaRPr>
          </a:p>
        </p:txBody>
      </p:sp>
      <p:sp>
        <p:nvSpPr>
          <p:cNvPr id="103" name="矩形 6">
            <a:extLst>
              <a:ext uri="{FF2B5EF4-FFF2-40B4-BE49-F238E27FC236}">
                <a16:creationId xmlns:a16="http://schemas.microsoft.com/office/drawing/2014/main" id="{F8E9774F-6087-7950-61B5-14792263ADF4}"/>
              </a:ext>
            </a:extLst>
          </p:cNvPr>
          <p:cNvSpPr/>
          <p:nvPr/>
        </p:nvSpPr>
        <p:spPr>
          <a:xfrm>
            <a:off x="6477991" y="1238251"/>
            <a:ext cx="1550436" cy="473903"/>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b="1" dirty="0">
                <a:latin typeface="微软雅黑" panose="020B0503020204020204" pitchFamily="34" charset="-122"/>
                <a:ea typeface="微软雅黑" panose="020B0503020204020204" pitchFamily="34" charset="-122"/>
                <a:cs typeface="微软雅黑" pitchFamily="18" charset="-122"/>
              </a:rPr>
              <a:t>公司产品</a:t>
            </a:r>
            <a:r>
              <a:rPr kumimoji="1" lang="en-US" altLang="zh-CN" b="1" dirty="0">
                <a:latin typeface="微软雅黑" panose="020B0503020204020204" pitchFamily="34" charset="-122"/>
                <a:ea typeface="微软雅黑" panose="020B0503020204020204" pitchFamily="34" charset="-122"/>
                <a:cs typeface="微软雅黑" pitchFamily="18" charset="-122"/>
              </a:rPr>
              <a:t>B</a:t>
            </a:r>
            <a:endParaRPr kumimoji="1" lang="zh-CN" altLang="en-US" b="1" dirty="0">
              <a:latin typeface="微软雅黑" panose="020B0503020204020204" pitchFamily="34" charset="-122"/>
              <a:ea typeface="微软雅黑" panose="020B0503020204020204" pitchFamily="34" charset="-122"/>
              <a:cs typeface="微软雅黑" pitchFamily="18" charset="-122"/>
            </a:endParaRPr>
          </a:p>
        </p:txBody>
      </p:sp>
      <p:sp>
        <p:nvSpPr>
          <p:cNvPr id="104" name="矩形 7">
            <a:extLst>
              <a:ext uri="{FF2B5EF4-FFF2-40B4-BE49-F238E27FC236}">
                <a16:creationId xmlns:a16="http://schemas.microsoft.com/office/drawing/2014/main" id="{9B308026-9476-CD02-88BF-CB4AB01F0A57}"/>
              </a:ext>
            </a:extLst>
          </p:cNvPr>
          <p:cNvSpPr/>
          <p:nvPr/>
        </p:nvSpPr>
        <p:spPr>
          <a:xfrm>
            <a:off x="8151000" y="1238251"/>
            <a:ext cx="1550436" cy="473903"/>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b="1" dirty="0">
                <a:latin typeface="微软雅黑" panose="020B0503020204020204" pitchFamily="34" charset="-122"/>
                <a:ea typeface="微软雅黑" panose="020B0503020204020204" pitchFamily="34" charset="-122"/>
                <a:cs typeface="微软雅黑" pitchFamily="18" charset="-122"/>
              </a:rPr>
              <a:t>公司产品</a:t>
            </a:r>
            <a:r>
              <a:rPr kumimoji="1" lang="en-US" altLang="zh-CN" b="1" dirty="0">
                <a:latin typeface="微软雅黑" panose="020B0503020204020204" pitchFamily="34" charset="-122"/>
                <a:ea typeface="微软雅黑" panose="020B0503020204020204" pitchFamily="34" charset="-122"/>
                <a:cs typeface="微软雅黑" pitchFamily="18" charset="-122"/>
              </a:rPr>
              <a:t>C</a:t>
            </a:r>
            <a:endParaRPr kumimoji="1" lang="zh-CN" altLang="en-US" b="1" dirty="0">
              <a:latin typeface="微软雅黑" panose="020B0503020204020204" pitchFamily="34" charset="-122"/>
              <a:ea typeface="微软雅黑" panose="020B0503020204020204" pitchFamily="34" charset="-122"/>
              <a:cs typeface="微软雅黑" pitchFamily="18" charset="-122"/>
            </a:endParaRPr>
          </a:p>
        </p:txBody>
      </p:sp>
      <p:sp>
        <p:nvSpPr>
          <p:cNvPr id="105" name="矩形 8">
            <a:extLst>
              <a:ext uri="{FF2B5EF4-FFF2-40B4-BE49-F238E27FC236}">
                <a16:creationId xmlns:a16="http://schemas.microsoft.com/office/drawing/2014/main" id="{10B23B77-5C48-3F62-E95A-9F04CF37EDA7}"/>
              </a:ext>
            </a:extLst>
          </p:cNvPr>
          <p:cNvSpPr/>
          <p:nvPr/>
        </p:nvSpPr>
        <p:spPr>
          <a:xfrm>
            <a:off x="9832417" y="1238251"/>
            <a:ext cx="1550436" cy="473903"/>
          </a:xfrm>
          <a:prstGeom prst="rect">
            <a:avLst/>
          </a:prstGeom>
          <a:solidFill>
            <a:srgbClr val="75BDA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zh-CN" altLang="en-US" b="1" dirty="0">
                <a:latin typeface="微软雅黑" panose="020B0503020204020204" pitchFamily="34" charset="-122"/>
                <a:ea typeface="微软雅黑" panose="020B0503020204020204" pitchFamily="34" charset="-122"/>
                <a:cs typeface="微软雅黑" pitchFamily="18" charset="-122"/>
              </a:rPr>
              <a:t>公司产品</a:t>
            </a:r>
            <a:r>
              <a:rPr kumimoji="1" lang="en-US" altLang="zh-CN" b="1" dirty="0">
                <a:latin typeface="微软雅黑" panose="020B0503020204020204" pitchFamily="34" charset="-122"/>
                <a:ea typeface="微软雅黑" panose="020B0503020204020204" pitchFamily="34" charset="-122"/>
                <a:cs typeface="微软雅黑" pitchFamily="18" charset="-122"/>
              </a:rPr>
              <a:t>D</a:t>
            </a:r>
            <a:endParaRPr kumimoji="1" lang="zh-CN" altLang="en-US" b="1" dirty="0">
              <a:latin typeface="微软雅黑" panose="020B0503020204020204" pitchFamily="34" charset="-122"/>
              <a:ea typeface="微软雅黑" panose="020B0503020204020204" pitchFamily="34" charset="-122"/>
              <a:cs typeface="微软雅黑" pitchFamily="18" charset="-122"/>
            </a:endParaRPr>
          </a:p>
        </p:txBody>
      </p:sp>
      <p:sp>
        <p:nvSpPr>
          <p:cNvPr id="106" name="矩形 14">
            <a:extLst>
              <a:ext uri="{FF2B5EF4-FFF2-40B4-BE49-F238E27FC236}">
                <a16:creationId xmlns:a16="http://schemas.microsoft.com/office/drawing/2014/main" id="{1A069EC4-DD53-3687-D201-5098D3951A14}"/>
              </a:ext>
            </a:extLst>
          </p:cNvPr>
          <p:cNvSpPr/>
          <p:nvPr/>
        </p:nvSpPr>
        <p:spPr>
          <a:xfrm>
            <a:off x="4804982" y="1715615"/>
            <a:ext cx="1550436" cy="96972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7" name="矩形 15">
            <a:extLst>
              <a:ext uri="{FF2B5EF4-FFF2-40B4-BE49-F238E27FC236}">
                <a16:creationId xmlns:a16="http://schemas.microsoft.com/office/drawing/2014/main" id="{49934D50-5741-5371-0F35-388509A8EA8A}"/>
              </a:ext>
            </a:extLst>
          </p:cNvPr>
          <p:cNvSpPr/>
          <p:nvPr/>
        </p:nvSpPr>
        <p:spPr>
          <a:xfrm>
            <a:off x="6477991" y="1715615"/>
            <a:ext cx="1550436" cy="96972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8" name="矩形 16">
            <a:extLst>
              <a:ext uri="{FF2B5EF4-FFF2-40B4-BE49-F238E27FC236}">
                <a16:creationId xmlns:a16="http://schemas.microsoft.com/office/drawing/2014/main" id="{8808CE4E-695F-8CBE-3030-C78511FF3925}"/>
              </a:ext>
            </a:extLst>
          </p:cNvPr>
          <p:cNvSpPr/>
          <p:nvPr/>
        </p:nvSpPr>
        <p:spPr>
          <a:xfrm>
            <a:off x="8151000" y="1715615"/>
            <a:ext cx="1550436" cy="96972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9" name="矩形 17">
            <a:extLst>
              <a:ext uri="{FF2B5EF4-FFF2-40B4-BE49-F238E27FC236}">
                <a16:creationId xmlns:a16="http://schemas.microsoft.com/office/drawing/2014/main" id="{29D5A528-D93E-F25B-7DC6-F535314931E9}"/>
              </a:ext>
            </a:extLst>
          </p:cNvPr>
          <p:cNvSpPr/>
          <p:nvPr/>
        </p:nvSpPr>
        <p:spPr>
          <a:xfrm>
            <a:off x="9832417" y="1715615"/>
            <a:ext cx="1550436" cy="969720"/>
          </a:xfrm>
          <a:prstGeom prst="rect">
            <a:avLst/>
          </a:prstGeom>
          <a:solidFill>
            <a:srgbClr val="F2F6F7"/>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0" name="矩形 18">
            <a:extLst>
              <a:ext uri="{FF2B5EF4-FFF2-40B4-BE49-F238E27FC236}">
                <a16:creationId xmlns:a16="http://schemas.microsoft.com/office/drawing/2014/main" id="{6B55A6C6-ACAC-9174-6C48-CEE4A7B97B2E}"/>
              </a:ext>
            </a:extLst>
          </p:cNvPr>
          <p:cNvSpPr/>
          <p:nvPr/>
        </p:nvSpPr>
        <p:spPr>
          <a:xfrm>
            <a:off x="4804981" y="2817279"/>
            <a:ext cx="6577870" cy="2911418"/>
          </a:xfrm>
          <a:prstGeom prst="rect">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1" name="矩形 19">
            <a:extLst>
              <a:ext uri="{FF2B5EF4-FFF2-40B4-BE49-F238E27FC236}">
                <a16:creationId xmlns:a16="http://schemas.microsoft.com/office/drawing/2014/main" id="{7AE35F36-AEFC-4E44-8DF3-0C44B5D6430F}"/>
              </a:ext>
            </a:extLst>
          </p:cNvPr>
          <p:cNvSpPr/>
          <p:nvPr/>
        </p:nvSpPr>
        <p:spPr>
          <a:xfrm>
            <a:off x="4804982" y="5723989"/>
            <a:ext cx="6577869" cy="543460"/>
          </a:xfrm>
          <a:prstGeom prst="rect">
            <a:avLst/>
          </a:prstGeom>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graphicFrame>
        <p:nvGraphicFramePr>
          <p:cNvPr id="112" name="图表 20">
            <a:extLst>
              <a:ext uri="{FF2B5EF4-FFF2-40B4-BE49-F238E27FC236}">
                <a16:creationId xmlns:a16="http://schemas.microsoft.com/office/drawing/2014/main" id="{4F4806B8-1229-4B31-CEF7-4C2E7C076458}"/>
              </a:ext>
            </a:extLst>
          </p:cNvPr>
          <p:cNvGraphicFramePr/>
          <p:nvPr>
            <p:extLst>
              <p:ext uri="{D42A27DB-BD31-4B8C-83A1-F6EECF244321}">
                <p14:modId xmlns:p14="http://schemas.microsoft.com/office/powerpoint/2010/main" val="1165164729"/>
              </p:ext>
            </p:extLst>
          </p:nvPr>
        </p:nvGraphicFramePr>
        <p:xfrm>
          <a:off x="1109287" y="1439814"/>
          <a:ext cx="3216066" cy="3310708"/>
        </p:xfrm>
        <a:graphic>
          <a:graphicData uri="http://schemas.openxmlformats.org/drawingml/2006/chart">
            <c:chart xmlns:c="http://schemas.openxmlformats.org/drawingml/2006/chart" xmlns:r="http://schemas.openxmlformats.org/officeDocument/2006/relationships" r:id="rId3"/>
          </a:graphicData>
        </a:graphic>
      </p:graphicFrame>
      <p:sp>
        <p:nvSpPr>
          <p:cNvPr id="113" name="文本框 26">
            <a:extLst>
              <a:ext uri="{FF2B5EF4-FFF2-40B4-BE49-F238E27FC236}">
                <a16:creationId xmlns:a16="http://schemas.microsoft.com/office/drawing/2014/main" id="{39F96816-9422-3C18-595D-A165AEAED912}"/>
              </a:ext>
            </a:extLst>
          </p:cNvPr>
          <p:cNvSpPr txBox="1"/>
          <p:nvPr/>
        </p:nvSpPr>
        <p:spPr>
          <a:xfrm>
            <a:off x="4804981" y="1788138"/>
            <a:ext cx="1542029" cy="619909"/>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en-US" altLang="zh-CN" sz="3379" b="1" dirty="0">
                <a:solidFill>
                  <a:srgbClr val="336699"/>
                </a:solidFill>
                <a:latin typeface="微软雅黑" panose="020B0503020204020204" pitchFamily="34" charset="-122"/>
                <a:ea typeface="微软雅黑" panose="020B0503020204020204" pitchFamily="34" charset="-122"/>
              </a:rPr>
              <a:t>200</a:t>
            </a:r>
            <a:r>
              <a:rPr lang="zh-CN" altLang="en-US" sz="1502" b="1" dirty="0">
                <a:solidFill>
                  <a:srgbClr val="336699"/>
                </a:solidFill>
                <a:latin typeface="微软雅黑" panose="020B0503020204020204" pitchFamily="34" charset="-122"/>
                <a:ea typeface="微软雅黑" panose="020B0503020204020204" pitchFamily="34" charset="-122"/>
              </a:rPr>
              <a:t>万元</a:t>
            </a:r>
          </a:p>
        </p:txBody>
      </p:sp>
      <p:sp>
        <p:nvSpPr>
          <p:cNvPr id="114" name="文本框 30">
            <a:extLst>
              <a:ext uri="{FF2B5EF4-FFF2-40B4-BE49-F238E27FC236}">
                <a16:creationId xmlns:a16="http://schemas.microsoft.com/office/drawing/2014/main" id="{5BBD7C04-FFAA-FD3E-A5EC-71A74E0445B1}"/>
              </a:ext>
            </a:extLst>
          </p:cNvPr>
          <p:cNvSpPr txBox="1"/>
          <p:nvPr/>
        </p:nvSpPr>
        <p:spPr>
          <a:xfrm>
            <a:off x="6477991" y="1788138"/>
            <a:ext cx="1542028" cy="619909"/>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en-US" altLang="zh-CN" sz="3379" b="1" dirty="0">
                <a:solidFill>
                  <a:srgbClr val="336699"/>
                </a:solidFill>
                <a:latin typeface="微软雅黑" panose="020B0503020204020204" pitchFamily="34" charset="-122"/>
                <a:ea typeface="微软雅黑" panose="020B0503020204020204" pitchFamily="34" charset="-122"/>
              </a:rPr>
              <a:t>150</a:t>
            </a:r>
            <a:r>
              <a:rPr lang="zh-CN" altLang="en-US" sz="1502" b="1" dirty="0">
                <a:solidFill>
                  <a:srgbClr val="336699"/>
                </a:solidFill>
                <a:latin typeface="微软雅黑" panose="020B0503020204020204" pitchFamily="34" charset="-122"/>
                <a:ea typeface="微软雅黑" panose="020B0503020204020204" pitchFamily="34" charset="-122"/>
              </a:rPr>
              <a:t>万元</a:t>
            </a:r>
          </a:p>
        </p:txBody>
      </p:sp>
      <p:sp>
        <p:nvSpPr>
          <p:cNvPr id="115" name="文本框 31">
            <a:extLst>
              <a:ext uri="{FF2B5EF4-FFF2-40B4-BE49-F238E27FC236}">
                <a16:creationId xmlns:a16="http://schemas.microsoft.com/office/drawing/2014/main" id="{CA078A51-6CD8-2529-E049-95803A65190A}"/>
              </a:ext>
            </a:extLst>
          </p:cNvPr>
          <p:cNvSpPr txBox="1"/>
          <p:nvPr/>
        </p:nvSpPr>
        <p:spPr>
          <a:xfrm>
            <a:off x="8150999" y="1788138"/>
            <a:ext cx="1550437" cy="619909"/>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en-US" altLang="zh-CN" sz="3379" b="1" dirty="0">
                <a:solidFill>
                  <a:srgbClr val="336699"/>
                </a:solidFill>
                <a:latin typeface="微软雅黑" panose="020B0503020204020204" pitchFamily="34" charset="-122"/>
                <a:ea typeface="微软雅黑" panose="020B0503020204020204" pitchFamily="34" charset="-122"/>
              </a:rPr>
              <a:t>350</a:t>
            </a:r>
            <a:r>
              <a:rPr lang="zh-CN" altLang="en-US" sz="1502" b="1" dirty="0">
                <a:solidFill>
                  <a:srgbClr val="336699"/>
                </a:solidFill>
                <a:latin typeface="微软雅黑" panose="020B0503020204020204" pitchFamily="34" charset="-122"/>
                <a:ea typeface="微软雅黑" panose="020B0503020204020204" pitchFamily="34" charset="-122"/>
              </a:rPr>
              <a:t>万元</a:t>
            </a:r>
          </a:p>
        </p:txBody>
      </p:sp>
      <p:sp>
        <p:nvSpPr>
          <p:cNvPr id="116" name="文本框 33">
            <a:extLst>
              <a:ext uri="{FF2B5EF4-FFF2-40B4-BE49-F238E27FC236}">
                <a16:creationId xmlns:a16="http://schemas.microsoft.com/office/drawing/2014/main" id="{5E7D5F8A-E381-3A6E-723D-024CE18673FE}"/>
              </a:ext>
            </a:extLst>
          </p:cNvPr>
          <p:cNvSpPr txBox="1"/>
          <p:nvPr/>
        </p:nvSpPr>
        <p:spPr>
          <a:xfrm>
            <a:off x="9832418" y="1788138"/>
            <a:ext cx="1550434" cy="619909"/>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en-US" altLang="zh-CN" sz="3379" b="1" dirty="0">
                <a:solidFill>
                  <a:srgbClr val="336699"/>
                </a:solidFill>
                <a:latin typeface="微软雅黑" panose="020B0503020204020204" pitchFamily="34" charset="-122"/>
                <a:ea typeface="微软雅黑" panose="020B0503020204020204" pitchFamily="34" charset="-122"/>
              </a:rPr>
              <a:t>300</a:t>
            </a:r>
            <a:r>
              <a:rPr lang="zh-CN" altLang="en-US" sz="1502" b="1" dirty="0">
                <a:solidFill>
                  <a:srgbClr val="336699"/>
                </a:solidFill>
                <a:latin typeface="微软雅黑" panose="020B0503020204020204" pitchFamily="34" charset="-122"/>
                <a:ea typeface="微软雅黑" panose="020B0503020204020204" pitchFamily="34" charset="-122"/>
              </a:rPr>
              <a:t>万元</a:t>
            </a:r>
          </a:p>
        </p:txBody>
      </p:sp>
      <p:sp>
        <p:nvSpPr>
          <p:cNvPr id="117" name="文本框 34">
            <a:extLst>
              <a:ext uri="{FF2B5EF4-FFF2-40B4-BE49-F238E27FC236}">
                <a16:creationId xmlns:a16="http://schemas.microsoft.com/office/drawing/2014/main" id="{5C4E95D8-97C7-4E1A-C2A5-4DD200E8AAD7}"/>
              </a:ext>
            </a:extLst>
          </p:cNvPr>
          <p:cNvSpPr txBox="1"/>
          <p:nvPr/>
        </p:nvSpPr>
        <p:spPr>
          <a:xfrm>
            <a:off x="4804981" y="2378436"/>
            <a:ext cx="1550436" cy="250915"/>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zh-CN" altLang="en-US" sz="1032" dirty="0">
                <a:solidFill>
                  <a:srgbClr val="336699"/>
                </a:solidFill>
                <a:latin typeface="微软雅黑" panose="020B0503020204020204" pitchFamily="34" charset="-122"/>
                <a:ea typeface="微软雅黑" panose="020B0503020204020204" pitchFamily="34" charset="-122"/>
              </a:rPr>
              <a:t>年度销售额</a:t>
            </a:r>
          </a:p>
        </p:txBody>
      </p:sp>
      <p:sp>
        <p:nvSpPr>
          <p:cNvPr id="118" name="文本框 35">
            <a:extLst>
              <a:ext uri="{FF2B5EF4-FFF2-40B4-BE49-F238E27FC236}">
                <a16:creationId xmlns:a16="http://schemas.microsoft.com/office/drawing/2014/main" id="{5DC60F09-CB9B-3E6A-BFE1-E16D4B6AADF4}"/>
              </a:ext>
            </a:extLst>
          </p:cNvPr>
          <p:cNvSpPr txBox="1"/>
          <p:nvPr/>
        </p:nvSpPr>
        <p:spPr>
          <a:xfrm>
            <a:off x="6477262" y="2378436"/>
            <a:ext cx="1550436" cy="250915"/>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zh-CN" altLang="en-US" sz="1032" dirty="0">
                <a:solidFill>
                  <a:srgbClr val="336699"/>
                </a:solidFill>
                <a:latin typeface="微软雅黑" panose="020B0503020204020204" pitchFamily="34" charset="-122"/>
                <a:ea typeface="微软雅黑" panose="020B0503020204020204" pitchFamily="34" charset="-122"/>
              </a:rPr>
              <a:t>年度销售额</a:t>
            </a:r>
          </a:p>
        </p:txBody>
      </p:sp>
      <p:sp>
        <p:nvSpPr>
          <p:cNvPr id="119" name="文本框 36">
            <a:extLst>
              <a:ext uri="{FF2B5EF4-FFF2-40B4-BE49-F238E27FC236}">
                <a16:creationId xmlns:a16="http://schemas.microsoft.com/office/drawing/2014/main" id="{A24C8A40-B5BC-ACD7-8C56-47DACD2604E7}"/>
              </a:ext>
            </a:extLst>
          </p:cNvPr>
          <p:cNvSpPr txBox="1"/>
          <p:nvPr/>
        </p:nvSpPr>
        <p:spPr>
          <a:xfrm>
            <a:off x="8160403" y="2378436"/>
            <a:ext cx="1550436" cy="250915"/>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zh-CN" altLang="en-US" sz="1032" dirty="0">
                <a:solidFill>
                  <a:srgbClr val="336699"/>
                </a:solidFill>
                <a:latin typeface="微软雅黑" panose="020B0503020204020204" pitchFamily="34" charset="-122"/>
                <a:ea typeface="微软雅黑" panose="020B0503020204020204" pitchFamily="34" charset="-122"/>
              </a:rPr>
              <a:t>年度销售额</a:t>
            </a:r>
          </a:p>
        </p:txBody>
      </p:sp>
      <p:sp>
        <p:nvSpPr>
          <p:cNvPr id="120" name="文本框 37">
            <a:extLst>
              <a:ext uri="{FF2B5EF4-FFF2-40B4-BE49-F238E27FC236}">
                <a16:creationId xmlns:a16="http://schemas.microsoft.com/office/drawing/2014/main" id="{25EFDEDF-0ED0-5E54-E8A0-C6EF252D6BA7}"/>
              </a:ext>
            </a:extLst>
          </p:cNvPr>
          <p:cNvSpPr txBox="1"/>
          <p:nvPr/>
        </p:nvSpPr>
        <p:spPr>
          <a:xfrm>
            <a:off x="9843543" y="2378436"/>
            <a:ext cx="1550436" cy="250915"/>
          </a:xfrm>
          <a:prstGeom prst="rect">
            <a:avLst/>
          </a:prstGeom>
          <a:noFill/>
        </p:spPr>
        <p:txBody>
          <a:bodyPr wrap="square">
            <a:spAutoFit/>
          </a:bodyPr>
          <a:lstStyle/>
          <a:p>
            <a:pPr algn="ctr" rtl="0">
              <a:defRPr sz="1747" b="0" i="0" u="none" strike="noStrike" kern="1200" spc="0" baseline="0">
                <a:solidFill>
                  <a:srgbClr val="000000">
                    <a:lumMod val="65000"/>
                    <a:lumOff val="35000"/>
                  </a:srgbClr>
                </a:solidFill>
                <a:latin typeface="微软雅黑" pitchFamily="18" charset="-122"/>
                <a:ea typeface="微软雅黑" pitchFamily="18" charset="-122"/>
                <a:cs typeface="微软雅黑" pitchFamily="18" charset="-122"/>
              </a:defRPr>
            </a:pPr>
            <a:r>
              <a:rPr lang="zh-CN" altLang="en-US" sz="1032" dirty="0">
                <a:solidFill>
                  <a:srgbClr val="336699"/>
                </a:solidFill>
                <a:latin typeface="微软雅黑" panose="020B0503020204020204" pitchFamily="34" charset="-122"/>
                <a:ea typeface="微软雅黑" panose="020B0503020204020204" pitchFamily="34" charset="-122"/>
              </a:rPr>
              <a:t>年度销售额</a:t>
            </a:r>
          </a:p>
        </p:txBody>
      </p:sp>
      <p:sp>
        <p:nvSpPr>
          <p:cNvPr id="121" name="矩形 39">
            <a:extLst>
              <a:ext uri="{FF2B5EF4-FFF2-40B4-BE49-F238E27FC236}">
                <a16:creationId xmlns:a16="http://schemas.microsoft.com/office/drawing/2014/main" id="{4A7AA587-E76C-FDA7-1014-8738774CDCAB}"/>
              </a:ext>
            </a:extLst>
          </p:cNvPr>
          <p:cNvSpPr/>
          <p:nvPr/>
        </p:nvSpPr>
        <p:spPr>
          <a:xfrm flipH="1">
            <a:off x="4939043" y="5795245"/>
            <a:ext cx="6333602" cy="315986"/>
          </a:xfrm>
          <a:prstGeom prst="rect">
            <a:avLst/>
          </a:prstGeom>
          <a:ln>
            <a:noFill/>
          </a:ln>
        </p:spPr>
        <p:txBody>
          <a:bodyPr wrap="square" lIns="91440" tIns="45720" rIns="91440" bIns="45720" anchor="t">
            <a:spAutoFit/>
          </a:bodyPr>
          <a:lstStyle/>
          <a:p>
            <a:pPr algn="ctr">
              <a:lnSpc>
                <a:spcPct val="150000"/>
              </a:lnSpc>
            </a:pPr>
            <a:r>
              <a:rPr lang="zh-CN" altLang="en-US" sz="1126" dirty="0">
                <a:solidFill>
                  <a:srgbClr val="FFFFFF"/>
                </a:solidFill>
                <a:effectLst/>
                <a:latin typeface="微软雅黑" panose="020B0503020204020204" pitchFamily="34" charset="-122"/>
                <a:ea typeface="微软雅黑" panose="020B0503020204020204" pitchFamily="34" charset="-122"/>
                <a:cs typeface="微软雅黑" pitchFamily="18" charset="-122"/>
              </a:rPr>
              <a:t>我们对原始数据进行了清洗和整理，去除了缺失值和异常值，确保数据的准确性和可靠性。</a:t>
            </a:r>
          </a:p>
        </p:txBody>
      </p:sp>
      <p:graphicFrame>
        <p:nvGraphicFramePr>
          <p:cNvPr id="122" name="图表 41">
            <a:extLst>
              <a:ext uri="{FF2B5EF4-FFF2-40B4-BE49-F238E27FC236}">
                <a16:creationId xmlns:a16="http://schemas.microsoft.com/office/drawing/2014/main" id="{FBA643B1-0E00-189D-2F99-A6AEB611C298}"/>
              </a:ext>
            </a:extLst>
          </p:cNvPr>
          <p:cNvGraphicFramePr/>
          <p:nvPr>
            <p:extLst>
              <p:ext uri="{D42A27DB-BD31-4B8C-83A1-F6EECF244321}">
                <p14:modId xmlns:p14="http://schemas.microsoft.com/office/powerpoint/2010/main" val="1617557002"/>
              </p:ext>
            </p:extLst>
          </p:nvPr>
        </p:nvGraphicFramePr>
        <p:xfrm>
          <a:off x="4946134" y="2992340"/>
          <a:ext cx="6335357" cy="2527033"/>
        </p:xfrm>
        <a:graphic>
          <a:graphicData uri="http://schemas.openxmlformats.org/drawingml/2006/chart">
            <c:chart xmlns:c="http://schemas.openxmlformats.org/drawingml/2006/chart" xmlns:r="http://schemas.openxmlformats.org/officeDocument/2006/relationships" r:id="rId4"/>
          </a:graphicData>
        </a:graphic>
      </p:graphicFrame>
      <p:sp>
        <p:nvSpPr>
          <p:cNvPr id="123" name="矩形 12">
            <a:extLst>
              <a:ext uri="{FF2B5EF4-FFF2-40B4-BE49-F238E27FC236}">
                <a16:creationId xmlns:a16="http://schemas.microsoft.com/office/drawing/2014/main" id="{5EAF75A9-F72F-64B1-0036-F7A43076933B}"/>
              </a:ext>
            </a:extLst>
          </p:cNvPr>
          <p:cNvSpPr/>
          <p:nvPr/>
        </p:nvSpPr>
        <p:spPr>
          <a:xfrm>
            <a:off x="798020" y="5022864"/>
            <a:ext cx="3838602" cy="1244586"/>
          </a:xfrm>
          <a:prstGeom prst="rect">
            <a:avLst/>
          </a:prstGeom>
          <a:solidFill>
            <a:srgbClr val="336699"/>
          </a:solidFill>
          <a:ln>
            <a:noFill/>
            <a:prstDash val="sysDash"/>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24" name="小李PPT37">
            <a:extLst>
              <a:ext uri="{FF2B5EF4-FFF2-40B4-BE49-F238E27FC236}">
                <a16:creationId xmlns:a16="http://schemas.microsoft.com/office/drawing/2014/main" id="{C30796BC-7FF5-6EAF-E5EE-1C18BF776D24}"/>
              </a:ext>
            </a:extLst>
          </p:cNvPr>
          <p:cNvSpPr txBox="1"/>
          <p:nvPr/>
        </p:nvSpPr>
        <p:spPr>
          <a:xfrm>
            <a:off x="1521343" y="5352422"/>
            <a:ext cx="2391954" cy="557537"/>
          </a:xfrm>
          <a:prstGeom prst="rect">
            <a:avLst/>
          </a:prstGeom>
          <a:noFill/>
          <a:effectLst/>
        </p:spPr>
        <p:txBody>
          <a:bodyPr wrap="square" lIns="100651" tIns="50326" rIns="100651" bIns="50326" rtlCol="0">
            <a:spAutoFit/>
          </a:bodyPr>
          <a:lstStyle>
            <a:defPPr>
              <a:defRPr lang="en-US"/>
            </a:defPPr>
            <a:lvl1pPr>
              <a:defRPr sz="1314">
                <a:solidFill>
                  <a:srgbClr val="7A8C8E">
                    <a:alpha val="31000"/>
                  </a:srgbClr>
                </a:solidFill>
              </a:defRPr>
            </a:lvl1pPr>
          </a:lstStyle>
          <a:p>
            <a:pPr algn="ctr"/>
            <a:r>
              <a:rPr lang="en-US" sz="3003" b="1" dirty="0">
                <a:solidFill>
                  <a:srgbClr val="FFFFFF"/>
                </a:solidFill>
                <a:latin typeface="微软雅黑" panose="020B0503020204020204" pitchFamily="34" charset="-122"/>
                <a:ea typeface="微软雅黑" panose="020B0503020204020204" pitchFamily="34" charset="-122"/>
              </a:rPr>
              <a:t>58,362万元</a:t>
            </a:r>
          </a:p>
        </p:txBody>
      </p:sp>
      <p:sp>
        <p:nvSpPr>
          <p:cNvPr id="125" name="小李PPT38">
            <a:extLst>
              <a:ext uri="{FF2B5EF4-FFF2-40B4-BE49-F238E27FC236}">
                <a16:creationId xmlns:a16="http://schemas.microsoft.com/office/drawing/2014/main" id="{452C7295-4131-9FCA-1CF9-490FA515DB5B}"/>
              </a:ext>
            </a:extLst>
          </p:cNvPr>
          <p:cNvSpPr txBox="1"/>
          <p:nvPr/>
        </p:nvSpPr>
        <p:spPr>
          <a:xfrm>
            <a:off x="2065264" y="5115614"/>
            <a:ext cx="1225159" cy="286143"/>
          </a:xfrm>
          <a:prstGeom prst="rect">
            <a:avLst/>
          </a:prstGeom>
          <a:noFill/>
          <a:effectLst/>
        </p:spPr>
        <p:txBody>
          <a:bodyPr wrap="square" lIns="100651" tIns="50326" rIns="100651" bIns="50326" rtlCol="0">
            <a:spAutoFit/>
          </a:bodyPr>
          <a:lstStyle/>
          <a:p>
            <a:pPr algn="ctr"/>
            <a:r>
              <a:rPr lang="zh-CN" altLang="en-US" sz="1240" dirty="0">
                <a:solidFill>
                  <a:srgbClr val="FFFFFF"/>
                </a:solidFill>
                <a:latin typeface="微软雅黑" panose="020B0503020204020204" pitchFamily="34" charset="-122"/>
                <a:ea typeface="微软雅黑" panose="020B0503020204020204" pitchFamily="34" charset="-122"/>
              </a:rPr>
              <a:t>年度总销量</a:t>
            </a:r>
          </a:p>
        </p:txBody>
      </p:sp>
      <p:sp>
        <p:nvSpPr>
          <p:cNvPr id="126" name="小李PPT39">
            <a:extLst>
              <a:ext uri="{FF2B5EF4-FFF2-40B4-BE49-F238E27FC236}">
                <a16:creationId xmlns:a16="http://schemas.microsoft.com/office/drawing/2014/main" id="{92BB7F59-4C2E-395B-FC9F-525E43604740}"/>
              </a:ext>
            </a:extLst>
          </p:cNvPr>
          <p:cNvSpPr txBox="1"/>
          <p:nvPr/>
        </p:nvSpPr>
        <p:spPr>
          <a:xfrm>
            <a:off x="1661852" y="5877976"/>
            <a:ext cx="2031975" cy="270251"/>
          </a:xfrm>
          <a:prstGeom prst="rect">
            <a:avLst/>
          </a:prstGeom>
          <a:noFill/>
          <a:effectLst/>
        </p:spPr>
        <p:txBody>
          <a:bodyPr wrap="square" lIns="100651" tIns="50326" rIns="100651" bIns="50326" rtlCol="0">
            <a:spAutoFit/>
          </a:bodyPr>
          <a:lstStyle/>
          <a:p>
            <a:pPr algn="ctr"/>
            <a:r>
              <a:rPr lang="zh-CN" altLang="en-US" sz="1084" dirty="0">
                <a:solidFill>
                  <a:srgbClr val="FFFFFF"/>
                </a:solidFill>
                <a:latin typeface="微软雅黑" panose="020B0503020204020204" pitchFamily="34" charset="-122"/>
                <a:ea typeface="微软雅黑" panose="020B0503020204020204" pitchFamily="34" charset="-122"/>
              </a:rPr>
              <a:t>较去年增加</a:t>
            </a:r>
            <a:r>
              <a:rPr lang="en-US" altLang="zh-CN" sz="1084" dirty="0">
                <a:solidFill>
                  <a:srgbClr val="FFFFFF"/>
                </a:solidFill>
                <a:latin typeface="微软雅黑" panose="020B0503020204020204" pitchFamily="34" charset="-122"/>
                <a:ea typeface="微软雅黑" panose="020B0503020204020204" pitchFamily="34" charset="-122"/>
              </a:rPr>
              <a:t>25%</a:t>
            </a:r>
            <a:endParaRPr lang="en-US" sz="1084" dirty="0">
              <a:solidFill>
                <a:srgbClr val="FFFFFF"/>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851778670"/>
      </p:ext>
    </p:extLst>
  </p:cSld>
  <p:clrMapOvr>
    <a:masterClrMapping/>
  </p:clrMapOvr>
</p:sld>
</file>

<file path=ppt/slides/vr_business_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R044 关键指标与分组柱图（数据示例）</a:t>
            </a:r>
          </a:p>
        </p:txBody>
      </p:sp>
      <p:sp>
        <p:nvSpPr>
          <p:cNvPr id="101" name="Rectangle: Rounded Corners 2">
            <a:extLst>
              <a:ext uri="{FF2B5EF4-FFF2-40B4-BE49-F238E27FC236}">
                <a16:creationId xmlns:a16="http://schemas.microsoft.com/office/drawing/2014/main" id="{962EE092-BD7D-4F91-96E0-430C737DC5F1}"/>
              </a:ext>
            </a:extLst>
          </p:cNvPr>
          <p:cNvSpPr/>
          <p:nvPr/>
        </p:nvSpPr>
        <p:spPr>
          <a:xfrm>
            <a:off x="4542205" y="2988281"/>
            <a:ext cx="6859220" cy="3268265"/>
          </a:xfrm>
          <a:prstGeom prst="roundRect">
            <a:avLst>
              <a:gd name="adj" fmla="val 0"/>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a:latin typeface="微软雅黑" panose="020B0503020204020204" pitchFamily="34" charset="-122"/>
              <a:ea typeface="微软雅黑" panose="020B0503020204020204" pitchFamily="34" charset="-122"/>
              <a:cs typeface="微软雅黑" panose="020B0604020202020204" pitchFamily="34" charset="0"/>
            </a:endParaRPr>
          </a:p>
        </p:txBody>
      </p:sp>
      <p:sp>
        <p:nvSpPr>
          <p:cNvPr id="102" name="Rectangle: Rounded Corners 3">
            <a:extLst>
              <a:ext uri="{FF2B5EF4-FFF2-40B4-BE49-F238E27FC236}">
                <a16:creationId xmlns:a16="http://schemas.microsoft.com/office/drawing/2014/main" id="{AD7F058A-C87A-C4D7-67AD-7AD67789003F}"/>
              </a:ext>
            </a:extLst>
          </p:cNvPr>
          <p:cNvSpPr/>
          <p:nvPr/>
        </p:nvSpPr>
        <p:spPr>
          <a:xfrm>
            <a:off x="790575" y="1250064"/>
            <a:ext cx="3530094" cy="1530052"/>
          </a:xfrm>
          <a:prstGeom prst="roundRect">
            <a:avLst>
              <a:gd name="adj" fmla="val 0"/>
            </a:avLst>
          </a:prstGeom>
          <a:solidFill>
            <a:srgbClr val="336699"/>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a:latin typeface="微软雅黑" panose="020B0503020204020204" pitchFamily="34" charset="-122"/>
              <a:ea typeface="微软雅黑" panose="020B0503020204020204" pitchFamily="34" charset="-122"/>
              <a:cs typeface="微软雅黑" panose="020B0604020202020204" pitchFamily="34" charset="0"/>
            </a:endParaRPr>
          </a:p>
        </p:txBody>
      </p:sp>
      <p:sp>
        <p:nvSpPr>
          <p:cNvPr id="103" name="Rectangle: Rounded Corners 4">
            <a:extLst>
              <a:ext uri="{FF2B5EF4-FFF2-40B4-BE49-F238E27FC236}">
                <a16:creationId xmlns:a16="http://schemas.microsoft.com/office/drawing/2014/main" id="{0C53A3BA-C960-563B-8D5C-404608872263}"/>
              </a:ext>
            </a:extLst>
          </p:cNvPr>
          <p:cNvSpPr/>
          <p:nvPr/>
        </p:nvSpPr>
        <p:spPr>
          <a:xfrm>
            <a:off x="790575" y="2988280"/>
            <a:ext cx="3530094" cy="1530052"/>
          </a:xfrm>
          <a:prstGeom prst="roundRect">
            <a:avLst>
              <a:gd name="adj" fmla="val 0"/>
            </a:avLst>
          </a:prstGeom>
          <a:solidFill>
            <a:srgbClr val="3494BA"/>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a:latin typeface="微软雅黑" panose="020B0503020204020204" pitchFamily="34" charset="-122"/>
              <a:ea typeface="微软雅黑" panose="020B0503020204020204" pitchFamily="34" charset="-122"/>
              <a:cs typeface="微软雅黑" panose="020B0604020202020204" pitchFamily="34" charset="0"/>
            </a:endParaRPr>
          </a:p>
        </p:txBody>
      </p:sp>
      <p:sp>
        <p:nvSpPr>
          <p:cNvPr id="104" name="Rectangle: Rounded Corners 5">
            <a:extLst>
              <a:ext uri="{FF2B5EF4-FFF2-40B4-BE49-F238E27FC236}">
                <a16:creationId xmlns:a16="http://schemas.microsoft.com/office/drawing/2014/main" id="{4FA1CC31-ED8D-8642-2B67-6ABB27262E0E}"/>
              </a:ext>
            </a:extLst>
          </p:cNvPr>
          <p:cNvSpPr/>
          <p:nvPr/>
        </p:nvSpPr>
        <p:spPr>
          <a:xfrm>
            <a:off x="790575" y="4726493"/>
            <a:ext cx="3530094" cy="1530052"/>
          </a:xfrm>
          <a:prstGeom prst="roundRect">
            <a:avLst>
              <a:gd name="adj" fmla="val 0"/>
            </a:avLst>
          </a:prstGeom>
          <a:solidFill>
            <a:srgbClr val="58B6C0"/>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a:solidFill>
                <a:srgbClr val="333333">
                  <a:lumMod val="65000"/>
                  <a:lumOff val="35000"/>
                </a:srgbClr>
              </a:solidFill>
              <a:latin typeface="微软雅黑" panose="020B0503020204020204" pitchFamily="34" charset="-122"/>
              <a:ea typeface="微软雅黑" panose="020B0503020204020204" pitchFamily="34" charset="-122"/>
              <a:cs typeface="微软雅黑" panose="020B0604020202020204" pitchFamily="34" charset="0"/>
            </a:endParaRPr>
          </a:p>
        </p:txBody>
      </p:sp>
      <p:sp>
        <p:nvSpPr>
          <p:cNvPr id="105" name="TextBox 6">
            <a:extLst>
              <a:ext uri="{FF2B5EF4-FFF2-40B4-BE49-F238E27FC236}">
                <a16:creationId xmlns:a16="http://schemas.microsoft.com/office/drawing/2014/main" id="{593080A0-B085-DEF8-7434-8751BC2AE0FA}"/>
              </a:ext>
            </a:extLst>
          </p:cNvPr>
          <p:cNvSpPr txBox="1"/>
          <p:nvPr/>
        </p:nvSpPr>
        <p:spPr>
          <a:xfrm>
            <a:off x="978042" y="1249154"/>
            <a:ext cx="2001935" cy="562267"/>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2633" b="1" dirty="0">
                <a:solidFill>
                  <a:srgbClr val="FFFFFF"/>
                </a:solidFill>
                <a:latin typeface="微软雅黑" panose="020B0503020204020204" pitchFamily="34" charset="-122"/>
                <a:ea typeface="微软雅黑" panose="020B0503020204020204" pitchFamily="34" charset="-122"/>
              </a:rPr>
              <a:t>5,630,000</a:t>
            </a:r>
            <a:endParaRPr lang="en-US" sz="2633" b="1" dirty="0">
              <a:solidFill>
                <a:srgbClr val="FFFFFF"/>
              </a:solidFill>
              <a:latin typeface="微软雅黑" panose="020B0503020204020204" pitchFamily="34" charset="-122"/>
              <a:ea typeface="微软雅黑" panose="020B0503020204020204" pitchFamily="34" charset="-122"/>
            </a:endParaRPr>
          </a:p>
        </p:txBody>
      </p:sp>
      <p:grpSp>
        <p:nvGrpSpPr>
          <p:cNvPr id="106" name="组合 45">
            <a:extLst>
              <a:ext uri="{FF2B5EF4-FFF2-40B4-BE49-F238E27FC236}">
                <a16:creationId xmlns:a16="http://schemas.microsoft.com/office/drawing/2014/main" id="{E5069328-8AE4-97DF-43BD-03088EAA0896}"/>
              </a:ext>
            </a:extLst>
          </p:cNvPr>
          <p:cNvGrpSpPr/>
          <p:nvPr/>
        </p:nvGrpSpPr>
        <p:grpSpPr>
          <a:xfrm>
            <a:off x="1050087" y="2452256"/>
            <a:ext cx="3011069" cy="109562"/>
            <a:chOff x="730701" y="2466112"/>
            <a:chExt cx="3201658" cy="116497"/>
          </a:xfrm>
        </p:grpSpPr>
        <p:sp>
          <p:nvSpPr>
            <p:cNvPr id="107" name="Rectangle: Rounded Corners 36">
              <a:extLst>
                <a:ext uri="{FF2B5EF4-FFF2-40B4-BE49-F238E27FC236}">
                  <a16:creationId xmlns:a16="http://schemas.microsoft.com/office/drawing/2014/main" id="{9B45FCB3-F121-B332-253B-120184056A58}"/>
                </a:ext>
              </a:extLst>
            </p:cNvPr>
            <p:cNvSpPr/>
            <p:nvPr/>
          </p:nvSpPr>
          <p:spPr>
            <a:xfrm>
              <a:off x="730701" y="2466112"/>
              <a:ext cx="3201658" cy="116497"/>
            </a:xfrm>
            <a:prstGeom prst="roundRect">
              <a:avLst>
                <a:gd name="adj" fmla="val 5000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a:solidFill>
                  <a:srgbClr val="333333">
                    <a:lumMod val="65000"/>
                    <a:lumOff val="35000"/>
                  </a:srgbClr>
                </a:solidFill>
                <a:latin typeface="微软雅黑" panose="020B0503020204020204" pitchFamily="34" charset="-122"/>
                <a:ea typeface="微软雅黑" panose="020B0503020204020204" pitchFamily="34" charset="-122"/>
              </a:endParaRPr>
            </a:p>
          </p:txBody>
        </p:sp>
        <p:sp>
          <p:nvSpPr>
            <p:cNvPr id="108" name="Rectangle: Rounded Corners 37">
              <a:extLst>
                <a:ext uri="{FF2B5EF4-FFF2-40B4-BE49-F238E27FC236}">
                  <a16:creationId xmlns:a16="http://schemas.microsoft.com/office/drawing/2014/main" id="{EFABEE58-3353-946C-59D5-B8A15BE944DB}"/>
                </a:ext>
              </a:extLst>
            </p:cNvPr>
            <p:cNvSpPr/>
            <p:nvPr/>
          </p:nvSpPr>
          <p:spPr>
            <a:xfrm>
              <a:off x="730702" y="2466112"/>
              <a:ext cx="2236080" cy="11649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dirty="0">
                <a:solidFill>
                  <a:srgbClr val="FFFFFF"/>
                </a:solidFill>
                <a:latin typeface="微软雅黑" panose="020B0503020204020204" pitchFamily="34" charset="-122"/>
                <a:ea typeface="微软雅黑" panose="020B0503020204020204" pitchFamily="34" charset="-122"/>
              </a:endParaRPr>
            </a:p>
          </p:txBody>
        </p:sp>
      </p:grpSp>
      <p:sp>
        <p:nvSpPr>
          <p:cNvPr id="109" name="TextBox 34">
            <a:extLst>
              <a:ext uri="{FF2B5EF4-FFF2-40B4-BE49-F238E27FC236}">
                <a16:creationId xmlns:a16="http://schemas.microsoft.com/office/drawing/2014/main" id="{84A90974-4AD2-78CA-D5FD-7815A4E09520}"/>
              </a:ext>
            </a:extLst>
          </p:cNvPr>
          <p:cNvSpPr txBox="1"/>
          <p:nvPr/>
        </p:nvSpPr>
        <p:spPr>
          <a:xfrm>
            <a:off x="978042" y="2092990"/>
            <a:ext cx="2553983"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sz="1129" dirty="0" err="1">
                <a:solidFill>
                  <a:srgbClr val="FFFFFF"/>
                </a:solidFill>
                <a:latin typeface="微软雅黑" panose="020B0503020204020204" pitchFamily="34" charset="-122"/>
                <a:ea typeface="微软雅黑" panose="020B0503020204020204" pitchFamily="34" charset="-122"/>
              </a:rPr>
              <a:t>占总销售额</a:t>
            </a:r>
            <a:endParaRPr lang="en-US" sz="1129" dirty="0">
              <a:solidFill>
                <a:srgbClr val="FFFFFF"/>
              </a:solidFill>
              <a:latin typeface="微软雅黑" panose="020B0503020204020204" pitchFamily="34" charset="-122"/>
              <a:ea typeface="微软雅黑" panose="020B0503020204020204" pitchFamily="34" charset="-122"/>
            </a:endParaRPr>
          </a:p>
        </p:txBody>
      </p:sp>
      <p:sp>
        <p:nvSpPr>
          <p:cNvPr id="110" name="TextBox 35">
            <a:extLst>
              <a:ext uri="{FF2B5EF4-FFF2-40B4-BE49-F238E27FC236}">
                <a16:creationId xmlns:a16="http://schemas.microsoft.com/office/drawing/2014/main" id="{BFFF4301-311A-D56A-B52B-C8B321F08D55}"/>
              </a:ext>
            </a:extLst>
          </p:cNvPr>
          <p:cNvSpPr txBox="1"/>
          <p:nvPr/>
        </p:nvSpPr>
        <p:spPr>
          <a:xfrm>
            <a:off x="3461655" y="2085702"/>
            <a:ext cx="700775"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lgn="r">
              <a:spcBef>
                <a:spcPts val="0"/>
              </a:spcBef>
              <a:spcAft>
                <a:spcPts val="600"/>
              </a:spcAft>
            </a:pPr>
            <a:r>
              <a:rPr lang="en-US" altLang="zh-CN" sz="1129" dirty="0">
                <a:solidFill>
                  <a:srgbClr val="FFFFFF"/>
                </a:solidFill>
                <a:latin typeface="微软雅黑" panose="020B0503020204020204" pitchFamily="34" charset="-122"/>
                <a:ea typeface="微软雅黑" panose="020B0503020204020204" pitchFamily="34" charset="-122"/>
              </a:rPr>
              <a:t>2</a:t>
            </a:r>
            <a:r>
              <a:rPr lang="en-US" sz="1129" dirty="0">
                <a:solidFill>
                  <a:srgbClr val="FFFFFF"/>
                </a:solidFill>
                <a:latin typeface="微软雅黑" panose="020B0503020204020204" pitchFamily="34" charset="-122"/>
                <a:ea typeface="微软雅黑" panose="020B0503020204020204" pitchFamily="34" charset="-122"/>
              </a:rPr>
              <a:t>5%</a:t>
            </a:r>
          </a:p>
        </p:txBody>
      </p:sp>
      <p:sp>
        <p:nvSpPr>
          <p:cNvPr id="111" name="TextBox 34">
            <a:extLst>
              <a:ext uri="{FF2B5EF4-FFF2-40B4-BE49-F238E27FC236}">
                <a16:creationId xmlns:a16="http://schemas.microsoft.com/office/drawing/2014/main" id="{0C4E9039-3CD0-EF99-D14A-CD3C940E72BA}"/>
              </a:ext>
            </a:extLst>
          </p:cNvPr>
          <p:cNvSpPr txBox="1"/>
          <p:nvPr/>
        </p:nvSpPr>
        <p:spPr>
          <a:xfrm>
            <a:off x="978042" y="1707544"/>
            <a:ext cx="1452511" cy="358503"/>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sz="1505" b="1" dirty="0" err="1">
                <a:solidFill>
                  <a:srgbClr val="FFFFFF"/>
                </a:solidFill>
                <a:latin typeface="微软雅黑" panose="020B0503020204020204" pitchFamily="34" charset="-122"/>
                <a:ea typeface="微软雅黑" panose="020B0503020204020204" pitchFamily="34" charset="-122"/>
              </a:rPr>
              <a:t>电商平台A</a:t>
            </a:r>
            <a:endParaRPr lang="en-US" sz="1505" b="1" dirty="0">
              <a:solidFill>
                <a:srgbClr val="FFFFFF"/>
              </a:solidFill>
              <a:latin typeface="微软雅黑" panose="020B0503020204020204" pitchFamily="34" charset="-122"/>
              <a:ea typeface="微软雅黑" panose="020B0503020204020204" pitchFamily="34" charset="-122"/>
            </a:endParaRPr>
          </a:p>
        </p:txBody>
      </p:sp>
      <p:sp>
        <p:nvSpPr>
          <p:cNvPr id="112" name="TextBox 6">
            <a:extLst>
              <a:ext uri="{FF2B5EF4-FFF2-40B4-BE49-F238E27FC236}">
                <a16:creationId xmlns:a16="http://schemas.microsoft.com/office/drawing/2014/main" id="{43619744-DB39-FABC-6156-E4EBC9014D31}"/>
              </a:ext>
            </a:extLst>
          </p:cNvPr>
          <p:cNvSpPr txBox="1"/>
          <p:nvPr/>
        </p:nvSpPr>
        <p:spPr>
          <a:xfrm>
            <a:off x="978042" y="2983665"/>
            <a:ext cx="2001935" cy="562267"/>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2633" b="1" dirty="0">
                <a:solidFill>
                  <a:srgbClr val="FFFFFF"/>
                </a:solidFill>
                <a:latin typeface="微软雅黑" panose="020B0503020204020204" pitchFamily="34" charset="-122"/>
                <a:ea typeface="微软雅黑" panose="020B0503020204020204" pitchFamily="34" charset="-122"/>
              </a:rPr>
              <a:t>5,630,000</a:t>
            </a:r>
            <a:endParaRPr lang="en-US" sz="2633" b="1" dirty="0">
              <a:solidFill>
                <a:srgbClr val="FFFFFF"/>
              </a:solidFill>
              <a:latin typeface="微软雅黑" panose="020B0503020204020204" pitchFamily="34" charset="-122"/>
              <a:ea typeface="微软雅黑" panose="020B0503020204020204" pitchFamily="34" charset="-122"/>
            </a:endParaRPr>
          </a:p>
        </p:txBody>
      </p:sp>
      <p:grpSp>
        <p:nvGrpSpPr>
          <p:cNvPr id="113" name="组合 47">
            <a:extLst>
              <a:ext uri="{FF2B5EF4-FFF2-40B4-BE49-F238E27FC236}">
                <a16:creationId xmlns:a16="http://schemas.microsoft.com/office/drawing/2014/main" id="{9F7057CA-62C4-D361-D13B-FA8C3CB7893A}"/>
              </a:ext>
            </a:extLst>
          </p:cNvPr>
          <p:cNvGrpSpPr/>
          <p:nvPr/>
        </p:nvGrpSpPr>
        <p:grpSpPr>
          <a:xfrm>
            <a:off x="1050087" y="4186767"/>
            <a:ext cx="3011069" cy="109562"/>
            <a:chOff x="730701" y="2466112"/>
            <a:chExt cx="3201658" cy="116497"/>
          </a:xfrm>
        </p:grpSpPr>
        <p:sp>
          <p:nvSpPr>
            <p:cNvPr id="114" name="Rectangle: Rounded Corners 36">
              <a:extLst>
                <a:ext uri="{FF2B5EF4-FFF2-40B4-BE49-F238E27FC236}">
                  <a16:creationId xmlns:a16="http://schemas.microsoft.com/office/drawing/2014/main" id="{C556D989-4BEC-6099-13E5-28992E6F13C9}"/>
                </a:ext>
              </a:extLst>
            </p:cNvPr>
            <p:cNvSpPr/>
            <p:nvPr/>
          </p:nvSpPr>
          <p:spPr>
            <a:xfrm>
              <a:off x="730701" y="2466112"/>
              <a:ext cx="3201658" cy="116497"/>
            </a:xfrm>
            <a:prstGeom prst="roundRect">
              <a:avLst>
                <a:gd name="adj" fmla="val 5000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a:solidFill>
                  <a:srgbClr val="333333">
                    <a:lumMod val="65000"/>
                    <a:lumOff val="35000"/>
                  </a:srgbClr>
                </a:solidFill>
                <a:latin typeface="微软雅黑" panose="020B0503020204020204" pitchFamily="34" charset="-122"/>
                <a:ea typeface="微软雅黑" panose="020B0503020204020204" pitchFamily="34" charset="-122"/>
              </a:endParaRPr>
            </a:p>
          </p:txBody>
        </p:sp>
        <p:sp>
          <p:nvSpPr>
            <p:cNvPr id="115" name="Rectangle: Rounded Corners 37">
              <a:extLst>
                <a:ext uri="{FF2B5EF4-FFF2-40B4-BE49-F238E27FC236}">
                  <a16:creationId xmlns:a16="http://schemas.microsoft.com/office/drawing/2014/main" id="{0283165A-7FAD-B8D7-9C51-94C7D0877ED2}"/>
                </a:ext>
              </a:extLst>
            </p:cNvPr>
            <p:cNvSpPr/>
            <p:nvPr/>
          </p:nvSpPr>
          <p:spPr>
            <a:xfrm>
              <a:off x="730702" y="2466112"/>
              <a:ext cx="2236080" cy="11649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dirty="0">
                <a:solidFill>
                  <a:srgbClr val="FFFFFF"/>
                </a:solidFill>
                <a:latin typeface="微软雅黑" panose="020B0503020204020204" pitchFamily="34" charset="-122"/>
                <a:ea typeface="微软雅黑" panose="020B0503020204020204" pitchFamily="34" charset="-122"/>
              </a:endParaRPr>
            </a:p>
          </p:txBody>
        </p:sp>
      </p:grpSp>
      <p:sp>
        <p:nvSpPr>
          <p:cNvPr id="116" name="TextBox 34">
            <a:extLst>
              <a:ext uri="{FF2B5EF4-FFF2-40B4-BE49-F238E27FC236}">
                <a16:creationId xmlns:a16="http://schemas.microsoft.com/office/drawing/2014/main" id="{F9ED2B6F-28F4-B970-82D3-223E6197CD7C}"/>
              </a:ext>
            </a:extLst>
          </p:cNvPr>
          <p:cNvSpPr txBox="1"/>
          <p:nvPr/>
        </p:nvSpPr>
        <p:spPr>
          <a:xfrm>
            <a:off x="978042" y="3827501"/>
            <a:ext cx="2553983"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1129" dirty="0" err="1">
                <a:solidFill>
                  <a:srgbClr val="FFFFFF"/>
                </a:solidFill>
                <a:latin typeface="微软雅黑" panose="020B0503020204020204" pitchFamily="34" charset="-122"/>
                <a:ea typeface="微软雅黑" panose="020B0503020204020204" pitchFamily="34" charset="-122"/>
              </a:rPr>
              <a:t>占总销售额</a:t>
            </a:r>
            <a:endParaRPr lang="en-US" altLang="zh-CN" sz="1129" dirty="0">
              <a:solidFill>
                <a:srgbClr val="FFFFFF"/>
              </a:solidFill>
              <a:latin typeface="微软雅黑" panose="020B0503020204020204" pitchFamily="34" charset="-122"/>
              <a:ea typeface="微软雅黑" panose="020B0503020204020204" pitchFamily="34" charset="-122"/>
            </a:endParaRPr>
          </a:p>
        </p:txBody>
      </p:sp>
      <p:sp>
        <p:nvSpPr>
          <p:cNvPr id="117" name="TextBox 35">
            <a:extLst>
              <a:ext uri="{FF2B5EF4-FFF2-40B4-BE49-F238E27FC236}">
                <a16:creationId xmlns:a16="http://schemas.microsoft.com/office/drawing/2014/main" id="{C8CF203E-7743-3244-A918-11098EDD541F}"/>
              </a:ext>
            </a:extLst>
          </p:cNvPr>
          <p:cNvSpPr txBox="1"/>
          <p:nvPr/>
        </p:nvSpPr>
        <p:spPr>
          <a:xfrm>
            <a:off x="3461655" y="3820213"/>
            <a:ext cx="700775"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lgn="r">
              <a:spcBef>
                <a:spcPts val="0"/>
              </a:spcBef>
              <a:spcAft>
                <a:spcPts val="600"/>
              </a:spcAft>
            </a:pPr>
            <a:r>
              <a:rPr lang="en-US" altLang="zh-CN" sz="1129" dirty="0">
                <a:solidFill>
                  <a:srgbClr val="FFFFFF"/>
                </a:solidFill>
                <a:latin typeface="微软雅黑" panose="020B0503020204020204" pitchFamily="34" charset="-122"/>
                <a:ea typeface="微软雅黑" panose="020B0503020204020204" pitchFamily="34" charset="-122"/>
              </a:rPr>
              <a:t>2</a:t>
            </a:r>
            <a:r>
              <a:rPr lang="en-US" sz="1129" dirty="0">
                <a:solidFill>
                  <a:srgbClr val="FFFFFF"/>
                </a:solidFill>
                <a:latin typeface="微软雅黑" panose="020B0503020204020204" pitchFamily="34" charset="-122"/>
                <a:ea typeface="微软雅黑" panose="020B0503020204020204" pitchFamily="34" charset="-122"/>
              </a:rPr>
              <a:t>5%</a:t>
            </a:r>
          </a:p>
        </p:txBody>
      </p:sp>
      <p:sp>
        <p:nvSpPr>
          <p:cNvPr id="118" name="TextBox 34">
            <a:extLst>
              <a:ext uri="{FF2B5EF4-FFF2-40B4-BE49-F238E27FC236}">
                <a16:creationId xmlns:a16="http://schemas.microsoft.com/office/drawing/2014/main" id="{C7E1384B-C6CD-D5BE-560F-CBB69D89B2A6}"/>
              </a:ext>
            </a:extLst>
          </p:cNvPr>
          <p:cNvSpPr txBox="1"/>
          <p:nvPr/>
        </p:nvSpPr>
        <p:spPr>
          <a:xfrm>
            <a:off x="978042" y="3442055"/>
            <a:ext cx="1452511" cy="358503"/>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1505" b="1" dirty="0" err="1">
                <a:solidFill>
                  <a:srgbClr val="FFFFFF"/>
                </a:solidFill>
                <a:latin typeface="微软雅黑" panose="020B0503020204020204" pitchFamily="34" charset="-122"/>
                <a:ea typeface="微软雅黑" panose="020B0503020204020204" pitchFamily="34" charset="-122"/>
              </a:rPr>
              <a:t>电商平台B</a:t>
            </a:r>
            <a:endParaRPr lang="en-US" altLang="zh-CN" sz="1505" b="1" dirty="0">
              <a:solidFill>
                <a:srgbClr val="FFFFFF"/>
              </a:solidFill>
              <a:latin typeface="微软雅黑" panose="020B0503020204020204" pitchFamily="34" charset="-122"/>
              <a:ea typeface="微软雅黑" panose="020B0503020204020204" pitchFamily="34" charset="-122"/>
            </a:endParaRPr>
          </a:p>
        </p:txBody>
      </p:sp>
      <p:sp>
        <p:nvSpPr>
          <p:cNvPr id="119" name="TextBox 6">
            <a:extLst>
              <a:ext uri="{FF2B5EF4-FFF2-40B4-BE49-F238E27FC236}">
                <a16:creationId xmlns:a16="http://schemas.microsoft.com/office/drawing/2014/main" id="{1001B43B-7FE6-1272-8D45-B2AFE0F93E72}"/>
              </a:ext>
            </a:extLst>
          </p:cNvPr>
          <p:cNvSpPr txBox="1"/>
          <p:nvPr/>
        </p:nvSpPr>
        <p:spPr>
          <a:xfrm>
            <a:off x="978042" y="4725465"/>
            <a:ext cx="3010650" cy="562267"/>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2633" b="1" dirty="0">
                <a:solidFill>
                  <a:srgbClr val="FFFFFF"/>
                </a:solidFill>
                <a:latin typeface="微软雅黑" panose="020B0503020204020204" pitchFamily="34" charset="-122"/>
                <a:ea typeface="微软雅黑" panose="020B0503020204020204" pitchFamily="34" charset="-122"/>
              </a:rPr>
              <a:t>11,260,000</a:t>
            </a:r>
            <a:endParaRPr lang="en-US" sz="2633" b="1" dirty="0">
              <a:solidFill>
                <a:srgbClr val="FFFFFF"/>
              </a:solidFill>
              <a:latin typeface="微软雅黑" panose="020B0503020204020204" pitchFamily="34" charset="-122"/>
              <a:ea typeface="微软雅黑" panose="020B0503020204020204" pitchFamily="34" charset="-122"/>
            </a:endParaRPr>
          </a:p>
        </p:txBody>
      </p:sp>
      <p:grpSp>
        <p:nvGrpSpPr>
          <p:cNvPr id="120" name="组合 54">
            <a:extLst>
              <a:ext uri="{FF2B5EF4-FFF2-40B4-BE49-F238E27FC236}">
                <a16:creationId xmlns:a16="http://schemas.microsoft.com/office/drawing/2014/main" id="{2D30682B-218D-B064-BE5B-B0581CF991AD}"/>
              </a:ext>
            </a:extLst>
          </p:cNvPr>
          <p:cNvGrpSpPr/>
          <p:nvPr/>
        </p:nvGrpSpPr>
        <p:grpSpPr>
          <a:xfrm>
            <a:off x="1050087" y="5928566"/>
            <a:ext cx="3011069" cy="109562"/>
            <a:chOff x="730701" y="2466112"/>
            <a:chExt cx="3201658" cy="116497"/>
          </a:xfrm>
        </p:grpSpPr>
        <p:sp>
          <p:nvSpPr>
            <p:cNvPr id="121" name="Rectangle: Rounded Corners 36">
              <a:extLst>
                <a:ext uri="{FF2B5EF4-FFF2-40B4-BE49-F238E27FC236}">
                  <a16:creationId xmlns:a16="http://schemas.microsoft.com/office/drawing/2014/main" id="{BC4C30B6-1E2B-98EB-9689-193D7EAC1E8E}"/>
                </a:ext>
              </a:extLst>
            </p:cNvPr>
            <p:cNvSpPr/>
            <p:nvPr/>
          </p:nvSpPr>
          <p:spPr>
            <a:xfrm>
              <a:off x="730701" y="2466112"/>
              <a:ext cx="3201658" cy="116497"/>
            </a:xfrm>
            <a:prstGeom prst="roundRect">
              <a:avLst>
                <a:gd name="adj" fmla="val 50000"/>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a:solidFill>
                  <a:srgbClr val="333333">
                    <a:lumMod val="65000"/>
                    <a:lumOff val="35000"/>
                  </a:srgbClr>
                </a:solidFill>
                <a:latin typeface="微软雅黑" panose="020B0503020204020204" pitchFamily="34" charset="-122"/>
                <a:ea typeface="微软雅黑" panose="020B0503020204020204" pitchFamily="34" charset="-122"/>
              </a:endParaRPr>
            </a:p>
          </p:txBody>
        </p:sp>
        <p:sp>
          <p:nvSpPr>
            <p:cNvPr id="122" name="Rectangle: Rounded Corners 37">
              <a:extLst>
                <a:ext uri="{FF2B5EF4-FFF2-40B4-BE49-F238E27FC236}">
                  <a16:creationId xmlns:a16="http://schemas.microsoft.com/office/drawing/2014/main" id="{7DA95B9F-429C-3B0F-6884-BE14DF75EA4F}"/>
                </a:ext>
              </a:extLst>
            </p:cNvPr>
            <p:cNvSpPr/>
            <p:nvPr/>
          </p:nvSpPr>
          <p:spPr>
            <a:xfrm>
              <a:off x="730702" y="2466112"/>
              <a:ext cx="2236080" cy="11649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dirty="0">
                <a:solidFill>
                  <a:srgbClr val="FFFFFF"/>
                </a:solidFill>
                <a:latin typeface="微软雅黑" panose="020B0503020204020204" pitchFamily="34" charset="-122"/>
                <a:ea typeface="微软雅黑" panose="020B0503020204020204" pitchFamily="34" charset="-122"/>
              </a:endParaRPr>
            </a:p>
          </p:txBody>
        </p:sp>
      </p:grpSp>
      <p:sp>
        <p:nvSpPr>
          <p:cNvPr id="123" name="TextBox 34">
            <a:extLst>
              <a:ext uri="{FF2B5EF4-FFF2-40B4-BE49-F238E27FC236}">
                <a16:creationId xmlns:a16="http://schemas.microsoft.com/office/drawing/2014/main" id="{D23CB854-3130-322C-0AB1-C4C5ACB3AFC2}"/>
              </a:ext>
            </a:extLst>
          </p:cNvPr>
          <p:cNvSpPr txBox="1"/>
          <p:nvPr/>
        </p:nvSpPr>
        <p:spPr>
          <a:xfrm>
            <a:off x="978042" y="5569300"/>
            <a:ext cx="2553983"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1129" dirty="0" err="1">
                <a:solidFill>
                  <a:srgbClr val="FFFFFF"/>
                </a:solidFill>
                <a:latin typeface="微软雅黑" panose="020B0503020204020204" pitchFamily="34" charset="-122"/>
                <a:ea typeface="微软雅黑" panose="020B0503020204020204" pitchFamily="34" charset="-122"/>
              </a:rPr>
              <a:t>占总销售额</a:t>
            </a:r>
            <a:endParaRPr lang="en-US" altLang="zh-CN" sz="1129" dirty="0">
              <a:solidFill>
                <a:srgbClr val="FFFFFF"/>
              </a:solidFill>
              <a:latin typeface="微软雅黑" panose="020B0503020204020204" pitchFamily="34" charset="-122"/>
              <a:ea typeface="微软雅黑" panose="020B0503020204020204" pitchFamily="34" charset="-122"/>
            </a:endParaRPr>
          </a:p>
        </p:txBody>
      </p:sp>
      <p:sp>
        <p:nvSpPr>
          <p:cNvPr id="124" name="TextBox 35">
            <a:extLst>
              <a:ext uri="{FF2B5EF4-FFF2-40B4-BE49-F238E27FC236}">
                <a16:creationId xmlns:a16="http://schemas.microsoft.com/office/drawing/2014/main" id="{7F7D3419-65A6-8DDF-36B8-7C05F5A95D3A}"/>
              </a:ext>
            </a:extLst>
          </p:cNvPr>
          <p:cNvSpPr txBox="1"/>
          <p:nvPr/>
        </p:nvSpPr>
        <p:spPr>
          <a:xfrm>
            <a:off x="3461655" y="5562012"/>
            <a:ext cx="700775" cy="290601"/>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lgn="r">
              <a:spcBef>
                <a:spcPts val="0"/>
              </a:spcBef>
              <a:spcAft>
                <a:spcPts val="600"/>
              </a:spcAft>
            </a:pPr>
            <a:r>
              <a:rPr lang="en-US" altLang="zh-CN" sz="1129" dirty="0">
                <a:solidFill>
                  <a:srgbClr val="FFFFFF"/>
                </a:solidFill>
                <a:latin typeface="微软雅黑" panose="020B0503020204020204" pitchFamily="34" charset="-122"/>
                <a:ea typeface="微软雅黑" panose="020B0503020204020204" pitchFamily="34" charset="-122"/>
              </a:rPr>
              <a:t>50</a:t>
            </a:r>
            <a:r>
              <a:rPr lang="en-US" sz="1129" dirty="0">
                <a:solidFill>
                  <a:srgbClr val="FFFFFF"/>
                </a:solidFill>
                <a:latin typeface="微软雅黑" panose="020B0503020204020204" pitchFamily="34" charset="-122"/>
                <a:ea typeface="微软雅黑" panose="020B0503020204020204" pitchFamily="34" charset="-122"/>
              </a:rPr>
              <a:t>%</a:t>
            </a:r>
          </a:p>
        </p:txBody>
      </p:sp>
      <p:sp>
        <p:nvSpPr>
          <p:cNvPr id="125" name="TextBox 34">
            <a:extLst>
              <a:ext uri="{FF2B5EF4-FFF2-40B4-BE49-F238E27FC236}">
                <a16:creationId xmlns:a16="http://schemas.microsoft.com/office/drawing/2014/main" id="{3C769938-7837-C3F1-4AE9-6F6EC095F665}"/>
              </a:ext>
            </a:extLst>
          </p:cNvPr>
          <p:cNvSpPr txBox="1"/>
          <p:nvPr/>
        </p:nvSpPr>
        <p:spPr>
          <a:xfrm>
            <a:off x="978042" y="5183854"/>
            <a:ext cx="1452511" cy="358503"/>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altLang="zh-CN" sz="1505" b="1" dirty="0" err="1">
                <a:solidFill>
                  <a:srgbClr val="FFFFFF"/>
                </a:solidFill>
                <a:latin typeface="微软雅黑" panose="020B0503020204020204" pitchFamily="34" charset="-122"/>
                <a:ea typeface="微软雅黑" panose="020B0503020204020204" pitchFamily="34" charset="-122"/>
              </a:rPr>
              <a:t>电商平台C</a:t>
            </a:r>
            <a:endParaRPr lang="en-US" altLang="zh-CN" sz="1505" b="1" dirty="0">
              <a:solidFill>
                <a:srgbClr val="FFFFFF"/>
              </a:solidFill>
              <a:latin typeface="微软雅黑" panose="020B0503020204020204" pitchFamily="34" charset="-122"/>
              <a:ea typeface="微软雅黑" panose="020B0503020204020204" pitchFamily="34" charset="-122"/>
            </a:endParaRPr>
          </a:p>
        </p:txBody>
      </p:sp>
      <p:sp>
        <p:nvSpPr>
          <p:cNvPr id="126" name="Rectangle: Rounded Corners 2">
            <a:extLst>
              <a:ext uri="{FF2B5EF4-FFF2-40B4-BE49-F238E27FC236}">
                <a16:creationId xmlns:a16="http://schemas.microsoft.com/office/drawing/2014/main" id="{4A861EF9-A290-843F-238D-3062C3139314}"/>
              </a:ext>
            </a:extLst>
          </p:cNvPr>
          <p:cNvSpPr/>
          <p:nvPr/>
        </p:nvSpPr>
        <p:spPr>
          <a:xfrm>
            <a:off x="4542205" y="1252853"/>
            <a:ext cx="6859220" cy="1527264"/>
          </a:xfrm>
          <a:prstGeom prst="roundRect">
            <a:avLst>
              <a:gd name="adj" fmla="val 0"/>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a:latin typeface="微软雅黑" panose="020B0503020204020204" pitchFamily="34" charset="-122"/>
              <a:ea typeface="微软雅黑" panose="020B0503020204020204" pitchFamily="34" charset="-122"/>
              <a:cs typeface="微软雅黑" panose="020B0604020202020204" pitchFamily="34" charset="0"/>
            </a:endParaRPr>
          </a:p>
        </p:txBody>
      </p:sp>
      <p:sp>
        <p:nvSpPr>
          <p:cNvPr id="127" name="椭圆 8">
            <a:extLst>
              <a:ext uri="{FF2B5EF4-FFF2-40B4-BE49-F238E27FC236}">
                <a16:creationId xmlns:a16="http://schemas.microsoft.com/office/drawing/2014/main" id="{62BA2498-8D6A-1032-7E03-C407AD8316D7}"/>
              </a:ext>
            </a:extLst>
          </p:cNvPr>
          <p:cNvSpPr/>
          <p:nvPr/>
        </p:nvSpPr>
        <p:spPr>
          <a:xfrm>
            <a:off x="3857732" y="1360137"/>
            <a:ext cx="261920" cy="261920"/>
          </a:xfrm>
          <a:prstGeom prst="ellipse">
            <a:avLst/>
          </a:prstGeom>
          <a:noFill/>
          <a:ln w="254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en-US" altLang="zh-CN" sz="1317" b="1" dirty="0">
                <a:latin typeface="微软雅黑" panose="020B0503020204020204" pitchFamily="34" charset="-122"/>
                <a:ea typeface="微软雅黑" panose="020B0503020204020204" pitchFamily="34" charset="-122"/>
              </a:rPr>
              <a:t>A</a:t>
            </a:r>
            <a:endParaRPr kumimoji="1" lang="zh-CN" altLang="en-US" sz="1317" b="1" dirty="0">
              <a:latin typeface="微软雅黑" panose="020B0503020204020204" pitchFamily="34" charset="-122"/>
              <a:ea typeface="微软雅黑" panose="020B0503020204020204" pitchFamily="34" charset="-122"/>
            </a:endParaRPr>
          </a:p>
        </p:txBody>
      </p:sp>
      <p:sp>
        <p:nvSpPr>
          <p:cNvPr id="128" name="椭圆 9">
            <a:extLst>
              <a:ext uri="{FF2B5EF4-FFF2-40B4-BE49-F238E27FC236}">
                <a16:creationId xmlns:a16="http://schemas.microsoft.com/office/drawing/2014/main" id="{7ABE85E2-FF6E-AF79-9F0A-A638368EA679}"/>
              </a:ext>
            </a:extLst>
          </p:cNvPr>
          <p:cNvSpPr/>
          <p:nvPr/>
        </p:nvSpPr>
        <p:spPr>
          <a:xfrm>
            <a:off x="3857732" y="3095567"/>
            <a:ext cx="261920" cy="261920"/>
          </a:xfrm>
          <a:prstGeom prst="ellipse">
            <a:avLst/>
          </a:prstGeom>
          <a:noFill/>
          <a:ln w="254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en-US" altLang="zh-CN" sz="1317" b="1" dirty="0">
                <a:latin typeface="微软雅黑" panose="020B0503020204020204" pitchFamily="34" charset="-122"/>
                <a:ea typeface="微软雅黑" panose="020B0503020204020204" pitchFamily="34" charset="-122"/>
              </a:rPr>
              <a:t>B</a:t>
            </a:r>
            <a:endParaRPr kumimoji="1" lang="zh-CN" altLang="en-US" sz="1317" b="1" dirty="0">
              <a:latin typeface="微软雅黑" panose="020B0503020204020204" pitchFamily="34" charset="-122"/>
              <a:ea typeface="微软雅黑" panose="020B0503020204020204" pitchFamily="34" charset="-122"/>
            </a:endParaRPr>
          </a:p>
        </p:txBody>
      </p:sp>
      <p:sp>
        <p:nvSpPr>
          <p:cNvPr id="129" name="椭圆 10">
            <a:extLst>
              <a:ext uri="{FF2B5EF4-FFF2-40B4-BE49-F238E27FC236}">
                <a16:creationId xmlns:a16="http://schemas.microsoft.com/office/drawing/2014/main" id="{CA105493-F622-3A2B-A14A-8B599B3CC763}"/>
              </a:ext>
            </a:extLst>
          </p:cNvPr>
          <p:cNvSpPr/>
          <p:nvPr/>
        </p:nvSpPr>
        <p:spPr>
          <a:xfrm>
            <a:off x="3857732" y="4830998"/>
            <a:ext cx="261920" cy="261920"/>
          </a:xfrm>
          <a:prstGeom prst="ellipse">
            <a:avLst/>
          </a:prstGeom>
          <a:noFill/>
          <a:ln w="25400">
            <a:solidFill>
              <a:srgbClr val="2683C6"/>
            </a:solid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r>
              <a:rPr kumimoji="1" lang="en-US" altLang="zh-CN" sz="1317" b="1" dirty="0">
                <a:latin typeface="微软雅黑" panose="020B0503020204020204" pitchFamily="34" charset="-122"/>
                <a:ea typeface="微软雅黑" panose="020B0503020204020204" pitchFamily="34" charset="-122"/>
              </a:rPr>
              <a:t>C</a:t>
            </a:r>
            <a:endParaRPr kumimoji="1" lang="zh-CN" altLang="en-US" sz="1317" b="1" dirty="0">
              <a:latin typeface="微软雅黑" panose="020B0503020204020204" pitchFamily="34" charset="-122"/>
              <a:ea typeface="微软雅黑" panose="020B0503020204020204" pitchFamily="34" charset="-122"/>
            </a:endParaRPr>
          </a:p>
        </p:txBody>
      </p:sp>
      <p:graphicFrame>
        <p:nvGraphicFramePr>
          <p:cNvPr id="130" name="Chart 26">
            <a:extLst>
              <a:ext uri="{FF2B5EF4-FFF2-40B4-BE49-F238E27FC236}">
                <a16:creationId xmlns:a16="http://schemas.microsoft.com/office/drawing/2014/main" id="{3F0561CB-5E05-53E9-C4A3-3DC36867240F}"/>
              </a:ext>
            </a:extLst>
          </p:cNvPr>
          <p:cNvGraphicFramePr/>
          <p:nvPr>
            <p:extLst>
              <p:ext uri="{D42A27DB-BD31-4B8C-83A1-F6EECF244321}">
                <p14:modId xmlns:p14="http://schemas.microsoft.com/office/powerpoint/2010/main" val="1663468306"/>
              </p:ext>
            </p:extLst>
          </p:nvPr>
        </p:nvGraphicFramePr>
        <p:xfrm>
          <a:off x="4692829" y="3450740"/>
          <a:ext cx="6579981" cy="2667652"/>
        </p:xfrm>
        <a:graphic>
          <a:graphicData uri="http://schemas.openxmlformats.org/drawingml/2006/chart">
            <c:chart xmlns:c="http://schemas.openxmlformats.org/drawingml/2006/chart" xmlns:r="http://schemas.openxmlformats.org/officeDocument/2006/relationships" r:id="rId3"/>
          </a:graphicData>
        </a:graphic>
      </p:graphicFrame>
      <p:sp>
        <p:nvSpPr>
          <p:cNvPr id="131" name="TextBox 34">
            <a:extLst>
              <a:ext uri="{FF2B5EF4-FFF2-40B4-BE49-F238E27FC236}">
                <a16:creationId xmlns:a16="http://schemas.microsoft.com/office/drawing/2014/main" id="{76A4F25D-2BD8-AAB1-5C65-F0DB3DB823BB}"/>
              </a:ext>
            </a:extLst>
          </p:cNvPr>
          <p:cNvSpPr txBox="1"/>
          <p:nvPr/>
        </p:nvSpPr>
        <p:spPr>
          <a:xfrm>
            <a:off x="4702139" y="3092237"/>
            <a:ext cx="1973238" cy="358503"/>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sz="1505" b="1" dirty="0" err="1">
                <a:solidFill>
                  <a:srgbClr val="336699"/>
                </a:solidFill>
                <a:latin typeface="微软雅黑" panose="020B0503020204020204" pitchFamily="34" charset="-122"/>
                <a:ea typeface="微软雅黑" panose="020B0503020204020204" pitchFamily="34" charset="-122"/>
              </a:rPr>
              <a:t>各季度销售额</a:t>
            </a:r>
            <a:endParaRPr lang="en-US" sz="1505" b="1" dirty="0">
              <a:solidFill>
                <a:srgbClr val="336699"/>
              </a:solidFill>
              <a:latin typeface="微软雅黑" panose="020B0503020204020204" pitchFamily="34" charset="-122"/>
              <a:ea typeface="微软雅黑" panose="020B0503020204020204" pitchFamily="34" charset="-122"/>
            </a:endParaRPr>
          </a:p>
        </p:txBody>
      </p:sp>
      <p:sp>
        <p:nvSpPr>
          <p:cNvPr id="132" name="文本框 23">
            <a:extLst>
              <a:ext uri="{FF2B5EF4-FFF2-40B4-BE49-F238E27FC236}">
                <a16:creationId xmlns:a16="http://schemas.microsoft.com/office/drawing/2014/main" id="{7D3036CA-2722-7CCD-441E-2E60CA2E407B}"/>
              </a:ext>
            </a:extLst>
          </p:cNvPr>
          <p:cNvSpPr txBox="1"/>
          <p:nvPr/>
        </p:nvSpPr>
        <p:spPr>
          <a:xfrm>
            <a:off x="4673165" y="1294813"/>
            <a:ext cx="2620259" cy="376292"/>
          </a:xfrm>
          <a:prstGeom prst="rect">
            <a:avLst/>
          </a:prstGeom>
          <a:noFill/>
        </p:spPr>
        <p:txBody>
          <a:bodyPr wrap="square" rtlCol="0">
            <a:spAutoFit/>
          </a:bodyPr>
          <a:lstStyle/>
          <a:p>
            <a:r>
              <a:rPr lang="zh-CN" altLang="en-US" sz="1881" b="1" dirty="0">
                <a:solidFill>
                  <a:srgbClr val="336699"/>
                </a:solidFill>
                <a:effectLst/>
                <a:latin typeface="微软雅黑" panose="020B0503020204020204" pitchFamily="34" charset="-122"/>
                <a:ea typeface="微软雅黑" panose="020B0503020204020204" pitchFamily="34" charset="-122"/>
              </a:rPr>
              <a:t>电商平台销售概述</a:t>
            </a:r>
          </a:p>
        </p:txBody>
      </p:sp>
      <p:sp>
        <p:nvSpPr>
          <p:cNvPr id="133" name="文本框 24">
            <a:extLst>
              <a:ext uri="{FF2B5EF4-FFF2-40B4-BE49-F238E27FC236}">
                <a16:creationId xmlns:a16="http://schemas.microsoft.com/office/drawing/2014/main" id="{5AECD9C4-8717-E9FD-B4B4-1F57A98B3FA2}"/>
              </a:ext>
            </a:extLst>
          </p:cNvPr>
          <p:cNvSpPr txBox="1"/>
          <p:nvPr/>
        </p:nvSpPr>
        <p:spPr>
          <a:xfrm>
            <a:off x="4673164" y="1694613"/>
            <a:ext cx="6540793" cy="1013878"/>
          </a:xfrm>
          <a:prstGeom prst="rect">
            <a:avLst/>
          </a:prstGeom>
          <a:noFill/>
        </p:spPr>
        <p:txBody>
          <a:bodyPr wrap="square" rtlCol="0">
            <a:spAutoFit/>
          </a:bodyPr>
          <a:lstStyle/>
          <a:p>
            <a:pPr algn="just">
              <a:lnSpc>
                <a:spcPct val="150000"/>
              </a:lnSpc>
            </a:pPr>
            <a:r>
              <a:rPr kumimoji="1" lang="zh-CN" altLang="en-US" sz="1035" dirty="0">
                <a:solidFill>
                  <a:srgbClr val="7A8C8E"/>
                </a:solidFill>
                <a:latin typeface="微软雅黑" panose="020B0503020204020204" pitchFamily="34" charset="-122"/>
                <a:ea typeface="微软雅黑" panose="020B0503020204020204" pitchFamily="34" charset="-122"/>
              </a:rPr>
              <a:t>填写本项的目标、关键动作与交付物。</a:t>
            </a:r>
            <a:r>
              <a:rPr kumimoji="1" lang="en-US" altLang="zh-CN" sz="1035" dirty="0">
                <a:solidFill>
                  <a:srgbClr val="7A8C8E"/>
                </a:solidFill>
                <a:latin typeface="微软雅黑" panose="020B0503020204020204" pitchFamily="34" charset="-122"/>
                <a:ea typeface="微软雅黑" panose="020B0503020204020204" pitchFamily="34" charset="-122"/>
              </a:rPr>
              <a:t/>
            </a:r>
            <a:r>
              <a:rPr kumimoji="1" lang="zh-CN" altLang="en-US" sz="1035" dirty="0">
                <a:solidFill>
                  <a:srgbClr val="7A8C8E"/>
                </a:solidFill>
                <a:latin typeface="微软雅黑" panose="020B0503020204020204" pitchFamily="34" charset="-122"/>
                <a:ea typeface="微软雅黑" panose="020B0503020204020204" pitchFamily="34" charset="-122"/>
              </a:rPr>
              <a:t/>
            </a:r>
            <a:endParaRPr kumimoji="1" lang="en-US" altLang="zh-CN" sz="1035" dirty="0">
              <a:solidFill>
                <a:srgbClr val="7A8C8E"/>
              </a:solidFill>
              <a:latin typeface="微软雅黑" panose="020B0503020204020204" pitchFamily="34" charset="-122"/>
              <a:ea typeface="微软雅黑" panose="020B0503020204020204" pitchFamily="34" charset="-122"/>
            </a:endParaRPr>
          </a:p>
          <a:p>
            <a:pPr algn="just">
              <a:lnSpc>
                <a:spcPct val="150000"/>
              </a:lnSpc>
            </a:pPr>
            <a:r>
              <a:rPr kumimoji="1" lang="zh-CN" altLang="en-US" sz="1035" dirty="0">
                <a:solidFill>
                  <a:srgbClr val="7A8C8E"/>
                </a:solidFill>
                <a:latin typeface="微软雅黑" panose="020B0503020204020204" pitchFamily="34" charset="-122"/>
                <a:ea typeface="微软雅黑" panose="020B0503020204020204" pitchFamily="34" charset="-122"/>
              </a:rPr>
              <a:t>填写本项的目标、关键动作与交付物。</a:t>
            </a:r>
            <a:r>
              <a:rPr kumimoji="1" lang="en-US" altLang="zh-CN" sz="1035" dirty="0">
                <a:solidFill>
                  <a:srgbClr val="7A8C8E"/>
                </a:solidFill>
                <a:latin typeface="微软雅黑" panose="020B0503020204020204" pitchFamily="34" charset="-122"/>
                <a:ea typeface="微软雅黑" panose="020B0503020204020204" pitchFamily="34" charset="-122"/>
              </a:rPr>
              <a:t/>
            </a:r>
            <a:r>
              <a:rPr kumimoji="1" lang="zh-CN" altLang="en-US" sz="1035" dirty="0">
                <a:solidFill>
                  <a:srgbClr val="7A8C8E"/>
                </a:solidFill>
                <a:latin typeface="微软雅黑" panose="020B0503020204020204" pitchFamily="34" charset="-122"/>
                <a:ea typeface="微软雅黑" panose="020B0503020204020204" pitchFamily="34" charset="-122"/>
              </a:rPr>
              <a:t/>
            </a:r>
            <a:r>
              <a:rPr kumimoji="1" lang="en" altLang="zh-CN" sz="1035" dirty="0">
                <a:solidFill>
                  <a:srgbClr val="7A8C8E"/>
                </a:solidFill>
                <a:latin typeface="微软雅黑" panose="020B0503020204020204" pitchFamily="34" charset="-122"/>
                <a:ea typeface="微软雅黑" panose="020B0503020204020204" pitchFamily="34" charset="-122"/>
              </a:rPr>
              <a:t/>
            </a:r>
            <a:r>
              <a:rPr kumimoji="1" lang="zh-CN" altLang="en-US" sz="1035" dirty="0">
                <a:solidFill>
                  <a:srgbClr val="7A8C8E"/>
                </a:solidFill>
                <a:latin typeface="微软雅黑" panose="020B0503020204020204" pitchFamily="34" charset="-122"/>
                <a:ea typeface="微软雅黑" panose="020B0503020204020204" pitchFamily="34" charset="-122"/>
              </a:rPr>
              <a:t/>
            </a:r>
            <a:r>
              <a:rPr kumimoji="1" lang="en" altLang="zh-CN" sz="1035" dirty="0">
                <a:solidFill>
                  <a:srgbClr val="7A8C8E"/>
                </a:solidFill>
                <a:latin typeface="微软雅黑" panose="020B0503020204020204" pitchFamily="34" charset="-122"/>
                <a:ea typeface="微软雅黑" panose="020B0503020204020204" pitchFamily="34" charset="-122"/>
              </a:rPr>
              <a:t/>
            </a:r>
            <a:r>
              <a:rPr kumimoji="1" lang="zh-CN" altLang="en" sz="1035" dirty="0">
                <a:solidFill>
                  <a:srgbClr val="7A8C8E"/>
                </a:solidFill>
                <a:latin typeface="微软雅黑" panose="020B0503020204020204" pitchFamily="34" charset="-122"/>
                <a:ea typeface="微软雅黑" panose="020B0503020204020204" pitchFamily="34" charset="-122"/>
              </a:rPr>
              <a:t/>
            </a:r>
            <a:r>
              <a:rPr kumimoji="1" lang="zh-CN" altLang="en-US" sz="1035" dirty="0">
                <a:solidFill>
                  <a:srgbClr val="7A8C8E"/>
                </a:solidFill>
                <a:latin typeface="微软雅黑" panose="020B0503020204020204" pitchFamily="34" charset="-122"/>
                <a:ea typeface="微软雅黑" panose="020B0503020204020204" pitchFamily="34" charset="-122"/>
              </a:rPr>
              <a:t/>
            </a:r>
          </a:p>
        </p:txBody>
      </p:sp>
    </p:spTree>
    <p:extLst>
      <p:ext uri="{BB962C8B-B14F-4D97-AF65-F5344CB8AC3E}">
        <p14:creationId xmlns:p14="http://schemas.microsoft.com/office/powerpoint/2010/main" val="1851778670"/>
      </p:ext>
    </p:extLst>
  </p:cSld>
  <p:clrMapOvr>
    <a:masterClrMapping/>
  </p:clrMapOvr>
</p:sld>
</file>

<file path=ppt/slides/vr_business_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R045 月度柱图与异常注释（数据示例）</a:t>
            </a:r>
          </a:p>
        </p:txBody>
      </p:sp>
      <p:sp>
        <p:nvSpPr>
          <p:cNvPr id="101" name="Rectangle: Rounded Corners 2">
            <a:extLst>
              <a:ext uri="{FF2B5EF4-FFF2-40B4-BE49-F238E27FC236}">
                <a16:creationId xmlns:a16="http://schemas.microsoft.com/office/drawing/2014/main" id="{39E5CA4A-1CF9-3CFF-B863-3F32C0F55101}"/>
              </a:ext>
            </a:extLst>
          </p:cNvPr>
          <p:cNvSpPr/>
          <p:nvPr/>
        </p:nvSpPr>
        <p:spPr>
          <a:xfrm>
            <a:off x="3222645" y="1238250"/>
            <a:ext cx="8174014" cy="5029200"/>
          </a:xfrm>
          <a:prstGeom prst="roundRect">
            <a:avLst>
              <a:gd name="adj" fmla="val 0"/>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graphicFrame>
        <p:nvGraphicFramePr>
          <p:cNvPr id="102" name="Chart 11">
            <a:extLst>
              <a:ext uri="{FF2B5EF4-FFF2-40B4-BE49-F238E27FC236}">
                <a16:creationId xmlns:a16="http://schemas.microsoft.com/office/drawing/2014/main" id="{BAB8B249-3761-0020-1FD5-8AA62F853AD0}"/>
              </a:ext>
            </a:extLst>
          </p:cNvPr>
          <p:cNvGraphicFramePr/>
          <p:nvPr/>
        </p:nvGraphicFramePr>
        <p:xfrm>
          <a:off x="3443771" y="1410277"/>
          <a:ext cx="7699243" cy="4749379"/>
        </p:xfrm>
        <a:graphic>
          <a:graphicData uri="http://schemas.openxmlformats.org/drawingml/2006/chart">
            <c:chart xmlns:c="http://schemas.openxmlformats.org/drawingml/2006/chart" xmlns:r="http://schemas.openxmlformats.org/officeDocument/2006/relationships" r:id="rId2"/>
          </a:graphicData>
        </a:graphic>
      </p:graphicFrame>
      <p:sp>
        <p:nvSpPr>
          <p:cNvPr id="103" name="Rectangle: Rounded Corners 28">
            <a:extLst>
              <a:ext uri="{FF2B5EF4-FFF2-40B4-BE49-F238E27FC236}">
                <a16:creationId xmlns:a16="http://schemas.microsoft.com/office/drawing/2014/main" id="{F0606CF3-E4F9-DBE9-5C55-E872D3065432}"/>
              </a:ext>
            </a:extLst>
          </p:cNvPr>
          <p:cNvSpPr/>
          <p:nvPr/>
        </p:nvSpPr>
        <p:spPr>
          <a:xfrm>
            <a:off x="6390951" y="3688402"/>
            <a:ext cx="1356782" cy="531634"/>
          </a:xfrm>
          <a:prstGeom prst="round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04" name="Isosceles Triangle 29">
            <a:extLst>
              <a:ext uri="{FF2B5EF4-FFF2-40B4-BE49-F238E27FC236}">
                <a16:creationId xmlns:a16="http://schemas.microsoft.com/office/drawing/2014/main" id="{1D39E7CF-4976-58D6-469B-A1D37721106B}"/>
              </a:ext>
            </a:extLst>
          </p:cNvPr>
          <p:cNvSpPr/>
          <p:nvPr/>
        </p:nvSpPr>
        <p:spPr>
          <a:xfrm flipV="1">
            <a:off x="6513678" y="4210328"/>
            <a:ext cx="140416" cy="90712"/>
          </a:xfrm>
          <a:prstGeom prst="triangl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05" name="Rectangle: Rounded Corners 28">
            <a:extLst>
              <a:ext uri="{FF2B5EF4-FFF2-40B4-BE49-F238E27FC236}">
                <a16:creationId xmlns:a16="http://schemas.microsoft.com/office/drawing/2014/main" id="{20541A6B-5BE5-6DDA-1967-D54919231B71}"/>
              </a:ext>
            </a:extLst>
          </p:cNvPr>
          <p:cNvSpPr/>
          <p:nvPr/>
        </p:nvSpPr>
        <p:spPr>
          <a:xfrm>
            <a:off x="9784042" y="1627789"/>
            <a:ext cx="1356782" cy="531634"/>
          </a:xfrm>
          <a:prstGeom prst="round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06" name="Isosceles Triangle 29">
            <a:extLst>
              <a:ext uri="{FF2B5EF4-FFF2-40B4-BE49-F238E27FC236}">
                <a16:creationId xmlns:a16="http://schemas.microsoft.com/office/drawing/2014/main" id="{D65E37B7-13D8-E144-6E29-2BF3118B87B6}"/>
              </a:ext>
            </a:extLst>
          </p:cNvPr>
          <p:cNvSpPr/>
          <p:nvPr/>
        </p:nvSpPr>
        <p:spPr>
          <a:xfrm flipV="1">
            <a:off x="9906769" y="2149715"/>
            <a:ext cx="140416" cy="90712"/>
          </a:xfrm>
          <a:prstGeom prst="triangle">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07" name="TextBox 22">
            <a:extLst>
              <a:ext uri="{FF2B5EF4-FFF2-40B4-BE49-F238E27FC236}">
                <a16:creationId xmlns:a16="http://schemas.microsoft.com/office/drawing/2014/main" id="{4FBA74A3-7F1E-6A88-904E-1AB04FCF8E3D}"/>
              </a:ext>
            </a:extLst>
          </p:cNvPr>
          <p:cNvSpPr txBox="1"/>
          <p:nvPr/>
        </p:nvSpPr>
        <p:spPr>
          <a:xfrm>
            <a:off x="6485931" y="3732470"/>
            <a:ext cx="1166821" cy="433795"/>
          </a:xfrm>
          <a:prstGeom prst="rect">
            <a:avLst/>
          </a:prstGeom>
          <a:noFill/>
        </p:spPr>
        <p:txBody>
          <a:bodyPr wrap="square" rtlCol="0">
            <a:spAutoFit/>
          </a:bodyPr>
          <a:lstStyle/>
          <a:p>
            <a:pPr algn="ctr"/>
            <a:r>
              <a:rPr lang="en-US" altLang="zh-CN"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5</a:t>
            </a:r>
            <a:r>
              <a:rPr lang="zh-CN" alt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月份业绩销售遇到难点</a:t>
            </a:r>
            <a:endParaRPr 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endParaRPr>
          </a:p>
        </p:txBody>
      </p:sp>
      <p:sp>
        <p:nvSpPr>
          <p:cNvPr id="108" name="TextBox 22">
            <a:extLst>
              <a:ext uri="{FF2B5EF4-FFF2-40B4-BE49-F238E27FC236}">
                <a16:creationId xmlns:a16="http://schemas.microsoft.com/office/drawing/2014/main" id="{937555DD-EF47-9A2F-EB28-5D35E5FBD702}"/>
              </a:ext>
            </a:extLst>
          </p:cNvPr>
          <p:cNvSpPr txBox="1"/>
          <p:nvPr/>
        </p:nvSpPr>
        <p:spPr>
          <a:xfrm>
            <a:off x="9879023" y="1671859"/>
            <a:ext cx="1166821" cy="433793"/>
          </a:xfrm>
          <a:prstGeom prst="rect">
            <a:avLst/>
          </a:prstGeom>
          <a:noFill/>
        </p:spPr>
        <p:txBody>
          <a:bodyPr wrap="square" rtlCol="0">
            <a:spAutoFit/>
          </a:bodyPr>
          <a:lstStyle/>
          <a:p>
            <a:pPr algn="ctr"/>
            <a:r>
              <a:rPr lang="en-US" altLang="zh-CN"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11</a:t>
            </a:r>
            <a:r>
              <a:rPr lang="zh-CN" alt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月份业绩销售达到峰值</a:t>
            </a:r>
            <a:endParaRPr 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endParaRPr>
          </a:p>
        </p:txBody>
      </p:sp>
      <p:sp>
        <p:nvSpPr>
          <p:cNvPr id="109" name="矩形 26">
            <a:extLst>
              <a:ext uri="{FF2B5EF4-FFF2-40B4-BE49-F238E27FC236}">
                <a16:creationId xmlns:a16="http://schemas.microsoft.com/office/drawing/2014/main" id="{C0364BD2-A459-3F38-C867-CF2258F5B9C0}"/>
              </a:ext>
            </a:extLst>
          </p:cNvPr>
          <p:cNvSpPr/>
          <p:nvPr/>
        </p:nvSpPr>
        <p:spPr>
          <a:xfrm>
            <a:off x="795342" y="1238250"/>
            <a:ext cx="2173658" cy="1494520"/>
          </a:xfrm>
          <a:prstGeom prst="rect">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0" name="矩形 34">
            <a:extLst>
              <a:ext uri="{FF2B5EF4-FFF2-40B4-BE49-F238E27FC236}">
                <a16:creationId xmlns:a16="http://schemas.microsoft.com/office/drawing/2014/main" id="{18CADC2A-70C2-89DF-0595-BE09FD804DFF}"/>
              </a:ext>
            </a:extLst>
          </p:cNvPr>
          <p:cNvSpPr/>
          <p:nvPr/>
        </p:nvSpPr>
        <p:spPr>
          <a:xfrm>
            <a:off x="795342" y="2988091"/>
            <a:ext cx="2173658" cy="1494520"/>
          </a:xfrm>
          <a:prstGeom prst="rect">
            <a:avLst/>
          </a:prstGeom>
          <a:solidFill>
            <a:srgbClr val="336699"/>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1" name="矩形 35">
            <a:extLst>
              <a:ext uri="{FF2B5EF4-FFF2-40B4-BE49-F238E27FC236}">
                <a16:creationId xmlns:a16="http://schemas.microsoft.com/office/drawing/2014/main" id="{A270CC69-FB09-B9C2-237D-F9B0F23E3884}"/>
              </a:ext>
            </a:extLst>
          </p:cNvPr>
          <p:cNvSpPr/>
          <p:nvPr/>
        </p:nvSpPr>
        <p:spPr>
          <a:xfrm>
            <a:off x="795342" y="4772930"/>
            <a:ext cx="2173658" cy="1494520"/>
          </a:xfrm>
          <a:prstGeom prst="rect">
            <a:avLst/>
          </a:prstGeom>
          <a:solidFill>
            <a:srgbClr val="58B6C0"/>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2" name="文本框 36">
            <a:extLst>
              <a:ext uri="{FF2B5EF4-FFF2-40B4-BE49-F238E27FC236}">
                <a16:creationId xmlns:a16="http://schemas.microsoft.com/office/drawing/2014/main" id="{D3A48562-5E76-B540-88E2-26FD3629802D}"/>
              </a:ext>
            </a:extLst>
          </p:cNvPr>
          <p:cNvSpPr txBox="1"/>
          <p:nvPr/>
        </p:nvSpPr>
        <p:spPr>
          <a:xfrm>
            <a:off x="835909" y="1581226"/>
            <a:ext cx="1564376" cy="318114"/>
          </a:xfrm>
          <a:prstGeom prst="rect">
            <a:avLst/>
          </a:prstGeom>
          <a:noFill/>
        </p:spPr>
        <p:txBody>
          <a:bodyPr wrap="square" rtlCol="0">
            <a:spAutoFit/>
          </a:bodyPr>
          <a:lstStyle/>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发布图文</a:t>
            </a:r>
            <a:r>
              <a:rPr kumimoji="1" lang="en-US" altLang="zh-CN" sz="1503" b="1" dirty="0">
                <a:solidFill>
                  <a:srgbClr val="FFFFFF"/>
                </a:solidFill>
                <a:latin typeface="微软雅黑" panose="020B0503020204020204" pitchFamily="34" charset="-122"/>
                <a:ea typeface="微软雅黑" panose="020B0503020204020204" pitchFamily="34" charset="-122"/>
                <a:cs typeface="微软雅黑" pitchFamily="18" charset="-122"/>
              </a:rPr>
              <a:t>/</a:t>
            </a:r>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视频</a:t>
            </a:r>
            <a:endParaRPr kumimoji="1" lang="en-US" altLang="zh-CN" sz="1503"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3" name="文本框 37">
            <a:extLst>
              <a:ext uri="{FF2B5EF4-FFF2-40B4-BE49-F238E27FC236}">
                <a16:creationId xmlns:a16="http://schemas.microsoft.com/office/drawing/2014/main" id="{8AC09EC1-7E8D-3A8C-44D4-48B3EEFD0517}"/>
              </a:ext>
            </a:extLst>
          </p:cNvPr>
          <p:cNvSpPr txBox="1"/>
          <p:nvPr/>
        </p:nvSpPr>
        <p:spPr>
          <a:xfrm>
            <a:off x="838321" y="1973736"/>
            <a:ext cx="861378" cy="593688"/>
          </a:xfrm>
          <a:prstGeom prst="rect">
            <a:avLst/>
          </a:prstGeom>
          <a:noFill/>
        </p:spPr>
        <p:txBody>
          <a:bodyPr wrap="square" rtlCol="0">
            <a:spAutoFit/>
          </a:bodyPr>
          <a:lstStyle/>
          <a:p>
            <a:r>
              <a:rPr kumimoji="1" lang="en-US" altLang="zh-CN" sz="2819" b="1" dirty="0">
                <a:solidFill>
                  <a:srgbClr val="FFFFFF"/>
                </a:solidFill>
                <a:latin typeface="微软雅黑" panose="020B0503020204020204" pitchFamily="34" charset="-122"/>
                <a:ea typeface="微软雅黑" panose="020B0503020204020204" pitchFamily="34" charset="-122"/>
                <a:cs typeface="微软雅黑" pitchFamily="18" charset="-122"/>
              </a:rPr>
              <a:t>465</a:t>
            </a:r>
          </a:p>
        </p:txBody>
      </p:sp>
      <p:sp>
        <p:nvSpPr>
          <p:cNvPr id="114" name="文本框 41">
            <a:extLst>
              <a:ext uri="{FF2B5EF4-FFF2-40B4-BE49-F238E27FC236}">
                <a16:creationId xmlns:a16="http://schemas.microsoft.com/office/drawing/2014/main" id="{7E0D977D-419D-5C8C-5083-7BFB6C1557A8}"/>
              </a:ext>
            </a:extLst>
          </p:cNvPr>
          <p:cNvSpPr txBox="1"/>
          <p:nvPr/>
        </p:nvSpPr>
        <p:spPr>
          <a:xfrm>
            <a:off x="2144482" y="2123610"/>
            <a:ext cx="861378" cy="395792"/>
          </a:xfrm>
          <a:prstGeom prst="rect">
            <a:avLst/>
          </a:prstGeom>
          <a:noFill/>
        </p:spPr>
        <p:txBody>
          <a:bodyPr wrap="none" rtlCol="0" lIns="0" rIns="0">
            <a:spAutoFit/>
          </a:bodyPr>
          <a:lstStyle/>
          <a:p>
            <a:r>
              <a:rPr kumimoji="1" lang="en-US" altLang="zh-CN" dirty="0">
                <a:solidFill>
                  <a:srgbClr val="FFFFFF"/>
                </a:solidFill>
                <a:latin typeface="微软雅黑" panose="020B0503020204020204" pitchFamily="34" charset="-122"/>
                <a:ea typeface="微软雅黑" panose="020B0503020204020204" pitchFamily="34" charset="-122"/>
                <a:cs typeface="微软雅黑" pitchFamily="18" charset="-122"/>
              </a:rPr>
              <a:t>+120</a:t>
            </a:r>
          </a:p>
        </p:txBody>
      </p:sp>
      <p:sp>
        <p:nvSpPr>
          <p:cNvPr id="115" name="文本框 93">
            <a:extLst>
              <a:ext uri="{FF2B5EF4-FFF2-40B4-BE49-F238E27FC236}">
                <a16:creationId xmlns:a16="http://schemas.microsoft.com/office/drawing/2014/main" id="{68C64584-6B7E-5400-10D7-F8A8B50C2C06}"/>
              </a:ext>
            </a:extLst>
          </p:cNvPr>
          <p:cNvSpPr txBox="1"/>
          <p:nvPr/>
        </p:nvSpPr>
        <p:spPr>
          <a:xfrm>
            <a:off x="835909" y="3296071"/>
            <a:ext cx="1564376" cy="318114"/>
          </a:xfrm>
          <a:prstGeom prst="rect">
            <a:avLst/>
          </a:prstGeom>
          <a:noFill/>
        </p:spPr>
        <p:txBody>
          <a:bodyPr wrap="square" rtlCol="0">
            <a:spAutoFit/>
          </a:bodyPr>
          <a:lstStyle/>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新增粉丝数量</a:t>
            </a:r>
            <a:endParaRPr kumimoji="1" lang="en-US" altLang="zh-CN" sz="1503"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6" name="文本框 94">
            <a:extLst>
              <a:ext uri="{FF2B5EF4-FFF2-40B4-BE49-F238E27FC236}">
                <a16:creationId xmlns:a16="http://schemas.microsoft.com/office/drawing/2014/main" id="{E76D1C7A-ED2F-F008-60C9-A6FC83A0A31D}"/>
              </a:ext>
            </a:extLst>
          </p:cNvPr>
          <p:cNvSpPr txBox="1"/>
          <p:nvPr/>
        </p:nvSpPr>
        <p:spPr>
          <a:xfrm>
            <a:off x="838321" y="3688581"/>
            <a:ext cx="1324701" cy="593688"/>
          </a:xfrm>
          <a:prstGeom prst="rect">
            <a:avLst/>
          </a:prstGeom>
          <a:noFill/>
        </p:spPr>
        <p:txBody>
          <a:bodyPr wrap="square" rtlCol="0">
            <a:spAutoFit/>
          </a:bodyPr>
          <a:lstStyle/>
          <a:p>
            <a:r>
              <a:rPr kumimoji="1" lang="en-US" altLang="zh-CN" sz="2819" b="1" dirty="0">
                <a:solidFill>
                  <a:srgbClr val="FFFFFF"/>
                </a:solidFill>
                <a:latin typeface="微软雅黑" panose="020B0503020204020204" pitchFamily="34" charset="-122"/>
                <a:ea typeface="微软雅黑" panose="020B0503020204020204" pitchFamily="34" charset="-122"/>
                <a:cs typeface="微软雅黑" pitchFamily="18" charset="-122"/>
              </a:rPr>
              <a:t>3670</a:t>
            </a:r>
          </a:p>
        </p:txBody>
      </p:sp>
      <p:sp>
        <p:nvSpPr>
          <p:cNvPr id="117" name="文本框 95">
            <a:extLst>
              <a:ext uri="{FF2B5EF4-FFF2-40B4-BE49-F238E27FC236}">
                <a16:creationId xmlns:a16="http://schemas.microsoft.com/office/drawing/2014/main" id="{C1033BD3-B5B8-3F25-E4D4-790BC09639E9}"/>
              </a:ext>
            </a:extLst>
          </p:cNvPr>
          <p:cNvSpPr txBox="1"/>
          <p:nvPr/>
        </p:nvSpPr>
        <p:spPr>
          <a:xfrm>
            <a:off x="2093338" y="3838454"/>
            <a:ext cx="861378" cy="395792"/>
          </a:xfrm>
          <a:prstGeom prst="rect">
            <a:avLst/>
          </a:prstGeom>
          <a:noFill/>
        </p:spPr>
        <p:txBody>
          <a:bodyPr wrap="none" rtlCol="0" lIns="0" rIns="0">
            <a:spAutoFit/>
          </a:bodyPr>
          <a:lstStyle/>
          <a:p>
            <a:r>
              <a:rPr kumimoji="1" lang="en-US" altLang="zh-CN" dirty="0">
                <a:solidFill>
                  <a:srgbClr val="FFFFFF"/>
                </a:solidFill>
                <a:latin typeface="微软雅黑" panose="020B0503020204020204" pitchFamily="34" charset="-122"/>
                <a:ea typeface="微软雅黑" panose="020B0503020204020204" pitchFamily="34" charset="-122"/>
                <a:cs typeface="微软雅黑" pitchFamily="18" charset="-122"/>
              </a:rPr>
              <a:t>+2872</a:t>
            </a:r>
          </a:p>
        </p:txBody>
      </p:sp>
      <p:sp>
        <p:nvSpPr>
          <p:cNvPr id="118" name="文本框 105">
            <a:extLst>
              <a:ext uri="{FF2B5EF4-FFF2-40B4-BE49-F238E27FC236}">
                <a16:creationId xmlns:a16="http://schemas.microsoft.com/office/drawing/2014/main" id="{06EA2748-6F1D-89D8-808A-217CF148DF6D}"/>
              </a:ext>
            </a:extLst>
          </p:cNvPr>
          <p:cNvSpPr txBox="1"/>
          <p:nvPr/>
        </p:nvSpPr>
        <p:spPr>
          <a:xfrm>
            <a:off x="835909" y="5045912"/>
            <a:ext cx="1564376" cy="318114"/>
          </a:xfrm>
          <a:prstGeom prst="rect">
            <a:avLst/>
          </a:prstGeom>
          <a:noFill/>
        </p:spPr>
        <p:txBody>
          <a:bodyPr wrap="square" rtlCol="0">
            <a:spAutoFit/>
          </a:bodyPr>
          <a:lstStyle/>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商品成交金额</a:t>
            </a:r>
            <a:endParaRPr kumimoji="1" lang="en-US" altLang="zh-CN" sz="1503"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9" name="文本框 106">
            <a:extLst>
              <a:ext uri="{FF2B5EF4-FFF2-40B4-BE49-F238E27FC236}">
                <a16:creationId xmlns:a16="http://schemas.microsoft.com/office/drawing/2014/main" id="{533A37F4-78F7-FE9E-12FC-548A30981BFD}"/>
              </a:ext>
            </a:extLst>
          </p:cNvPr>
          <p:cNvSpPr txBox="1"/>
          <p:nvPr/>
        </p:nvSpPr>
        <p:spPr>
          <a:xfrm>
            <a:off x="838321" y="5438422"/>
            <a:ext cx="1561964" cy="593688"/>
          </a:xfrm>
          <a:prstGeom prst="rect">
            <a:avLst/>
          </a:prstGeom>
          <a:noFill/>
        </p:spPr>
        <p:txBody>
          <a:bodyPr wrap="square" rtlCol="0">
            <a:spAutoFit/>
          </a:bodyPr>
          <a:lstStyle/>
          <a:p>
            <a:r>
              <a:rPr kumimoji="1" lang="en-US" altLang="zh-CN" sz="2819" b="1" dirty="0">
                <a:solidFill>
                  <a:srgbClr val="FFFFFF"/>
                </a:solidFill>
                <a:latin typeface="微软雅黑" panose="020B0503020204020204" pitchFamily="34" charset="-122"/>
                <a:ea typeface="微软雅黑" panose="020B0503020204020204" pitchFamily="34" charset="-122"/>
                <a:cs typeface="微软雅黑" pitchFamily="18" charset="-122"/>
              </a:rPr>
              <a:t>97890</a:t>
            </a:r>
          </a:p>
        </p:txBody>
      </p:sp>
      <p:sp>
        <p:nvSpPr>
          <p:cNvPr id="120" name="文本框 107">
            <a:extLst>
              <a:ext uri="{FF2B5EF4-FFF2-40B4-BE49-F238E27FC236}">
                <a16:creationId xmlns:a16="http://schemas.microsoft.com/office/drawing/2014/main" id="{7A238383-985E-819B-C2FD-721A7605086E}"/>
              </a:ext>
            </a:extLst>
          </p:cNvPr>
          <p:cNvSpPr txBox="1"/>
          <p:nvPr/>
        </p:nvSpPr>
        <p:spPr>
          <a:xfrm>
            <a:off x="2093338" y="5588296"/>
            <a:ext cx="861378" cy="395792"/>
          </a:xfrm>
          <a:prstGeom prst="rect">
            <a:avLst/>
          </a:prstGeom>
          <a:noFill/>
        </p:spPr>
        <p:txBody>
          <a:bodyPr wrap="none" rtlCol="0" lIns="0" rIns="0">
            <a:spAutoFit/>
          </a:bodyPr>
          <a:lstStyle/>
          <a:p>
            <a:r>
              <a:rPr kumimoji="1" lang="en-US" altLang="zh-CN" dirty="0">
                <a:solidFill>
                  <a:srgbClr val="FFFFFF"/>
                </a:solidFill>
                <a:latin typeface="微软雅黑" panose="020B0503020204020204" pitchFamily="34" charset="-122"/>
                <a:ea typeface="微软雅黑" panose="020B0503020204020204" pitchFamily="34" charset="-122"/>
                <a:cs typeface="微软雅黑" pitchFamily="18" charset="-122"/>
              </a:rPr>
              <a:t>+6780</a:t>
            </a:r>
          </a:p>
        </p:txBody>
      </p:sp>
      <p:grpSp>
        <p:nvGrpSpPr>
          <p:cNvPr id="121" name="组合 8">
            <a:extLst>
              <a:ext uri="{FF2B5EF4-FFF2-40B4-BE49-F238E27FC236}">
                <a16:creationId xmlns:a16="http://schemas.microsoft.com/office/drawing/2014/main" id="{0F265940-5D38-97BA-FF94-74B9874EF8D2}"/>
              </a:ext>
            </a:extLst>
          </p:cNvPr>
          <p:cNvGrpSpPr/>
          <p:nvPr/>
        </p:nvGrpSpPr>
        <p:grpSpPr>
          <a:xfrm>
            <a:off x="2342936" y="1483693"/>
            <a:ext cx="464469" cy="464469"/>
            <a:chOff x="3837791" y="2457822"/>
            <a:chExt cx="762000" cy="762000"/>
          </a:xfrm>
        </p:grpSpPr>
        <p:sp>
          <p:nvSpPr>
            <p:cNvPr id="122" name="Rectangle: Rounded Corners 27">
              <a:extLst>
                <a:ext uri="{FF2B5EF4-FFF2-40B4-BE49-F238E27FC236}">
                  <a16:creationId xmlns:a16="http://schemas.microsoft.com/office/drawing/2014/main" id="{B9B38676-1681-9A5E-9A10-A621A3B818EF}"/>
                </a:ext>
              </a:extLst>
            </p:cNvPr>
            <p:cNvSpPr/>
            <p:nvPr/>
          </p:nvSpPr>
          <p:spPr>
            <a:xfrm>
              <a:off x="3837791" y="2457822"/>
              <a:ext cx="762000" cy="762000"/>
            </a:xfrm>
            <a:prstGeom prst="roundRect">
              <a:avLst>
                <a:gd name="adj" fmla="val 50000"/>
              </a:avLst>
            </a:prstGeom>
            <a:solidFill>
              <a:srgbClr val="58B6C0"/>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23" name="图形 11" descr="条形图 纯色填充">
              <a:extLst>
                <a:ext uri="{FF2B5EF4-FFF2-40B4-BE49-F238E27FC236}">
                  <a16:creationId xmlns:a16="http://schemas.microsoft.com/office/drawing/2014/main" id="{58AD1583-AB54-00CC-F6C5-835E27CC783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85347" y="2587977"/>
              <a:ext cx="457200" cy="457200"/>
            </a:xfrm>
            <a:prstGeom prst="rect">
              <a:avLst/>
            </a:prstGeom>
          </p:spPr>
        </p:pic>
      </p:grpSp>
      <p:grpSp>
        <p:nvGrpSpPr>
          <p:cNvPr id="124" name="组合 12">
            <a:extLst>
              <a:ext uri="{FF2B5EF4-FFF2-40B4-BE49-F238E27FC236}">
                <a16:creationId xmlns:a16="http://schemas.microsoft.com/office/drawing/2014/main" id="{92CE4D33-FD6C-F570-4B3A-13E038815566}"/>
              </a:ext>
            </a:extLst>
          </p:cNvPr>
          <p:cNvGrpSpPr/>
          <p:nvPr/>
        </p:nvGrpSpPr>
        <p:grpSpPr>
          <a:xfrm>
            <a:off x="2342936" y="3223927"/>
            <a:ext cx="464469" cy="464469"/>
            <a:chOff x="3837791" y="2457822"/>
            <a:chExt cx="762000" cy="762000"/>
          </a:xfrm>
        </p:grpSpPr>
        <p:sp>
          <p:nvSpPr>
            <p:cNvPr id="125" name="Rectangle: Rounded Corners 27">
              <a:extLst>
                <a:ext uri="{FF2B5EF4-FFF2-40B4-BE49-F238E27FC236}">
                  <a16:creationId xmlns:a16="http://schemas.microsoft.com/office/drawing/2014/main" id="{86317A1A-01CE-947F-0842-B16B50CE7D3A}"/>
                </a:ext>
              </a:extLst>
            </p:cNvPr>
            <p:cNvSpPr/>
            <p:nvPr/>
          </p:nvSpPr>
          <p:spPr>
            <a:xfrm>
              <a:off x="3837791" y="2457822"/>
              <a:ext cx="762000" cy="762000"/>
            </a:xfrm>
            <a:prstGeom prst="roundRect">
              <a:avLst>
                <a:gd name="adj" fmla="val 50000"/>
              </a:avLst>
            </a:prstGeom>
            <a:solidFill>
              <a:srgbClr val="58B6C0"/>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26" name="图形 14" descr="条形图 纯色填充">
              <a:extLst>
                <a:ext uri="{FF2B5EF4-FFF2-40B4-BE49-F238E27FC236}">
                  <a16:creationId xmlns:a16="http://schemas.microsoft.com/office/drawing/2014/main" id="{48B1F55A-5111-FB5F-2803-C11EAA7516C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85347" y="2587977"/>
              <a:ext cx="457200" cy="457200"/>
            </a:xfrm>
            <a:prstGeom prst="rect">
              <a:avLst/>
            </a:prstGeom>
          </p:spPr>
        </p:pic>
      </p:grpSp>
      <p:grpSp>
        <p:nvGrpSpPr>
          <p:cNvPr id="127" name="组合 15">
            <a:extLst>
              <a:ext uri="{FF2B5EF4-FFF2-40B4-BE49-F238E27FC236}">
                <a16:creationId xmlns:a16="http://schemas.microsoft.com/office/drawing/2014/main" id="{D53A6F02-63D2-9B17-6068-DF8A278967B7}"/>
              </a:ext>
            </a:extLst>
          </p:cNvPr>
          <p:cNvGrpSpPr/>
          <p:nvPr/>
        </p:nvGrpSpPr>
        <p:grpSpPr>
          <a:xfrm>
            <a:off x="2342936" y="4971441"/>
            <a:ext cx="464469" cy="464469"/>
            <a:chOff x="3837791" y="2457822"/>
            <a:chExt cx="762000" cy="762000"/>
          </a:xfrm>
        </p:grpSpPr>
        <p:sp>
          <p:nvSpPr>
            <p:cNvPr id="128" name="Rectangle: Rounded Corners 27">
              <a:extLst>
                <a:ext uri="{FF2B5EF4-FFF2-40B4-BE49-F238E27FC236}">
                  <a16:creationId xmlns:a16="http://schemas.microsoft.com/office/drawing/2014/main" id="{C0228FBA-19B5-36E2-EE03-AA957D983AE9}"/>
                </a:ext>
              </a:extLst>
            </p:cNvPr>
            <p:cNvSpPr/>
            <p:nvPr/>
          </p:nvSpPr>
          <p:spPr>
            <a:xfrm>
              <a:off x="3837791" y="2457822"/>
              <a:ext cx="762000" cy="762000"/>
            </a:xfrm>
            <a:prstGeom prst="roundRect">
              <a:avLst>
                <a:gd name="adj" fmla="val 50000"/>
              </a:avLst>
            </a:prstGeom>
            <a:solidFill>
              <a:srgbClr val="3494BA"/>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29" name="图形 17" descr="条形图 纯色填充">
              <a:extLst>
                <a:ext uri="{FF2B5EF4-FFF2-40B4-BE49-F238E27FC236}">
                  <a16:creationId xmlns:a16="http://schemas.microsoft.com/office/drawing/2014/main" id="{A2811069-2705-462D-F38E-22DFF4E2606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985347" y="2587977"/>
              <a:ext cx="457200" cy="457200"/>
            </a:xfrm>
            <a:prstGeom prst="rect">
              <a:avLst/>
            </a:prstGeom>
          </p:spPr>
        </p:pic>
      </p:grpSp>
      <p:sp>
        <p:nvSpPr>
          <p:cNvPr id="130" name="任意形状 40">
            <a:extLst>
              <a:ext uri="{FF2B5EF4-FFF2-40B4-BE49-F238E27FC236}">
                <a16:creationId xmlns:a16="http://schemas.microsoft.com/office/drawing/2014/main" id="{6EDFFF0E-C802-5CEF-2BC8-32663B4DBDF6}"/>
              </a:ext>
            </a:extLst>
          </p:cNvPr>
          <p:cNvSpPr/>
          <p:nvPr/>
        </p:nvSpPr>
        <p:spPr>
          <a:xfrm rot="10800000">
            <a:off x="4030535" y="1855844"/>
            <a:ext cx="3225621" cy="1621631"/>
          </a:xfrm>
          <a:custGeom>
            <a:avLst/>
            <a:gdLst>
              <a:gd name="connsiteX0" fmla="*/ 3322686 w 3432874"/>
              <a:gd name="connsiteY0" fmla="*/ 1725824 h 1725824"/>
              <a:gd name="connsiteX1" fmla="*/ 110188 w 3432874"/>
              <a:gd name="connsiteY1" fmla="*/ 1725824 h 1725824"/>
              <a:gd name="connsiteX2" fmla="*/ 0 w 3432874"/>
              <a:gd name="connsiteY2" fmla="*/ 1615636 h 1725824"/>
              <a:gd name="connsiteX3" fmla="*/ 0 w 3432874"/>
              <a:gd name="connsiteY3" fmla="*/ 1421907 h 1725824"/>
              <a:gd name="connsiteX4" fmla="*/ 0 w 3432874"/>
              <a:gd name="connsiteY4" fmla="*/ 1375413 h 1725824"/>
              <a:gd name="connsiteX5" fmla="*/ 0 w 3432874"/>
              <a:gd name="connsiteY5" fmla="*/ 1181684 h 1725824"/>
              <a:gd name="connsiteX6" fmla="*/ 0 w 3432874"/>
              <a:gd name="connsiteY6" fmla="*/ 756483 h 1725824"/>
              <a:gd name="connsiteX7" fmla="*/ 0 w 3432874"/>
              <a:gd name="connsiteY7" fmla="*/ 562754 h 1725824"/>
              <a:gd name="connsiteX8" fmla="*/ 0 w 3432874"/>
              <a:gd name="connsiteY8" fmla="*/ 516260 h 1725824"/>
              <a:gd name="connsiteX9" fmla="*/ 0 w 3432874"/>
              <a:gd name="connsiteY9" fmla="*/ 322531 h 1725824"/>
              <a:gd name="connsiteX10" fmla="*/ 110188 w 3432874"/>
              <a:gd name="connsiteY10" fmla="*/ 212343 h 1725824"/>
              <a:gd name="connsiteX11" fmla="*/ 2819969 w 3432874"/>
              <a:gd name="connsiteY11" fmla="*/ 212343 h 1725824"/>
              <a:gd name="connsiteX12" fmla="*/ 2943128 w 3432874"/>
              <a:gd name="connsiteY12" fmla="*/ 0 h 1725824"/>
              <a:gd name="connsiteX13" fmla="*/ 3066287 w 3432874"/>
              <a:gd name="connsiteY13" fmla="*/ 212343 h 1725824"/>
              <a:gd name="connsiteX14" fmla="*/ 3322686 w 3432874"/>
              <a:gd name="connsiteY14" fmla="*/ 212343 h 1725824"/>
              <a:gd name="connsiteX15" fmla="*/ 3432874 w 3432874"/>
              <a:gd name="connsiteY15" fmla="*/ 322531 h 1725824"/>
              <a:gd name="connsiteX16" fmla="*/ 3432874 w 3432874"/>
              <a:gd name="connsiteY16" fmla="*/ 516260 h 1725824"/>
              <a:gd name="connsiteX17" fmla="*/ 3432874 w 3432874"/>
              <a:gd name="connsiteY17" fmla="*/ 562754 h 1725824"/>
              <a:gd name="connsiteX18" fmla="*/ 3432874 w 3432874"/>
              <a:gd name="connsiteY18" fmla="*/ 756483 h 1725824"/>
              <a:gd name="connsiteX19" fmla="*/ 3432874 w 3432874"/>
              <a:gd name="connsiteY19" fmla="*/ 1181684 h 1725824"/>
              <a:gd name="connsiteX20" fmla="*/ 3432874 w 3432874"/>
              <a:gd name="connsiteY20" fmla="*/ 1375413 h 1725824"/>
              <a:gd name="connsiteX21" fmla="*/ 3432874 w 3432874"/>
              <a:gd name="connsiteY21" fmla="*/ 1421907 h 1725824"/>
              <a:gd name="connsiteX22" fmla="*/ 3432874 w 3432874"/>
              <a:gd name="connsiteY22" fmla="*/ 1615636 h 1725824"/>
              <a:gd name="connsiteX23" fmla="*/ 3322686 w 3432874"/>
              <a:gd name="connsiteY23" fmla="*/ 1725824 h 1725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432874" h="1725824">
                <a:moveTo>
                  <a:pt x="3322686" y="1725824"/>
                </a:moveTo>
                <a:lnTo>
                  <a:pt x="110188" y="1725824"/>
                </a:lnTo>
                <a:cubicBezTo>
                  <a:pt x="49333" y="1725824"/>
                  <a:pt x="0" y="1676491"/>
                  <a:pt x="0" y="1615636"/>
                </a:cubicBezTo>
                <a:lnTo>
                  <a:pt x="0" y="1421907"/>
                </a:lnTo>
                <a:lnTo>
                  <a:pt x="0" y="1375413"/>
                </a:lnTo>
                <a:lnTo>
                  <a:pt x="0" y="1181684"/>
                </a:lnTo>
                <a:lnTo>
                  <a:pt x="0" y="756483"/>
                </a:lnTo>
                <a:lnTo>
                  <a:pt x="0" y="562754"/>
                </a:lnTo>
                <a:lnTo>
                  <a:pt x="0" y="516260"/>
                </a:lnTo>
                <a:lnTo>
                  <a:pt x="0" y="322531"/>
                </a:lnTo>
                <a:cubicBezTo>
                  <a:pt x="0" y="261676"/>
                  <a:pt x="49333" y="212343"/>
                  <a:pt x="110188" y="212343"/>
                </a:cubicBezTo>
                <a:lnTo>
                  <a:pt x="2819969" y="212343"/>
                </a:lnTo>
                <a:lnTo>
                  <a:pt x="2943128" y="0"/>
                </a:lnTo>
                <a:lnTo>
                  <a:pt x="3066287" y="212343"/>
                </a:lnTo>
                <a:lnTo>
                  <a:pt x="3322686" y="212343"/>
                </a:lnTo>
                <a:cubicBezTo>
                  <a:pt x="3383541" y="212343"/>
                  <a:pt x="3432874" y="261676"/>
                  <a:pt x="3432874" y="322531"/>
                </a:cubicBezTo>
                <a:lnTo>
                  <a:pt x="3432874" y="516260"/>
                </a:lnTo>
                <a:lnTo>
                  <a:pt x="3432874" y="562754"/>
                </a:lnTo>
                <a:lnTo>
                  <a:pt x="3432874" y="756483"/>
                </a:lnTo>
                <a:lnTo>
                  <a:pt x="3432874" y="1181684"/>
                </a:lnTo>
                <a:lnTo>
                  <a:pt x="3432874" y="1375413"/>
                </a:lnTo>
                <a:lnTo>
                  <a:pt x="3432874" y="1421907"/>
                </a:lnTo>
                <a:lnTo>
                  <a:pt x="3432874" y="1615636"/>
                </a:lnTo>
                <a:cubicBezTo>
                  <a:pt x="3432874" y="1676491"/>
                  <a:pt x="3383541" y="1725824"/>
                  <a:pt x="3322686" y="1725824"/>
                </a:cubicBezTo>
                <a:close/>
              </a:path>
            </a:pathLst>
          </a:cu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wrap="square" rtlCol="0" anchor="ctr">
            <a:noAutofit/>
          </a:bodyPr>
          <a:lstStyle/>
          <a:p>
            <a:pPr algn="ctr"/>
            <a:endParaRPr kumimoji="1" lang="zh-CN" altLang="en-US"/>
          </a:p>
        </p:txBody>
      </p:sp>
      <p:sp>
        <p:nvSpPr>
          <p:cNvPr id="131" name="文本框 38">
            <a:extLst>
              <a:ext uri="{FF2B5EF4-FFF2-40B4-BE49-F238E27FC236}">
                <a16:creationId xmlns:a16="http://schemas.microsoft.com/office/drawing/2014/main" id="{91DF00D1-B712-C536-D077-A1340F1B9A5B}"/>
              </a:ext>
            </a:extLst>
          </p:cNvPr>
          <p:cNvSpPr txBox="1"/>
          <p:nvPr/>
        </p:nvSpPr>
        <p:spPr>
          <a:xfrm>
            <a:off x="4138992" y="1915575"/>
            <a:ext cx="3044351" cy="1194135"/>
          </a:xfrm>
          <a:prstGeom prst="rect">
            <a:avLst/>
          </a:prstGeom>
          <a:noFill/>
        </p:spPr>
        <p:txBody>
          <a:bodyPr wrap="square" rtlCol="0">
            <a:spAutoFit/>
          </a:bodyPr>
          <a:lstStyle/>
          <a:p>
            <a:pPr algn="just">
              <a:lnSpc>
                <a:spcPct val="150000"/>
              </a:lnSpc>
            </a:pPr>
            <a:r>
              <a:rPr kumimoji="1" lang="zh-CN" altLang="en-US" sz="1128" b="1" dirty="0">
                <a:solidFill>
                  <a:srgbClr val="FFFFFF"/>
                </a:solidFill>
                <a:latin typeface="微软雅黑" panose="020B0503020204020204" pitchFamily="34" charset="-122"/>
                <a:ea typeface="微软雅黑" panose="020B0503020204020204" pitchFamily="34" charset="-122"/>
              </a:rPr>
              <a:t>电商平台数据概述：</a:t>
            </a:r>
            <a:endParaRPr kumimoji="1" lang="en-US" altLang="zh-CN" sz="1128" b="1" dirty="0">
              <a:solidFill>
                <a:srgbClr val="FFFFFF"/>
              </a:solidFill>
              <a:latin typeface="微软雅黑" panose="020B0503020204020204" pitchFamily="34" charset="-122"/>
              <a:ea typeface="微软雅黑" panose="020B0503020204020204" pitchFamily="34" charset="-122"/>
            </a:endParaRPr>
          </a:p>
          <a:p>
            <a:pPr algn="just">
              <a:lnSpc>
                <a:spcPct val="150000"/>
              </a:lnSpc>
            </a:pPr>
            <a:r>
              <a:rPr kumimoji="1" lang="zh-CN" altLang="en-US" sz="752" dirty="0">
                <a:solidFill>
                  <a:srgbClr val="FFFFFF"/>
                </a:solidFill>
                <a:latin typeface="微软雅黑" panose="020B0503020204020204" pitchFamily="34" charset="-122"/>
                <a:ea typeface="微软雅黑" panose="020B0503020204020204" pitchFamily="34" charset="-122"/>
              </a:rPr>
              <a:t>填写本项的目标、关键动作与交付物。</a:t>
            </a:r>
            <a:r>
              <a:rPr kumimoji="1" lang="en-US" altLang="zh-CN" sz="752" dirty="0">
                <a:solidFill>
                  <a:srgbClr val="FFFFFF"/>
                </a:solidFill>
                <a:latin typeface="微软雅黑" panose="020B0503020204020204" pitchFamily="34" charset="-122"/>
                <a:ea typeface="微软雅黑" panose="020B0503020204020204" pitchFamily="34" charset="-122"/>
              </a:rPr>
              <a:t/>
            </a:r>
            <a:r>
              <a:rPr kumimoji="1" lang="zh-CN" altLang="en-US" sz="752" dirty="0">
                <a:solidFill>
                  <a:srgbClr val="FFFFFF"/>
                </a:solidFill>
                <a:latin typeface="微软雅黑" panose="020B0503020204020204" pitchFamily="34" charset="-122"/>
                <a:ea typeface="微软雅黑" panose="020B0503020204020204" pitchFamily="34" charset="-122"/>
              </a:rPr>
              <a:t/>
            </a:r>
          </a:p>
          <a:p>
            <a:pPr algn="just">
              <a:lnSpc>
                <a:spcPct val="150000"/>
              </a:lnSpc>
            </a:pPr>
            <a:r>
              <a:rPr kumimoji="1" lang="zh-CN" altLang="en-US" sz="752" dirty="0">
                <a:solidFill>
                  <a:srgbClr val="FFFFFF"/>
                </a:solidFill>
                <a:latin typeface="微软雅黑" panose="020B0503020204020204" pitchFamily="34" charset="-122"/>
                <a:ea typeface="微软雅黑" panose="020B0503020204020204" pitchFamily="34" charset="-122"/>
              </a:rPr>
              <a:t>填写本项的目标、关键动作与交付物。</a:t>
            </a:r>
            <a:r>
              <a:rPr kumimoji="1" lang="en-US" altLang="zh-CN" sz="752" dirty="0">
                <a:solidFill>
                  <a:srgbClr val="FFFFFF"/>
                </a:solidFill>
                <a:latin typeface="微软雅黑" panose="020B0503020204020204" pitchFamily="34" charset="-122"/>
                <a:ea typeface="微软雅黑" panose="020B0503020204020204" pitchFamily="34" charset="-122"/>
              </a:rPr>
              <a:t/>
            </a:r>
            <a:r>
              <a:rPr kumimoji="1" lang="zh-CN" altLang="en-US" sz="752" dirty="0">
                <a:solidFill>
                  <a:srgbClr val="FFFFFF"/>
                </a:solidFill>
                <a:latin typeface="微软雅黑" panose="020B0503020204020204" pitchFamily="34" charset="-122"/>
                <a:ea typeface="微软雅黑" panose="020B0503020204020204" pitchFamily="34" charset="-122"/>
              </a:rPr>
              <a:t/>
            </a:r>
            <a:r>
              <a:rPr kumimoji="1" lang="en" altLang="zh-CN" sz="752" dirty="0">
                <a:solidFill>
                  <a:srgbClr val="FFFFFF"/>
                </a:solidFill>
                <a:latin typeface="微软雅黑" panose="020B0503020204020204" pitchFamily="34" charset="-122"/>
                <a:ea typeface="微软雅黑" panose="020B0503020204020204" pitchFamily="34" charset="-122"/>
              </a:rPr>
              <a:t/>
            </a:r>
            <a:r>
              <a:rPr kumimoji="1" lang="zh-CN" altLang="en-US" sz="752" dirty="0">
                <a:solidFill>
                  <a:srgbClr val="FFFFFF"/>
                </a:solidFill>
                <a:latin typeface="微软雅黑" panose="020B0503020204020204" pitchFamily="34" charset="-122"/>
                <a:ea typeface="微软雅黑" panose="020B0503020204020204" pitchFamily="34" charset="-122"/>
              </a:rPr>
              <a:t/>
            </a:r>
            <a:r>
              <a:rPr kumimoji="1" lang="en" altLang="zh-CN" sz="752" dirty="0">
                <a:solidFill>
                  <a:srgbClr val="FFFFFF"/>
                </a:solidFill>
                <a:latin typeface="微软雅黑" panose="020B0503020204020204" pitchFamily="34" charset="-122"/>
                <a:ea typeface="微软雅黑" panose="020B0503020204020204" pitchFamily="34" charset="-122"/>
              </a:rPr>
              <a:t/>
            </a:r>
            <a:r>
              <a:rPr kumimoji="1" lang="zh-CN" altLang="en" sz="752" dirty="0">
                <a:solidFill>
                  <a:srgbClr val="FFFFFF"/>
                </a:solidFill>
                <a:latin typeface="微软雅黑" panose="020B0503020204020204" pitchFamily="34" charset="-122"/>
                <a:ea typeface="微软雅黑" panose="020B0503020204020204" pitchFamily="34" charset="-122"/>
              </a:rPr>
              <a:t/>
            </a:r>
            <a:r>
              <a:rPr kumimoji="1" lang="zh-CN" altLang="en-US" sz="752" dirty="0">
                <a:solidFill>
                  <a:srgbClr val="FFFFFF"/>
                </a:solidFill>
                <a:latin typeface="微软雅黑" panose="020B0503020204020204" pitchFamily="34" charset="-122"/>
                <a:ea typeface="微软雅黑" panose="020B0503020204020204" pitchFamily="34" charset="-122"/>
              </a:rPr>
              <a:t/>
            </a:r>
          </a:p>
        </p:txBody>
      </p:sp>
    </p:spTree>
    <p:extLst>
      <p:ext uri="{BB962C8B-B14F-4D97-AF65-F5344CB8AC3E}">
        <p14:creationId xmlns:p14="http://schemas.microsoft.com/office/powerpoint/2010/main" val="1851778670"/>
      </p:ext>
    </p:extLst>
  </p:cSld>
  <p:clrMapOvr>
    <a:masterClrMapping/>
  </p:clrMapOvr>
</p:sld>
</file>

<file path=ppt/slides/vr_business_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R046 年度趋势与渠道概览（数据示例）</a:t>
            </a:r>
          </a:p>
        </p:txBody>
      </p:sp>
      <p:sp>
        <p:nvSpPr>
          <p:cNvPr id="101" name="Rectangle: Rounded Corners 14">
            <a:extLst>
              <a:ext uri="{FF2B5EF4-FFF2-40B4-BE49-F238E27FC236}">
                <a16:creationId xmlns:a16="http://schemas.microsoft.com/office/drawing/2014/main" id="{A2A2C480-8617-2D60-D902-6553D7E4006D}"/>
              </a:ext>
            </a:extLst>
          </p:cNvPr>
          <p:cNvSpPr/>
          <p:nvPr/>
        </p:nvSpPr>
        <p:spPr>
          <a:xfrm>
            <a:off x="805530" y="1238250"/>
            <a:ext cx="10588563" cy="3670297"/>
          </a:xfrm>
          <a:prstGeom prst="roundRect">
            <a:avLst>
              <a:gd name="adj" fmla="val 3459"/>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graphicFrame>
        <p:nvGraphicFramePr>
          <p:cNvPr id="102" name="Chart 8">
            <a:extLst>
              <a:ext uri="{FF2B5EF4-FFF2-40B4-BE49-F238E27FC236}">
                <a16:creationId xmlns:a16="http://schemas.microsoft.com/office/drawing/2014/main" id="{67DE3D29-90E5-D161-036E-EFD39B00063F}"/>
              </a:ext>
            </a:extLst>
          </p:cNvPr>
          <p:cNvGraphicFramePr/>
          <p:nvPr>
            <p:extLst>
              <p:ext uri="{D42A27DB-BD31-4B8C-83A1-F6EECF244321}">
                <p14:modId xmlns:p14="http://schemas.microsoft.com/office/powerpoint/2010/main" val="1270516378"/>
              </p:ext>
            </p:extLst>
          </p:nvPr>
        </p:nvGraphicFramePr>
        <p:xfrm>
          <a:off x="1025089" y="1724280"/>
          <a:ext cx="10146363" cy="2955668"/>
        </p:xfrm>
        <a:graphic>
          <a:graphicData uri="http://schemas.openxmlformats.org/drawingml/2006/chart">
            <c:chart xmlns:c="http://schemas.openxmlformats.org/drawingml/2006/chart" xmlns:r="http://schemas.openxmlformats.org/officeDocument/2006/relationships" r:id="rId3"/>
          </a:graphicData>
        </a:graphic>
      </p:graphicFrame>
      <p:sp>
        <p:nvSpPr>
          <p:cNvPr id="103" name="TextBox 9">
            <a:extLst>
              <a:ext uri="{FF2B5EF4-FFF2-40B4-BE49-F238E27FC236}">
                <a16:creationId xmlns:a16="http://schemas.microsoft.com/office/drawing/2014/main" id="{BDA130DB-CD23-D9BB-D52B-1EB00D41DABB}"/>
              </a:ext>
            </a:extLst>
          </p:cNvPr>
          <p:cNvSpPr txBox="1"/>
          <p:nvPr/>
        </p:nvSpPr>
        <p:spPr>
          <a:xfrm>
            <a:off x="984608" y="1326639"/>
            <a:ext cx="2501651" cy="392161"/>
          </a:xfrm>
          <a:prstGeom prst="rect">
            <a:avLst/>
          </a:prstGeom>
          <a:noFill/>
        </p:spPr>
        <p:txBody>
          <a:bodyPr wrap="square" rtlCol="0">
            <a:spAutoFit/>
          </a:bodyPr>
          <a:lstStyle>
            <a:defPPr>
              <a:defRPr lang="en-US"/>
            </a:defPPr>
            <a:lvl1pPr>
              <a:lnSpc>
                <a:spcPct val="130000"/>
              </a:lnSpc>
              <a:spcBef>
                <a:spcPts val="1200"/>
              </a:spcBef>
              <a:defRPr sz="1315">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sz="1691" dirty="0" err="1">
                <a:solidFill>
                  <a:srgbClr val="333333">
                    <a:lumMod val="85000"/>
                    <a:lumOff val="15000"/>
                  </a:srgbClr>
                </a:solidFill>
                <a:latin typeface="微软雅黑" panose="020B0503020204020204" pitchFamily="34" charset="-122"/>
                <a:ea typeface="微软雅黑" panose="020B0503020204020204" pitchFamily="34" charset="-122"/>
              </a:rPr>
              <a:t>全年销售额数据看板</a:t>
            </a:r>
            <a:endParaRPr lang="en-US" sz="1691" dirty="0">
              <a:solidFill>
                <a:srgbClr val="333333">
                  <a:lumMod val="85000"/>
                  <a:lumOff val="15000"/>
                </a:srgbClr>
              </a:solidFill>
              <a:latin typeface="微软雅黑" panose="020B0503020204020204" pitchFamily="34" charset="-122"/>
              <a:ea typeface="微软雅黑" panose="020B0503020204020204" pitchFamily="34" charset="-122"/>
            </a:endParaRPr>
          </a:p>
        </p:txBody>
      </p:sp>
      <p:sp>
        <p:nvSpPr>
          <p:cNvPr id="104" name="Rectangle: Rounded Corners 16">
            <a:extLst>
              <a:ext uri="{FF2B5EF4-FFF2-40B4-BE49-F238E27FC236}">
                <a16:creationId xmlns:a16="http://schemas.microsoft.com/office/drawing/2014/main" id="{5C8F9F6D-EA08-3438-1B69-BC325E66BEBE}"/>
              </a:ext>
            </a:extLst>
          </p:cNvPr>
          <p:cNvSpPr/>
          <p:nvPr/>
        </p:nvSpPr>
        <p:spPr>
          <a:xfrm>
            <a:off x="792778" y="5105400"/>
            <a:ext cx="2486667" cy="1162050"/>
          </a:xfrm>
          <a:prstGeom prst="roundRect">
            <a:avLst>
              <a:gd name="adj" fmla="val 7237"/>
            </a:avLst>
          </a:prstGeom>
          <a:solidFill>
            <a:srgbClr val="336699"/>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sp>
        <p:nvSpPr>
          <p:cNvPr id="105" name="文本框 13">
            <a:extLst>
              <a:ext uri="{FF2B5EF4-FFF2-40B4-BE49-F238E27FC236}">
                <a16:creationId xmlns:a16="http://schemas.microsoft.com/office/drawing/2014/main" id="{A1A42094-D04A-EDED-138E-E736884E7209}"/>
              </a:ext>
            </a:extLst>
          </p:cNvPr>
          <p:cNvSpPr txBox="1"/>
          <p:nvPr/>
        </p:nvSpPr>
        <p:spPr>
          <a:xfrm>
            <a:off x="1270496" y="5252954"/>
            <a:ext cx="1041103" cy="347034"/>
          </a:xfrm>
          <a:prstGeom prst="rect">
            <a:avLst/>
          </a:prstGeom>
          <a:noFill/>
        </p:spPr>
        <p:txBody>
          <a:bodyPr wrap="none" rtlCol="0">
            <a:spAutoFit/>
          </a:bodyPr>
          <a:lstStyle/>
          <a:p>
            <a:r>
              <a:rPr lang="zh-CN" altLang="en-US" b="1" i="0" u="none" strike="noStrike" dirty="0">
                <a:solidFill>
                  <a:srgbClr val="FFFFFF"/>
                </a:solidFill>
                <a:effectLst/>
                <a:latin typeface="微软雅黑" panose="020B0503020204020204" pitchFamily="34" charset="-122"/>
                <a:ea typeface="微软雅黑" panose="020B0503020204020204" pitchFamily="34" charset="-122"/>
              </a:rPr>
              <a:t>电商平台</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06" name="Rounded Rectangle 35">
            <a:extLst>
              <a:ext uri="{FF2B5EF4-FFF2-40B4-BE49-F238E27FC236}">
                <a16:creationId xmlns:a16="http://schemas.microsoft.com/office/drawing/2014/main" id="{0C512D35-B62A-6343-D4C1-DEE113775451}"/>
              </a:ext>
            </a:extLst>
          </p:cNvPr>
          <p:cNvSpPr/>
          <p:nvPr/>
        </p:nvSpPr>
        <p:spPr>
          <a:xfrm>
            <a:off x="984608" y="5747541"/>
            <a:ext cx="2085908" cy="65047"/>
          </a:xfrm>
          <a:prstGeom prst="roundRect">
            <a:avLst>
              <a:gd name="adj" fmla="val 5000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07" name="Rounded Rectangle 35">
            <a:extLst>
              <a:ext uri="{FF2B5EF4-FFF2-40B4-BE49-F238E27FC236}">
                <a16:creationId xmlns:a16="http://schemas.microsoft.com/office/drawing/2014/main" id="{128F7320-95AD-FD7D-FB04-628197599977}"/>
              </a:ext>
            </a:extLst>
          </p:cNvPr>
          <p:cNvSpPr/>
          <p:nvPr/>
        </p:nvSpPr>
        <p:spPr>
          <a:xfrm>
            <a:off x="984608" y="5747042"/>
            <a:ext cx="1491082" cy="6504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08" name="文本框 17">
            <a:extLst>
              <a:ext uri="{FF2B5EF4-FFF2-40B4-BE49-F238E27FC236}">
                <a16:creationId xmlns:a16="http://schemas.microsoft.com/office/drawing/2014/main" id="{3CCBBFFD-E1DD-EB27-F98F-505DB847DC29}"/>
              </a:ext>
            </a:extLst>
          </p:cNvPr>
          <p:cNvSpPr txBox="1"/>
          <p:nvPr/>
        </p:nvSpPr>
        <p:spPr>
          <a:xfrm>
            <a:off x="2489853" y="5252954"/>
            <a:ext cx="643459" cy="347034"/>
          </a:xfrm>
          <a:prstGeom prst="rect">
            <a:avLst/>
          </a:prstGeom>
          <a:noFill/>
        </p:spPr>
        <p:txBody>
          <a:bodyPr wrap="none" rtlCol="0">
            <a:spAutoFit/>
          </a:bodyPr>
          <a:lstStyle/>
          <a:p>
            <a:pPr algn="r"/>
            <a:r>
              <a:rPr kumimoji="1" lang="en-US" altLang="zh-CN" b="1" dirty="0">
                <a:solidFill>
                  <a:srgbClr val="FFFFFF"/>
                </a:solidFill>
                <a:latin typeface="微软雅黑" panose="020B0503020204020204" pitchFamily="34" charset="-122"/>
                <a:ea typeface="微软雅黑" panose="020B0503020204020204" pitchFamily="34" charset="-122"/>
              </a:rPr>
              <a:t>40%</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09" name="文本框 18">
            <a:extLst>
              <a:ext uri="{FF2B5EF4-FFF2-40B4-BE49-F238E27FC236}">
                <a16:creationId xmlns:a16="http://schemas.microsoft.com/office/drawing/2014/main" id="{C944D379-92FE-E730-6F27-93982F92C08F}"/>
              </a:ext>
            </a:extLst>
          </p:cNvPr>
          <p:cNvSpPr txBox="1"/>
          <p:nvPr/>
        </p:nvSpPr>
        <p:spPr>
          <a:xfrm>
            <a:off x="918733" y="5879467"/>
            <a:ext cx="2265084" cy="231356"/>
          </a:xfrm>
          <a:prstGeom prst="rect">
            <a:avLst/>
          </a:prstGeom>
          <a:noFill/>
        </p:spPr>
        <p:txBody>
          <a:bodyPr wrap="square" rtlCol="0" anchor="t">
            <a:spAutoFit/>
          </a:bodyPr>
          <a:lstStyle/>
          <a:p>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全网GMV达到154万元，同比增长</a:t>
            </a:r>
            <a:r>
              <a:rPr lang="en-US" altLang="zh-CN"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40</a:t>
            </a:r>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a:t>
            </a:r>
          </a:p>
        </p:txBody>
      </p:sp>
      <p:grpSp>
        <p:nvGrpSpPr>
          <p:cNvPr id="110" name="组合 19">
            <a:extLst>
              <a:ext uri="{FF2B5EF4-FFF2-40B4-BE49-F238E27FC236}">
                <a16:creationId xmlns:a16="http://schemas.microsoft.com/office/drawing/2014/main" id="{2A4886D4-DB92-D9FC-58F1-3C11300C2524}"/>
              </a:ext>
            </a:extLst>
          </p:cNvPr>
          <p:cNvGrpSpPr/>
          <p:nvPr/>
        </p:nvGrpSpPr>
        <p:grpSpPr>
          <a:xfrm>
            <a:off x="984608" y="5293710"/>
            <a:ext cx="284320" cy="284320"/>
            <a:chOff x="3837791" y="2457822"/>
            <a:chExt cx="762000" cy="762000"/>
          </a:xfrm>
        </p:grpSpPr>
        <p:sp>
          <p:nvSpPr>
            <p:cNvPr id="111" name="Rectangle: Rounded Corners 27">
              <a:extLst>
                <a:ext uri="{FF2B5EF4-FFF2-40B4-BE49-F238E27FC236}">
                  <a16:creationId xmlns:a16="http://schemas.microsoft.com/office/drawing/2014/main" id="{19391D78-72E5-8852-2723-2F3C208AB2EA}"/>
                </a:ext>
              </a:extLst>
            </p:cNvPr>
            <p:cNvSpPr/>
            <p:nvPr/>
          </p:nvSpPr>
          <p:spPr>
            <a:xfrm>
              <a:off x="3837791" y="2457822"/>
              <a:ext cx="762000" cy="762000"/>
            </a:xfrm>
            <a:prstGeom prst="roundRect">
              <a:avLst>
                <a:gd name="adj" fmla="val 50000"/>
              </a:avLst>
            </a:prstGeom>
            <a:solidFill>
              <a:srgbClr val="58B6C0"/>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12" name="图形 21" descr="条形图 纯色填充">
              <a:extLst>
                <a:ext uri="{FF2B5EF4-FFF2-40B4-BE49-F238E27FC236}">
                  <a16:creationId xmlns:a16="http://schemas.microsoft.com/office/drawing/2014/main" id="{D100709C-76F5-4C31-D315-80A0AADB3D8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5347" y="2587977"/>
              <a:ext cx="457200" cy="457200"/>
            </a:xfrm>
            <a:prstGeom prst="rect">
              <a:avLst/>
            </a:prstGeom>
          </p:spPr>
        </p:pic>
      </p:grpSp>
      <p:sp>
        <p:nvSpPr>
          <p:cNvPr id="113" name="Rectangle: Rounded Corners 16">
            <a:extLst>
              <a:ext uri="{FF2B5EF4-FFF2-40B4-BE49-F238E27FC236}">
                <a16:creationId xmlns:a16="http://schemas.microsoft.com/office/drawing/2014/main" id="{E5A2B3AD-C0DE-3E87-B7F5-01B5AD4DCF3B}"/>
              </a:ext>
            </a:extLst>
          </p:cNvPr>
          <p:cNvSpPr/>
          <p:nvPr/>
        </p:nvSpPr>
        <p:spPr>
          <a:xfrm>
            <a:off x="3499370" y="5105400"/>
            <a:ext cx="2486667" cy="1162050"/>
          </a:xfrm>
          <a:prstGeom prst="roundRect">
            <a:avLst>
              <a:gd name="adj" fmla="val 7237"/>
            </a:avLst>
          </a:prstGeom>
          <a:solidFill>
            <a:srgbClr val="3494BA"/>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sp>
        <p:nvSpPr>
          <p:cNvPr id="114" name="文本框 25">
            <a:extLst>
              <a:ext uri="{FF2B5EF4-FFF2-40B4-BE49-F238E27FC236}">
                <a16:creationId xmlns:a16="http://schemas.microsoft.com/office/drawing/2014/main" id="{9C930867-6FF6-4373-994A-179CF26D0506}"/>
              </a:ext>
            </a:extLst>
          </p:cNvPr>
          <p:cNvSpPr txBox="1"/>
          <p:nvPr/>
        </p:nvSpPr>
        <p:spPr>
          <a:xfrm>
            <a:off x="3977089" y="5252954"/>
            <a:ext cx="1041103" cy="347034"/>
          </a:xfrm>
          <a:prstGeom prst="rect">
            <a:avLst/>
          </a:prstGeom>
          <a:noFill/>
        </p:spPr>
        <p:txBody>
          <a:bodyPr wrap="none" rtlCol="0">
            <a:spAutoFit/>
          </a:bodyPr>
          <a:lstStyle/>
          <a:p>
            <a:r>
              <a:rPr lang="zh-CN" altLang="en-US" b="1" i="0" u="none" strike="noStrike" dirty="0">
                <a:solidFill>
                  <a:srgbClr val="FFFFFF"/>
                </a:solidFill>
                <a:effectLst/>
                <a:latin typeface="微软雅黑" panose="020B0503020204020204" pitchFamily="34" charset="-122"/>
                <a:ea typeface="微软雅黑" panose="020B0503020204020204" pitchFamily="34" charset="-122"/>
              </a:rPr>
              <a:t>社交平台</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15" name="Rounded Rectangle 35">
            <a:extLst>
              <a:ext uri="{FF2B5EF4-FFF2-40B4-BE49-F238E27FC236}">
                <a16:creationId xmlns:a16="http://schemas.microsoft.com/office/drawing/2014/main" id="{0083840C-1B71-68DD-8752-8207482B106D}"/>
              </a:ext>
            </a:extLst>
          </p:cNvPr>
          <p:cNvSpPr/>
          <p:nvPr/>
        </p:nvSpPr>
        <p:spPr>
          <a:xfrm>
            <a:off x="3691200" y="5747541"/>
            <a:ext cx="2085908" cy="65047"/>
          </a:xfrm>
          <a:prstGeom prst="roundRect">
            <a:avLst>
              <a:gd name="adj" fmla="val 5000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16" name="Rounded Rectangle 35">
            <a:extLst>
              <a:ext uri="{FF2B5EF4-FFF2-40B4-BE49-F238E27FC236}">
                <a16:creationId xmlns:a16="http://schemas.microsoft.com/office/drawing/2014/main" id="{F0D86E91-960E-85BD-9FB1-7B754063C78B}"/>
              </a:ext>
            </a:extLst>
          </p:cNvPr>
          <p:cNvSpPr/>
          <p:nvPr/>
        </p:nvSpPr>
        <p:spPr>
          <a:xfrm>
            <a:off x="3691200" y="5747042"/>
            <a:ext cx="1491082" cy="6504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17" name="文本框 28">
            <a:extLst>
              <a:ext uri="{FF2B5EF4-FFF2-40B4-BE49-F238E27FC236}">
                <a16:creationId xmlns:a16="http://schemas.microsoft.com/office/drawing/2014/main" id="{46E81354-675C-802B-E46B-E76850D02DDE}"/>
              </a:ext>
            </a:extLst>
          </p:cNvPr>
          <p:cNvSpPr txBox="1"/>
          <p:nvPr/>
        </p:nvSpPr>
        <p:spPr>
          <a:xfrm>
            <a:off x="5196445" y="5252954"/>
            <a:ext cx="643459" cy="347034"/>
          </a:xfrm>
          <a:prstGeom prst="rect">
            <a:avLst/>
          </a:prstGeom>
          <a:noFill/>
        </p:spPr>
        <p:txBody>
          <a:bodyPr wrap="none" rtlCol="0">
            <a:spAutoFit/>
          </a:bodyPr>
          <a:lstStyle/>
          <a:p>
            <a:pPr algn="r"/>
            <a:r>
              <a:rPr kumimoji="1" lang="en-US" altLang="zh-CN" b="1" dirty="0">
                <a:solidFill>
                  <a:srgbClr val="FFFFFF"/>
                </a:solidFill>
                <a:latin typeface="微软雅黑" panose="020B0503020204020204" pitchFamily="34" charset="-122"/>
                <a:ea typeface="微软雅黑" panose="020B0503020204020204" pitchFamily="34" charset="-122"/>
              </a:rPr>
              <a:t>20%</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18" name="文本框 29">
            <a:extLst>
              <a:ext uri="{FF2B5EF4-FFF2-40B4-BE49-F238E27FC236}">
                <a16:creationId xmlns:a16="http://schemas.microsoft.com/office/drawing/2014/main" id="{FE7E7071-EFF8-B53E-BDAB-9C69AA7D262D}"/>
              </a:ext>
            </a:extLst>
          </p:cNvPr>
          <p:cNvSpPr txBox="1"/>
          <p:nvPr/>
        </p:nvSpPr>
        <p:spPr>
          <a:xfrm>
            <a:off x="3625325" y="5879467"/>
            <a:ext cx="2265084" cy="231356"/>
          </a:xfrm>
          <a:prstGeom prst="rect">
            <a:avLst/>
          </a:prstGeom>
          <a:noFill/>
        </p:spPr>
        <p:txBody>
          <a:bodyPr wrap="square" rtlCol="0" anchor="t">
            <a:spAutoFit/>
          </a:bodyPr>
          <a:lstStyle/>
          <a:p>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全网GMV达到154万元，同比增长</a:t>
            </a:r>
            <a:r>
              <a:rPr lang="en-US" altLang="zh-CN"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20</a:t>
            </a:r>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a:t>
            </a:r>
          </a:p>
        </p:txBody>
      </p:sp>
      <p:grpSp>
        <p:nvGrpSpPr>
          <p:cNvPr id="119" name="组合 31">
            <a:extLst>
              <a:ext uri="{FF2B5EF4-FFF2-40B4-BE49-F238E27FC236}">
                <a16:creationId xmlns:a16="http://schemas.microsoft.com/office/drawing/2014/main" id="{3D918C4A-A389-6BA6-95BD-DD7469DEB945}"/>
              </a:ext>
            </a:extLst>
          </p:cNvPr>
          <p:cNvGrpSpPr/>
          <p:nvPr/>
        </p:nvGrpSpPr>
        <p:grpSpPr>
          <a:xfrm>
            <a:off x="3691200" y="5293710"/>
            <a:ext cx="284320" cy="284320"/>
            <a:chOff x="3837791" y="2457822"/>
            <a:chExt cx="762000" cy="762000"/>
          </a:xfrm>
        </p:grpSpPr>
        <p:sp>
          <p:nvSpPr>
            <p:cNvPr id="120" name="Rectangle: Rounded Corners 27">
              <a:extLst>
                <a:ext uri="{FF2B5EF4-FFF2-40B4-BE49-F238E27FC236}">
                  <a16:creationId xmlns:a16="http://schemas.microsoft.com/office/drawing/2014/main" id="{1331A5F4-2291-5AA5-DFED-8E15861D61B8}"/>
                </a:ext>
              </a:extLst>
            </p:cNvPr>
            <p:cNvSpPr/>
            <p:nvPr/>
          </p:nvSpPr>
          <p:spPr>
            <a:xfrm>
              <a:off x="3837791" y="2457822"/>
              <a:ext cx="762000" cy="762000"/>
            </a:xfrm>
            <a:prstGeom prst="roundRect">
              <a:avLst>
                <a:gd name="adj" fmla="val 50000"/>
              </a:avLst>
            </a:prstGeom>
            <a:solidFill>
              <a:srgbClr val="58B6C0"/>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21" name="图形 34" descr="条形图 纯色填充">
              <a:extLst>
                <a:ext uri="{FF2B5EF4-FFF2-40B4-BE49-F238E27FC236}">
                  <a16:creationId xmlns:a16="http://schemas.microsoft.com/office/drawing/2014/main" id="{DC6C59BF-1CE5-AD5A-BE8C-812E5BE02B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5347" y="2587977"/>
              <a:ext cx="457200" cy="457200"/>
            </a:xfrm>
            <a:prstGeom prst="rect">
              <a:avLst/>
            </a:prstGeom>
          </p:spPr>
        </p:pic>
      </p:grpSp>
      <p:sp>
        <p:nvSpPr>
          <p:cNvPr id="122" name="Rectangle: Rounded Corners 16">
            <a:extLst>
              <a:ext uri="{FF2B5EF4-FFF2-40B4-BE49-F238E27FC236}">
                <a16:creationId xmlns:a16="http://schemas.microsoft.com/office/drawing/2014/main" id="{FC08F689-EEB7-B936-C5B0-33E56E5656E5}"/>
              </a:ext>
            </a:extLst>
          </p:cNvPr>
          <p:cNvSpPr/>
          <p:nvPr/>
        </p:nvSpPr>
        <p:spPr>
          <a:xfrm>
            <a:off x="6205962" y="5105400"/>
            <a:ext cx="2486667" cy="1162050"/>
          </a:xfrm>
          <a:prstGeom prst="roundRect">
            <a:avLst>
              <a:gd name="adj" fmla="val 7237"/>
            </a:avLst>
          </a:prstGeom>
          <a:solidFill>
            <a:srgbClr val="58B6C0"/>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sp>
        <p:nvSpPr>
          <p:cNvPr id="123" name="文本框 37">
            <a:extLst>
              <a:ext uri="{FF2B5EF4-FFF2-40B4-BE49-F238E27FC236}">
                <a16:creationId xmlns:a16="http://schemas.microsoft.com/office/drawing/2014/main" id="{46D88642-8228-1B26-81F6-FF1CAAA2BFB3}"/>
              </a:ext>
            </a:extLst>
          </p:cNvPr>
          <p:cNvSpPr txBox="1"/>
          <p:nvPr/>
        </p:nvSpPr>
        <p:spPr>
          <a:xfrm>
            <a:off x="6683681" y="5252954"/>
            <a:ext cx="1041103" cy="347034"/>
          </a:xfrm>
          <a:prstGeom prst="rect">
            <a:avLst/>
          </a:prstGeom>
          <a:noFill/>
        </p:spPr>
        <p:txBody>
          <a:bodyPr wrap="none" rtlCol="0">
            <a:spAutoFit/>
          </a:bodyPr>
          <a:lstStyle/>
          <a:p>
            <a:r>
              <a:rPr lang="zh-CN" altLang="en-US" b="1" i="0" u="none" strike="noStrike" dirty="0">
                <a:solidFill>
                  <a:srgbClr val="FFFFFF"/>
                </a:solidFill>
                <a:effectLst/>
                <a:latin typeface="微软雅黑" panose="020B0503020204020204" pitchFamily="34" charset="-122"/>
                <a:ea typeface="微软雅黑" panose="020B0503020204020204" pitchFamily="34" charset="-122"/>
              </a:rPr>
              <a:t>线下渠道</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24" name="Rounded Rectangle 35">
            <a:extLst>
              <a:ext uri="{FF2B5EF4-FFF2-40B4-BE49-F238E27FC236}">
                <a16:creationId xmlns:a16="http://schemas.microsoft.com/office/drawing/2014/main" id="{B423020A-BB81-0E09-9B78-3DB3BD52A3C0}"/>
              </a:ext>
            </a:extLst>
          </p:cNvPr>
          <p:cNvSpPr/>
          <p:nvPr/>
        </p:nvSpPr>
        <p:spPr>
          <a:xfrm>
            <a:off x="6397793" y="5747541"/>
            <a:ext cx="2085908" cy="65047"/>
          </a:xfrm>
          <a:prstGeom prst="roundRect">
            <a:avLst>
              <a:gd name="adj" fmla="val 50000"/>
            </a:avLst>
          </a:prstGeom>
          <a:solidFill>
            <a:srgbClr val="336699"/>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25" name="Rounded Rectangle 35">
            <a:extLst>
              <a:ext uri="{FF2B5EF4-FFF2-40B4-BE49-F238E27FC236}">
                <a16:creationId xmlns:a16="http://schemas.microsoft.com/office/drawing/2014/main" id="{EE3B68E0-FED6-E612-8633-DDFB180DCAC6}"/>
              </a:ext>
            </a:extLst>
          </p:cNvPr>
          <p:cNvSpPr/>
          <p:nvPr/>
        </p:nvSpPr>
        <p:spPr>
          <a:xfrm>
            <a:off x="6397793" y="5747042"/>
            <a:ext cx="1491082" cy="6504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26" name="文本框 40">
            <a:extLst>
              <a:ext uri="{FF2B5EF4-FFF2-40B4-BE49-F238E27FC236}">
                <a16:creationId xmlns:a16="http://schemas.microsoft.com/office/drawing/2014/main" id="{C0C1D896-A969-D341-23E8-AB1CA0314479}"/>
              </a:ext>
            </a:extLst>
          </p:cNvPr>
          <p:cNvSpPr txBox="1"/>
          <p:nvPr/>
        </p:nvSpPr>
        <p:spPr>
          <a:xfrm>
            <a:off x="7903037" y="5252954"/>
            <a:ext cx="643459" cy="347034"/>
          </a:xfrm>
          <a:prstGeom prst="rect">
            <a:avLst/>
          </a:prstGeom>
          <a:noFill/>
        </p:spPr>
        <p:txBody>
          <a:bodyPr wrap="none" rtlCol="0">
            <a:spAutoFit/>
          </a:bodyPr>
          <a:lstStyle/>
          <a:p>
            <a:pPr algn="r"/>
            <a:r>
              <a:rPr kumimoji="1" lang="en-US" altLang="zh-CN" b="1" dirty="0">
                <a:solidFill>
                  <a:srgbClr val="FFFFFF"/>
                </a:solidFill>
                <a:latin typeface="微软雅黑" panose="020B0503020204020204" pitchFamily="34" charset="-122"/>
                <a:ea typeface="微软雅黑" panose="020B0503020204020204" pitchFamily="34" charset="-122"/>
              </a:rPr>
              <a:t>10%</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27" name="文本框 41">
            <a:extLst>
              <a:ext uri="{FF2B5EF4-FFF2-40B4-BE49-F238E27FC236}">
                <a16:creationId xmlns:a16="http://schemas.microsoft.com/office/drawing/2014/main" id="{E36A7E44-179E-E7E4-60BB-83AF6D9E18DE}"/>
              </a:ext>
            </a:extLst>
          </p:cNvPr>
          <p:cNvSpPr txBox="1"/>
          <p:nvPr/>
        </p:nvSpPr>
        <p:spPr>
          <a:xfrm>
            <a:off x="6331917" y="5879467"/>
            <a:ext cx="2265084" cy="231356"/>
          </a:xfrm>
          <a:prstGeom prst="rect">
            <a:avLst/>
          </a:prstGeom>
          <a:noFill/>
        </p:spPr>
        <p:txBody>
          <a:bodyPr wrap="square" rtlCol="0" anchor="t">
            <a:spAutoFit/>
          </a:bodyPr>
          <a:lstStyle/>
          <a:p>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全网GMV达到154万元，同比增长</a:t>
            </a:r>
            <a:r>
              <a:rPr lang="en-US" altLang="zh-CN"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10</a:t>
            </a:r>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a:t>
            </a:r>
          </a:p>
        </p:txBody>
      </p:sp>
      <p:grpSp>
        <p:nvGrpSpPr>
          <p:cNvPr id="128" name="组合 42">
            <a:extLst>
              <a:ext uri="{FF2B5EF4-FFF2-40B4-BE49-F238E27FC236}">
                <a16:creationId xmlns:a16="http://schemas.microsoft.com/office/drawing/2014/main" id="{C902959E-420F-916E-2918-E1EC8E13F12E}"/>
              </a:ext>
            </a:extLst>
          </p:cNvPr>
          <p:cNvGrpSpPr/>
          <p:nvPr/>
        </p:nvGrpSpPr>
        <p:grpSpPr>
          <a:xfrm>
            <a:off x="6397793" y="5293710"/>
            <a:ext cx="284320" cy="284320"/>
            <a:chOff x="3837791" y="2457822"/>
            <a:chExt cx="762000" cy="762000"/>
          </a:xfrm>
        </p:grpSpPr>
        <p:sp>
          <p:nvSpPr>
            <p:cNvPr id="129" name="Rectangle: Rounded Corners 27">
              <a:extLst>
                <a:ext uri="{FF2B5EF4-FFF2-40B4-BE49-F238E27FC236}">
                  <a16:creationId xmlns:a16="http://schemas.microsoft.com/office/drawing/2014/main" id="{DE96F278-CCAF-C866-42C6-83F69629E9F5}"/>
                </a:ext>
              </a:extLst>
            </p:cNvPr>
            <p:cNvSpPr/>
            <p:nvPr/>
          </p:nvSpPr>
          <p:spPr>
            <a:xfrm>
              <a:off x="3837791" y="2457822"/>
              <a:ext cx="762000" cy="762000"/>
            </a:xfrm>
            <a:prstGeom prst="roundRect">
              <a:avLst>
                <a:gd name="adj" fmla="val 50000"/>
              </a:avLst>
            </a:prstGeom>
            <a:solidFill>
              <a:srgbClr val="336699"/>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30" name="图形 44" descr="条形图 纯色填充">
              <a:extLst>
                <a:ext uri="{FF2B5EF4-FFF2-40B4-BE49-F238E27FC236}">
                  <a16:creationId xmlns:a16="http://schemas.microsoft.com/office/drawing/2014/main" id="{60E12C2A-C1DC-FA03-05A0-3C3A82589A8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5347" y="2587977"/>
              <a:ext cx="457200" cy="457200"/>
            </a:xfrm>
            <a:prstGeom prst="rect">
              <a:avLst/>
            </a:prstGeom>
          </p:spPr>
        </p:pic>
      </p:grpSp>
      <p:sp>
        <p:nvSpPr>
          <p:cNvPr id="131" name="Rectangle: Rounded Corners 16">
            <a:extLst>
              <a:ext uri="{FF2B5EF4-FFF2-40B4-BE49-F238E27FC236}">
                <a16:creationId xmlns:a16="http://schemas.microsoft.com/office/drawing/2014/main" id="{4BB7C4FB-A1FA-ABFE-FC74-6F15587E05CF}"/>
              </a:ext>
            </a:extLst>
          </p:cNvPr>
          <p:cNvSpPr/>
          <p:nvPr/>
        </p:nvSpPr>
        <p:spPr>
          <a:xfrm>
            <a:off x="8912555" y="5105400"/>
            <a:ext cx="2486667" cy="1162050"/>
          </a:xfrm>
          <a:prstGeom prst="roundRect">
            <a:avLst>
              <a:gd name="adj" fmla="val 7237"/>
            </a:avLst>
          </a:prstGeom>
          <a:solidFill>
            <a:srgbClr val="336699"/>
          </a:solidFill>
          <a:ln>
            <a:noFill/>
          </a:ln>
        </p:spPr>
        <p:style>
          <a:lnRef idx="2">
            <a:srgbClr val="2683C6"/>
          </a:lnRef>
          <a:fillRef idx="1">
            <a:srgbClr val="FFFFFF"/>
          </a:fillRef>
          <a:effectRef idx="0">
            <a:srgbClr val="2683C6"/>
          </a:effectRef>
          <a:fontRef idx="minor">
            <a:srgbClr val="333333"/>
          </a:fontRef>
        </p:style>
        <p:txBody>
          <a:bodyPr rtlCol="0" anchor="ctr"/>
          <a:lstStyle/>
          <a:p>
            <a:pPr algn="ctr"/>
            <a:endParaRPr lang="en-ID" dirty="0"/>
          </a:p>
        </p:txBody>
      </p:sp>
      <p:sp>
        <p:nvSpPr>
          <p:cNvPr id="132" name="文本框 47">
            <a:extLst>
              <a:ext uri="{FF2B5EF4-FFF2-40B4-BE49-F238E27FC236}">
                <a16:creationId xmlns:a16="http://schemas.microsoft.com/office/drawing/2014/main" id="{0C1910EA-5244-316D-9FAD-95D769D9ED38}"/>
              </a:ext>
            </a:extLst>
          </p:cNvPr>
          <p:cNvSpPr txBox="1"/>
          <p:nvPr/>
        </p:nvSpPr>
        <p:spPr>
          <a:xfrm>
            <a:off x="9390274" y="5252954"/>
            <a:ext cx="1041103" cy="347034"/>
          </a:xfrm>
          <a:prstGeom prst="rect">
            <a:avLst/>
          </a:prstGeom>
          <a:noFill/>
        </p:spPr>
        <p:txBody>
          <a:bodyPr wrap="none" rtlCol="0">
            <a:spAutoFit/>
          </a:bodyPr>
          <a:lstStyle/>
          <a:p>
            <a:r>
              <a:rPr lang="zh-CN" altLang="en-US" b="1" i="0" u="none" strike="noStrike" dirty="0">
                <a:solidFill>
                  <a:srgbClr val="FFFFFF"/>
                </a:solidFill>
                <a:effectLst/>
                <a:latin typeface="微软雅黑" panose="020B0503020204020204" pitchFamily="34" charset="-122"/>
                <a:ea typeface="微软雅黑" panose="020B0503020204020204" pitchFamily="34" charset="-122"/>
              </a:rPr>
              <a:t>其他渠道</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33" name="Rounded Rectangle 35">
            <a:extLst>
              <a:ext uri="{FF2B5EF4-FFF2-40B4-BE49-F238E27FC236}">
                <a16:creationId xmlns:a16="http://schemas.microsoft.com/office/drawing/2014/main" id="{76B560AF-147E-0E3E-AE85-D1DDBA8E99DF}"/>
              </a:ext>
            </a:extLst>
          </p:cNvPr>
          <p:cNvSpPr/>
          <p:nvPr/>
        </p:nvSpPr>
        <p:spPr>
          <a:xfrm>
            <a:off x="9104386" y="5747541"/>
            <a:ext cx="2085908" cy="65047"/>
          </a:xfrm>
          <a:prstGeom prst="roundRect">
            <a:avLst>
              <a:gd name="adj" fmla="val 50000"/>
            </a:avLst>
          </a:prstGeom>
          <a:solidFill>
            <a:srgbClr val="58B6C0"/>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34" name="Rounded Rectangle 35">
            <a:extLst>
              <a:ext uri="{FF2B5EF4-FFF2-40B4-BE49-F238E27FC236}">
                <a16:creationId xmlns:a16="http://schemas.microsoft.com/office/drawing/2014/main" id="{1B44362B-5065-A9B4-2887-B00C388E37F1}"/>
              </a:ext>
            </a:extLst>
          </p:cNvPr>
          <p:cNvSpPr/>
          <p:nvPr/>
        </p:nvSpPr>
        <p:spPr>
          <a:xfrm>
            <a:off x="9104386" y="5747042"/>
            <a:ext cx="1491082" cy="65047"/>
          </a:xfrm>
          <a:prstGeom prst="roundRect">
            <a:avLst>
              <a:gd name="adj" fmla="val 50000"/>
            </a:avLst>
          </a:prstGeom>
          <a:solidFill>
            <a:srgbClr val="FFFFFF"/>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US" sz="2255">
              <a:latin typeface="微软雅黑" panose="020B0503020204020204" pitchFamily="34" charset="-122"/>
              <a:ea typeface="微软雅黑" panose="020B0503020204020204" pitchFamily="34" charset="-122"/>
            </a:endParaRPr>
          </a:p>
        </p:txBody>
      </p:sp>
      <p:sp>
        <p:nvSpPr>
          <p:cNvPr id="135" name="文本框 50">
            <a:extLst>
              <a:ext uri="{FF2B5EF4-FFF2-40B4-BE49-F238E27FC236}">
                <a16:creationId xmlns:a16="http://schemas.microsoft.com/office/drawing/2014/main" id="{667153C0-8039-EFB5-79D5-3DC6FEAB5CFD}"/>
              </a:ext>
            </a:extLst>
          </p:cNvPr>
          <p:cNvSpPr txBox="1"/>
          <p:nvPr/>
        </p:nvSpPr>
        <p:spPr>
          <a:xfrm>
            <a:off x="10609630" y="5252954"/>
            <a:ext cx="643459" cy="347034"/>
          </a:xfrm>
          <a:prstGeom prst="rect">
            <a:avLst/>
          </a:prstGeom>
          <a:noFill/>
        </p:spPr>
        <p:txBody>
          <a:bodyPr wrap="none" rtlCol="0">
            <a:spAutoFit/>
          </a:bodyPr>
          <a:lstStyle/>
          <a:p>
            <a:pPr algn="r"/>
            <a:r>
              <a:rPr kumimoji="1" lang="en-US" altLang="zh-CN" b="1" dirty="0">
                <a:solidFill>
                  <a:srgbClr val="FFFFFF"/>
                </a:solidFill>
                <a:latin typeface="微软雅黑" panose="020B0503020204020204" pitchFamily="34" charset="-122"/>
                <a:ea typeface="微软雅黑" panose="020B0503020204020204" pitchFamily="34" charset="-122"/>
              </a:rPr>
              <a:t>30%</a:t>
            </a:r>
            <a:endParaRPr kumimoji="1" lang="zh-CN" altLang="en-US" dirty="0">
              <a:solidFill>
                <a:srgbClr val="FFFFFF"/>
              </a:solidFill>
              <a:latin typeface="微软雅黑" panose="020B0503020204020204" pitchFamily="34" charset="-122"/>
              <a:ea typeface="微软雅黑" panose="020B0503020204020204" pitchFamily="34" charset="-122"/>
            </a:endParaRPr>
          </a:p>
        </p:txBody>
      </p:sp>
      <p:sp>
        <p:nvSpPr>
          <p:cNvPr id="136" name="文本框 51">
            <a:extLst>
              <a:ext uri="{FF2B5EF4-FFF2-40B4-BE49-F238E27FC236}">
                <a16:creationId xmlns:a16="http://schemas.microsoft.com/office/drawing/2014/main" id="{D91E8F97-2485-4E53-8596-00B1F77D86E0}"/>
              </a:ext>
            </a:extLst>
          </p:cNvPr>
          <p:cNvSpPr txBox="1"/>
          <p:nvPr/>
        </p:nvSpPr>
        <p:spPr>
          <a:xfrm>
            <a:off x="9038510" y="5879467"/>
            <a:ext cx="2265084" cy="231356"/>
          </a:xfrm>
          <a:prstGeom prst="rect">
            <a:avLst/>
          </a:prstGeom>
          <a:noFill/>
        </p:spPr>
        <p:txBody>
          <a:bodyPr wrap="square" rtlCol="0" anchor="t">
            <a:spAutoFit/>
          </a:bodyPr>
          <a:lstStyle/>
          <a:p>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全网GMV达到154万元，同比增长</a:t>
            </a:r>
            <a:r>
              <a:rPr lang="en-US" altLang="zh-CN"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30</a:t>
            </a:r>
            <a:r>
              <a:rPr lang="zh-CN" altLang="en-US" sz="940" dirty="0">
                <a:solidFill>
                  <a:srgbClr val="FFFFFF"/>
                </a:solidFill>
                <a:latin typeface="微软雅黑" panose="020B0503020204020204" pitchFamily="34" charset="-122"/>
                <a:ea typeface="微软雅黑" panose="020B0503020204020204" pitchFamily="34" charset="-122"/>
                <a:cs typeface="微软雅黑" panose="020B0300000000000000" charset="-122"/>
                <a:sym typeface="+mn-ea"/>
              </a:rPr>
              <a:t>%</a:t>
            </a:r>
          </a:p>
        </p:txBody>
      </p:sp>
      <p:grpSp>
        <p:nvGrpSpPr>
          <p:cNvPr id="137" name="组合 52">
            <a:extLst>
              <a:ext uri="{FF2B5EF4-FFF2-40B4-BE49-F238E27FC236}">
                <a16:creationId xmlns:a16="http://schemas.microsoft.com/office/drawing/2014/main" id="{9112C16E-D0E8-1394-E8E6-558BA72DC5B0}"/>
              </a:ext>
            </a:extLst>
          </p:cNvPr>
          <p:cNvGrpSpPr/>
          <p:nvPr/>
        </p:nvGrpSpPr>
        <p:grpSpPr>
          <a:xfrm>
            <a:off x="9104386" y="5293710"/>
            <a:ext cx="284320" cy="284320"/>
            <a:chOff x="3837791" y="2457822"/>
            <a:chExt cx="762000" cy="762000"/>
          </a:xfrm>
        </p:grpSpPr>
        <p:sp>
          <p:nvSpPr>
            <p:cNvPr id="138" name="Rectangle: Rounded Corners 27">
              <a:extLst>
                <a:ext uri="{FF2B5EF4-FFF2-40B4-BE49-F238E27FC236}">
                  <a16:creationId xmlns:a16="http://schemas.microsoft.com/office/drawing/2014/main" id="{EC209E03-0590-0319-5EE4-F332316464F3}"/>
                </a:ext>
              </a:extLst>
            </p:cNvPr>
            <p:cNvSpPr/>
            <p:nvPr/>
          </p:nvSpPr>
          <p:spPr>
            <a:xfrm>
              <a:off x="3837791" y="2457822"/>
              <a:ext cx="762000" cy="762000"/>
            </a:xfrm>
            <a:prstGeom prst="roundRect">
              <a:avLst>
                <a:gd name="adj" fmla="val 50000"/>
              </a:avLst>
            </a:prstGeom>
            <a:solidFill>
              <a:srgbClr val="58B6C0"/>
            </a:solidFill>
            <a:ln>
              <a:noFill/>
            </a:ln>
            <a:effectLst>
              <a:outerShdw blurRad="635000" dist="254000" dir="2700000" sx="90000" sy="90000" algn="tl" rotWithShape="0">
                <a:prstClr val="black">
                  <a:alpha val="10000"/>
                </a:prstClr>
              </a:outerShdw>
            </a:effectLst>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en-ID" sz="1200">
                <a:latin typeface="微软雅黑" panose="020B0604020202020204" pitchFamily="34" charset="0"/>
                <a:cs typeface="微软雅黑" panose="020B0604020202020204" pitchFamily="34" charset="0"/>
              </a:endParaRPr>
            </a:p>
          </p:txBody>
        </p:sp>
        <p:pic>
          <p:nvPicPr>
            <p:cNvPr id="139" name="图形 54" descr="条形图 纯色填充">
              <a:extLst>
                <a:ext uri="{FF2B5EF4-FFF2-40B4-BE49-F238E27FC236}">
                  <a16:creationId xmlns:a16="http://schemas.microsoft.com/office/drawing/2014/main" id="{37A8B1A8-CEE6-2515-9599-0112F251DF7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85347" y="2587977"/>
              <a:ext cx="457200" cy="457200"/>
            </a:xfrm>
            <a:prstGeom prst="rect">
              <a:avLst/>
            </a:prstGeom>
          </p:spPr>
        </p:pic>
      </p:grpSp>
      <p:sp>
        <p:nvSpPr>
          <p:cNvPr id="140" name="Rectangle: Rounded Corners 28">
            <a:extLst>
              <a:ext uri="{FF2B5EF4-FFF2-40B4-BE49-F238E27FC236}">
                <a16:creationId xmlns:a16="http://schemas.microsoft.com/office/drawing/2014/main" id="{39B280FE-26B7-92CF-6F63-71B4C01420BD}"/>
              </a:ext>
            </a:extLst>
          </p:cNvPr>
          <p:cNvSpPr/>
          <p:nvPr/>
        </p:nvSpPr>
        <p:spPr>
          <a:xfrm>
            <a:off x="8234163" y="1790339"/>
            <a:ext cx="1356782" cy="531634"/>
          </a:xfrm>
          <a:prstGeom prst="round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41" name="TextBox 22">
            <a:extLst>
              <a:ext uri="{FF2B5EF4-FFF2-40B4-BE49-F238E27FC236}">
                <a16:creationId xmlns:a16="http://schemas.microsoft.com/office/drawing/2014/main" id="{D1FB5CE6-2092-B2E0-F6AC-732A828F95BA}"/>
              </a:ext>
            </a:extLst>
          </p:cNvPr>
          <p:cNvSpPr txBox="1"/>
          <p:nvPr/>
        </p:nvSpPr>
        <p:spPr>
          <a:xfrm>
            <a:off x="8329145" y="1834408"/>
            <a:ext cx="1166821" cy="433793"/>
          </a:xfrm>
          <a:prstGeom prst="rect">
            <a:avLst/>
          </a:prstGeom>
          <a:noFill/>
        </p:spPr>
        <p:txBody>
          <a:bodyPr wrap="square" rtlCol="0">
            <a:spAutoFit/>
          </a:bodyPr>
          <a:lstStyle/>
          <a:p>
            <a:pPr algn="ctr"/>
            <a:r>
              <a:rPr lang="en-US" altLang="zh-CN"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11</a:t>
            </a:r>
            <a:r>
              <a:rPr lang="zh-CN" alt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月份业绩销售达到峰值</a:t>
            </a:r>
            <a:endParaRPr 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endParaRPr>
          </a:p>
        </p:txBody>
      </p:sp>
      <p:sp>
        <p:nvSpPr>
          <p:cNvPr id="142" name="三角形 57">
            <a:extLst>
              <a:ext uri="{FF2B5EF4-FFF2-40B4-BE49-F238E27FC236}">
                <a16:creationId xmlns:a16="http://schemas.microsoft.com/office/drawing/2014/main" id="{18811D10-9DD5-5865-8440-26F8FBB333FF}"/>
              </a:ext>
            </a:extLst>
          </p:cNvPr>
          <p:cNvSpPr/>
          <p:nvPr/>
        </p:nvSpPr>
        <p:spPr>
          <a:xfrm rot="6027297">
            <a:off x="9605915" y="1980675"/>
            <a:ext cx="139683" cy="303592"/>
          </a:xfrm>
          <a:prstGeom prst="triangle">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43" name="Rectangle: Rounded Corners 28">
            <a:extLst>
              <a:ext uri="{FF2B5EF4-FFF2-40B4-BE49-F238E27FC236}">
                <a16:creationId xmlns:a16="http://schemas.microsoft.com/office/drawing/2014/main" id="{92E87FB1-B6A8-A271-B7DD-354347DF2F62}"/>
              </a:ext>
            </a:extLst>
          </p:cNvPr>
          <p:cNvSpPr/>
          <p:nvPr/>
        </p:nvSpPr>
        <p:spPr>
          <a:xfrm>
            <a:off x="3868525" y="1790339"/>
            <a:ext cx="1356782" cy="531634"/>
          </a:xfrm>
          <a:prstGeom prst="roundRect">
            <a:avLst/>
          </a:prstGeom>
          <a:solidFill>
            <a:srgbClr val="3494BA"/>
          </a:solidFill>
          <a:ln>
            <a:noFill/>
          </a:ln>
        </p:spPr>
        <p:style>
          <a:lnRef idx="2">
            <a:srgbClr val="336699">
              <a:shade val="50000"/>
            </a:srgbClr>
          </a:lnRef>
          <a:fillRef idx="1">
            <a:srgbClr val="336699"/>
          </a:fillRef>
          <a:effectRef idx="0">
            <a:srgbClr val="336699"/>
          </a:effectRef>
          <a:fontRef idx="minor">
            <a:srgbClr val="FFFFFF"/>
          </a:fontRef>
        </p:style>
        <p:txBody>
          <a:bodyPr rtlCol="0" anchor="ctr"/>
          <a:lstStyle/>
          <a:p>
            <a:pPr algn="ctr"/>
            <a:endParaRPr lang="id-ID" dirty="0">
              <a:latin typeface="微软雅黑" panose="02000000000000000000" pitchFamily="2" charset="0"/>
              <a:ea typeface="微软雅黑" panose="02000000000000000000" pitchFamily="2" charset="0"/>
              <a:cs typeface="微软雅黑" panose="020B0306030504020204" pitchFamily="34" charset="0"/>
            </a:endParaRPr>
          </a:p>
        </p:txBody>
      </p:sp>
      <p:sp>
        <p:nvSpPr>
          <p:cNvPr id="144" name="TextBox 22">
            <a:extLst>
              <a:ext uri="{FF2B5EF4-FFF2-40B4-BE49-F238E27FC236}">
                <a16:creationId xmlns:a16="http://schemas.microsoft.com/office/drawing/2014/main" id="{D5DD1C5F-BD0F-7AD6-F8E0-F0646095D13D}"/>
              </a:ext>
            </a:extLst>
          </p:cNvPr>
          <p:cNvSpPr txBox="1"/>
          <p:nvPr/>
        </p:nvSpPr>
        <p:spPr>
          <a:xfrm>
            <a:off x="3963506" y="1834408"/>
            <a:ext cx="1166821" cy="433793"/>
          </a:xfrm>
          <a:prstGeom prst="rect">
            <a:avLst/>
          </a:prstGeom>
          <a:noFill/>
        </p:spPr>
        <p:txBody>
          <a:bodyPr wrap="square" rtlCol="0">
            <a:spAutoFit/>
          </a:bodyPr>
          <a:lstStyle/>
          <a:p>
            <a:pPr algn="ctr"/>
            <a:r>
              <a:rPr lang="en-US" altLang="zh-CN"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6</a:t>
            </a:r>
            <a:r>
              <a:rPr lang="zh-CN" alt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rPr>
              <a:t>月份业绩销售达到峰值</a:t>
            </a:r>
            <a:endParaRPr lang="en-US" sz="1128" b="1" dirty="0">
              <a:solidFill>
                <a:srgbClr val="FFFFFF"/>
              </a:solidFill>
              <a:latin typeface="微软雅黑" panose="020B0503020204020204" pitchFamily="34" charset="-122"/>
              <a:ea typeface="微软雅黑" panose="020B0503020204020204" pitchFamily="34" charset="-122"/>
              <a:cs typeface="微软雅黑" panose="020B0306030504020204" pitchFamily="34" charset="0"/>
            </a:endParaRPr>
          </a:p>
        </p:txBody>
      </p:sp>
      <p:sp>
        <p:nvSpPr>
          <p:cNvPr id="145" name="三角形 60">
            <a:extLst>
              <a:ext uri="{FF2B5EF4-FFF2-40B4-BE49-F238E27FC236}">
                <a16:creationId xmlns:a16="http://schemas.microsoft.com/office/drawing/2014/main" id="{5B16025E-60FF-3BCA-31FC-CF7995B7905E}"/>
              </a:ext>
            </a:extLst>
          </p:cNvPr>
          <p:cNvSpPr/>
          <p:nvPr/>
        </p:nvSpPr>
        <p:spPr>
          <a:xfrm rot="6027297">
            <a:off x="5240277" y="1980675"/>
            <a:ext cx="139683" cy="303592"/>
          </a:xfrm>
          <a:prstGeom prst="triangle">
            <a:avLst/>
          </a:prstGeom>
          <a:solidFill>
            <a:srgbClr val="3494BA"/>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Tree>
    <p:extLst>
      <p:ext uri="{BB962C8B-B14F-4D97-AF65-F5344CB8AC3E}">
        <p14:creationId xmlns:p14="http://schemas.microsoft.com/office/powerpoint/2010/main" val="1851778670"/>
      </p:ext>
    </p:extLst>
  </p:cSld>
  <p:clrMapOvr>
    <a:masterClrMapping/>
  </p:clrMapOvr>
</p:sld>
</file>

<file path=ppt/slides/vr_business_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R047 两组横向条形对比（数据示例）</a:t>
            </a:r>
          </a:p>
        </p:txBody>
      </p:sp>
      <p:sp>
        <p:nvSpPr>
          <p:cNvPr id="101" name="矩形 48">
            <a:extLst>
              <a:ext uri="{FF2B5EF4-FFF2-40B4-BE49-F238E27FC236}">
                <a16:creationId xmlns:a16="http://schemas.microsoft.com/office/drawing/2014/main" id="{70C545BA-C9AA-90AA-2380-C1A1696D8401}"/>
              </a:ext>
            </a:extLst>
          </p:cNvPr>
          <p:cNvSpPr/>
          <p:nvPr/>
        </p:nvSpPr>
        <p:spPr>
          <a:xfrm>
            <a:off x="4531197" y="1368637"/>
            <a:ext cx="6870228" cy="4768426"/>
          </a:xfrm>
          <a:prstGeom prst="rect">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kumimoji="1" lang="zh-CN" altLang="en-US"/>
          </a:p>
        </p:txBody>
      </p:sp>
      <p:sp>
        <p:nvSpPr>
          <p:cNvPr id="102" name="矩形 29">
            <a:extLst>
              <a:ext uri="{FF2B5EF4-FFF2-40B4-BE49-F238E27FC236}">
                <a16:creationId xmlns:a16="http://schemas.microsoft.com/office/drawing/2014/main" id="{594394B6-B23B-F400-FA29-4C74FD8C08BA}"/>
              </a:ext>
            </a:extLst>
          </p:cNvPr>
          <p:cNvSpPr/>
          <p:nvPr/>
        </p:nvSpPr>
        <p:spPr>
          <a:xfrm>
            <a:off x="790575" y="1368637"/>
            <a:ext cx="3464743" cy="2249227"/>
          </a:xfrm>
          <a:prstGeom prst="rect">
            <a:avLst/>
          </a:prstGeom>
          <a:solidFill>
            <a:srgbClr val="336699"/>
          </a:solidFill>
          <a:ln>
            <a:noFill/>
          </a:ln>
        </p:spPr>
        <p:style>
          <a:lnRef idx="2">
            <a:srgbClr val="333333"/>
          </a:lnRef>
          <a:fillRef idx="1">
            <a:srgbClr val="FFFFFF"/>
          </a:fillRef>
          <a:effectRef idx="0">
            <a:srgbClr val="333333"/>
          </a:effectRef>
          <a:fontRef idx="minor">
            <a:srgbClr val="333333"/>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03" name="TextBox 6">
            <a:extLst>
              <a:ext uri="{FF2B5EF4-FFF2-40B4-BE49-F238E27FC236}">
                <a16:creationId xmlns:a16="http://schemas.microsoft.com/office/drawing/2014/main" id="{94FCE659-73C7-28B4-E7FA-5442ED1C91DC}"/>
              </a:ext>
            </a:extLst>
          </p:cNvPr>
          <p:cNvSpPr txBox="1"/>
          <p:nvPr/>
        </p:nvSpPr>
        <p:spPr>
          <a:xfrm>
            <a:off x="4886568" y="1468543"/>
            <a:ext cx="6442930" cy="460416"/>
          </a:xfrm>
          <a:prstGeom prst="rect">
            <a:avLst/>
          </a:prstGeom>
          <a:noFill/>
        </p:spPr>
        <p:txBody>
          <a:bodyPr wrap="square" rtlCol="0">
            <a:spAutoFit/>
          </a:bodyPr>
          <a:lstStyle>
            <a:defPPr>
              <a:defRPr lang="en-US"/>
            </a:defPPr>
            <a:lvl1pPr>
              <a:lnSpc>
                <a:spcPct val="130000"/>
              </a:lnSpc>
              <a:spcBef>
                <a:spcPts val="1200"/>
              </a:spcBef>
              <a:defRPr sz="1317">
                <a:solidFill>
                  <a:srgbClr val="7A8C8E"/>
                </a:solidFill>
                <a:ea typeface="微软雅黑" panose="020B0606030504020204" pitchFamily="34" charset="0"/>
                <a:cs typeface="微软雅黑" pitchFamily="2" charset="-79"/>
              </a:defRPr>
            </a:lvl1pPr>
          </a:lstStyle>
          <a:p>
            <a:pPr>
              <a:spcBef>
                <a:spcPts val="0"/>
              </a:spcBef>
              <a:spcAft>
                <a:spcPts val="600"/>
              </a:spcAft>
            </a:pPr>
            <a:r>
              <a:rPr lang="en-US" sz="2069" b="1" dirty="0" err="1">
                <a:solidFill>
                  <a:srgbClr val="336699"/>
                </a:solidFill>
                <a:latin typeface="微软雅黑" panose="020B0503020204020204" pitchFamily="34" charset="-122"/>
                <a:ea typeface="微软雅黑" panose="020B0503020204020204" pitchFamily="34" charset="-122"/>
              </a:rPr>
              <a:t>活动支出报表明细</a:t>
            </a:r>
            <a:endParaRPr lang="en-US" sz="2069" b="1" dirty="0">
              <a:solidFill>
                <a:srgbClr val="336699"/>
              </a:solidFill>
              <a:latin typeface="微软雅黑" panose="020B0503020204020204" pitchFamily="34" charset="-122"/>
              <a:ea typeface="微软雅黑" panose="020B0503020204020204" pitchFamily="34" charset="-122"/>
            </a:endParaRPr>
          </a:p>
        </p:txBody>
      </p:sp>
      <p:sp>
        <p:nvSpPr>
          <p:cNvPr id="104" name="Rectangle: Rounded Corners 7">
            <a:extLst>
              <a:ext uri="{FF2B5EF4-FFF2-40B4-BE49-F238E27FC236}">
                <a16:creationId xmlns:a16="http://schemas.microsoft.com/office/drawing/2014/main" id="{F72DC1A6-D2C8-31AB-F2BA-170B29D3BEA5}"/>
              </a:ext>
            </a:extLst>
          </p:cNvPr>
          <p:cNvSpPr/>
          <p:nvPr/>
        </p:nvSpPr>
        <p:spPr>
          <a:xfrm>
            <a:off x="4897035" y="1955983"/>
            <a:ext cx="3028261" cy="3902916"/>
          </a:xfrm>
          <a:prstGeom prst="roundRect">
            <a:avLst>
              <a:gd name="adj" fmla="val 3355"/>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a:p>
        </p:txBody>
      </p:sp>
      <p:sp>
        <p:nvSpPr>
          <p:cNvPr id="105" name="Rectangle: Rounded Corners 8">
            <a:extLst>
              <a:ext uri="{FF2B5EF4-FFF2-40B4-BE49-F238E27FC236}">
                <a16:creationId xmlns:a16="http://schemas.microsoft.com/office/drawing/2014/main" id="{E6C60748-8173-1F63-2FA1-4DE6A090C565}"/>
              </a:ext>
            </a:extLst>
          </p:cNvPr>
          <p:cNvSpPr/>
          <p:nvPr/>
        </p:nvSpPr>
        <p:spPr>
          <a:xfrm>
            <a:off x="8108656" y="1955983"/>
            <a:ext cx="3028261" cy="3902916"/>
          </a:xfrm>
          <a:prstGeom prst="roundRect">
            <a:avLst>
              <a:gd name="adj" fmla="val 3355"/>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lang="en-ID"/>
          </a:p>
        </p:txBody>
      </p:sp>
      <p:graphicFrame>
        <p:nvGraphicFramePr>
          <p:cNvPr id="106" name="Chart 10">
            <a:extLst>
              <a:ext uri="{FF2B5EF4-FFF2-40B4-BE49-F238E27FC236}">
                <a16:creationId xmlns:a16="http://schemas.microsoft.com/office/drawing/2014/main" id="{F74064AA-90D4-5A21-F4F1-166AD9739660}"/>
              </a:ext>
            </a:extLst>
          </p:cNvPr>
          <p:cNvGraphicFramePr/>
          <p:nvPr>
            <p:extLst>
              <p:ext uri="{D42A27DB-BD31-4B8C-83A1-F6EECF244321}">
                <p14:modId xmlns:p14="http://schemas.microsoft.com/office/powerpoint/2010/main" val="259683491"/>
              </p:ext>
            </p:extLst>
          </p:nvPr>
        </p:nvGraphicFramePr>
        <p:xfrm>
          <a:off x="5029363" y="2089137"/>
          <a:ext cx="2763605" cy="363660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7" name="Chart 11">
            <a:extLst>
              <a:ext uri="{FF2B5EF4-FFF2-40B4-BE49-F238E27FC236}">
                <a16:creationId xmlns:a16="http://schemas.microsoft.com/office/drawing/2014/main" id="{5F51E39B-F6B5-E70B-8E69-B9E54DB0FF66}"/>
              </a:ext>
            </a:extLst>
          </p:cNvPr>
          <p:cNvGraphicFramePr/>
          <p:nvPr>
            <p:extLst>
              <p:ext uri="{D42A27DB-BD31-4B8C-83A1-F6EECF244321}">
                <p14:modId xmlns:p14="http://schemas.microsoft.com/office/powerpoint/2010/main" val="2244999660"/>
              </p:ext>
            </p:extLst>
          </p:nvPr>
        </p:nvGraphicFramePr>
        <p:xfrm>
          <a:off x="8240984" y="2089137"/>
          <a:ext cx="2763605" cy="3636609"/>
        </p:xfrm>
        <a:graphic>
          <a:graphicData uri="http://schemas.openxmlformats.org/drawingml/2006/chart">
            <c:chart xmlns:c="http://schemas.openxmlformats.org/drawingml/2006/chart" xmlns:r="http://schemas.openxmlformats.org/officeDocument/2006/relationships" r:id="rId3"/>
          </a:graphicData>
        </a:graphic>
      </p:graphicFrame>
      <p:sp>
        <p:nvSpPr>
          <p:cNvPr id="108" name="文本框 31">
            <a:extLst>
              <a:ext uri="{FF2B5EF4-FFF2-40B4-BE49-F238E27FC236}">
                <a16:creationId xmlns:a16="http://schemas.microsoft.com/office/drawing/2014/main" id="{FB30F3F2-9962-5910-F215-C008F5A2DA43}"/>
              </a:ext>
            </a:extLst>
          </p:cNvPr>
          <p:cNvSpPr txBox="1"/>
          <p:nvPr/>
        </p:nvSpPr>
        <p:spPr>
          <a:xfrm>
            <a:off x="959884" y="1534548"/>
            <a:ext cx="2529234" cy="318401"/>
          </a:xfrm>
          <a:prstGeom prst="rect">
            <a:avLst/>
          </a:prstGeom>
          <a:noFill/>
        </p:spPr>
        <p:txBody>
          <a:bodyPr wrap="square" rtlCol="0">
            <a:spAutoFit/>
          </a:bodyPr>
          <a:lstStyle/>
          <a:p>
            <a:r>
              <a:rPr kumimoji="1" lang="zh-CN" altLang="en-US" sz="1505" b="1" dirty="0">
                <a:solidFill>
                  <a:srgbClr val="FFFFFF"/>
                </a:solidFill>
                <a:latin typeface="微软雅黑" panose="020B0503020204020204" pitchFamily="34" charset="-122"/>
                <a:ea typeface="微软雅黑" panose="020B0503020204020204" pitchFamily="34" charset="-122"/>
                <a:cs typeface="微软雅黑" pitchFamily="18" charset="-122"/>
              </a:rPr>
              <a:t>公司活动一：总支出</a:t>
            </a:r>
          </a:p>
        </p:txBody>
      </p:sp>
      <p:sp>
        <p:nvSpPr>
          <p:cNvPr id="109" name="文本框 32">
            <a:extLst>
              <a:ext uri="{FF2B5EF4-FFF2-40B4-BE49-F238E27FC236}">
                <a16:creationId xmlns:a16="http://schemas.microsoft.com/office/drawing/2014/main" id="{1FBE62FC-E166-0CF5-095D-AACA7349F7DB}"/>
              </a:ext>
            </a:extLst>
          </p:cNvPr>
          <p:cNvSpPr txBox="1"/>
          <p:nvPr/>
        </p:nvSpPr>
        <p:spPr>
          <a:xfrm>
            <a:off x="959884" y="1884773"/>
            <a:ext cx="2318140" cy="607856"/>
          </a:xfrm>
          <a:prstGeom prst="rect">
            <a:avLst/>
          </a:prstGeom>
          <a:noFill/>
        </p:spPr>
        <p:txBody>
          <a:bodyPr wrap="square" rtlCol="0">
            <a:spAutoFit/>
          </a:bodyPr>
          <a:lstStyle/>
          <a:p>
            <a:r>
              <a:rPr kumimoji="1" lang="en-US" altLang="zh-CN" sz="3386" b="1" dirty="0">
                <a:solidFill>
                  <a:srgbClr val="FFFFFF"/>
                </a:solidFill>
                <a:latin typeface="微软雅黑" panose="020B0503020204020204" pitchFamily="34" charset="-122"/>
                <a:ea typeface="微软雅黑" panose="020B0503020204020204" pitchFamily="34" charset="-122"/>
                <a:cs typeface="微软雅黑" pitchFamily="18" charset="-122"/>
              </a:rPr>
              <a:t>¥17000+</a:t>
            </a:r>
            <a:endParaRPr kumimoji="1" lang="zh-CN" altLang="en-US" sz="3386"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0" name="文本框 33">
            <a:extLst>
              <a:ext uri="{FF2B5EF4-FFF2-40B4-BE49-F238E27FC236}">
                <a16:creationId xmlns:a16="http://schemas.microsoft.com/office/drawing/2014/main" id="{CCFB892E-5B13-C32C-8022-9DE7BB95182D}"/>
              </a:ext>
            </a:extLst>
          </p:cNvPr>
          <p:cNvSpPr txBox="1"/>
          <p:nvPr/>
        </p:nvSpPr>
        <p:spPr>
          <a:xfrm>
            <a:off x="1146238" y="2593805"/>
            <a:ext cx="2670876" cy="289456"/>
          </a:xfrm>
          <a:prstGeom prst="rect">
            <a:avLst/>
          </a:prstGeom>
          <a:noFill/>
        </p:spPr>
        <p:txBody>
          <a:bodyPr wrap="square" rtlCol="0">
            <a:spAutoFit/>
          </a:bodyPr>
          <a:lstStyle/>
          <a:p>
            <a:r>
              <a:rPr kumimoji="1" lang="zh-CN" altLang="en-US" sz="1317" b="1" spc="300" dirty="0">
                <a:solidFill>
                  <a:srgbClr val="FFFFFF"/>
                </a:solidFill>
                <a:latin typeface="微软雅黑" panose="020B0503020204020204" pitchFamily="34" charset="-122"/>
                <a:ea typeface="微软雅黑" panose="020B0503020204020204" pitchFamily="34" charset="-122"/>
                <a:cs typeface="微软雅黑" pitchFamily="18" charset="-122"/>
              </a:rPr>
              <a:t>公司年度庆典活动支出概述</a:t>
            </a:r>
          </a:p>
        </p:txBody>
      </p:sp>
      <p:grpSp>
        <p:nvGrpSpPr>
          <p:cNvPr id="111" name="组合 1">
            <a:extLst>
              <a:ext uri="{FF2B5EF4-FFF2-40B4-BE49-F238E27FC236}">
                <a16:creationId xmlns:a16="http://schemas.microsoft.com/office/drawing/2014/main" id="{7F21997E-0AD2-BD5A-0732-35A7D4B4A14C}"/>
              </a:ext>
            </a:extLst>
          </p:cNvPr>
          <p:cNvGrpSpPr/>
          <p:nvPr/>
        </p:nvGrpSpPr>
        <p:grpSpPr>
          <a:xfrm>
            <a:off x="3576121" y="1518303"/>
            <a:ext cx="531103" cy="531103"/>
            <a:chOff x="3185322" y="1499664"/>
            <a:chExt cx="746760" cy="746760"/>
          </a:xfrm>
        </p:grpSpPr>
        <p:sp>
          <p:nvSpPr>
            <p:cNvPr id="112" name="圆角矩形 30">
              <a:extLst>
                <a:ext uri="{FF2B5EF4-FFF2-40B4-BE49-F238E27FC236}">
                  <a16:creationId xmlns:a16="http://schemas.microsoft.com/office/drawing/2014/main" id="{BDA4AE44-4C5D-9CEC-085F-663A37F9199F}"/>
                </a:ext>
              </a:extLst>
            </p:cNvPr>
            <p:cNvSpPr/>
            <p:nvPr/>
          </p:nvSpPr>
          <p:spPr>
            <a:xfrm>
              <a:off x="3185322" y="1499664"/>
              <a:ext cx="746760" cy="746760"/>
            </a:xfrm>
            <a:prstGeom prst="round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pic>
          <p:nvPicPr>
            <p:cNvPr id="113" name="图形 34" descr="元 纯色填充">
              <a:extLst>
                <a:ext uri="{FF2B5EF4-FFF2-40B4-BE49-F238E27FC236}">
                  <a16:creationId xmlns:a16="http://schemas.microsoft.com/office/drawing/2014/main" id="{EB6D432B-6698-63B5-6430-0B8192D7ED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94624" y="1605906"/>
              <a:ext cx="528156" cy="528156"/>
            </a:xfrm>
            <a:prstGeom prst="rect">
              <a:avLst/>
            </a:prstGeom>
          </p:spPr>
        </p:pic>
      </p:grpSp>
      <p:sp>
        <p:nvSpPr>
          <p:cNvPr id="114" name="文本框 35">
            <a:extLst>
              <a:ext uri="{FF2B5EF4-FFF2-40B4-BE49-F238E27FC236}">
                <a16:creationId xmlns:a16="http://schemas.microsoft.com/office/drawing/2014/main" id="{C968E1DF-47D2-21E1-919E-44462EC5DEE3}"/>
              </a:ext>
            </a:extLst>
          </p:cNvPr>
          <p:cNvSpPr txBox="1"/>
          <p:nvPr/>
        </p:nvSpPr>
        <p:spPr>
          <a:xfrm>
            <a:off x="959883" y="2941746"/>
            <a:ext cx="3101011" cy="495451"/>
          </a:xfrm>
          <a:prstGeom prst="rect">
            <a:avLst/>
          </a:prstGeom>
          <a:noFill/>
        </p:spPr>
        <p:txBody>
          <a:bodyPr wrap="square" rtlCol="0">
            <a:spAutoFit/>
          </a:bodyPr>
          <a:lstStyle/>
          <a:p>
            <a:pPr algn="just">
              <a:lnSpc>
                <a:spcPct val="150000"/>
              </a:lnSpc>
            </a:pPr>
            <a:r>
              <a:rPr kumimoji="1" lang="zh-CN" altLang="en-US" sz="940" dirty="0">
                <a:solidFill>
                  <a:srgbClr val="FFFFFF"/>
                </a:solidFill>
                <a:latin typeface="微软雅黑" panose="020B0503020204020204" pitchFamily="34" charset="-122"/>
                <a:ea typeface="微软雅黑" panose="020B0503020204020204" pitchFamily="34" charset="-122"/>
                <a:cs typeface="微软雅黑" pitchFamily="18" charset="-122"/>
              </a:rPr>
              <a:t>本报告旨在总结公司最近举办的年度庆典活动的支出情况，详细列出各项费用及其分布。</a:t>
            </a:r>
          </a:p>
        </p:txBody>
      </p:sp>
      <p:sp>
        <p:nvSpPr>
          <p:cNvPr id="115" name="椭圆 38">
            <a:extLst>
              <a:ext uri="{FF2B5EF4-FFF2-40B4-BE49-F238E27FC236}">
                <a16:creationId xmlns:a16="http://schemas.microsoft.com/office/drawing/2014/main" id="{9EF55730-82DE-FFDC-51E8-406DD12ACDAC}"/>
              </a:ext>
            </a:extLst>
          </p:cNvPr>
          <p:cNvSpPr/>
          <p:nvPr/>
        </p:nvSpPr>
        <p:spPr>
          <a:xfrm>
            <a:off x="1055083" y="2697965"/>
            <a:ext cx="91155" cy="9115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sp>
        <p:nvSpPr>
          <p:cNvPr id="116" name="矩形 40">
            <a:extLst>
              <a:ext uri="{FF2B5EF4-FFF2-40B4-BE49-F238E27FC236}">
                <a16:creationId xmlns:a16="http://schemas.microsoft.com/office/drawing/2014/main" id="{01757E75-CCB8-A537-D28B-9EABD3BA777B}"/>
              </a:ext>
            </a:extLst>
          </p:cNvPr>
          <p:cNvSpPr/>
          <p:nvPr/>
        </p:nvSpPr>
        <p:spPr>
          <a:xfrm>
            <a:off x="790575" y="3887836"/>
            <a:ext cx="3464743" cy="2249227"/>
          </a:xfrm>
          <a:prstGeom prst="rect">
            <a:avLst/>
          </a:prstGeom>
          <a:solidFill>
            <a:srgbClr val="3494BA"/>
          </a:solidFill>
          <a:ln>
            <a:noFill/>
          </a:ln>
        </p:spPr>
        <p:style>
          <a:lnRef idx="2">
            <a:srgbClr val="333333"/>
          </a:lnRef>
          <a:fillRef idx="1">
            <a:srgbClr val="FFFFFF"/>
          </a:fillRef>
          <a:effectRef idx="0">
            <a:srgbClr val="333333"/>
          </a:effectRef>
          <a:fontRef idx="minor">
            <a:srgbClr val="333333"/>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sp>
        <p:nvSpPr>
          <p:cNvPr id="117" name="文本框 42">
            <a:extLst>
              <a:ext uri="{FF2B5EF4-FFF2-40B4-BE49-F238E27FC236}">
                <a16:creationId xmlns:a16="http://schemas.microsoft.com/office/drawing/2014/main" id="{009D43D6-63A4-D75B-7DA0-ECD75C44F765}"/>
              </a:ext>
            </a:extLst>
          </p:cNvPr>
          <p:cNvSpPr txBox="1"/>
          <p:nvPr/>
        </p:nvSpPr>
        <p:spPr>
          <a:xfrm>
            <a:off x="959884" y="4053746"/>
            <a:ext cx="2529234" cy="318401"/>
          </a:xfrm>
          <a:prstGeom prst="rect">
            <a:avLst/>
          </a:prstGeom>
          <a:noFill/>
        </p:spPr>
        <p:txBody>
          <a:bodyPr wrap="square" rtlCol="0">
            <a:spAutoFit/>
          </a:bodyPr>
          <a:lstStyle/>
          <a:p>
            <a:r>
              <a:rPr kumimoji="1" lang="zh-CN" altLang="en-US" sz="1505" b="1" dirty="0">
                <a:solidFill>
                  <a:srgbClr val="FFFFFF"/>
                </a:solidFill>
                <a:latin typeface="微软雅黑" panose="020B0503020204020204" pitchFamily="34" charset="-122"/>
                <a:ea typeface="微软雅黑" panose="020B0503020204020204" pitchFamily="34" charset="-122"/>
                <a:cs typeface="微软雅黑" pitchFamily="18" charset="-122"/>
              </a:rPr>
              <a:t>公司活动二：总支出</a:t>
            </a:r>
          </a:p>
        </p:txBody>
      </p:sp>
      <p:sp>
        <p:nvSpPr>
          <p:cNvPr id="118" name="文本框 43">
            <a:extLst>
              <a:ext uri="{FF2B5EF4-FFF2-40B4-BE49-F238E27FC236}">
                <a16:creationId xmlns:a16="http://schemas.microsoft.com/office/drawing/2014/main" id="{AFC644E3-B008-C9EF-3E21-A04967078A23}"/>
              </a:ext>
            </a:extLst>
          </p:cNvPr>
          <p:cNvSpPr txBox="1"/>
          <p:nvPr/>
        </p:nvSpPr>
        <p:spPr>
          <a:xfrm>
            <a:off x="959884" y="4403972"/>
            <a:ext cx="2318140" cy="607856"/>
          </a:xfrm>
          <a:prstGeom prst="rect">
            <a:avLst/>
          </a:prstGeom>
          <a:noFill/>
        </p:spPr>
        <p:txBody>
          <a:bodyPr wrap="square" rtlCol="0">
            <a:spAutoFit/>
          </a:bodyPr>
          <a:lstStyle/>
          <a:p>
            <a:r>
              <a:rPr kumimoji="1" lang="en-US" altLang="zh-CN" sz="3386" b="1" dirty="0">
                <a:solidFill>
                  <a:srgbClr val="FFFFFF"/>
                </a:solidFill>
                <a:latin typeface="微软雅黑" panose="020B0503020204020204" pitchFamily="34" charset="-122"/>
                <a:ea typeface="微软雅黑" panose="020B0503020204020204" pitchFamily="34" charset="-122"/>
                <a:cs typeface="微软雅黑" pitchFamily="18" charset="-122"/>
              </a:rPr>
              <a:t>¥5000+</a:t>
            </a:r>
            <a:endParaRPr kumimoji="1" lang="zh-CN" altLang="en-US" sz="3386"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
        <p:nvSpPr>
          <p:cNvPr id="119" name="文本框 44">
            <a:extLst>
              <a:ext uri="{FF2B5EF4-FFF2-40B4-BE49-F238E27FC236}">
                <a16:creationId xmlns:a16="http://schemas.microsoft.com/office/drawing/2014/main" id="{FD5F2E16-D475-8E9E-C5B2-16095BE9A49C}"/>
              </a:ext>
            </a:extLst>
          </p:cNvPr>
          <p:cNvSpPr txBox="1"/>
          <p:nvPr/>
        </p:nvSpPr>
        <p:spPr>
          <a:xfrm>
            <a:off x="1146238" y="5113004"/>
            <a:ext cx="2670876" cy="289456"/>
          </a:xfrm>
          <a:prstGeom prst="rect">
            <a:avLst/>
          </a:prstGeom>
          <a:noFill/>
        </p:spPr>
        <p:txBody>
          <a:bodyPr wrap="square" rtlCol="0">
            <a:spAutoFit/>
          </a:bodyPr>
          <a:lstStyle/>
          <a:p>
            <a:r>
              <a:rPr kumimoji="1" lang="zh-CN" altLang="en-US" sz="1317" b="1" spc="300" dirty="0">
                <a:solidFill>
                  <a:srgbClr val="FFFFFF"/>
                </a:solidFill>
                <a:latin typeface="微软雅黑" panose="020B0503020204020204" pitchFamily="34" charset="-122"/>
                <a:ea typeface="微软雅黑" panose="020B0503020204020204" pitchFamily="34" charset="-122"/>
                <a:cs typeface="微软雅黑" pitchFamily="18" charset="-122"/>
              </a:rPr>
              <a:t>公司员工培训活动支出概述</a:t>
            </a:r>
          </a:p>
        </p:txBody>
      </p:sp>
      <p:sp>
        <p:nvSpPr>
          <p:cNvPr id="120" name="文本框 46">
            <a:extLst>
              <a:ext uri="{FF2B5EF4-FFF2-40B4-BE49-F238E27FC236}">
                <a16:creationId xmlns:a16="http://schemas.microsoft.com/office/drawing/2014/main" id="{BCBBC838-B684-339F-BE80-480B970F800A}"/>
              </a:ext>
            </a:extLst>
          </p:cNvPr>
          <p:cNvSpPr txBox="1"/>
          <p:nvPr/>
        </p:nvSpPr>
        <p:spPr>
          <a:xfrm>
            <a:off x="959883" y="5460944"/>
            <a:ext cx="3101011" cy="495451"/>
          </a:xfrm>
          <a:prstGeom prst="rect">
            <a:avLst/>
          </a:prstGeom>
          <a:noFill/>
        </p:spPr>
        <p:txBody>
          <a:bodyPr wrap="square" rtlCol="0">
            <a:spAutoFit/>
          </a:bodyPr>
          <a:lstStyle/>
          <a:p>
            <a:pPr algn="just">
              <a:lnSpc>
                <a:spcPct val="150000"/>
              </a:lnSpc>
            </a:pPr>
            <a:r>
              <a:rPr kumimoji="1" lang="zh-CN" altLang="en-US" sz="940" dirty="0">
                <a:solidFill>
                  <a:srgbClr val="FFFFFF"/>
                </a:solidFill>
                <a:latin typeface="微软雅黑" panose="020B0503020204020204" pitchFamily="34" charset="-122"/>
                <a:ea typeface="微软雅黑" panose="020B0503020204020204" pitchFamily="34" charset="-122"/>
                <a:cs typeface="微软雅黑" pitchFamily="18" charset="-122"/>
              </a:rPr>
              <a:t>本报告旨在总结公司最近进行的员工培训活动的支出情况，详细列出各项费用及其分布。</a:t>
            </a:r>
          </a:p>
        </p:txBody>
      </p:sp>
      <p:sp>
        <p:nvSpPr>
          <p:cNvPr id="121" name="椭圆 47">
            <a:extLst>
              <a:ext uri="{FF2B5EF4-FFF2-40B4-BE49-F238E27FC236}">
                <a16:creationId xmlns:a16="http://schemas.microsoft.com/office/drawing/2014/main" id="{E4135CD5-29F8-8BFC-2587-DC31BEC5FAF1}"/>
              </a:ext>
            </a:extLst>
          </p:cNvPr>
          <p:cNvSpPr/>
          <p:nvPr/>
        </p:nvSpPr>
        <p:spPr>
          <a:xfrm>
            <a:off x="1055083" y="5217164"/>
            <a:ext cx="91155" cy="91155"/>
          </a:xfrm>
          <a:prstGeom prst="ellipse">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p>
        </p:txBody>
      </p:sp>
      <p:grpSp>
        <p:nvGrpSpPr>
          <p:cNvPr id="122" name="组合 2">
            <a:extLst>
              <a:ext uri="{FF2B5EF4-FFF2-40B4-BE49-F238E27FC236}">
                <a16:creationId xmlns:a16="http://schemas.microsoft.com/office/drawing/2014/main" id="{1CC3C181-BFFC-78BA-A8E1-CB440CF155FD}"/>
              </a:ext>
            </a:extLst>
          </p:cNvPr>
          <p:cNvGrpSpPr/>
          <p:nvPr/>
        </p:nvGrpSpPr>
        <p:grpSpPr>
          <a:xfrm>
            <a:off x="3589404" y="4037502"/>
            <a:ext cx="531103" cy="531103"/>
            <a:chOff x="3185322" y="1499664"/>
            <a:chExt cx="746760" cy="746760"/>
          </a:xfrm>
        </p:grpSpPr>
        <p:sp>
          <p:nvSpPr>
            <p:cNvPr id="123" name="圆角矩形 3">
              <a:extLst>
                <a:ext uri="{FF2B5EF4-FFF2-40B4-BE49-F238E27FC236}">
                  <a16:creationId xmlns:a16="http://schemas.microsoft.com/office/drawing/2014/main" id="{D77E0537-E2A1-B22A-DA88-31FC8847143E}"/>
                </a:ext>
              </a:extLst>
            </p:cNvPr>
            <p:cNvSpPr/>
            <p:nvPr/>
          </p:nvSpPr>
          <p:spPr>
            <a:xfrm>
              <a:off x="3185322" y="1499664"/>
              <a:ext cx="746760" cy="746760"/>
            </a:xfrm>
            <a:prstGeom prst="roundRect">
              <a:avLst/>
            </a:prstGeom>
            <a:solidFill>
              <a:srgbClr val="FFFFFF"/>
            </a:solidFill>
            <a:ln>
              <a:noFill/>
            </a:ln>
          </p:spPr>
          <p:style>
            <a:lnRef idx="2">
              <a:srgbClr val="336699">
                <a:shade val="15000"/>
              </a:srgbClr>
            </a:lnRef>
            <a:fillRef idx="1">
              <a:srgbClr val="336699"/>
            </a:fillRef>
            <a:effectRef idx="0">
              <a:srgbClr val="336699"/>
            </a:effectRef>
            <a:fontRef idx="minor">
              <a:srgbClr val="FFFFFF"/>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pic>
          <p:nvPicPr>
            <p:cNvPr id="124" name="图形 9" descr="元 纯色填充">
              <a:extLst>
                <a:ext uri="{FF2B5EF4-FFF2-40B4-BE49-F238E27FC236}">
                  <a16:creationId xmlns:a16="http://schemas.microsoft.com/office/drawing/2014/main" id="{C2F23B0E-6AF9-CF42-FCF2-4430835493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94624" y="1605906"/>
              <a:ext cx="528156" cy="528156"/>
            </a:xfrm>
            <a:prstGeom prst="rect">
              <a:avLst/>
            </a:prstGeom>
          </p:spPr>
        </p:pic>
      </p:grpSp>
    </p:spTree>
    <p:extLst>
      <p:ext uri="{BB962C8B-B14F-4D97-AF65-F5344CB8AC3E}">
        <p14:creationId xmlns:p14="http://schemas.microsoft.com/office/powerpoint/2010/main" val="1851778670"/>
      </p:ext>
    </p:extLst>
  </p:cSld>
  <p:clrMapOvr>
    <a:masterClrMapping/>
  </p:clrMapOvr>
</p:sld>
</file>

<file path=ppt/slides/vr_business_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R048 分组柱图与趋势线（数据示例）</a:t>
            </a:r>
          </a:p>
        </p:txBody>
      </p:sp>
      <p:sp>
        <p:nvSpPr>
          <p:cNvPr id="101" name="object 15">
            <a:extLst>
              <a:ext uri="{FF2B5EF4-FFF2-40B4-BE49-F238E27FC236}">
                <a16:creationId xmlns:a16="http://schemas.microsoft.com/office/drawing/2014/main" id="{F326CE59-3614-71A5-5F4C-8102697B29EF}"/>
              </a:ext>
            </a:extLst>
          </p:cNvPr>
          <p:cNvSpPr/>
          <p:nvPr/>
        </p:nvSpPr>
        <p:spPr>
          <a:xfrm>
            <a:off x="796963" y="1238250"/>
            <a:ext cx="3459649" cy="1270915"/>
          </a:xfrm>
          <a:custGeom>
            <a:avLst/>
            <a:gdLst/>
            <a:ahLst/>
            <a:cxnLst/>
            <a:rect l="l" t="t" r="r" b="b"/>
            <a:pathLst>
              <a:path w="3024504" h="1602739">
                <a:moveTo>
                  <a:pt x="3023958" y="0"/>
                </a:moveTo>
                <a:lnTo>
                  <a:pt x="0" y="0"/>
                </a:lnTo>
                <a:lnTo>
                  <a:pt x="0" y="1602651"/>
                </a:lnTo>
                <a:lnTo>
                  <a:pt x="3023958" y="1602651"/>
                </a:lnTo>
                <a:lnTo>
                  <a:pt x="3023958" y="0"/>
                </a:lnTo>
                <a:close/>
              </a:path>
            </a:pathLst>
          </a:custGeom>
          <a:solidFill>
            <a:srgbClr val="336699"/>
          </a:solidFill>
          <a:ln>
            <a:no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2" name="文本框 8">
            <a:extLst>
              <a:ext uri="{FF2B5EF4-FFF2-40B4-BE49-F238E27FC236}">
                <a16:creationId xmlns:a16="http://schemas.microsoft.com/office/drawing/2014/main" id="{F4469123-AB23-3E9D-5D68-3045E3D9AC8B}"/>
              </a:ext>
            </a:extLst>
          </p:cNvPr>
          <p:cNvSpPr txBox="1"/>
          <p:nvPr/>
        </p:nvSpPr>
        <p:spPr>
          <a:xfrm>
            <a:off x="917901" y="1336556"/>
            <a:ext cx="2379549" cy="289124"/>
          </a:xfrm>
          <a:prstGeom prst="rect">
            <a:avLst/>
          </a:prstGeom>
          <a:noFill/>
        </p:spPr>
        <p:txBody>
          <a:bodyPr wrap="none" rtlCol="0">
            <a:spAutoFit/>
          </a:bodyPr>
          <a:lstStyle/>
          <a:p>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1</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部</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2024</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年季度销售情况</a:t>
            </a:r>
          </a:p>
        </p:txBody>
      </p:sp>
      <p:sp>
        <p:nvSpPr>
          <p:cNvPr id="103" name="文本框 9">
            <a:extLst>
              <a:ext uri="{FF2B5EF4-FFF2-40B4-BE49-F238E27FC236}">
                <a16:creationId xmlns:a16="http://schemas.microsoft.com/office/drawing/2014/main" id="{34D45563-13AA-BB72-38B9-071B45688E76}"/>
              </a:ext>
            </a:extLst>
          </p:cNvPr>
          <p:cNvSpPr txBox="1"/>
          <p:nvPr/>
        </p:nvSpPr>
        <p:spPr>
          <a:xfrm>
            <a:off x="917901"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80000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销售额</a:t>
            </a:r>
          </a:p>
        </p:txBody>
      </p:sp>
      <p:sp>
        <p:nvSpPr>
          <p:cNvPr id="104" name="文本框 11">
            <a:extLst>
              <a:ext uri="{FF2B5EF4-FFF2-40B4-BE49-F238E27FC236}">
                <a16:creationId xmlns:a16="http://schemas.microsoft.com/office/drawing/2014/main" id="{16EE7281-8E28-9D35-3424-2BA943BED571}"/>
              </a:ext>
            </a:extLst>
          </p:cNvPr>
          <p:cNvSpPr txBox="1"/>
          <p:nvPr/>
        </p:nvSpPr>
        <p:spPr>
          <a:xfrm>
            <a:off x="2020325"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20000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成本</a:t>
            </a:r>
          </a:p>
        </p:txBody>
      </p:sp>
      <p:sp>
        <p:nvSpPr>
          <p:cNvPr id="105" name="文本框 12">
            <a:extLst>
              <a:ext uri="{FF2B5EF4-FFF2-40B4-BE49-F238E27FC236}">
                <a16:creationId xmlns:a16="http://schemas.microsoft.com/office/drawing/2014/main" id="{2C27DC8E-FB22-EB39-256C-EB6A3C9F33F7}"/>
              </a:ext>
            </a:extLst>
          </p:cNvPr>
          <p:cNvSpPr txBox="1"/>
          <p:nvPr/>
        </p:nvSpPr>
        <p:spPr>
          <a:xfrm>
            <a:off x="3122750"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60000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利润</a:t>
            </a:r>
          </a:p>
        </p:txBody>
      </p:sp>
      <p:cxnSp>
        <p:nvCxnSpPr>
          <p:cNvPr id="106" name="直线连接符 13">
            <a:extLst>
              <a:ext uri="{FF2B5EF4-FFF2-40B4-BE49-F238E27FC236}">
                <a16:creationId xmlns:a16="http://schemas.microsoft.com/office/drawing/2014/main" id="{ACC2D548-49FD-DBCD-FDC2-8CC42D18A2B3}"/>
              </a:ext>
            </a:extLst>
          </p:cNvPr>
          <p:cNvCxnSpPr>
            <a:cxnSpLocks/>
          </p:cNvCxnSpPr>
          <p:nvPr/>
        </p:nvCxnSpPr>
        <p:spPr>
          <a:xfrm>
            <a:off x="1010340" y="1687610"/>
            <a:ext cx="3003447" cy="0"/>
          </a:xfrm>
          <a:prstGeom prst="line">
            <a:avLst/>
          </a:prstGeom>
          <a:ln w="12700">
            <a:solidFill>
              <a:srgbClr val="FFFFFF"/>
            </a:solidFill>
            <a:prstDash val="sysDash"/>
          </a:ln>
        </p:spPr>
        <p:style>
          <a:lnRef idx="1">
            <a:srgbClr val="336699"/>
          </a:lnRef>
          <a:fillRef idx="0">
            <a:srgbClr val="336699"/>
          </a:fillRef>
          <a:effectRef idx="0">
            <a:srgbClr val="336699"/>
          </a:effectRef>
          <a:fontRef idx="minor">
            <a:srgbClr val="333333"/>
          </a:fontRef>
        </p:style>
      </p:cxnSp>
      <p:sp>
        <p:nvSpPr>
          <p:cNvPr id="107" name="object 15">
            <a:extLst>
              <a:ext uri="{FF2B5EF4-FFF2-40B4-BE49-F238E27FC236}">
                <a16:creationId xmlns:a16="http://schemas.microsoft.com/office/drawing/2014/main" id="{FF2506D8-83EE-7BE5-9377-6153D44F436E}"/>
              </a:ext>
            </a:extLst>
          </p:cNvPr>
          <p:cNvSpPr/>
          <p:nvPr/>
        </p:nvSpPr>
        <p:spPr>
          <a:xfrm>
            <a:off x="4371345" y="1238250"/>
            <a:ext cx="3459649" cy="1270915"/>
          </a:xfrm>
          <a:custGeom>
            <a:avLst/>
            <a:gdLst/>
            <a:ahLst/>
            <a:cxnLst/>
            <a:rect l="l" t="t" r="r" b="b"/>
            <a:pathLst>
              <a:path w="3024504" h="1602739">
                <a:moveTo>
                  <a:pt x="3023958" y="0"/>
                </a:moveTo>
                <a:lnTo>
                  <a:pt x="0" y="0"/>
                </a:lnTo>
                <a:lnTo>
                  <a:pt x="0" y="1602651"/>
                </a:lnTo>
                <a:lnTo>
                  <a:pt x="3023958" y="1602651"/>
                </a:lnTo>
                <a:lnTo>
                  <a:pt x="3023958" y="0"/>
                </a:lnTo>
                <a:close/>
              </a:path>
            </a:pathLst>
          </a:custGeom>
          <a:solidFill>
            <a:srgbClr val="3494BA"/>
          </a:solidFill>
          <a:ln>
            <a:no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08" name="文本框 28">
            <a:extLst>
              <a:ext uri="{FF2B5EF4-FFF2-40B4-BE49-F238E27FC236}">
                <a16:creationId xmlns:a16="http://schemas.microsoft.com/office/drawing/2014/main" id="{A3DE3005-4B83-02F6-E184-B4A4B1C85979}"/>
              </a:ext>
            </a:extLst>
          </p:cNvPr>
          <p:cNvSpPr txBox="1"/>
          <p:nvPr/>
        </p:nvSpPr>
        <p:spPr>
          <a:xfrm>
            <a:off x="4492281" y="1336556"/>
            <a:ext cx="2379549" cy="289124"/>
          </a:xfrm>
          <a:prstGeom prst="rect">
            <a:avLst/>
          </a:prstGeom>
          <a:noFill/>
        </p:spPr>
        <p:txBody>
          <a:bodyPr wrap="none" rtlCol="0">
            <a:spAutoFit/>
          </a:bodyPr>
          <a:lstStyle/>
          <a:p>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2</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部</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2024</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年季度销售情况</a:t>
            </a:r>
          </a:p>
        </p:txBody>
      </p:sp>
      <p:sp>
        <p:nvSpPr>
          <p:cNvPr id="109" name="文本框 29">
            <a:extLst>
              <a:ext uri="{FF2B5EF4-FFF2-40B4-BE49-F238E27FC236}">
                <a16:creationId xmlns:a16="http://schemas.microsoft.com/office/drawing/2014/main" id="{5187AE33-E6D8-2488-2017-7FFBD4511B66}"/>
              </a:ext>
            </a:extLst>
          </p:cNvPr>
          <p:cNvSpPr txBox="1"/>
          <p:nvPr/>
        </p:nvSpPr>
        <p:spPr>
          <a:xfrm>
            <a:off x="4492281"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98600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销售额</a:t>
            </a:r>
          </a:p>
        </p:txBody>
      </p:sp>
      <p:sp>
        <p:nvSpPr>
          <p:cNvPr id="110" name="文本框 30">
            <a:extLst>
              <a:ext uri="{FF2B5EF4-FFF2-40B4-BE49-F238E27FC236}">
                <a16:creationId xmlns:a16="http://schemas.microsoft.com/office/drawing/2014/main" id="{905C2924-1663-91D0-01B4-EACBD702E94F}"/>
              </a:ext>
            </a:extLst>
          </p:cNvPr>
          <p:cNvSpPr txBox="1"/>
          <p:nvPr/>
        </p:nvSpPr>
        <p:spPr>
          <a:xfrm>
            <a:off x="5594706"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20000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成本</a:t>
            </a:r>
          </a:p>
        </p:txBody>
      </p:sp>
      <p:sp>
        <p:nvSpPr>
          <p:cNvPr id="111" name="文本框 31">
            <a:extLst>
              <a:ext uri="{FF2B5EF4-FFF2-40B4-BE49-F238E27FC236}">
                <a16:creationId xmlns:a16="http://schemas.microsoft.com/office/drawing/2014/main" id="{89F9A9AA-0FF7-5BA4-ACDE-6804C724B43B}"/>
              </a:ext>
            </a:extLst>
          </p:cNvPr>
          <p:cNvSpPr txBox="1"/>
          <p:nvPr/>
        </p:nvSpPr>
        <p:spPr>
          <a:xfrm>
            <a:off x="6697131"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78600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利润</a:t>
            </a:r>
          </a:p>
        </p:txBody>
      </p:sp>
      <p:cxnSp>
        <p:nvCxnSpPr>
          <p:cNvPr id="112" name="直线连接符 32">
            <a:extLst>
              <a:ext uri="{FF2B5EF4-FFF2-40B4-BE49-F238E27FC236}">
                <a16:creationId xmlns:a16="http://schemas.microsoft.com/office/drawing/2014/main" id="{84770CC3-7672-5B20-59F0-3020BBB6745C}"/>
              </a:ext>
            </a:extLst>
          </p:cNvPr>
          <p:cNvCxnSpPr>
            <a:cxnSpLocks/>
          </p:cNvCxnSpPr>
          <p:nvPr/>
        </p:nvCxnSpPr>
        <p:spPr>
          <a:xfrm>
            <a:off x="4584722" y="1687610"/>
            <a:ext cx="3003447" cy="0"/>
          </a:xfrm>
          <a:prstGeom prst="line">
            <a:avLst/>
          </a:prstGeom>
          <a:ln w="12700">
            <a:solidFill>
              <a:srgbClr val="FFFFFF"/>
            </a:solidFill>
            <a:prstDash val="sysDash"/>
          </a:ln>
        </p:spPr>
        <p:style>
          <a:lnRef idx="1">
            <a:srgbClr val="336699"/>
          </a:lnRef>
          <a:fillRef idx="0">
            <a:srgbClr val="336699"/>
          </a:fillRef>
          <a:effectRef idx="0">
            <a:srgbClr val="336699"/>
          </a:effectRef>
          <a:fontRef idx="minor">
            <a:srgbClr val="333333"/>
          </a:fontRef>
        </p:style>
      </p:cxnSp>
      <p:sp>
        <p:nvSpPr>
          <p:cNvPr id="113" name="object 15">
            <a:extLst>
              <a:ext uri="{FF2B5EF4-FFF2-40B4-BE49-F238E27FC236}">
                <a16:creationId xmlns:a16="http://schemas.microsoft.com/office/drawing/2014/main" id="{A12EC2DC-1E7B-51A6-8EB6-C2445B35109E}"/>
              </a:ext>
            </a:extLst>
          </p:cNvPr>
          <p:cNvSpPr/>
          <p:nvPr/>
        </p:nvSpPr>
        <p:spPr>
          <a:xfrm>
            <a:off x="7936013" y="1238250"/>
            <a:ext cx="3459649" cy="1270915"/>
          </a:xfrm>
          <a:custGeom>
            <a:avLst/>
            <a:gdLst/>
            <a:ahLst/>
            <a:cxnLst/>
            <a:rect l="l" t="t" r="r" b="b"/>
            <a:pathLst>
              <a:path w="3024504" h="1602739">
                <a:moveTo>
                  <a:pt x="3023958" y="0"/>
                </a:moveTo>
                <a:lnTo>
                  <a:pt x="0" y="0"/>
                </a:lnTo>
                <a:lnTo>
                  <a:pt x="0" y="1602651"/>
                </a:lnTo>
                <a:lnTo>
                  <a:pt x="3023958" y="1602651"/>
                </a:lnTo>
                <a:lnTo>
                  <a:pt x="3023958" y="0"/>
                </a:lnTo>
                <a:close/>
              </a:path>
            </a:pathLst>
          </a:custGeom>
          <a:solidFill>
            <a:srgbClr val="58B6C0"/>
          </a:solidFill>
          <a:ln>
            <a:no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14" name="文本框 34">
            <a:extLst>
              <a:ext uri="{FF2B5EF4-FFF2-40B4-BE49-F238E27FC236}">
                <a16:creationId xmlns:a16="http://schemas.microsoft.com/office/drawing/2014/main" id="{971EDFA4-6B7E-846D-4BC4-F0131566A23E}"/>
              </a:ext>
            </a:extLst>
          </p:cNvPr>
          <p:cNvSpPr txBox="1"/>
          <p:nvPr/>
        </p:nvSpPr>
        <p:spPr>
          <a:xfrm>
            <a:off x="8056951" y="1336556"/>
            <a:ext cx="2379549" cy="289124"/>
          </a:xfrm>
          <a:prstGeom prst="rect">
            <a:avLst/>
          </a:prstGeom>
          <a:noFill/>
        </p:spPr>
        <p:txBody>
          <a:bodyPr wrap="none" rtlCol="0">
            <a:spAutoFit/>
          </a:bodyPr>
          <a:lstStyle/>
          <a:p>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项目</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3</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部</a:t>
            </a:r>
            <a:r>
              <a:rPr kumimoji="1" lang="en-US" altLang="zh-CN" sz="1315" b="1" dirty="0">
                <a:solidFill>
                  <a:srgbClr val="FFFFFF"/>
                </a:solidFill>
                <a:latin typeface="微软雅黑" panose="020B0503020204020204" pitchFamily="34" charset="-122"/>
                <a:ea typeface="微软雅黑" panose="020B0503020204020204" pitchFamily="34" charset="-122"/>
                <a:cs typeface="微软雅黑" pitchFamily="18" charset="-122"/>
              </a:rPr>
              <a:t>2024</a:t>
            </a:r>
            <a:r>
              <a:rPr kumimoji="1"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年季度销售情况</a:t>
            </a:r>
          </a:p>
        </p:txBody>
      </p:sp>
      <p:sp>
        <p:nvSpPr>
          <p:cNvPr id="115" name="文本框 35">
            <a:extLst>
              <a:ext uri="{FF2B5EF4-FFF2-40B4-BE49-F238E27FC236}">
                <a16:creationId xmlns:a16="http://schemas.microsoft.com/office/drawing/2014/main" id="{A279D2CB-488E-9673-0FB7-5A3AFACA545C}"/>
              </a:ext>
            </a:extLst>
          </p:cNvPr>
          <p:cNvSpPr txBox="1"/>
          <p:nvPr/>
        </p:nvSpPr>
        <p:spPr>
          <a:xfrm>
            <a:off x="8056951"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54000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销售额</a:t>
            </a:r>
          </a:p>
        </p:txBody>
      </p:sp>
      <p:sp>
        <p:nvSpPr>
          <p:cNvPr id="116" name="文本框 36">
            <a:extLst>
              <a:ext uri="{FF2B5EF4-FFF2-40B4-BE49-F238E27FC236}">
                <a16:creationId xmlns:a16="http://schemas.microsoft.com/office/drawing/2014/main" id="{16A2DA4E-77F2-6206-C1BE-DDA76742C8CD}"/>
              </a:ext>
            </a:extLst>
          </p:cNvPr>
          <p:cNvSpPr txBox="1"/>
          <p:nvPr/>
        </p:nvSpPr>
        <p:spPr>
          <a:xfrm>
            <a:off x="9159375"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20000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成本</a:t>
            </a:r>
          </a:p>
        </p:txBody>
      </p:sp>
      <p:sp>
        <p:nvSpPr>
          <p:cNvPr id="117" name="文本框 37">
            <a:extLst>
              <a:ext uri="{FF2B5EF4-FFF2-40B4-BE49-F238E27FC236}">
                <a16:creationId xmlns:a16="http://schemas.microsoft.com/office/drawing/2014/main" id="{2A01D13D-7D82-864B-E28C-A182A89AB883}"/>
              </a:ext>
            </a:extLst>
          </p:cNvPr>
          <p:cNvSpPr txBox="1"/>
          <p:nvPr/>
        </p:nvSpPr>
        <p:spPr>
          <a:xfrm>
            <a:off x="10261800" y="1743001"/>
            <a:ext cx="1061928" cy="664985"/>
          </a:xfrm>
          <a:prstGeom prst="rect">
            <a:avLst/>
          </a:prstGeom>
          <a:noFill/>
        </p:spPr>
        <p:txBody>
          <a:bodyPr wrap="none" rtlCol="0">
            <a:spAutoFit/>
          </a:bodyPr>
          <a:lstStyle/>
          <a:p>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34000</a:t>
            </a:r>
          </a:p>
          <a:p>
            <a:r>
              <a:rPr kumimoji="1" lang="zh-CN" altLang="en-US" sz="1503" b="1" dirty="0">
                <a:solidFill>
                  <a:srgbClr val="FFFFFF"/>
                </a:solidFill>
                <a:latin typeface="微软雅黑" panose="020B0503020204020204" pitchFamily="34" charset="-122"/>
                <a:ea typeface="微软雅黑" panose="020B0503020204020204" pitchFamily="34" charset="-122"/>
                <a:cs typeface="微软雅黑" pitchFamily="18" charset="-122"/>
              </a:rPr>
              <a:t>利润</a:t>
            </a:r>
          </a:p>
        </p:txBody>
      </p:sp>
      <p:cxnSp>
        <p:nvCxnSpPr>
          <p:cNvPr id="118" name="直线连接符 38">
            <a:extLst>
              <a:ext uri="{FF2B5EF4-FFF2-40B4-BE49-F238E27FC236}">
                <a16:creationId xmlns:a16="http://schemas.microsoft.com/office/drawing/2014/main" id="{6F453F38-34C6-92BB-F3DE-0C2DF9ADDB0B}"/>
              </a:ext>
            </a:extLst>
          </p:cNvPr>
          <p:cNvCxnSpPr>
            <a:cxnSpLocks/>
          </p:cNvCxnSpPr>
          <p:nvPr/>
        </p:nvCxnSpPr>
        <p:spPr>
          <a:xfrm>
            <a:off x="8149390" y="1687610"/>
            <a:ext cx="3003447" cy="0"/>
          </a:xfrm>
          <a:prstGeom prst="line">
            <a:avLst/>
          </a:prstGeom>
          <a:ln w="12700">
            <a:solidFill>
              <a:srgbClr val="FFFFFF"/>
            </a:solidFill>
            <a:prstDash val="sysDash"/>
          </a:ln>
        </p:spPr>
        <p:style>
          <a:lnRef idx="1">
            <a:srgbClr val="336699"/>
          </a:lnRef>
          <a:fillRef idx="0">
            <a:srgbClr val="336699"/>
          </a:fillRef>
          <a:effectRef idx="0">
            <a:srgbClr val="336699"/>
          </a:effectRef>
          <a:fontRef idx="minor">
            <a:srgbClr val="333333"/>
          </a:fontRef>
        </p:style>
      </p:cxnSp>
      <p:sp>
        <p:nvSpPr>
          <p:cNvPr id="119" name="矩形 40">
            <a:extLst>
              <a:ext uri="{FF2B5EF4-FFF2-40B4-BE49-F238E27FC236}">
                <a16:creationId xmlns:a16="http://schemas.microsoft.com/office/drawing/2014/main" id="{75C677C4-0149-554F-8A60-2489687A117A}"/>
              </a:ext>
            </a:extLst>
          </p:cNvPr>
          <p:cNvSpPr/>
          <p:nvPr/>
        </p:nvSpPr>
        <p:spPr>
          <a:xfrm>
            <a:off x="796962" y="2626487"/>
            <a:ext cx="7034030" cy="3640963"/>
          </a:xfrm>
          <a:prstGeom prst="rect">
            <a:avLst/>
          </a:prstGeom>
          <a:ln/>
        </p:spPr>
        <p:style>
          <a:lnRef idx="2">
            <a:srgbClr val="2683C6"/>
          </a:lnRef>
          <a:fillRef idx="1">
            <a:srgbClr val="FFFFFF"/>
          </a:fillRef>
          <a:effectRef idx="0">
            <a:srgbClr val="2683C6"/>
          </a:effectRef>
          <a:fontRef idx="minor">
            <a:srgbClr val="333333"/>
          </a:fontRef>
        </p:style>
        <p:txBody>
          <a:bodyPr rtlCol="0" anchor="ctr"/>
          <a:lstStyle/>
          <a:p>
            <a:pPr algn="ctr"/>
            <a:endParaRPr kumimoji="1" lang="zh-CN" altLang="en-US">
              <a:latin typeface="微软雅黑" panose="020B0503020204020204" pitchFamily="34" charset="-122"/>
              <a:ea typeface="微软雅黑" panose="020B0503020204020204" pitchFamily="34" charset="-122"/>
            </a:endParaRPr>
          </a:p>
        </p:txBody>
      </p:sp>
      <p:graphicFrame>
        <p:nvGraphicFramePr>
          <p:cNvPr id="120" name="图表 42">
            <a:extLst>
              <a:ext uri="{FF2B5EF4-FFF2-40B4-BE49-F238E27FC236}">
                <a16:creationId xmlns:a16="http://schemas.microsoft.com/office/drawing/2014/main" id="{3D13534B-AFCE-4D2C-187E-5B80694BF949}"/>
              </a:ext>
            </a:extLst>
          </p:cNvPr>
          <p:cNvGraphicFramePr/>
          <p:nvPr/>
        </p:nvGraphicFramePr>
        <p:xfrm>
          <a:off x="822894" y="2718893"/>
          <a:ext cx="7008098" cy="3475760"/>
        </p:xfrm>
        <a:graphic>
          <a:graphicData uri="http://schemas.openxmlformats.org/drawingml/2006/chart">
            <c:chart xmlns:c="http://schemas.openxmlformats.org/drawingml/2006/chart" xmlns:r="http://schemas.openxmlformats.org/officeDocument/2006/relationships" r:id="rId3"/>
          </a:graphicData>
        </a:graphic>
      </p:graphicFrame>
      <p:sp>
        <p:nvSpPr>
          <p:cNvPr id="121" name="object 15">
            <a:extLst>
              <a:ext uri="{FF2B5EF4-FFF2-40B4-BE49-F238E27FC236}">
                <a16:creationId xmlns:a16="http://schemas.microsoft.com/office/drawing/2014/main" id="{92F403AF-DF92-695C-B210-77DE5E24FE42}"/>
              </a:ext>
            </a:extLst>
          </p:cNvPr>
          <p:cNvSpPr/>
          <p:nvPr/>
        </p:nvSpPr>
        <p:spPr>
          <a:xfrm>
            <a:off x="7936013" y="2622166"/>
            <a:ext cx="3459649" cy="3640962"/>
          </a:xfrm>
          <a:custGeom>
            <a:avLst/>
            <a:gdLst/>
            <a:ahLst/>
            <a:cxnLst/>
            <a:rect l="l" t="t" r="r" b="b"/>
            <a:pathLst>
              <a:path w="3024504" h="1602739">
                <a:moveTo>
                  <a:pt x="3023958" y="0"/>
                </a:moveTo>
                <a:lnTo>
                  <a:pt x="0" y="0"/>
                </a:lnTo>
                <a:lnTo>
                  <a:pt x="0" y="1602651"/>
                </a:lnTo>
                <a:lnTo>
                  <a:pt x="3023958" y="1602651"/>
                </a:lnTo>
                <a:lnTo>
                  <a:pt x="3023958" y="0"/>
                </a:lnTo>
                <a:close/>
              </a:path>
            </a:pathLst>
          </a:custGeom>
          <a:solidFill>
            <a:srgbClr val="336699"/>
          </a:solidFill>
          <a:ln>
            <a:noFill/>
            <a:prstDash val="sysDash"/>
          </a:ln>
        </p:spPr>
        <p:txBody>
          <a:bodyPr wrap="square" lIns="0" tIns="0" rIns="0" bIns="0" rtlCol="0"/>
          <a:lstStyle/>
          <a:p>
            <a:endParaRPr>
              <a:latin typeface="微软雅黑" panose="020B0503020204020204" pitchFamily="34" charset="-122"/>
              <a:ea typeface="微软雅黑" panose="020B0503020204020204" pitchFamily="34" charset="-122"/>
            </a:endParaRPr>
          </a:p>
        </p:txBody>
      </p:sp>
      <p:sp>
        <p:nvSpPr>
          <p:cNvPr id="122" name="文本框 44">
            <a:extLst>
              <a:ext uri="{FF2B5EF4-FFF2-40B4-BE49-F238E27FC236}">
                <a16:creationId xmlns:a16="http://schemas.microsoft.com/office/drawing/2014/main" id="{0CB8E01E-2631-F426-2CAF-4E8334703BB1}"/>
              </a:ext>
            </a:extLst>
          </p:cNvPr>
          <p:cNvSpPr txBox="1"/>
          <p:nvPr/>
        </p:nvSpPr>
        <p:spPr>
          <a:xfrm>
            <a:off x="8205965" y="2871926"/>
            <a:ext cx="845916" cy="260211"/>
          </a:xfrm>
          <a:prstGeom prst="rect">
            <a:avLst/>
          </a:prstGeom>
          <a:noFill/>
        </p:spPr>
        <p:txBody>
          <a:bodyPr wrap="square" rtlCol="0">
            <a:spAutoFit/>
          </a:bodyPr>
          <a:lstStyle/>
          <a:p>
            <a:r>
              <a:rPr kumimoji="1" lang="zh-CN" altLang="en-US" sz="1127" dirty="0">
                <a:solidFill>
                  <a:srgbClr val="FFFFFF"/>
                </a:solidFill>
                <a:latin typeface="微软雅黑" panose="020B0503020204020204" pitchFamily="34" charset="-122"/>
                <a:ea typeface="微软雅黑" panose="020B0503020204020204" pitchFamily="34" charset="-122"/>
                <a:cs typeface="微软雅黑" pitchFamily="18" charset="-122"/>
              </a:rPr>
              <a:t>目标业绩</a:t>
            </a:r>
          </a:p>
        </p:txBody>
      </p:sp>
      <p:sp>
        <p:nvSpPr>
          <p:cNvPr id="123" name="文本框 45">
            <a:extLst>
              <a:ext uri="{FF2B5EF4-FFF2-40B4-BE49-F238E27FC236}">
                <a16:creationId xmlns:a16="http://schemas.microsoft.com/office/drawing/2014/main" id="{5A042A5E-B86A-8B28-FEF3-3B0D9749791E}"/>
              </a:ext>
            </a:extLst>
          </p:cNvPr>
          <p:cNvSpPr txBox="1"/>
          <p:nvPr/>
        </p:nvSpPr>
        <p:spPr>
          <a:xfrm>
            <a:off x="8051238" y="3090404"/>
            <a:ext cx="1531068" cy="433686"/>
          </a:xfrm>
          <a:prstGeom prst="rect">
            <a:avLst/>
          </a:prstGeom>
          <a:noFill/>
        </p:spPr>
        <p:txBody>
          <a:bodyPr wrap="square" rtlCol="0">
            <a:spAutoFit/>
          </a:bodyPr>
          <a:lstStyle/>
          <a:p>
            <a:pPr algn="ctr"/>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150,000</a:t>
            </a:r>
            <a:endParaRPr kumimoji="1" lang="zh-CN" altLang="en-US" sz="2255"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cxnSp>
        <p:nvCxnSpPr>
          <p:cNvPr id="124" name="直线连接符 47">
            <a:extLst>
              <a:ext uri="{FF2B5EF4-FFF2-40B4-BE49-F238E27FC236}">
                <a16:creationId xmlns:a16="http://schemas.microsoft.com/office/drawing/2014/main" id="{33300741-958E-58DF-ECBA-4BE9352DFE73}"/>
              </a:ext>
            </a:extLst>
          </p:cNvPr>
          <p:cNvCxnSpPr>
            <a:cxnSpLocks/>
          </p:cNvCxnSpPr>
          <p:nvPr/>
        </p:nvCxnSpPr>
        <p:spPr>
          <a:xfrm>
            <a:off x="8355981" y="3662954"/>
            <a:ext cx="2712389" cy="0"/>
          </a:xfrm>
          <a:prstGeom prst="line">
            <a:avLst/>
          </a:prstGeom>
          <a:ln w="9525">
            <a:solidFill>
              <a:srgbClr val="FFFFFF"/>
            </a:solidFill>
            <a:prstDash val="sysDash"/>
          </a:ln>
        </p:spPr>
        <p:style>
          <a:lnRef idx="1">
            <a:srgbClr val="336699"/>
          </a:lnRef>
          <a:fillRef idx="0">
            <a:srgbClr val="336699"/>
          </a:fillRef>
          <a:effectRef idx="0">
            <a:srgbClr val="336699"/>
          </a:effectRef>
          <a:fontRef idx="minor">
            <a:srgbClr val="333333"/>
          </a:fontRef>
        </p:style>
      </p:cxnSp>
      <p:sp>
        <p:nvSpPr>
          <p:cNvPr id="125" name="矩形 48">
            <a:extLst>
              <a:ext uri="{FF2B5EF4-FFF2-40B4-BE49-F238E27FC236}">
                <a16:creationId xmlns:a16="http://schemas.microsoft.com/office/drawing/2014/main" id="{564ED156-56F0-4339-479C-B8F09A6B435A}"/>
              </a:ext>
            </a:extLst>
          </p:cNvPr>
          <p:cNvSpPr/>
          <p:nvPr/>
        </p:nvSpPr>
        <p:spPr>
          <a:xfrm flipH="1">
            <a:off x="8243421" y="3780511"/>
            <a:ext cx="2918958" cy="1237390"/>
          </a:xfrm>
          <a:prstGeom prst="rect">
            <a:avLst/>
          </a:prstGeom>
          <a:ln>
            <a:noFill/>
          </a:ln>
        </p:spPr>
        <p:txBody>
          <a:bodyPr wrap="square" lIns="91440" tIns="45720" rIns="91440" bIns="45720" anchor="t">
            <a:spAutoFit/>
          </a:bodyPr>
          <a:lstStyle/>
          <a:p>
            <a:pPr>
              <a:lnSpc>
                <a:spcPct val="150000"/>
              </a:lnSpc>
            </a:pPr>
            <a:r>
              <a:rPr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数据总结</a:t>
            </a:r>
            <a:endParaRPr lang="en-US" altLang="zh-CN" sz="1315" b="1" dirty="0">
              <a:solidFill>
                <a:srgbClr val="FFFFFF"/>
              </a:solidFill>
              <a:effectLst/>
              <a:latin typeface="微软雅黑" panose="020B0503020204020204" pitchFamily="34" charset="-122"/>
              <a:ea typeface="微软雅黑" panose="020B0503020204020204" pitchFamily="34" charset="-122"/>
              <a:cs typeface="微软雅黑" pitchFamily="18" charset="-122"/>
            </a:endParaRPr>
          </a:p>
          <a:p>
            <a:pPr>
              <a:lnSpc>
                <a:spcPct val="150000"/>
              </a:lnSpc>
            </a:pPr>
            <a:r>
              <a:rPr lang="zh-CN" altLang="en-US" sz="939" dirty="0">
                <a:solidFill>
                  <a:srgbClr val="FFFFFF"/>
                </a:solidFill>
                <a:effectLst/>
                <a:latin typeface="微软雅黑" panose="020B0503020204020204" pitchFamily="34" charset="-122"/>
                <a:ea typeface="微软雅黑" panose="020B0503020204020204" pitchFamily="34" charset="-122"/>
                <a:cs typeface="微软雅黑" pitchFamily="18" charset="-122"/>
              </a:rPr>
              <a:t>填写本项的目标、关键动作与交付物。</a:t>
            </a:r>
          </a:p>
          <a:p>
            <a:pPr>
              <a:lnSpc>
                <a:spcPct val="150000"/>
              </a:lnSpc>
            </a:pPr>
            <a:endParaRPr lang="zh-CN" altLang="en-US" sz="939" dirty="0">
              <a:solidFill>
                <a:srgbClr val="FFFFFF"/>
              </a:solidFill>
              <a:effectLst/>
              <a:latin typeface="微软雅黑" panose="020B0503020204020204" pitchFamily="34" charset="-122"/>
              <a:ea typeface="微软雅黑" panose="020B0503020204020204" pitchFamily="34" charset="-122"/>
              <a:cs typeface="微软雅黑" pitchFamily="18" charset="-122"/>
            </a:endParaRPr>
          </a:p>
        </p:txBody>
      </p:sp>
      <p:sp>
        <p:nvSpPr>
          <p:cNvPr id="126" name="矩形 49">
            <a:extLst>
              <a:ext uri="{FF2B5EF4-FFF2-40B4-BE49-F238E27FC236}">
                <a16:creationId xmlns:a16="http://schemas.microsoft.com/office/drawing/2014/main" id="{E0CE3F23-417D-618E-4E42-4D33F5DBCE14}"/>
              </a:ext>
            </a:extLst>
          </p:cNvPr>
          <p:cNvSpPr/>
          <p:nvPr/>
        </p:nvSpPr>
        <p:spPr>
          <a:xfrm flipH="1">
            <a:off x="8243421" y="4916277"/>
            <a:ext cx="2918958" cy="1237390"/>
          </a:xfrm>
          <a:prstGeom prst="rect">
            <a:avLst/>
          </a:prstGeom>
          <a:ln>
            <a:noFill/>
          </a:ln>
        </p:spPr>
        <p:txBody>
          <a:bodyPr wrap="square" lIns="91440" tIns="45720" rIns="91440" bIns="45720" anchor="t">
            <a:spAutoFit/>
          </a:bodyPr>
          <a:lstStyle/>
          <a:p>
            <a:pPr>
              <a:lnSpc>
                <a:spcPct val="150000"/>
              </a:lnSpc>
            </a:pPr>
            <a:r>
              <a:rPr lang="zh-CN" altLang="en-US" sz="1315" b="1" dirty="0">
                <a:solidFill>
                  <a:srgbClr val="FFFFFF"/>
                </a:solidFill>
                <a:latin typeface="微软雅黑" panose="020B0503020204020204" pitchFamily="34" charset="-122"/>
                <a:ea typeface="微软雅黑" panose="020B0503020204020204" pitchFamily="34" charset="-122"/>
                <a:cs typeface="微软雅黑" pitchFamily="18" charset="-122"/>
              </a:rPr>
              <a:t>数据总结</a:t>
            </a:r>
            <a:endParaRPr lang="en-US" altLang="zh-CN" sz="1315" b="1" dirty="0">
              <a:solidFill>
                <a:srgbClr val="FFFFFF"/>
              </a:solidFill>
              <a:effectLst/>
              <a:latin typeface="微软雅黑" panose="020B0503020204020204" pitchFamily="34" charset="-122"/>
              <a:ea typeface="微软雅黑" panose="020B0503020204020204" pitchFamily="34" charset="-122"/>
              <a:cs typeface="微软雅黑" pitchFamily="18" charset="-122"/>
            </a:endParaRPr>
          </a:p>
          <a:p>
            <a:pPr>
              <a:lnSpc>
                <a:spcPct val="150000"/>
              </a:lnSpc>
            </a:pPr>
            <a:r>
              <a:rPr lang="zh-CN" altLang="en-US" sz="939" dirty="0">
                <a:solidFill>
                  <a:srgbClr val="FFFFFF"/>
                </a:solidFill>
                <a:effectLst/>
                <a:latin typeface="微软雅黑" panose="020B0503020204020204" pitchFamily="34" charset="-122"/>
                <a:ea typeface="微软雅黑" panose="020B0503020204020204" pitchFamily="34" charset="-122"/>
                <a:cs typeface="微软雅黑" pitchFamily="18" charset="-122"/>
              </a:rPr>
              <a:t>填写本项的目标、关键动作与交付物。</a:t>
            </a:r>
          </a:p>
          <a:p>
            <a:pPr>
              <a:lnSpc>
                <a:spcPct val="150000"/>
              </a:lnSpc>
            </a:pPr>
            <a:endParaRPr lang="zh-CN" altLang="en-US" sz="939" dirty="0">
              <a:solidFill>
                <a:srgbClr val="FFFFFF"/>
              </a:solidFill>
              <a:effectLst/>
              <a:latin typeface="微软雅黑" panose="020B0503020204020204" pitchFamily="34" charset="-122"/>
              <a:ea typeface="微软雅黑" panose="020B0503020204020204" pitchFamily="34" charset="-122"/>
              <a:cs typeface="微软雅黑" pitchFamily="18" charset="-122"/>
            </a:endParaRPr>
          </a:p>
        </p:txBody>
      </p:sp>
      <p:sp>
        <p:nvSpPr>
          <p:cNvPr id="127" name="文本框 51">
            <a:extLst>
              <a:ext uri="{FF2B5EF4-FFF2-40B4-BE49-F238E27FC236}">
                <a16:creationId xmlns:a16="http://schemas.microsoft.com/office/drawing/2014/main" id="{9E3FF4EF-5315-C2D9-9F82-7D390963D150}"/>
              </a:ext>
            </a:extLst>
          </p:cNvPr>
          <p:cNvSpPr txBox="1"/>
          <p:nvPr/>
        </p:nvSpPr>
        <p:spPr>
          <a:xfrm>
            <a:off x="9885753" y="2871926"/>
            <a:ext cx="845916" cy="260211"/>
          </a:xfrm>
          <a:prstGeom prst="rect">
            <a:avLst/>
          </a:prstGeom>
          <a:noFill/>
        </p:spPr>
        <p:txBody>
          <a:bodyPr wrap="square" rtlCol="0">
            <a:spAutoFit/>
          </a:bodyPr>
          <a:lstStyle/>
          <a:p>
            <a:r>
              <a:rPr kumimoji="1" lang="zh-CN" altLang="en-US" sz="1127" dirty="0">
                <a:solidFill>
                  <a:srgbClr val="FFFFFF"/>
                </a:solidFill>
                <a:latin typeface="微软雅黑" panose="020B0503020204020204" pitchFamily="34" charset="-122"/>
                <a:ea typeface="微软雅黑" panose="020B0503020204020204" pitchFamily="34" charset="-122"/>
                <a:cs typeface="微软雅黑" pitchFamily="18" charset="-122"/>
              </a:rPr>
              <a:t>实际完成</a:t>
            </a:r>
          </a:p>
        </p:txBody>
      </p:sp>
      <p:sp>
        <p:nvSpPr>
          <p:cNvPr id="128" name="文本框 52">
            <a:extLst>
              <a:ext uri="{FF2B5EF4-FFF2-40B4-BE49-F238E27FC236}">
                <a16:creationId xmlns:a16="http://schemas.microsoft.com/office/drawing/2014/main" id="{3FCEE6D9-EF0D-6372-A0F6-D9F76239E03D}"/>
              </a:ext>
            </a:extLst>
          </p:cNvPr>
          <p:cNvSpPr txBox="1"/>
          <p:nvPr/>
        </p:nvSpPr>
        <p:spPr>
          <a:xfrm>
            <a:off x="9731027" y="3090404"/>
            <a:ext cx="1531068" cy="433686"/>
          </a:xfrm>
          <a:prstGeom prst="rect">
            <a:avLst/>
          </a:prstGeom>
          <a:noFill/>
        </p:spPr>
        <p:txBody>
          <a:bodyPr wrap="square" rtlCol="0">
            <a:spAutoFit/>
          </a:bodyPr>
          <a:lstStyle/>
          <a:p>
            <a:pPr algn="ctr"/>
            <a:r>
              <a:rPr kumimoji="1" lang="en-US" altLang="zh-CN" sz="2255" b="1" dirty="0">
                <a:solidFill>
                  <a:srgbClr val="FFFFFF"/>
                </a:solidFill>
                <a:latin typeface="微软雅黑" panose="020B0503020204020204" pitchFamily="34" charset="-122"/>
                <a:ea typeface="微软雅黑" panose="020B0503020204020204" pitchFamily="34" charset="-122"/>
                <a:cs typeface="微软雅黑" pitchFamily="18" charset="-122"/>
              </a:rPr>
              <a:t>220,000</a:t>
            </a:r>
            <a:endParaRPr kumimoji="1" lang="zh-CN" altLang="en-US" sz="2255" b="1" dirty="0">
              <a:solidFill>
                <a:srgbClr val="FFFFFF"/>
              </a:solidFill>
              <a:latin typeface="微软雅黑" panose="020B0503020204020204" pitchFamily="34" charset="-122"/>
              <a:ea typeface="微软雅黑" panose="020B0503020204020204" pitchFamily="34" charset="-122"/>
              <a:cs typeface="微软雅黑" pitchFamily="18" charset="-122"/>
            </a:endParaRPr>
          </a:p>
        </p:txBody>
      </p:sp>
    </p:spTree>
    <p:extLst>
      <p:ext uri="{BB962C8B-B14F-4D97-AF65-F5344CB8AC3E}">
        <p14:creationId xmlns:p14="http://schemas.microsoft.com/office/powerpoint/2010/main" val="1851778670"/>
      </p:ext>
    </p:extLst>
  </p:cSld>
  <p:clrMapOvr>
    <a:masterClrMapping/>
  </p:clrMapOvr>
</p:sld>
</file>

<file path=ppt/slides/vr_icons_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I01 实心通用图标一（结构示例）</a:t>
            </a:r>
          </a:p>
        </p:txBody>
      </p:sp>
      <p:sp>
        <p:nvSpPr>
          <p:cNvPr id="101" name="稻壳儿小白白(http://dwz.cn/Wu2UP)"/>
          <p:cNvSpPr>
            <a:spLocks noEditPoints="1"/>
          </p:cNvSpPr>
          <p:nvPr/>
        </p:nvSpPr>
        <p:spPr>
          <a:xfrm>
            <a:off x="948214" y="1470851"/>
            <a:ext cx="392620" cy="276034"/>
          </a:xfrm>
          <a:custGeom>
            <a:avLst/>
            <a:gdLst>
              <a:gd name="T0" fmla="*/ 2147483646 w 54"/>
              <a:gd name="T1" fmla="*/ 1221443547 h 38"/>
              <a:gd name="T2" fmla="*/ 1994168749 w 54"/>
              <a:gd name="T3" fmla="*/ 1719071436 h 38"/>
              <a:gd name="T4" fmla="*/ 1948847803 w 54"/>
              <a:gd name="T5" fmla="*/ 1719071436 h 38"/>
              <a:gd name="T6" fmla="*/ 498543870 w 54"/>
              <a:gd name="T7" fmla="*/ 1719071436 h 38"/>
              <a:gd name="T8" fmla="*/ 498543870 w 54"/>
              <a:gd name="T9" fmla="*/ 1719071436 h 38"/>
              <a:gd name="T10" fmla="*/ 498543870 w 54"/>
              <a:gd name="T11" fmla="*/ 1719071436 h 38"/>
              <a:gd name="T12" fmla="*/ 453222924 w 54"/>
              <a:gd name="T13" fmla="*/ 1719071436 h 38"/>
              <a:gd name="T14" fmla="*/ 0 w 54"/>
              <a:gd name="T15" fmla="*/ 1221443547 h 38"/>
              <a:gd name="T16" fmla="*/ 226611462 w 54"/>
              <a:gd name="T17" fmla="*/ 814300182 h 38"/>
              <a:gd name="T18" fmla="*/ 226611462 w 54"/>
              <a:gd name="T19" fmla="*/ 723822384 h 38"/>
              <a:gd name="T20" fmla="*/ 543864816 w 54"/>
              <a:gd name="T21" fmla="*/ 361911192 h 38"/>
              <a:gd name="T22" fmla="*/ 770476279 w 54"/>
              <a:gd name="T23" fmla="*/ 452388990 h 38"/>
              <a:gd name="T24" fmla="*/ 1404982987 w 54"/>
              <a:gd name="T25" fmla="*/ 0 h 38"/>
              <a:gd name="T26" fmla="*/ 2147483646 w 54"/>
              <a:gd name="T27" fmla="*/ 769061283 h 38"/>
              <a:gd name="T28" fmla="*/ 2147483646 w 54"/>
              <a:gd name="T29" fmla="*/ 814300182 h 38"/>
              <a:gd name="T30" fmla="*/ 2147483646 w 54"/>
              <a:gd name="T31" fmla="*/ 1221443547 h 38"/>
              <a:gd name="T32" fmla="*/ 906439117 w 54"/>
              <a:gd name="T33" fmla="*/ 1447638042 h 38"/>
              <a:gd name="T34" fmla="*/ 1178371525 w 54"/>
              <a:gd name="T35" fmla="*/ 1311921345 h 38"/>
              <a:gd name="T36" fmla="*/ 1087729633 w 54"/>
              <a:gd name="T37" fmla="*/ 1176204648 h 38"/>
              <a:gd name="T38" fmla="*/ 906439117 w 54"/>
              <a:gd name="T39" fmla="*/ 1266682446 h 38"/>
              <a:gd name="T40" fmla="*/ 725155333 w 54"/>
              <a:gd name="T41" fmla="*/ 1130965749 h 38"/>
              <a:gd name="T42" fmla="*/ 906439117 w 54"/>
              <a:gd name="T43" fmla="*/ 950010153 h 38"/>
              <a:gd name="T44" fmla="*/ 1631594449 w 54"/>
              <a:gd name="T45" fmla="*/ 1447638042 h 38"/>
              <a:gd name="T46" fmla="*/ 1948847803 w 54"/>
              <a:gd name="T47" fmla="*/ 1130965749 h 38"/>
              <a:gd name="T48" fmla="*/ 1631594449 w 54"/>
              <a:gd name="T49" fmla="*/ 814300182 h 38"/>
              <a:gd name="T50" fmla="*/ 1314341095 w 54"/>
              <a:gd name="T51" fmla="*/ 904771254 h 38"/>
              <a:gd name="T52" fmla="*/ 1450303933 w 54"/>
              <a:gd name="T53" fmla="*/ 1040487951 h 38"/>
              <a:gd name="T54" fmla="*/ 1586273503 w 54"/>
              <a:gd name="T55" fmla="*/ 950010153 h 38"/>
              <a:gd name="T56" fmla="*/ 1767564019 w 54"/>
              <a:gd name="T57" fmla="*/ 1130965749 h 38"/>
              <a:gd name="T58" fmla="*/ 1586273503 w 54"/>
              <a:gd name="T59" fmla="*/ 1266682446 h 38"/>
              <a:gd name="T60" fmla="*/ 906439117 w 54"/>
              <a:gd name="T61" fmla="*/ 814300182 h 38"/>
              <a:gd name="T62" fmla="*/ 543864816 w 54"/>
              <a:gd name="T63" fmla="*/ 1130965749 h 38"/>
              <a:gd name="T64" fmla="*/ 906439117 w 54"/>
              <a:gd name="T65" fmla="*/ 1447638042 h 38"/>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54" h="38">
                <a:moveTo>
                  <a:pt x="54" y="27"/>
                </a:moveTo>
                <a:cubicBezTo>
                  <a:pt x="54" y="33"/>
                  <a:pt x="50" y="38"/>
                  <a:pt x="44" y="38"/>
                </a:cubicBezTo>
                <a:cubicBezTo>
                  <a:pt x="43" y="38"/>
                  <a:pt x="43" y="38"/>
                  <a:pt x="43" y="38"/>
                </a:cubicBezTo>
                <a:cubicBezTo>
                  <a:pt x="11" y="38"/>
                  <a:pt x="11" y="38"/>
                  <a:pt x="11" y="38"/>
                </a:cubicBezTo>
                <a:cubicBezTo>
                  <a:pt x="11" y="38"/>
                  <a:pt x="11" y="38"/>
                  <a:pt x="11" y="38"/>
                </a:cubicBezTo>
                <a:cubicBezTo>
                  <a:pt x="11" y="38"/>
                  <a:pt x="11" y="38"/>
                  <a:pt x="11" y="38"/>
                </a:cubicBezTo>
                <a:cubicBezTo>
                  <a:pt x="10" y="38"/>
                  <a:pt x="10" y="38"/>
                  <a:pt x="10" y="38"/>
                </a:cubicBezTo>
                <a:cubicBezTo>
                  <a:pt x="4" y="38"/>
                  <a:pt x="0" y="33"/>
                  <a:pt x="0" y="27"/>
                </a:cubicBezTo>
                <a:cubicBezTo>
                  <a:pt x="0" y="23"/>
                  <a:pt x="2" y="20"/>
                  <a:pt x="5" y="18"/>
                </a:cubicBezTo>
                <a:cubicBezTo>
                  <a:pt x="5" y="17"/>
                  <a:pt x="5" y="16"/>
                  <a:pt x="5" y="16"/>
                </a:cubicBezTo>
                <a:cubicBezTo>
                  <a:pt x="5" y="11"/>
                  <a:pt x="8" y="8"/>
                  <a:pt x="12" y="8"/>
                </a:cubicBezTo>
                <a:cubicBezTo>
                  <a:pt x="14" y="8"/>
                  <a:pt x="15" y="9"/>
                  <a:pt x="17" y="10"/>
                </a:cubicBezTo>
                <a:cubicBezTo>
                  <a:pt x="19" y="4"/>
                  <a:pt x="25" y="0"/>
                  <a:pt x="31" y="0"/>
                </a:cubicBezTo>
                <a:cubicBezTo>
                  <a:pt x="40" y="0"/>
                  <a:pt x="48" y="8"/>
                  <a:pt x="48" y="17"/>
                </a:cubicBezTo>
                <a:cubicBezTo>
                  <a:pt x="48" y="17"/>
                  <a:pt x="48" y="17"/>
                  <a:pt x="48" y="18"/>
                </a:cubicBezTo>
                <a:cubicBezTo>
                  <a:pt x="52" y="19"/>
                  <a:pt x="54" y="23"/>
                  <a:pt x="54" y="27"/>
                </a:cubicBezTo>
                <a:close/>
                <a:moveTo>
                  <a:pt x="20" y="32"/>
                </a:moveTo>
                <a:cubicBezTo>
                  <a:pt x="23" y="32"/>
                  <a:pt x="24" y="31"/>
                  <a:pt x="26" y="29"/>
                </a:cubicBezTo>
                <a:cubicBezTo>
                  <a:pt x="26" y="28"/>
                  <a:pt x="25" y="27"/>
                  <a:pt x="24" y="26"/>
                </a:cubicBezTo>
                <a:cubicBezTo>
                  <a:pt x="23" y="27"/>
                  <a:pt x="22" y="28"/>
                  <a:pt x="20" y="28"/>
                </a:cubicBezTo>
                <a:cubicBezTo>
                  <a:pt x="18" y="28"/>
                  <a:pt x="16" y="27"/>
                  <a:pt x="16" y="25"/>
                </a:cubicBezTo>
                <a:cubicBezTo>
                  <a:pt x="16" y="23"/>
                  <a:pt x="18" y="21"/>
                  <a:pt x="20" y="21"/>
                </a:cubicBezTo>
                <a:cubicBezTo>
                  <a:pt x="26" y="21"/>
                  <a:pt x="27" y="32"/>
                  <a:pt x="36" y="32"/>
                </a:cubicBezTo>
                <a:cubicBezTo>
                  <a:pt x="40" y="32"/>
                  <a:pt x="43" y="29"/>
                  <a:pt x="43" y="25"/>
                </a:cubicBezTo>
                <a:cubicBezTo>
                  <a:pt x="43" y="20"/>
                  <a:pt x="40" y="18"/>
                  <a:pt x="36" y="18"/>
                </a:cubicBezTo>
                <a:cubicBezTo>
                  <a:pt x="33" y="18"/>
                  <a:pt x="31" y="18"/>
                  <a:pt x="29" y="20"/>
                </a:cubicBezTo>
                <a:cubicBezTo>
                  <a:pt x="30" y="21"/>
                  <a:pt x="31" y="22"/>
                  <a:pt x="32" y="23"/>
                </a:cubicBezTo>
                <a:cubicBezTo>
                  <a:pt x="33" y="22"/>
                  <a:pt x="34" y="21"/>
                  <a:pt x="35" y="21"/>
                </a:cubicBezTo>
                <a:cubicBezTo>
                  <a:pt x="37" y="21"/>
                  <a:pt x="39" y="23"/>
                  <a:pt x="39" y="25"/>
                </a:cubicBezTo>
                <a:cubicBezTo>
                  <a:pt x="39" y="27"/>
                  <a:pt x="37" y="28"/>
                  <a:pt x="35" y="28"/>
                </a:cubicBezTo>
                <a:cubicBezTo>
                  <a:pt x="30" y="28"/>
                  <a:pt x="28" y="18"/>
                  <a:pt x="20" y="18"/>
                </a:cubicBezTo>
                <a:cubicBezTo>
                  <a:pt x="16" y="18"/>
                  <a:pt x="12" y="20"/>
                  <a:pt x="12" y="25"/>
                </a:cubicBezTo>
                <a:cubicBezTo>
                  <a:pt x="12" y="29"/>
                  <a:pt x="16" y="32"/>
                  <a:pt x="20" y="3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2" name="稻壳儿小白白(http://dwz.cn/Wu2UP)"/>
          <p:cNvSpPr>
            <a:spLocks noEditPoints="1"/>
          </p:cNvSpPr>
          <p:nvPr/>
        </p:nvSpPr>
        <p:spPr>
          <a:xfrm>
            <a:off x="968788" y="2009204"/>
            <a:ext cx="329184" cy="308610"/>
          </a:xfrm>
          <a:custGeom>
            <a:avLst/>
            <a:gdLst>
              <a:gd name="T0" fmla="*/ 1926877867 w 45"/>
              <a:gd name="T1" fmla="*/ 1413140076 h 43"/>
              <a:gd name="T2" fmla="*/ 1789243733 w 45"/>
              <a:gd name="T3" fmla="*/ 1280658401 h 43"/>
              <a:gd name="T4" fmla="*/ 1651609600 w 45"/>
              <a:gd name="T5" fmla="*/ 1413140076 h 43"/>
              <a:gd name="T6" fmla="*/ 1926877867 w 45"/>
              <a:gd name="T7" fmla="*/ 1633945081 h 43"/>
              <a:gd name="T8" fmla="*/ 1972753653 w 45"/>
              <a:gd name="T9" fmla="*/ 1722268413 h 43"/>
              <a:gd name="T10" fmla="*/ 1789243733 w 45"/>
              <a:gd name="T11" fmla="*/ 1898908430 h 43"/>
              <a:gd name="T12" fmla="*/ 1743367947 w 45"/>
              <a:gd name="T13" fmla="*/ 1854750087 h 43"/>
              <a:gd name="T14" fmla="*/ 917563147 w 45"/>
              <a:gd name="T15" fmla="*/ 1059853395 h 43"/>
              <a:gd name="T16" fmla="*/ 458778187 w 45"/>
              <a:gd name="T17" fmla="*/ 1192335070 h 43"/>
              <a:gd name="T18" fmla="*/ 0 w 45"/>
              <a:gd name="T19" fmla="*/ 750731703 h 43"/>
              <a:gd name="T20" fmla="*/ 825804800 w 45"/>
              <a:gd name="T21" fmla="*/ 0 h 43"/>
              <a:gd name="T22" fmla="*/ 1238707200 w 45"/>
              <a:gd name="T23" fmla="*/ 441603366 h 43"/>
              <a:gd name="T24" fmla="*/ 1101073067 w 45"/>
              <a:gd name="T25" fmla="*/ 883213378 h 43"/>
              <a:gd name="T26" fmla="*/ 1513975467 w 45"/>
              <a:gd name="T27" fmla="*/ 1280658401 h 43"/>
              <a:gd name="T28" fmla="*/ 1651609600 w 45"/>
              <a:gd name="T29" fmla="*/ 1148176727 h 43"/>
              <a:gd name="T30" fmla="*/ 1513975467 w 45"/>
              <a:gd name="T31" fmla="*/ 1015695052 h 43"/>
              <a:gd name="T32" fmla="*/ 1651609600 w 45"/>
              <a:gd name="T33" fmla="*/ 883213378 h 43"/>
              <a:gd name="T34" fmla="*/ 1697485387 w 45"/>
              <a:gd name="T35" fmla="*/ 883213378 h 43"/>
              <a:gd name="T36" fmla="*/ 2064512000 w 45"/>
              <a:gd name="T37" fmla="*/ 1280658401 h 43"/>
              <a:gd name="T38" fmla="*/ 1926877867 w 45"/>
              <a:gd name="T39" fmla="*/ 1413140076 h 43"/>
              <a:gd name="T40" fmla="*/ 779929013 w 45"/>
              <a:gd name="T41" fmla="*/ 220805006 h 43"/>
              <a:gd name="T42" fmla="*/ 550536533 w 45"/>
              <a:gd name="T43" fmla="*/ 441603366 h 43"/>
              <a:gd name="T44" fmla="*/ 550536533 w 45"/>
              <a:gd name="T45" fmla="*/ 529926698 h 43"/>
              <a:gd name="T46" fmla="*/ 458778187 w 45"/>
              <a:gd name="T47" fmla="*/ 529926698 h 43"/>
              <a:gd name="T48" fmla="*/ 229392480 w 45"/>
              <a:gd name="T49" fmla="*/ 750731703 h 43"/>
              <a:gd name="T50" fmla="*/ 458778187 w 45"/>
              <a:gd name="T51" fmla="*/ 971536709 h 43"/>
              <a:gd name="T52" fmla="*/ 688170667 w 45"/>
              <a:gd name="T53" fmla="*/ 750731703 h 43"/>
              <a:gd name="T54" fmla="*/ 688170667 w 45"/>
              <a:gd name="T55" fmla="*/ 662408372 h 43"/>
              <a:gd name="T56" fmla="*/ 779929013 w 45"/>
              <a:gd name="T57" fmla="*/ 662408372 h 43"/>
              <a:gd name="T58" fmla="*/ 1009314720 w 45"/>
              <a:gd name="T59" fmla="*/ 441603366 h 43"/>
              <a:gd name="T60" fmla="*/ 779929013 w 45"/>
              <a:gd name="T61" fmla="*/ 220805006 h 43"/>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5" h="43">
                <a:moveTo>
                  <a:pt x="42" y="32"/>
                </a:moveTo>
                <a:cubicBezTo>
                  <a:pt x="41" y="32"/>
                  <a:pt x="39" y="30"/>
                  <a:pt x="39" y="29"/>
                </a:cubicBezTo>
                <a:cubicBezTo>
                  <a:pt x="36" y="32"/>
                  <a:pt x="36" y="32"/>
                  <a:pt x="36" y="32"/>
                </a:cubicBezTo>
                <a:cubicBezTo>
                  <a:pt x="42" y="37"/>
                  <a:pt x="42" y="37"/>
                  <a:pt x="42" y="37"/>
                </a:cubicBezTo>
                <a:cubicBezTo>
                  <a:pt x="42" y="38"/>
                  <a:pt x="43" y="39"/>
                  <a:pt x="43" y="39"/>
                </a:cubicBezTo>
                <a:cubicBezTo>
                  <a:pt x="43" y="41"/>
                  <a:pt x="41" y="43"/>
                  <a:pt x="39" y="43"/>
                </a:cubicBezTo>
                <a:cubicBezTo>
                  <a:pt x="39" y="43"/>
                  <a:pt x="38" y="42"/>
                  <a:pt x="38" y="42"/>
                </a:cubicBezTo>
                <a:cubicBezTo>
                  <a:pt x="20" y="24"/>
                  <a:pt x="20" y="24"/>
                  <a:pt x="20" y="24"/>
                </a:cubicBezTo>
                <a:cubicBezTo>
                  <a:pt x="17" y="26"/>
                  <a:pt x="13" y="27"/>
                  <a:pt x="10" y="27"/>
                </a:cubicBezTo>
                <a:cubicBezTo>
                  <a:pt x="4" y="27"/>
                  <a:pt x="0" y="23"/>
                  <a:pt x="0" y="17"/>
                </a:cubicBezTo>
                <a:cubicBezTo>
                  <a:pt x="0" y="9"/>
                  <a:pt x="9" y="0"/>
                  <a:pt x="18" y="0"/>
                </a:cubicBezTo>
                <a:cubicBezTo>
                  <a:pt x="23" y="0"/>
                  <a:pt x="27" y="4"/>
                  <a:pt x="27" y="10"/>
                </a:cubicBezTo>
                <a:cubicBezTo>
                  <a:pt x="27" y="13"/>
                  <a:pt x="26" y="17"/>
                  <a:pt x="24" y="20"/>
                </a:cubicBezTo>
                <a:cubicBezTo>
                  <a:pt x="33" y="29"/>
                  <a:pt x="33" y="29"/>
                  <a:pt x="33" y="29"/>
                </a:cubicBezTo>
                <a:cubicBezTo>
                  <a:pt x="36" y="26"/>
                  <a:pt x="36" y="26"/>
                  <a:pt x="36" y="26"/>
                </a:cubicBezTo>
                <a:cubicBezTo>
                  <a:pt x="35" y="26"/>
                  <a:pt x="33" y="24"/>
                  <a:pt x="33" y="23"/>
                </a:cubicBezTo>
                <a:cubicBezTo>
                  <a:pt x="33" y="22"/>
                  <a:pt x="35" y="20"/>
                  <a:pt x="36" y="20"/>
                </a:cubicBezTo>
                <a:cubicBezTo>
                  <a:pt x="36" y="20"/>
                  <a:pt x="36" y="20"/>
                  <a:pt x="37" y="20"/>
                </a:cubicBezTo>
                <a:cubicBezTo>
                  <a:pt x="38" y="21"/>
                  <a:pt x="45" y="28"/>
                  <a:pt x="45" y="29"/>
                </a:cubicBezTo>
                <a:cubicBezTo>
                  <a:pt x="45" y="30"/>
                  <a:pt x="43" y="32"/>
                  <a:pt x="42" y="32"/>
                </a:cubicBezTo>
                <a:close/>
                <a:moveTo>
                  <a:pt x="17" y="5"/>
                </a:moveTo>
                <a:cubicBezTo>
                  <a:pt x="14" y="5"/>
                  <a:pt x="12" y="7"/>
                  <a:pt x="12" y="10"/>
                </a:cubicBezTo>
                <a:cubicBezTo>
                  <a:pt x="12" y="11"/>
                  <a:pt x="12" y="12"/>
                  <a:pt x="12" y="12"/>
                </a:cubicBezTo>
                <a:cubicBezTo>
                  <a:pt x="12" y="12"/>
                  <a:pt x="11" y="12"/>
                  <a:pt x="10" y="12"/>
                </a:cubicBezTo>
                <a:cubicBezTo>
                  <a:pt x="7" y="12"/>
                  <a:pt x="5" y="14"/>
                  <a:pt x="5" y="17"/>
                </a:cubicBezTo>
                <a:cubicBezTo>
                  <a:pt x="5" y="20"/>
                  <a:pt x="7" y="22"/>
                  <a:pt x="10" y="22"/>
                </a:cubicBezTo>
                <a:cubicBezTo>
                  <a:pt x="13" y="22"/>
                  <a:pt x="15" y="20"/>
                  <a:pt x="15" y="17"/>
                </a:cubicBezTo>
                <a:cubicBezTo>
                  <a:pt x="15" y="16"/>
                  <a:pt x="15" y="15"/>
                  <a:pt x="15" y="15"/>
                </a:cubicBezTo>
                <a:cubicBezTo>
                  <a:pt x="16" y="15"/>
                  <a:pt x="16" y="15"/>
                  <a:pt x="17" y="15"/>
                </a:cubicBezTo>
                <a:cubicBezTo>
                  <a:pt x="20" y="15"/>
                  <a:pt x="22" y="13"/>
                  <a:pt x="22" y="10"/>
                </a:cubicBezTo>
                <a:cubicBezTo>
                  <a:pt x="22" y="7"/>
                  <a:pt x="20" y="5"/>
                  <a:pt x="17" y="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3" name="稻壳儿小白白(http://dwz.cn/Wu2UP)"/>
          <p:cNvSpPr>
            <a:spLocks noEditPoints="1"/>
          </p:cNvSpPr>
          <p:nvPr/>
        </p:nvSpPr>
        <p:spPr>
          <a:xfrm>
            <a:off x="956786" y="2586990"/>
            <a:ext cx="377190" cy="226314"/>
          </a:xfrm>
          <a:custGeom>
            <a:avLst/>
            <a:gdLst>
              <a:gd name="T0" fmla="*/ 180434639 w 52"/>
              <a:gd name="T1" fmla="*/ 1416490403 h 31"/>
              <a:gd name="T2" fmla="*/ 180434639 w 52"/>
              <a:gd name="T3" fmla="*/ 0 h 31"/>
              <a:gd name="T4" fmla="*/ 2147483646 w 52"/>
              <a:gd name="T5" fmla="*/ 1279410905 h 31"/>
              <a:gd name="T6" fmla="*/ 180434639 w 52"/>
              <a:gd name="T7" fmla="*/ 1279410905 h 31"/>
              <a:gd name="T8" fmla="*/ 496203654 w 52"/>
              <a:gd name="T9" fmla="*/ 456933915 h 31"/>
              <a:gd name="T10" fmla="*/ 315762298 w 52"/>
              <a:gd name="T11" fmla="*/ 456933915 h 31"/>
              <a:gd name="T12" fmla="*/ 451089957 w 52"/>
              <a:gd name="T13" fmla="*/ 319854416 h 31"/>
              <a:gd name="T14" fmla="*/ 631531313 w 52"/>
              <a:gd name="T15" fmla="*/ 776788331 h 31"/>
              <a:gd name="T16" fmla="*/ 315762298 w 52"/>
              <a:gd name="T17" fmla="*/ 776788331 h 31"/>
              <a:gd name="T18" fmla="*/ 631531313 w 52"/>
              <a:gd name="T19" fmla="*/ 639702073 h 31"/>
              <a:gd name="T20" fmla="*/ 496203654 w 52"/>
              <a:gd name="T21" fmla="*/ 1096635987 h 31"/>
              <a:gd name="T22" fmla="*/ 315762298 w 52"/>
              <a:gd name="T23" fmla="*/ 1096635987 h 31"/>
              <a:gd name="T24" fmla="*/ 451089957 w 52"/>
              <a:gd name="T25" fmla="*/ 959556489 h 31"/>
              <a:gd name="T26" fmla="*/ 766858971 w 52"/>
              <a:gd name="T27" fmla="*/ 456933915 h 31"/>
              <a:gd name="T28" fmla="*/ 631531313 w 52"/>
              <a:gd name="T29" fmla="*/ 456933915 h 31"/>
              <a:gd name="T30" fmla="*/ 766858971 w 52"/>
              <a:gd name="T31" fmla="*/ 319854416 h 31"/>
              <a:gd name="T32" fmla="*/ 1714152582 w 52"/>
              <a:gd name="T33" fmla="*/ 1096635987 h 31"/>
              <a:gd name="T34" fmla="*/ 631531313 w 52"/>
              <a:gd name="T35" fmla="*/ 1096635987 h 31"/>
              <a:gd name="T36" fmla="*/ 1714152582 w 52"/>
              <a:gd name="T37" fmla="*/ 959556489 h 31"/>
              <a:gd name="T38" fmla="*/ 947293611 w 52"/>
              <a:gd name="T39" fmla="*/ 776788331 h 31"/>
              <a:gd name="T40" fmla="*/ 766858971 w 52"/>
              <a:gd name="T41" fmla="*/ 776788331 h 31"/>
              <a:gd name="T42" fmla="*/ 902186630 w 52"/>
              <a:gd name="T43" fmla="*/ 639702073 h 31"/>
              <a:gd name="T44" fmla="*/ 1082621269 w 52"/>
              <a:gd name="T45" fmla="*/ 456933915 h 31"/>
              <a:gd name="T46" fmla="*/ 947293611 w 52"/>
              <a:gd name="T47" fmla="*/ 456933915 h 31"/>
              <a:gd name="T48" fmla="*/ 1082621269 w 52"/>
              <a:gd name="T49" fmla="*/ 319854416 h 31"/>
              <a:gd name="T50" fmla="*/ 1263062625 w 52"/>
              <a:gd name="T51" fmla="*/ 776788331 h 31"/>
              <a:gd name="T52" fmla="*/ 1082621269 w 52"/>
              <a:gd name="T53" fmla="*/ 776788331 h 31"/>
              <a:gd name="T54" fmla="*/ 1217948928 w 52"/>
              <a:gd name="T55" fmla="*/ 639702073 h 31"/>
              <a:gd name="T56" fmla="*/ 1398390284 w 52"/>
              <a:gd name="T57" fmla="*/ 456933915 h 31"/>
              <a:gd name="T58" fmla="*/ 1263062625 w 52"/>
              <a:gd name="T59" fmla="*/ 456933915 h 31"/>
              <a:gd name="T60" fmla="*/ 1398390284 w 52"/>
              <a:gd name="T61" fmla="*/ 319854416 h 31"/>
              <a:gd name="T62" fmla="*/ 1578824923 w 52"/>
              <a:gd name="T63" fmla="*/ 776788331 h 31"/>
              <a:gd name="T64" fmla="*/ 1398390284 w 52"/>
              <a:gd name="T65" fmla="*/ 776788331 h 31"/>
              <a:gd name="T66" fmla="*/ 1533717942 w 52"/>
              <a:gd name="T67" fmla="*/ 639702073 h 31"/>
              <a:gd name="T68" fmla="*/ 1714152582 w 52"/>
              <a:gd name="T69" fmla="*/ 456933915 h 31"/>
              <a:gd name="T70" fmla="*/ 1578824923 w 52"/>
              <a:gd name="T71" fmla="*/ 456933915 h 31"/>
              <a:gd name="T72" fmla="*/ 1714152582 w 52"/>
              <a:gd name="T73" fmla="*/ 319854416 h 31"/>
              <a:gd name="T74" fmla="*/ 2029921596 w 52"/>
              <a:gd name="T75" fmla="*/ 776788331 h 31"/>
              <a:gd name="T76" fmla="*/ 1714152582 w 52"/>
              <a:gd name="T77" fmla="*/ 776788331 h 31"/>
              <a:gd name="T78" fmla="*/ 1849480240 w 52"/>
              <a:gd name="T79" fmla="*/ 639702073 h 31"/>
              <a:gd name="T80" fmla="*/ 1984807899 w 52"/>
              <a:gd name="T81" fmla="*/ 319854416 h 31"/>
              <a:gd name="T82" fmla="*/ 2029921596 w 52"/>
              <a:gd name="T83" fmla="*/ 1096635987 h 31"/>
              <a:gd name="T84" fmla="*/ 1849480240 w 52"/>
              <a:gd name="T85" fmla="*/ 1096635987 h 31"/>
              <a:gd name="T86" fmla="*/ 1984807899 w 52"/>
              <a:gd name="T87" fmla="*/ 959556489 h 3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52" h="31">
                <a:moveTo>
                  <a:pt x="52" y="28"/>
                </a:moveTo>
                <a:cubicBezTo>
                  <a:pt x="52" y="30"/>
                  <a:pt x="50" y="31"/>
                  <a:pt x="48" y="31"/>
                </a:cubicBezTo>
                <a:cubicBezTo>
                  <a:pt x="4" y="31"/>
                  <a:pt x="4" y="31"/>
                  <a:pt x="4" y="31"/>
                </a:cubicBezTo>
                <a:cubicBezTo>
                  <a:pt x="2" y="31"/>
                  <a:pt x="0" y="30"/>
                  <a:pt x="0" y="28"/>
                </a:cubicBezTo>
                <a:cubicBezTo>
                  <a:pt x="0" y="4"/>
                  <a:pt x="0" y="4"/>
                  <a:pt x="0" y="4"/>
                </a:cubicBezTo>
                <a:cubicBezTo>
                  <a:pt x="0" y="2"/>
                  <a:pt x="2" y="0"/>
                  <a:pt x="4" y="0"/>
                </a:cubicBezTo>
                <a:cubicBezTo>
                  <a:pt x="48" y="0"/>
                  <a:pt x="48" y="0"/>
                  <a:pt x="48" y="0"/>
                </a:cubicBezTo>
                <a:cubicBezTo>
                  <a:pt x="50" y="0"/>
                  <a:pt x="52" y="2"/>
                  <a:pt x="52" y="4"/>
                </a:cubicBezTo>
                <a:lnTo>
                  <a:pt x="52" y="28"/>
                </a:lnTo>
                <a:close/>
                <a:moveTo>
                  <a:pt x="48" y="4"/>
                </a:moveTo>
                <a:cubicBezTo>
                  <a:pt x="4" y="4"/>
                  <a:pt x="4" y="4"/>
                  <a:pt x="4" y="4"/>
                </a:cubicBezTo>
                <a:cubicBezTo>
                  <a:pt x="4" y="28"/>
                  <a:pt x="4" y="28"/>
                  <a:pt x="4" y="28"/>
                </a:cubicBezTo>
                <a:cubicBezTo>
                  <a:pt x="48" y="28"/>
                  <a:pt x="48" y="28"/>
                  <a:pt x="48" y="28"/>
                </a:cubicBezTo>
                <a:lnTo>
                  <a:pt x="48" y="4"/>
                </a:lnTo>
                <a:close/>
                <a:moveTo>
                  <a:pt x="11" y="10"/>
                </a:moveTo>
                <a:cubicBezTo>
                  <a:pt x="11" y="10"/>
                  <a:pt x="10" y="11"/>
                  <a:pt x="10" y="11"/>
                </a:cubicBezTo>
                <a:cubicBezTo>
                  <a:pt x="8" y="11"/>
                  <a:pt x="8" y="11"/>
                  <a:pt x="8" y="11"/>
                </a:cubicBezTo>
                <a:cubicBezTo>
                  <a:pt x="7" y="11"/>
                  <a:pt x="7" y="10"/>
                  <a:pt x="7" y="10"/>
                </a:cubicBezTo>
                <a:cubicBezTo>
                  <a:pt x="7" y="8"/>
                  <a:pt x="7" y="8"/>
                  <a:pt x="7" y="8"/>
                </a:cubicBezTo>
                <a:cubicBezTo>
                  <a:pt x="7" y="7"/>
                  <a:pt x="7" y="7"/>
                  <a:pt x="8" y="7"/>
                </a:cubicBezTo>
                <a:cubicBezTo>
                  <a:pt x="10" y="7"/>
                  <a:pt x="10" y="7"/>
                  <a:pt x="10" y="7"/>
                </a:cubicBezTo>
                <a:cubicBezTo>
                  <a:pt x="10" y="7"/>
                  <a:pt x="11" y="7"/>
                  <a:pt x="11" y="8"/>
                </a:cubicBezTo>
                <a:lnTo>
                  <a:pt x="11" y="10"/>
                </a:lnTo>
                <a:close/>
                <a:moveTo>
                  <a:pt x="14" y="17"/>
                </a:moveTo>
                <a:cubicBezTo>
                  <a:pt x="14" y="17"/>
                  <a:pt x="14" y="17"/>
                  <a:pt x="14" y="17"/>
                </a:cubicBezTo>
                <a:cubicBezTo>
                  <a:pt x="8" y="17"/>
                  <a:pt x="8" y="17"/>
                  <a:pt x="8" y="17"/>
                </a:cubicBezTo>
                <a:cubicBezTo>
                  <a:pt x="7" y="17"/>
                  <a:pt x="7" y="17"/>
                  <a:pt x="7" y="17"/>
                </a:cubicBezTo>
                <a:cubicBezTo>
                  <a:pt x="7" y="14"/>
                  <a:pt x="7" y="14"/>
                  <a:pt x="7" y="14"/>
                </a:cubicBezTo>
                <a:cubicBezTo>
                  <a:pt x="7" y="14"/>
                  <a:pt x="7" y="14"/>
                  <a:pt x="8" y="14"/>
                </a:cubicBezTo>
                <a:cubicBezTo>
                  <a:pt x="14" y="14"/>
                  <a:pt x="14" y="14"/>
                  <a:pt x="14" y="14"/>
                </a:cubicBezTo>
                <a:cubicBezTo>
                  <a:pt x="14" y="14"/>
                  <a:pt x="14" y="14"/>
                  <a:pt x="14" y="14"/>
                </a:cubicBezTo>
                <a:lnTo>
                  <a:pt x="14" y="17"/>
                </a:lnTo>
                <a:close/>
                <a:moveTo>
                  <a:pt x="11" y="24"/>
                </a:moveTo>
                <a:cubicBezTo>
                  <a:pt x="11" y="24"/>
                  <a:pt x="10" y="24"/>
                  <a:pt x="10" y="24"/>
                </a:cubicBezTo>
                <a:cubicBezTo>
                  <a:pt x="8" y="24"/>
                  <a:pt x="8" y="24"/>
                  <a:pt x="8" y="24"/>
                </a:cubicBezTo>
                <a:cubicBezTo>
                  <a:pt x="7" y="24"/>
                  <a:pt x="7" y="24"/>
                  <a:pt x="7" y="24"/>
                </a:cubicBezTo>
                <a:cubicBezTo>
                  <a:pt x="7" y="21"/>
                  <a:pt x="7" y="21"/>
                  <a:pt x="7" y="21"/>
                </a:cubicBezTo>
                <a:cubicBezTo>
                  <a:pt x="7" y="21"/>
                  <a:pt x="7" y="21"/>
                  <a:pt x="8" y="21"/>
                </a:cubicBezTo>
                <a:cubicBezTo>
                  <a:pt x="10" y="21"/>
                  <a:pt x="10" y="21"/>
                  <a:pt x="10" y="21"/>
                </a:cubicBezTo>
                <a:cubicBezTo>
                  <a:pt x="10" y="21"/>
                  <a:pt x="11" y="21"/>
                  <a:pt x="11" y="21"/>
                </a:cubicBezTo>
                <a:lnTo>
                  <a:pt x="11" y="24"/>
                </a:lnTo>
                <a:close/>
                <a:moveTo>
                  <a:pt x="17" y="10"/>
                </a:moveTo>
                <a:cubicBezTo>
                  <a:pt x="17" y="10"/>
                  <a:pt x="17" y="11"/>
                  <a:pt x="17" y="11"/>
                </a:cubicBezTo>
                <a:cubicBezTo>
                  <a:pt x="14" y="11"/>
                  <a:pt x="14" y="11"/>
                  <a:pt x="14" y="11"/>
                </a:cubicBezTo>
                <a:cubicBezTo>
                  <a:pt x="14" y="11"/>
                  <a:pt x="14" y="10"/>
                  <a:pt x="14" y="10"/>
                </a:cubicBezTo>
                <a:cubicBezTo>
                  <a:pt x="14" y="8"/>
                  <a:pt x="14" y="8"/>
                  <a:pt x="14" y="8"/>
                </a:cubicBezTo>
                <a:cubicBezTo>
                  <a:pt x="14" y="7"/>
                  <a:pt x="14" y="7"/>
                  <a:pt x="14" y="7"/>
                </a:cubicBezTo>
                <a:cubicBezTo>
                  <a:pt x="17" y="7"/>
                  <a:pt x="17" y="7"/>
                  <a:pt x="17" y="7"/>
                </a:cubicBezTo>
                <a:cubicBezTo>
                  <a:pt x="17" y="7"/>
                  <a:pt x="17" y="7"/>
                  <a:pt x="17" y="8"/>
                </a:cubicBezTo>
                <a:lnTo>
                  <a:pt x="17" y="10"/>
                </a:lnTo>
                <a:close/>
                <a:moveTo>
                  <a:pt x="38" y="24"/>
                </a:moveTo>
                <a:cubicBezTo>
                  <a:pt x="38" y="24"/>
                  <a:pt x="38" y="24"/>
                  <a:pt x="38" y="24"/>
                </a:cubicBezTo>
                <a:cubicBezTo>
                  <a:pt x="14" y="24"/>
                  <a:pt x="14" y="24"/>
                  <a:pt x="14" y="24"/>
                </a:cubicBezTo>
                <a:cubicBezTo>
                  <a:pt x="14" y="24"/>
                  <a:pt x="14" y="24"/>
                  <a:pt x="14" y="24"/>
                </a:cubicBezTo>
                <a:cubicBezTo>
                  <a:pt x="14" y="21"/>
                  <a:pt x="14" y="21"/>
                  <a:pt x="14" y="21"/>
                </a:cubicBezTo>
                <a:cubicBezTo>
                  <a:pt x="14" y="21"/>
                  <a:pt x="14" y="21"/>
                  <a:pt x="14" y="21"/>
                </a:cubicBezTo>
                <a:cubicBezTo>
                  <a:pt x="38" y="21"/>
                  <a:pt x="38" y="21"/>
                  <a:pt x="38" y="21"/>
                </a:cubicBezTo>
                <a:cubicBezTo>
                  <a:pt x="38" y="21"/>
                  <a:pt x="38" y="21"/>
                  <a:pt x="38" y="21"/>
                </a:cubicBezTo>
                <a:lnTo>
                  <a:pt x="38" y="24"/>
                </a:lnTo>
                <a:close/>
                <a:moveTo>
                  <a:pt x="21" y="17"/>
                </a:moveTo>
                <a:cubicBezTo>
                  <a:pt x="21" y="17"/>
                  <a:pt x="21" y="17"/>
                  <a:pt x="20" y="17"/>
                </a:cubicBezTo>
                <a:cubicBezTo>
                  <a:pt x="18" y="17"/>
                  <a:pt x="18" y="17"/>
                  <a:pt x="18" y="17"/>
                </a:cubicBezTo>
                <a:cubicBezTo>
                  <a:pt x="18" y="17"/>
                  <a:pt x="17" y="17"/>
                  <a:pt x="17" y="17"/>
                </a:cubicBezTo>
                <a:cubicBezTo>
                  <a:pt x="17" y="14"/>
                  <a:pt x="17" y="14"/>
                  <a:pt x="17" y="14"/>
                </a:cubicBezTo>
                <a:cubicBezTo>
                  <a:pt x="17" y="14"/>
                  <a:pt x="18" y="14"/>
                  <a:pt x="18" y="14"/>
                </a:cubicBezTo>
                <a:cubicBezTo>
                  <a:pt x="20" y="14"/>
                  <a:pt x="20" y="14"/>
                  <a:pt x="20" y="14"/>
                </a:cubicBezTo>
                <a:cubicBezTo>
                  <a:pt x="21" y="14"/>
                  <a:pt x="21" y="14"/>
                  <a:pt x="21" y="14"/>
                </a:cubicBezTo>
                <a:lnTo>
                  <a:pt x="21" y="17"/>
                </a:lnTo>
                <a:close/>
                <a:moveTo>
                  <a:pt x="24" y="10"/>
                </a:moveTo>
                <a:cubicBezTo>
                  <a:pt x="24" y="10"/>
                  <a:pt x="24" y="11"/>
                  <a:pt x="24" y="11"/>
                </a:cubicBezTo>
                <a:cubicBezTo>
                  <a:pt x="21" y="11"/>
                  <a:pt x="21" y="11"/>
                  <a:pt x="21" y="11"/>
                </a:cubicBezTo>
                <a:cubicBezTo>
                  <a:pt x="21" y="11"/>
                  <a:pt x="21" y="10"/>
                  <a:pt x="21" y="10"/>
                </a:cubicBezTo>
                <a:cubicBezTo>
                  <a:pt x="21" y="8"/>
                  <a:pt x="21" y="8"/>
                  <a:pt x="21" y="8"/>
                </a:cubicBezTo>
                <a:cubicBezTo>
                  <a:pt x="21" y="7"/>
                  <a:pt x="21" y="7"/>
                  <a:pt x="21" y="7"/>
                </a:cubicBezTo>
                <a:cubicBezTo>
                  <a:pt x="24" y="7"/>
                  <a:pt x="24" y="7"/>
                  <a:pt x="24" y="7"/>
                </a:cubicBezTo>
                <a:cubicBezTo>
                  <a:pt x="24" y="7"/>
                  <a:pt x="24" y="7"/>
                  <a:pt x="24" y="8"/>
                </a:cubicBezTo>
                <a:lnTo>
                  <a:pt x="24" y="10"/>
                </a:lnTo>
                <a:close/>
                <a:moveTo>
                  <a:pt x="28" y="17"/>
                </a:moveTo>
                <a:cubicBezTo>
                  <a:pt x="28" y="17"/>
                  <a:pt x="27" y="17"/>
                  <a:pt x="27" y="17"/>
                </a:cubicBezTo>
                <a:cubicBezTo>
                  <a:pt x="25" y="17"/>
                  <a:pt x="25" y="17"/>
                  <a:pt x="25" y="17"/>
                </a:cubicBezTo>
                <a:cubicBezTo>
                  <a:pt x="24" y="17"/>
                  <a:pt x="24" y="17"/>
                  <a:pt x="24" y="17"/>
                </a:cubicBezTo>
                <a:cubicBezTo>
                  <a:pt x="24" y="14"/>
                  <a:pt x="24" y="14"/>
                  <a:pt x="24" y="14"/>
                </a:cubicBezTo>
                <a:cubicBezTo>
                  <a:pt x="24" y="14"/>
                  <a:pt x="24" y="14"/>
                  <a:pt x="25" y="14"/>
                </a:cubicBezTo>
                <a:cubicBezTo>
                  <a:pt x="27" y="14"/>
                  <a:pt x="27" y="14"/>
                  <a:pt x="27" y="14"/>
                </a:cubicBezTo>
                <a:cubicBezTo>
                  <a:pt x="27" y="14"/>
                  <a:pt x="28" y="14"/>
                  <a:pt x="28" y="14"/>
                </a:cubicBezTo>
                <a:lnTo>
                  <a:pt x="28" y="17"/>
                </a:lnTo>
                <a:close/>
                <a:moveTo>
                  <a:pt x="31" y="10"/>
                </a:moveTo>
                <a:cubicBezTo>
                  <a:pt x="31" y="10"/>
                  <a:pt x="31" y="11"/>
                  <a:pt x="31" y="11"/>
                </a:cubicBezTo>
                <a:cubicBezTo>
                  <a:pt x="28" y="11"/>
                  <a:pt x="28" y="11"/>
                  <a:pt x="28" y="11"/>
                </a:cubicBezTo>
                <a:cubicBezTo>
                  <a:pt x="28" y="11"/>
                  <a:pt x="28" y="10"/>
                  <a:pt x="28" y="10"/>
                </a:cubicBezTo>
                <a:cubicBezTo>
                  <a:pt x="28" y="8"/>
                  <a:pt x="28" y="8"/>
                  <a:pt x="28" y="8"/>
                </a:cubicBezTo>
                <a:cubicBezTo>
                  <a:pt x="28" y="7"/>
                  <a:pt x="28" y="7"/>
                  <a:pt x="28" y="7"/>
                </a:cubicBezTo>
                <a:cubicBezTo>
                  <a:pt x="31" y="7"/>
                  <a:pt x="31" y="7"/>
                  <a:pt x="31" y="7"/>
                </a:cubicBezTo>
                <a:cubicBezTo>
                  <a:pt x="31" y="7"/>
                  <a:pt x="31" y="7"/>
                  <a:pt x="31" y="8"/>
                </a:cubicBezTo>
                <a:lnTo>
                  <a:pt x="31" y="10"/>
                </a:lnTo>
                <a:close/>
                <a:moveTo>
                  <a:pt x="35" y="17"/>
                </a:moveTo>
                <a:cubicBezTo>
                  <a:pt x="35" y="17"/>
                  <a:pt x="34" y="17"/>
                  <a:pt x="34" y="17"/>
                </a:cubicBezTo>
                <a:cubicBezTo>
                  <a:pt x="32" y="17"/>
                  <a:pt x="32" y="17"/>
                  <a:pt x="32" y="17"/>
                </a:cubicBezTo>
                <a:cubicBezTo>
                  <a:pt x="31" y="17"/>
                  <a:pt x="31" y="17"/>
                  <a:pt x="31" y="17"/>
                </a:cubicBezTo>
                <a:cubicBezTo>
                  <a:pt x="31" y="14"/>
                  <a:pt x="31" y="14"/>
                  <a:pt x="31" y="14"/>
                </a:cubicBezTo>
                <a:cubicBezTo>
                  <a:pt x="31" y="14"/>
                  <a:pt x="31" y="14"/>
                  <a:pt x="32" y="14"/>
                </a:cubicBezTo>
                <a:cubicBezTo>
                  <a:pt x="34" y="14"/>
                  <a:pt x="34" y="14"/>
                  <a:pt x="34" y="14"/>
                </a:cubicBezTo>
                <a:cubicBezTo>
                  <a:pt x="34" y="14"/>
                  <a:pt x="35" y="14"/>
                  <a:pt x="35" y="14"/>
                </a:cubicBezTo>
                <a:lnTo>
                  <a:pt x="35" y="17"/>
                </a:lnTo>
                <a:close/>
                <a:moveTo>
                  <a:pt x="38" y="10"/>
                </a:moveTo>
                <a:cubicBezTo>
                  <a:pt x="38" y="10"/>
                  <a:pt x="38" y="11"/>
                  <a:pt x="38" y="11"/>
                </a:cubicBezTo>
                <a:cubicBezTo>
                  <a:pt x="35" y="11"/>
                  <a:pt x="35" y="11"/>
                  <a:pt x="35" y="11"/>
                </a:cubicBezTo>
                <a:cubicBezTo>
                  <a:pt x="35" y="11"/>
                  <a:pt x="35" y="10"/>
                  <a:pt x="35" y="10"/>
                </a:cubicBezTo>
                <a:cubicBezTo>
                  <a:pt x="35" y="8"/>
                  <a:pt x="35" y="8"/>
                  <a:pt x="35" y="8"/>
                </a:cubicBezTo>
                <a:cubicBezTo>
                  <a:pt x="35" y="7"/>
                  <a:pt x="35" y="7"/>
                  <a:pt x="35" y="7"/>
                </a:cubicBezTo>
                <a:cubicBezTo>
                  <a:pt x="38" y="7"/>
                  <a:pt x="38" y="7"/>
                  <a:pt x="38" y="7"/>
                </a:cubicBezTo>
                <a:cubicBezTo>
                  <a:pt x="38" y="7"/>
                  <a:pt x="38" y="7"/>
                  <a:pt x="38" y="8"/>
                </a:cubicBezTo>
                <a:lnTo>
                  <a:pt x="38" y="10"/>
                </a:lnTo>
                <a:close/>
                <a:moveTo>
                  <a:pt x="45" y="17"/>
                </a:moveTo>
                <a:cubicBezTo>
                  <a:pt x="45" y="17"/>
                  <a:pt x="45" y="17"/>
                  <a:pt x="44" y="17"/>
                </a:cubicBezTo>
                <a:cubicBezTo>
                  <a:pt x="38" y="17"/>
                  <a:pt x="38" y="17"/>
                  <a:pt x="38" y="17"/>
                </a:cubicBezTo>
                <a:cubicBezTo>
                  <a:pt x="38" y="17"/>
                  <a:pt x="38" y="17"/>
                  <a:pt x="38" y="17"/>
                </a:cubicBezTo>
                <a:cubicBezTo>
                  <a:pt x="38" y="14"/>
                  <a:pt x="38" y="14"/>
                  <a:pt x="38" y="14"/>
                </a:cubicBezTo>
                <a:cubicBezTo>
                  <a:pt x="38" y="14"/>
                  <a:pt x="38" y="14"/>
                  <a:pt x="38" y="14"/>
                </a:cubicBezTo>
                <a:cubicBezTo>
                  <a:pt x="41" y="14"/>
                  <a:pt x="41" y="14"/>
                  <a:pt x="41" y="14"/>
                </a:cubicBezTo>
                <a:cubicBezTo>
                  <a:pt x="41" y="8"/>
                  <a:pt x="41" y="8"/>
                  <a:pt x="41" y="8"/>
                </a:cubicBezTo>
                <a:cubicBezTo>
                  <a:pt x="41" y="7"/>
                  <a:pt x="42" y="7"/>
                  <a:pt x="42" y="7"/>
                </a:cubicBezTo>
                <a:cubicBezTo>
                  <a:pt x="44" y="7"/>
                  <a:pt x="44" y="7"/>
                  <a:pt x="44" y="7"/>
                </a:cubicBezTo>
                <a:cubicBezTo>
                  <a:pt x="45" y="7"/>
                  <a:pt x="45" y="7"/>
                  <a:pt x="45" y="8"/>
                </a:cubicBezTo>
                <a:lnTo>
                  <a:pt x="45" y="17"/>
                </a:lnTo>
                <a:close/>
                <a:moveTo>
                  <a:pt x="45" y="24"/>
                </a:moveTo>
                <a:cubicBezTo>
                  <a:pt x="45" y="24"/>
                  <a:pt x="45" y="24"/>
                  <a:pt x="44" y="24"/>
                </a:cubicBezTo>
                <a:cubicBezTo>
                  <a:pt x="42" y="24"/>
                  <a:pt x="42" y="24"/>
                  <a:pt x="42" y="24"/>
                </a:cubicBezTo>
                <a:cubicBezTo>
                  <a:pt x="42" y="24"/>
                  <a:pt x="41" y="24"/>
                  <a:pt x="41" y="24"/>
                </a:cubicBezTo>
                <a:cubicBezTo>
                  <a:pt x="41" y="21"/>
                  <a:pt x="41" y="21"/>
                  <a:pt x="41" y="21"/>
                </a:cubicBezTo>
                <a:cubicBezTo>
                  <a:pt x="41" y="21"/>
                  <a:pt x="42" y="21"/>
                  <a:pt x="42" y="21"/>
                </a:cubicBezTo>
                <a:cubicBezTo>
                  <a:pt x="44" y="21"/>
                  <a:pt x="44" y="21"/>
                  <a:pt x="44" y="21"/>
                </a:cubicBezTo>
                <a:cubicBezTo>
                  <a:pt x="45" y="21"/>
                  <a:pt x="45" y="21"/>
                  <a:pt x="45" y="21"/>
                </a:cubicBezTo>
                <a:lnTo>
                  <a:pt x="45" y="2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4" name="稻壳儿小白白(http://dwz.cn/Wu2UP)"/>
          <p:cNvSpPr>
            <a:spLocks noEditPoints="1"/>
          </p:cNvSpPr>
          <p:nvPr/>
        </p:nvSpPr>
        <p:spPr>
          <a:xfrm>
            <a:off x="968788" y="3072194"/>
            <a:ext cx="349758" cy="276034"/>
          </a:xfrm>
          <a:custGeom>
            <a:avLst/>
            <a:gdLst>
              <a:gd name="T0" fmla="*/ 2139454303 w 48"/>
              <a:gd name="T1" fmla="*/ 950010153 h 38"/>
              <a:gd name="T2" fmla="*/ 1684249394 w 48"/>
              <a:gd name="T3" fmla="*/ 1673832537 h 38"/>
              <a:gd name="T4" fmla="*/ 1456650313 w 48"/>
              <a:gd name="T5" fmla="*/ 1719071436 h 38"/>
              <a:gd name="T6" fmla="*/ 1229051231 w 48"/>
              <a:gd name="T7" fmla="*/ 950010153 h 38"/>
              <a:gd name="T8" fmla="*/ 773846322 w 48"/>
              <a:gd name="T9" fmla="*/ 1673832537 h 38"/>
              <a:gd name="T10" fmla="*/ 500726075 w 48"/>
              <a:gd name="T11" fmla="*/ 1719071436 h 38"/>
              <a:gd name="T12" fmla="*/ 273120247 w 48"/>
              <a:gd name="T13" fmla="*/ 950010153 h 38"/>
              <a:gd name="T14" fmla="*/ 0 w 48"/>
              <a:gd name="T15" fmla="*/ 904771254 h 38"/>
              <a:gd name="T16" fmla="*/ 45521166 w 48"/>
              <a:gd name="T17" fmla="*/ 769061283 h 38"/>
              <a:gd name="T18" fmla="*/ 227599081 w 48"/>
              <a:gd name="T19" fmla="*/ 633344586 h 38"/>
              <a:gd name="T20" fmla="*/ 0 w 48"/>
              <a:gd name="T21" fmla="*/ 588105687 h 38"/>
              <a:gd name="T22" fmla="*/ 45521166 w 48"/>
              <a:gd name="T23" fmla="*/ 452388990 h 38"/>
              <a:gd name="T24" fmla="*/ 45521166 w 48"/>
              <a:gd name="T25" fmla="*/ 45238899 h 38"/>
              <a:gd name="T26" fmla="*/ 91042331 w 48"/>
              <a:gd name="T27" fmla="*/ 0 h 38"/>
              <a:gd name="T28" fmla="*/ 318641413 w 48"/>
              <a:gd name="T29" fmla="*/ 45238899 h 38"/>
              <a:gd name="T30" fmla="*/ 864888653 w 48"/>
              <a:gd name="T31" fmla="*/ 452388990 h 38"/>
              <a:gd name="T32" fmla="*/ 1001445403 w 48"/>
              <a:gd name="T33" fmla="*/ 0 h 38"/>
              <a:gd name="T34" fmla="*/ 1183530066 w 48"/>
              <a:gd name="T35" fmla="*/ 45238899 h 38"/>
              <a:gd name="T36" fmla="*/ 1775291725 w 48"/>
              <a:gd name="T37" fmla="*/ 452388990 h 38"/>
              <a:gd name="T38" fmla="*/ 1911855222 w 48"/>
              <a:gd name="T39" fmla="*/ 0 h 38"/>
              <a:gd name="T40" fmla="*/ 2093933138 w 48"/>
              <a:gd name="T41" fmla="*/ 0 h 38"/>
              <a:gd name="T42" fmla="*/ 2002897553 w 48"/>
              <a:gd name="T43" fmla="*/ 452388990 h 38"/>
              <a:gd name="T44" fmla="*/ 2147483646 w 48"/>
              <a:gd name="T45" fmla="*/ 497627889 h 38"/>
              <a:gd name="T46" fmla="*/ 2139454303 w 48"/>
              <a:gd name="T47" fmla="*/ 633344586 h 38"/>
              <a:gd name="T48" fmla="*/ 1911855222 w 48"/>
              <a:gd name="T49" fmla="*/ 769061283 h 38"/>
              <a:gd name="T50" fmla="*/ 2147483646 w 48"/>
              <a:gd name="T51" fmla="*/ 814300182 h 38"/>
              <a:gd name="T52" fmla="*/ 819367488 w 48"/>
              <a:gd name="T53" fmla="*/ 633344586 h 38"/>
              <a:gd name="T54" fmla="*/ 500726075 w 48"/>
              <a:gd name="T55" fmla="*/ 769061283 h 38"/>
              <a:gd name="T56" fmla="*/ 819367488 w 48"/>
              <a:gd name="T57" fmla="*/ 633344586 h 38"/>
              <a:gd name="T58" fmla="*/ 546247241 w 48"/>
              <a:gd name="T59" fmla="*/ 950010153 h 38"/>
              <a:gd name="T60" fmla="*/ 637282825 w 48"/>
              <a:gd name="T61" fmla="*/ 1311921345 h 38"/>
              <a:gd name="T62" fmla="*/ 728325156 w 48"/>
              <a:gd name="T63" fmla="*/ 950010153 h 38"/>
              <a:gd name="T64" fmla="*/ 1138008900 w 48"/>
              <a:gd name="T65" fmla="*/ 633344586 h 38"/>
              <a:gd name="T66" fmla="*/ 1001445403 w 48"/>
              <a:gd name="T67" fmla="*/ 769061283 h 38"/>
              <a:gd name="T68" fmla="*/ 1729770559 w 48"/>
              <a:gd name="T69" fmla="*/ 633344586 h 38"/>
              <a:gd name="T70" fmla="*/ 1411129147 w 48"/>
              <a:gd name="T71" fmla="*/ 769061283 h 38"/>
              <a:gd name="T72" fmla="*/ 1729770559 w 48"/>
              <a:gd name="T73" fmla="*/ 633344586 h 38"/>
              <a:gd name="T74" fmla="*/ 1456650313 w 48"/>
              <a:gd name="T75" fmla="*/ 950010153 h 38"/>
              <a:gd name="T76" fmla="*/ 1547692644 w 48"/>
              <a:gd name="T77" fmla="*/ 1311921345 h 38"/>
              <a:gd name="T78" fmla="*/ 1638734975 w 48"/>
              <a:gd name="T79" fmla="*/ 950010153 h 38"/>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8" h="38">
                <a:moveTo>
                  <a:pt x="48" y="20"/>
                </a:moveTo>
                <a:cubicBezTo>
                  <a:pt x="48" y="20"/>
                  <a:pt x="48" y="21"/>
                  <a:pt x="47" y="21"/>
                </a:cubicBezTo>
                <a:cubicBezTo>
                  <a:pt x="41" y="21"/>
                  <a:pt x="41" y="21"/>
                  <a:pt x="41" y="21"/>
                </a:cubicBezTo>
                <a:cubicBezTo>
                  <a:pt x="37" y="37"/>
                  <a:pt x="37" y="37"/>
                  <a:pt x="37" y="37"/>
                </a:cubicBezTo>
                <a:cubicBezTo>
                  <a:pt x="37" y="38"/>
                  <a:pt x="37" y="38"/>
                  <a:pt x="36" y="38"/>
                </a:cubicBezTo>
                <a:cubicBezTo>
                  <a:pt x="32" y="38"/>
                  <a:pt x="32" y="38"/>
                  <a:pt x="32" y="38"/>
                </a:cubicBezTo>
                <a:cubicBezTo>
                  <a:pt x="32" y="38"/>
                  <a:pt x="31" y="38"/>
                  <a:pt x="31" y="37"/>
                </a:cubicBezTo>
                <a:cubicBezTo>
                  <a:pt x="27" y="21"/>
                  <a:pt x="27" y="21"/>
                  <a:pt x="27" y="21"/>
                </a:cubicBezTo>
                <a:cubicBezTo>
                  <a:pt x="21" y="21"/>
                  <a:pt x="21" y="21"/>
                  <a:pt x="21" y="21"/>
                </a:cubicBezTo>
                <a:cubicBezTo>
                  <a:pt x="17" y="37"/>
                  <a:pt x="17" y="37"/>
                  <a:pt x="17" y="37"/>
                </a:cubicBezTo>
                <a:cubicBezTo>
                  <a:pt x="16" y="38"/>
                  <a:pt x="16" y="38"/>
                  <a:pt x="16" y="38"/>
                </a:cubicBezTo>
                <a:cubicBezTo>
                  <a:pt x="11" y="38"/>
                  <a:pt x="11" y="38"/>
                  <a:pt x="11" y="38"/>
                </a:cubicBezTo>
                <a:cubicBezTo>
                  <a:pt x="11" y="38"/>
                  <a:pt x="11" y="38"/>
                  <a:pt x="11" y="37"/>
                </a:cubicBezTo>
                <a:cubicBezTo>
                  <a:pt x="6" y="21"/>
                  <a:pt x="6" y="21"/>
                  <a:pt x="6" y="21"/>
                </a:cubicBezTo>
                <a:cubicBezTo>
                  <a:pt x="1" y="21"/>
                  <a:pt x="1" y="21"/>
                  <a:pt x="1" y="21"/>
                </a:cubicBezTo>
                <a:cubicBezTo>
                  <a:pt x="0" y="21"/>
                  <a:pt x="0" y="20"/>
                  <a:pt x="0" y="20"/>
                </a:cubicBezTo>
                <a:cubicBezTo>
                  <a:pt x="0" y="18"/>
                  <a:pt x="0" y="18"/>
                  <a:pt x="0" y="18"/>
                </a:cubicBezTo>
                <a:cubicBezTo>
                  <a:pt x="0" y="18"/>
                  <a:pt x="0" y="17"/>
                  <a:pt x="1" y="17"/>
                </a:cubicBezTo>
                <a:cubicBezTo>
                  <a:pt x="5" y="17"/>
                  <a:pt x="5" y="17"/>
                  <a:pt x="5" y="17"/>
                </a:cubicBezTo>
                <a:cubicBezTo>
                  <a:pt x="5" y="14"/>
                  <a:pt x="5" y="14"/>
                  <a:pt x="5" y="14"/>
                </a:cubicBezTo>
                <a:cubicBezTo>
                  <a:pt x="1" y="14"/>
                  <a:pt x="1" y="14"/>
                  <a:pt x="1" y="14"/>
                </a:cubicBezTo>
                <a:cubicBezTo>
                  <a:pt x="0" y="14"/>
                  <a:pt x="0" y="13"/>
                  <a:pt x="0" y="13"/>
                </a:cubicBezTo>
                <a:cubicBezTo>
                  <a:pt x="0" y="11"/>
                  <a:pt x="0" y="11"/>
                  <a:pt x="0" y="11"/>
                </a:cubicBezTo>
                <a:cubicBezTo>
                  <a:pt x="0" y="11"/>
                  <a:pt x="0" y="10"/>
                  <a:pt x="1" y="10"/>
                </a:cubicBezTo>
                <a:cubicBezTo>
                  <a:pt x="4" y="10"/>
                  <a:pt x="4" y="10"/>
                  <a:pt x="4" y="10"/>
                </a:cubicBezTo>
                <a:cubicBezTo>
                  <a:pt x="1" y="1"/>
                  <a:pt x="1" y="1"/>
                  <a:pt x="1" y="1"/>
                </a:cubicBezTo>
                <a:cubicBezTo>
                  <a:pt x="1" y="1"/>
                  <a:pt x="1" y="1"/>
                  <a:pt x="1" y="0"/>
                </a:cubicBezTo>
                <a:cubicBezTo>
                  <a:pt x="2" y="0"/>
                  <a:pt x="2" y="0"/>
                  <a:pt x="2" y="0"/>
                </a:cubicBezTo>
                <a:cubicBezTo>
                  <a:pt x="6" y="0"/>
                  <a:pt x="6" y="0"/>
                  <a:pt x="6" y="0"/>
                </a:cubicBezTo>
                <a:cubicBezTo>
                  <a:pt x="6" y="0"/>
                  <a:pt x="7" y="0"/>
                  <a:pt x="7" y="1"/>
                </a:cubicBezTo>
                <a:cubicBezTo>
                  <a:pt x="9" y="10"/>
                  <a:pt x="9" y="10"/>
                  <a:pt x="9" y="10"/>
                </a:cubicBezTo>
                <a:cubicBezTo>
                  <a:pt x="19" y="10"/>
                  <a:pt x="19" y="10"/>
                  <a:pt x="19" y="10"/>
                </a:cubicBezTo>
                <a:cubicBezTo>
                  <a:pt x="21" y="1"/>
                  <a:pt x="21" y="1"/>
                  <a:pt x="21" y="1"/>
                </a:cubicBezTo>
                <a:cubicBezTo>
                  <a:pt x="21" y="0"/>
                  <a:pt x="22" y="0"/>
                  <a:pt x="22" y="0"/>
                </a:cubicBezTo>
                <a:cubicBezTo>
                  <a:pt x="26" y="0"/>
                  <a:pt x="26" y="0"/>
                  <a:pt x="26" y="0"/>
                </a:cubicBezTo>
                <a:cubicBezTo>
                  <a:pt x="26" y="0"/>
                  <a:pt x="26" y="0"/>
                  <a:pt x="26" y="1"/>
                </a:cubicBezTo>
                <a:cubicBezTo>
                  <a:pt x="29" y="10"/>
                  <a:pt x="29" y="10"/>
                  <a:pt x="29" y="10"/>
                </a:cubicBezTo>
                <a:cubicBezTo>
                  <a:pt x="39" y="10"/>
                  <a:pt x="39" y="10"/>
                  <a:pt x="39" y="10"/>
                </a:cubicBezTo>
                <a:cubicBezTo>
                  <a:pt x="41" y="1"/>
                  <a:pt x="41" y="1"/>
                  <a:pt x="41" y="1"/>
                </a:cubicBezTo>
                <a:cubicBezTo>
                  <a:pt x="41" y="0"/>
                  <a:pt x="42" y="0"/>
                  <a:pt x="42" y="0"/>
                </a:cubicBezTo>
                <a:cubicBezTo>
                  <a:pt x="46" y="0"/>
                  <a:pt x="46" y="0"/>
                  <a:pt x="46" y="0"/>
                </a:cubicBezTo>
                <a:cubicBezTo>
                  <a:pt x="46" y="0"/>
                  <a:pt x="46" y="0"/>
                  <a:pt x="46" y="0"/>
                </a:cubicBezTo>
                <a:cubicBezTo>
                  <a:pt x="47" y="1"/>
                  <a:pt x="47" y="1"/>
                  <a:pt x="47" y="1"/>
                </a:cubicBezTo>
                <a:cubicBezTo>
                  <a:pt x="44" y="10"/>
                  <a:pt x="44" y="10"/>
                  <a:pt x="44" y="10"/>
                </a:cubicBezTo>
                <a:cubicBezTo>
                  <a:pt x="47" y="10"/>
                  <a:pt x="47" y="10"/>
                  <a:pt x="47" y="10"/>
                </a:cubicBezTo>
                <a:cubicBezTo>
                  <a:pt x="48" y="10"/>
                  <a:pt x="48" y="11"/>
                  <a:pt x="48" y="11"/>
                </a:cubicBezTo>
                <a:cubicBezTo>
                  <a:pt x="48" y="13"/>
                  <a:pt x="48" y="13"/>
                  <a:pt x="48" y="13"/>
                </a:cubicBezTo>
                <a:cubicBezTo>
                  <a:pt x="48" y="13"/>
                  <a:pt x="48" y="14"/>
                  <a:pt x="47" y="14"/>
                </a:cubicBezTo>
                <a:cubicBezTo>
                  <a:pt x="43" y="14"/>
                  <a:pt x="43" y="14"/>
                  <a:pt x="43" y="14"/>
                </a:cubicBezTo>
                <a:cubicBezTo>
                  <a:pt x="42" y="17"/>
                  <a:pt x="42" y="17"/>
                  <a:pt x="42" y="17"/>
                </a:cubicBezTo>
                <a:cubicBezTo>
                  <a:pt x="47" y="17"/>
                  <a:pt x="47" y="17"/>
                  <a:pt x="47" y="17"/>
                </a:cubicBezTo>
                <a:cubicBezTo>
                  <a:pt x="48" y="17"/>
                  <a:pt x="48" y="18"/>
                  <a:pt x="48" y="18"/>
                </a:cubicBezTo>
                <a:lnTo>
                  <a:pt x="48" y="20"/>
                </a:lnTo>
                <a:close/>
                <a:moveTo>
                  <a:pt x="18" y="14"/>
                </a:moveTo>
                <a:cubicBezTo>
                  <a:pt x="10" y="14"/>
                  <a:pt x="10" y="14"/>
                  <a:pt x="10" y="14"/>
                </a:cubicBezTo>
                <a:cubicBezTo>
                  <a:pt x="11" y="17"/>
                  <a:pt x="11" y="17"/>
                  <a:pt x="11" y="17"/>
                </a:cubicBezTo>
                <a:cubicBezTo>
                  <a:pt x="17" y="17"/>
                  <a:pt x="17" y="17"/>
                  <a:pt x="17" y="17"/>
                </a:cubicBezTo>
                <a:lnTo>
                  <a:pt x="18" y="14"/>
                </a:lnTo>
                <a:close/>
                <a:moveTo>
                  <a:pt x="16" y="21"/>
                </a:moveTo>
                <a:cubicBezTo>
                  <a:pt x="12" y="21"/>
                  <a:pt x="12" y="21"/>
                  <a:pt x="12" y="21"/>
                </a:cubicBezTo>
                <a:cubicBezTo>
                  <a:pt x="14" y="29"/>
                  <a:pt x="14" y="29"/>
                  <a:pt x="14" y="29"/>
                </a:cubicBezTo>
                <a:cubicBezTo>
                  <a:pt x="14" y="29"/>
                  <a:pt x="14" y="29"/>
                  <a:pt x="14" y="29"/>
                </a:cubicBezTo>
                <a:cubicBezTo>
                  <a:pt x="14" y="29"/>
                  <a:pt x="14" y="29"/>
                  <a:pt x="14" y="29"/>
                </a:cubicBezTo>
                <a:lnTo>
                  <a:pt x="16" y="21"/>
                </a:lnTo>
                <a:close/>
                <a:moveTo>
                  <a:pt x="26" y="17"/>
                </a:moveTo>
                <a:cubicBezTo>
                  <a:pt x="25" y="14"/>
                  <a:pt x="25" y="14"/>
                  <a:pt x="25" y="14"/>
                </a:cubicBezTo>
                <a:cubicBezTo>
                  <a:pt x="23" y="14"/>
                  <a:pt x="23" y="14"/>
                  <a:pt x="23" y="14"/>
                </a:cubicBezTo>
                <a:cubicBezTo>
                  <a:pt x="22" y="17"/>
                  <a:pt x="22" y="17"/>
                  <a:pt x="22" y="17"/>
                </a:cubicBezTo>
                <a:lnTo>
                  <a:pt x="26" y="17"/>
                </a:lnTo>
                <a:close/>
                <a:moveTo>
                  <a:pt x="38" y="14"/>
                </a:moveTo>
                <a:cubicBezTo>
                  <a:pt x="30" y="14"/>
                  <a:pt x="30" y="14"/>
                  <a:pt x="30" y="14"/>
                </a:cubicBezTo>
                <a:cubicBezTo>
                  <a:pt x="31" y="17"/>
                  <a:pt x="31" y="17"/>
                  <a:pt x="31" y="17"/>
                </a:cubicBezTo>
                <a:cubicBezTo>
                  <a:pt x="37" y="17"/>
                  <a:pt x="37" y="17"/>
                  <a:pt x="37" y="17"/>
                </a:cubicBezTo>
                <a:lnTo>
                  <a:pt x="38" y="14"/>
                </a:lnTo>
                <a:close/>
                <a:moveTo>
                  <a:pt x="36" y="21"/>
                </a:moveTo>
                <a:cubicBezTo>
                  <a:pt x="32" y="21"/>
                  <a:pt x="32" y="21"/>
                  <a:pt x="32" y="21"/>
                </a:cubicBezTo>
                <a:cubicBezTo>
                  <a:pt x="34" y="29"/>
                  <a:pt x="34" y="29"/>
                  <a:pt x="34" y="29"/>
                </a:cubicBezTo>
                <a:cubicBezTo>
                  <a:pt x="34" y="29"/>
                  <a:pt x="34" y="29"/>
                  <a:pt x="34" y="29"/>
                </a:cubicBezTo>
                <a:cubicBezTo>
                  <a:pt x="34" y="29"/>
                  <a:pt x="34" y="29"/>
                  <a:pt x="34" y="29"/>
                </a:cubicBezTo>
                <a:lnTo>
                  <a:pt x="36" y="2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5" name="稻壳儿小白白(http://dwz.cn/Wu2UP)"/>
          <p:cNvSpPr>
            <a:spLocks noEditPoints="1"/>
          </p:cNvSpPr>
          <p:nvPr/>
        </p:nvSpPr>
        <p:spPr>
          <a:xfrm>
            <a:off x="994505" y="3579686"/>
            <a:ext cx="303467" cy="346329"/>
          </a:xfrm>
          <a:custGeom>
            <a:avLst/>
            <a:gdLst>
              <a:gd name="T0" fmla="*/ 939931621 w 42"/>
              <a:gd name="T1" fmla="*/ 1606755449 h 48"/>
              <a:gd name="T2" fmla="*/ 0 w 42"/>
              <a:gd name="T3" fmla="*/ 1874552478 h 48"/>
              <a:gd name="T4" fmla="*/ 0 w 42"/>
              <a:gd name="T5" fmla="*/ 580214647 h 48"/>
              <a:gd name="T6" fmla="*/ 44757374 w 42"/>
              <a:gd name="T7" fmla="*/ 535587377 h 48"/>
              <a:gd name="T8" fmla="*/ 223793562 w 42"/>
              <a:gd name="T9" fmla="*/ 44633952 h 48"/>
              <a:gd name="T10" fmla="*/ 1656069680 w 42"/>
              <a:gd name="T11" fmla="*/ 0 h 48"/>
              <a:gd name="T12" fmla="*/ 1700827054 w 42"/>
              <a:gd name="T13" fmla="*/ 535587377 h 48"/>
              <a:gd name="T14" fmla="*/ 1879863242 w 42"/>
              <a:gd name="T15" fmla="*/ 1874552478 h 48"/>
              <a:gd name="T16" fmla="*/ 895174246 w 42"/>
              <a:gd name="T17" fmla="*/ 312424299 h 48"/>
              <a:gd name="T18" fmla="*/ 44757374 w 42"/>
              <a:gd name="T19" fmla="*/ 1829918526 h 48"/>
              <a:gd name="T20" fmla="*/ 716138059 w 42"/>
              <a:gd name="T21" fmla="*/ 1294331149 h 48"/>
              <a:gd name="T22" fmla="*/ 537101872 w 42"/>
              <a:gd name="T23" fmla="*/ 1160435976 h 48"/>
              <a:gd name="T24" fmla="*/ 223793562 w 42"/>
              <a:gd name="T25" fmla="*/ 1472860275 h 48"/>
              <a:gd name="T26" fmla="*/ 313308310 w 42"/>
              <a:gd name="T27" fmla="*/ 1383599053 h 48"/>
              <a:gd name="T28" fmla="*/ 581859246 w 42"/>
              <a:gd name="T29" fmla="*/ 892645628 h 48"/>
              <a:gd name="T30" fmla="*/ 358072375 w 42"/>
              <a:gd name="T31" fmla="*/ 981906850 h 48"/>
              <a:gd name="T32" fmla="*/ 313308310 w 42"/>
              <a:gd name="T33" fmla="*/ 1026540802 h 48"/>
              <a:gd name="T34" fmla="*/ 223793562 w 42"/>
              <a:gd name="T35" fmla="*/ 981906850 h 48"/>
              <a:gd name="T36" fmla="*/ 313308310 w 42"/>
              <a:gd name="T37" fmla="*/ 937272898 h 48"/>
              <a:gd name="T38" fmla="*/ 537101872 w 42"/>
              <a:gd name="T39" fmla="*/ 848011676 h 48"/>
              <a:gd name="T40" fmla="*/ 716138059 w 42"/>
              <a:gd name="T41" fmla="*/ 803377724 h 48"/>
              <a:gd name="T42" fmla="*/ 626623311 w 42"/>
              <a:gd name="T43" fmla="*/ 981906850 h 48"/>
              <a:gd name="T44" fmla="*/ 626623311 w 42"/>
              <a:gd name="T45" fmla="*/ 1160435976 h 48"/>
              <a:gd name="T46" fmla="*/ 805652808 w 42"/>
              <a:gd name="T47" fmla="*/ 1294331149 h 48"/>
              <a:gd name="T48" fmla="*/ 537101872 w 42"/>
              <a:gd name="T49" fmla="*/ 758743773 h 48"/>
              <a:gd name="T50" fmla="*/ 402829749 w 42"/>
              <a:gd name="T51" fmla="*/ 803377724 h 48"/>
              <a:gd name="T52" fmla="*/ 358072375 w 42"/>
              <a:gd name="T53" fmla="*/ 714116502 h 48"/>
              <a:gd name="T54" fmla="*/ 447587123 w 42"/>
              <a:gd name="T55" fmla="*/ 714116502 h 48"/>
              <a:gd name="T56" fmla="*/ 537101872 w 42"/>
              <a:gd name="T57" fmla="*/ 714116502 h 48"/>
              <a:gd name="T58" fmla="*/ 1521790867 w 42"/>
              <a:gd name="T59" fmla="*/ 1919179748 h 48"/>
              <a:gd name="T60" fmla="*/ 1387518744 w 42"/>
              <a:gd name="T61" fmla="*/ 2008447652 h 48"/>
              <a:gd name="T62" fmla="*/ 939931621 w 42"/>
              <a:gd name="T63" fmla="*/ 2142342826 h 48"/>
              <a:gd name="T64" fmla="*/ 402829749 w 42"/>
              <a:gd name="T65" fmla="*/ 2008447652 h 48"/>
              <a:gd name="T66" fmla="*/ 402829749 w 42"/>
              <a:gd name="T67" fmla="*/ 1963813700 h 48"/>
              <a:gd name="T68" fmla="*/ 895174246 w 42"/>
              <a:gd name="T69" fmla="*/ 2097708874 h 48"/>
              <a:gd name="T70" fmla="*/ 1387518744 w 42"/>
              <a:gd name="T71" fmla="*/ 1963813700 h 48"/>
              <a:gd name="T72" fmla="*/ 1521790867 w 42"/>
              <a:gd name="T73" fmla="*/ 1919179748 h 48"/>
              <a:gd name="T74" fmla="*/ 1656069680 w 42"/>
              <a:gd name="T75" fmla="*/ 44633952 h 48"/>
              <a:gd name="T76" fmla="*/ 1656069680 w 42"/>
              <a:gd name="T77" fmla="*/ 535587377 h 48"/>
              <a:gd name="T78" fmla="*/ 1477033493 w 42"/>
              <a:gd name="T79" fmla="*/ 714116502 h 48"/>
              <a:gd name="T80" fmla="*/ 1074210434 w 42"/>
              <a:gd name="T81" fmla="*/ 1294331149 h 48"/>
              <a:gd name="T82" fmla="*/ 1253239931 w 42"/>
              <a:gd name="T83" fmla="*/ 1205069927 h 48"/>
              <a:gd name="T84" fmla="*/ 1566554931 w 42"/>
              <a:gd name="T85" fmla="*/ 1472860275 h 48"/>
              <a:gd name="T86" fmla="*/ 1477033493 w 42"/>
              <a:gd name="T87" fmla="*/ 1160435976 h 48"/>
              <a:gd name="T88" fmla="*/ 1387518744 w 42"/>
              <a:gd name="T89" fmla="*/ 892645628 h 4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42" h="48">
                <a:moveTo>
                  <a:pt x="42" y="42"/>
                </a:moveTo>
                <a:cubicBezTo>
                  <a:pt x="21" y="36"/>
                  <a:pt x="21" y="36"/>
                  <a:pt x="21" y="36"/>
                </a:cubicBezTo>
                <a:cubicBezTo>
                  <a:pt x="20" y="36"/>
                  <a:pt x="1" y="42"/>
                  <a:pt x="1" y="42"/>
                </a:cubicBezTo>
                <a:cubicBezTo>
                  <a:pt x="1" y="42"/>
                  <a:pt x="0" y="42"/>
                  <a:pt x="0" y="42"/>
                </a:cubicBezTo>
                <a:cubicBezTo>
                  <a:pt x="0" y="42"/>
                  <a:pt x="0" y="42"/>
                  <a:pt x="0" y="42"/>
                </a:cubicBezTo>
                <a:cubicBezTo>
                  <a:pt x="0" y="13"/>
                  <a:pt x="0" y="13"/>
                  <a:pt x="0" y="13"/>
                </a:cubicBezTo>
                <a:cubicBezTo>
                  <a:pt x="0" y="13"/>
                  <a:pt x="0" y="13"/>
                  <a:pt x="0" y="13"/>
                </a:cubicBezTo>
                <a:cubicBezTo>
                  <a:pt x="1" y="12"/>
                  <a:pt x="1" y="12"/>
                  <a:pt x="1" y="12"/>
                </a:cubicBezTo>
                <a:cubicBezTo>
                  <a:pt x="1" y="12"/>
                  <a:pt x="3" y="12"/>
                  <a:pt x="5" y="11"/>
                </a:cubicBezTo>
                <a:cubicBezTo>
                  <a:pt x="5" y="1"/>
                  <a:pt x="5" y="1"/>
                  <a:pt x="5" y="1"/>
                </a:cubicBezTo>
                <a:cubicBezTo>
                  <a:pt x="20" y="6"/>
                  <a:pt x="20" y="6"/>
                  <a:pt x="20" y="6"/>
                </a:cubicBezTo>
                <a:cubicBezTo>
                  <a:pt x="20" y="6"/>
                  <a:pt x="37" y="0"/>
                  <a:pt x="37" y="0"/>
                </a:cubicBezTo>
                <a:cubicBezTo>
                  <a:pt x="37" y="0"/>
                  <a:pt x="38" y="0"/>
                  <a:pt x="38" y="1"/>
                </a:cubicBezTo>
                <a:cubicBezTo>
                  <a:pt x="38" y="12"/>
                  <a:pt x="38" y="12"/>
                  <a:pt x="38" y="12"/>
                </a:cubicBezTo>
                <a:cubicBezTo>
                  <a:pt x="42" y="13"/>
                  <a:pt x="42" y="13"/>
                  <a:pt x="42" y="13"/>
                </a:cubicBezTo>
                <a:lnTo>
                  <a:pt x="42" y="42"/>
                </a:lnTo>
                <a:close/>
                <a:moveTo>
                  <a:pt x="20" y="35"/>
                </a:moveTo>
                <a:cubicBezTo>
                  <a:pt x="20" y="7"/>
                  <a:pt x="20" y="7"/>
                  <a:pt x="20" y="7"/>
                </a:cubicBezTo>
                <a:cubicBezTo>
                  <a:pt x="1" y="13"/>
                  <a:pt x="1" y="13"/>
                  <a:pt x="1" y="13"/>
                </a:cubicBezTo>
                <a:cubicBezTo>
                  <a:pt x="1" y="41"/>
                  <a:pt x="1" y="41"/>
                  <a:pt x="1" y="41"/>
                </a:cubicBezTo>
                <a:lnTo>
                  <a:pt x="20" y="35"/>
                </a:lnTo>
                <a:close/>
                <a:moveTo>
                  <a:pt x="16" y="29"/>
                </a:moveTo>
                <a:cubicBezTo>
                  <a:pt x="16" y="28"/>
                  <a:pt x="14" y="28"/>
                  <a:pt x="14" y="27"/>
                </a:cubicBezTo>
                <a:cubicBezTo>
                  <a:pt x="13" y="27"/>
                  <a:pt x="12" y="26"/>
                  <a:pt x="12" y="26"/>
                </a:cubicBezTo>
                <a:cubicBezTo>
                  <a:pt x="11" y="27"/>
                  <a:pt x="10" y="29"/>
                  <a:pt x="8" y="30"/>
                </a:cubicBezTo>
                <a:cubicBezTo>
                  <a:pt x="8" y="31"/>
                  <a:pt x="6" y="33"/>
                  <a:pt x="5" y="33"/>
                </a:cubicBezTo>
                <a:cubicBezTo>
                  <a:pt x="5" y="34"/>
                  <a:pt x="4" y="34"/>
                  <a:pt x="4" y="34"/>
                </a:cubicBezTo>
                <a:cubicBezTo>
                  <a:pt x="5" y="33"/>
                  <a:pt x="6" y="32"/>
                  <a:pt x="7" y="31"/>
                </a:cubicBezTo>
                <a:cubicBezTo>
                  <a:pt x="7" y="30"/>
                  <a:pt x="10" y="26"/>
                  <a:pt x="11" y="25"/>
                </a:cubicBezTo>
                <a:cubicBezTo>
                  <a:pt x="11" y="24"/>
                  <a:pt x="13" y="20"/>
                  <a:pt x="13" y="20"/>
                </a:cubicBezTo>
                <a:cubicBezTo>
                  <a:pt x="13" y="20"/>
                  <a:pt x="11" y="21"/>
                  <a:pt x="10" y="21"/>
                </a:cubicBezTo>
                <a:cubicBezTo>
                  <a:pt x="10" y="21"/>
                  <a:pt x="8" y="22"/>
                  <a:pt x="8" y="22"/>
                </a:cubicBezTo>
                <a:cubicBezTo>
                  <a:pt x="8" y="22"/>
                  <a:pt x="8" y="22"/>
                  <a:pt x="8" y="22"/>
                </a:cubicBezTo>
                <a:cubicBezTo>
                  <a:pt x="8" y="22"/>
                  <a:pt x="8" y="22"/>
                  <a:pt x="7" y="23"/>
                </a:cubicBezTo>
                <a:cubicBezTo>
                  <a:pt x="7" y="23"/>
                  <a:pt x="6" y="23"/>
                  <a:pt x="6" y="23"/>
                </a:cubicBezTo>
                <a:cubicBezTo>
                  <a:pt x="6" y="22"/>
                  <a:pt x="5" y="22"/>
                  <a:pt x="5" y="22"/>
                </a:cubicBezTo>
                <a:cubicBezTo>
                  <a:pt x="5" y="22"/>
                  <a:pt x="5" y="22"/>
                  <a:pt x="5" y="21"/>
                </a:cubicBezTo>
                <a:cubicBezTo>
                  <a:pt x="5" y="21"/>
                  <a:pt x="6" y="21"/>
                  <a:pt x="7" y="21"/>
                </a:cubicBezTo>
                <a:cubicBezTo>
                  <a:pt x="7" y="21"/>
                  <a:pt x="9" y="20"/>
                  <a:pt x="9" y="20"/>
                </a:cubicBezTo>
                <a:cubicBezTo>
                  <a:pt x="10" y="20"/>
                  <a:pt x="12" y="19"/>
                  <a:pt x="12" y="19"/>
                </a:cubicBezTo>
                <a:cubicBezTo>
                  <a:pt x="13" y="19"/>
                  <a:pt x="14" y="18"/>
                  <a:pt x="14" y="18"/>
                </a:cubicBezTo>
                <a:cubicBezTo>
                  <a:pt x="15" y="18"/>
                  <a:pt x="16" y="18"/>
                  <a:pt x="16" y="18"/>
                </a:cubicBezTo>
                <a:cubicBezTo>
                  <a:pt x="16" y="18"/>
                  <a:pt x="16" y="19"/>
                  <a:pt x="16" y="19"/>
                </a:cubicBezTo>
                <a:cubicBezTo>
                  <a:pt x="16" y="19"/>
                  <a:pt x="14" y="21"/>
                  <a:pt x="14" y="22"/>
                </a:cubicBezTo>
                <a:cubicBezTo>
                  <a:pt x="14" y="22"/>
                  <a:pt x="13" y="23"/>
                  <a:pt x="12" y="25"/>
                </a:cubicBezTo>
                <a:cubicBezTo>
                  <a:pt x="12" y="25"/>
                  <a:pt x="13" y="26"/>
                  <a:pt x="14" y="26"/>
                </a:cubicBezTo>
                <a:cubicBezTo>
                  <a:pt x="14" y="26"/>
                  <a:pt x="17" y="28"/>
                  <a:pt x="17" y="28"/>
                </a:cubicBezTo>
                <a:cubicBezTo>
                  <a:pt x="18" y="28"/>
                  <a:pt x="18" y="29"/>
                  <a:pt x="18" y="29"/>
                </a:cubicBezTo>
                <a:cubicBezTo>
                  <a:pt x="18" y="29"/>
                  <a:pt x="17" y="29"/>
                  <a:pt x="16" y="29"/>
                </a:cubicBezTo>
                <a:close/>
                <a:moveTo>
                  <a:pt x="12" y="17"/>
                </a:moveTo>
                <a:cubicBezTo>
                  <a:pt x="12" y="17"/>
                  <a:pt x="11" y="18"/>
                  <a:pt x="11" y="18"/>
                </a:cubicBezTo>
                <a:cubicBezTo>
                  <a:pt x="11" y="18"/>
                  <a:pt x="10" y="18"/>
                  <a:pt x="9" y="18"/>
                </a:cubicBezTo>
                <a:cubicBezTo>
                  <a:pt x="9" y="18"/>
                  <a:pt x="9" y="18"/>
                  <a:pt x="8" y="18"/>
                </a:cubicBezTo>
                <a:cubicBezTo>
                  <a:pt x="8" y="17"/>
                  <a:pt x="7" y="16"/>
                  <a:pt x="8" y="16"/>
                </a:cubicBezTo>
                <a:cubicBezTo>
                  <a:pt x="8" y="16"/>
                  <a:pt x="8" y="17"/>
                  <a:pt x="9" y="16"/>
                </a:cubicBezTo>
                <a:cubicBezTo>
                  <a:pt x="9" y="16"/>
                  <a:pt x="10" y="16"/>
                  <a:pt x="10" y="16"/>
                </a:cubicBezTo>
                <a:cubicBezTo>
                  <a:pt x="11" y="16"/>
                  <a:pt x="12" y="16"/>
                  <a:pt x="12" y="16"/>
                </a:cubicBezTo>
                <a:cubicBezTo>
                  <a:pt x="12" y="16"/>
                  <a:pt x="12" y="16"/>
                  <a:pt x="12" y="16"/>
                </a:cubicBezTo>
                <a:cubicBezTo>
                  <a:pt x="12" y="17"/>
                  <a:pt x="12" y="17"/>
                  <a:pt x="12" y="17"/>
                </a:cubicBezTo>
                <a:close/>
                <a:moveTo>
                  <a:pt x="34" y="43"/>
                </a:moveTo>
                <a:cubicBezTo>
                  <a:pt x="32" y="47"/>
                  <a:pt x="32" y="47"/>
                  <a:pt x="32" y="47"/>
                </a:cubicBezTo>
                <a:cubicBezTo>
                  <a:pt x="31" y="45"/>
                  <a:pt x="31" y="45"/>
                  <a:pt x="31" y="45"/>
                </a:cubicBezTo>
                <a:cubicBezTo>
                  <a:pt x="29" y="46"/>
                  <a:pt x="26" y="48"/>
                  <a:pt x="24" y="48"/>
                </a:cubicBezTo>
                <a:cubicBezTo>
                  <a:pt x="23" y="48"/>
                  <a:pt x="22" y="48"/>
                  <a:pt x="21" y="48"/>
                </a:cubicBezTo>
                <a:cubicBezTo>
                  <a:pt x="19" y="48"/>
                  <a:pt x="19" y="48"/>
                  <a:pt x="19" y="48"/>
                </a:cubicBezTo>
                <a:cubicBezTo>
                  <a:pt x="16" y="48"/>
                  <a:pt x="11" y="47"/>
                  <a:pt x="9" y="45"/>
                </a:cubicBezTo>
                <a:cubicBezTo>
                  <a:pt x="9" y="45"/>
                  <a:pt x="9" y="45"/>
                  <a:pt x="9" y="45"/>
                </a:cubicBezTo>
                <a:cubicBezTo>
                  <a:pt x="9" y="44"/>
                  <a:pt x="9" y="44"/>
                  <a:pt x="9" y="44"/>
                </a:cubicBezTo>
                <a:cubicBezTo>
                  <a:pt x="9" y="44"/>
                  <a:pt x="11" y="45"/>
                  <a:pt x="11" y="45"/>
                </a:cubicBezTo>
                <a:cubicBezTo>
                  <a:pt x="13" y="46"/>
                  <a:pt x="17" y="47"/>
                  <a:pt x="20" y="47"/>
                </a:cubicBezTo>
                <a:cubicBezTo>
                  <a:pt x="23" y="47"/>
                  <a:pt x="25" y="47"/>
                  <a:pt x="28" y="46"/>
                </a:cubicBezTo>
                <a:cubicBezTo>
                  <a:pt x="29" y="45"/>
                  <a:pt x="30" y="45"/>
                  <a:pt x="31" y="44"/>
                </a:cubicBezTo>
                <a:cubicBezTo>
                  <a:pt x="30" y="42"/>
                  <a:pt x="30" y="42"/>
                  <a:pt x="30" y="42"/>
                </a:cubicBezTo>
                <a:lnTo>
                  <a:pt x="34" y="43"/>
                </a:lnTo>
                <a:close/>
                <a:moveTo>
                  <a:pt x="37" y="12"/>
                </a:moveTo>
                <a:cubicBezTo>
                  <a:pt x="37" y="1"/>
                  <a:pt x="37" y="1"/>
                  <a:pt x="37" y="1"/>
                </a:cubicBezTo>
                <a:cubicBezTo>
                  <a:pt x="21" y="7"/>
                  <a:pt x="21" y="7"/>
                  <a:pt x="21" y="7"/>
                </a:cubicBezTo>
                <a:lnTo>
                  <a:pt x="37" y="12"/>
                </a:lnTo>
                <a:close/>
                <a:moveTo>
                  <a:pt x="37" y="33"/>
                </a:moveTo>
                <a:cubicBezTo>
                  <a:pt x="33" y="16"/>
                  <a:pt x="33" y="16"/>
                  <a:pt x="33" y="16"/>
                </a:cubicBezTo>
                <a:cubicBezTo>
                  <a:pt x="30" y="15"/>
                  <a:pt x="30" y="15"/>
                  <a:pt x="30" y="15"/>
                </a:cubicBezTo>
                <a:cubicBezTo>
                  <a:pt x="24" y="29"/>
                  <a:pt x="24" y="29"/>
                  <a:pt x="24" y="29"/>
                </a:cubicBezTo>
                <a:cubicBezTo>
                  <a:pt x="27" y="30"/>
                  <a:pt x="27" y="30"/>
                  <a:pt x="27" y="30"/>
                </a:cubicBezTo>
                <a:cubicBezTo>
                  <a:pt x="28" y="27"/>
                  <a:pt x="28" y="27"/>
                  <a:pt x="28" y="27"/>
                </a:cubicBezTo>
                <a:cubicBezTo>
                  <a:pt x="34" y="29"/>
                  <a:pt x="34" y="29"/>
                  <a:pt x="34" y="29"/>
                </a:cubicBezTo>
                <a:cubicBezTo>
                  <a:pt x="35" y="33"/>
                  <a:pt x="35" y="33"/>
                  <a:pt x="35" y="33"/>
                </a:cubicBezTo>
                <a:lnTo>
                  <a:pt x="37" y="33"/>
                </a:lnTo>
                <a:close/>
                <a:moveTo>
                  <a:pt x="33" y="26"/>
                </a:moveTo>
                <a:cubicBezTo>
                  <a:pt x="29" y="25"/>
                  <a:pt x="29" y="25"/>
                  <a:pt x="29" y="25"/>
                </a:cubicBezTo>
                <a:cubicBezTo>
                  <a:pt x="31" y="20"/>
                  <a:pt x="31" y="20"/>
                  <a:pt x="31" y="20"/>
                </a:cubicBezTo>
                <a:lnTo>
                  <a:pt x="33" y="2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6" name="稻壳儿小白白(http://dwz.cn/Wu2UP)"/>
          <p:cNvSpPr>
            <a:spLocks noEditPoints="1"/>
          </p:cNvSpPr>
          <p:nvPr/>
        </p:nvSpPr>
        <p:spPr>
          <a:xfrm>
            <a:off x="956786" y="4167759"/>
            <a:ext cx="377190" cy="245174"/>
          </a:xfrm>
          <a:custGeom>
            <a:avLst/>
            <a:gdLst>
              <a:gd name="T0" fmla="*/ 2147483646 w 52"/>
              <a:gd name="T1" fmla="*/ 1292832358 h 34"/>
              <a:gd name="T2" fmla="*/ 2147483646 w 52"/>
              <a:gd name="T3" fmla="*/ 1381988375 h 34"/>
              <a:gd name="T4" fmla="*/ 2120135558 w 52"/>
              <a:gd name="T5" fmla="*/ 1515732417 h 34"/>
              <a:gd name="T6" fmla="*/ 225548337 w 52"/>
              <a:gd name="T7" fmla="*/ 1515732417 h 34"/>
              <a:gd name="T8" fmla="*/ 0 w 52"/>
              <a:gd name="T9" fmla="*/ 1381988375 h 34"/>
              <a:gd name="T10" fmla="*/ 0 w 52"/>
              <a:gd name="T11" fmla="*/ 1292832358 h 34"/>
              <a:gd name="T12" fmla="*/ 225548337 w 52"/>
              <a:gd name="T13" fmla="*/ 1292832358 h 34"/>
              <a:gd name="T14" fmla="*/ 2120135558 w 52"/>
              <a:gd name="T15" fmla="*/ 1292832358 h 34"/>
              <a:gd name="T16" fmla="*/ 2147483646 w 52"/>
              <a:gd name="T17" fmla="*/ 1292832358 h 34"/>
              <a:gd name="T18" fmla="*/ 315762298 w 52"/>
              <a:gd name="T19" fmla="*/ 1025350952 h 34"/>
              <a:gd name="T20" fmla="*/ 315762298 w 52"/>
              <a:gd name="T21" fmla="*/ 178318712 h 34"/>
              <a:gd name="T22" fmla="*/ 496203654 w 52"/>
              <a:gd name="T23" fmla="*/ 0 h 34"/>
              <a:gd name="T24" fmla="*/ 1849480240 w 52"/>
              <a:gd name="T25" fmla="*/ 0 h 34"/>
              <a:gd name="T26" fmla="*/ 2029921596 w 52"/>
              <a:gd name="T27" fmla="*/ 178318712 h 34"/>
              <a:gd name="T28" fmla="*/ 2029921596 w 52"/>
              <a:gd name="T29" fmla="*/ 1025350952 h 34"/>
              <a:gd name="T30" fmla="*/ 1849480240 w 52"/>
              <a:gd name="T31" fmla="*/ 1203669664 h 34"/>
              <a:gd name="T32" fmla="*/ 496203654 w 52"/>
              <a:gd name="T33" fmla="*/ 1203669664 h 34"/>
              <a:gd name="T34" fmla="*/ 315762298 w 52"/>
              <a:gd name="T35" fmla="*/ 1025350952 h 34"/>
              <a:gd name="T36" fmla="*/ 496203654 w 52"/>
              <a:gd name="T37" fmla="*/ 1025350952 h 34"/>
              <a:gd name="T38" fmla="*/ 496203654 w 52"/>
              <a:gd name="T39" fmla="*/ 1069925623 h 34"/>
              <a:gd name="T40" fmla="*/ 1849480240 w 52"/>
              <a:gd name="T41" fmla="*/ 1069925623 h 34"/>
              <a:gd name="T42" fmla="*/ 1849480240 w 52"/>
              <a:gd name="T43" fmla="*/ 1025350952 h 34"/>
              <a:gd name="T44" fmla="*/ 1849480240 w 52"/>
              <a:gd name="T45" fmla="*/ 178318712 h 34"/>
              <a:gd name="T46" fmla="*/ 1849480240 w 52"/>
              <a:gd name="T47" fmla="*/ 133744041 h 34"/>
              <a:gd name="T48" fmla="*/ 496203654 w 52"/>
              <a:gd name="T49" fmla="*/ 133744041 h 34"/>
              <a:gd name="T50" fmla="*/ 496203654 w 52"/>
              <a:gd name="T51" fmla="*/ 178318712 h 34"/>
              <a:gd name="T52" fmla="*/ 496203654 w 52"/>
              <a:gd name="T53" fmla="*/ 1025350952 h 34"/>
              <a:gd name="T54" fmla="*/ 1308169606 w 52"/>
              <a:gd name="T55" fmla="*/ 1381988375 h 34"/>
              <a:gd name="T56" fmla="*/ 1263062625 w 52"/>
              <a:gd name="T57" fmla="*/ 1381988375 h 34"/>
              <a:gd name="T58" fmla="*/ 1082621269 w 52"/>
              <a:gd name="T59" fmla="*/ 1381988375 h 34"/>
              <a:gd name="T60" fmla="*/ 1037514288 w 52"/>
              <a:gd name="T61" fmla="*/ 1381988375 h 34"/>
              <a:gd name="T62" fmla="*/ 1082621269 w 52"/>
              <a:gd name="T63" fmla="*/ 1381988375 h 34"/>
              <a:gd name="T64" fmla="*/ 1263062625 w 52"/>
              <a:gd name="T65" fmla="*/ 1381988375 h 34"/>
              <a:gd name="T66" fmla="*/ 1308169606 w 52"/>
              <a:gd name="T67" fmla="*/ 1381988375 h 3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52" h="34">
                <a:moveTo>
                  <a:pt x="52" y="29"/>
                </a:moveTo>
                <a:cubicBezTo>
                  <a:pt x="52" y="31"/>
                  <a:pt x="52" y="31"/>
                  <a:pt x="52" y="31"/>
                </a:cubicBezTo>
                <a:cubicBezTo>
                  <a:pt x="52" y="33"/>
                  <a:pt x="50" y="34"/>
                  <a:pt x="47" y="34"/>
                </a:cubicBezTo>
                <a:cubicBezTo>
                  <a:pt x="5" y="34"/>
                  <a:pt x="5" y="34"/>
                  <a:pt x="5" y="34"/>
                </a:cubicBezTo>
                <a:cubicBezTo>
                  <a:pt x="2" y="34"/>
                  <a:pt x="0" y="33"/>
                  <a:pt x="0" y="31"/>
                </a:cubicBezTo>
                <a:cubicBezTo>
                  <a:pt x="0" y="29"/>
                  <a:pt x="0" y="29"/>
                  <a:pt x="0" y="29"/>
                </a:cubicBezTo>
                <a:cubicBezTo>
                  <a:pt x="5" y="29"/>
                  <a:pt x="5" y="29"/>
                  <a:pt x="5" y="29"/>
                </a:cubicBezTo>
                <a:cubicBezTo>
                  <a:pt x="47" y="29"/>
                  <a:pt x="47" y="29"/>
                  <a:pt x="47" y="29"/>
                </a:cubicBezTo>
                <a:lnTo>
                  <a:pt x="52" y="29"/>
                </a:lnTo>
                <a:close/>
                <a:moveTo>
                  <a:pt x="7" y="23"/>
                </a:moveTo>
                <a:cubicBezTo>
                  <a:pt x="7" y="4"/>
                  <a:pt x="7" y="4"/>
                  <a:pt x="7" y="4"/>
                </a:cubicBezTo>
                <a:cubicBezTo>
                  <a:pt x="7" y="2"/>
                  <a:pt x="9" y="0"/>
                  <a:pt x="11" y="0"/>
                </a:cubicBezTo>
                <a:cubicBezTo>
                  <a:pt x="41" y="0"/>
                  <a:pt x="41" y="0"/>
                  <a:pt x="41" y="0"/>
                </a:cubicBezTo>
                <a:cubicBezTo>
                  <a:pt x="43" y="0"/>
                  <a:pt x="45" y="2"/>
                  <a:pt x="45" y="4"/>
                </a:cubicBezTo>
                <a:cubicBezTo>
                  <a:pt x="45" y="23"/>
                  <a:pt x="45" y="23"/>
                  <a:pt x="45" y="23"/>
                </a:cubicBezTo>
                <a:cubicBezTo>
                  <a:pt x="45" y="25"/>
                  <a:pt x="43" y="27"/>
                  <a:pt x="41" y="27"/>
                </a:cubicBezTo>
                <a:cubicBezTo>
                  <a:pt x="11" y="27"/>
                  <a:pt x="11" y="27"/>
                  <a:pt x="11" y="27"/>
                </a:cubicBezTo>
                <a:cubicBezTo>
                  <a:pt x="9" y="27"/>
                  <a:pt x="7" y="25"/>
                  <a:pt x="7" y="23"/>
                </a:cubicBezTo>
                <a:close/>
                <a:moveTo>
                  <a:pt x="11" y="23"/>
                </a:moveTo>
                <a:cubicBezTo>
                  <a:pt x="11" y="23"/>
                  <a:pt x="11" y="24"/>
                  <a:pt x="11" y="24"/>
                </a:cubicBezTo>
                <a:cubicBezTo>
                  <a:pt x="41" y="24"/>
                  <a:pt x="41" y="24"/>
                  <a:pt x="41" y="24"/>
                </a:cubicBezTo>
                <a:cubicBezTo>
                  <a:pt x="41" y="24"/>
                  <a:pt x="41" y="23"/>
                  <a:pt x="41" y="23"/>
                </a:cubicBezTo>
                <a:cubicBezTo>
                  <a:pt x="41" y="4"/>
                  <a:pt x="41" y="4"/>
                  <a:pt x="41" y="4"/>
                </a:cubicBezTo>
                <a:cubicBezTo>
                  <a:pt x="41" y="4"/>
                  <a:pt x="41" y="3"/>
                  <a:pt x="41" y="3"/>
                </a:cubicBezTo>
                <a:cubicBezTo>
                  <a:pt x="11" y="3"/>
                  <a:pt x="11" y="3"/>
                  <a:pt x="11" y="3"/>
                </a:cubicBezTo>
                <a:cubicBezTo>
                  <a:pt x="11" y="3"/>
                  <a:pt x="11" y="4"/>
                  <a:pt x="11" y="4"/>
                </a:cubicBezTo>
                <a:lnTo>
                  <a:pt x="11" y="23"/>
                </a:lnTo>
                <a:close/>
                <a:moveTo>
                  <a:pt x="29" y="31"/>
                </a:moveTo>
                <a:cubicBezTo>
                  <a:pt x="29" y="31"/>
                  <a:pt x="28" y="31"/>
                  <a:pt x="28" y="31"/>
                </a:cubicBezTo>
                <a:cubicBezTo>
                  <a:pt x="24" y="31"/>
                  <a:pt x="24" y="31"/>
                  <a:pt x="24" y="31"/>
                </a:cubicBezTo>
                <a:cubicBezTo>
                  <a:pt x="24" y="31"/>
                  <a:pt x="23" y="31"/>
                  <a:pt x="23" y="31"/>
                </a:cubicBezTo>
                <a:cubicBezTo>
                  <a:pt x="23" y="31"/>
                  <a:pt x="24" y="31"/>
                  <a:pt x="24" y="31"/>
                </a:cubicBezTo>
                <a:cubicBezTo>
                  <a:pt x="28" y="31"/>
                  <a:pt x="28" y="31"/>
                  <a:pt x="28" y="31"/>
                </a:cubicBezTo>
                <a:cubicBezTo>
                  <a:pt x="28" y="31"/>
                  <a:pt x="29" y="31"/>
                  <a:pt x="29" y="3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7" name="稻壳儿小白白(http://dwz.cn/Wu2UP)"/>
          <p:cNvSpPr>
            <a:spLocks noEditPoints="1"/>
          </p:cNvSpPr>
          <p:nvPr/>
        </p:nvSpPr>
        <p:spPr>
          <a:xfrm>
            <a:off x="968788" y="4675251"/>
            <a:ext cx="349758" cy="276035"/>
          </a:xfrm>
          <a:custGeom>
            <a:avLst/>
            <a:gdLst>
              <a:gd name="T0" fmla="*/ 2139454303 w 48"/>
              <a:gd name="T1" fmla="*/ 678586140 h 38"/>
              <a:gd name="T2" fmla="*/ 1502171478 w 48"/>
              <a:gd name="T3" fmla="*/ 1492889508 h 38"/>
              <a:gd name="T4" fmla="*/ 955924238 w 48"/>
              <a:gd name="T5" fmla="*/ 1628606736 h 38"/>
              <a:gd name="T6" fmla="*/ 637282825 w 48"/>
              <a:gd name="T7" fmla="*/ 1538128584 h 38"/>
              <a:gd name="T8" fmla="*/ 409683744 w 48"/>
              <a:gd name="T9" fmla="*/ 1447650432 h 38"/>
              <a:gd name="T10" fmla="*/ 136563497 w 48"/>
              <a:gd name="T11" fmla="*/ 1719084888 h 38"/>
              <a:gd name="T12" fmla="*/ 0 w 48"/>
              <a:gd name="T13" fmla="*/ 1628606736 h 38"/>
              <a:gd name="T14" fmla="*/ 0 w 48"/>
              <a:gd name="T15" fmla="*/ 1538128584 h 38"/>
              <a:gd name="T16" fmla="*/ 227599081 w 48"/>
              <a:gd name="T17" fmla="*/ 1266694128 h 38"/>
              <a:gd name="T18" fmla="*/ 182084663 w 48"/>
              <a:gd name="T19" fmla="*/ 1176215976 h 38"/>
              <a:gd name="T20" fmla="*/ 182084663 w 48"/>
              <a:gd name="T21" fmla="*/ 1040498748 h 38"/>
              <a:gd name="T22" fmla="*/ 864888653 w 48"/>
              <a:gd name="T23" fmla="*/ 271434456 h 38"/>
              <a:gd name="T24" fmla="*/ 1775291725 w 48"/>
              <a:gd name="T25" fmla="*/ 90478152 h 38"/>
              <a:gd name="T26" fmla="*/ 2002897553 w 48"/>
              <a:gd name="T27" fmla="*/ 0 h 38"/>
              <a:gd name="T28" fmla="*/ 2147483646 w 48"/>
              <a:gd name="T29" fmla="*/ 452390760 h 38"/>
              <a:gd name="T30" fmla="*/ 2139454303 w 48"/>
              <a:gd name="T31" fmla="*/ 678586140 h 38"/>
              <a:gd name="T32" fmla="*/ 1502171478 w 48"/>
              <a:gd name="T33" fmla="*/ 633347064 h 38"/>
              <a:gd name="T34" fmla="*/ 500726075 w 48"/>
              <a:gd name="T35" fmla="*/ 1085737824 h 38"/>
              <a:gd name="T36" fmla="*/ 455204909 w 48"/>
              <a:gd name="T37" fmla="*/ 1176215976 h 38"/>
              <a:gd name="T38" fmla="*/ 546247241 w 48"/>
              <a:gd name="T39" fmla="*/ 1221455052 h 38"/>
              <a:gd name="T40" fmla="*/ 591761659 w 48"/>
              <a:gd name="T41" fmla="*/ 1221455052 h 38"/>
              <a:gd name="T42" fmla="*/ 773846322 w 48"/>
              <a:gd name="T43" fmla="*/ 1040498748 h 38"/>
              <a:gd name="T44" fmla="*/ 1502171478 w 48"/>
              <a:gd name="T45" fmla="*/ 769064292 h 38"/>
              <a:gd name="T46" fmla="*/ 1547692644 w 48"/>
              <a:gd name="T47" fmla="*/ 678586140 h 38"/>
              <a:gd name="T48" fmla="*/ 1502171478 w 48"/>
              <a:gd name="T49" fmla="*/ 633347064 h 38"/>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48" h="38">
                <a:moveTo>
                  <a:pt x="47" y="15"/>
                </a:moveTo>
                <a:cubicBezTo>
                  <a:pt x="46" y="24"/>
                  <a:pt x="40" y="29"/>
                  <a:pt x="33" y="33"/>
                </a:cubicBezTo>
                <a:cubicBezTo>
                  <a:pt x="29" y="34"/>
                  <a:pt x="25" y="36"/>
                  <a:pt x="21" y="36"/>
                </a:cubicBezTo>
                <a:cubicBezTo>
                  <a:pt x="19" y="36"/>
                  <a:pt x="16" y="35"/>
                  <a:pt x="14" y="34"/>
                </a:cubicBezTo>
                <a:cubicBezTo>
                  <a:pt x="12" y="34"/>
                  <a:pt x="10" y="32"/>
                  <a:pt x="9" y="32"/>
                </a:cubicBezTo>
                <a:cubicBezTo>
                  <a:pt x="7" y="32"/>
                  <a:pt x="6" y="38"/>
                  <a:pt x="3" y="38"/>
                </a:cubicBezTo>
                <a:cubicBezTo>
                  <a:pt x="2" y="38"/>
                  <a:pt x="1" y="37"/>
                  <a:pt x="0" y="36"/>
                </a:cubicBezTo>
                <a:cubicBezTo>
                  <a:pt x="0" y="35"/>
                  <a:pt x="0" y="35"/>
                  <a:pt x="0" y="34"/>
                </a:cubicBezTo>
                <a:cubicBezTo>
                  <a:pt x="0" y="32"/>
                  <a:pt x="5" y="29"/>
                  <a:pt x="5" y="28"/>
                </a:cubicBezTo>
                <a:cubicBezTo>
                  <a:pt x="5" y="28"/>
                  <a:pt x="5" y="26"/>
                  <a:pt x="4" y="26"/>
                </a:cubicBezTo>
                <a:cubicBezTo>
                  <a:pt x="4" y="25"/>
                  <a:pt x="4" y="24"/>
                  <a:pt x="4" y="23"/>
                </a:cubicBezTo>
                <a:cubicBezTo>
                  <a:pt x="4" y="14"/>
                  <a:pt x="11" y="8"/>
                  <a:pt x="19" y="6"/>
                </a:cubicBezTo>
                <a:cubicBezTo>
                  <a:pt x="24" y="4"/>
                  <a:pt x="36" y="6"/>
                  <a:pt x="39" y="2"/>
                </a:cubicBezTo>
                <a:cubicBezTo>
                  <a:pt x="41" y="1"/>
                  <a:pt x="42" y="0"/>
                  <a:pt x="44" y="0"/>
                </a:cubicBezTo>
                <a:cubicBezTo>
                  <a:pt x="47" y="0"/>
                  <a:pt x="48" y="8"/>
                  <a:pt x="48" y="10"/>
                </a:cubicBezTo>
                <a:cubicBezTo>
                  <a:pt x="48" y="12"/>
                  <a:pt x="48" y="13"/>
                  <a:pt x="47" y="15"/>
                </a:cubicBezTo>
                <a:close/>
                <a:moveTo>
                  <a:pt x="33" y="14"/>
                </a:moveTo>
                <a:cubicBezTo>
                  <a:pt x="23" y="14"/>
                  <a:pt x="17" y="18"/>
                  <a:pt x="11" y="24"/>
                </a:cubicBezTo>
                <a:cubicBezTo>
                  <a:pt x="10" y="25"/>
                  <a:pt x="10" y="25"/>
                  <a:pt x="10" y="26"/>
                </a:cubicBezTo>
                <a:cubicBezTo>
                  <a:pt x="10" y="27"/>
                  <a:pt x="11" y="27"/>
                  <a:pt x="12" y="27"/>
                </a:cubicBezTo>
                <a:cubicBezTo>
                  <a:pt x="12" y="27"/>
                  <a:pt x="13" y="27"/>
                  <a:pt x="13" y="27"/>
                </a:cubicBezTo>
                <a:cubicBezTo>
                  <a:pt x="14" y="26"/>
                  <a:pt x="16" y="24"/>
                  <a:pt x="17" y="23"/>
                </a:cubicBezTo>
                <a:cubicBezTo>
                  <a:pt x="22" y="19"/>
                  <a:pt x="26" y="17"/>
                  <a:pt x="33" y="17"/>
                </a:cubicBezTo>
                <a:cubicBezTo>
                  <a:pt x="33" y="17"/>
                  <a:pt x="34" y="16"/>
                  <a:pt x="34" y="15"/>
                </a:cubicBezTo>
                <a:cubicBezTo>
                  <a:pt x="34" y="14"/>
                  <a:pt x="33" y="14"/>
                  <a:pt x="33" y="1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8" name="稻壳儿小白白(http://dwz.cn/Wu2UP)"/>
          <p:cNvSpPr/>
          <p:nvPr/>
        </p:nvSpPr>
        <p:spPr>
          <a:xfrm>
            <a:off x="979075" y="5187887"/>
            <a:ext cx="334327" cy="334327"/>
          </a:xfrm>
          <a:custGeom>
            <a:avLst/>
            <a:gdLst>
              <a:gd name="T0" fmla="*/ 2037940861 w 46"/>
              <a:gd name="T1" fmla="*/ 1947367057 h 46"/>
              <a:gd name="T2" fmla="*/ 1947367057 w 46"/>
              <a:gd name="T3" fmla="*/ 2083231127 h 46"/>
              <a:gd name="T4" fmla="*/ 1811502987 w 46"/>
              <a:gd name="T5" fmla="*/ 2083231127 h 46"/>
              <a:gd name="T6" fmla="*/ 1720929184 w 46"/>
              <a:gd name="T7" fmla="*/ 2083231127 h 46"/>
              <a:gd name="T8" fmla="*/ 1268053437 w 46"/>
              <a:gd name="T9" fmla="*/ 1630355380 h 46"/>
              <a:gd name="T10" fmla="*/ 1222763170 w 46"/>
              <a:gd name="T11" fmla="*/ 1494491310 h 46"/>
              <a:gd name="T12" fmla="*/ 1268053437 w 46"/>
              <a:gd name="T13" fmla="*/ 1403917507 h 46"/>
              <a:gd name="T14" fmla="*/ 951041760 w 46"/>
              <a:gd name="T15" fmla="*/ 1086905830 h 46"/>
              <a:gd name="T16" fmla="*/ 815177690 w 46"/>
              <a:gd name="T17" fmla="*/ 1222763170 h 46"/>
              <a:gd name="T18" fmla="*/ 769887424 w 46"/>
              <a:gd name="T19" fmla="*/ 1268053437 h 46"/>
              <a:gd name="T20" fmla="*/ 724603887 w 46"/>
              <a:gd name="T21" fmla="*/ 1222763170 h 46"/>
              <a:gd name="T22" fmla="*/ 815177690 w 46"/>
              <a:gd name="T23" fmla="*/ 1358627240 h 46"/>
              <a:gd name="T24" fmla="*/ 769887424 w 46"/>
              <a:gd name="T25" fmla="*/ 1449201044 h 46"/>
              <a:gd name="T26" fmla="*/ 634030083 w 46"/>
              <a:gd name="T27" fmla="*/ 1539781577 h 46"/>
              <a:gd name="T28" fmla="*/ 543449550 w 46"/>
              <a:gd name="T29" fmla="*/ 1494491310 h 46"/>
              <a:gd name="T30" fmla="*/ 45290267 w 46"/>
              <a:gd name="T31" fmla="*/ 996325297 h 46"/>
              <a:gd name="T32" fmla="*/ 0 w 46"/>
              <a:gd name="T33" fmla="*/ 905751494 h 46"/>
              <a:gd name="T34" fmla="*/ 90573803 w 46"/>
              <a:gd name="T35" fmla="*/ 769887424 h 46"/>
              <a:gd name="T36" fmla="*/ 181147607 w 46"/>
              <a:gd name="T37" fmla="*/ 724603887 h 46"/>
              <a:gd name="T38" fmla="*/ 317011677 w 46"/>
              <a:gd name="T39" fmla="*/ 815177690 h 46"/>
              <a:gd name="T40" fmla="*/ 271728140 w 46"/>
              <a:gd name="T41" fmla="*/ 769887424 h 46"/>
              <a:gd name="T42" fmla="*/ 317011677 w 46"/>
              <a:gd name="T43" fmla="*/ 724603887 h 46"/>
              <a:gd name="T44" fmla="*/ 724603887 w 46"/>
              <a:gd name="T45" fmla="*/ 317011677 h 46"/>
              <a:gd name="T46" fmla="*/ 769887424 w 46"/>
              <a:gd name="T47" fmla="*/ 271728140 h 46"/>
              <a:gd name="T48" fmla="*/ 815177690 w 46"/>
              <a:gd name="T49" fmla="*/ 317011677 h 46"/>
              <a:gd name="T50" fmla="*/ 724603887 w 46"/>
              <a:gd name="T51" fmla="*/ 181147607 h 46"/>
              <a:gd name="T52" fmla="*/ 769887424 w 46"/>
              <a:gd name="T53" fmla="*/ 90573803 h 46"/>
              <a:gd name="T54" fmla="*/ 905751494 w 46"/>
              <a:gd name="T55" fmla="*/ 0 h 46"/>
              <a:gd name="T56" fmla="*/ 996325297 w 46"/>
              <a:gd name="T57" fmla="*/ 45290267 h 46"/>
              <a:gd name="T58" fmla="*/ 1494491310 w 46"/>
              <a:gd name="T59" fmla="*/ 543449550 h 46"/>
              <a:gd name="T60" fmla="*/ 1539781577 w 46"/>
              <a:gd name="T61" fmla="*/ 634030083 h 46"/>
              <a:gd name="T62" fmla="*/ 1449201044 w 46"/>
              <a:gd name="T63" fmla="*/ 769887424 h 46"/>
              <a:gd name="T64" fmla="*/ 1358627240 w 46"/>
              <a:gd name="T65" fmla="*/ 815177690 h 46"/>
              <a:gd name="T66" fmla="*/ 1222763170 w 46"/>
              <a:gd name="T67" fmla="*/ 724603887 h 46"/>
              <a:gd name="T68" fmla="*/ 1268053437 w 46"/>
              <a:gd name="T69" fmla="*/ 769887424 h 46"/>
              <a:gd name="T70" fmla="*/ 1222763170 w 46"/>
              <a:gd name="T71" fmla="*/ 815177690 h 46"/>
              <a:gd name="T72" fmla="*/ 1086905830 w 46"/>
              <a:gd name="T73" fmla="*/ 951041760 h 46"/>
              <a:gd name="T74" fmla="*/ 1403917507 w 46"/>
              <a:gd name="T75" fmla="*/ 1268053437 h 46"/>
              <a:gd name="T76" fmla="*/ 1494491310 w 46"/>
              <a:gd name="T77" fmla="*/ 1222763170 h 46"/>
              <a:gd name="T78" fmla="*/ 1630355380 w 46"/>
              <a:gd name="T79" fmla="*/ 1268053437 h 46"/>
              <a:gd name="T80" fmla="*/ 2037940861 w 46"/>
              <a:gd name="T81" fmla="*/ 1720929184 h 46"/>
              <a:gd name="T82" fmla="*/ 2083231127 w 46"/>
              <a:gd name="T83" fmla="*/ 1811502987 h 46"/>
              <a:gd name="T84" fmla="*/ 2037940861 w 46"/>
              <a:gd name="T85" fmla="*/ 1947367057 h 4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46" h="46">
                <a:moveTo>
                  <a:pt x="45" y="43"/>
                </a:moveTo>
                <a:cubicBezTo>
                  <a:pt x="43" y="46"/>
                  <a:pt x="43" y="46"/>
                  <a:pt x="43" y="46"/>
                </a:cubicBezTo>
                <a:cubicBezTo>
                  <a:pt x="42" y="46"/>
                  <a:pt x="41" y="46"/>
                  <a:pt x="40" y="46"/>
                </a:cubicBezTo>
                <a:cubicBezTo>
                  <a:pt x="39" y="46"/>
                  <a:pt x="38" y="46"/>
                  <a:pt x="38" y="46"/>
                </a:cubicBezTo>
                <a:cubicBezTo>
                  <a:pt x="28" y="36"/>
                  <a:pt x="28" y="36"/>
                  <a:pt x="28" y="36"/>
                </a:cubicBezTo>
                <a:cubicBezTo>
                  <a:pt x="27" y="35"/>
                  <a:pt x="27" y="34"/>
                  <a:pt x="27" y="33"/>
                </a:cubicBezTo>
                <a:cubicBezTo>
                  <a:pt x="27" y="32"/>
                  <a:pt x="27" y="31"/>
                  <a:pt x="28" y="31"/>
                </a:cubicBezTo>
                <a:cubicBezTo>
                  <a:pt x="21" y="24"/>
                  <a:pt x="21" y="24"/>
                  <a:pt x="21" y="24"/>
                </a:cubicBezTo>
                <a:cubicBezTo>
                  <a:pt x="18" y="27"/>
                  <a:pt x="18" y="27"/>
                  <a:pt x="18" y="27"/>
                </a:cubicBezTo>
                <a:cubicBezTo>
                  <a:pt x="18" y="28"/>
                  <a:pt x="17" y="28"/>
                  <a:pt x="17" y="28"/>
                </a:cubicBezTo>
                <a:cubicBezTo>
                  <a:pt x="17" y="28"/>
                  <a:pt x="16" y="28"/>
                  <a:pt x="16" y="27"/>
                </a:cubicBezTo>
                <a:cubicBezTo>
                  <a:pt x="17" y="28"/>
                  <a:pt x="18" y="29"/>
                  <a:pt x="18" y="30"/>
                </a:cubicBezTo>
                <a:cubicBezTo>
                  <a:pt x="18" y="31"/>
                  <a:pt x="17" y="31"/>
                  <a:pt x="17" y="32"/>
                </a:cubicBezTo>
                <a:cubicBezTo>
                  <a:pt x="16" y="33"/>
                  <a:pt x="15" y="34"/>
                  <a:pt x="14" y="34"/>
                </a:cubicBezTo>
                <a:cubicBezTo>
                  <a:pt x="13" y="34"/>
                  <a:pt x="12" y="34"/>
                  <a:pt x="12" y="33"/>
                </a:cubicBezTo>
                <a:cubicBezTo>
                  <a:pt x="1" y="22"/>
                  <a:pt x="1" y="22"/>
                  <a:pt x="1" y="22"/>
                </a:cubicBezTo>
                <a:cubicBezTo>
                  <a:pt x="0" y="22"/>
                  <a:pt x="0" y="21"/>
                  <a:pt x="0" y="20"/>
                </a:cubicBezTo>
                <a:cubicBezTo>
                  <a:pt x="0" y="19"/>
                  <a:pt x="1" y="18"/>
                  <a:pt x="2" y="17"/>
                </a:cubicBezTo>
                <a:cubicBezTo>
                  <a:pt x="3" y="17"/>
                  <a:pt x="3" y="16"/>
                  <a:pt x="4" y="16"/>
                </a:cubicBezTo>
                <a:cubicBezTo>
                  <a:pt x="5" y="16"/>
                  <a:pt x="6" y="17"/>
                  <a:pt x="7" y="18"/>
                </a:cubicBezTo>
                <a:cubicBezTo>
                  <a:pt x="6" y="18"/>
                  <a:pt x="6" y="17"/>
                  <a:pt x="6" y="17"/>
                </a:cubicBezTo>
                <a:cubicBezTo>
                  <a:pt x="6" y="17"/>
                  <a:pt x="6" y="16"/>
                  <a:pt x="7" y="16"/>
                </a:cubicBezTo>
                <a:cubicBezTo>
                  <a:pt x="16" y="7"/>
                  <a:pt x="16" y="7"/>
                  <a:pt x="16" y="7"/>
                </a:cubicBezTo>
                <a:cubicBezTo>
                  <a:pt x="16" y="7"/>
                  <a:pt x="17" y="6"/>
                  <a:pt x="17" y="6"/>
                </a:cubicBezTo>
                <a:cubicBezTo>
                  <a:pt x="17" y="6"/>
                  <a:pt x="18" y="7"/>
                  <a:pt x="18" y="7"/>
                </a:cubicBezTo>
                <a:cubicBezTo>
                  <a:pt x="17" y="6"/>
                  <a:pt x="16" y="5"/>
                  <a:pt x="16" y="4"/>
                </a:cubicBezTo>
                <a:cubicBezTo>
                  <a:pt x="16" y="3"/>
                  <a:pt x="17" y="3"/>
                  <a:pt x="17" y="2"/>
                </a:cubicBezTo>
                <a:cubicBezTo>
                  <a:pt x="18" y="1"/>
                  <a:pt x="19" y="0"/>
                  <a:pt x="20" y="0"/>
                </a:cubicBezTo>
                <a:cubicBezTo>
                  <a:pt x="21" y="0"/>
                  <a:pt x="22" y="0"/>
                  <a:pt x="22" y="1"/>
                </a:cubicBezTo>
                <a:cubicBezTo>
                  <a:pt x="33" y="12"/>
                  <a:pt x="33" y="12"/>
                  <a:pt x="33" y="12"/>
                </a:cubicBezTo>
                <a:cubicBezTo>
                  <a:pt x="34" y="12"/>
                  <a:pt x="34" y="13"/>
                  <a:pt x="34" y="14"/>
                </a:cubicBezTo>
                <a:cubicBezTo>
                  <a:pt x="34" y="15"/>
                  <a:pt x="33" y="16"/>
                  <a:pt x="32" y="17"/>
                </a:cubicBezTo>
                <a:cubicBezTo>
                  <a:pt x="31" y="17"/>
                  <a:pt x="31" y="18"/>
                  <a:pt x="30" y="18"/>
                </a:cubicBezTo>
                <a:cubicBezTo>
                  <a:pt x="29" y="18"/>
                  <a:pt x="28" y="17"/>
                  <a:pt x="27" y="16"/>
                </a:cubicBezTo>
                <a:cubicBezTo>
                  <a:pt x="27" y="16"/>
                  <a:pt x="28" y="17"/>
                  <a:pt x="28" y="17"/>
                </a:cubicBezTo>
                <a:cubicBezTo>
                  <a:pt x="28" y="17"/>
                  <a:pt x="27" y="18"/>
                  <a:pt x="27" y="18"/>
                </a:cubicBezTo>
                <a:cubicBezTo>
                  <a:pt x="24" y="21"/>
                  <a:pt x="24" y="21"/>
                  <a:pt x="24" y="21"/>
                </a:cubicBezTo>
                <a:cubicBezTo>
                  <a:pt x="31" y="28"/>
                  <a:pt x="31" y="28"/>
                  <a:pt x="31" y="28"/>
                </a:cubicBezTo>
                <a:cubicBezTo>
                  <a:pt x="31" y="27"/>
                  <a:pt x="32" y="27"/>
                  <a:pt x="33" y="27"/>
                </a:cubicBezTo>
                <a:cubicBezTo>
                  <a:pt x="34" y="27"/>
                  <a:pt x="35" y="27"/>
                  <a:pt x="36" y="28"/>
                </a:cubicBezTo>
                <a:cubicBezTo>
                  <a:pt x="45" y="38"/>
                  <a:pt x="45" y="38"/>
                  <a:pt x="45" y="38"/>
                </a:cubicBezTo>
                <a:cubicBezTo>
                  <a:pt x="46" y="38"/>
                  <a:pt x="46" y="39"/>
                  <a:pt x="46" y="40"/>
                </a:cubicBezTo>
                <a:cubicBezTo>
                  <a:pt x="46" y="41"/>
                  <a:pt x="46" y="42"/>
                  <a:pt x="45" y="4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9" name="稻壳儿小白白(http://dwz.cn/Wu2UP)"/>
          <p:cNvSpPr>
            <a:spLocks noEditPoints="1"/>
          </p:cNvSpPr>
          <p:nvPr/>
        </p:nvSpPr>
        <p:spPr>
          <a:xfrm>
            <a:off x="994505" y="5739956"/>
            <a:ext cx="303467" cy="296608"/>
          </a:xfrm>
          <a:custGeom>
            <a:avLst/>
            <a:gdLst>
              <a:gd name="T0" fmla="*/ 1208482557 w 42"/>
              <a:gd name="T1" fmla="*/ 1794779589 h 41"/>
              <a:gd name="T2" fmla="*/ 805652808 w 42"/>
              <a:gd name="T3" fmla="*/ 1839645897 h 41"/>
              <a:gd name="T4" fmla="*/ 402829749 w 42"/>
              <a:gd name="T5" fmla="*/ 1794779589 h 41"/>
              <a:gd name="T6" fmla="*/ 223793562 w 42"/>
              <a:gd name="T7" fmla="*/ 1839645897 h 41"/>
              <a:gd name="T8" fmla="*/ 0 w 42"/>
              <a:gd name="T9" fmla="*/ 1615300960 h 41"/>
              <a:gd name="T10" fmla="*/ 44757374 w 42"/>
              <a:gd name="T11" fmla="*/ 1480688639 h 41"/>
              <a:gd name="T12" fmla="*/ 0 w 42"/>
              <a:gd name="T13" fmla="*/ 1166604388 h 41"/>
              <a:gd name="T14" fmla="*/ 402829749 w 42"/>
              <a:gd name="T15" fmla="*/ 224344937 h 41"/>
              <a:gd name="T16" fmla="*/ 671380685 w 42"/>
              <a:gd name="T17" fmla="*/ 89739314 h 41"/>
              <a:gd name="T18" fmla="*/ 1074210434 w 42"/>
              <a:gd name="T19" fmla="*/ 0 h 41"/>
              <a:gd name="T20" fmla="*/ 1477033493 w 42"/>
              <a:gd name="T21" fmla="*/ 44866308 h 41"/>
              <a:gd name="T22" fmla="*/ 1611312306 w 42"/>
              <a:gd name="T23" fmla="*/ 44866308 h 41"/>
              <a:gd name="T24" fmla="*/ 1790348493 w 42"/>
              <a:gd name="T25" fmla="*/ 269217943 h 41"/>
              <a:gd name="T26" fmla="*/ 1790348493 w 42"/>
              <a:gd name="T27" fmla="*/ 448696572 h 41"/>
              <a:gd name="T28" fmla="*/ 1835105867 w 42"/>
              <a:gd name="T29" fmla="*/ 538435886 h 41"/>
              <a:gd name="T30" fmla="*/ 1879863242 w 42"/>
              <a:gd name="T31" fmla="*/ 852520137 h 41"/>
              <a:gd name="T32" fmla="*/ 1208482557 w 42"/>
              <a:gd name="T33" fmla="*/ 1794779589 h 41"/>
              <a:gd name="T34" fmla="*/ 1656069680 w 42"/>
              <a:gd name="T35" fmla="*/ 583302194 h 41"/>
              <a:gd name="T36" fmla="*/ 1656069680 w 42"/>
              <a:gd name="T37" fmla="*/ 448696572 h 41"/>
              <a:gd name="T38" fmla="*/ 1656069680 w 42"/>
              <a:gd name="T39" fmla="*/ 269217943 h 41"/>
              <a:gd name="T40" fmla="*/ 1656069680 w 42"/>
              <a:gd name="T41" fmla="*/ 224344937 h 41"/>
              <a:gd name="T42" fmla="*/ 1611312306 w 42"/>
              <a:gd name="T43" fmla="*/ 224344937 h 41"/>
              <a:gd name="T44" fmla="*/ 1477033493 w 42"/>
              <a:gd name="T45" fmla="*/ 224344937 h 41"/>
              <a:gd name="T46" fmla="*/ 1074210434 w 42"/>
              <a:gd name="T47" fmla="*/ 179478629 h 41"/>
              <a:gd name="T48" fmla="*/ 760895433 w 42"/>
              <a:gd name="T49" fmla="*/ 224344937 h 41"/>
              <a:gd name="T50" fmla="*/ 492344498 w 42"/>
              <a:gd name="T51" fmla="*/ 358957257 h 41"/>
              <a:gd name="T52" fmla="*/ 179036187 w 42"/>
              <a:gd name="T53" fmla="*/ 1166604388 h 41"/>
              <a:gd name="T54" fmla="*/ 179036187 w 42"/>
              <a:gd name="T55" fmla="*/ 1480688639 h 41"/>
              <a:gd name="T56" fmla="*/ 179036187 w 42"/>
              <a:gd name="T57" fmla="*/ 1615300960 h 41"/>
              <a:gd name="T58" fmla="*/ 223793562 w 42"/>
              <a:gd name="T59" fmla="*/ 1705040274 h 41"/>
              <a:gd name="T60" fmla="*/ 402829749 w 42"/>
              <a:gd name="T61" fmla="*/ 1660167268 h 41"/>
              <a:gd name="T62" fmla="*/ 805652808 w 42"/>
              <a:gd name="T63" fmla="*/ 1705040274 h 41"/>
              <a:gd name="T64" fmla="*/ 1163725182 w 42"/>
              <a:gd name="T65" fmla="*/ 1660167268 h 41"/>
              <a:gd name="T66" fmla="*/ 1700827054 w 42"/>
              <a:gd name="T67" fmla="*/ 852520137 h 41"/>
              <a:gd name="T68" fmla="*/ 1656069680 w 42"/>
              <a:gd name="T69" fmla="*/ 583302194 h 4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42" h="41">
                <a:moveTo>
                  <a:pt x="27" y="40"/>
                </a:moveTo>
                <a:cubicBezTo>
                  <a:pt x="24" y="41"/>
                  <a:pt x="21" y="41"/>
                  <a:pt x="18" y="41"/>
                </a:cubicBezTo>
                <a:cubicBezTo>
                  <a:pt x="15" y="41"/>
                  <a:pt x="12" y="40"/>
                  <a:pt x="9" y="40"/>
                </a:cubicBezTo>
                <a:cubicBezTo>
                  <a:pt x="8" y="40"/>
                  <a:pt x="6" y="41"/>
                  <a:pt x="5" y="41"/>
                </a:cubicBezTo>
                <a:cubicBezTo>
                  <a:pt x="2" y="41"/>
                  <a:pt x="0" y="39"/>
                  <a:pt x="0" y="36"/>
                </a:cubicBezTo>
                <a:cubicBezTo>
                  <a:pt x="0" y="35"/>
                  <a:pt x="1" y="34"/>
                  <a:pt x="1" y="33"/>
                </a:cubicBezTo>
                <a:cubicBezTo>
                  <a:pt x="1" y="31"/>
                  <a:pt x="0" y="28"/>
                  <a:pt x="0" y="26"/>
                </a:cubicBezTo>
                <a:cubicBezTo>
                  <a:pt x="0" y="19"/>
                  <a:pt x="3" y="10"/>
                  <a:pt x="9" y="5"/>
                </a:cubicBezTo>
                <a:cubicBezTo>
                  <a:pt x="11" y="4"/>
                  <a:pt x="13" y="3"/>
                  <a:pt x="15" y="2"/>
                </a:cubicBezTo>
                <a:cubicBezTo>
                  <a:pt x="18" y="1"/>
                  <a:pt x="21" y="0"/>
                  <a:pt x="24" y="0"/>
                </a:cubicBezTo>
                <a:cubicBezTo>
                  <a:pt x="27" y="0"/>
                  <a:pt x="30" y="1"/>
                  <a:pt x="33" y="1"/>
                </a:cubicBezTo>
                <a:cubicBezTo>
                  <a:pt x="34" y="1"/>
                  <a:pt x="35" y="1"/>
                  <a:pt x="36" y="1"/>
                </a:cubicBezTo>
                <a:cubicBezTo>
                  <a:pt x="39" y="1"/>
                  <a:pt x="40" y="3"/>
                  <a:pt x="40" y="6"/>
                </a:cubicBezTo>
                <a:cubicBezTo>
                  <a:pt x="40" y="7"/>
                  <a:pt x="40" y="8"/>
                  <a:pt x="40" y="10"/>
                </a:cubicBezTo>
                <a:cubicBezTo>
                  <a:pt x="40" y="11"/>
                  <a:pt x="40" y="11"/>
                  <a:pt x="41" y="12"/>
                </a:cubicBezTo>
                <a:cubicBezTo>
                  <a:pt x="41" y="13"/>
                  <a:pt x="42" y="17"/>
                  <a:pt x="42" y="19"/>
                </a:cubicBezTo>
                <a:cubicBezTo>
                  <a:pt x="42" y="28"/>
                  <a:pt x="35" y="37"/>
                  <a:pt x="27" y="40"/>
                </a:cubicBezTo>
                <a:close/>
                <a:moveTo>
                  <a:pt x="37" y="13"/>
                </a:moveTo>
                <a:cubicBezTo>
                  <a:pt x="37" y="12"/>
                  <a:pt x="37" y="11"/>
                  <a:pt x="37" y="10"/>
                </a:cubicBezTo>
                <a:cubicBezTo>
                  <a:pt x="37" y="8"/>
                  <a:pt x="37" y="7"/>
                  <a:pt x="37" y="6"/>
                </a:cubicBezTo>
                <a:cubicBezTo>
                  <a:pt x="37" y="6"/>
                  <a:pt x="37" y="5"/>
                  <a:pt x="37" y="5"/>
                </a:cubicBezTo>
                <a:cubicBezTo>
                  <a:pt x="36" y="5"/>
                  <a:pt x="36" y="5"/>
                  <a:pt x="36" y="5"/>
                </a:cubicBezTo>
                <a:cubicBezTo>
                  <a:pt x="35" y="5"/>
                  <a:pt x="34" y="5"/>
                  <a:pt x="33" y="5"/>
                </a:cubicBezTo>
                <a:cubicBezTo>
                  <a:pt x="30" y="5"/>
                  <a:pt x="27" y="4"/>
                  <a:pt x="24" y="4"/>
                </a:cubicBezTo>
                <a:cubicBezTo>
                  <a:pt x="21" y="4"/>
                  <a:pt x="19" y="4"/>
                  <a:pt x="17" y="5"/>
                </a:cubicBezTo>
                <a:cubicBezTo>
                  <a:pt x="15" y="6"/>
                  <a:pt x="13" y="7"/>
                  <a:pt x="11" y="8"/>
                </a:cubicBezTo>
                <a:cubicBezTo>
                  <a:pt x="6" y="12"/>
                  <a:pt x="4" y="20"/>
                  <a:pt x="4" y="26"/>
                </a:cubicBezTo>
                <a:cubicBezTo>
                  <a:pt x="4" y="28"/>
                  <a:pt x="4" y="30"/>
                  <a:pt x="4" y="33"/>
                </a:cubicBezTo>
                <a:cubicBezTo>
                  <a:pt x="4" y="34"/>
                  <a:pt x="4" y="35"/>
                  <a:pt x="4" y="36"/>
                </a:cubicBezTo>
                <a:cubicBezTo>
                  <a:pt x="4" y="37"/>
                  <a:pt x="4" y="38"/>
                  <a:pt x="5" y="38"/>
                </a:cubicBezTo>
                <a:cubicBezTo>
                  <a:pt x="6" y="38"/>
                  <a:pt x="8" y="37"/>
                  <a:pt x="9" y="37"/>
                </a:cubicBezTo>
                <a:cubicBezTo>
                  <a:pt x="12" y="37"/>
                  <a:pt x="15" y="38"/>
                  <a:pt x="18" y="38"/>
                </a:cubicBezTo>
                <a:cubicBezTo>
                  <a:pt x="20" y="38"/>
                  <a:pt x="23" y="38"/>
                  <a:pt x="26" y="37"/>
                </a:cubicBezTo>
                <a:cubicBezTo>
                  <a:pt x="33" y="34"/>
                  <a:pt x="38" y="26"/>
                  <a:pt x="38" y="19"/>
                </a:cubicBezTo>
                <a:cubicBezTo>
                  <a:pt x="38" y="18"/>
                  <a:pt x="38" y="14"/>
                  <a:pt x="37" y="1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0" name="稻壳儿小白白(http://dwz.cn/Wu2UP)"/>
          <p:cNvSpPr>
            <a:spLocks noEditPoints="1"/>
          </p:cNvSpPr>
          <p:nvPr/>
        </p:nvSpPr>
        <p:spPr>
          <a:xfrm>
            <a:off x="1875758" y="1448562"/>
            <a:ext cx="349758" cy="349758"/>
          </a:xfrm>
          <a:custGeom>
            <a:avLst/>
            <a:gdLst>
              <a:gd name="T0" fmla="*/ 0 w 48"/>
              <a:gd name="T1" fmla="*/ 1411129147 h 48"/>
              <a:gd name="T2" fmla="*/ 273120247 w 48"/>
              <a:gd name="T3" fmla="*/ 955924238 h 48"/>
              <a:gd name="T4" fmla="*/ 91042331 w 48"/>
              <a:gd name="T5" fmla="*/ 955924238 h 48"/>
              <a:gd name="T6" fmla="*/ 227599081 w 48"/>
              <a:gd name="T7" fmla="*/ 773846322 h 48"/>
              <a:gd name="T8" fmla="*/ 182084663 w 48"/>
              <a:gd name="T9" fmla="*/ 1274572397 h 48"/>
              <a:gd name="T10" fmla="*/ 318641413 w 48"/>
              <a:gd name="T11" fmla="*/ 1183530066 h 48"/>
              <a:gd name="T12" fmla="*/ 455204909 w 48"/>
              <a:gd name="T13" fmla="*/ 1411129147 h 48"/>
              <a:gd name="T14" fmla="*/ 0 w 48"/>
              <a:gd name="T15" fmla="*/ 2093933138 h 48"/>
              <a:gd name="T16" fmla="*/ 182084663 w 48"/>
              <a:gd name="T17" fmla="*/ 2048411972 h 48"/>
              <a:gd name="T18" fmla="*/ 136563497 w 48"/>
              <a:gd name="T19" fmla="*/ 1911855222 h 48"/>
              <a:gd name="T20" fmla="*/ 273120247 w 48"/>
              <a:gd name="T21" fmla="*/ 1684249394 h 48"/>
              <a:gd name="T22" fmla="*/ 136563497 w 48"/>
              <a:gd name="T23" fmla="*/ 1684249394 h 48"/>
              <a:gd name="T24" fmla="*/ 0 w 48"/>
              <a:gd name="T25" fmla="*/ 1729770559 h 48"/>
              <a:gd name="T26" fmla="*/ 409683744 w 48"/>
              <a:gd name="T27" fmla="*/ 1547692644 h 48"/>
              <a:gd name="T28" fmla="*/ 318641413 w 48"/>
              <a:gd name="T29" fmla="*/ 1820812891 h 48"/>
              <a:gd name="T30" fmla="*/ 227599081 w 48"/>
              <a:gd name="T31" fmla="*/ 2147483646 h 48"/>
              <a:gd name="T32" fmla="*/ 45521166 w 48"/>
              <a:gd name="T33" fmla="*/ 637282825 h 48"/>
              <a:gd name="T34" fmla="*/ 182084663 w 48"/>
              <a:gd name="T35" fmla="*/ 500726075 h 48"/>
              <a:gd name="T36" fmla="*/ 182084663 w 48"/>
              <a:gd name="T37" fmla="*/ 182084663 h 48"/>
              <a:gd name="T38" fmla="*/ 91042331 w 48"/>
              <a:gd name="T39" fmla="*/ 273120247 h 48"/>
              <a:gd name="T40" fmla="*/ 182084663 w 48"/>
              <a:gd name="T41" fmla="*/ 0 h 48"/>
              <a:gd name="T42" fmla="*/ 318641413 w 48"/>
              <a:gd name="T43" fmla="*/ 500726075 h 48"/>
              <a:gd name="T44" fmla="*/ 455204909 w 48"/>
              <a:gd name="T45" fmla="*/ 637282825 h 48"/>
              <a:gd name="T46" fmla="*/ 2139454303 w 48"/>
              <a:gd name="T47" fmla="*/ 637282825 h 48"/>
              <a:gd name="T48" fmla="*/ 591761659 w 48"/>
              <a:gd name="T49" fmla="*/ 591761659 h 48"/>
              <a:gd name="T50" fmla="*/ 637282825 w 48"/>
              <a:gd name="T51" fmla="*/ 318641413 h 48"/>
              <a:gd name="T52" fmla="*/ 2147483646 w 48"/>
              <a:gd name="T53" fmla="*/ 364162578 h 48"/>
              <a:gd name="T54" fmla="*/ 2147483646 w 48"/>
              <a:gd name="T55" fmla="*/ 1183530066 h 48"/>
              <a:gd name="T56" fmla="*/ 637282825 w 48"/>
              <a:gd name="T57" fmla="*/ 1229051231 h 48"/>
              <a:gd name="T58" fmla="*/ 591761659 w 48"/>
              <a:gd name="T59" fmla="*/ 955924238 h 48"/>
              <a:gd name="T60" fmla="*/ 2139454303 w 48"/>
              <a:gd name="T61" fmla="*/ 910409819 h 48"/>
              <a:gd name="T62" fmla="*/ 2147483646 w 48"/>
              <a:gd name="T63" fmla="*/ 1183530066 h 48"/>
              <a:gd name="T64" fmla="*/ 2139454303 w 48"/>
              <a:gd name="T65" fmla="*/ 1866334056 h 48"/>
              <a:gd name="T66" fmla="*/ 591761659 w 48"/>
              <a:gd name="T67" fmla="*/ 1820812891 h 48"/>
              <a:gd name="T68" fmla="*/ 637282825 w 48"/>
              <a:gd name="T69" fmla="*/ 1547692644 h 48"/>
              <a:gd name="T70" fmla="*/ 2147483646 w 48"/>
              <a:gd name="T71" fmla="*/ 1593213809 h 4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8" h="48">
                <a:moveTo>
                  <a:pt x="10" y="31"/>
                </a:moveTo>
                <a:cubicBezTo>
                  <a:pt x="0" y="31"/>
                  <a:pt x="0" y="31"/>
                  <a:pt x="0" y="31"/>
                </a:cubicBezTo>
                <a:cubicBezTo>
                  <a:pt x="0" y="30"/>
                  <a:pt x="0" y="30"/>
                  <a:pt x="0" y="29"/>
                </a:cubicBezTo>
                <a:cubicBezTo>
                  <a:pt x="0" y="24"/>
                  <a:pt x="6" y="24"/>
                  <a:pt x="6" y="21"/>
                </a:cubicBezTo>
                <a:cubicBezTo>
                  <a:pt x="6" y="20"/>
                  <a:pt x="5" y="20"/>
                  <a:pt x="5" y="20"/>
                </a:cubicBezTo>
                <a:cubicBezTo>
                  <a:pt x="4" y="20"/>
                  <a:pt x="3" y="21"/>
                  <a:pt x="2" y="21"/>
                </a:cubicBezTo>
                <a:cubicBezTo>
                  <a:pt x="0" y="20"/>
                  <a:pt x="0" y="20"/>
                  <a:pt x="0" y="20"/>
                </a:cubicBezTo>
                <a:cubicBezTo>
                  <a:pt x="1" y="18"/>
                  <a:pt x="3" y="17"/>
                  <a:pt x="5" y="17"/>
                </a:cubicBezTo>
                <a:cubicBezTo>
                  <a:pt x="7" y="17"/>
                  <a:pt x="9" y="18"/>
                  <a:pt x="9" y="21"/>
                </a:cubicBezTo>
                <a:cubicBezTo>
                  <a:pt x="9" y="25"/>
                  <a:pt x="4" y="26"/>
                  <a:pt x="4" y="28"/>
                </a:cubicBezTo>
                <a:cubicBezTo>
                  <a:pt x="7" y="28"/>
                  <a:pt x="7" y="28"/>
                  <a:pt x="7" y="28"/>
                </a:cubicBezTo>
                <a:cubicBezTo>
                  <a:pt x="7" y="26"/>
                  <a:pt x="7" y="26"/>
                  <a:pt x="7" y="26"/>
                </a:cubicBezTo>
                <a:cubicBezTo>
                  <a:pt x="10" y="26"/>
                  <a:pt x="10" y="26"/>
                  <a:pt x="10" y="26"/>
                </a:cubicBezTo>
                <a:lnTo>
                  <a:pt x="10" y="31"/>
                </a:lnTo>
                <a:close/>
                <a:moveTo>
                  <a:pt x="5" y="48"/>
                </a:moveTo>
                <a:cubicBezTo>
                  <a:pt x="3" y="48"/>
                  <a:pt x="1" y="47"/>
                  <a:pt x="0" y="46"/>
                </a:cubicBezTo>
                <a:cubicBezTo>
                  <a:pt x="2" y="44"/>
                  <a:pt x="2" y="44"/>
                  <a:pt x="2" y="44"/>
                </a:cubicBezTo>
                <a:cubicBezTo>
                  <a:pt x="2" y="44"/>
                  <a:pt x="3" y="45"/>
                  <a:pt x="4" y="45"/>
                </a:cubicBezTo>
                <a:cubicBezTo>
                  <a:pt x="5" y="45"/>
                  <a:pt x="6" y="44"/>
                  <a:pt x="6" y="43"/>
                </a:cubicBezTo>
                <a:cubicBezTo>
                  <a:pt x="6" y="42"/>
                  <a:pt x="5" y="42"/>
                  <a:pt x="3" y="42"/>
                </a:cubicBezTo>
                <a:cubicBezTo>
                  <a:pt x="3" y="40"/>
                  <a:pt x="3" y="40"/>
                  <a:pt x="3" y="40"/>
                </a:cubicBezTo>
                <a:cubicBezTo>
                  <a:pt x="4" y="39"/>
                  <a:pt x="5" y="38"/>
                  <a:pt x="6" y="37"/>
                </a:cubicBezTo>
                <a:cubicBezTo>
                  <a:pt x="6" y="37"/>
                  <a:pt x="6" y="37"/>
                  <a:pt x="6" y="37"/>
                </a:cubicBezTo>
                <a:cubicBezTo>
                  <a:pt x="5" y="37"/>
                  <a:pt x="4" y="37"/>
                  <a:pt x="3" y="37"/>
                </a:cubicBezTo>
                <a:cubicBezTo>
                  <a:pt x="3" y="38"/>
                  <a:pt x="3" y="38"/>
                  <a:pt x="3" y="38"/>
                </a:cubicBezTo>
                <a:cubicBezTo>
                  <a:pt x="0" y="38"/>
                  <a:pt x="0" y="38"/>
                  <a:pt x="0" y="38"/>
                </a:cubicBezTo>
                <a:cubicBezTo>
                  <a:pt x="0" y="34"/>
                  <a:pt x="0" y="34"/>
                  <a:pt x="0" y="34"/>
                </a:cubicBezTo>
                <a:cubicBezTo>
                  <a:pt x="9" y="34"/>
                  <a:pt x="9" y="34"/>
                  <a:pt x="9" y="34"/>
                </a:cubicBezTo>
                <a:cubicBezTo>
                  <a:pt x="9" y="36"/>
                  <a:pt x="9" y="36"/>
                  <a:pt x="9" y="36"/>
                </a:cubicBezTo>
                <a:cubicBezTo>
                  <a:pt x="7" y="40"/>
                  <a:pt x="7" y="40"/>
                  <a:pt x="7" y="40"/>
                </a:cubicBezTo>
                <a:cubicBezTo>
                  <a:pt x="9" y="40"/>
                  <a:pt x="10" y="41"/>
                  <a:pt x="10" y="43"/>
                </a:cubicBezTo>
                <a:cubicBezTo>
                  <a:pt x="10" y="46"/>
                  <a:pt x="7" y="48"/>
                  <a:pt x="5" y="48"/>
                </a:cubicBezTo>
                <a:close/>
                <a:moveTo>
                  <a:pt x="10" y="14"/>
                </a:moveTo>
                <a:cubicBezTo>
                  <a:pt x="1" y="14"/>
                  <a:pt x="1" y="14"/>
                  <a:pt x="1" y="14"/>
                </a:cubicBezTo>
                <a:cubicBezTo>
                  <a:pt x="1" y="11"/>
                  <a:pt x="1" y="11"/>
                  <a:pt x="1" y="11"/>
                </a:cubicBezTo>
                <a:cubicBezTo>
                  <a:pt x="4" y="11"/>
                  <a:pt x="4" y="11"/>
                  <a:pt x="4" y="11"/>
                </a:cubicBezTo>
                <a:cubicBezTo>
                  <a:pt x="4" y="9"/>
                  <a:pt x="4" y="7"/>
                  <a:pt x="4" y="4"/>
                </a:cubicBezTo>
                <a:cubicBezTo>
                  <a:pt x="4" y="4"/>
                  <a:pt x="4" y="4"/>
                  <a:pt x="4" y="4"/>
                </a:cubicBezTo>
                <a:cubicBezTo>
                  <a:pt x="4" y="4"/>
                  <a:pt x="4" y="4"/>
                  <a:pt x="4" y="4"/>
                </a:cubicBezTo>
                <a:cubicBezTo>
                  <a:pt x="3" y="5"/>
                  <a:pt x="3" y="5"/>
                  <a:pt x="2" y="6"/>
                </a:cubicBezTo>
                <a:cubicBezTo>
                  <a:pt x="0" y="3"/>
                  <a:pt x="0" y="3"/>
                  <a:pt x="0" y="3"/>
                </a:cubicBezTo>
                <a:cubicBezTo>
                  <a:pt x="4" y="0"/>
                  <a:pt x="4" y="0"/>
                  <a:pt x="4" y="0"/>
                </a:cubicBezTo>
                <a:cubicBezTo>
                  <a:pt x="7" y="0"/>
                  <a:pt x="7" y="0"/>
                  <a:pt x="7" y="0"/>
                </a:cubicBezTo>
                <a:cubicBezTo>
                  <a:pt x="7" y="11"/>
                  <a:pt x="7" y="11"/>
                  <a:pt x="7" y="11"/>
                </a:cubicBezTo>
                <a:cubicBezTo>
                  <a:pt x="10" y="11"/>
                  <a:pt x="10" y="11"/>
                  <a:pt x="10" y="11"/>
                </a:cubicBezTo>
                <a:lnTo>
                  <a:pt x="10" y="14"/>
                </a:lnTo>
                <a:close/>
                <a:moveTo>
                  <a:pt x="48" y="13"/>
                </a:moveTo>
                <a:cubicBezTo>
                  <a:pt x="48" y="13"/>
                  <a:pt x="47" y="14"/>
                  <a:pt x="47" y="14"/>
                </a:cubicBezTo>
                <a:cubicBezTo>
                  <a:pt x="14" y="14"/>
                  <a:pt x="14" y="14"/>
                  <a:pt x="14" y="14"/>
                </a:cubicBezTo>
                <a:cubicBezTo>
                  <a:pt x="14" y="14"/>
                  <a:pt x="13" y="13"/>
                  <a:pt x="13" y="13"/>
                </a:cubicBezTo>
                <a:cubicBezTo>
                  <a:pt x="13" y="8"/>
                  <a:pt x="13" y="8"/>
                  <a:pt x="13" y="8"/>
                </a:cubicBezTo>
                <a:cubicBezTo>
                  <a:pt x="13" y="7"/>
                  <a:pt x="14" y="7"/>
                  <a:pt x="14" y="7"/>
                </a:cubicBezTo>
                <a:cubicBezTo>
                  <a:pt x="47" y="7"/>
                  <a:pt x="47" y="7"/>
                  <a:pt x="47" y="7"/>
                </a:cubicBezTo>
                <a:cubicBezTo>
                  <a:pt x="47" y="7"/>
                  <a:pt x="48" y="7"/>
                  <a:pt x="48" y="8"/>
                </a:cubicBezTo>
                <a:lnTo>
                  <a:pt x="48" y="13"/>
                </a:lnTo>
                <a:close/>
                <a:moveTo>
                  <a:pt x="48" y="26"/>
                </a:moveTo>
                <a:cubicBezTo>
                  <a:pt x="48" y="27"/>
                  <a:pt x="47" y="27"/>
                  <a:pt x="47" y="27"/>
                </a:cubicBezTo>
                <a:cubicBezTo>
                  <a:pt x="14" y="27"/>
                  <a:pt x="14" y="27"/>
                  <a:pt x="14" y="27"/>
                </a:cubicBezTo>
                <a:cubicBezTo>
                  <a:pt x="14" y="27"/>
                  <a:pt x="13" y="27"/>
                  <a:pt x="13" y="26"/>
                </a:cubicBezTo>
                <a:cubicBezTo>
                  <a:pt x="13" y="21"/>
                  <a:pt x="13" y="21"/>
                  <a:pt x="13" y="21"/>
                </a:cubicBezTo>
                <a:cubicBezTo>
                  <a:pt x="13" y="21"/>
                  <a:pt x="14" y="20"/>
                  <a:pt x="14" y="20"/>
                </a:cubicBezTo>
                <a:cubicBezTo>
                  <a:pt x="47" y="20"/>
                  <a:pt x="47" y="20"/>
                  <a:pt x="47" y="20"/>
                </a:cubicBezTo>
                <a:cubicBezTo>
                  <a:pt x="47" y="20"/>
                  <a:pt x="48" y="21"/>
                  <a:pt x="48" y="21"/>
                </a:cubicBezTo>
                <a:lnTo>
                  <a:pt x="48" y="26"/>
                </a:lnTo>
                <a:close/>
                <a:moveTo>
                  <a:pt x="48" y="40"/>
                </a:moveTo>
                <a:cubicBezTo>
                  <a:pt x="48" y="41"/>
                  <a:pt x="47" y="41"/>
                  <a:pt x="47" y="41"/>
                </a:cubicBezTo>
                <a:cubicBezTo>
                  <a:pt x="14" y="41"/>
                  <a:pt x="14" y="41"/>
                  <a:pt x="14" y="41"/>
                </a:cubicBezTo>
                <a:cubicBezTo>
                  <a:pt x="14" y="41"/>
                  <a:pt x="13" y="41"/>
                  <a:pt x="13" y="40"/>
                </a:cubicBezTo>
                <a:cubicBezTo>
                  <a:pt x="13" y="35"/>
                  <a:pt x="13" y="35"/>
                  <a:pt x="13" y="35"/>
                </a:cubicBezTo>
                <a:cubicBezTo>
                  <a:pt x="13" y="35"/>
                  <a:pt x="14" y="34"/>
                  <a:pt x="14" y="34"/>
                </a:cubicBezTo>
                <a:cubicBezTo>
                  <a:pt x="47" y="34"/>
                  <a:pt x="47" y="34"/>
                  <a:pt x="47" y="34"/>
                </a:cubicBezTo>
                <a:cubicBezTo>
                  <a:pt x="47" y="34"/>
                  <a:pt x="48" y="35"/>
                  <a:pt x="48" y="35"/>
                </a:cubicBezTo>
                <a:lnTo>
                  <a:pt x="48" y="4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1" name="稻壳儿小白白(http://dwz.cn/Wu2UP)"/>
          <p:cNvSpPr>
            <a:spLocks noEditPoints="1"/>
          </p:cNvSpPr>
          <p:nvPr/>
        </p:nvSpPr>
        <p:spPr>
          <a:xfrm>
            <a:off x="1875758" y="2021205"/>
            <a:ext cx="349758" cy="269177"/>
          </a:xfrm>
          <a:custGeom>
            <a:avLst/>
            <a:gdLst>
              <a:gd name="T0" fmla="*/ 227599081 w 48"/>
              <a:gd name="T1" fmla="*/ 453761356 h 37"/>
              <a:gd name="T2" fmla="*/ 0 w 48"/>
              <a:gd name="T3" fmla="*/ 226880678 h 37"/>
              <a:gd name="T4" fmla="*/ 227599081 w 48"/>
              <a:gd name="T5" fmla="*/ 0 h 37"/>
              <a:gd name="T6" fmla="*/ 455204909 w 48"/>
              <a:gd name="T7" fmla="*/ 226880678 h 37"/>
              <a:gd name="T8" fmla="*/ 227599081 w 48"/>
              <a:gd name="T9" fmla="*/ 453761356 h 37"/>
              <a:gd name="T10" fmla="*/ 227599081 w 48"/>
              <a:gd name="T11" fmla="*/ 1089021864 h 37"/>
              <a:gd name="T12" fmla="*/ 0 w 48"/>
              <a:gd name="T13" fmla="*/ 816766398 h 37"/>
              <a:gd name="T14" fmla="*/ 227599081 w 48"/>
              <a:gd name="T15" fmla="*/ 589885721 h 37"/>
              <a:gd name="T16" fmla="*/ 455204909 w 48"/>
              <a:gd name="T17" fmla="*/ 816766398 h 37"/>
              <a:gd name="T18" fmla="*/ 227599081 w 48"/>
              <a:gd name="T19" fmla="*/ 1089021864 h 37"/>
              <a:gd name="T20" fmla="*/ 227599081 w 48"/>
              <a:gd name="T21" fmla="*/ 1678907585 h 37"/>
              <a:gd name="T22" fmla="*/ 0 w 48"/>
              <a:gd name="T23" fmla="*/ 1452026907 h 37"/>
              <a:gd name="T24" fmla="*/ 227599081 w 48"/>
              <a:gd name="T25" fmla="*/ 1225146229 h 37"/>
              <a:gd name="T26" fmla="*/ 455204909 w 48"/>
              <a:gd name="T27" fmla="*/ 1452026907 h 37"/>
              <a:gd name="T28" fmla="*/ 227599081 w 48"/>
              <a:gd name="T29" fmla="*/ 1678907585 h 37"/>
              <a:gd name="T30" fmla="*/ 2147483646 w 48"/>
              <a:gd name="T31" fmla="*/ 317630254 h 37"/>
              <a:gd name="T32" fmla="*/ 2139454303 w 48"/>
              <a:gd name="T33" fmla="*/ 363005043 h 37"/>
              <a:gd name="T34" fmla="*/ 637282825 w 48"/>
              <a:gd name="T35" fmla="*/ 363005043 h 37"/>
              <a:gd name="T36" fmla="*/ 591761659 w 48"/>
              <a:gd name="T37" fmla="*/ 317630254 h 37"/>
              <a:gd name="T38" fmla="*/ 591761659 w 48"/>
              <a:gd name="T39" fmla="*/ 90749577 h 37"/>
              <a:gd name="T40" fmla="*/ 637282825 w 48"/>
              <a:gd name="T41" fmla="*/ 45374788 h 37"/>
              <a:gd name="T42" fmla="*/ 2139454303 w 48"/>
              <a:gd name="T43" fmla="*/ 45374788 h 37"/>
              <a:gd name="T44" fmla="*/ 2147483646 w 48"/>
              <a:gd name="T45" fmla="*/ 90749577 h 37"/>
              <a:gd name="T46" fmla="*/ 2147483646 w 48"/>
              <a:gd name="T47" fmla="*/ 317630254 h 37"/>
              <a:gd name="T48" fmla="*/ 2147483646 w 48"/>
              <a:gd name="T49" fmla="*/ 952890763 h 37"/>
              <a:gd name="T50" fmla="*/ 2139454303 w 48"/>
              <a:gd name="T51" fmla="*/ 998272288 h 37"/>
              <a:gd name="T52" fmla="*/ 637282825 w 48"/>
              <a:gd name="T53" fmla="*/ 998272288 h 37"/>
              <a:gd name="T54" fmla="*/ 591761659 w 48"/>
              <a:gd name="T55" fmla="*/ 952890763 h 37"/>
              <a:gd name="T56" fmla="*/ 591761659 w 48"/>
              <a:gd name="T57" fmla="*/ 726016822 h 37"/>
              <a:gd name="T58" fmla="*/ 637282825 w 48"/>
              <a:gd name="T59" fmla="*/ 680635297 h 37"/>
              <a:gd name="T60" fmla="*/ 2139454303 w 48"/>
              <a:gd name="T61" fmla="*/ 680635297 h 37"/>
              <a:gd name="T62" fmla="*/ 2147483646 w 48"/>
              <a:gd name="T63" fmla="*/ 726016822 h 37"/>
              <a:gd name="T64" fmla="*/ 2147483646 w 48"/>
              <a:gd name="T65" fmla="*/ 952890763 h 37"/>
              <a:gd name="T66" fmla="*/ 2147483646 w 48"/>
              <a:gd name="T67" fmla="*/ 1588158008 h 37"/>
              <a:gd name="T68" fmla="*/ 2139454303 w 48"/>
              <a:gd name="T69" fmla="*/ 1633532797 h 37"/>
              <a:gd name="T70" fmla="*/ 637282825 w 48"/>
              <a:gd name="T71" fmla="*/ 1633532797 h 37"/>
              <a:gd name="T72" fmla="*/ 591761659 w 48"/>
              <a:gd name="T73" fmla="*/ 1588158008 h 37"/>
              <a:gd name="T74" fmla="*/ 591761659 w 48"/>
              <a:gd name="T75" fmla="*/ 1361277331 h 37"/>
              <a:gd name="T76" fmla="*/ 637282825 w 48"/>
              <a:gd name="T77" fmla="*/ 1315902542 h 37"/>
              <a:gd name="T78" fmla="*/ 2139454303 w 48"/>
              <a:gd name="T79" fmla="*/ 1315902542 h 37"/>
              <a:gd name="T80" fmla="*/ 2147483646 w 48"/>
              <a:gd name="T81" fmla="*/ 1361277331 h 37"/>
              <a:gd name="T82" fmla="*/ 2147483646 w 48"/>
              <a:gd name="T83" fmla="*/ 1588158008 h 37"/>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48" h="37">
                <a:moveTo>
                  <a:pt x="5" y="10"/>
                </a:moveTo>
                <a:cubicBezTo>
                  <a:pt x="2" y="10"/>
                  <a:pt x="0" y="8"/>
                  <a:pt x="0" y="5"/>
                </a:cubicBezTo>
                <a:cubicBezTo>
                  <a:pt x="0" y="2"/>
                  <a:pt x="2" y="0"/>
                  <a:pt x="5" y="0"/>
                </a:cubicBezTo>
                <a:cubicBezTo>
                  <a:pt x="7" y="0"/>
                  <a:pt x="10" y="2"/>
                  <a:pt x="10" y="5"/>
                </a:cubicBezTo>
                <a:cubicBezTo>
                  <a:pt x="10" y="8"/>
                  <a:pt x="7" y="10"/>
                  <a:pt x="5" y="10"/>
                </a:cubicBezTo>
                <a:close/>
                <a:moveTo>
                  <a:pt x="5" y="24"/>
                </a:moveTo>
                <a:cubicBezTo>
                  <a:pt x="2" y="24"/>
                  <a:pt x="0" y="21"/>
                  <a:pt x="0" y="18"/>
                </a:cubicBezTo>
                <a:cubicBezTo>
                  <a:pt x="0" y="16"/>
                  <a:pt x="2" y="13"/>
                  <a:pt x="5" y="13"/>
                </a:cubicBezTo>
                <a:cubicBezTo>
                  <a:pt x="7" y="13"/>
                  <a:pt x="10" y="16"/>
                  <a:pt x="10" y="18"/>
                </a:cubicBezTo>
                <a:cubicBezTo>
                  <a:pt x="10" y="21"/>
                  <a:pt x="7" y="24"/>
                  <a:pt x="5" y="24"/>
                </a:cubicBezTo>
                <a:close/>
                <a:moveTo>
                  <a:pt x="5" y="37"/>
                </a:moveTo>
                <a:cubicBezTo>
                  <a:pt x="2" y="37"/>
                  <a:pt x="0" y="35"/>
                  <a:pt x="0" y="32"/>
                </a:cubicBezTo>
                <a:cubicBezTo>
                  <a:pt x="0" y="29"/>
                  <a:pt x="2" y="27"/>
                  <a:pt x="5" y="27"/>
                </a:cubicBezTo>
                <a:cubicBezTo>
                  <a:pt x="7" y="27"/>
                  <a:pt x="10" y="29"/>
                  <a:pt x="10" y="32"/>
                </a:cubicBezTo>
                <a:cubicBezTo>
                  <a:pt x="10" y="35"/>
                  <a:pt x="7" y="37"/>
                  <a:pt x="5" y="37"/>
                </a:cubicBezTo>
                <a:close/>
                <a:moveTo>
                  <a:pt x="48" y="7"/>
                </a:moveTo>
                <a:cubicBezTo>
                  <a:pt x="48" y="8"/>
                  <a:pt x="47" y="8"/>
                  <a:pt x="47" y="8"/>
                </a:cubicBezTo>
                <a:cubicBezTo>
                  <a:pt x="14" y="8"/>
                  <a:pt x="14" y="8"/>
                  <a:pt x="14" y="8"/>
                </a:cubicBezTo>
                <a:cubicBezTo>
                  <a:pt x="14" y="8"/>
                  <a:pt x="13" y="8"/>
                  <a:pt x="13" y="7"/>
                </a:cubicBezTo>
                <a:cubicBezTo>
                  <a:pt x="13" y="2"/>
                  <a:pt x="13" y="2"/>
                  <a:pt x="13" y="2"/>
                </a:cubicBezTo>
                <a:cubicBezTo>
                  <a:pt x="13" y="2"/>
                  <a:pt x="14" y="1"/>
                  <a:pt x="14" y="1"/>
                </a:cubicBezTo>
                <a:cubicBezTo>
                  <a:pt x="47" y="1"/>
                  <a:pt x="47" y="1"/>
                  <a:pt x="47" y="1"/>
                </a:cubicBezTo>
                <a:cubicBezTo>
                  <a:pt x="47" y="1"/>
                  <a:pt x="48" y="2"/>
                  <a:pt x="48" y="2"/>
                </a:cubicBezTo>
                <a:lnTo>
                  <a:pt x="48" y="7"/>
                </a:lnTo>
                <a:close/>
                <a:moveTo>
                  <a:pt x="48" y="21"/>
                </a:moveTo>
                <a:cubicBezTo>
                  <a:pt x="48" y="21"/>
                  <a:pt x="47" y="22"/>
                  <a:pt x="47" y="22"/>
                </a:cubicBezTo>
                <a:cubicBezTo>
                  <a:pt x="14" y="22"/>
                  <a:pt x="14" y="22"/>
                  <a:pt x="14" y="22"/>
                </a:cubicBezTo>
                <a:cubicBezTo>
                  <a:pt x="14" y="22"/>
                  <a:pt x="13" y="21"/>
                  <a:pt x="13" y="21"/>
                </a:cubicBezTo>
                <a:cubicBezTo>
                  <a:pt x="13" y="16"/>
                  <a:pt x="13" y="16"/>
                  <a:pt x="13" y="16"/>
                </a:cubicBezTo>
                <a:cubicBezTo>
                  <a:pt x="13" y="15"/>
                  <a:pt x="14" y="15"/>
                  <a:pt x="14" y="15"/>
                </a:cubicBezTo>
                <a:cubicBezTo>
                  <a:pt x="47" y="15"/>
                  <a:pt x="47" y="15"/>
                  <a:pt x="47" y="15"/>
                </a:cubicBezTo>
                <a:cubicBezTo>
                  <a:pt x="47" y="15"/>
                  <a:pt x="48" y="15"/>
                  <a:pt x="48" y="16"/>
                </a:cubicBezTo>
                <a:lnTo>
                  <a:pt x="48" y="21"/>
                </a:lnTo>
                <a:close/>
                <a:moveTo>
                  <a:pt x="48" y="35"/>
                </a:moveTo>
                <a:cubicBezTo>
                  <a:pt x="48" y="35"/>
                  <a:pt x="47" y="36"/>
                  <a:pt x="47" y="36"/>
                </a:cubicBezTo>
                <a:cubicBezTo>
                  <a:pt x="14" y="36"/>
                  <a:pt x="14" y="36"/>
                  <a:pt x="14" y="36"/>
                </a:cubicBezTo>
                <a:cubicBezTo>
                  <a:pt x="14" y="36"/>
                  <a:pt x="13" y="35"/>
                  <a:pt x="13" y="35"/>
                </a:cubicBezTo>
                <a:cubicBezTo>
                  <a:pt x="13" y="30"/>
                  <a:pt x="13" y="30"/>
                  <a:pt x="13" y="30"/>
                </a:cubicBezTo>
                <a:cubicBezTo>
                  <a:pt x="13" y="29"/>
                  <a:pt x="14" y="29"/>
                  <a:pt x="14" y="29"/>
                </a:cubicBezTo>
                <a:cubicBezTo>
                  <a:pt x="47" y="29"/>
                  <a:pt x="47" y="29"/>
                  <a:pt x="47" y="29"/>
                </a:cubicBezTo>
                <a:cubicBezTo>
                  <a:pt x="47" y="29"/>
                  <a:pt x="48" y="29"/>
                  <a:pt x="48" y="30"/>
                </a:cubicBezTo>
                <a:lnTo>
                  <a:pt x="48"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2" name="稻壳儿小白白(http://dwz.cn/Wu2UP)"/>
          <p:cNvSpPr/>
          <p:nvPr/>
        </p:nvSpPr>
        <p:spPr>
          <a:xfrm>
            <a:off x="1913477" y="2564702"/>
            <a:ext cx="276035" cy="276034"/>
          </a:xfrm>
          <a:custGeom>
            <a:avLst/>
            <a:gdLst>
              <a:gd name="T0" fmla="*/ 904781520 w 38"/>
              <a:gd name="T1" fmla="*/ 1673832537 h 38"/>
              <a:gd name="T2" fmla="*/ 859542444 w 38"/>
              <a:gd name="T3" fmla="*/ 1719071436 h 38"/>
              <a:gd name="T4" fmla="*/ 814303368 w 38"/>
              <a:gd name="T5" fmla="*/ 1719071436 h 38"/>
              <a:gd name="T6" fmla="*/ 769064292 w 38"/>
              <a:gd name="T7" fmla="*/ 1628593638 h 38"/>
              <a:gd name="T8" fmla="*/ 769064292 w 38"/>
              <a:gd name="T9" fmla="*/ 904771254 h 38"/>
              <a:gd name="T10" fmla="*/ 45239076 w 38"/>
              <a:gd name="T11" fmla="*/ 904771254 h 38"/>
              <a:gd name="T12" fmla="*/ 0 w 38"/>
              <a:gd name="T13" fmla="*/ 859539081 h 38"/>
              <a:gd name="T14" fmla="*/ 45239076 w 38"/>
              <a:gd name="T15" fmla="*/ 769061283 h 38"/>
              <a:gd name="T16" fmla="*/ 1583367660 w 38"/>
              <a:gd name="T17" fmla="*/ 0 h 38"/>
              <a:gd name="T18" fmla="*/ 1628606736 w 38"/>
              <a:gd name="T19" fmla="*/ 0 h 38"/>
              <a:gd name="T20" fmla="*/ 1673845812 w 38"/>
              <a:gd name="T21" fmla="*/ 0 h 38"/>
              <a:gd name="T22" fmla="*/ 1673845812 w 38"/>
              <a:gd name="T23" fmla="*/ 90477798 h 38"/>
              <a:gd name="T24" fmla="*/ 904781520 w 38"/>
              <a:gd name="T25" fmla="*/ 1673832537 h 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38" h="38">
                <a:moveTo>
                  <a:pt x="20" y="37"/>
                </a:moveTo>
                <a:cubicBezTo>
                  <a:pt x="20" y="37"/>
                  <a:pt x="19" y="38"/>
                  <a:pt x="19" y="38"/>
                </a:cubicBezTo>
                <a:cubicBezTo>
                  <a:pt x="18" y="38"/>
                  <a:pt x="18" y="38"/>
                  <a:pt x="18" y="38"/>
                </a:cubicBezTo>
                <a:cubicBezTo>
                  <a:pt x="17" y="37"/>
                  <a:pt x="17" y="37"/>
                  <a:pt x="17" y="36"/>
                </a:cubicBezTo>
                <a:cubicBezTo>
                  <a:pt x="17" y="20"/>
                  <a:pt x="17" y="20"/>
                  <a:pt x="17" y="20"/>
                </a:cubicBezTo>
                <a:cubicBezTo>
                  <a:pt x="1" y="20"/>
                  <a:pt x="1" y="20"/>
                  <a:pt x="1" y="20"/>
                </a:cubicBezTo>
                <a:cubicBezTo>
                  <a:pt x="1" y="20"/>
                  <a:pt x="0" y="20"/>
                  <a:pt x="0" y="19"/>
                </a:cubicBezTo>
                <a:cubicBezTo>
                  <a:pt x="0" y="18"/>
                  <a:pt x="0" y="18"/>
                  <a:pt x="1" y="17"/>
                </a:cubicBezTo>
                <a:cubicBezTo>
                  <a:pt x="35" y="0"/>
                  <a:pt x="35" y="0"/>
                  <a:pt x="35" y="0"/>
                </a:cubicBezTo>
                <a:cubicBezTo>
                  <a:pt x="35" y="0"/>
                  <a:pt x="35" y="0"/>
                  <a:pt x="36" y="0"/>
                </a:cubicBezTo>
                <a:cubicBezTo>
                  <a:pt x="36" y="0"/>
                  <a:pt x="37" y="0"/>
                  <a:pt x="37" y="0"/>
                </a:cubicBezTo>
                <a:cubicBezTo>
                  <a:pt x="37" y="1"/>
                  <a:pt x="38" y="2"/>
                  <a:pt x="37" y="2"/>
                </a:cubicBezTo>
                <a:lnTo>
                  <a:pt x="20" y="3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3" name="稻壳儿小白白(http://dwz.cn/Wu2UP)"/>
          <p:cNvSpPr>
            <a:spLocks noEditPoints="1"/>
          </p:cNvSpPr>
          <p:nvPr/>
        </p:nvSpPr>
        <p:spPr>
          <a:xfrm>
            <a:off x="1934051" y="3072194"/>
            <a:ext cx="224600" cy="276034"/>
          </a:xfrm>
          <a:custGeom>
            <a:avLst/>
            <a:gdLst>
              <a:gd name="T0" fmla="*/ 1395116431 w 31"/>
              <a:gd name="T1" fmla="*/ 1583354739 h 38"/>
              <a:gd name="T2" fmla="*/ 1260108193 w 31"/>
              <a:gd name="T3" fmla="*/ 1719071436 h 38"/>
              <a:gd name="T4" fmla="*/ 135008238 w 31"/>
              <a:gd name="T5" fmla="*/ 1719071436 h 38"/>
              <a:gd name="T6" fmla="*/ 0 w 31"/>
              <a:gd name="T7" fmla="*/ 1583354739 h 38"/>
              <a:gd name="T8" fmla="*/ 0 w 31"/>
              <a:gd name="T9" fmla="*/ 904771254 h 38"/>
              <a:gd name="T10" fmla="*/ 135008238 w 31"/>
              <a:gd name="T11" fmla="*/ 769061283 h 38"/>
              <a:gd name="T12" fmla="*/ 180015456 w 31"/>
              <a:gd name="T13" fmla="*/ 769061283 h 38"/>
              <a:gd name="T14" fmla="*/ 180015456 w 31"/>
              <a:gd name="T15" fmla="*/ 542866788 h 38"/>
              <a:gd name="T16" fmla="*/ 720061825 w 31"/>
              <a:gd name="T17" fmla="*/ 0 h 38"/>
              <a:gd name="T18" fmla="*/ 1260108193 w 31"/>
              <a:gd name="T19" fmla="*/ 542866788 h 38"/>
              <a:gd name="T20" fmla="*/ 1260108193 w 31"/>
              <a:gd name="T21" fmla="*/ 769061283 h 38"/>
              <a:gd name="T22" fmla="*/ 1260108193 w 31"/>
              <a:gd name="T23" fmla="*/ 769061283 h 38"/>
              <a:gd name="T24" fmla="*/ 1395116431 w 31"/>
              <a:gd name="T25" fmla="*/ 904771254 h 38"/>
              <a:gd name="T26" fmla="*/ 1395116431 w 31"/>
              <a:gd name="T27" fmla="*/ 1583354739 h 38"/>
              <a:gd name="T28" fmla="*/ 990085009 w 31"/>
              <a:gd name="T29" fmla="*/ 769061283 h 38"/>
              <a:gd name="T30" fmla="*/ 990085009 w 31"/>
              <a:gd name="T31" fmla="*/ 542866788 h 38"/>
              <a:gd name="T32" fmla="*/ 720061825 w 31"/>
              <a:gd name="T33" fmla="*/ 226194495 h 38"/>
              <a:gd name="T34" fmla="*/ 405031422 w 31"/>
              <a:gd name="T35" fmla="*/ 542866788 h 38"/>
              <a:gd name="T36" fmla="*/ 405031422 w 31"/>
              <a:gd name="T37" fmla="*/ 769061283 h 38"/>
              <a:gd name="T38" fmla="*/ 990085009 w 31"/>
              <a:gd name="T39" fmla="*/ 769061283 h 3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31" h="38">
                <a:moveTo>
                  <a:pt x="31" y="35"/>
                </a:moveTo>
                <a:cubicBezTo>
                  <a:pt x="31" y="37"/>
                  <a:pt x="30" y="38"/>
                  <a:pt x="28" y="38"/>
                </a:cubicBezTo>
                <a:cubicBezTo>
                  <a:pt x="3" y="38"/>
                  <a:pt x="3" y="38"/>
                  <a:pt x="3" y="38"/>
                </a:cubicBezTo>
                <a:cubicBezTo>
                  <a:pt x="1" y="38"/>
                  <a:pt x="0" y="37"/>
                  <a:pt x="0" y="35"/>
                </a:cubicBezTo>
                <a:cubicBezTo>
                  <a:pt x="0" y="20"/>
                  <a:pt x="0" y="20"/>
                  <a:pt x="0" y="20"/>
                </a:cubicBezTo>
                <a:cubicBezTo>
                  <a:pt x="0" y="18"/>
                  <a:pt x="1" y="17"/>
                  <a:pt x="3" y="17"/>
                </a:cubicBezTo>
                <a:cubicBezTo>
                  <a:pt x="4" y="17"/>
                  <a:pt x="4" y="17"/>
                  <a:pt x="4" y="17"/>
                </a:cubicBezTo>
                <a:cubicBezTo>
                  <a:pt x="4" y="12"/>
                  <a:pt x="4" y="12"/>
                  <a:pt x="4" y="12"/>
                </a:cubicBezTo>
                <a:cubicBezTo>
                  <a:pt x="4" y="5"/>
                  <a:pt x="9" y="0"/>
                  <a:pt x="16" y="0"/>
                </a:cubicBezTo>
                <a:cubicBezTo>
                  <a:pt x="22" y="0"/>
                  <a:pt x="28" y="5"/>
                  <a:pt x="28" y="12"/>
                </a:cubicBezTo>
                <a:cubicBezTo>
                  <a:pt x="28" y="17"/>
                  <a:pt x="28" y="17"/>
                  <a:pt x="28" y="17"/>
                </a:cubicBezTo>
                <a:cubicBezTo>
                  <a:pt x="28" y="17"/>
                  <a:pt x="28" y="17"/>
                  <a:pt x="28" y="17"/>
                </a:cubicBezTo>
                <a:cubicBezTo>
                  <a:pt x="30" y="17"/>
                  <a:pt x="31" y="18"/>
                  <a:pt x="31" y="20"/>
                </a:cubicBezTo>
                <a:lnTo>
                  <a:pt x="31" y="35"/>
                </a:lnTo>
                <a:close/>
                <a:moveTo>
                  <a:pt x="22" y="17"/>
                </a:moveTo>
                <a:cubicBezTo>
                  <a:pt x="22" y="12"/>
                  <a:pt x="22" y="12"/>
                  <a:pt x="22" y="12"/>
                </a:cubicBezTo>
                <a:cubicBezTo>
                  <a:pt x="22" y="8"/>
                  <a:pt x="19" y="5"/>
                  <a:pt x="16" y="5"/>
                </a:cubicBezTo>
                <a:cubicBezTo>
                  <a:pt x="12" y="5"/>
                  <a:pt x="9" y="8"/>
                  <a:pt x="9" y="12"/>
                </a:cubicBezTo>
                <a:cubicBezTo>
                  <a:pt x="9" y="17"/>
                  <a:pt x="9" y="17"/>
                  <a:pt x="9" y="17"/>
                </a:cubicBezTo>
                <a:lnTo>
                  <a:pt x="22" y="1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4" name="稻壳儿小白白(http://dwz.cn/Wu2UP)"/>
          <p:cNvSpPr/>
          <p:nvPr/>
        </p:nvSpPr>
        <p:spPr>
          <a:xfrm>
            <a:off x="1971770" y="3579686"/>
            <a:ext cx="149162" cy="341185"/>
          </a:xfrm>
          <a:custGeom>
            <a:avLst/>
            <a:gdLst>
              <a:gd name="T0" fmla="*/ 908342894 w 21"/>
              <a:gd name="T1" fmla="*/ 1626442685 h 47"/>
              <a:gd name="T2" fmla="*/ 475799285 w 21"/>
              <a:gd name="T3" fmla="*/ 2078230453 h 47"/>
              <a:gd name="T4" fmla="*/ 475799285 w 21"/>
              <a:gd name="T5" fmla="*/ 2123412590 h 47"/>
              <a:gd name="T6" fmla="*/ 432543609 w 21"/>
              <a:gd name="T7" fmla="*/ 2078230453 h 47"/>
              <a:gd name="T8" fmla="*/ 0 w 21"/>
              <a:gd name="T9" fmla="*/ 1626442685 h 47"/>
              <a:gd name="T10" fmla="*/ 0 w 21"/>
              <a:gd name="T11" fmla="*/ 1581267269 h 47"/>
              <a:gd name="T12" fmla="*/ 43255676 w 21"/>
              <a:gd name="T13" fmla="*/ 1581267269 h 47"/>
              <a:gd name="T14" fmla="*/ 302783157 w 21"/>
              <a:gd name="T15" fmla="*/ 1581267269 h 47"/>
              <a:gd name="T16" fmla="*/ 302783157 w 21"/>
              <a:gd name="T17" fmla="*/ 45182138 h 47"/>
              <a:gd name="T18" fmla="*/ 346032256 w 21"/>
              <a:gd name="T19" fmla="*/ 0 h 47"/>
              <a:gd name="T20" fmla="*/ 562310637 w 21"/>
              <a:gd name="T21" fmla="*/ 0 h 47"/>
              <a:gd name="T22" fmla="*/ 605559737 w 21"/>
              <a:gd name="T23" fmla="*/ 45182138 h 47"/>
              <a:gd name="T24" fmla="*/ 605559737 w 21"/>
              <a:gd name="T25" fmla="*/ 1581267269 h 47"/>
              <a:gd name="T26" fmla="*/ 865087218 w 21"/>
              <a:gd name="T27" fmla="*/ 1581267269 h 47"/>
              <a:gd name="T28" fmla="*/ 908342894 w 21"/>
              <a:gd name="T29" fmla="*/ 1581267269 h 47"/>
              <a:gd name="T30" fmla="*/ 908342894 w 21"/>
              <a:gd name="T31" fmla="*/ 1626442685 h 47"/>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1" h="47">
                <a:moveTo>
                  <a:pt x="21" y="36"/>
                </a:moveTo>
                <a:cubicBezTo>
                  <a:pt x="11" y="46"/>
                  <a:pt x="11" y="46"/>
                  <a:pt x="11" y="46"/>
                </a:cubicBezTo>
                <a:cubicBezTo>
                  <a:pt x="11" y="46"/>
                  <a:pt x="11" y="47"/>
                  <a:pt x="11" y="47"/>
                </a:cubicBezTo>
                <a:cubicBezTo>
                  <a:pt x="10" y="47"/>
                  <a:pt x="10" y="46"/>
                  <a:pt x="10" y="46"/>
                </a:cubicBezTo>
                <a:cubicBezTo>
                  <a:pt x="0" y="36"/>
                  <a:pt x="0" y="36"/>
                  <a:pt x="0" y="36"/>
                </a:cubicBezTo>
                <a:cubicBezTo>
                  <a:pt x="0" y="36"/>
                  <a:pt x="0" y="35"/>
                  <a:pt x="0" y="35"/>
                </a:cubicBezTo>
                <a:cubicBezTo>
                  <a:pt x="0" y="35"/>
                  <a:pt x="1" y="35"/>
                  <a:pt x="1" y="35"/>
                </a:cubicBezTo>
                <a:cubicBezTo>
                  <a:pt x="7" y="35"/>
                  <a:pt x="7" y="35"/>
                  <a:pt x="7" y="35"/>
                </a:cubicBezTo>
                <a:cubicBezTo>
                  <a:pt x="7" y="1"/>
                  <a:pt x="7" y="1"/>
                  <a:pt x="7" y="1"/>
                </a:cubicBezTo>
                <a:cubicBezTo>
                  <a:pt x="7" y="1"/>
                  <a:pt x="7" y="0"/>
                  <a:pt x="8" y="0"/>
                </a:cubicBezTo>
                <a:cubicBezTo>
                  <a:pt x="13" y="0"/>
                  <a:pt x="13" y="0"/>
                  <a:pt x="13" y="0"/>
                </a:cubicBezTo>
                <a:cubicBezTo>
                  <a:pt x="14" y="0"/>
                  <a:pt x="14" y="1"/>
                  <a:pt x="14" y="1"/>
                </a:cubicBezTo>
                <a:cubicBezTo>
                  <a:pt x="14" y="35"/>
                  <a:pt x="14" y="35"/>
                  <a:pt x="14" y="35"/>
                </a:cubicBezTo>
                <a:cubicBezTo>
                  <a:pt x="20" y="35"/>
                  <a:pt x="20" y="35"/>
                  <a:pt x="20" y="35"/>
                </a:cubicBezTo>
                <a:cubicBezTo>
                  <a:pt x="20" y="35"/>
                  <a:pt x="21" y="35"/>
                  <a:pt x="21" y="35"/>
                </a:cubicBezTo>
                <a:cubicBezTo>
                  <a:pt x="21" y="35"/>
                  <a:pt x="21" y="36"/>
                  <a:pt x="21" y="3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5" name="稻壳儿小白白(http://dwz.cn/Wu2UP)"/>
          <p:cNvSpPr/>
          <p:nvPr/>
        </p:nvSpPr>
        <p:spPr>
          <a:xfrm>
            <a:off x="1882616" y="4215765"/>
            <a:ext cx="342900" cy="147447"/>
          </a:xfrm>
          <a:custGeom>
            <a:avLst/>
            <a:gdLst>
              <a:gd name="T0" fmla="*/ 2144813830 w 47"/>
              <a:gd name="T1" fmla="*/ 559172269 h 20"/>
              <a:gd name="T2" fmla="*/ 2099181649 w 47"/>
              <a:gd name="T3" fmla="*/ 605768251 h 20"/>
              <a:gd name="T4" fmla="*/ 547613191 w 47"/>
              <a:gd name="T5" fmla="*/ 605768251 h 20"/>
              <a:gd name="T6" fmla="*/ 547613191 w 47"/>
              <a:gd name="T7" fmla="*/ 885357799 h 20"/>
              <a:gd name="T8" fmla="*/ 547613191 w 47"/>
              <a:gd name="T9" fmla="*/ 931953781 h 20"/>
              <a:gd name="T10" fmla="*/ 501981011 w 47"/>
              <a:gd name="T11" fmla="*/ 931953781 h 20"/>
              <a:gd name="T12" fmla="*/ 0 w 47"/>
              <a:gd name="T13" fmla="*/ 512576286 h 20"/>
              <a:gd name="T14" fmla="*/ 0 w 47"/>
              <a:gd name="T15" fmla="*/ 465980304 h 20"/>
              <a:gd name="T16" fmla="*/ 0 w 47"/>
              <a:gd name="T17" fmla="*/ 419377495 h 20"/>
              <a:gd name="T18" fmla="*/ 501981011 w 47"/>
              <a:gd name="T19" fmla="*/ 0 h 20"/>
              <a:gd name="T20" fmla="*/ 547613191 w 47"/>
              <a:gd name="T21" fmla="*/ 0 h 20"/>
              <a:gd name="T22" fmla="*/ 547613191 w 47"/>
              <a:gd name="T23" fmla="*/ 0 h 20"/>
              <a:gd name="T24" fmla="*/ 547613191 w 47"/>
              <a:gd name="T25" fmla="*/ 279589548 h 20"/>
              <a:gd name="T26" fmla="*/ 2099181649 w 47"/>
              <a:gd name="T27" fmla="*/ 279589548 h 20"/>
              <a:gd name="T28" fmla="*/ 2144813830 w 47"/>
              <a:gd name="T29" fmla="*/ 326185530 h 20"/>
              <a:gd name="T30" fmla="*/ 2144813830 w 47"/>
              <a:gd name="T31" fmla="*/ 559172269 h 2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7" h="20">
                <a:moveTo>
                  <a:pt x="47" y="12"/>
                </a:moveTo>
                <a:cubicBezTo>
                  <a:pt x="47" y="13"/>
                  <a:pt x="46" y="13"/>
                  <a:pt x="46" y="13"/>
                </a:cubicBezTo>
                <a:cubicBezTo>
                  <a:pt x="12" y="13"/>
                  <a:pt x="12" y="13"/>
                  <a:pt x="12" y="13"/>
                </a:cubicBezTo>
                <a:cubicBezTo>
                  <a:pt x="12" y="19"/>
                  <a:pt x="12" y="19"/>
                  <a:pt x="12" y="19"/>
                </a:cubicBezTo>
                <a:cubicBezTo>
                  <a:pt x="12" y="20"/>
                  <a:pt x="12" y="20"/>
                  <a:pt x="12" y="20"/>
                </a:cubicBezTo>
                <a:cubicBezTo>
                  <a:pt x="11" y="20"/>
                  <a:pt x="11" y="20"/>
                  <a:pt x="11" y="20"/>
                </a:cubicBezTo>
                <a:cubicBezTo>
                  <a:pt x="0" y="11"/>
                  <a:pt x="0" y="11"/>
                  <a:pt x="0" y="11"/>
                </a:cubicBezTo>
                <a:cubicBezTo>
                  <a:pt x="0" y="10"/>
                  <a:pt x="0" y="10"/>
                  <a:pt x="0" y="10"/>
                </a:cubicBezTo>
                <a:cubicBezTo>
                  <a:pt x="0" y="10"/>
                  <a:pt x="0" y="9"/>
                  <a:pt x="0" y="9"/>
                </a:cubicBezTo>
                <a:cubicBezTo>
                  <a:pt x="11" y="0"/>
                  <a:pt x="11" y="0"/>
                  <a:pt x="11" y="0"/>
                </a:cubicBezTo>
                <a:cubicBezTo>
                  <a:pt x="11" y="0"/>
                  <a:pt x="11" y="0"/>
                  <a:pt x="12" y="0"/>
                </a:cubicBezTo>
                <a:cubicBezTo>
                  <a:pt x="12" y="0"/>
                  <a:pt x="12" y="0"/>
                  <a:pt x="12" y="0"/>
                </a:cubicBezTo>
                <a:cubicBezTo>
                  <a:pt x="12" y="6"/>
                  <a:pt x="12" y="6"/>
                  <a:pt x="12" y="6"/>
                </a:cubicBezTo>
                <a:cubicBezTo>
                  <a:pt x="46" y="6"/>
                  <a:pt x="46" y="6"/>
                  <a:pt x="46" y="6"/>
                </a:cubicBezTo>
                <a:cubicBezTo>
                  <a:pt x="46" y="6"/>
                  <a:pt x="47" y="7"/>
                  <a:pt x="47" y="7"/>
                </a:cubicBezTo>
                <a:lnTo>
                  <a:pt x="47" y="1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6" name="稻壳儿小白白(http://dwz.cn/Wu2UP)"/>
          <p:cNvSpPr/>
          <p:nvPr/>
        </p:nvSpPr>
        <p:spPr>
          <a:xfrm>
            <a:off x="1875758" y="4745546"/>
            <a:ext cx="334328" cy="152590"/>
          </a:xfrm>
          <a:custGeom>
            <a:avLst/>
            <a:gdLst>
              <a:gd name="T0" fmla="*/ 2083244586 w 46"/>
              <a:gd name="T1" fmla="*/ 497915572 h 21"/>
              <a:gd name="T2" fmla="*/ 1585076964 w 46"/>
              <a:gd name="T3" fmla="*/ 950572208 h 21"/>
              <a:gd name="T4" fmla="*/ 1539786551 w 46"/>
              <a:gd name="T5" fmla="*/ 950572208 h 21"/>
              <a:gd name="T6" fmla="*/ 1539786551 w 46"/>
              <a:gd name="T7" fmla="*/ 905306544 h 21"/>
              <a:gd name="T8" fmla="*/ 1539786551 w 46"/>
              <a:gd name="T9" fmla="*/ 633712563 h 21"/>
              <a:gd name="T10" fmla="*/ 0 w 46"/>
              <a:gd name="T11" fmla="*/ 633712563 h 21"/>
              <a:gd name="T12" fmla="*/ 0 w 46"/>
              <a:gd name="T13" fmla="*/ 588446899 h 21"/>
              <a:gd name="T14" fmla="*/ 0 w 46"/>
              <a:gd name="T15" fmla="*/ 362125309 h 21"/>
              <a:gd name="T16" fmla="*/ 0 w 46"/>
              <a:gd name="T17" fmla="*/ 316859645 h 21"/>
              <a:gd name="T18" fmla="*/ 1539786551 w 46"/>
              <a:gd name="T19" fmla="*/ 316859645 h 21"/>
              <a:gd name="T20" fmla="*/ 1539786551 w 46"/>
              <a:gd name="T21" fmla="*/ 45265664 h 21"/>
              <a:gd name="T22" fmla="*/ 1539786551 w 46"/>
              <a:gd name="T23" fmla="*/ 0 h 21"/>
              <a:gd name="T24" fmla="*/ 1585076964 w 46"/>
              <a:gd name="T25" fmla="*/ 0 h 21"/>
              <a:gd name="T26" fmla="*/ 2083244586 w 46"/>
              <a:gd name="T27" fmla="*/ 452656636 h 21"/>
              <a:gd name="T28" fmla="*/ 2083244586 w 46"/>
              <a:gd name="T29" fmla="*/ 452656636 h 21"/>
              <a:gd name="T30" fmla="*/ 2083244586 w 46"/>
              <a:gd name="T31" fmla="*/ 497915572 h 2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21">
                <a:moveTo>
                  <a:pt x="46" y="11"/>
                </a:moveTo>
                <a:cubicBezTo>
                  <a:pt x="35" y="21"/>
                  <a:pt x="35" y="21"/>
                  <a:pt x="35" y="21"/>
                </a:cubicBezTo>
                <a:cubicBezTo>
                  <a:pt x="35" y="21"/>
                  <a:pt x="35" y="21"/>
                  <a:pt x="34" y="21"/>
                </a:cubicBezTo>
                <a:cubicBezTo>
                  <a:pt x="34" y="21"/>
                  <a:pt x="34" y="20"/>
                  <a:pt x="34" y="20"/>
                </a:cubicBezTo>
                <a:cubicBezTo>
                  <a:pt x="34" y="14"/>
                  <a:pt x="34" y="14"/>
                  <a:pt x="34" y="14"/>
                </a:cubicBezTo>
                <a:cubicBezTo>
                  <a:pt x="0" y="14"/>
                  <a:pt x="0" y="14"/>
                  <a:pt x="0" y="14"/>
                </a:cubicBezTo>
                <a:cubicBezTo>
                  <a:pt x="0" y="14"/>
                  <a:pt x="0" y="14"/>
                  <a:pt x="0" y="13"/>
                </a:cubicBezTo>
                <a:cubicBezTo>
                  <a:pt x="0" y="8"/>
                  <a:pt x="0" y="8"/>
                  <a:pt x="0" y="8"/>
                </a:cubicBezTo>
                <a:cubicBezTo>
                  <a:pt x="0" y="7"/>
                  <a:pt x="0" y="7"/>
                  <a:pt x="0" y="7"/>
                </a:cubicBezTo>
                <a:cubicBezTo>
                  <a:pt x="34" y="7"/>
                  <a:pt x="34" y="7"/>
                  <a:pt x="34" y="7"/>
                </a:cubicBezTo>
                <a:cubicBezTo>
                  <a:pt x="34" y="1"/>
                  <a:pt x="34" y="1"/>
                  <a:pt x="34" y="1"/>
                </a:cubicBezTo>
                <a:cubicBezTo>
                  <a:pt x="34" y="1"/>
                  <a:pt x="34" y="0"/>
                  <a:pt x="34" y="0"/>
                </a:cubicBezTo>
                <a:cubicBezTo>
                  <a:pt x="35" y="0"/>
                  <a:pt x="35" y="0"/>
                  <a:pt x="35" y="0"/>
                </a:cubicBezTo>
                <a:cubicBezTo>
                  <a:pt x="46" y="10"/>
                  <a:pt x="46" y="10"/>
                  <a:pt x="46" y="10"/>
                </a:cubicBezTo>
                <a:cubicBezTo>
                  <a:pt x="46" y="10"/>
                  <a:pt x="46" y="10"/>
                  <a:pt x="46" y="10"/>
                </a:cubicBezTo>
                <a:cubicBezTo>
                  <a:pt x="46" y="11"/>
                  <a:pt x="46" y="11"/>
                  <a:pt x="46" y="1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7" name="稻壳儿小白白(http://dwz.cn/Wu2UP)"/>
          <p:cNvSpPr/>
          <p:nvPr/>
        </p:nvSpPr>
        <p:spPr>
          <a:xfrm>
            <a:off x="1971770" y="5194745"/>
            <a:ext cx="149162" cy="334327"/>
          </a:xfrm>
          <a:custGeom>
            <a:avLst/>
            <a:gdLst>
              <a:gd name="T0" fmla="*/ 865087218 w 21"/>
              <a:gd name="T1" fmla="*/ 543449550 h 46"/>
              <a:gd name="T2" fmla="*/ 605559737 w 21"/>
              <a:gd name="T3" fmla="*/ 543449550 h 46"/>
              <a:gd name="T4" fmla="*/ 605559737 w 21"/>
              <a:gd name="T5" fmla="*/ 2037940861 h 46"/>
              <a:gd name="T6" fmla="*/ 562310637 w 21"/>
              <a:gd name="T7" fmla="*/ 2083231127 h 46"/>
              <a:gd name="T8" fmla="*/ 346032256 w 21"/>
              <a:gd name="T9" fmla="*/ 2083231127 h 46"/>
              <a:gd name="T10" fmla="*/ 302783157 w 21"/>
              <a:gd name="T11" fmla="*/ 2037940861 h 46"/>
              <a:gd name="T12" fmla="*/ 302783157 w 21"/>
              <a:gd name="T13" fmla="*/ 543449550 h 46"/>
              <a:gd name="T14" fmla="*/ 43255676 w 21"/>
              <a:gd name="T15" fmla="*/ 543449550 h 46"/>
              <a:gd name="T16" fmla="*/ 0 w 21"/>
              <a:gd name="T17" fmla="*/ 498166013 h 46"/>
              <a:gd name="T18" fmla="*/ 0 w 21"/>
              <a:gd name="T19" fmla="*/ 452875747 h 46"/>
              <a:gd name="T20" fmla="*/ 432543609 w 21"/>
              <a:gd name="T21" fmla="*/ 0 h 46"/>
              <a:gd name="T22" fmla="*/ 432543609 w 21"/>
              <a:gd name="T23" fmla="*/ 0 h 46"/>
              <a:gd name="T24" fmla="*/ 475799285 w 21"/>
              <a:gd name="T25" fmla="*/ 0 h 46"/>
              <a:gd name="T26" fmla="*/ 908342894 w 21"/>
              <a:gd name="T27" fmla="*/ 452875747 h 46"/>
              <a:gd name="T28" fmla="*/ 908342894 w 21"/>
              <a:gd name="T29" fmla="*/ 498166013 h 46"/>
              <a:gd name="T30" fmla="*/ 865087218 w 21"/>
              <a:gd name="T31" fmla="*/ 543449550 h 4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1" h="46">
                <a:moveTo>
                  <a:pt x="20" y="12"/>
                </a:moveTo>
                <a:cubicBezTo>
                  <a:pt x="14" y="12"/>
                  <a:pt x="14" y="12"/>
                  <a:pt x="14" y="12"/>
                </a:cubicBezTo>
                <a:cubicBezTo>
                  <a:pt x="14" y="45"/>
                  <a:pt x="14" y="45"/>
                  <a:pt x="14" y="45"/>
                </a:cubicBezTo>
                <a:cubicBezTo>
                  <a:pt x="14" y="46"/>
                  <a:pt x="14" y="46"/>
                  <a:pt x="13" y="46"/>
                </a:cubicBezTo>
                <a:cubicBezTo>
                  <a:pt x="8" y="46"/>
                  <a:pt x="8" y="46"/>
                  <a:pt x="8" y="46"/>
                </a:cubicBezTo>
                <a:cubicBezTo>
                  <a:pt x="7" y="46"/>
                  <a:pt x="7" y="46"/>
                  <a:pt x="7" y="45"/>
                </a:cubicBezTo>
                <a:cubicBezTo>
                  <a:pt x="7" y="12"/>
                  <a:pt x="7" y="12"/>
                  <a:pt x="7" y="12"/>
                </a:cubicBezTo>
                <a:cubicBezTo>
                  <a:pt x="1" y="12"/>
                  <a:pt x="1" y="12"/>
                  <a:pt x="1" y="12"/>
                </a:cubicBezTo>
                <a:cubicBezTo>
                  <a:pt x="1" y="12"/>
                  <a:pt x="0" y="12"/>
                  <a:pt x="0" y="11"/>
                </a:cubicBezTo>
                <a:cubicBezTo>
                  <a:pt x="0" y="11"/>
                  <a:pt x="0" y="11"/>
                  <a:pt x="0" y="10"/>
                </a:cubicBezTo>
                <a:cubicBezTo>
                  <a:pt x="10" y="0"/>
                  <a:pt x="10" y="0"/>
                  <a:pt x="10" y="0"/>
                </a:cubicBezTo>
                <a:cubicBezTo>
                  <a:pt x="10" y="0"/>
                  <a:pt x="10" y="0"/>
                  <a:pt x="10" y="0"/>
                </a:cubicBezTo>
                <a:cubicBezTo>
                  <a:pt x="11" y="0"/>
                  <a:pt x="11" y="0"/>
                  <a:pt x="11" y="0"/>
                </a:cubicBezTo>
                <a:cubicBezTo>
                  <a:pt x="21" y="10"/>
                  <a:pt x="21" y="10"/>
                  <a:pt x="21" y="10"/>
                </a:cubicBezTo>
                <a:cubicBezTo>
                  <a:pt x="21" y="11"/>
                  <a:pt x="21" y="11"/>
                  <a:pt x="21" y="11"/>
                </a:cubicBezTo>
                <a:cubicBezTo>
                  <a:pt x="21" y="12"/>
                  <a:pt x="20" y="12"/>
                  <a:pt x="20" y="1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8" name="稻壳儿小白白(http://dwz.cn/Wu2UP)"/>
          <p:cNvSpPr>
            <a:spLocks noEditPoints="1"/>
          </p:cNvSpPr>
          <p:nvPr/>
        </p:nvSpPr>
        <p:spPr>
          <a:xfrm>
            <a:off x="1891189" y="5717667"/>
            <a:ext cx="318897" cy="318897"/>
          </a:xfrm>
          <a:custGeom>
            <a:avLst/>
            <a:gdLst>
              <a:gd name="T0" fmla="*/ 1936493980 w 44"/>
              <a:gd name="T1" fmla="*/ 405311913 h 44"/>
              <a:gd name="T2" fmla="*/ 360275765 w 44"/>
              <a:gd name="T3" fmla="*/ 1936493980 h 44"/>
              <a:gd name="T4" fmla="*/ 315246327 w 44"/>
              <a:gd name="T5" fmla="*/ 1981530128 h 44"/>
              <a:gd name="T6" fmla="*/ 270210179 w 44"/>
              <a:gd name="T7" fmla="*/ 1936493980 h 44"/>
              <a:gd name="T8" fmla="*/ 0 w 44"/>
              <a:gd name="T9" fmla="*/ 1711319949 h 44"/>
              <a:gd name="T10" fmla="*/ 0 w 44"/>
              <a:gd name="T11" fmla="*/ 1666283801 h 44"/>
              <a:gd name="T12" fmla="*/ 0 w 44"/>
              <a:gd name="T13" fmla="*/ 1576218215 h 44"/>
              <a:gd name="T14" fmla="*/ 1576218215 w 44"/>
              <a:gd name="T15" fmla="*/ 45036148 h 44"/>
              <a:gd name="T16" fmla="*/ 1621254363 w 44"/>
              <a:gd name="T17" fmla="*/ 0 h 44"/>
              <a:gd name="T18" fmla="*/ 1666283801 w 44"/>
              <a:gd name="T19" fmla="*/ 45036148 h 44"/>
              <a:gd name="T20" fmla="*/ 1936493980 w 44"/>
              <a:gd name="T21" fmla="*/ 270210179 h 44"/>
              <a:gd name="T22" fmla="*/ 1936493980 w 44"/>
              <a:gd name="T23" fmla="*/ 315246327 h 44"/>
              <a:gd name="T24" fmla="*/ 1936493980 w 44"/>
              <a:gd name="T25" fmla="*/ 405311913 h 44"/>
              <a:gd name="T26" fmla="*/ 450348061 w 44"/>
              <a:gd name="T27" fmla="*/ 135101734 h 44"/>
              <a:gd name="T28" fmla="*/ 315246327 w 44"/>
              <a:gd name="T29" fmla="*/ 180137882 h 44"/>
              <a:gd name="T30" fmla="*/ 270210179 w 44"/>
              <a:gd name="T31" fmla="*/ 315246327 h 44"/>
              <a:gd name="T32" fmla="*/ 225174031 w 44"/>
              <a:gd name="T33" fmla="*/ 180137882 h 44"/>
              <a:gd name="T34" fmla="*/ 135101734 w 44"/>
              <a:gd name="T35" fmla="*/ 135101734 h 44"/>
              <a:gd name="T36" fmla="*/ 225174031 w 44"/>
              <a:gd name="T37" fmla="*/ 90072297 h 44"/>
              <a:gd name="T38" fmla="*/ 270210179 w 44"/>
              <a:gd name="T39" fmla="*/ 0 h 44"/>
              <a:gd name="T40" fmla="*/ 315246327 w 44"/>
              <a:gd name="T41" fmla="*/ 90072297 h 44"/>
              <a:gd name="T42" fmla="*/ 450348061 w 44"/>
              <a:gd name="T43" fmla="*/ 135101734 h 44"/>
              <a:gd name="T44" fmla="*/ 990768419 w 44"/>
              <a:gd name="T45" fmla="*/ 360275765 h 44"/>
              <a:gd name="T46" fmla="*/ 720558240 w 44"/>
              <a:gd name="T47" fmla="*/ 450348061 h 44"/>
              <a:gd name="T48" fmla="*/ 675522092 w 44"/>
              <a:gd name="T49" fmla="*/ 675522092 h 44"/>
              <a:gd name="T50" fmla="*/ 585449795 w 44"/>
              <a:gd name="T51" fmla="*/ 450348061 h 44"/>
              <a:gd name="T52" fmla="*/ 360275765 w 44"/>
              <a:gd name="T53" fmla="*/ 360275765 h 44"/>
              <a:gd name="T54" fmla="*/ 585449795 w 44"/>
              <a:gd name="T55" fmla="*/ 315246327 h 44"/>
              <a:gd name="T56" fmla="*/ 675522092 w 44"/>
              <a:gd name="T57" fmla="*/ 45036148 h 44"/>
              <a:gd name="T58" fmla="*/ 720558240 w 44"/>
              <a:gd name="T59" fmla="*/ 315246327 h 44"/>
              <a:gd name="T60" fmla="*/ 990768419 w 44"/>
              <a:gd name="T61" fmla="*/ 360275765 h 44"/>
              <a:gd name="T62" fmla="*/ 1215935739 w 44"/>
              <a:gd name="T63" fmla="*/ 135101734 h 44"/>
              <a:gd name="T64" fmla="*/ 1080834005 w 44"/>
              <a:gd name="T65" fmla="*/ 180137882 h 44"/>
              <a:gd name="T66" fmla="*/ 1035797857 w 44"/>
              <a:gd name="T67" fmla="*/ 315246327 h 44"/>
              <a:gd name="T68" fmla="*/ 990768419 w 44"/>
              <a:gd name="T69" fmla="*/ 180137882 h 44"/>
              <a:gd name="T70" fmla="*/ 900696123 w 44"/>
              <a:gd name="T71" fmla="*/ 135101734 h 44"/>
              <a:gd name="T72" fmla="*/ 990768419 w 44"/>
              <a:gd name="T73" fmla="*/ 90072297 h 44"/>
              <a:gd name="T74" fmla="*/ 1035797857 w 44"/>
              <a:gd name="T75" fmla="*/ 0 h 44"/>
              <a:gd name="T76" fmla="*/ 1080834005 w 44"/>
              <a:gd name="T77" fmla="*/ 90072297 h 44"/>
              <a:gd name="T78" fmla="*/ 1215935739 w 44"/>
              <a:gd name="T79" fmla="*/ 135101734 h 44"/>
              <a:gd name="T80" fmla="*/ 1756356097 w 44"/>
              <a:gd name="T81" fmla="*/ 315246327 h 44"/>
              <a:gd name="T82" fmla="*/ 1621254363 w 44"/>
              <a:gd name="T83" fmla="*/ 180137882 h 44"/>
              <a:gd name="T84" fmla="*/ 1260971888 w 44"/>
              <a:gd name="T85" fmla="*/ 540420358 h 44"/>
              <a:gd name="T86" fmla="*/ 1396080332 w 44"/>
              <a:gd name="T87" fmla="*/ 675522092 h 44"/>
              <a:gd name="T88" fmla="*/ 1756356097 w 44"/>
              <a:gd name="T89" fmla="*/ 315246327 h 44"/>
              <a:gd name="T90" fmla="*/ 1981530128 w 44"/>
              <a:gd name="T91" fmla="*/ 900696123 h 44"/>
              <a:gd name="T92" fmla="*/ 1846428394 w 44"/>
              <a:gd name="T93" fmla="*/ 945732271 h 44"/>
              <a:gd name="T94" fmla="*/ 1801392245 w 44"/>
              <a:gd name="T95" fmla="*/ 1080834005 h 44"/>
              <a:gd name="T96" fmla="*/ 1801392245 w 44"/>
              <a:gd name="T97" fmla="*/ 945732271 h 44"/>
              <a:gd name="T98" fmla="*/ 1666283801 w 44"/>
              <a:gd name="T99" fmla="*/ 900696123 h 44"/>
              <a:gd name="T100" fmla="*/ 1801392245 w 44"/>
              <a:gd name="T101" fmla="*/ 855659974 h 44"/>
              <a:gd name="T102" fmla="*/ 1801392245 w 44"/>
              <a:gd name="T103" fmla="*/ 765594389 h 44"/>
              <a:gd name="T104" fmla="*/ 1846428394 w 44"/>
              <a:gd name="T105" fmla="*/ 855659974 h 44"/>
              <a:gd name="T106" fmla="*/ 1981530128 w 44"/>
              <a:gd name="T107" fmla="*/ 900696123 h 4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4" h="44">
                <a:moveTo>
                  <a:pt x="43" y="9"/>
                </a:moveTo>
                <a:cubicBezTo>
                  <a:pt x="8" y="43"/>
                  <a:pt x="8" y="43"/>
                  <a:pt x="8" y="43"/>
                </a:cubicBezTo>
                <a:cubicBezTo>
                  <a:pt x="8" y="43"/>
                  <a:pt x="7" y="44"/>
                  <a:pt x="7" y="44"/>
                </a:cubicBezTo>
                <a:cubicBezTo>
                  <a:pt x="6" y="44"/>
                  <a:pt x="6" y="43"/>
                  <a:pt x="6" y="43"/>
                </a:cubicBezTo>
                <a:cubicBezTo>
                  <a:pt x="0" y="38"/>
                  <a:pt x="0" y="38"/>
                  <a:pt x="0" y="38"/>
                </a:cubicBezTo>
                <a:cubicBezTo>
                  <a:pt x="0" y="37"/>
                  <a:pt x="0" y="37"/>
                  <a:pt x="0" y="37"/>
                </a:cubicBezTo>
                <a:cubicBezTo>
                  <a:pt x="0" y="36"/>
                  <a:pt x="0" y="36"/>
                  <a:pt x="0" y="35"/>
                </a:cubicBezTo>
                <a:cubicBezTo>
                  <a:pt x="35" y="1"/>
                  <a:pt x="35" y="1"/>
                  <a:pt x="35" y="1"/>
                </a:cubicBezTo>
                <a:cubicBezTo>
                  <a:pt x="35" y="1"/>
                  <a:pt x="36" y="0"/>
                  <a:pt x="36" y="0"/>
                </a:cubicBezTo>
                <a:cubicBezTo>
                  <a:pt x="37" y="0"/>
                  <a:pt x="37" y="1"/>
                  <a:pt x="37" y="1"/>
                </a:cubicBezTo>
                <a:cubicBezTo>
                  <a:pt x="43" y="6"/>
                  <a:pt x="43" y="6"/>
                  <a:pt x="43" y="6"/>
                </a:cubicBezTo>
                <a:cubicBezTo>
                  <a:pt x="43" y="6"/>
                  <a:pt x="43" y="7"/>
                  <a:pt x="43" y="7"/>
                </a:cubicBezTo>
                <a:cubicBezTo>
                  <a:pt x="43" y="8"/>
                  <a:pt x="43" y="8"/>
                  <a:pt x="43" y="9"/>
                </a:cubicBezTo>
                <a:close/>
                <a:moveTo>
                  <a:pt x="10" y="3"/>
                </a:moveTo>
                <a:cubicBezTo>
                  <a:pt x="7" y="4"/>
                  <a:pt x="7" y="4"/>
                  <a:pt x="7" y="4"/>
                </a:cubicBezTo>
                <a:cubicBezTo>
                  <a:pt x="6" y="7"/>
                  <a:pt x="6" y="7"/>
                  <a:pt x="6" y="7"/>
                </a:cubicBezTo>
                <a:cubicBezTo>
                  <a:pt x="5" y="4"/>
                  <a:pt x="5" y="4"/>
                  <a:pt x="5" y="4"/>
                </a:cubicBezTo>
                <a:cubicBezTo>
                  <a:pt x="3" y="3"/>
                  <a:pt x="3" y="3"/>
                  <a:pt x="3" y="3"/>
                </a:cubicBezTo>
                <a:cubicBezTo>
                  <a:pt x="5" y="2"/>
                  <a:pt x="5" y="2"/>
                  <a:pt x="5" y="2"/>
                </a:cubicBezTo>
                <a:cubicBezTo>
                  <a:pt x="6" y="0"/>
                  <a:pt x="6" y="0"/>
                  <a:pt x="6" y="0"/>
                </a:cubicBezTo>
                <a:cubicBezTo>
                  <a:pt x="7" y="2"/>
                  <a:pt x="7" y="2"/>
                  <a:pt x="7" y="2"/>
                </a:cubicBezTo>
                <a:lnTo>
                  <a:pt x="10" y="3"/>
                </a:lnTo>
                <a:close/>
                <a:moveTo>
                  <a:pt x="22" y="8"/>
                </a:moveTo>
                <a:cubicBezTo>
                  <a:pt x="16" y="10"/>
                  <a:pt x="16" y="10"/>
                  <a:pt x="16" y="10"/>
                </a:cubicBezTo>
                <a:cubicBezTo>
                  <a:pt x="15" y="15"/>
                  <a:pt x="15" y="15"/>
                  <a:pt x="15" y="15"/>
                </a:cubicBezTo>
                <a:cubicBezTo>
                  <a:pt x="13" y="10"/>
                  <a:pt x="13" y="10"/>
                  <a:pt x="13" y="10"/>
                </a:cubicBezTo>
                <a:cubicBezTo>
                  <a:pt x="8" y="8"/>
                  <a:pt x="8" y="8"/>
                  <a:pt x="8" y="8"/>
                </a:cubicBezTo>
                <a:cubicBezTo>
                  <a:pt x="13" y="7"/>
                  <a:pt x="13" y="7"/>
                  <a:pt x="13" y="7"/>
                </a:cubicBezTo>
                <a:cubicBezTo>
                  <a:pt x="15" y="1"/>
                  <a:pt x="15" y="1"/>
                  <a:pt x="15" y="1"/>
                </a:cubicBezTo>
                <a:cubicBezTo>
                  <a:pt x="16" y="7"/>
                  <a:pt x="16" y="7"/>
                  <a:pt x="16" y="7"/>
                </a:cubicBezTo>
                <a:lnTo>
                  <a:pt x="22" y="8"/>
                </a:lnTo>
                <a:close/>
                <a:moveTo>
                  <a:pt x="27" y="3"/>
                </a:moveTo>
                <a:cubicBezTo>
                  <a:pt x="24" y="4"/>
                  <a:pt x="24" y="4"/>
                  <a:pt x="24" y="4"/>
                </a:cubicBezTo>
                <a:cubicBezTo>
                  <a:pt x="23" y="7"/>
                  <a:pt x="23" y="7"/>
                  <a:pt x="23" y="7"/>
                </a:cubicBezTo>
                <a:cubicBezTo>
                  <a:pt x="22" y="4"/>
                  <a:pt x="22" y="4"/>
                  <a:pt x="22" y="4"/>
                </a:cubicBezTo>
                <a:cubicBezTo>
                  <a:pt x="20" y="3"/>
                  <a:pt x="20" y="3"/>
                  <a:pt x="20" y="3"/>
                </a:cubicBezTo>
                <a:cubicBezTo>
                  <a:pt x="22" y="2"/>
                  <a:pt x="22" y="2"/>
                  <a:pt x="22" y="2"/>
                </a:cubicBezTo>
                <a:cubicBezTo>
                  <a:pt x="23" y="0"/>
                  <a:pt x="23" y="0"/>
                  <a:pt x="23" y="0"/>
                </a:cubicBezTo>
                <a:cubicBezTo>
                  <a:pt x="24" y="2"/>
                  <a:pt x="24" y="2"/>
                  <a:pt x="24" y="2"/>
                </a:cubicBezTo>
                <a:lnTo>
                  <a:pt x="27" y="3"/>
                </a:lnTo>
                <a:close/>
                <a:moveTo>
                  <a:pt x="39" y="7"/>
                </a:moveTo>
                <a:cubicBezTo>
                  <a:pt x="36" y="4"/>
                  <a:pt x="36" y="4"/>
                  <a:pt x="36" y="4"/>
                </a:cubicBezTo>
                <a:cubicBezTo>
                  <a:pt x="28" y="12"/>
                  <a:pt x="28" y="12"/>
                  <a:pt x="28" y="12"/>
                </a:cubicBezTo>
                <a:cubicBezTo>
                  <a:pt x="31" y="15"/>
                  <a:pt x="31" y="15"/>
                  <a:pt x="31" y="15"/>
                </a:cubicBezTo>
                <a:lnTo>
                  <a:pt x="39" y="7"/>
                </a:lnTo>
                <a:close/>
                <a:moveTo>
                  <a:pt x="44" y="20"/>
                </a:moveTo>
                <a:cubicBezTo>
                  <a:pt x="41" y="21"/>
                  <a:pt x="41" y="21"/>
                  <a:pt x="41" y="21"/>
                </a:cubicBezTo>
                <a:cubicBezTo>
                  <a:pt x="40" y="24"/>
                  <a:pt x="40" y="24"/>
                  <a:pt x="40" y="24"/>
                </a:cubicBezTo>
                <a:cubicBezTo>
                  <a:pt x="40" y="21"/>
                  <a:pt x="40" y="21"/>
                  <a:pt x="40" y="21"/>
                </a:cubicBezTo>
                <a:cubicBezTo>
                  <a:pt x="37" y="20"/>
                  <a:pt x="37" y="20"/>
                  <a:pt x="37" y="20"/>
                </a:cubicBezTo>
                <a:cubicBezTo>
                  <a:pt x="40" y="19"/>
                  <a:pt x="40" y="19"/>
                  <a:pt x="40" y="19"/>
                </a:cubicBezTo>
                <a:cubicBezTo>
                  <a:pt x="40" y="17"/>
                  <a:pt x="40" y="17"/>
                  <a:pt x="40" y="17"/>
                </a:cubicBezTo>
                <a:cubicBezTo>
                  <a:pt x="41" y="19"/>
                  <a:pt x="41" y="19"/>
                  <a:pt x="41" y="19"/>
                </a:cubicBezTo>
                <a:lnTo>
                  <a:pt x="44"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9" name="稻壳儿小白白(http://dwz.cn/Wu2UP)"/>
          <p:cNvSpPr>
            <a:spLocks noEditPoints="1"/>
          </p:cNvSpPr>
          <p:nvPr/>
        </p:nvSpPr>
        <p:spPr>
          <a:xfrm>
            <a:off x="2810161" y="1448562"/>
            <a:ext cx="276034" cy="318897"/>
          </a:xfrm>
          <a:custGeom>
            <a:avLst/>
            <a:gdLst>
              <a:gd name="T0" fmla="*/ 1266682446 w 38"/>
              <a:gd name="T1" fmla="*/ 855659974 h 44"/>
              <a:gd name="T2" fmla="*/ 1266682446 w 38"/>
              <a:gd name="T3" fmla="*/ 990768419 h 44"/>
              <a:gd name="T4" fmla="*/ 859539081 w 38"/>
              <a:gd name="T5" fmla="*/ 1396080332 h 44"/>
              <a:gd name="T6" fmla="*/ 723822384 w 38"/>
              <a:gd name="T7" fmla="*/ 1351044184 h 44"/>
              <a:gd name="T8" fmla="*/ 633344586 w 38"/>
              <a:gd name="T9" fmla="*/ 1486145918 h 44"/>
              <a:gd name="T10" fmla="*/ 859539081 w 38"/>
              <a:gd name="T11" fmla="*/ 1531182066 h 44"/>
              <a:gd name="T12" fmla="*/ 1402399143 w 38"/>
              <a:gd name="T13" fmla="*/ 990768419 h 44"/>
              <a:gd name="T14" fmla="*/ 1402399143 w 38"/>
              <a:gd name="T15" fmla="*/ 855659974 h 44"/>
              <a:gd name="T16" fmla="*/ 1492876941 w 38"/>
              <a:gd name="T17" fmla="*/ 765594389 h 44"/>
              <a:gd name="T18" fmla="*/ 1583354739 w 38"/>
              <a:gd name="T19" fmla="*/ 855659974 h 44"/>
              <a:gd name="T20" fmla="*/ 1583354739 w 38"/>
              <a:gd name="T21" fmla="*/ 990768419 h 44"/>
              <a:gd name="T22" fmla="*/ 950010153 w 38"/>
              <a:gd name="T23" fmla="*/ 1666283801 h 44"/>
              <a:gd name="T24" fmla="*/ 950010153 w 38"/>
              <a:gd name="T25" fmla="*/ 1846428394 h 44"/>
              <a:gd name="T26" fmla="*/ 1266682446 w 38"/>
              <a:gd name="T27" fmla="*/ 1846428394 h 44"/>
              <a:gd name="T28" fmla="*/ 1311921345 w 38"/>
              <a:gd name="T29" fmla="*/ 1936493980 h 44"/>
              <a:gd name="T30" fmla="*/ 1266682446 w 38"/>
              <a:gd name="T31" fmla="*/ 1981530128 h 44"/>
              <a:gd name="T32" fmla="*/ 452388990 w 38"/>
              <a:gd name="T33" fmla="*/ 1981530128 h 44"/>
              <a:gd name="T34" fmla="*/ 407150091 w 38"/>
              <a:gd name="T35" fmla="*/ 1936493980 h 44"/>
              <a:gd name="T36" fmla="*/ 452388990 w 38"/>
              <a:gd name="T37" fmla="*/ 1846428394 h 44"/>
              <a:gd name="T38" fmla="*/ 769061283 w 38"/>
              <a:gd name="T39" fmla="*/ 1846428394 h 44"/>
              <a:gd name="T40" fmla="*/ 769061283 w 38"/>
              <a:gd name="T41" fmla="*/ 1666283801 h 44"/>
              <a:gd name="T42" fmla="*/ 497627889 w 38"/>
              <a:gd name="T43" fmla="*/ 1576218215 h 44"/>
              <a:gd name="T44" fmla="*/ 180955596 w 38"/>
              <a:gd name="T45" fmla="*/ 1891457831 h 44"/>
              <a:gd name="T46" fmla="*/ 135716697 w 38"/>
              <a:gd name="T47" fmla="*/ 1891457831 h 44"/>
              <a:gd name="T48" fmla="*/ 45238899 w 38"/>
              <a:gd name="T49" fmla="*/ 1801392245 h 44"/>
              <a:gd name="T50" fmla="*/ 45238899 w 38"/>
              <a:gd name="T51" fmla="*/ 1756356097 h 44"/>
              <a:gd name="T52" fmla="*/ 1538115840 w 38"/>
              <a:gd name="T53" fmla="*/ 270210179 h 44"/>
              <a:gd name="T54" fmla="*/ 1583354739 w 38"/>
              <a:gd name="T55" fmla="*/ 270210179 h 44"/>
              <a:gd name="T56" fmla="*/ 1673832537 w 38"/>
              <a:gd name="T57" fmla="*/ 360275765 h 44"/>
              <a:gd name="T58" fmla="*/ 1673832537 w 38"/>
              <a:gd name="T59" fmla="*/ 405311913 h 44"/>
              <a:gd name="T60" fmla="*/ 1266682446 w 38"/>
              <a:gd name="T61" fmla="*/ 855659974 h 44"/>
              <a:gd name="T62" fmla="*/ 226194495 w 38"/>
              <a:gd name="T63" fmla="*/ 1260971888 h 44"/>
              <a:gd name="T64" fmla="*/ 180955596 w 38"/>
              <a:gd name="T65" fmla="*/ 990768419 h 44"/>
              <a:gd name="T66" fmla="*/ 180955596 w 38"/>
              <a:gd name="T67" fmla="*/ 855659974 h 44"/>
              <a:gd name="T68" fmla="*/ 226194495 w 38"/>
              <a:gd name="T69" fmla="*/ 765594389 h 44"/>
              <a:gd name="T70" fmla="*/ 316672293 w 38"/>
              <a:gd name="T71" fmla="*/ 855659974 h 44"/>
              <a:gd name="T72" fmla="*/ 316672293 w 38"/>
              <a:gd name="T73" fmla="*/ 990768419 h 44"/>
              <a:gd name="T74" fmla="*/ 316672293 w 38"/>
              <a:gd name="T75" fmla="*/ 1125870153 h 44"/>
              <a:gd name="T76" fmla="*/ 226194495 w 38"/>
              <a:gd name="T77" fmla="*/ 1260971888 h 44"/>
              <a:gd name="T78" fmla="*/ 452388990 w 38"/>
              <a:gd name="T79" fmla="*/ 990768419 h 44"/>
              <a:gd name="T80" fmla="*/ 452388990 w 38"/>
              <a:gd name="T81" fmla="*/ 360275765 h 44"/>
              <a:gd name="T82" fmla="*/ 859539081 w 38"/>
              <a:gd name="T83" fmla="*/ 0 h 44"/>
              <a:gd name="T84" fmla="*/ 1221443547 w 38"/>
              <a:gd name="T85" fmla="*/ 225174031 h 44"/>
              <a:gd name="T86" fmla="*/ 452388990 w 38"/>
              <a:gd name="T87" fmla="*/ 990768419 h 4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38" h="44">
                <a:moveTo>
                  <a:pt x="28" y="19"/>
                </a:moveTo>
                <a:cubicBezTo>
                  <a:pt x="28" y="22"/>
                  <a:pt x="28" y="22"/>
                  <a:pt x="28" y="22"/>
                </a:cubicBezTo>
                <a:cubicBezTo>
                  <a:pt x="28" y="27"/>
                  <a:pt x="24" y="31"/>
                  <a:pt x="19" y="31"/>
                </a:cubicBezTo>
                <a:cubicBezTo>
                  <a:pt x="18" y="31"/>
                  <a:pt x="17" y="31"/>
                  <a:pt x="16" y="30"/>
                </a:cubicBezTo>
                <a:cubicBezTo>
                  <a:pt x="14" y="33"/>
                  <a:pt x="14" y="33"/>
                  <a:pt x="14" y="33"/>
                </a:cubicBezTo>
                <a:cubicBezTo>
                  <a:pt x="15" y="34"/>
                  <a:pt x="17" y="34"/>
                  <a:pt x="19" y="34"/>
                </a:cubicBezTo>
                <a:cubicBezTo>
                  <a:pt x="26" y="34"/>
                  <a:pt x="31" y="29"/>
                  <a:pt x="31" y="22"/>
                </a:cubicBezTo>
                <a:cubicBezTo>
                  <a:pt x="31" y="19"/>
                  <a:pt x="31" y="19"/>
                  <a:pt x="31" y="19"/>
                </a:cubicBezTo>
                <a:cubicBezTo>
                  <a:pt x="31" y="18"/>
                  <a:pt x="32" y="17"/>
                  <a:pt x="33" y="17"/>
                </a:cubicBezTo>
                <a:cubicBezTo>
                  <a:pt x="34" y="17"/>
                  <a:pt x="35" y="18"/>
                  <a:pt x="35" y="19"/>
                </a:cubicBezTo>
                <a:cubicBezTo>
                  <a:pt x="35" y="22"/>
                  <a:pt x="35" y="22"/>
                  <a:pt x="35" y="22"/>
                </a:cubicBezTo>
                <a:cubicBezTo>
                  <a:pt x="35" y="30"/>
                  <a:pt x="28" y="37"/>
                  <a:pt x="21" y="37"/>
                </a:cubicBezTo>
                <a:cubicBezTo>
                  <a:pt x="21" y="41"/>
                  <a:pt x="21" y="41"/>
                  <a:pt x="21" y="41"/>
                </a:cubicBezTo>
                <a:cubicBezTo>
                  <a:pt x="28" y="41"/>
                  <a:pt x="28" y="41"/>
                  <a:pt x="28" y="41"/>
                </a:cubicBezTo>
                <a:cubicBezTo>
                  <a:pt x="29" y="41"/>
                  <a:pt x="29" y="42"/>
                  <a:pt x="29" y="43"/>
                </a:cubicBezTo>
                <a:cubicBezTo>
                  <a:pt x="29" y="44"/>
                  <a:pt x="29" y="44"/>
                  <a:pt x="28" y="44"/>
                </a:cubicBezTo>
                <a:cubicBezTo>
                  <a:pt x="10" y="44"/>
                  <a:pt x="10" y="44"/>
                  <a:pt x="10" y="44"/>
                </a:cubicBezTo>
                <a:cubicBezTo>
                  <a:pt x="10" y="44"/>
                  <a:pt x="9" y="44"/>
                  <a:pt x="9" y="43"/>
                </a:cubicBezTo>
                <a:cubicBezTo>
                  <a:pt x="9" y="42"/>
                  <a:pt x="10" y="41"/>
                  <a:pt x="10" y="41"/>
                </a:cubicBezTo>
                <a:cubicBezTo>
                  <a:pt x="17" y="41"/>
                  <a:pt x="17" y="41"/>
                  <a:pt x="17" y="41"/>
                </a:cubicBezTo>
                <a:cubicBezTo>
                  <a:pt x="17" y="37"/>
                  <a:pt x="17" y="37"/>
                  <a:pt x="17" y="37"/>
                </a:cubicBezTo>
                <a:cubicBezTo>
                  <a:pt x="15" y="37"/>
                  <a:pt x="13" y="36"/>
                  <a:pt x="11" y="35"/>
                </a:cubicBezTo>
                <a:cubicBezTo>
                  <a:pt x="4" y="42"/>
                  <a:pt x="4" y="42"/>
                  <a:pt x="4" y="42"/>
                </a:cubicBezTo>
                <a:cubicBezTo>
                  <a:pt x="4" y="42"/>
                  <a:pt x="3" y="42"/>
                  <a:pt x="3" y="42"/>
                </a:cubicBezTo>
                <a:cubicBezTo>
                  <a:pt x="1" y="40"/>
                  <a:pt x="1" y="40"/>
                  <a:pt x="1" y="40"/>
                </a:cubicBezTo>
                <a:cubicBezTo>
                  <a:pt x="0" y="40"/>
                  <a:pt x="0" y="39"/>
                  <a:pt x="1" y="39"/>
                </a:cubicBezTo>
                <a:cubicBezTo>
                  <a:pt x="34" y="6"/>
                  <a:pt x="34" y="6"/>
                  <a:pt x="34" y="6"/>
                </a:cubicBezTo>
                <a:cubicBezTo>
                  <a:pt x="34" y="5"/>
                  <a:pt x="35" y="5"/>
                  <a:pt x="35" y="6"/>
                </a:cubicBezTo>
                <a:cubicBezTo>
                  <a:pt x="37" y="8"/>
                  <a:pt x="37" y="8"/>
                  <a:pt x="37" y="8"/>
                </a:cubicBezTo>
                <a:cubicBezTo>
                  <a:pt x="38" y="8"/>
                  <a:pt x="38" y="9"/>
                  <a:pt x="37" y="9"/>
                </a:cubicBezTo>
                <a:lnTo>
                  <a:pt x="28" y="19"/>
                </a:lnTo>
                <a:close/>
                <a:moveTo>
                  <a:pt x="5" y="28"/>
                </a:moveTo>
                <a:cubicBezTo>
                  <a:pt x="4" y="26"/>
                  <a:pt x="4" y="24"/>
                  <a:pt x="4" y="22"/>
                </a:cubicBezTo>
                <a:cubicBezTo>
                  <a:pt x="4" y="19"/>
                  <a:pt x="4" y="19"/>
                  <a:pt x="4" y="19"/>
                </a:cubicBezTo>
                <a:cubicBezTo>
                  <a:pt x="4" y="18"/>
                  <a:pt x="4" y="17"/>
                  <a:pt x="5" y="17"/>
                </a:cubicBezTo>
                <a:cubicBezTo>
                  <a:pt x="6" y="17"/>
                  <a:pt x="7" y="18"/>
                  <a:pt x="7" y="19"/>
                </a:cubicBezTo>
                <a:cubicBezTo>
                  <a:pt x="7" y="22"/>
                  <a:pt x="7" y="22"/>
                  <a:pt x="7" y="22"/>
                </a:cubicBezTo>
                <a:cubicBezTo>
                  <a:pt x="7" y="23"/>
                  <a:pt x="7" y="24"/>
                  <a:pt x="7" y="25"/>
                </a:cubicBezTo>
                <a:lnTo>
                  <a:pt x="5" y="28"/>
                </a:lnTo>
                <a:close/>
                <a:moveTo>
                  <a:pt x="10" y="22"/>
                </a:moveTo>
                <a:cubicBezTo>
                  <a:pt x="10" y="8"/>
                  <a:pt x="10" y="8"/>
                  <a:pt x="10" y="8"/>
                </a:cubicBezTo>
                <a:cubicBezTo>
                  <a:pt x="10" y="4"/>
                  <a:pt x="14" y="0"/>
                  <a:pt x="19" y="0"/>
                </a:cubicBezTo>
                <a:cubicBezTo>
                  <a:pt x="23" y="0"/>
                  <a:pt x="26" y="2"/>
                  <a:pt x="27" y="5"/>
                </a:cubicBezTo>
                <a:lnTo>
                  <a:pt x="10" y="2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0" name="稻壳儿小白白(http://dwz.cn/Wu2UP)"/>
          <p:cNvSpPr/>
          <p:nvPr/>
        </p:nvSpPr>
        <p:spPr>
          <a:xfrm>
            <a:off x="2810161" y="2110359"/>
            <a:ext cx="276034" cy="70295"/>
          </a:xfrm>
          <a:custGeom>
            <a:avLst/>
            <a:gdLst>
              <a:gd name="T0" fmla="*/ 1719071436 w 38"/>
              <a:gd name="T1" fmla="*/ 296553946 h 10"/>
              <a:gd name="T2" fmla="*/ 1583354739 w 38"/>
              <a:gd name="T3" fmla="*/ 423644774 h 10"/>
              <a:gd name="T4" fmla="*/ 135716697 w 38"/>
              <a:gd name="T5" fmla="*/ 423644774 h 10"/>
              <a:gd name="T6" fmla="*/ 0 w 38"/>
              <a:gd name="T7" fmla="*/ 296553946 h 10"/>
              <a:gd name="T8" fmla="*/ 0 w 38"/>
              <a:gd name="T9" fmla="*/ 84731558 h 10"/>
              <a:gd name="T10" fmla="*/ 135716697 w 38"/>
              <a:gd name="T11" fmla="*/ 0 h 10"/>
              <a:gd name="T12" fmla="*/ 1583354739 w 38"/>
              <a:gd name="T13" fmla="*/ 0 h 10"/>
              <a:gd name="T14" fmla="*/ 1719071436 w 38"/>
              <a:gd name="T15" fmla="*/ 84731558 h 10"/>
              <a:gd name="T16" fmla="*/ 1719071436 w 38"/>
              <a:gd name="T17" fmla="*/ 296553946 h 1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8" h="10">
                <a:moveTo>
                  <a:pt x="38" y="7"/>
                </a:moveTo>
                <a:cubicBezTo>
                  <a:pt x="38" y="9"/>
                  <a:pt x="37" y="10"/>
                  <a:pt x="35" y="10"/>
                </a:cubicBezTo>
                <a:cubicBezTo>
                  <a:pt x="3" y="10"/>
                  <a:pt x="3" y="10"/>
                  <a:pt x="3" y="10"/>
                </a:cubicBezTo>
                <a:cubicBezTo>
                  <a:pt x="1" y="10"/>
                  <a:pt x="0" y="9"/>
                  <a:pt x="0" y="7"/>
                </a:cubicBezTo>
                <a:cubicBezTo>
                  <a:pt x="0" y="2"/>
                  <a:pt x="0" y="2"/>
                  <a:pt x="0" y="2"/>
                </a:cubicBezTo>
                <a:cubicBezTo>
                  <a:pt x="0" y="1"/>
                  <a:pt x="1" y="0"/>
                  <a:pt x="3" y="0"/>
                </a:cubicBezTo>
                <a:cubicBezTo>
                  <a:pt x="35" y="0"/>
                  <a:pt x="35" y="0"/>
                  <a:pt x="35" y="0"/>
                </a:cubicBezTo>
                <a:cubicBezTo>
                  <a:pt x="37" y="0"/>
                  <a:pt x="38" y="1"/>
                  <a:pt x="38" y="2"/>
                </a:cubicBezTo>
                <a:lnTo>
                  <a:pt x="38" y="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1" name="稻壳儿小白白(http://dwz.cn/Wu2UP)"/>
          <p:cNvSpPr>
            <a:spLocks noEditPoints="1"/>
          </p:cNvSpPr>
          <p:nvPr/>
        </p:nvSpPr>
        <p:spPr>
          <a:xfrm>
            <a:off x="2796445" y="2537270"/>
            <a:ext cx="305181" cy="303466"/>
          </a:xfrm>
          <a:custGeom>
            <a:avLst/>
            <a:gdLst>
              <a:gd name="T0" fmla="*/ 950582300 w 42"/>
              <a:gd name="T1" fmla="*/ 1879849861 h 42"/>
              <a:gd name="T2" fmla="*/ 0 w 42"/>
              <a:gd name="T3" fmla="*/ 939928276 h 42"/>
              <a:gd name="T4" fmla="*/ 950582300 w 42"/>
              <a:gd name="T5" fmla="*/ 0 h 42"/>
              <a:gd name="T6" fmla="*/ 1901157872 w 42"/>
              <a:gd name="T7" fmla="*/ 939928276 h 42"/>
              <a:gd name="T8" fmla="*/ 950582300 w 42"/>
              <a:gd name="T9" fmla="*/ 1879849861 h 42"/>
              <a:gd name="T10" fmla="*/ 1493765458 w 42"/>
              <a:gd name="T11" fmla="*/ 850407156 h 42"/>
              <a:gd name="T12" fmla="*/ 1403233810 w 42"/>
              <a:gd name="T13" fmla="*/ 805649941 h 42"/>
              <a:gd name="T14" fmla="*/ 497924062 w 42"/>
              <a:gd name="T15" fmla="*/ 805649941 h 42"/>
              <a:gd name="T16" fmla="*/ 407392414 w 42"/>
              <a:gd name="T17" fmla="*/ 850407156 h 42"/>
              <a:gd name="T18" fmla="*/ 407392414 w 42"/>
              <a:gd name="T19" fmla="*/ 1029442706 h 42"/>
              <a:gd name="T20" fmla="*/ 497924062 w 42"/>
              <a:gd name="T21" fmla="*/ 1074199921 h 42"/>
              <a:gd name="T22" fmla="*/ 1403233810 w 42"/>
              <a:gd name="T23" fmla="*/ 1074199921 h 42"/>
              <a:gd name="T24" fmla="*/ 1493765458 w 42"/>
              <a:gd name="T25" fmla="*/ 1029442706 h 42"/>
              <a:gd name="T26" fmla="*/ 1493765458 w 42"/>
              <a:gd name="T27" fmla="*/ 850407156 h 4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42" h="42">
                <a:moveTo>
                  <a:pt x="21" y="42"/>
                </a:moveTo>
                <a:cubicBezTo>
                  <a:pt x="10" y="42"/>
                  <a:pt x="0" y="32"/>
                  <a:pt x="0" y="21"/>
                </a:cubicBezTo>
                <a:cubicBezTo>
                  <a:pt x="0" y="10"/>
                  <a:pt x="10" y="0"/>
                  <a:pt x="21" y="0"/>
                </a:cubicBezTo>
                <a:cubicBezTo>
                  <a:pt x="32" y="0"/>
                  <a:pt x="42" y="10"/>
                  <a:pt x="42" y="21"/>
                </a:cubicBezTo>
                <a:cubicBezTo>
                  <a:pt x="42" y="32"/>
                  <a:pt x="32" y="42"/>
                  <a:pt x="21" y="42"/>
                </a:cubicBezTo>
                <a:close/>
                <a:moveTo>
                  <a:pt x="33" y="19"/>
                </a:moveTo>
                <a:cubicBezTo>
                  <a:pt x="33" y="18"/>
                  <a:pt x="32" y="18"/>
                  <a:pt x="31" y="18"/>
                </a:cubicBezTo>
                <a:cubicBezTo>
                  <a:pt x="11" y="18"/>
                  <a:pt x="11" y="18"/>
                  <a:pt x="11" y="18"/>
                </a:cubicBezTo>
                <a:cubicBezTo>
                  <a:pt x="10" y="18"/>
                  <a:pt x="9" y="18"/>
                  <a:pt x="9" y="19"/>
                </a:cubicBezTo>
                <a:cubicBezTo>
                  <a:pt x="9" y="23"/>
                  <a:pt x="9" y="23"/>
                  <a:pt x="9" y="23"/>
                </a:cubicBezTo>
                <a:cubicBezTo>
                  <a:pt x="9" y="24"/>
                  <a:pt x="10" y="24"/>
                  <a:pt x="11" y="24"/>
                </a:cubicBezTo>
                <a:cubicBezTo>
                  <a:pt x="31" y="24"/>
                  <a:pt x="31" y="24"/>
                  <a:pt x="31" y="24"/>
                </a:cubicBezTo>
                <a:cubicBezTo>
                  <a:pt x="32" y="24"/>
                  <a:pt x="33" y="24"/>
                  <a:pt x="33" y="23"/>
                </a:cubicBezTo>
                <a:lnTo>
                  <a:pt x="33"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2" name="稻壳儿小白白(http://dwz.cn/Wu2UP)"/>
          <p:cNvSpPr>
            <a:spLocks noEditPoints="1"/>
          </p:cNvSpPr>
          <p:nvPr/>
        </p:nvSpPr>
        <p:spPr>
          <a:xfrm>
            <a:off x="2796445" y="3072194"/>
            <a:ext cx="305181" cy="298323"/>
          </a:xfrm>
          <a:custGeom>
            <a:avLst/>
            <a:gdLst>
              <a:gd name="T0" fmla="*/ 1901157872 w 42"/>
              <a:gd name="T1" fmla="*/ 1543255601 h 41"/>
              <a:gd name="T2" fmla="*/ 1539031282 w 42"/>
              <a:gd name="T3" fmla="*/ 1860981723 h 41"/>
              <a:gd name="T4" fmla="*/ 362126590 w 42"/>
              <a:gd name="T5" fmla="*/ 1860981723 h 41"/>
              <a:gd name="T6" fmla="*/ 0 w 42"/>
              <a:gd name="T7" fmla="*/ 1543255601 h 41"/>
              <a:gd name="T8" fmla="*/ 0 w 42"/>
              <a:gd name="T9" fmla="*/ 363121343 h 41"/>
              <a:gd name="T10" fmla="*/ 362126590 w 42"/>
              <a:gd name="T11" fmla="*/ 0 h 41"/>
              <a:gd name="T12" fmla="*/ 1539031282 w 42"/>
              <a:gd name="T13" fmla="*/ 0 h 41"/>
              <a:gd name="T14" fmla="*/ 1901157872 w 42"/>
              <a:gd name="T15" fmla="*/ 363121343 h 41"/>
              <a:gd name="T16" fmla="*/ 1901157872 w 42"/>
              <a:gd name="T17" fmla="*/ 1543255601 h 41"/>
              <a:gd name="T18" fmla="*/ 1584297105 w 42"/>
              <a:gd name="T19" fmla="*/ 862408136 h 41"/>
              <a:gd name="T20" fmla="*/ 1493765458 w 42"/>
              <a:gd name="T21" fmla="*/ 771624432 h 41"/>
              <a:gd name="T22" fmla="*/ 407392414 w 42"/>
              <a:gd name="T23" fmla="*/ 771624432 h 41"/>
              <a:gd name="T24" fmla="*/ 316860767 w 42"/>
              <a:gd name="T25" fmla="*/ 862408136 h 41"/>
              <a:gd name="T26" fmla="*/ 316860767 w 42"/>
              <a:gd name="T27" fmla="*/ 998573587 h 41"/>
              <a:gd name="T28" fmla="*/ 407392414 w 42"/>
              <a:gd name="T29" fmla="*/ 1089357291 h 41"/>
              <a:gd name="T30" fmla="*/ 1493765458 w 42"/>
              <a:gd name="T31" fmla="*/ 1089357291 h 41"/>
              <a:gd name="T32" fmla="*/ 1584297105 w 42"/>
              <a:gd name="T33" fmla="*/ 998573587 h 41"/>
              <a:gd name="T34" fmla="*/ 1584297105 w 42"/>
              <a:gd name="T35" fmla="*/ 862408136 h 4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2" h="41">
                <a:moveTo>
                  <a:pt x="42" y="34"/>
                </a:moveTo>
                <a:cubicBezTo>
                  <a:pt x="42" y="38"/>
                  <a:pt x="38" y="41"/>
                  <a:pt x="34" y="41"/>
                </a:cubicBezTo>
                <a:cubicBezTo>
                  <a:pt x="8" y="41"/>
                  <a:pt x="8" y="41"/>
                  <a:pt x="8" y="41"/>
                </a:cubicBezTo>
                <a:cubicBezTo>
                  <a:pt x="4" y="41"/>
                  <a:pt x="0" y="38"/>
                  <a:pt x="0" y="34"/>
                </a:cubicBezTo>
                <a:cubicBezTo>
                  <a:pt x="0" y="8"/>
                  <a:pt x="0" y="8"/>
                  <a:pt x="0" y="8"/>
                </a:cubicBezTo>
                <a:cubicBezTo>
                  <a:pt x="0" y="4"/>
                  <a:pt x="4" y="0"/>
                  <a:pt x="8" y="0"/>
                </a:cubicBezTo>
                <a:cubicBezTo>
                  <a:pt x="34" y="0"/>
                  <a:pt x="34" y="0"/>
                  <a:pt x="34" y="0"/>
                </a:cubicBezTo>
                <a:cubicBezTo>
                  <a:pt x="38" y="0"/>
                  <a:pt x="42" y="4"/>
                  <a:pt x="42" y="8"/>
                </a:cubicBezTo>
                <a:lnTo>
                  <a:pt x="42" y="34"/>
                </a:lnTo>
                <a:close/>
                <a:moveTo>
                  <a:pt x="35" y="19"/>
                </a:moveTo>
                <a:cubicBezTo>
                  <a:pt x="35" y="18"/>
                  <a:pt x="34" y="17"/>
                  <a:pt x="33" y="17"/>
                </a:cubicBezTo>
                <a:cubicBezTo>
                  <a:pt x="9" y="17"/>
                  <a:pt x="9" y="17"/>
                  <a:pt x="9" y="17"/>
                </a:cubicBezTo>
                <a:cubicBezTo>
                  <a:pt x="8" y="17"/>
                  <a:pt x="7" y="18"/>
                  <a:pt x="7" y="19"/>
                </a:cubicBezTo>
                <a:cubicBezTo>
                  <a:pt x="7" y="22"/>
                  <a:pt x="7" y="22"/>
                  <a:pt x="7" y="22"/>
                </a:cubicBezTo>
                <a:cubicBezTo>
                  <a:pt x="7" y="23"/>
                  <a:pt x="8" y="24"/>
                  <a:pt x="9" y="24"/>
                </a:cubicBezTo>
                <a:cubicBezTo>
                  <a:pt x="33" y="24"/>
                  <a:pt x="33" y="24"/>
                  <a:pt x="33" y="24"/>
                </a:cubicBezTo>
                <a:cubicBezTo>
                  <a:pt x="34" y="24"/>
                  <a:pt x="35" y="23"/>
                  <a:pt x="35" y="22"/>
                </a:cubicBezTo>
                <a:lnTo>
                  <a:pt x="35"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3" name="稻壳儿小白白(http://dwz.cn/Wu2UP)"/>
          <p:cNvSpPr>
            <a:spLocks noEditPoints="1"/>
          </p:cNvSpPr>
          <p:nvPr/>
        </p:nvSpPr>
        <p:spPr>
          <a:xfrm>
            <a:off x="2810161" y="3607118"/>
            <a:ext cx="276034" cy="270891"/>
          </a:xfrm>
          <a:custGeom>
            <a:avLst/>
            <a:gdLst>
              <a:gd name="T0" fmla="*/ 1719071436 w 38"/>
              <a:gd name="T1" fmla="*/ 1378669781 h 37"/>
              <a:gd name="T2" fmla="*/ 1357160244 w 38"/>
              <a:gd name="T3" fmla="*/ 1700356233 h 37"/>
              <a:gd name="T4" fmla="*/ 361911192 w 38"/>
              <a:gd name="T5" fmla="*/ 1700356233 h 37"/>
              <a:gd name="T6" fmla="*/ 0 w 38"/>
              <a:gd name="T7" fmla="*/ 1378669781 h 37"/>
              <a:gd name="T8" fmla="*/ 0 w 38"/>
              <a:gd name="T9" fmla="*/ 321686452 h 37"/>
              <a:gd name="T10" fmla="*/ 361911192 w 38"/>
              <a:gd name="T11" fmla="*/ 0 h 37"/>
              <a:gd name="T12" fmla="*/ 1357160244 w 38"/>
              <a:gd name="T13" fmla="*/ 0 h 37"/>
              <a:gd name="T14" fmla="*/ 1719071436 w 38"/>
              <a:gd name="T15" fmla="*/ 321686452 h 37"/>
              <a:gd name="T16" fmla="*/ 1719071436 w 38"/>
              <a:gd name="T17" fmla="*/ 1378669781 h 37"/>
              <a:gd name="T18" fmla="*/ 1583354739 w 38"/>
              <a:gd name="T19" fmla="*/ 321686452 h 37"/>
              <a:gd name="T20" fmla="*/ 1357160244 w 38"/>
              <a:gd name="T21" fmla="*/ 137865622 h 37"/>
              <a:gd name="T22" fmla="*/ 361911192 w 38"/>
              <a:gd name="T23" fmla="*/ 137865622 h 37"/>
              <a:gd name="T24" fmla="*/ 180955596 w 38"/>
              <a:gd name="T25" fmla="*/ 321686452 h 37"/>
              <a:gd name="T26" fmla="*/ 180955596 w 38"/>
              <a:gd name="T27" fmla="*/ 1378669781 h 37"/>
              <a:gd name="T28" fmla="*/ 361911192 w 38"/>
              <a:gd name="T29" fmla="*/ 1562490611 h 37"/>
              <a:gd name="T30" fmla="*/ 1357160244 w 38"/>
              <a:gd name="T31" fmla="*/ 1562490611 h 37"/>
              <a:gd name="T32" fmla="*/ 1583354739 w 38"/>
              <a:gd name="T33" fmla="*/ 1378669781 h 37"/>
              <a:gd name="T34" fmla="*/ 1583354739 w 38"/>
              <a:gd name="T35" fmla="*/ 321686452 h 37"/>
              <a:gd name="T36" fmla="*/ 1402399143 w 38"/>
              <a:gd name="T37" fmla="*/ 873155720 h 37"/>
              <a:gd name="T38" fmla="*/ 1357160244 w 38"/>
              <a:gd name="T39" fmla="*/ 919110928 h 37"/>
              <a:gd name="T40" fmla="*/ 361911192 w 38"/>
              <a:gd name="T41" fmla="*/ 919110928 h 37"/>
              <a:gd name="T42" fmla="*/ 316672293 w 38"/>
              <a:gd name="T43" fmla="*/ 873155720 h 37"/>
              <a:gd name="T44" fmla="*/ 316672293 w 38"/>
              <a:gd name="T45" fmla="*/ 827200513 h 37"/>
              <a:gd name="T46" fmla="*/ 361911192 w 38"/>
              <a:gd name="T47" fmla="*/ 781245305 h 37"/>
              <a:gd name="T48" fmla="*/ 1357160244 w 38"/>
              <a:gd name="T49" fmla="*/ 781245305 h 37"/>
              <a:gd name="T50" fmla="*/ 1402399143 w 38"/>
              <a:gd name="T51" fmla="*/ 827200513 h 37"/>
              <a:gd name="T52" fmla="*/ 1402399143 w 38"/>
              <a:gd name="T53" fmla="*/ 873155720 h 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38" h="37">
                <a:moveTo>
                  <a:pt x="38" y="30"/>
                </a:moveTo>
                <a:cubicBezTo>
                  <a:pt x="38" y="34"/>
                  <a:pt x="34" y="37"/>
                  <a:pt x="30" y="37"/>
                </a:cubicBezTo>
                <a:cubicBezTo>
                  <a:pt x="8" y="37"/>
                  <a:pt x="8" y="37"/>
                  <a:pt x="8" y="37"/>
                </a:cubicBezTo>
                <a:cubicBezTo>
                  <a:pt x="4" y="37"/>
                  <a:pt x="0" y="34"/>
                  <a:pt x="0" y="30"/>
                </a:cubicBezTo>
                <a:cubicBezTo>
                  <a:pt x="0" y="7"/>
                  <a:pt x="0" y="7"/>
                  <a:pt x="0" y="7"/>
                </a:cubicBezTo>
                <a:cubicBezTo>
                  <a:pt x="0" y="3"/>
                  <a:pt x="4" y="0"/>
                  <a:pt x="8" y="0"/>
                </a:cubicBezTo>
                <a:cubicBezTo>
                  <a:pt x="30" y="0"/>
                  <a:pt x="30" y="0"/>
                  <a:pt x="30" y="0"/>
                </a:cubicBezTo>
                <a:cubicBezTo>
                  <a:pt x="34" y="0"/>
                  <a:pt x="38" y="3"/>
                  <a:pt x="38" y="7"/>
                </a:cubicBezTo>
                <a:lnTo>
                  <a:pt x="38" y="30"/>
                </a:lnTo>
                <a:close/>
                <a:moveTo>
                  <a:pt x="35" y="7"/>
                </a:moveTo>
                <a:cubicBezTo>
                  <a:pt x="35" y="5"/>
                  <a:pt x="33" y="3"/>
                  <a:pt x="30" y="3"/>
                </a:cubicBezTo>
                <a:cubicBezTo>
                  <a:pt x="8" y="3"/>
                  <a:pt x="8" y="3"/>
                  <a:pt x="8" y="3"/>
                </a:cubicBezTo>
                <a:cubicBezTo>
                  <a:pt x="6" y="3"/>
                  <a:pt x="4" y="5"/>
                  <a:pt x="4" y="7"/>
                </a:cubicBezTo>
                <a:cubicBezTo>
                  <a:pt x="4" y="30"/>
                  <a:pt x="4" y="30"/>
                  <a:pt x="4" y="30"/>
                </a:cubicBezTo>
                <a:cubicBezTo>
                  <a:pt x="4" y="32"/>
                  <a:pt x="6" y="34"/>
                  <a:pt x="8" y="34"/>
                </a:cubicBezTo>
                <a:cubicBezTo>
                  <a:pt x="30" y="34"/>
                  <a:pt x="30" y="34"/>
                  <a:pt x="30" y="34"/>
                </a:cubicBezTo>
                <a:cubicBezTo>
                  <a:pt x="33" y="34"/>
                  <a:pt x="35" y="32"/>
                  <a:pt x="35" y="30"/>
                </a:cubicBezTo>
                <a:lnTo>
                  <a:pt x="35" y="7"/>
                </a:lnTo>
                <a:close/>
                <a:moveTo>
                  <a:pt x="31" y="19"/>
                </a:moveTo>
                <a:cubicBezTo>
                  <a:pt x="31" y="20"/>
                  <a:pt x="31" y="20"/>
                  <a:pt x="30" y="20"/>
                </a:cubicBezTo>
                <a:cubicBezTo>
                  <a:pt x="8" y="20"/>
                  <a:pt x="8" y="20"/>
                  <a:pt x="8" y="20"/>
                </a:cubicBezTo>
                <a:cubicBezTo>
                  <a:pt x="7" y="20"/>
                  <a:pt x="7" y="20"/>
                  <a:pt x="7" y="19"/>
                </a:cubicBezTo>
                <a:cubicBezTo>
                  <a:pt x="7" y="18"/>
                  <a:pt x="7" y="18"/>
                  <a:pt x="7" y="18"/>
                </a:cubicBezTo>
                <a:cubicBezTo>
                  <a:pt x="7" y="17"/>
                  <a:pt x="7" y="17"/>
                  <a:pt x="8" y="17"/>
                </a:cubicBezTo>
                <a:cubicBezTo>
                  <a:pt x="30" y="17"/>
                  <a:pt x="30" y="17"/>
                  <a:pt x="30" y="17"/>
                </a:cubicBezTo>
                <a:cubicBezTo>
                  <a:pt x="31" y="17"/>
                  <a:pt x="31" y="17"/>
                  <a:pt x="31" y="18"/>
                </a:cubicBezTo>
                <a:lnTo>
                  <a:pt x="31"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4" name="稻壳儿小白白(http://dwz.cn/Wu2UP)"/>
          <p:cNvSpPr>
            <a:spLocks noEditPoints="1"/>
          </p:cNvSpPr>
          <p:nvPr/>
        </p:nvSpPr>
        <p:spPr>
          <a:xfrm>
            <a:off x="2875312" y="4167759"/>
            <a:ext cx="147447" cy="245174"/>
          </a:xfrm>
          <a:custGeom>
            <a:avLst/>
            <a:gdLst>
              <a:gd name="T0" fmla="*/ 931953781 w 20"/>
              <a:gd name="T1" fmla="*/ 1381988375 h 34"/>
              <a:gd name="T2" fmla="*/ 792159008 w 20"/>
              <a:gd name="T3" fmla="*/ 1515732417 h 34"/>
              <a:gd name="T4" fmla="*/ 139794774 w 20"/>
              <a:gd name="T5" fmla="*/ 1515732417 h 34"/>
              <a:gd name="T6" fmla="*/ 0 w 20"/>
              <a:gd name="T7" fmla="*/ 1381988375 h 34"/>
              <a:gd name="T8" fmla="*/ 0 w 20"/>
              <a:gd name="T9" fmla="*/ 133744041 h 34"/>
              <a:gd name="T10" fmla="*/ 139794774 w 20"/>
              <a:gd name="T11" fmla="*/ 0 h 34"/>
              <a:gd name="T12" fmla="*/ 792159008 w 20"/>
              <a:gd name="T13" fmla="*/ 0 h 34"/>
              <a:gd name="T14" fmla="*/ 931953781 w 20"/>
              <a:gd name="T15" fmla="*/ 133744041 h 34"/>
              <a:gd name="T16" fmla="*/ 931953781 w 20"/>
              <a:gd name="T17" fmla="*/ 1381988375 h 34"/>
              <a:gd name="T18" fmla="*/ 838761816 w 20"/>
              <a:gd name="T19" fmla="*/ 312062753 h 34"/>
              <a:gd name="T20" fmla="*/ 792159008 w 20"/>
              <a:gd name="T21" fmla="*/ 312062753 h 34"/>
              <a:gd name="T22" fmla="*/ 139794774 w 20"/>
              <a:gd name="T23" fmla="*/ 312062753 h 34"/>
              <a:gd name="T24" fmla="*/ 93198791 w 20"/>
              <a:gd name="T25" fmla="*/ 312062753 h 34"/>
              <a:gd name="T26" fmla="*/ 93198791 w 20"/>
              <a:gd name="T27" fmla="*/ 1159088317 h 34"/>
              <a:gd name="T28" fmla="*/ 139794774 w 20"/>
              <a:gd name="T29" fmla="*/ 1203669664 h 34"/>
              <a:gd name="T30" fmla="*/ 792159008 w 20"/>
              <a:gd name="T31" fmla="*/ 1203669664 h 34"/>
              <a:gd name="T32" fmla="*/ 838761816 w 20"/>
              <a:gd name="T33" fmla="*/ 1159088317 h 34"/>
              <a:gd name="T34" fmla="*/ 838761816 w 20"/>
              <a:gd name="T35" fmla="*/ 312062753 h 34"/>
              <a:gd name="T36" fmla="*/ 559172269 w 20"/>
              <a:gd name="T37" fmla="*/ 133744041 h 34"/>
              <a:gd name="T38" fmla="*/ 372781513 w 20"/>
              <a:gd name="T39" fmla="*/ 133744041 h 34"/>
              <a:gd name="T40" fmla="*/ 326185530 w 20"/>
              <a:gd name="T41" fmla="*/ 178318712 h 34"/>
              <a:gd name="T42" fmla="*/ 372781513 w 20"/>
              <a:gd name="T43" fmla="*/ 178318712 h 34"/>
              <a:gd name="T44" fmla="*/ 559172269 w 20"/>
              <a:gd name="T45" fmla="*/ 178318712 h 34"/>
              <a:gd name="T46" fmla="*/ 605768251 w 20"/>
              <a:gd name="T47" fmla="*/ 178318712 h 34"/>
              <a:gd name="T48" fmla="*/ 559172269 w 20"/>
              <a:gd name="T49" fmla="*/ 133744041 h 34"/>
              <a:gd name="T50" fmla="*/ 465980304 w 20"/>
              <a:gd name="T51" fmla="*/ 1248251011 h 34"/>
              <a:gd name="T52" fmla="*/ 372781513 w 20"/>
              <a:gd name="T53" fmla="*/ 1381988375 h 34"/>
              <a:gd name="T54" fmla="*/ 465980304 w 20"/>
              <a:gd name="T55" fmla="*/ 1471151070 h 34"/>
              <a:gd name="T56" fmla="*/ 559172269 w 20"/>
              <a:gd name="T57" fmla="*/ 1381988375 h 34"/>
              <a:gd name="T58" fmla="*/ 465980304 w 20"/>
              <a:gd name="T59" fmla="*/ 1248251011 h 34"/>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20" h="34">
                <a:moveTo>
                  <a:pt x="20" y="31"/>
                </a:moveTo>
                <a:cubicBezTo>
                  <a:pt x="20" y="32"/>
                  <a:pt x="19" y="34"/>
                  <a:pt x="17" y="34"/>
                </a:cubicBezTo>
                <a:cubicBezTo>
                  <a:pt x="3" y="34"/>
                  <a:pt x="3" y="34"/>
                  <a:pt x="3" y="34"/>
                </a:cubicBezTo>
                <a:cubicBezTo>
                  <a:pt x="1" y="34"/>
                  <a:pt x="0" y="32"/>
                  <a:pt x="0" y="31"/>
                </a:cubicBezTo>
                <a:cubicBezTo>
                  <a:pt x="0" y="3"/>
                  <a:pt x="0" y="3"/>
                  <a:pt x="0" y="3"/>
                </a:cubicBezTo>
                <a:cubicBezTo>
                  <a:pt x="0" y="1"/>
                  <a:pt x="1" y="0"/>
                  <a:pt x="3" y="0"/>
                </a:cubicBezTo>
                <a:cubicBezTo>
                  <a:pt x="17" y="0"/>
                  <a:pt x="17" y="0"/>
                  <a:pt x="17" y="0"/>
                </a:cubicBezTo>
                <a:cubicBezTo>
                  <a:pt x="19" y="0"/>
                  <a:pt x="20" y="1"/>
                  <a:pt x="20" y="3"/>
                </a:cubicBezTo>
                <a:lnTo>
                  <a:pt x="20" y="31"/>
                </a:lnTo>
                <a:close/>
                <a:moveTo>
                  <a:pt x="18" y="7"/>
                </a:moveTo>
                <a:cubicBezTo>
                  <a:pt x="18" y="7"/>
                  <a:pt x="17" y="7"/>
                  <a:pt x="17" y="7"/>
                </a:cubicBezTo>
                <a:cubicBezTo>
                  <a:pt x="3" y="7"/>
                  <a:pt x="3" y="7"/>
                  <a:pt x="3" y="7"/>
                </a:cubicBezTo>
                <a:cubicBezTo>
                  <a:pt x="3" y="7"/>
                  <a:pt x="2" y="7"/>
                  <a:pt x="2" y="7"/>
                </a:cubicBezTo>
                <a:cubicBezTo>
                  <a:pt x="2" y="26"/>
                  <a:pt x="2" y="26"/>
                  <a:pt x="2" y="26"/>
                </a:cubicBezTo>
                <a:cubicBezTo>
                  <a:pt x="2" y="27"/>
                  <a:pt x="3" y="27"/>
                  <a:pt x="3" y="27"/>
                </a:cubicBezTo>
                <a:cubicBezTo>
                  <a:pt x="17" y="27"/>
                  <a:pt x="17" y="27"/>
                  <a:pt x="17" y="27"/>
                </a:cubicBezTo>
                <a:cubicBezTo>
                  <a:pt x="17" y="27"/>
                  <a:pt x="18" y="27"/>
                  <a:pt x="18" y="26"/>
                </a:cubicBezTo>
                <a:lnTo>
                  <a:pt x="18" y="7"/>
                </a:lnTo>
                <a:close/>
                <a:moveTo>
                  <a:pt x="12" y="3"/>
                </a:moveTo>
                <a:cubicBezTo>
                  <a:pt x="8" y="3"/>
                  <a:pt x="8" y="3"/>
                  <a:pt x="8" y="3"/>
                </a:cubicBezTo>
                <a:cubicBezTo>
                  <a:pt x="8" y="3"/>
                  <a:pt x="7" y="3"/>
                  <a:pt x="7" y="4"/>
                </a:cubicBezTo>
                <a:cubicBezTo>
                  <a:pt x="7" y="4"/>
                  <a:pt x="8" y="4"/>
                  <a:pt x="8" y="4"/>
                </a:cubicBezTo>
                <a:cubicBezTo>
                  <a:pt x="12" y="4"/>
                  <a:pt x="12" y="4"/>
                  <a:pt x="12" y="4"/>
                </a:cubicBezTo>
                <a:cubicBezTo>
                  <a:pt x="12" y="4"/>
                  <a:pt x="13" y="4"/>
                  <a:pt x="13" y="4"/>
                </a:cubicBezTo>
                <a:cubicBezTo>
                  <a:pt x="13" y="3"/>
                  <a:pt x="12" y="3"/>
                  <a:pt x="12" y="3"/>
                </a:cubicBezTo>
                <a:close/>
                <a:moveTo>
                  <a:pt x="10" y="28"/>
                </a:moveTo>
                <a:cubicBezTo>
                  <a:pt x="9" y="28"/>
                  <a:pt x="8" y="29"/>
                  <a:pt x="8" y="31"/>
                </a:cubicBezTo>
                <a:cubicBezTo>
                  <a:pt x="8" y="32"/>
                  <a:pt x="9" y="33"/>
                  <a:pt x="10" y="33"/>
                </a:cubicBezTo>
                <a:cubicBezTo>
                  <a:pt x="11" y="33"/>
                  <a:pt x="12" y="32"/>
                  <a:pt x="12" y="31"/>
                </a:cubicBezTo>
                <a:cubicBezTo>
                  <a:pt x="12" y="29"/>
                  <a:pt x="11" y="28"/>
                  <a:pt x="10"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5" name="稻壳儿小白白(http://dwz.cn/Wu2UP)"/>
          <p:cNvSpPr>
            <a:spLocks noEditPoints="1"/>
          </p:cNvSpPr>
          <p:nvPr/>
        </p:nvSpPr>
        <p:spPr>
          <a:xfrm>
            <a:off x="2758726" y="4695825"/>
            <a:ext cx="377190" cy="255461"/>
          </a:xfrm>
          <a:custGeom>
            <a:avLst/>
            <a:gdLst>
              <a:gd name="T0" fmla="*/ 2147483646 w 52"/>
              <a:gd name="T1" fmla="*/ 1507233652 h 35"/>
              <a:gd name="T2" fmla="*/ 2147483646 w 52"/>
              <a:gd name="T3" fmla="*/ 1598577870 h 35"/>
              <a:gd name="T4" fmla="*/ 90220678 w 52"/>
              <a:gd name="T5" fmla="*/ 1598577870 h 35"/>
              <a:gd name="T6" fmla="*/ 0 w 52"/>
              <a:gd name="T7" fmla="*/ 1507233652 h 35"/>
              <a:gd name="T8" fmla="*/ 0 w 52"/>
              <a:gd name="T9" fmla="*/ 91344217 h 35"/>
              <a:gd name="T10" fmla="*/ 90220678 w 52"/>
              <a:gd name="T11" fmla="*/ 0 h 35"/>
              <a:gd name="T12" fmla="*/ 2147483646 w 52"/>
              <a:gd name="T13" fmla="*/ 0 h 35"/>
              <a:gd name="T14" fmla="*/ 2147483646 w 52"/>
              <a:gd name="T15" fmla="*/ 91344217 h 35"/>
              <a:gd name="T16" fmla="*/ 2147483646 w 52"/>
              <a:gd name="T17" fmla="*/ 1507233652 h 35"/>
              <a:gd name="T18" fmla="*/ 2147483646 w 52"/>
              <a:gd name="T19" fmla="*/ 502413470 h 35"/>
              <a:gd name="T20" fmla="*/ 1894593938 w 52"/>
              <a:gd name="T21" fmla="*/ 182695193 h 35"/>
              <a:gd name="T22" fmla="*/ 496203654 w 52"/>
              <a:gd name="T23" fmla="*/ 182695193 h 35"/>
              <a:gd name="T24" fmla="*/ 180434639 w 52"/>
              <a:gd name="T25" fmla="*/ 502413470 h 35"/>
              <a:gd name="T26" fmla="*/ 180434639 w 52"/>
              <a:gd name="T27" fmla="*/ 1096164400 h 35"/>
              <a:gd name="T28" fmla="*/ 496203654 w 52"/>
              <a:gd name="T29" fmla="*/ 1415882677 h 35"/>
              <a:gd name="T30" fmla="*/ 1894593938 w 52"/>
              <a:gd name="T31" fmla="*/ 1415882677 h 35"/>
              <a:gd name="T32" fmla="*/ 2147483646 w 52"/>
              <a:gd name="T33" fmla="*/ 1096164400 h 35"/>
              <a:gd name="T34" fmla="*/ 2147483646 w 52"/>
              <a:gd name="T35" fmla="*/ 502413470 h 35"/>
              <a:gd name="T36" fmla="*/ 1172841947 w 52"/>
              <a:gd name="T37" fmla="*/ 1324538459 h 35"/>
              <a:gd name="T38" fmla="*/ 766858971 w 52"/>
              <a:gd name="T39" fmla="*/ 776452881 h 35"/>
              <a:gd name="T40" fmla="*/ 1172841947 w 52"/>
              <a:gd name="T41" fmla="*/ 274039410 h 35"/>
              <a:gd name="T42" fmla="*/ 1578824923 w 52"/>
              <a:gd name="T43" fmla="*/ 776452881 h 35"/>
              <a:gd name="T44" fmla="*/ 1172841947 w 52"/>
              <a:gd name="T45" fmla="*/ 1324538459 h 35"/>
              <a:gd name="T46" fmla="*/ 1398390284 w 52"/>
              <a:gd name="T47" fmla="*/ 1096164400 h 35"/>
              <a:gd name="T48" fmla="*/ 1398390284 w 52"/>
              <a:gd name="T49" fmla="*/ 1004820182 h 35"/>
              <a:gd name="T50" fmla="*/ 1263062625 w 52"/>
              <a:gd name="T51" fmla="*/ 1004820182 h 35"/>
              <a:gd name="T52" fmla="*/ 1263062625 w 52"/>
              <a:gd name="T53" fmla="*/ 456734603 h 35"/>
              <a:gd name="T54" fmla="*/ 1127734966 w 52"/>
              <a:gd name="T55" fmla="*/ 456734603 h 35"/>
              <a:gd name="T56" fmla="*/ 947293611 w 52"/>
              <a:gd name="T57" fmla="*/ 593757688 h 35"/>
              <a:gd name="T58" fmla="*/ 1037514288 w 52"/>
              <a:gd name="T59" fmla="*/ 730780772 h 35"/>
              <a:gd name="T60" fmla="*/ 1082621269 w 52"/>
              <a:gd name="T61" fmla="*/ 639429796 h 35"/>
              <a:gd name="T62" fmla="*/ 1082621269 w 52"/>
              <a:gd name="T63" fmla="*/ 639429796 h 35"/>
              <a:gd name="T64" fmla="*/ 1082621269 w 52"/>
              <a:gd name="T65" fmla="*/ 1004820182 h 35"/>
              <a:gd name="T66" fmla="*/ 947293611 w 52"/>
              <a:gd name="T67" fmla="*/ 1004820182 h 35"/>
              <a:gd name="T68" fmla="*/ 947293611 w 52"/>
              <a:gd name="T69" fmla="*/ 1096164400 h 35"/>
              <a:gd name="T70" fmla="*/ 1398390284 w 52"/>
              <a:gd name="T71" fmla="*/ 1096164400 h 35"/>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 h="35">
                <a:moveTo>
                  <a:pt x="52" y="33"/>
                </a:moveTo>
                <a:cubicBezTo>
                  <a:pt x="52" y="34"/>
                  <a:pt x="51" y="35"/>
                  <a:pt x="50" y="35"/>
                </a:cubicBezTo>
                <a:cubicBezTo>
                  <a:pt x="2" y="35"/>
                  <a:pt x="2" y="35"/>
                  <a:pt x="2" y="35"/>
                </a:cubicBezTo>
                <a:cubicBezTo>
                  <a:pt x="1" y="35"/>
                  <a:pt x="0" y="34"/>
                  <a:pt x="0" y="33"/>
                </a:cubicBezTo>
                <a:cubicBezTo>
                  <a:pt x="0" y="2"/>
                  <a:pt x="0" y="2"/>
                  <a:pt x="0" y="2"/>
                </a:cubicBezTo>
                <a:cubicBezTo>
                  <a:pt x="0" y="1"/>
                  <a:pt x="1" y="0"/>
                  <a:pt x="2" y="0"/>
                </a:cubicBezTo>
                <a:cubicBezTo>
                  <a:pt x="50" y="0"/>
                  <a:pt x="50" y="0"/>
                  <a:pt x="50" y="0"/>
                </a:cubicBezTo>
                <a:cubicBezTo>
                  <a:pt x="51" y="0"/>
                  <a:pt x="52" y="1"/>
                  <a:pt x="52" y="2"/>
                </a:cubicBezTo>
                <a:lnTo>
                  <a:pt x="52" y="33"/>
                </a:lnTo>
                <a:close/>
                <a:moveTo>
                  <a:pt x="48" y="11"/>
                </a:moveTo>
                <a:cubicBezTo>
                  <a:pt x="45" y="11"/>
                  <a:pt x="42" y="8"/>
                  <a:pt x="42" y="4"/>
                </a:cubicBezTo>
                <a:cubicBezTo>
                  <a:pt x="11" y="4"/>
                  <a:pt x="11" y="4"/>
                  <a:pt x="11" y="4"/>
                </a:cubicBezTo>
                <a:cubicBezTo>
                  <a:pt x="11" y="8"/>
                  <a:pt x="8" y="11"/>
                  <a:pt x="4" y="11"/>
                </a:cubicBezTo>
                <a:cubicBezTo>
                  <a:pt x="4" y="24"/>
                  <a:pt x="4" y="24"/>
                  <a:pt x="4" y="24"/>
                </a:cubicBezTo>
                <a:cubicBezTo>
                  <a:pt x="8" y="24"/>
                  <a:pt x="11" y="27"/>
                  <a:pt x="11" y="31"/>
                </a:cubicBezTo>
                <a:cubicBezTo>
                  <a:pt x="42" y="31"/>
                  <a:pt x="42" y="31"/>
                  <a:pt x="42" y="31"/>
                </a:cubicBezTo>
                <a:cubicBezTo>
                  <a:pt x="42" y="27"/>
                  <a:pt x="45" y="24"/>
                  <a:pt x="48" y="24"/>
                </a:cubicBezTo>
                <a:lnTo>
                  <a:pt x="48" y="11"/>
                </a:lnTo>
                <a:close/>
                <a:moveTo>
                  <a:pt x="26" y="29"/>
                </a:moveTo>
                <a:cubicBezTo>
                  <a:pt x="20" y="29"/>
                  <a:pt x="17" y="22"/>
                  <a:pt x="17" y="17"/>
                </a:cubicBezTo>
                <a:cubicBezTo>
                  <a:pt x="17" y="13"/>
                  <a:pt x="20" y="6"/>
                  <a:pt x="26" y="6"/>
                </a:cubicBezTo>
                <a:cubicBezTo>
                  <a:pt x="32" y="6"/>
                  <a:pt x="35" y="13"/>
                  <a:pt x="35" y="17"/>
                </a:cubicBezTo>
                <a:cubicBezTo>
                  <a:pt x="35" y="22"/>
                  <a:pt x="32" y="29"/>
                  <a:pt x="26" y="29"/>
                </a:cubicBezTo>
                <a:close/>
                <a:moveTo>
                  <a:pt x="31" y="24"/>
                </a:moveTo>
                <a:cubicBezTo>
                  <a:pt x="31" y="22"/>
                  <a:pt x="31" y="22"/>
                  <a:pt x="31" y="22"/>
                </a:cubicBezTo>
                <a:cubicBezTo>
                  <a:pt x="28" y="22"/>
                  <a:pt x="28" y="22"/>
                  <a:pt x="28" y="22"/>
                </a:cubicBezTo>
                <a:cubicBezTo>
                  <a:pt x="28" y="10"/>
                  <a:pt x="28" y="10"/>
                  <a:pt x="28" y="10"/>
                </a:cubicBezTo>
                <a:cubicBezTo>
                  <a:pt x="25" y="10"/>
                  <a:pt x="25" y="10"/>
                  <a:pt x="25" y="10"/>
                </a:cubicBezTo>
                <a:cubicBezTo>
                  <a:pt x="21" y="13"/>
                  <a:pt x="21" y="13"/>
                  <a:pt x="21" y="13"/>
                </a:cubicBezTo>
                <a:cubicBezTo>
                  <a:pt x="23" y="16"/>
                  <a:pt x="23" y="16"/>
                  <a:pt x="23" y="16"/>
                </a:cubicBezTo>
                <a:cubicBezTo>
                  <a:pt x="23" y="15"/>
                  <a:pt x="24" y="15"/>
                  <a:pt x="24" y="14"/>
                </a:cubicBezTo>
                <a:cubicBezTo>
                  <a:pt x="24" y="14"/>
                  <a:pt x="24" y="14"/>
                  <a:pt x="24" y="14"/>
                </a:cubicBezTo>
                <a:cubicBezTo>
                  <a:pt x="24" y="22"/>
                  <a:pt x="24" y="22"/>
                  <a:pt x="24" y="22"/>
                </a:cubicBezTo>
                <a:cubicBezTo>
                  <a:pt x="21" y="22"/>
                  <a:pt x="21" y="22"/>
                  <a:pt x="21" y="22"/>
                </a:cubicBezTo>
                <a:cubicBezTo>
                  <a:pt x="21" y="24"/>
                  <a:pt x="21" y="24"/>
                  <a:pt x="21" y="24"/>
                </a:cubicBezTo>
                <a:lnTo>
                  <a:pt x="31" y="2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6" name="稻壳儿小白白(http://dwz.cn/Wu2UP)"/>
          <p:cNvSpPr>
            <a:spLocks noEditPoints="1"/>
          </p:cNvSpPr>
          <p:nvPr/>
        </p:nvSpPr>
        <p:spPr>
          <a:xfrm>
            <a:off x="2796445" y="5203317"/>
            <a:ext cx="289750" cy="303467"/>
          </a:xfrm>
          <a:custGeom>
            <a:avLst/>
            <a:gdLst>
              <a:gd name="T0" fmla="*/ 944712306 w 40"/>
              <a:gd name="T1" fmla="*/ 1879863242 h 42"/>
              <a:gd name="T2" fmla="*/ 0 w 40"/>
              <a:gd name="T3" fmla="*/ 939931621 h 42"/>
              <a:gd name="T4" fmla="*/ 899727283 w 40"/>
              <a:gd name="T5" fmla="*/ 44757374 h 42"/>
              <a:gd name="T6" fmla="*/ 989697329 w 40"/>
              <a:gd name="T7" fmla="*/ 89514749 h 42"/>
              <a:gd name="T8" fmla="*/ 989697329 w 40"/>
              <a:gd name="T9" fmla="*/ 134278813 h 42"/>
              <a:gd name="T10" fmla="*/ 764765508 w 40"/>
              <a:gd name="T11" fmla="*/ 626623311 h 42"/>
              <a:gd name="T12" fmla="*/ 1394569240 w 40"/>
              <a:gd name="T13" fmla="*/ 1298003995 h 42"/>
              <a:gd name="T14" fmla="*/ 1664486084 w 40"/>
              <a:gd name="T15" fmla="*/ 1208482557 h 42"/>
              <a:gd name="T16" fmla="*/ 1754462837 w 40"/>
              <a:gd name="T17" fmla="*/ 1253239931 h 42"/>
              <a:gd name="T18" fmla="*/ 1799447859 w 40"/>
              <a:gd name="T19" fmla="*/ 1342761370 h 42"/>
              <a:gd name="T20" fmla="*/ 944712306 w 40"/>
              <a:gd name="T21" fmla="*/ 1879863242 h 42"/>
              <a:gd name="T22" fmla="*/ 1394569240 w 40"/>
              <a:gd name="T23" fmla="*/ 1432276118 h 42"/>
              <a:gd name="T24" fmla="*/ 584818710 w 40"/>
              <a:gd name="T25" fmla="*/ 626623311 h 42"/>
              <a:gd name="T26" fmla="*/ 719780485 w 40"/>
              <a:gd name="T27" fmla="*/ 223793562 h 42"/>
              <a:gd name="T28" fmla="*/ 179946798 w 40"/>
              <a:gd name="T29" fmla="*/ 939931621 h 42"/>
              <a:gd name="T30" fmla="*/ 944712306 w 40"/>
              <a:gd name="T31" fmla="*/ 1700827054 h 42"/>
              <a:gd name="T32" fmla="*/ 1529531016 w 40"/>
              <a:gd name="T33" fmla="*/ 1432276118 h 42"/>
              <a:gd name="T34" fmla="*/ 1394569240 w 40"/>
              <a:gd name="T35" fmla="*/ 1432276118 h 42"/>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2">
                <a:moveTo>
                  <a:pt x="21" y="42"/>
                </a:moveTo>
                <a:cubicBezTo>
                  <a:pt x="10" y="42"/>
                  <a:pt x="0" y="32"/>
                  <a:pt x="0" y="21"/>
                </a:cubicBezTo>
                <a:cubicBezTo>
                  <a:pt x="0" y="10"/>
                  <a:pt x="9" y="1"/>
                  <a:pt x="20" y="1"/>
                </a:cubicBezTo>
                <a:cubicBezTo>
                  <a:pt x="21" y="0"/>
                  <a:pt x="22" y="1"/>
                  <a:pt x="22" y="2"/>
                </a:cubicBezTo>
                <a:cubicBezTo>
                  <a:pt x="22" y="2"/>
                  <a:pt x="22" y="3"/>
                  <a:pt x="22" y="3"/>
                </a:cubicBezTo>
                <a:cubicBezTo>
                  <a:pt x="18" y="6"/>
                  <a:pt x="17" y="10"/>
                  <a:pt x="17" y="14"/>
                </a:cubicBezTo>
                <a:cubicBezTo>
                  <a:pt x="17" y="22"/>
                  <a:pt x="23" y="29"/>
                  <a:pt x="31" y="29"/>
                </a:cubicBezTo>
                <a:cubicBezTo>
                  <a:pt x="33" y="29"/>
                  <a:pt x="36" y="28"/>
                  <a:pt x="37" y="27"/>
                </a:cubicBezTo>
                <a:cubicBezTo>
                  <a:pt x="38" y="27"/>
                  <a:pt x="39" y="27"/>
                  <a:pt x="39" y="28"/>
                </a:cubicBezTo>
                <a:cubicBezTo>
                  <a:pt x="40" y="28"/>
                  <a:pt x="40" y="29"/>
                  <a:pt x="40" y="30"/>
                </a:cubicBezTo>
                <a:cubicBezTo>
                  <a:pt x="36" y="37"/>
                  <a:pt x="29" y="42"/>
                  <a:pt x="21" y="42"/>
                </a:cubicBezTo>
                <a:close/>
                <a:moveTo>
                  <a:pt x="31" y="32"/>
                </a:moveTo>
                <a:cubicBezTo>
                  <a:pt x="21" y="32"/>
                  <a:pt x="13" y="24"/>
                  <a:pt x="13" y="14"/>
                </a:cubicBezTo>
                <a:cubicBezTo>
                  <a:pt x="13" y="11"/>
                  <a:pt x="14" y="7"/>
                  <a:pt x="16" y="5"/>
                </a:cubicBezTo>
                <a:cubicBezTo>
                  <a:pt x="9" y="7"/>
                  <a:pt x="4" y="13"/>
                  <a:pt x="4" y="21"/>
                </a:cubicBezTo>
                <a:cubicBezTo>
                  <a:pt x="4" y="31"/>
                  <a:pt x="12" y="38"/>
                  <a:pt x="21" y="38"/>
                </a:cubicBezTo>
                <a:cubicBezTo>
                  <a:pt x="26" y="38"/>
                  <a:pt x="31" y="36"/>
                  <a:pt x="34" y="32"/>
                </a:cubicBezTo>
                <a:cubicBezTo>
                  <a:pt x="33" y="32"/>
                  <a:pt x="32" y="32"/>
                  <a:pt x="31" y="3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7" name="稻壳儿小白白(http://dwz.cn/Wu2UP)"/>
          <p:cNvSpPr>
            <a:spLocks noEditPoints="1"/>
          </p:cNvSpPr>
          <p:nvPr/>
        </p:nvSpPr>
        <p:spPr>
          <a:xfrm>
            <a:off x="2724436" y="5739956"/>
            <a:ext cx="447484" cy="296608"/>
          </a:xfrm>
          <a:custGeom>
            <a:avLst/>
            <a:gdLst>
              <a:gd name="T0" fmla="*/ 2147483646 w 62"/>
              <a:gd name="T1" fmla="*/ 493562880 h 41"/>
              <a:gd name="T2" fmla="*/ 1384480354 w 62"/>
              <a:gd name="T3" fmla="*/ 942259452 h 41"/>
              <a:gd name="T4" fmla="*/ 1384480354 w 62"/>
              <a:gd name="T5" fmla="*/ 942259452 h 41"/>
              <a:gd name="T6" fmla="*/ 1384480354 w 62"/>
              <a:gd name="T7" fmla="*/ 942259452 h 41"/>
              <a:gd name="T8" fmla="*/ 580586380 w 62"/>
              <a:gd name="T9" fmla="*/ 673041509 h 41"/>
              <a:gd name="T10" fmla="*/ 491263342 w 62"/>
              <a:gd name="T11" fmla="*/ 1031998766 h 41"/>
              <a:gd name="T12" fmla="*/ 535924861 w 62"/>
              <a:gd name="T13" fmla="*/ 1166604388 h 41"/>
              <a:gd name="T14" fmla="*/ 491263342 w 62"/>
              <a:gd name="T15" fmla="*/ 1301210011 h 41"/>
              <a:gd name="T16" fmla="*/ 535924861 w 62"/>
              <a:gd name="T17" fmla="*/ 1794779589 h 41"/>
              <a:gd name="T18" fmla="*/ 535924861 w 62"/>
              <a:gd name="T19" fmla="*/ 1839645897 h 41"/>
              <a:gd name="T20" fmla="*/ 491263342 w 62"/>
              <a:gd name="T21" fmla="*/ 1839645897 h 41"/>
              <a:gd name="T22" fmla="*/ 267962430 w 62"/>
              <a:gd name="T23" fmla="*/ 1839645897 h 41"/>
              <a:gd name="T24" fmla="*/ 267962430 w 62"/>
              <a:gd name="T25" fmla="*/ 1839645897 h 41"/>
              <a:gd name="T26" fmla="*/ 223300912 w 62"/>
              <a:gd name="T27" fmla="*/ 1794779589 h 41"/>
              <a:gd name="T28" fmla="*/ 312623949 w 62"/>
              <a:gd name="T29" fmla="*/ 1301210011 h 41"/>
              <a:gd name="T30" fmla="*/ 223300912 w 62"/>
              <a:gd name="T31" fmla="*/ 1166604388 h 41"/>
              <a:gd name="T32" fmla="*/ 312623949 w 62"/>
              <a:gd name="T33" fmla="*/ 1031998766 h 41"/>
              <a:gd name="T34" fmla="*/ 446608506 w 62"/>
              <a:gd name="T35" fmla="*/ 628168502 h 41"/>
              <a:gd name="T36" fmla="*/ 44661519 w 62"/>
              <a:gd name="T37" fmla="*/ 493562880 h 41"/>
              <a:gd name="T38" fmla="*/ 0 w 62"/>
              <a:gd name="T39" fmla="*/ 448696572 h 41"/>
              <a:gd name="T40" fmla="*/ 44661519 w 62"/>
              <a:gd name="T41" fmla="*/ 448696572 h 41"/>
              <a:gd name="T42" fmla="*/ 1384480354 w 62"/>
              <a:gd name="T43" fmla="*/ 0 h 41"/>
              <a:gd name="T44" fmla="*/ 1384480354 w 62"/>
              <a:gd name="T45" fmla="*/ 0 h 41"/>
              <a:gd name="T46" fmla="*/ 1384480354 w 62"/>
              <a:gd name="T47" fmla="*/ 0 h 41"/>
              <a:gd name="T48" fmla="*/ 2147483646 w 62"/>
              <a:gd name="T49" fmla="*/ 448696572 h 41"/>
              <a:gd name="T50" fmla="*/ 2147483646 w 62"/>
              <a:gd name="T51" fmla="*/ 448696572 h 41"/>
              <a:gd name="T52" fmla="*/ 2147483646 w 62"/>
              <a:gd name="T53" fmla="*/ 493562880 h 41"/>
              <a:gd name="T54" fmla="*/ 2143706127 w 62"/>
              <a:gd name="T55" fmla="*/ 1256343703 h 41"/>
              <a:gd name="T56" fmla="*/ 1384480354 w 62"/>
              <a:gd name="T57" fmla="*/ 1525561646 h 41"/>
              <a:gd name="T58" fmla="*/ 625247899 w 62"/>
              <a:gd name="T59" fmla="*/ 1256343703 h 41"/>
              <a:gd name="T60" fmla="*/ 625247899 w 62"/>
              <a:gd name="T61" fmla="*/ 852520137 h 41"/>
              <a:gd name="T62" fmla="*/ 1339818835 w 62"/>
              <a:gd name="T63" fmla="*/ 1076865074 h 41"/>
              <a:gd name="T64" fmla="*/ 1384480354 w 62"/>
              <a:gd name="T65" fmla="*/ 1076865074 h 41"/>
              <a:gd name="T66" fmla="*/ 1429135190 w 62"/>
              <a:gd name="T67" fmla="*/ 1076865074 h 41"/>
              <a:gd name="T68" fmla="*/ 2143706127 w 62"/>
              <a:gd name="T69" fmla="*/ 852520137 h 41"/>
              <a:gd name="T70" fmla="*/ 2143706127 w 62"/>
              <a:gd name="T71" fmla="*/ 1256343703 h 4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62" h="41">
                <a:moveTo>
                  <a:pt x="61" y="11"/>
                </a:moveTo>
                <a:cubicBezTo>
                  <a:pt x="31" y="21"/>
                  <a:pt x="31" y="21"/>
                  <a:pt x="31" y="21"/>
                </a:cubicBezTo>
                <a:cubicBezTo>
                  <a:pt x="31" y="21"/>
                  <a:pt x="31" y="21"/>
                  <a:pt x="31" y="21"/>
                </a:cubicBezTo>
                <a:cubicBezTo>
                  <a:pt x="31" y="21"/>
                  <a:pt x="31" y="21"/>
                  <a:pt x="31" y="21"/>
                </a:cubicBezTo>
                <a:cubicBezTo>
                  <a:pt x="13" y="15"/>
                  <a:pt x="13" y="15"/>
                  <a:pt x="13" y="15"/>
                </a:cubicBezTo>
                <a:cubicBezTo>
                  <a:pt x="12" y="16"/>
                  <a:pt x="11" y="19"/>
                  <a:pt x="11" y="23"/>
                </a:cubicBezTo>
                <a:cubicBezTo>
                  <a:pt x="12" y="23"/>
                  <a:pt x="12" y="25"/>
                  <a:pt x="12" y="26"/>
                </a:cubicBezTo>
                <a:cubicBezTo>
                  <a:pt x="12" y="27"/>
                  <a:pt x="12" y="28"/>
                  <a:pt x="11" y="29"/>
                </a:cubicBezTo>
                <a:cubicBezTo>
                  <a:pt x="12" y="40"/>
                  <a:pt x="12" y="40"/>
                  <a:pt x="12" y="40"/>
                </a:cubicBezTo>
                <a:cubicBezTo>
                  <a:pt x="12" y="41"/>
                  <a:pt x="12" y="41"/>
                  <a:pt x="12" y="41"/>
                </a:cubicBezTo>
                <a:cubicBezTo>
                  <a:pt x="12" y="41"/>
                  <a:pt x="12" y="41"/>
                  <a:pt x="11" y="41"/>
                </a:cubicBezTo>
                <a:cubicBezTo>
                  <a:pt x="6" y="41"/>
                  <a:pt x="6" y="41"/>
                  <a:pt x="6" y="41"/>
                </a:cubicBezTo>
                <a:cubicBezTo>
                  <a:pt x="6" y="41"/>
                  <a:pt x="6" y="41"/>
                  <a:pt x="6" y="41"/>
                </a:cubicBezTo>
                <a:cubicBezTo>
                  <a:pt x="5" y="41"/>
                  <a:pt x="5" y="41"/>
                  <a:pt x="5" y="40"/>
                </a:cubicBezTo>
                <a:cubicBezTo>
                  <a:pt x="7" y="29"/>
                  <a:pt x="7" y="29"/>
                  <a:pt x="7" y="29"/>
                </a:cubicBezTo>
                <a:cubicBezTo>
                  <a:pt x="6" y="28"/>
                  <a:pt x="5" y="27"/>
                  <a:pt x="5" y="26"/>
                </a:cubicBezTo>
                <a:cubicBezTo>
                  <a:pt x="5" y="25"/>
                  <a:pt x="6" y="23"/>
                  <a:pt x="7" y="23"/>
                </a:cubicBezTo>
                <a:cubicBezTo>
                  <a:pt x="7" y="20"/>
                  <a:pt x="8" y="16"/>
                  <a:pt x="10" y="14"/>
                </a:cubicBezTo>
                <a:cubicBezTo>
                  <a:pt x="1" y="11"/>
                  <a:pt x="1" y="11"/>
                  <a:pt x="1" y="11"/>
                </a:cubicBezTo>
                <a:cubicBezTo>
                  <a:pt x="0" y="11"/>
                  <a:pt x="0" y="11"/>
                  <a:pt x="0" y="10"/>
                </a:cubicBezTo>
                <a:cubicBezTo>
                  <a:pt x="0" y="10"/>
                  <a:pt x="0" y="10"/>
                  <a:pt x="1" y="10"/>
                </a:cubicBezTo>
                <a:cubicBezTo>
                  <a:pt x="31" y="0"/>
                  <a:pt x="31" y="0"/>
                  <a:pt x="31" y="0"/>
                </a:cubicBezTo>
                <a:cubicBezTo>
                  <a:pt x="31" y="0"/>
                  <a:pt x="31" y="0"/>
                  <a:pt x="31" y="0"/>
                </a:cubicBezTo>
                <a:cubicBezTo>
                  <a:pt x="31" y="0"/>
                  <a:pt x="31" y="0"/>
                  <a:pt x="31" y="0"/>
                </a:cubicBezTo>
                <a:cubicBezTo>
                  <a:pt x="61" y="10"/>
                  <a:pt x="61" y="10"/>
                  <a:pt x="61" y="10"/>
                </a:cubicBezTo>
                <a:cubicBezTo>
                  <a:pt x="62" y="10"/>
                  <a:pt x="62" y="10"/>
                  <a:pt x="62" y="10"/>
                </a:cubicBezTo>
                <a:cubicBezTo>
                  <a:pt x="62" y="11"/>
                  <a:pt x="62" y="11"/>
                  <a:pt x="61" y="11"/>
                </a:cubicBezTo>
                <a:close/>
                <a:moveTo>
                  <a:pt x="48" y="28"/>
                </a:moveTo>
                <a:cubicBezTo>
                  <a:pt x="48" y="31"/>
                  <a:pt x="41" y="34"/>
                  <a:pt x="31" y="34"/>
                </a:cubicBezTo>
                <a:cubicBezTo>
                  <a:pt x="22" y="34"/>
                  <a:pt x="14" y="31"/>
                  <a:pt x="14" y="28"/>
                </a:cubicBezTo>
                <a:cubicBezTo>
                  <a:pt x="14" y="19"/>
                  <a:pt x="14" y="19"/>
                  <a:pt x="14" y="19"/>
                </a:cubicBezTo>
                <a:cubicBezTo>
                  <a:pt x="30" y="24"/>
                  <a:pt x="30" y="24"/>
                  <a:pt x="30" y="24"/>
                </a:cubicBezTo>
                <a:cubicBezTo>
                  <a:pt x="30" y="24"/>
                  <a:pt x="31" y="24"/>
                  <a:pt x="31" y="24"/>
                </a:cubicBezTo>
                <a:cubicBezTo>
                  <a:pt x="32" y="24"/>
                  <a:pt x="32" y="24"/>
                  <a:pt x="32" y="24"/>
                </a:cubicBezTo>
                <a:cubicBezTo>
                  <a:pt x="48" y="19"/>
                  <a:pt x="48" y="19"/>
                  <a:pt x="48" y="19"/>
                </a:cubicBezTo>
                <a:lnTo>
                  <a:pt x="48" y="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8" name="稻壳儿小白白(http://dwz.cn/Wu2UP)"/>
          <p:cNvSpPr>
            <a:spLocks noEditPoints="1"/>
          </p:cNvSpPr>
          <p:nvPr/>
        </p:nvSpPr>
        <p:spPr>
          <a:xfrm>
            <a:off x="3703415" y="1470851"/>
            <a:ext cx="296609" cy="296608"/>
          </a:xfrm>
          <a:custGeom>
            <a:avLst/>
            <a:gdLst>
              <a:gd name="T0" fmla="*/ 762783600 w 41"/>
              <a:gd name="T1" fmla="*/ 1794779589 h 41"/>
              <a:gd name="T2" fmla="*/ 673043959 w 41"/>
              <a:gd name="T3" fmla="*/ 1839645897 h 41"/>
              <a:gd name="T4" fmla="*/ 89739641 w 41"/>
              <a:gd name="T5" fmla="*/ 1839645897 h 41"/>
              <a:gd name="T6" fmla="*/ 0 w 41"/>
              <a:gd name="T7" fmla="*/ 1794779589 h 41"/>
              <a:gd name="T8" fmla="*/ 0 w 41"/>
              <a:gd name="T9" fmla="*/ 89739314 h 41"/>
              <a:gd name="T10" fmla="*/ 89739641 w 41"/>
              <a:gd name="T11" fmla="*/ 0 h 41"/>
              <a:gd name="T12" fmla="*/ 673043959 w 41"/>
              <a:gd name="T13" fmla="*/ 0 h 41"/>
              <a:gd name="T14" fmla="*/ 762783600 w 41"/>
              <a:gd name="T15" fmla="*/ 89739314 h 41"/>
              <a:gd name="T16" fmla="*/ 762783600 w 41"/>
              <a:gd name="T17" fmla="*/ 1794779589 h 41"/>
              <a:gd name="T18" fmla="*/ 1839659294 w 41"/>
              <a:gd name="T19" fmla="*/ 1794779589 h 41"/>
              <a:gd name="T20" fmla="*/ 1749919653 w 41"/>
              <a:gd name="T21" fmla="*/ 1839645897 h 41"/>
              <a:gd name="T22" fmla="*/ 1166615335 w 41"/>
              <a:gd name="T23" fmla="*/ 1839645897 h 41"/>
              <a:gd name="T24" fmla="*/ 1076875693 w 41"/>
              <a:gd name="T25" fmla="*/ 1794779589 h 41"/>
              <a:gd name="T26" fmla="*/ 1076875693 w 41"/>
              <a:gd name="T27" fmla="*/ 89739314 h 41"/>
              <a:gd name="T28" fmla="*/ 1166615335 w 41"/>
              <a:gd name="T29" fmla="*/ 0 h 41"/>
              <a:gd name="T30" fmla="*/ 1749919653 w 41"/>
              <a:gd name="T31" fmla="*/ 0 h 41"/>
              <a:gd name="T32" fmla="*/ 1839659294 w 41"/>
              <a:gd name="T33" fmla="*/ 89739314 h 41"/>
              <a:gd name="T34" fmla="*/ 1839659294 w 41"/>
              <a:gd name="T35" fmla="*/ 1794779589 h 4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1" h="41">
                <a:moveTo>
                  <a:pt x="17" y="40"/>
                </a:moveTo>
                <a:cubicBezTo>
                  <a:pt x="17" y="41"/>
                  <a:pt x="16" y="41"/>
                  <a:pt x="15" y="41"/>
                </a:cubicBezTo>
                <a:cubicBezTo>
                  <a:pt x="2" y="41"/>
                  <a:pt x="2" y="41"/>
                  <a:pt x="2" y="41"/>
                </a:cubicBezTo>
                <a:cubicBezTo>
                  <a:pt x="1" y="41"/>
                  <a:pt x="0" y="41"/>
                  <a:pt x="0" y="40"/>
                </a:cubicBezTo>
                <a:cubicBezTo>
                  <a:pt x="0" y="2"/>
                  <a:pt x="0" y="2"/>
                  <a:pt x="0" y="2"/>
                </a:cubicBezTo>
                <a:cubicBezTo>
                  <a:pt x="0" y="1"/>
                  <a:pt x="1" y="0"/>
                  <a:pt x="2" y="0"/>
                </a:cubicBezTo>
                <a:cubicBezTo>
                  <a:pt x="15" y="0"/>
                  <a:pt x="15" y="0"/>
                  <a:pt x="15" y="0"/>
                </a:cubicBezTo>
                <a:cubicBezTo>
                  <a:pt x="16" y="0"/>
                  <a:pt x="17" y="1"/>
                  <a:pt x="17" y="2"/>
                </a:cubicBezTo>
                <a:lnTo>
                  <a:pt x="17" y="40"/>
                </a:lnTo>
                <a:close/>
                <a:moveTo>
                  <a:pt x="41" y="40"/>
                </a:moveTo>
                <a:cubicBezTo>
                  <a:pt x="41" y="41"/>
                  <a:pt x="40" y="41"/>
                  <a:pt x="39" y="41"/>
                </a:cubicBezTo>
                <a:cubicBezTo>
                  <a:pt x="26" y="41"/>
                  <a:pt x="26" y="41"/>
                  <a:pt x="26" y="41"/>
                </a:cubicBezTo>
                <a:cubicBezTo>
                  <a:pt x="25" y="41"/>
                  <a:pt x="24" y="41"/>
                  <a:pt x="24" y="40"/>
                </a:cubicBezTo>
                <a:cubicBezTo>
                  <a:pt x="24" y="2"/>
                  <a:pt x="24" y="2"/>
                  <a:pt x="24" y="2"/>
                </a:cubicBezTo>
                <a:cubicBezTo>
                  <a:pt x="24" y="1"/>
                  <a:pt x="25" y="0"/>
                  <a:pt x="26" y="0"/>
                </a:cubicBezTo>
                <a:cubicBezTo>
                  <a:pt x="39" y="0"/>
                  <a:pt x="39" y="0"/>
                  <a:pt x="39" y="0"/>
                </a:cubicBezTo>
                <a:cubicBezTo>
                  <a:pt x="40" y="0"/>
                  <a:pt x="41" y="1"/>
                  <a:pt x="41" y="2"/>
                </a:cubicBezTo>
                <a:lnTo>
                  <a:pt x="41" y="4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9" name="稻壳儿小白白(http://dwz.cn/Wu2UP)"/>
          <p:cNvSpPr>
            <a:spLocks noEditPoints="1"/>
          </p:cNvSpPr>
          <p:nvPr/>
        </p:nvSpPr>
        <p:spPr>
          <a:xfrm>
            <a:off x="3687985" y="2009204"/>
            <a:ext cx="327469" cy="296608"/>
          </a:xfrm>
          <a:custGeom>
            <a:avLst/>
            <a:gdLst>
              <a:gd name="T0" fmla="*/ 363207548 w 45"/>
              <a:gd name="T1" fmla="*/ 1211477395 h 41"/>
              <a:gd name="T2" fmla="*/ 0 w 45"/>
              <a:gd name="T3" fmla="*/ 807647131 h 41"/>
              <a:gd name="T4" fmla="*/ 227004717 w 45"/>
              <a:gd name="T5" fmla="*/ 583302194 h 41"/>
              <a:gd name="T6" fmla="*/ 544818060 w 45"/>
              <a:gd name="T7" fmla="*/ 987125760 h 41"/>
              <a:gd name="T8" fmla="*/ 363207548 w 45"/>
              <a:gd name="T9" fmla="*/ 1211477395 h 41"/>
              <a:gd name="T10" fmla="*/ 1725249328 w 45"/>
              <a:gd name="T11" fmla="*/ 1660167268 h 41"/>
              <a:gd name="T12" fmla="*/ 1498237872 w 45"/>
              <a:gd name="T13" fmla="*/ 1839645897 h 41"/>
              <a:gd name="T14" fmla="*/ 1044228438 w 45"/>
              <a:gd name="T15" fmla="*/ 1749906582 h 41"/>
              <a:gd name="T16" fmla="*/ 544818060 w 45"/>
              <a:gd name="T17" fmla="*/ 1839645897 h 41"/>
              <a:gd name="T18" fmla="*/ 317806604 w 45"/>
              <a:gd name="T19" fmla="*/ 1660167268 h 41"/>
              <a:gd name="T20" fmla="*/ 1044228438 w 45"/>
              <a:gd name="T21" fmla="*/ 942259452 h 41"/>
              <a:gd name="T22" fmla="*/ 1725249328 w 45"/>
              <a:gd name="T23" fmla="*/ 1660167268 h 41"/>
              <a:gd name="T24" fmla="*/ 726421834 w 45"/>
              <a:gd name="T25" fmla="*/ 717907816 h 41"/>
              <a:gd name="T26" fmla="*/ 408608491 w 45"/>
              <a:gd name="T27" fmla="*/ 269217943 h 41"/>
              <a:gd name="T28" fmla="*/ 635619947 w 45"/>
              <a:gd name="T29" fmla="*/ 0 h 41"/>
              <a:gd name="T30" fmla="*/ 953426551 w 45"/>
              <a:gd name="T31" fmla="*/ 403823565 h 41"/>
              <a:gd name="T32" fmla="*/ 726421834 w 45"/>
              <a:gd name="T33" fmla="*/ 717907816 h 41"/>
              <a:gd name="T34" fmla="*/ 1089629381 w 45"/>
              <a:gd name="T35" fmla="*/ 403823565 h 41"/>
              <a:gd name="T36" fmla="*/ 1407435986 w 45"/>
              <a:gd name="T37" fmla="*/ 0 h 41"/>
              <a:gd name="T38" fmla="*/ 1634447441 w 45"/>
              <a:gd name="T39" fmla="*/ 269217943 h 41"/>
              <a:gd name="T40" fmla="*/ 1316634099 w 45"/>
              <a:gd name="T41" fmla="*/ 717907816 h 41"/>
              <a:gd name="T42" fmla="*/ 1089629381 w 45"/>
              <a:gd name="T43" fmla="*/ 403823565 h 41"/>
              <a:gd name="T44" fmla="*/ 2043055932 w 45"/>
              <a:gd name="T45" fmla="*/ 807647131 h 41"/>
              <a:gd name="T46" fmla="*/ 1679848384 w 45"/>
              <a:gd name="T47" fmla="*/ 1211477395 h 41"/>
              <a:gd name="T48" fmla="*/ 1498237872 w 45"/>
              <a:gd name="T49" fmla="*/ 987125760 h 41"/>
              <a:gd name="T50" fmla="*/ 1861452158 w 45"/>
              <a:gd name="T51" fmla="*/ 583302194 h 41"/>
              <a:gd name="T52" fmla="*/ 2043055932 w 45"/>
              <a:gd name="T53" fmla="*/ 807647131 h 4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5" h="41">
                <a:moveTo>
                  <a:pt x="8" y="27"/>
                </a:moveTo>
                <a:cubicBezTo>
                  <a:pt x="3" y="27"/>
                  <a:pt x="0" y="22"/>
                  <a:pt x="0" y="18"/>
                </a:cubicBezTo>
                <a:cubicBezTo>
                  <a:pt x="0" y="16"/>
                  <a:pt x="2" y="13"/>
                  <a:pt x="5" y="13"/>
                </a:cubicBezTo>
                <a:cubicBezTo>
                  <a:pt x="9" y="13"/>
                  <a:pt x="12" y="18"/>
                  <a:pt x="12" y="22"/>
                </a:cubicBezTo>
                <a:cubicBezTo>
                  <a:pt x="12" y="25"/>
                  <a:pt x="11" y="27"/>
                  <a:pt x="8" y="27"/>
                </a:cubicBezTo>
                <a:close/>
                <a:moveTo>
                  <a:pt x="38" y="37"/>
                </a:moveTo>
                <a:cubicBezTo>
                  <a:pt x="38" y="40"/>
                  <a:pt x="35" y="41"/>
                  <a:pt x="33" y="41"/>
                </a:cubicBezTo>
                <a:cubicBezTo>
                  <a:pt x="29" y="41"/>
                  <a:pt x="26" y="39"/>
                  <a:pt x="23" y="39"/>
                </a:cubicBezTo>
                <a:cubicBezTo>
                  <a:pt x="19" y="39"/>
                  <a:pt x="16" y="41"/>
                  <a:pt x="12" y="41"/>
                </a:cubicBezTo>
                <a:cubicBezTo>
                  <a:pt x="9" y="41"/>
                  <a:pt x="7" y="40"/>
                  <a:pt x="7" y="37"/>
                </a:cubicBezTo>
                <a:cubicBezTo>
                  <a:pt x="7" y="31"/>
                  <a:pt x="16" y="21"/>
                  <a:pt x="23" y="21"/>
                </a:cubicBezTo>
                <a:cubicBezTo>
                  <a:pt x="29" y="21"/>
                  <a:pt x="38" y="31"/>
                  <a:pt x="38" y="37"/>
                </a:cubicBezTo>
                <a:close/>
                <a:moveTo>
                  <a:pt x="16" y="16"/>
                </a:moveTo>
                <a:cubicBezTo>
                  <a:pt x="12" y="16"/>
                  <a:pt x="9" y="10"/>
                  <a:pt x="9" y="6"/>
                </a:cubicBezTo>
                <a:cubicBezTo>
                  <a:pt x="9" y="3"/>
                  <a:pt x="11" y="0"/>
                  <a:pt x="14" y="0"/>
                </a:cubicBezTo>
                <a:cubicBezTo>
                  <a:pt x="19" y="0"/>
                  <a:pt x="21" y="5"/>
                  <a:pt x="21" y="9"/>
                </a:cubicBezTo>
                <a:cubicBezTo>
                  <a:pt x="21" y="12"/>
                  <a:pt x="20" y="16"/>
                  <a:pt x="16" y="16"/>
                </a:cubicBezTo>
                <a:close/>
                <a:moveTo>
                  <a:pt x="24" y="9"/>
                </a:moveTo>
                <a:cubicBezTo>
                  <a:pt x="24" y="5"/>
                  <a:pt x="27" y="0"/>
                  <a:pt x="31" y="0"/>
                </a:cubicBezTo>
                <a:cubicBezTo>
                  <a:pt x="34" y="0"/>
                  <a:pt x="36" y="3"/>
                  <a:pt x="36" y="6"/>
                </a:cubicBezTo>
                <a:cubicBezTo>
                  <a:pt x="36" y="10"/>
                  <a:pt x="33" y="16"/>
                  <a:pt x="29" y="16"/>
                </a:cubicBezTo>
                <a:cubicBezTo>
                  <a:pt x="26" y="16"/>
                  <a:pt x="24" y="12"/>
                  <a:pt x="24" y="9"/>
                </a:cubicBezTo>
                <a:close/>
                <a:moveTo>
                  <a:pt x="45" y="18"/>
                </a:moveTo>
                <a:cubicBezTo>
                  <a:pt x="45" y="22"/>
                  <a:pt x="42" y="27"/>
                  <a:pt x="37" y="27"/>
                </a:cubicBezTo>
                <a:cubicBezTo>
                  <a:pt x="35" y="27"/>
                  <a:pt x="33" y="25"/>
                  <a:pt x="33" y="22"/>
                </a:cubicBezTo>
                <a:cubicBezTo>
                  <a:pt x="33" y="18"/>
                  <a:pt x="36" y="13"/>
                  <a:pt x="41" y="13"/>
                </a:cubicBezTo>
                <a:cubicBezTo>
                  <a:pt x="44" y="13"/>
                  <a:pt x="45" y="16"/>
                  <a:pt x="45"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0" name="稻壳儿小白白(http://dwz.cn/Wu2UP)"/>
          <p:cNvSpPr>
            <a:spLocks noEditPoints="1"/>
          </p:cNvSpPr>
          <p:nvPr/>
        </p:nvSpPr>
        <p:spPr>
          <a:xfrm>
            <a:off x="3703415" y="2544128"/>
            <a:ext cx="296609" cy="296608"/>
          </a:xfrm>
          <a:custGeom>
            <a:avLst/>
            <a:gdLst>
              <a:gd name="T0" fmla="*/ 1480700729 w 41"/>
              <a:gd name="T1" fmla="*/ 807647131 h 41"/>
              <a:gd name="T2" fmla="*/ 493564677 w 41"/>
              <a:gd name="T3" fmla="*/ 1839645897 h 41"/>
              <a:gd name="T4" fmla="*/ 0 w 41"/>
              <a:gd name="T5" fmla="*/ 1839645897 h 41"/>
              <a:gd name="T6" fmla="*/ 0 w 41"/>
              <a:gd name="T7" fmla="*/ 1301210011 h 41"/>
              <a:gd name="T8" fmla="*/ 987136052 w 41"/>
              <a:gd name="T9" fmla="*/ 314084251 h 41"/>
              <a:gd name="T10" fmla="*/ 1480700729 w 41"/>
              <a:gd name="T11" fmla="*/ 807647131 h 41"/>
              <a:gd name="T12" fmla="*/ 538437847 w 41"/>
              <a:gd name="T13" fmla="*/ 1570427954 h 41"/>
              <a:gd name="T14" fmla="*/ 269218923 w 41"/>
              <a:gd name="T15" fmla="*/ 1256343703 h 41"/>
              <a:gd name="T16" fmla="*/ 134606112 w 41"/>
              <a:gd name="T17" fmla="*/ 1390949325 h 41"/>
              <a:gd name="T18" fmla="*/ 134606112 w 41"/>
              <a:gd name="T19" fmla="*/ 1525561646 h 41"/>
              <a:gd name="T20" fmla="*/ 314085395 w 41"/>
              <a:gd name="T21" fmla="*/ 1525561646 h 41"/>
              <a:gd name="T22" fmla="*/ 314085395 w 41"/>
              <a:gd name="T23" fmla="*/ 1660167268 h 41"/>
              <a:gd name="T24" fmla="*/ 448698206 w 41"/>
              <a:gd name="T25" fmla="*/ 1660167268 h 41"/>
              <a:gd name="T26" fmla="*/ 538437847 w 41"/>
              <a:gd name="T27" fmla="*/ 1570427954 h 41"/>
              <a:gd name="T28" fmla="*/ 1032002524 w 41"/>
              <a:gd name="T29" fmla="*/ 538435886 h 41"/>
              <a:gd name="T30" fmla="*/ 1032002524 w 41"/>
              <a:gd name="T31" fmla="*/ 538435886 h 41"/>
              <a:gd name="T32" fmla="*/ 358958564 w 41"/>
              <a:gd name="T33" fmla="*/ 1166604388 h 41"/>
              <a:gd name="T34" fmla="*/ 358958564 w 41"/>
              <a:gd name="T35" fmla="*/ 1211477395 h 41"/>
              <a:gd name="T36" fmla="*/ 403825036 w 41"/>
              <a:gd name="T37" fmla="*/ 1256343703 h 41"/>
              <a:gd name="T38" fmla="*/ 403825036 w 41"/>
              <a:gd name="T39" fmla="*/ 1211477395 h 41"/>
              <a:gd name="T40" fmla="*/ 1076875693 w 41"/>
              <a:gd name="T41" fmla="*/ 583302194 h 41"/>
              <a:gd name="T42" fmla="*/ 1076875693 w 41"/>
              <a:gd name="T43" fmla="*/ 538435886 h 41"/>
              <a:gd name="T44" fmla="*/ 1032002524 w 41"/>
              <a:gd name="T45" fmla="*/ 538435886 h 41"/>
              <a:gd name="T46" fmla="*/ 1794792822 w 41"/>
              <a:gd name="T47" fmla="*/ 538435886 h 41"/>
              <a:gd name="T48" fmla="*/ 1570440370 w 41"/>
              <a:gd name="T49" fmla="*/ 762780823 h 41"/>
              <a:gd name="T50" fmla="*/ 1076875693 w 41"/>
              <a:gd name="T51" fmla="*/ 224344937 h 41"/>
              <a:gd name="T52" fmla="*/ 1301221447 w 41"/>
              <a:gd name="T53" fmla="*/ 44866308 h 41"/>
              <a:gd name="T54" fmla="*/ 1390961088 w 41"/>
              <a:gd name="T55" fmla="*/ 0 h 41"/>
              <a:gd name="T56" fmla="*/ 1480700729 w 41"/>
              <a:gd name="T57" fmla="*/ 44866308 h 41"/>
              <a:gd name="T58" fmla="*/ 1794792822 w 41"/>
              <a:gd name="T59" fmla="*/ 314084251 h 41"/>
              <a:gd name="T60" fmla="*/ 1839659294 w 41"/>
              <a:gd name="T61" fmla="*/ 448696572 h 41"/>
              <a:gd name="T62" fmla="*/ 1794792822 w 41"/>
              <a:gd name="T63" fmla="*/ 538435886 h 41"/>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41" h="41">
                <a:moveTo>
                  <a:pt x="33" y="18"/>
                </a:moveTo>
                <a:cubicBezTo>
                  <a:pt x="11" y="41"/>
                  <a:pt x="11" y="41"/>
                  <a:pt x="11" y="41"/>
                </a:cubicBezTo>
                <a:cubicBezTo>
                  <a:pt x="0" y="41"/>
                  <a:pt x="0" y="41"/>
                  <a:pt x="0" y="41"/>
                </a:cubicBezTo>
                <a:cubicBezTo>
                  <a:pt x="0" y="29"/>
                  <a:pt x="0" y="29"/>
                  <a:pt x="0" y="29"/>
                </a:cubicBezTo>
                <a:cubicBezTo>
                  <a:pt x="22" y="7"/>
                  <a:pt x="22" y="7"/>
                  <a:pt x="22" y="7"/>
                </a:cubicBezTo>
                <a:lnTo>
                  <a:pt x="33" y="18"/>
                </a:lnTo>
                <a:close/>
                <a:moveTo>
                  <a:pt x="12" y="35"/>
                </a:moveTo>
                <a:cubicBezTo>
                  <a:pt x="6" y="28"/>
                  <a:pt x="6" y="28"/>
                  <a:pt x="6" y="28"/>
                </a:cubicBezTo>
                <a:cubicBezTo>
                  <a:pt x="3" y="31"/>
                  <a:pt x="3" y="31"/>
                  <a:pt x="3" y="31"/>
                </a:cubicBezTo>
                <a:cubicBezTo>
                  <a:pt x="3" y="34"/>
                  <a:pt x="3" y="34"/>
                  <a:pt x="3" y="34"/>
                </a:cubicBezTo>
                <a:cubicBezTo>
                  <a:pt x="7" y="34"/>
                  <a:pt x="7" y="34"/>
                  <a:pt x="7" y="34"/>
                </a:cubicBezTo>
                <a:cubicBezTo>
                  <a:pt x="7" y="37"/>
                  <a:pt x="7" y="37"/>
                  <a:pt x="7" y="37"/>
                </a:cubicBezTo>
                <a:cubicBezTo>
                  <a:pt x="10" y="37"/>
                  <a:pt x="10" y="37"/>
                  <a:pt x="10" y="37"/>
                </a:cubicBezTo>
                <a:lnTo>
                  <a:pt x="12" y="35"/>
                </a:lnTo>
                <a:close/>
                <a:moveTo>
                  <a:pt x="23" y="12"/>
                </a:moveTo>
                <a:cubicBezTo>
                  <a:pt x="23" y="12"/>
                  <a:pt x="23" y="12"/>
                  <a:pt x="23" y="12"/>
                </a:cubicBezTo>
                <a:cubicBezTo>
                  <a:pt x="8" y="26"/>
                  <a:pt x="8" y="26"/>
                  <a:pt x="8" y="26"/>
                </a:cubicBezTo>
                <a:cubicBezTo>
                  <a:pt x="8" y="27"/>
                  <a:pt x="8" y="27"/>
                  <a:pt x="8" y="27"/>
                </a:cubicBezTo>
                <a:cubicBezTo>
                  <a:pt x="8" y="27"/>
                  <a:pt x="8" y="28"/>
                  <a:pt x="9" y="28"/>
                </a:cubicBezTo>
                <a:cubicBezTo>
                  <a:pt x="9" y="28"/>
                  <a:pt x="9" y="27"/>
                  <a:pt x="9" y="27"/>
                </a:cubicBezTo>
                <a:cubicBezTo>
                  <a:pt x="24" y="13"/>
                  <a:pt x="24" y="13"/>
                  <a:pt x="24" y="13"/>
                </a:cubicBezTo>
                <a:cubicBezTo>
                  <a:pt x="24" y="13"/>
                  <a:pt x="24" y="12"/>
                  <a:pt x="24" y="12"/>
                </a:cubicBezTo>
                <a:cubicBezTo>
                  <a:pt x="24" y="12"/>
                  <a:pt x="24" y="12"/>
                  <a:pt x="23" y="12"/>
                </a:cubicBezTo>
                <a:close/>
                <a:moveTo>
                  <a:pt x="40" y="12"/>
                </a:moveTo>
                <a:cubicBezTo>
                  <a:pt x="35" y="17"/>
                  <a:pt x="35" y="17"/>
                  <a:pt x="35" y="17"/>
                </a:cubicBezTo>
                <a:cubicBezTo>
                  <a:pt x="24" y="5"/>
                  <a:pt x="24" y="5"/>
                  <a:pt x="24" y="5"/>
                </a:cubicBezTo>
                <a:cubicBezTo>
                  <a:pt x="29" y="1"/>
                  <a:pt x="29" y="1"/>
                  <a:pt x="29" y="1"/>
                </a:cubicBezTo>
                <a:cubicBezTo>
                  <a:pt x="29" y="0"/>
                  <a:pt x="30" y="0"/>
                  <a:pt x="31" y="0"/>
                </a:cubicBezTo>
                <a:cubicBezTo>
                  <a:pt x="32" y="0"/>
                  <a:pt x="33" y="0"/>
                  <a:pt x="33" y="1"/>
                </a:cubicBezTo>
                <a:cubicBezTo>
                  <a:pt x="40" y="7"/>
                  <a:pt x="40" y="7"/>
                  <a:pt x="40" y="7"/>
                </a:cubicBezTo>
                <a:cubicBezTo>
                  <a:pt x="40" y="8"/>
                  <a:pt x="41" y="9"/>
                  <a:pt x="41" y="10"/>
                </a:cubicBezTo>
                <a:cubicBezTo>
                  <a:pt x="41" y="11"/>
                  <a:pt x="40" y="12"/>
                  <a:pt x="40" y="1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1" name="稻壳儿小白白(http://dwz.cn/Wu2UP)"/>
          <p:cNvSpPr>
            <a:spLocks noEditPoints="1"/>
          </p:cNvSpPr>
          <p:nvPr/>
        </p:nvSpPr>
        <p:spPr>
          <a:xfrm>
            <a:off x="3703415" y="3072194"/>
            <a:ext cx="296609" cy="298323"/>
          </a:xfrm>
          <a:custGeom>
            <a:avLst/>
            <a:gdLst>
              <a:gd name="T0" fmla="*/ 1839659294 w 41"/>
              <a:gd name="T1" fmla="*/ 1543255601 h 41"/>
              <a:gd name="T2" fmla="*/ 1480700729 w 41"/>
              <a:gd name="T3" fmla="*/ 1860981723 h 41"/>
              <a:gd name="T4" fmla="*/ 358958564 w 41"/>
              <a:gd name="T5" fmla="*/ 1860981723 h 41"/>
              <a:gd name="T6" fmla="*/ 0 w 41"/>
              <a:gd name="T7" fmla="*/ 1543255601 h 41"/>
              <a:gd name="T8" fmla="*/ 0 w 41"/>
              <a:gd name="T9" fmla="*/ 363121343 h 41"/>
              <a:gd name="T10" fmla="*/ 358958564 w 41"/>
              <a:gd name="T11" fmla="*/ 0 h 41"/>
              <a:gd name="T12" fmla="*/ 1480700729 w 41"/>
              <a:gd name="T13" fmla="*/ 0 h 41"/>
              <a:gd name="T14" fmla="*/ 1839659294 w 41"/>
              <a:gd name="T15" fmla="*/ 363121343 h 41"/>
              <a:gd name="T16" fmla="*/ 1839659294 w 41"/>
              <a:gd name="T17" fmla="*/ 1543255601 h 41"/>
              <a:gd name="T18" fmla="*/ 1301221447 w 41"/>
              <a:gd name="T19" fmla="*/ 907796620 h 41"/>
              <a:gd name="T20" fmla="*/ 942262883 w 41"/>
              <a:gd name="T21" fmla="*/ 544675277 h 41"/>
              <a:gd name="T22" fmla="*/ 314085395 w 41"/>
              <a:gd name="T23" fmla="*/ 1225522741 h 41"/>
              <a:gd name="T24" fmla="*/ 314085395 w 41"/>
              <a:gd name="T25" fmla="*/ 1543255601 h 41"/>
              <a:gd name="T26" fmla="*/ 673043959 w 41"/>
              <a:gd name="T27" fmla="*/ 1543255601 h 41"/>
              <a:gd name="T28" fmla="*/ 1301221447 w 41"/>
              <a:gd name="T29" fmla="*/ 907796620 h 41"/>
              <a:gd name="T30" fmla="*/ 673043959 w 41"/>
              <a:gd name="T31" fmla="*/ 1361694929 h 41"/>
              <a:gd name="T32" fmla="*/ 628177488 w 41"/>
              <a:gd name="T33" fmla="*/ 1452471896 h 41"/>
              <a:gd name="T34" fmla="*/ 538437847 w 41"/>
              <a:gd name="T35" fmla="*/ 1452471896 h 41"/>
              <a:gd name="T36" fmla="*/ 538437847 w 41"/>
              <a:gd name="T37" fmla="*/ 1316306446 h 41"/>
              <a:gd name="T38" fmla="*/ 403825036 w 41"/>
              <a:gd name="T39" fmla="*/ 1316306446 h 41"/>
              <a:gd name="T40" fmla="*/ 403825036 w 41"/>
              <a:gd name="T41" fmla="*/ 1270911225 h 41"/>
              <a:gd name="T42" fmla="*/ 493564677 w 41"/>
              <a:gd name="T43" fmla="*/ 1180134258 h 41"/>
              <a:gd name="T44" fmla="*/ 673043959 w 41"/>
              <a:gd name="T45" fmla="*/ 1361694929 h 41"/>
              <a:gd name="T46" fmla="*/ 987136052 w 41"/>
              <a:gd name="T47" fmla="*/ 771624432 h 41"/>
              <a:gd name="T48" fmla="*/ 628177488 w 41"/>
              <a:gd name="T49" fmla="*/ 1089357291 h 41"/>
              <a:gd name="T50" fmla="*/ 583304318 w 41"/>
              <a:gd name="T51" fmla="*/ 1134745774 h 41"/>
              <a:gd name="T52" fmla="*/ 583304318 w 41"/>
              <a:gd name="T53" fmla="*/ 1089357291 h 41"/>
              <a:gd name="T54" fmla="*/ 942262883 w 41"/>
              <a:gd name="T55" fmla="*/ 726235948 h 41"/>
              <a:gd name="T56" fmla="*/ 987136052 w 41"/>
              <a:gd name="T57" fmla="*/ 726235948 h 41"/>
              <a:gd name="T58" fmla="*/ 987136052 w 41"/>
              <a:gd name="T59" fmla="*/ 771624432 h 41"/>
              <a:gd name="T60" fmla="*/ 1480700729 w 41"/>
              <a:gd name="T61" fmla="*/ 726235948 h 41"/>
              <a:gd name="T62" fmla="*/ 1480700729 w 41"/>
              <a:gd name="T63" fmla="*/ 544675277 h 41"/>
              <a:gd name="T64" fmla="*/ 1301221447 w 41"/>
              <a:gd name="T65" fmla="*/ 363121343 h 41"/>
              <a:gd name="T66" fmla="*/ 1166615335 w 41"/>
              <a:gd name="T67" fmla="*/ 363121343 h 41"/>
              <a:gd name="T68" fmla="*/ 1032002524 w 41"/>
              <a:gd name="T69" fmla="*/ 453898310 h 41"/>
              <a:gd name="T70" fmla="*/ 1390961088 w 41"/>
              <a:gd name="T71" fmla="*/ 817019652 h 41"/>
              <a:gd name="T72" fmla="*/ 1480700729 w 41"/>
              <a:gd name="T73" fmla="*/ 726235948 h 41"/>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1" h="41">
                <a:moveTo>
                  <a:pt x="41" y="34"/>
                </a:moveTo>
                <a:cubicBezTo>
                  <a:pt x="41" y="38"/>
                  <a:pt x="38" y="41"/>
                  <a:pt x="33" y="41"/>
                </a:cubicBezTo>
                <a:cubicBezTo>
                  <a:pt x="8" y="41"/>
                  <a:pt x="8" y="41"/>
                  <a:pt x="8" y="41"/>
                </a:cubicBezTo>
                <a:cubicBezTo>
                  <a:pt x="4" y="41"/>
                  <a:pt x="0" y="38"/>
                  <a:pt x="0" y="34"/>
                </a:cubicBezTo>
                <a:cubicBezTo>
                  <a:pt x="0" y="8"/>
                  <a:pt x="0" y="8"/>
                  <a:pt x="0" y="8"/>
                </a:cubicBezTo>
                <a:cubicBezTo>
                  <a:pt x="0" y="4"/>
                  <a:pt x="4" y="0"/>
                  <a:pt x="8" y="0"/>
                </a:cubicBezTo>
                <a:cubicBezTo>
                  <a:pt x="33" y="0"/>
                  <a:pt x="33" y="0"/>
                  <a:pt x="33" y="0"/>
                </a:cubicBezTo>
                <a:cubicBezTo>
                  <a:pt x="38" y="0"/>
                  <a:pt x="41" y="4"/>
                  <a:pt x="41" y="8"/>
                </a:cubicBezTo>
                <a:lnTo>
                  <a:pt x="41" y="34"/>
                </a:lnTo>
                <a:close/>
                <a:moveTo>
                  <a:pt x="29" y="20"/>
                </a:moveTo>
                <a:cubicBezTo>
                  <a:pt x="21" y="12"/>
                  <a:pt x="21" y="12"/>
                  <a:pt x="21" y="12"/>
                </a:cubicBezTo>
                <a:cubicBezTo>
                  <a:pt x="7" y="27"/>
                  <a:pt x="7" y="27"/>
                  <a:pt x="7" y="27"/>
                </a:cubicBezTo>
                <a:cubicBezTo>
                  <a:pt x="7" y="34"/>
                  <a:pt x="7" y="34"/>
                  <a:pt x="7" y="34"/>
                </a:cubicBezTo>
                <a:cubicBezTo>
                  <a:pt x="15" y="34"/>
                  <a:pt x="15" y="34"/>
                  <a:pt x="15" y="34"/>
                </a:cubicBezTo>
                <a:lnTo>
                  <a:pt x="29" y="20"/>
                </a:lnTo>
                <a:close/>
                <a:moveTo>
                  <a:pt x="15" y="30"/>
                </a:moveTo>
                <a:cubicBezTo>
                  <a:pt x="14" y="32"/>
                  <a:pt x="14" y="32"/>
                  <a:pt x="14" y="32"/>
                </a:cubicBezTo>
                <a:cubicBezTo>
                  <a:pt x="12" y="32"/>
                  <a:pt x="12" y="32"/>
                  <a:pt x="12" y="32"/>
                </a:cubicBezTo>
                <a:cubicBezTo>
                  <a:pt x="12" y="29"/>
                  <a:pt x="12" y="29"/>
                  <a:pt x="12" y="29"/>
                </a:cubicBezTo>
                <a:cubicBezTo>
                  <a:pt x="9" y="29"/>
                  <a:pt x="9" y="29"/>
                  <a:pt x="9" y="29"/>
                </a:cubicBezTo>
                <a:cubicBezTo>
                  <a:pt x="9" y="28"/>
                  <a:pt x="9" y="28"/>
                  <a:pt x="9" y="28"/>
                </a:cubicBezTo>
                <a:cubicBezTo>
                  <a:pt x="11" y="26"/>
                  <a:pt x="11" y="26"/>
                  <a:pt x="11" y="26"/>
                </a:cubicBezTo>
                <a:lnTo>
                  <a:pt x="15" y="30"/>
                </a:lnTo>
                <a:close/>
                <a:moveTo>
                  <a:pt x="22" y="17"/>
                </a:moveTo>
                <a:cubicBezTo>
                  <a:pt x="14" y="24"/>
                  <a:pt x="14" y="24"/>
                  <a:pt x="14" y="24"/>
                </a:cubicBezTo>
                <a:cubicBezTo>
                  <a:pt x="14" y="25"/>
                  <a:pt x="13" y="25"/>
                  <a:pt x="13" y="25"/>
                </a:cubicBezTo>
                <a:cubicBezTo>
                  <a:pt x="13" y="24"/>
                  <a:pt x="13" y="24"/>
                  <a:pt x="13" y="24"/>
                </a:cubicBezTo>
                <a:cubicBezTo>
                  <a:pt x="21" y="16"/>
                  <a:pt x="21" y="16"/>
                  <a:pt x="21" y="16"/>
                </a:cubicBezTo>
                <a:cubicBezTo>
                  <a:pt x="21" y="16"/>
                  <a:pt x="22" y="16"/>
                  <a:pt x="22" y="16"/>
                </a:cubicBezTo>
                <a:cubicBezTo>
                  <a:pt x="22" y="16"/>
                  <a:pt x="22" y="16"/>
                  <a:pt x="22" y="17"/>
                </a:cubicBezTo>
                <a:close/>
                <a:moveTo>
                  <a:pt x="33" y="16"/>
                </a:moveTo>
                <a:cubicBezTo>
                  <a:pt x="34" y="15"/>
                  <a:pt x="34" y="13"/>
                  <a:pt x="33" y="12"/>
                </a:cubicBezTo>
                <a:cubicBezTo>
                  <a:pt x="29" y="8"/>
                  <a:pt x="29" y="8"/>
                  <a:pt x="29" y="8"/>
                </a:cubicBezTo>
                <a:cubicBezTo>
                  <a:pt x="28" y="7"/>
                  <a:pt x="27" y="7"/>
                  <a:pt x="26" y="8"/>
                </a:cubicBezTo>
                <a:cubicBezTo>
                  <a:pt x="23" y="10"/>
                  <a:pt x="23" y="10"/>
                  <a:pt x="23" y="10"/>
                </a:cubicBezTo>
                <a:cubicBezTo>
                  <a:pt x="31" y="18"/>
                  <a:pt x="31" y="18"/>
                  <a:pt x="31" y="18"/>
                </a:cubicBezTo>
                <a:lnTo>
                  <a:pt x="33" y="1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2" name="稻壳儿小白白(http://dwz.cn/Wu2UP)"/>
          <p:cNvSpPr>
            <a:spLocks noEditPoints="1"/>
          </p:cNvSpPr>
          <p:nvPr/>
        </p:nvSpPr>
        <p:spPr>
          <a:xfrm>
            <a:off x="3681127" y="3607118"/>
            <a:ext cx="346329" cy="270891"/>
          </a:xfrm>
          <a:custGeom>
            <a:avLst/>
            <a:gdLst>
              <a:gd name="T0" fmla="*/ 1651389401 w 48"/>
              <a:gd name="T1" fmla="*/ 1378669781 h 37"/>
              <a:gd name="T2" fmla="*/ 1338965101 w 48"/>
              <a:gd name="T3" fmla="*/ 1700356233 h 37"/>
              <a:gd name="T4" fmla="*/ 312424299 w 48"/>
              <a:gd name="T5" fmla="*/ 1700356233 h 37"/>
              <a:gd name="T6" fmla="*/ 0 w 48"/>
              <a:gd name="T7" fmla="*/ 1378669781 h 37"/>
              <a:gd name="T8" fmla="*/ 0 w 48"/>
              <a:gd name="T9" fmla="*/ 321686452 h 37"/>
              <a:gd name="T10" fmla="*/ 312424299 w 48"/>
              <a:gd name="T11" fmla="*/ 0 h 37"/>
              <a:gd name="T12" fmla="*/ 1338965101 w 48"/>
              <a:gd name="T13" fmla="*/ 0 h 37"/>
              <a:gd name="T14" fmla="*/ 1472860275 w 48"/>
              <a:gd name="T15" fmla="*/ 0 h 37"/>
              <a:gd name="T16" fmla="*/ 1472860275 w 48"/>
              <a:gd name="T17" fmla="*/ 45955207 h 37"/>
              <a:gd name="T18" fmla="*/ 1472860275 w 48"/>
              <a:gd name="T19" fmla="*/ 91910415 h 37"/>
              <a:gd name="T20" fmla="*/ 1428226323 w 48"/>
              <a:gd name="T21" fmla="*/ 137865622 h 37"/>
              <a:gd name="T22" fmla="*/ 1383599053 w 48"/>
              <a:gd name="T23" fmla="*/ 137865622 h 37"/>
              <a:gd name="T24" fmla="*/ 1338965101 w 48"/>
              <a:gd name="T25" fmla="*/ 137865622 h 37"/>
              <a:gd name="T26" fmla="*/ 312424299 w 48"/>
              <a:gd name="T27" fmla="*/ 137865622 h 37"/>
              <a:gd name="T28" fmla="*/ 133895174 w 48"/>
              <a:gd name="T29" fmla="*/ 321686452 h 37"/>
              <a:gd name="T30" fmla="*/ 133895174 w 48"/>
              <a:gd name="T31" fmla="*/ 1378669781 h 37"/>
              <a:gd name="T32" fmla="*/ 312424299 w 48"/>
              <a:gd name="T33" fmla="*/ 1562490611 h 37"/>
              <a:gd name="T34" fmla="*/ 1338965101 w 48"/>
              <a:gd name="T35" fmla="*/ 1562490611 h 37"/>
              <a:gd name="T36" fmla="*/ 1517494227 w 48"/>
              <a:gd name="T37" fmla="*/ 1378669781 h 37"/>
              <a:gd name="T38" fmla="*/ 1517494227 w 48"/>
              <a:gd name="T39" fmla="*/ 1194842172 h 37"/>
              <a:gd name="T40" fmla="*/ 1517494227 w 48"/>
              <a:gd name="T41" fmla="*/ 1194842172 h 37"/>
              <a:gd name="T42" fmla="*/ 1606755449 w 48"/>
              <a:gd name="T43" fmla="*/ 1102931757 h 37"/>
              <a:gd name="T44" fmla="*/ 1651389401 w 48"/>
              <a:gd name="T45" fmla="*/ 1102931757 h 37"/>
              <a:gd name="T46" fmla="*/ 1651389401 w 48"/>
              <a:gd name="T47" fmla="*/ 1148886965 h 37"/>
              <a:gd name="T48" fmla="*/ 1651389401 w 48"/>
              <a:gd name="T49" fmla="*/ 1378669781 h 37"/>
              <a:gd name="T50" fmla="*/ 1874552478 w 48"/>
              <a:gd name="T51" fmla="*/ 597424476 h 37"/>
              <a:gd name="T52" fmla="*/ 1071174753 w 48"/>
              <a:gd name="T53" fmla="*/ 1424624989 h 37"/>
              <a:gd name="T54" fmla="*/ 758743773 w 48"/>
              <a:gd name="T55" fmla="*/ 1424624989 h 37"/>
              <a:gd name="T56" fmla="*/ 758743773 w 48"/>
              <a:gd name="T57" fmla="*/ 1056976550 h 37"/>
              <a:gd name="T58" fmla="*/ 1562128178 w 48"/>
              <a:gd name="T59" fmla="*/ 229776037 h 37"/>
              <a:gd name="T60" fmla="*/ 1874552478 w 48"/>
              <a:gd name="T61" fmla="*/ 597424476 h 37"/>
              <a:gd name="T62" fmla="*/ 1205069927 w 48"/>
              <a:gd name="T63" fmla="*/ 1148886965 h 37"/>
              <a:gd name="T64" fmla="*/ 981906850 w 48"/>
              <a:gd name="T65" fmla="*/ 965066135 h 37"/>
              <a:gd name="T66" fmla="*/ 848011676 w 48"/>
              <a:gd name="T67" fmla="*/ 1102931757 h 37"/>
              <a:gd name="T68" fmla="*/ 848011676 w 48"/>
              <a:gd name="T69" fmla="*/ 1148886965 h 37"/>
              <a:gd name="T70" fmla="*/ 981906850 w 48"/>
              <a:gd name="T71" fmla="*/ 1148886965 h 37"/>
              <a:gd name="T72" fmla="*/ 981906850 w 48"/>
              <a:gd name="T73" fmla="*/ 1286759366 h 37"/>
              <a:gd name="T74" fmla="*/ 1026540802 w 48"/>
              <a:gd name="T75" fmla="*/ 1286759366 h 37"/>
              <a:gd name="T76" fmla="*/ 1205069927 w 48"/>
              <a:gd name="T77" fmla="*/ 1148886965 h 37"/>
              <a:gd name="T78" fmla="*/ 1517494227 w 48"/>
              <a:gd name="T79" fmla="*/ 413596867 h 37"/>
              <a:gd name="T80" fmla="*/ 1115802024 w 48"/>
              <a:gd name="T81" fmla="*/ 827200513 h 37"/>
              <a:gd name="T82" fmla="*/ 1115802024 w 48"/>
              <a:gd name="T83" fmla="*/ 873155720 h 37"/>
              <a:gd name="T84" fmla="*/ 1160435976 w 48"/>
              <a:gd name="T85" fmla="*/ 873155720 h 37"/>
              <a:gd name="T86" fmla="*/ 1562128178 w 48"/>
              <a:gd name="T87" fmla="*/ 459558853 h 37"/>
              <a:gd name="T88" fmla="*/ 1562128178 w 48"/>
              <a:gd name="T89" fmla="*/ 413596867 h 37"/>
              <a:gd name="T90" fmla="*/ 1517494227 w 48"/>
              <a:gd name="T91" fmla="*/ 413596867 h 37"/>
              <a:gd name="T92" fmla="*/ 1963813700 w 48"/>
              <a:gd name="T93" fmla="*/ 505514061 h 37"/>
              <a:gd name="T94" fmla="*/ 1606755449 w 48"/>
              <a:gd name="T95" fmla="*/ 137865622 h 37"/>
              <a:gd name="T96" fmla="*/ 1740650623 w 48"/>
              <a:gd name="T97" fmla="*/ 45955207 h 37"/>
              <a:gd name="T98" fmla="*/ 1919179748 w 48"/>
              <a:gd name="T99" fmla="*/ 45955207 h 37"/>
              <a:gd name="T100" fmla="*/ 2097708874 w 48"/>
              <a:gd name="T101" fmla="*/ 229776037 h 37"/>
              <a:gd name="T102" fmla="*/ 2097708874 w 48"/>
              <a:gd name="T103" fmla="*/ 367641659 h 37"/>
              <a:gd name="T104" fmla="*/ 1963813700 w 48"/>
              <a:gd name="T105" fmla="*/ 505514061 h 37"/>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0" t="0" r="r" b="b"/>
            <a:pathLst>
              <a:path w="48" h="37">
                <a:moveTo>
                  <a:pt x="37" y="30"/>
                </a:moveTo>
                <a:cubicBezTo>
                  <a:pt x="37" y="34"/>
                  <a:pt x="34" y="37"/>
                  <a:pt x="30" y="37"/>
                </a:cubicBezTo>
                <a:cubicBezTo>
                  <a:pt x="7" y="37"/>
                  <a:pt x="7" y="37"/>
                  <a:pt x="7" y="37"/>
                </a:cubicBezTo>
                <a:cubicBezTo>
                  <a:pt x="3" y="37"/>
                  <a:pt x="0" y="34"/>
                  <a:pt x="0" y="30"/>
                </a:cubicBezTo>
                <a:cubicBezTo>
                  <a:pt x="0" y="7"/>
                  <a:pt x="0" y="7"/>
                  <a:pt x="0" y="7"/>
                </a:cubicBezTo>
                <a:cubicBezTo>
                  <a:pt x="0" y="3"/>
                  <a:pt x="3" y="0"/>
                  <a:pt x="7" y="0"/>
                </a:cubicBezTo>
                <a:cubicBezTo>
                  <a:pt x="30" y="0"/>
                  <a:pt x="30" y="0"/>
                  <a:pt x="30" y="0"/>
                </a:cubicBezTo>
                <a:cubicBezTo>
                  <a:pt x="31" y="0"/>
                  <a:pt x="32" y="0"/>
                  <a:pt x="33" y="0"/>
                </a:cubicBezTo>
                <a:cubicBezTo>
                  <a:pt x="33" y="0"/>
                  <a:pt x="33" y="1"/>
                  <a:pt x="33" y="1"/>
                </a:cubicBezTo>
                <a:cubicBezTo>
                  <a:pt x="33" y="1"/>
                  <a:pt x="33" y="2"/>
                  <a:pt x="33" y="2"/>
                </a:cubicBezTo>
                <a:cubicBezTo>
                  <a:pt x="32" y="3"/>
                  <a:pt x="32" y="3"/>
                  <a:pt x="32" y="3"/>
                </a:cubicBezTo>
                <a:cubicBezTo>
                  <a:pt x="31" y="3"/>
                  <a:pt x="31" y="3"/>
                  <a:pt x="31" y="3"/>
                </a:cubicBezTo>
                <a:cubicBezTo>
                  <a:pt x="30" y="3"/>
                  <a:pt x="30" y="3"/>
                  <a:pt x="30" y="3"/>
                </a:cubicBezTo>
                <a:cubicBezTo>
                  <a:pt x="7" y="3"/>
                  <a:pt x="7" y="3"/>
                  <a:pt x="7" y="3"/>
                </a:cubicBezTo>
                <a:cubicBezTo>
                  <a:pt x="5" y="3"/>
                  <a:pt x="3" y="5"/>
                  <a:pt x="3" y="7"/>
                </a:cubicBezTo>
                <a:cubicBezTo>
                  <a:pt x="3" y="30"/>
                  <a:pt x="3" y="30"/>
                  <a:pt x="3" y="30"/>
                </a:cubicBezTo>
                <a:cubicBezTo>
                  <a:pt x="3" y="32"/>
                  <a:pt x="5" y="34"/>
                  <a:pt x="7" y="34"/>
                </a:cubicBezTo>
                <a:cubicBezTo>
                  <a:pt x="30" y="34"/>
                  <a:pt x="30" y="34"/>
                  <a:pt x="30" y="34"/>
                </a:cubicBezTo>
                <a:cubicBezTo>
                  <a:pt x="32" y="34"/>
                  <a:pt x="34" y="32"/>
                  <a:pt x="34" y="30"/>
                </a:cubicBezTo>
                <a:cubicBezTo>
                  <a:pt x="34" y="26"/>
                  <a:pt x="34" y="26"/>
                  <a:pt x="34" y="26"/>
                </a:cubicBezTo>
                <a:cubicBezTo>
                  <a:pt x="34" y="26"/>
                  <a:pt x="34" y="26"/>
                  <a:pt x="34" y="26"/>
                </a:cubicBezTo>
                <a:cubicBezTo>
                  <a:pt x="36" y="24"/>
                  <a:pt x="36" y="24"/>
                  <a:pt x="36" y="24"/>
                </a:cubicBezTo>
                <a:cubicBezTo>
                  <a:pt x="36" y="24"/>
                  <a:pt x="36" y="24"/>
                  <a:pt x="37" y="24"/>
                </a:cubicBezTo>
                <a:cubicBezTo>
                  <a:pt x="37" y="24"/>
                  <a:pt x="37" y="24"/>
                  <a:pt x="37" y="25"/>
                </a:cubicBezTo>
                <a:lnTo>
                  <a:pt x="37" y="30"/>
                </a:lnTo>
                <a:close/>
                <a:moveTo>
                  <a:pt x="42" y="13"/>
                </a:moveTo>
                <a:cubicBezTo>
                  <a:pt x="24" y="31"/>
                  <a:pt x="24" y="31"/>
                  <a:pt x="24" y="31"/>
                </a:cubicBezTo>
                <a:cubicBezTo>
                  <a:pt x="17" y="31"/>
                  <a:pt x="17" y="31"/>
                  <a:pt x="17" y="31"/>
                </a:cubicBezTo>
                <a:cubicBezTo>
                  <a:pt x="17" y="23"/>
                  <a:pt x="17" y="23"/>
                  <a:pt x="17" y="23"/>
                </a:cubicBezTo>
                <a:cubicBezTo>
                  <a:pt x="35" y="5"/>
                  <a:pt x="35" y="5"/>
                  <a:pt x="35" y="5"/>
                </a:cubicBezTo>
                <a:lnTo>
                  <a:pt x="42" y="13"/>
                </a:lnTo>
                <a:close/>
                <a:moveTo>
                  <a:pt x="27" y="25"/>
                </a:moveTo>
                <a:cubicBezTo>
                  <a:pt x="22" y="21"/>
                  <a:pt x="22" y="21"/>
                  <a:pt x="22" y="21"/>
                </a:cubicBezTo>
                <a:cubicBezTo>
                  <a:pt x="19" y="24"/>
                  <a:pt x="19" y="24"/>
                  <a:pt x="19" y="24"/>
                </a:cubicBezTo>
                <a:cubicBezTo>
                  <a:pt x="19" y="25"/>
                  <a:pt x="19" y="25"/>
                  <a:pt x="19" y="25"/>
                </a:cubicBezTo>
                <a:cubicBezTo>
                  <a:pt x="22" y="25"/>
                  <a:pt x="22" y="25"/>
                  <a:pt x="22" y="25"/>
                </a:cubicBezTo>
                <a:cubicBezTo>
                  <a:pt x="22" y="28"/>
                  <a:pt x="22" y="28"/>
                  <a:pt x="22" y="28"/>
                </a:cubicBezTo>
                <a:cubicBezTo>
                  <a:pt x="23" y="28"/>
                  <a:pt x="23" y="28"/>
                  <a:pt x="23" y="28"/>
                </a:cubicBezTo>
                <a:lnTo>
                  <a:pt x="27" y="25"/>
                </a:lnTo>
                <a:close/>
                <a:moveTo>
                  <a:pt x="34" y="9"/>
                </a:moveTo>
                <a:cubicBezTo>
                  <a:pt x="25" y="18"/>
                  <a:pt x="25" y="18"/>
                  <a:pt x="25" y="18"/>
                </a:cubicBezTo>
                <a:cubicBezTo>
                  <a:pt x="25" y="18"/>
                  <a:pt x="25" y="19"/>
                  <a:pt x="25" y="19"/>
                </a:cubicBezTo>
                <a:cubicBezTo>
                  <a:pt x="25" y="19"/>
                  <a:pt x="26" y="19"/>
                  <a:pt x="26" y="19"/>
                </a:cubicBezTo>
                <a:cubicBezTo>
                  <a:pt x="35" y="10"/>
                  <a:pt x="35" y="10"/>
                  <a:pt x="35" y="10"/>
                </a:cubicBezTo>
                <a:cubicBezTo>
                  <a:pt x="35" y="9"/>
                  <a:pt x="35" y="9"/>
                  <a:pt x="35" y="9"/>
                </a:cubicBezTo>
                <a:cubicBezTo>
                  <a:pt x="35" y="8"/>
                  <a:pt x="35" y="8"/>
                  <a:pt x="34" y="9"/>
                </a:cubicBezTo>
                <a:close/>
                <a:moveTo>
                  <a:pt x="44" y="11"/>
                </a:moveTo>
                <a:cubicBezTo>
                  <a:pt x="36" y="3"/>
                  <a:pt x="36" y="3"/>
                  <a:pt x="36" y="3"/>
                </a:cubicBezTo>
                <a:cubicBezTo>
                  <a:pt x="39" y="1"/>
                  <a:pt x="39" y="1"/>
                  <a:pt x="39" y="1"/>
                </a:cubicBezTo>
                <a:cubicBezTo>
                  <a:pt x="40" y="0"/>
                  <a:pt x="42" y="0"/>
                  <a:pt x="43" y="1"/>
                </a:cubicBezTo>
                <a:cubicBezTo>
                  <a:pt x="47" y="5"/>
                  <a:pt x="47" y="5"/>
                  <a:pt x="47" y="5"/>
                </a:cubicBezTo>
                <a:cubicBezTo>
                  <a:pt x="48" y="6"/>
                  <a:pt x="48" y="7"/>
                  <a:pt x="47" y="8"/>
                </a:cubicBezTo>
                <a:lnTo>
                  <a:pt x="44" y="1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3" name="稻壳儿小白白(http://dwz.cn/Wu2UP)"/>
          <p:cNvSpPr/>
          <p:nvPr/>
        </p:nvSpPr>
        <p:spPr>
          <a:xfrm>
            <a:off x="3717131" y="4136898"/>
            <a:ext cx="267462" cy="276035"/>
          </a:xfrm>
          <a:custGeom>
            <a:avLst/>
            <a:gdLst>
              <a:gd name="T0" fmla="*/ 1657581689 w 37"/>
              <a:gd name="T1" fmla="*/ 1538128584 h 38"/>
              <a:gd name="T2" fmla="*/ 1478383488 w 37"/>
              <a:gd name="T3" fmla="*/ 1673845812 h 38"/>
              <a:gd name="T4" fmla="*/ 1254387409 w 37"/>
              <a:gd name="T5" fmla="*/ 1719084888 h 38"/>
              <a:gd name="T6" fmla="*/ 940788884 w 37"/>
              <a:gd name="T7" fmla="*/ 1628606736 h 38"/>
              <a:gd name="T8" fmla="*/ 761590682 w 37"/>
              <a:gd name="T9" fmla="*/ 1538128584 h 38"/>
              <a:gd name="T10" fmla="*/ 179198201 w 37"/>
              <a:gd name="T11" fmla="*/ 950020596 h 38"/>
              <a:gd name="T12" fmla="*/ 89595754 w 37"/>
              <a:gd name="T13" fmla="*/ 723825216 h 38"/>
              <a:gd name="T14" fmla="*/ 0 w 37"/>
              <a:gd name="T15" fmla="*/ 407151684 h 38"/>
              <a:gd name="T16" fmla="*/ 44797877 w 37"/>
              <a:gd name="T17" fmla="*/ 180956304 h 38"/>
              <a:gd name="T18" fmla="*/ 179198201 w 37"/>
              <a:gd name="T19" fmla="*/ 45239076 h 38"/>
              <a:gd name="T20" fmla="*/ 358396403 w 37"/>
              <a:gd name="T21" fmla="*/ 0 h 38"/>
              <a:gd name="T22" fmla="*/ 358396403 w 37"/>
              <a:gd name="T23" fmla="*/ 0 h 38"/>
              <a:gd name="T24" fmla="*/ 447992157 w 37"/>
              <a:gd name="T25" fmla="*/ 90478152 h 38"/>
              <a:gd name="T26" fmla="*/ 537594604 w 37"/>
              <a:gd name="T27" fmla="*/ 316673532 h 38"/>
              <a:gd name="T28" fmla="*/ 582392481 w 37"/>
              <a:gd name="T29" fmla="*/ 407151684 h 38"/>
              <a:gd name="T30" fmla="*/ 403194280 w 37"/>
              <a:gd name="T31" fmla="*/ 678586140 h 38"/>
              <a:gd name="T32" fmla="*/ 447992157 w 37"/>
              <a:gd name="T33" fmla="*/ 769064292 h 38"/>
              <a:gd name="T34" fmla="*/ 940788884 w 37"/>
              <a:gd name="T35" fmla="*/ 1266694128 h 38"/>
              <a:gd name="T36" fmla="*/ 1030391331 w 37"/>
              <a:gd name="T37" fmla="*/ 1311933204 h 38"/>
              <a:gd name="T38" fmla="*/ 1254387409 w 37"/>
              <a:gd name="T39" fmla="*/ 1085737824 h 38"/>
              <a:gd name="T40" fmla="*/ 1388787734 w 37"/>
              <a:gd name="T41" fmla="*/ 1176215976 h 38"/>
              <a:gd name="T42" fmla="*/ 1567985935 w 37"/>
              <a:gd name="T43" fmla="*/ 1266694128 h 38"/>
              <a:gd name="T44" fmla="*/ 1657581689 w 37"/>
              <a:gd name="T45" fmla="*/ 1357172280 h 38"/>
              <a:gd name="T46" fmla="*/ 1657581689 w 37"/>
              <a:gd name="T47" fmla="*/ 1357172280 h 38"/>
              <a:gd name="T48" fmla="*/ 1657581689 w 37"/>
              <a:gd name="T49" fmla="*/ 1538128584 h 38"/>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37" h="38">
                <a:moveTo>
                  <a:pt x="37" y="34"/>
                </a:moveTo>
                <a:cubicBezTo>
                  <a:pt x="36" y="35"/>
                  <a:pt x="35" y="36"/>
                  <a:pt x="33" y="37"/>
                </a:cubicBezTo>
                <a:cubicBezTo>
                  <a:pt x="32" y="37"/>
                  <a:pt x="30" y="38"/>
                  <a:pt x="28" y="38"/>
                </a:cubicBezTo>
                <a:cubicBezTo>
                  <a:pt x="26" y="38"/>
                  <a:pt x="24" y="37"/>
                  <a:pt x="21" y="36"/>
                </a:cubicBezTo>
                <a:cubicBezTo>
                  <a:pt x="20" y="36"/>
                  <a:pt x="18" y="35"/>
                  <a:pt x="17" y="34"/>
                </a:cubicBezTo>
                <a:cubicBezTo>
                  <a:pt x="12" y="31"/>
                  <a:pt x="7" y="26"/>
                  <a:pt x="4" y="21"/>
                </a:cubicBezTo>
                <a:cubicBezTo>
                  <a:pt x="3" y="20"/>
                  <a:pt x="2" y="18"/>
                  <a:pt x="2" y="16"/>
                </a:cubicBezTo>
                <a:cubicBezTo>
                  <a:pt x="1" y="14"/>
                  <a:pt x="0" y="12"/>
                  <a:pt x="0" y="9"/>
                </a:cubicBezTo>
                <a:cubicBezTo>
                  <a:pt x="0" y="8"/>
                  <a:pt x="0" y="6"/>
                  <a:pt x="1" y="4"/>
                </a:cubicBezTo>
                <a:cubicBezTo>
                  <a:pt x="2" y="3"/>
                  <a:pt x="3" y="2"/>
                  <a:pt x="4" y="1"/>
                </a:cubicBezTo>
                <a:cubicBezTo>
                  <a:pt x="5" y="1"/>
                  <a:pt x="7" y="0"/>
                  <a:pt x="8" y="0"/>
                </a:cubicBezTo>
                <a:cubicBezTo>
                  <a:pt x="8" y="0"/>
                  <a:pt x="8" y="0"/>
                  <a:pt x="8" y="0"/>
                </a:cubicBezTo>
                <a:cubicBezTo>
                  <a:pt x="9" y="1"/>
                  <a:pt x="9" y="2"/>
                  <a:pt x="10" y="2"/>
                </a:cubicBezTo>
                <a:cubicBezTo>
                  <a:pt x="11" y="4"/>
                  <a:pt x="11" y="5"/>
                  <a:pt x="12" y="7"/>
                </a:cubicBezTo>
                <a:cubicBezTo>
                  <a:pt x="13" y="8"/>
                  <a:pt x="13" y="9"/>
                  <a:pt x="13" y="9"/>
                </a:cubicBezTo>
                <a:cubicBezTo>
                  <a:pt x="13" y="11"/>
                  <a:pt x="9" y="13"/>
                  <a:pt x="9" y="15"/>
                </a:cubicBezTo>
                <a:cubicBezTo>
                  <a:pt x="9" y="16"/>
                  <a:pt x="9" y="16"/>
                  <a:pt x="10" y="17"/>
                </a:cubicBezTo>
                <a:cubicBezTo>
                  <a:pt x="12" y="22"/>
                  <a:pt x="16" y="25"/>
                  <a:pt x="21" y="28"/>
                </a:cubicBezTo>
                <a:cubicBezTo>
                  <a:pt x="21" y="28"/>
                  <a:pt x="22" y="29"/>
                  <a:pt x="23" y="29"/>
                </a:cubicBezTo>
                <a:cubicBezTo>
                  <a:pt x="24" y="29"/>
                  <a:pt x="27" y="24"/>
                  <a:pt x="28" y="24"/>
                </a:cubicBezTo>
                <a:cubicBezTo>
                  <a:pt x="29" y="24"/>
                  <a:pt x="30" y="25"/>
                  <a:pt x="31" y="26"/>
                </a:cubicBezTo>
                <a:cubicBezTo>
                  <a:pt x="32" y="26"/>
                  <a:pt x="34" y="27"/>
                  <a:pt x="35" y="28"/>
                </a:cubicBezTo>
                <a:cubicBezTo>
                  <a:pt x="36" y="28"/>
                  <a:pt x="37" y="29"/>
                  <a:pt x="37" y="30"/>
                </a:cubicBezTo>
                <a:cubicBezTo>
                  <a:pt x="37" y="30"/>
                  <a:pt x="37" y="30"/>
                  <a:pt x="37" y="30"/>
                </a:cubicBezTo>
                <a:cubicBezTo>
                  <a:pt x="37" y="31"/>
                  <a:pt x="37" y="33"/>
                  <a:pt x="37" y="3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4" name="稻壳儿小白白(http://dwz.cn/Wu2UP)"/>
          <p:cNvSpPr>
            <a:spLocks noEditPoints="1"/>
          </p:cNvSpPr>
          <p:nvPr/>
        </p:nvSpPr>
        <p:spPr>
          <a:xfrm>
            <a:off x="3703415" y="4675251"/>
            <a:ext cx="296609" cy="296609"/>
          </a:xfrm>
          <a:custGeom>
            <a:avLst/>
            <a:gdLst>
              <a:gd name="T0" fmla="*/ 1839659294 w 41"/>
              <a:gd name="T1" fmla="*/ 1480700729 h 41"/>
              <a:gd name="T2" fmla="*/ 1480700729 w 41"/>
              <a:gd name="T3" fmla="*/ 1839659294 h 41"/>
              <a:gd name="T4" fmla="*/ 358958564 w 41"/>
              <a:gd name="T5" fmla="*/ 1839659294 h 41"/>
              <a:gd name="T6" fmla="*/ 0 w 41"/>
              <a:gd name="T7" fmla="*/ 1480700729 h 41"/>
              <a:gd name="T8" fmla="*/ 0 w 41"/>
              <a:gd name="T9" fmla="*/ 358958564 h 41"/>
              <a:gd name="T10" fmla="*/ 358958564 w 41"/>
              <a:gd name="T11" fmla="*/ 0 h 41"/>
              <a:gd name="T12" fmla="*/ 1480700729 w 41"/>
              <a:gd name="T13" fmla="*/ 0 h 41"/>
              <a:gd name="T14" fmla="*/ 1839659294 w 41"/>
              <a:gd name="T15" fmla="*/ 358958564 h 41"/>
              <a:gd name="T16" fmla="*/ 1839659294 w 41"/>
              <a:gd name="T17" fmla="*/ 1480700729 h 41"/>
              <a:gd name="T18" fmla="*/ 1525573899 w 41"/>
              <a:gd name="T19" fmla="*/ 1256354976 h 41"/>
              <a:gd name="T20" fmla="*/ 1301221447 w 41"/>
              <a:gd name="T21" fmla="*/ 1121742165 h 41"/>
              <a:gd name="T22" fmla="*/ 1256354976 w 41"/>
              <a:gd name="T23" fmla="*/ 1076875693 h 41"/>
              <a:gd name="T24" fmla="*/ 1076875693 w 41"/>
              <a:gd name="T25" fmla="*/ 1256354976 h 41"/>
              <a:gd name="T26" fmla="*/ 987136052 w 41"/>
              <a:gd name="T27" fmla="*/ 1211481806 h 41"/>
              <a:gd name="T28" fmla="*/ 628177488 w 41"/>
              <a:gd name="T29" fmla="*/ 852523241 h 41"/>
              <a:gd name="T30" fmla="*/ 583304318 w 41"/>
              <a:gd name="T31" fmla="*/ 762783600 h 41"/>
              <a:gd name="T32" fmla="*/ 762783600 w 41"/>
              <a:gd name="T33" fmla="*/ 583304318 h 41"/>
              <a:gd name="T34" fmla="*/ 717917129 w 41"/>
              <a:gd name="T35" fmla="*/ 538437847 h 41"/>
              <a:gd name="T36" fmla="*/ 583304318 w 41"/>
              <a:gd name="T37" fmla="*/ 314085395 h 41"/>
              <a:gd name="T38" fmla="*/ 583304318 w 41"/>
              <a:gd name="T39" fmla="*/ 314085395 h 41"/>
              <a:gd name="T40" fmla="*/ 448698206 w 41"/>
              <a:gd name="T41" fmla="*/ 314085395 h 41"/>
              <a:gd name="T42" fmla="*/ 314085395 w 41"/>
              <a:gd name="T43" fmla="*/ 583304318 h 41"/>
              <a:gd name="T44" fmla="*/ 358958564 w 41"/>
              <a:gd name="T45" fmla="*/ 807656770 h 41"/>
              <a:gd name="T46" fmla="*/ 1032002524 w 41"/>
              <a:gd name="T47" fmla="*/ 1480700729 h 41"/>
              <a:gd name="T48" fmla="*/ 1256354976 w 41"/>
              <a:gd name="T49" fmla="*/ 1525573899 h 41"/>
              <a:gd name="T50" fmla="*/ 1525573899 w 41"/>
              <a:gd name="T51" fmla="*/ 1390961088 h 41"/>
              <a:gd name="T52" fmla="*/ 1525573899 w 41"/>
              <a:gd name="T53" fmla="*/ 1256354976 h 41"/>
              <a:gd name="T54" fmla="*/ 1525573899 w 41"/>
              <a:gd name="T55" fmla="*/ 1256354976 h 41"/>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1" h="41">
                <a:moveTo>
                  <a:pt x="41" y="33"/>
                </a:moveTo>
                <a:cubicBezTo>
                  <a:pt x="41" y="38"/>
                  <a:pt x="38" y="41"/>
                  <a:pt x="33" y="41"/>
                </a:cubicBezTo>
                <a:cubicBezTo>
                  <a:pt x="8" y="41"/>
                  <a:pt x="8" y="41"/>
                  <a:pt x="8" y="41"/>
                </a:cubicBezTo>
                <a:cubicBezTo>
                  <a:pt x="4" y="41"/>
                  <a:pt x="0" y="38"/>
                  <a:pt x="0" y="33"/>
                </a:cubicBezTo>
                <a:cubicBezTo>
                  <a:pt x="0" y="8"/>
                  <a:pt x="0" y="8"/>
                  <a:pt x="0" y="8"/>
                </a:cubicBezTo>
                <a:cubicBezTo>
                  <a:pt x="0" y="3"/>
                  <a:pt x="4" y="0"/>
                  <a:pt x="8" y="0"/>
                </a:cubicBezTo>
                <a:cubicBezTo>
                  <a:pt x="33" y="0"/>
                  <a:pt x="33" y="0"/>
                  <a:pt x="33" y="0"/>
                </a:cubicBezTo>
                <a:cubicBezTo>
                  <a:pt x="38" y="0"/>
                  <a:pt x="41" y="3"/>
                  <a:pt x="41" y="8"/>
                </a:cubicBezTo>
                <a:lnTo>
                  <a:pt x="41" y="33"/>
                </a:lnTo>
                <a:close/>
                <a:moveTo>
                  <a:pt x="34" y="28"/>
                </a:moveTo>
                <a:cubicBezTo>
                  <a:pt x="34" y="27"/>
                  <a:pt x="30" y="26"/>
                  <a:pt x="29" y="25"/>
                </a:cubicBezTo>
                <a:cubicBezTo>
                  <a:pt x="29" y="25"/>
                  <a:pt x="28" y="24"/>
                  <a:pt x="28" y="24"/>
                </a:cubicBezTo>
                <a:cubicBezTo>
                  <a:pt x="27" y="24"/>
                  <a:pt x="25" y="28"/>
                  <a:pt x="24" y="28"/>
                </a:cubicBezTo>
                <a:cubicBezTo>
                  <a:pt x="23" y="28"/>
                  <a:pt x="23" y="27"/>
                  <a:pt x="22" y="27"/>
                </a:cubicBezTo>
                <a:cubicBezTo>
                  <a:pt x="19" y="25"/>
                  <a:pt x="16" y="23"/>
                  <a:pt x="14" y="19"/>
                </a:cubicBezTo>
                <a:cubicBezTo>
                  <a:pt x="14" y="19"/>
                  <a:pt x="13" y="18"/>
                  <a:pt x="13" y="17"/>
                </a:cubicBezTo>
                <a:cubicBezTo>
                  <a:pt x="13" y="16"/>
                  <a:pt x="17" y="15"/>
                  <a:pt x="17" y="13"/>
                </a:cubicBezTo>
                <a:cubicBezTo>
                  <a:pt x="17" y="13"/>
                  <a:pt x="16" y="12"/>
                  <a:pt x="16" y="12"/>
                </a:cubicBezTo>
                <a:cubicBezTo>
                  <a:pt x="16" y="11"/>
                  <a:pt x="14" y="7"/>
                  <a:pt x="13" y="7"/>
                </a:cubicBezTo>
                <a:cubicBezTo>
                  <a:pt x="13" y="7"/>
                  <a:pt x="13" y="7"/>
                  <a:pt x="13" y="7"/>
                </a:cubicBezTo>
                <a:cubicBezTo>
                  <a:pt x="12" y="7"/>
                  <a:pt x="11" y="7"/>
                  <a:pt x="10" y="7"/>
                </a:cubicBezTo>
                <a:cubicBezTo>
                  <a:pt x="8" y="8"/>
                  <a:pt x="7" y="12"/>
                  <a:pt x="7" y="13"/>
                </a:cubicBezTo>
                <a:cubicBezTo>
                  <a:pt x="7" y="15"/>
                  <a:pt x="8" y="17"/>
                  <a:pt x="8" y="18"/>
                </a:cubicBezTo>
                <a:cubicBezTo>
                  <a:pt x="10" y="24"/>
                  <a:pt x="17" y="31"/>
                  <a:pt x="23" y="33"/>
                </a:cubicBezTo>
                <a:cubicBezTo>
                  <a:pt x="24" y="33"/>
                  <a:pt x="26" y="34"/>
                  <a:pt x="28" y="34"/>
                </a:cubicBezTo>
                <a:cubicBezTo>
                  <a:pt x="30" y="34"/>
                  <a:pt x="33" y="33"/>
                  <a:pt x="34" y="31"/>
                </a:cubicBezTo>
                <a:cubicBezTo>
                  <a:pt x="34" y="30"/>
                  <a:pt x="34" y="29"/>
                  <a:pt x="34" y="28"/>
                </a:cubicBezTo>
                <a:cubicBezTo>
                  <a:pt x="34" y="28"/>
                  <a:pt x="34" y="28"/>
                  <a:pt x="34"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5" name="稻壳儿小白白(http://dwz.cn/Wu2UP)"/>
          <p:cNvSpPr>
            <a:spLocks noEditPoints="1"/>
          </p:cNvSpPr>
          <p:nvPr/>
        </p:nvSpPr>
        <p:spPr>
          <a:xfrm>
            <a:off x="3703415" y="5203317"/>
            <a:ext cx="296609" cy="303467"/>
          </a:xfrm>
          <a:custGeom>
            <a:avLst/>
            <a:gdLst>
              <a:gd name="T0" fmla="*/ 1839659294 w 41"/>
              <a:gd name="T1" fmla="*/ 1521790867 h 42"/>
              <a:gd name="T2" fmla="*/ 1480700729 w 41"/>
              <a:gd name="T3" fmla="*/ 1879863242 h 42"/>
              <a:gd name="T4" fmla="*/ 358958564 w 41"/>
              <a:gd name="T5" fmla="*/ 1879863242 h 42"/>
              <a:gd name="T6" fmla="*/ 0 w 41"/>
              <a:gd name="T7" fmla="*/ 1521790867 h 42"/>
              <a:gd name="T8" fmla="*/ 0 w 41"/>
              <a:gd name="T9" fmla="*/ 358072375 h 42"/>
              <a:gd name="T10" fmla="*/ 358958564 w 41"/>
              <a:gd name="T11" fmla="*/ 0 h 42"/>
              <a:gd name="T12" fmla="*/ 1480700729 w 41"/>
              <a:gd name="T13" fmla="*/ 0 h 42"/>
              <a:gd name="T14" fmla="*/ 1839659294 w 41"/>
              <a:gd name="T15" fmla="*/ 358072375 h 42"/>
              <a:gd name="T16" fmla="*/ 1839659294 w 41"/>
              <a:gd name="T17" fmla="*/ 1521790867 h 42"/>
              <a:gd name="T18" fmla="*/ 762783600 w 41"/>
              <a:gd name="T19" fmla="*/ 179036187 h 42"/>
              <a:gd name="T20" fmla="*/ 583304318 w 41"/>
              <a:gd name="T21" fmla="*/ 223793562 h 42"/>
              <a:gd name="T22" fmla="*/ 358958564 w 41"/>
              <a:gd name="T23" fmla="*/ 223793562 h 42"/>
              <a:gd name="T24" fmla="*/ 358958564 w 41"/>
              <a:gd name="T25" fmla="*/ 1253239931 h 42"/>
              <a:gd name="T26" fmla="*/ 628177488 w 41"/>
              <a:gd name="T27" fmla="*/ 1208482557 h 42"/>
              <a:gd name="T28" fmla="*/ 628177488 w 41"/>
              <a:gd name="T29" fmla="*/ 939931621 h 42"/>
              <a:gd name="T30" fmla="*/ 762783600 w 41"/>
              <a:gd name="T31" fmla="*/ 984688995 h 42"/>
              <a:gd name="T32" fmla="*/ 1121742165 w 41"/>
              <a:gd name="T33" fmla="*/ 581859246 h 42"/>
              <a:gd name="T34" fmla="*/ 762783600 w 41"/>
              <a:gd name="T35" fmla="*/ 179036187 h 42"/>
              <a:gd name="T36" fmla="*/ 673043959 w 41"/>
              <a:gd name="T37" fmla="*/ 760895433 h 42"/>
              <a:gd name="T38" fmla="*/ 628177488 w 41"/>
              <a:gd name="T39" fmla="*/ 760895433 h 42"/>
              <a:gd name="T40" fmla="*/ 628177488 w 41"/>
              <a:gd name="T41" fmla="*/ 402829749 h 42"/>
              <a:gd name="T42" fmla="*/ 673043959 w 41"/>
              <a:gd name="T43" fmla="*/ 402829749 h 42"/>
              <a:gd name="T44" fmla="*/ 852523241 w 41"/>
              <a:gd name="T45" fmla="*/ 581859246 h 42"/>
              <a:gd name="T46" fmla="*/ 673043959 w 41"/>
              <a:gd name="T47" fmla="*/ 760895433 h 42"/>
              <a:gd name="T48" fmla="*/ 1166615335 w 41"/>
              <a:gd name="T49" fmla="*/ 716138059 h 42"/>
              <a:gd name="T50" fmla="*/ 1121742165 w 41"/>
              <a:gd name="T51" fmla="*/ 716138059 h 42"/>
              <a:gd name="T52" fmla="*/ 1032002524 w 41"/>
              <a:gd name="T53" fmla="*/ 850416872 h 42"/>
              <a:gd name="T54" fmla="*/ 762783600 w 41"/>
              <a:gd name="T55" fmla="*/ 984688995 h 42"/>
              <a:gd name="T56" fmla="*/ 762783600 w 41"/>
              <a:gd name="T57" fmla="*/ 1745584428 h 42"/>
              <a:gd name="T58" fmla="*/ 1032002524 w 41"/>
              <a:gd name="T59" fmla="*/ 1700827054 h 42"/>
              <a:gd name="T60" fmla="*/ 1032002524 w 41"/>
              <a:gd name="T61" fmla="*/ 1477033493 h 42"/>
              <a:gd name="T62" fmla="*/ 1166615335 w 41"/>
              <a:gd name="T63" fmla="*/ 1477033493 h 42"/>
              <a:gd name="T64" fmla="*/ 1525573899 w 41"/>
              <a:gd name="T65" fmla="*/ 1074210434 h 42"/>
              <a:gd name="T66" fmla="*/ 1166615335 w 41"/>
              <a:gd name="T67" fmla="*/ 716138059 h 42"/>
              <a:gd name="T68" fmla="*/ 1121742165 w 41"/>
              <a:gd name="T69" fmla="*/ 1298003995 h 42"/>
              <a:gd name="T70" fmla="*/ 1032002524 w 41"/>
              <a:gd name="T71" fmla="*/ 1253239931 h 42"/>
              <a:gd name="T72" fmla="*/ 1032002524 w 41"/>
              <a:gd name="T73" fmla="*/ 939931621 h 42"/>
              <a:gd name="T74" fmla="*/ 1121742165 w 41"/>
              <a:gd name="T75" fmla="*/ 895174246 h 42"/>
              <a:gd name="T76" fmla="*/ 1256354976 w 41"/>
              <a:gd name="T77" fmla="*/ 1074210434 h 42"/>
              <a:gd name="T78" fmla="*/ 1121742165 w 41"/>
              <a:gd name="T79" fmla="*/ 1298003995 h 4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1" h="42">
                <a:moveTo>
                  <a:pt x="41" y="34"/>
                </a:moveTo>
                <a:cubicBezTo>
                  <a:pt x="41" y="38"/>
                  <a:pt x="38" y="42"/>
                  <a:pt x="33" y="42"/>
                </a:cubicBezTo>
                <a:cubicBezTo>
                  <a:pt x="8" y="42"/>
                  <a:pt x="8" y="42"/>
                  <a:pt x="8" y="42"/>
                </a:cubicBezTo>
                <a:cubicBezTo>
                  <a:pt x="4" y="42"/>
                  <a:pt x="0" y="38"/>
                  <a:pt x="0" y="34"/>
                </a:cubicBezTo>
                <a:cubicBezTo>
                  <a:pt x="0" y="8"/>
                  <a:pt x="0" y="8"/>
                  <a:pt x="0" y="8"/>
                </a:cubicBezTo>
                <a:cubicBezTo>
                  <a:pt x="0" y="4"/>
                  <a:pt x="4" y="0"/>
                  <a:pt x="8" y="0"/>
                </a:cubicBezTo>
                <a:cubicBezTo>
                  <a:pt x="33" y="0"/>
                  <a:pt x="33" y="0"/>
                  <a:pt x="33" y="0"/>
                </a:cubicBezTo>
                <a:cubicBezTo>
                  <a:pt x="38" y="0"/>
                  <a:pt x="41" y="4"/>
                  <a:pt x="41" y="8"/>
                </a:cubicBezTo>
                <a:lnTo>
                  <a:pt x="41" y="34"/>
                </a:lnTo>
                <a:close/>
                <a:moveTo>
                  <a:pt x="17" y="4"/>
                </a:moveTo>
                <a:cubicBezTo>
                  <a:pt x="15" y="4"/>
                  <a:pt x="14" y="5"/>
                  <a:pt x="13" y="5"/>
                </a:cubicBezTo>
                <a:cubicBezTo>
                  <a:pt x="8" y="5"/>
                  <a:pt x="8" y="5"/>
                  <a:pt x="8" y="5"/>
                </a:cubicBezTo>
                <a:cubicBezTo>
                  <a:pt x="8" y="28"/>
                  <a:pt x="8" y="28"/>
                  <a:pt x="8" y="28"/>
                </a:cubicBezTo>
                <a:cubicBezTo>
                  <a:pt x="14" y="27"/>
                  <a:pt x="14" y="27"/>
                  <a:pt x="14" y="27"/>
                </a:cubicBezTo>
                <a:cubicBezTo>
                  <a:pt x="14" y="21"/>
                  <a:pt x="14" y="21"/>
                  <a:pt x="14" y="21"/>
                </a:cubicBezTo>
                <a:cubicBezTo>
                  <a:pt x="14" y="22"/>
                  <a:pt x="16" y="22"/>
                  <a:pt x="17" y="22"/>
                </a:cubicBezTo>
                <a:cubicBezTo>
                  <a:pt x="21" y="22"/>
                  <a:pt x="25" y="18"/>
                  <a:pt x="25" y="13"/>
                </a:cubicBezTo>
                <a:cubicBezTo>
                  <a:pt x="25" y="8"/>
                  <a:pt x="21" y="4"/>
                  <a:pt x="17" y="4"/>
                </a:cubicBezTo>
                <a:close/>
                <a:moveTo>
                  <a:pt x="15" y="17"/>
                </a:moveTo>
                <a:cubicBezTo>
                  <a:pt x="15" y="17"/>
                  <a:pt x="14" y="17"/>
                  <a:pt x="14" y="17"/>
                </a:cubicBezTo>
                <a:cubicBezTo>
                  <a:pt x="14" y="9"/>
                  <a:pt x="14" y="9"/>
                  <a:pt x="14" y="9"/>
                </a:cubicBezTo>
                <a:cubicBezTo>
                  <a:pt x="14" y="9"/>
                  <a:pt x="15" y="9"/>
                  <a:pt x="15" y="9"/>
                </a:cubicBezTo>
                <a:cubicBezTo>
                  <a:pt x="17" y="9"/>
                  <a:pt x="19" y="11"/>
                  <a:pt x="19" y="13"/>
                </a:cubicBezTo>
                <a:cubicBezTo>
                  <a:pt x="19" y="15"/>
                  <a:pt x="17" y="17"/>
                  <a:pt x="15" y="17"/>
                </a:cubicBezTo>
                <a:close/>
                <a:moveTo>
                  <a:pt x="26" y="16"/>
                </a:moveTo>
                <a:cubicBezTo>
                  <a:pt x="26" y="16"/>
                  <a:pt x="25" y="16"/>
                  <a:pt x="25" y="16"/>
                </a:cubicBezTo>
                <a:cubicBezTo>
                  <a:pt x="24" y="17"/>
                  <a:pt x="24" y="18"/>
                  <a:pt x="23" y="19"/>
                </a:cubicBezTo>
                <a:cubicBezTo>
                  <a:pt x="21" y="21"/>
                  <a:pt x="19" y="22"/>
                  <a:pt x="17" y="22"/>
                </a:cubicBezTo>
                <a:cubicBezTo>
                  <a:pt x="17" y="39"/>
                  <a:pt x="17" y="39"/>
                  <a:pt x="17" y="39"/>
                </a:cubicBezTo>
                <a:cubicBezTo>
                  <a:pt x="23" y="38"/>
                  <a:pt x="23" y="38"/>
                  <a:pt x="23" y="38"/>
                </a:cubicBezTo>
                <a:cubicBezTo>
                  <a:pt x="23" y="33"/>
                  <a:pt x="23" y="33"/>
                  <a:pt x="23" y="33"/>
                </a:cubicBezTo>
                <a:cubicBezTo>
                  <a:pt x="24" y="33"/>
                  <a:pt x="25" y="33"/>
                  <a:pt x="26" y="33"/>
                </a:cubicBezTo>
                <a:cubicBezTo>
                  <a:pt x="30" y="33"/>
                  <a:pt x="34" y="29"/>
                  <a:pt x="34" y="24"/>
                </a:cubicBezTo>
                <a:cubicBezTo>
                  <a:pt x="34" y="20"/>
                  <a:pt x="30" y="16"/>
                  <a:pt x="26" y="16"/>
                </a:cubicBezTo>
                <a:close/>
                <a:moveTo>
                  <a:pt x="25" y="29"/>
                </a:moveTo>
                <a:cubicBezTo>
                  <a:pt x="24" y="29"/>
                  <a:pt x="23" y="28"/>
                  <a:pt x="23" y="28"/>
                </a:cubicBezTo>
                <a:cubicBezTo>
                  <a:pt x="23" y="21"/>
                  <a:pt x="23" y="21"/>
                  <a:pt x="23" y="21"/>
                </a:cubicBezTo>
                <a:cubicBezTo>
                  <a:pt x="23" y="20"/>
                  <a:pt x="24" y="20"/>
                  <a:pt x="25" y="20"/>
                </a:cubicBezTo>
                <a:cubicBezTo>
                  <a:pt x="27" y="20"/>
                  <a:pt x="28" y="22"/>
                  <a:pt x="28" y="24"/>
                </a:cubicBezTo>
                <a:cubicBezTo>
                  <a:pt x="28" y="27"/>
                  <a:pt x="27" y="29"/>
                  <a:pt x="25" y="2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6" name="稻壳儿小白白(http://dwz.cn/Wu2UP)"/>
          <p:cNvSpPr>
            <a:spLocks noEditPoints="1"/>
          </p:cNvSpPr>
          <p:nvPr/>
        </p:nvSpPr>
        <p:spPr>
          <a:xfrm>
            <a:off x="3660553" y="5717667"/>
            <a:ext cx="382333" cy="339471"/>
          </a:xfrm>
          <a:custGeom>
            <a:avLst/>
            <a:gdLst>
              <a:gd name="T0" fmla="*/ 2147483646 w 53"/>
              <a:gd name="T1" fmla="*/ 1923227607 h 47"/>
              <a:gd name="T2" fmla="*/ 1472309190 w 53"/>
              <a:gd name="T3" fmla="*/ 1162882120 h 47"/>
              <a:gd name="T4" fmla="*/ 1427690319 w 53"/>
              <a:gd name="T5" fmla="*/ 1162882120 h 47"/>
              <a:gd name="T6" fmla="*/ 1606152444 w 53"/>
              <a:gd name="T7" fmla="*/ 1431242105 h 47"/>
              <a:gd name="T8" fmla="*/ 1561540253 w 53"/>
              <a:gd name="T9" fmla="*/ 1744323180 h 47"/>
              <a:gd name="T10" fmla="*/ 1249228194 w 53"/>
              <a:gd name="T11" fmla="*/ 1744323180 h 47"/>
              <a:gd name="T12" fmla="*/ 1249228194 w 53"/>
              <a:gd name="T13" fmla="*/ 1565418753 h 47"/>
              <a:gd name="T14" fmla="*/ 1338459257 w 53"/>
              <a:gd name="T15" fmla="*/ 1431242105 h 47"/>
              <a:gd name="T16" fmla="*/ 713848499 w 53"/>
              <a:gd name="T17" fmla="*/ 1207609899 h 47"/>
              <a:gd name="T18" fmla="*/ 44612191 w 53"/>
              <a:gd name="T19" fmla="*/ 1341786547 h 47"/>
              <a:gd name="T20" fmla="*/ 44612191 w 53"/>
              <a:gd name="T21" fmla="*/ 1252330990 h 47"/>
              <a:gd name="T22" fmla="*/ 713848499 w 53"/>
              <a:gd name="T23" fmla="*/ 1028705472 h 47"/>
              <a:gd name="T24" fmla="*/ 803072882 w 53"/>
              <a:gd name="T25" fmla="*/ 1073426563 h 47"/>
              <a:gd name="T26" fmla="*/ 1070766070 w 53"/>
              <a:gd name="T27" fmla="*/ 1073426563 h 47"/>
              <a:gd name="T28" fmla="*/ 803072882 w 53"/>
              <a:gd name="T29" fmla="*/ 1162882120 h 47"/>
              <a:gd name="T30" fmla="*/ 1026153878 w 53"/>
              <a:gd name="T31" fmla="*/ 1431242105 h 47"/>
              <a:gd name="T32" fmla="*/ 1115384940 w 53"/>
              <a:gd name="T33" fmla="*/ 1028705472 h 47"/>
              <a:gd name="T34" fmla="*/ 1026153878 w 53"/>
              <a:gd name="T35" fmla="*/ 983977693 h 47"/>
              <a:gd name="T36" fmla="*/ 1070766070 w 53"/>
              <a:gd name="T37" fmla="*/ 760345487 h 47"/>
              <a:gd name="T38" fmla="*/ 1516921382 w 53"/>
              <a:gd name="T39" fmla="*/ 983977693 h 47"/>
              <a:gd name="T40" fmla="*/ 1427690319 w 53"/>
              <a:gd name="T41" fmla="*/ 1073426563 h 47"/>
              <a:gd name="T42" fmla="*/ 2052307756 w 53"/>
              <a:gd name="T43" fmla="*/ 1565418753 h 47"/>
              <a:gd name="T44" fmla="*/ 892303945 w 53"/>
              <a:gd name="T45" fmla="*/ 1028705472 h 47"/>
              <a:gd name="T46" fmla="*/ 1026153878 w 53"/>
              <a:gd name="T47" fmla="*/ 1028705472 h 47"/>
              <a:gd name="T48" fmla="*/ 1026153878 w 53"/>
              <a:gd name="T49" fmla="*/ 1118154341 h 47"/>
              <a:gd name="T50" fmla="*/ 1070766070 w 53"/>
              <a:gd name="T51" fmla="*/ 1386514326 h 47"/>
              <a:gd name="T52" fmla="*/ 1026153878 w 53"/>
              <a:gd name="T53" fmla="*/ 1118154341 h 47"/>
              <a:gd name="T54" fmla="*/ 1249228194 w 53"/>
              <a:gd name="T55" fmla="*/ 715617709 h 47"/>
              <a:gd name="T56" fmla="*/ 1115384940 w 53"/>
              <a:gd name="T57" fmla="*/ 670889930 h 47"/>
              <a:gd name="T58" fmla="*/ 1472309190 w 53"/>
              <a:gd name="T59" fmla="*/ 536713281 h 47"/>
              <a:gd name="T60" fmla="*/ 1472309190 w 53"/>
              <a:gd name="T61" fmla="*/ 626168839 h 47"/>
              <a:gd name="T62" fmla="*/ 1963076694 w 53"/>
              <a:gd name="T63" fmla="*/ 402536633 h 47"/>
              <a:gd name="T64" fmla="*/ 2147483646 w 53"/>
              <a:gd name="T65" fmla="*/ 0 h 47"/>
              <a:gd name="T66" fmla="*/ 1650764635 w 53"/>
              <a:gd name="T67" fmla="*/ 626168839 h 47"/>
              <a:gd name="T68" fmla="*/ 1516921382 w 53"/>
              <a:gd name="T69" fmla="*/ 760345487 h 47"/>
              <a:gd name="T70" fmla="*/ 1427690319 w 53"/>
              <a:gd name="T71" fmla="*/ 715617709 h 47"/>
              <a:gd name="T72" fmla="*/ 1293847065 w 53"/>
              <a:gd name="T73" fmla="*/ 1878499829 h 47"/>
              <a:gd name="T74" fmla="*/ 1249228194 w 53"/>
              <a:gd name="T75" fmla="*/ 1789050959 h 47"/>
              <a:gd name="T76" fmla="*/ 1561540253 w 53"/>
              <a:gd name="T77" fmla="*/ 1833772050 h 47"/>
              <a:gd name="T78" fmla="*/ 1427690319 w 53"/>
              <a:gd name="T79" fmla="*/ 2102132035 h 47"/>
              <a:gd name="T80" fmla="*/ 1249228194 w 53"/>
              <a:gd name="T81" fmla="*/ 1923227607 h 47"/>
              <a:gd name="T82" fmla="*/ 1561540253 w 53"/>
              <a:gd name="T83" fmla="*/ 1789050959 h 47"/>
              <a:gd name="T84" fmla="*/ 1293847065 w 53"/>
              <a:gd name="T85" fmla="*/ 1789050959 h 47"/>
              <a:gd name="T86" fmla="*/ 1561540253 w 53"/>
              <a:gd name="T87" fmla="*/ 1744323180 h 47"/>
              <a:gd name="T88" fmla="*/ 2147483646 w 53"/>
              <a:gd name="T89" fmla="*/ 0 h 47"/>
              <a:gd name="T90" fmla="*/ 2147483646 w 53"/>
              <a:gd name="T91" fmla="*/ 0 h 47"/>
              <a:gd name="T92" fmla="*/ 2147483646 w 53"/>
              <a:gd name="T93" fmla="*/ 0 h 47"/>
              <a:gd name="T94" fmla="*/ 2147483646 w 53"/>
              <a:gd name="T95" fmla="*/ 0 h 47"/>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53" h="47">
                <a:moveTo>
                  <a:pt x="46" y="35"/>
                </a:moveTo>
                <a:cubicBezTo>
                  <a:pt x="48" y="38"/>
                  <a:pt x="50" y="40"/>
                  <a:pt x="53" y="43"/>
                </a:cubicBezTo>
                <a:cubicBezTo>
                  <a:pt x="50" y="45"/>
                  <a:pt x="46" y="46"/>
                  <a:pt x="43" y="47"/>
                </a:cubicBezTo>
                <a:cubicBezTo>
                  <a:pt x="38" y="43"/>
                  <a:pt x="41" y="26"/>
                  <a:pt x="33" y="26"/>
                </a:cubicBezTo>
                <a:cubicBezTo>
                  <a:pt x="32" y="26"/>
                  <a:pt x="32" y="26"/>
                  <a:pt x="32" y="26"/>
                </a:cubicBezTo>
                <a:cubicBezTo>
                  <a:pt x="32" y="26"/>
                  <a:pt x="32" y="26"/>
                  <a:pt x="32" y="26"/>
                </a:cubicBezTo>
                <a:cubicBezTo>
                  <a:pt x="32" y="26"/>
                  <a:pt x="33" y="26"/>
                  <a:pt x="33" y="26"/>
                </a:cubicBezTo>
                <a:cubicBezTo>
                  <a:pt x="35" y="28"/>
                  <a:pt x="36" y="29"/>
                  <a:pt x="36" y="32"/>
                </a:cubicBezTo>
                <a:cubicBezTo>
                  <a:pt x="36" y="33"/>
                  <a:pt x="36" y="33"/>
                  <a:pt x="36" y="33"/>
                </a:cubicBezTo>
                <a:cubicBezTo>
                  <a:pt x="36" y="35"/>
                  <a:pt x="35" y="37"/>
                  <a:pt x="35" y="39"/>
                </a:cubicBezTo>
                <a:cubicBezTo>
                  <a:pt x="33" y="38"/>
                  <a:pt x="32" y="39"/>
                  <a:pt x="30" y="39"/>
                </a:cubicBezTo>
                <a:cubicBezTo>
                  <a:pt x="29" y="39"/>
                  <a:pt x="28" y="39"/>
                  <a:pt x="28" y="39"/>
                </a:cubicBezTo>
                <a:cubicBezTo>
                  <a:pt x="28" y="38"/>
                  <a:pt x="28" y="38"/>
                  <a:pt x="28" y="38"/>
                </a:cubicBezTo>
                <a:cubicBezTo>
                  <a:pt x="28" y="37"/>
                  <a:pt x="28" y="36"/>
                  <a:pt x="28" y="35"/>
                </a:cubicBezTo>
                <a:cubicBezTo>
                  <a:pt x="28" y="34"/>
                  <a:pt x="31" y="32"/>
                  <a:pt x="31" y="31"/>
                </a:cubicBezTo>
                <a:cubicBezTo>
                  <a:pt x="30" y="31"/>
                  <a:pt x="30" y="31"/>
                  <a:pt x="30" y="32"/>
                </a:cubicBezTo>
                <a:cubicBezTo>
                  <a:pt x="29" y="33"/>
                  <a:pt x="25" y="35"/>
                  <a:pt x="23" y="35"/>
                </a:cubicBezTo>
                <a:cubicBezTo>
                  <a:pt x="22" y="35"/>
                  <a:pt x="18" y="29"/>
                  <a:pt x="16" y="27"/>
                </a:cubicBezTo>
                <a:cubicBezTo>
                  <a:pt x="16" y="27"/>
                  <a:pt x="15" y="27"/>
                  <a:pt x="15" y="27"/>
                </a:cubicBezTo>
                <a:cubicBezTo>
                  <a:pt x="14" y="27"/>
                  <a:pt x="2" y="30"/>
                  <a:pt x="1" y="30"/>
                </a:cubicBezTo>
                <a:cubicBezTo>
                  <a:pt x="1" y="30"/>
                  <a:pt x="0" y="29"/>
                  <a:pt x="0" y="29"/>
                </a:cubicBezTo>
                <a:cubicBezTo>
                  <a:pt x="0" y="28"/>
                  <a:pt x="1" y="28"/>
                  <a:pt x="1" y="28"/>
                </a:cubicBezTo>
                <a:cubicBezTo>
                  <a:pt x="14" y="25"/>
                  <a:pt x="14" y="25"/>
                  <a:pt x="14" y="25"/>
                </a:cubicBezTo>
                <a:cubicBezTo>
                  <a:pt x="13" y="23"/>
                  <a:pt x="15" y="23"/>
                  <a:pt x="16" y="23"/>
                </a:cubicBezTo>
                <a:cubicBezTo>
                  <a:pt x="17" y="23"/>
                  <a:pt x="17" y="22"/>
                  <a:pt x="17" y="22"/>
                </a:cubicBezTo>
                <a:cubicBezTo>
                  <a:pt x="18" y="22"/>
                  <a:pt x="18" y="23"/>
                  <a:pt x="18" y="24"/>
                </a:cubicBezTo>
                <a:cubicBezTo>
                  <a:pt x="19" y="24"/>
                  <a:pt x="23" y="23"/>
                  <a:pt x="23" y="23"/>
                </a:cubicBezTo>
                <a:cubicBezTo>
                  <a:pt x="24" y="23"/>
                  <a:pt x="24" y="23"/>
                  <a:pt x="24" y="24"/>
                </a:cubicBezTo>
                <a:cubicBezTo>
                  <a:pt x="24" y="24"/>
                  <a:pt x="24" y="25"/>
                  <a:pt x="23" y="25"/>
                </a:cubicBezTo>
                <a:cubicBezTo>
                  <a:pt x="18" y="26"/>
                  <a:pt x="18" y="26"/>
                  <a:pt x="18" y="26"/>
                </a:cubicBezTo>
                <a:cubicBezTo>
                  <a:pt x="18" y="26"/>
                  <a:pt x="18" y="26"/>
                  <a:pt x="18" y="26"/>
                </a:cubicBezTo>
                <a:cubicBezTo>
                  <a:pt x="18" y="27"/>
                  <a:pt x="23" y="32"/>
                  <a:pt x="23" y="32"/>
                </a:cubicBezTo>
                <a:cubicBezTo>
                  <a:pt x="25" y="32"/>
                  <a:pt x="29" y="28"/>
                  <a:pt x="29" y="26"/>
                </a:cubicBezTo>
                <a:cubicBezTo>
                  <a:pt x="29" y="23"/>
                  <a:pt x="25" y="25"/>
                  <a:pt x="25" y="23"/>
                </a:cubicBezTo>
                <a:cubicBezTo>
                  <a:pt x="25" y="23"/>
                  <a:pt x="25" y="23"/>
                  <a:pt x="25" y="22"/>
                </a:cubicBezTo>
                <a:cubicBezTo>
                  <a:pt x="23" y="22"/>
                  <a:pt x="23" y="22"/>
                  <a:pt x="23" y="22"/>
                </a:cubicBezTo>
                <a:cubicBezTo>
                  <a:pt x="24" y="21"/>
                  <a:pt x="24" y="20"/>
                  <a:pt x="24" y="19"/>
                </a:cubicBezTo>
                <a:cubicBezTo>
                  <a:pt x="24" y="18"/>
                  <a:pt x="24" y="18"/>
                  <a:pt x="24" y="17"/>
                </a:cubicBezTo>
                <a:cubicBezTo>
                  <a:pt x="25" y="17"/>
                  <a:pt x="26" y="17"/>
                  <a:pt x="28" y="17"/>
                </a:cubicBezTo>
                <a:cubicBezTo>
                  <a:pt x="33" y="17"/>
                  <a:pt x="32" y="17"/>
                  <a:pt x="34" y="22"/>
                </a:cubicBezTo>
                <a:cubicBezTo>
                  <a:pt x="35" y="21"/>
                  <a:pt x="35" y="21"/>
                  <a:pt x="35" y="21"/>
                </a:cubicBezTo>
                <a:cubicBezTo>
                  <a:pt x="35" y="24"/>
                  <a:pt x="32" y="23"/>
                  <a:pt x="32" y="24"/>
                </a:cubicBezTo>
                <a:cubicBezTo>
                  <a:pt x="32" y="25"/>
                  <a:pt x="32" y="25"/>
                  <a:pt x="32" y="25"/>
                </a:cubicBezTo>
                <a:cubicBezTo>
                  <a:pt x="39" y="24"/>
                  <a:pt x="43" y="30"/>
                  <a:pt x="46" y="35"/>
                </a:cubicBezTo>
                <a:close/>
                <a:moveTo>
                  <a:pt x="20" y="23"/>
                </a:moveTo>
                <a:cubicBezTo>
                  <a:pt x="20" y="23"/>
                  <a:pt x="20" y="23"/>
                  <a:pt x="20" y="23"/>
                </a:cubicBezTo>
                <a:cubicBezTo>
                  <a:pt x="20" y="23"/>
                  <a:pt x="21" y="22"/>
                  <a:pt x="22" y="22"/>
                </a:cubicBezTo>
                <a:cubicBezTo>
                  <a:pt x="22" y="22"/>
                  <a:pt x="22" y="22"/>
                  <a:pt x="23" y="23"/>
                </a:cubicBezTo>
                <a:lnTo>
                  <a:pt x="20" y="23"/>
                </a:lnTo>
                <a:close/>
                <a:moveTo>
                  <a:pt x="23" y="25"/>
                </a:moveTo>
                <a:cubicBezTo>
                  <a:pt x="26" y="30"/>
                  <a:pt x="26" y="30"/>
                  <a:pt x="26" y="30"/>
                </a:cubicBezTo>
                <a:cubicBezTo>
                  <a:pt x="24" y="31"/>
                  <a:pt x="24" y="31"/>
                  <a:pt x="24" y="31"/>
                </a:cubicBezTo>
                <a:cubicBezTo>
                  <a:pt x="21" y="26"/>
                  <a:pt x="21" y="26"/>
                  <a:pt x="21" y="26"/>
                </a:cubicBezTo>
                <a:lnTo>
                  <a:pt x="23" y="25"/>
                </a:lnTo>
                <a:close/>
                <a:moveTo>
                  <a:pt x="32" y="16"/>
                </a:moveTo>
                <a:cubicBezTo>
                  <a:pt x="31" y="16"/>
                  <a:pt x="30" y="16"/>
                  <a:pt x="28" y="16"/>
                </a:cubicBezTo>
                <a:cubicBezTo>
                  <a:pt x="26" y="16"/>
                  <a:pt x="24" y="16"/>
                  <a:pt x="22" y="17"/>
                </a:cubicBezTo>
                <a:cubicBezTo>
                  <a:pt x="23" y="16"/>
                  <a:pt x="24" y="16"/>
                  <a:pt x="25" y="15"/>
                </a:cubicBezTo>
                <a:cubicBezTo>
                  <a:pt x="27" y="14"/>
                  <a:pt x="29" y="12"/>
                  <a:pt x="30" y="10"/>
                </a:cubicBezTo>
                <a:cubicBezTo>
                  <a:pt x="31" y="11"/>
                  <a:pt x="32" y="13"/>
                  <a:pt x="33" y="12"/>
                </a:cubicBezTo>
                <a:cubicBezTo>
                  <a:pt x="33" y="12"/>
                  <a:pt x="33" y="12"/>
                  <a:pt x="33" y="12"/>
                </a:cubicBezTo>
                <a:cubicBezTo>
                  <a:pt x="33" y="14"/>
                  <a:pt x="33" y="14"/>
                  <a:pt x="33" y="14"/>
                </a:cubicBezTo>
                <a:cubicBezTo>
                  <a:pt x="34" y="15"/>
                  <a:pt x="34" y="15"/>
                  <a:pt x="34" y="15"/>
                </a:cubicBezTo>
                <a:cubicBezTo>
                  <a:pt x="37" y="13"/>
                  <a:pt x="41" y="12"/>
                  <a:pt x="44" y="9"/>
                </a:cubicBezTo>
                <a:cubicBezTo>
                  <a:pt x="48" y="6"/>
                  <a:pt x="49" y="5"/>
                  <a:pt x="51" y="0"/>
                </a:cubicBezTo>
                <a:cubicBezTo>
                  <a:pt x="51" y="0"/>
                  <a:pt x="51" y="0"/>
                  <a:pt x="51" y="0"/>
                </a:cubicBezTo>
                <a:cubicBezTo>
                  <a:pt x="51" y="1"/>
                  <a:pt x="51" y="2"/>
                  <a:pt x="50" y="4"/>
                </a:cubicBezTo>
                <a:cubicBezTo>
                  <a:pt x="48" y="10"/>
                  <a:pt x="43" y="13"/>
                  <a:pt x="37" y="14"/>
                </a:cubicBezTo>
                <a:cubicBezTo>
                  <a:pt x="35" y="15"/>
                  <a:pt x="34" y="15"/>
                  <a:pt x="33" y="15"/>
                </a:cubicBezTo>
                <a:cubicBezTo>
                  <a:pt x="33" y="16"/>
                  <a:pt x="34" y="17"/>
                  <a:pt x="34" y="17"/>
                </a:cubicBezTo>
                <a:cubicBezTo>
                  <a:pt x="34" y="18"/>
                  <a:pt x="34" y="18"/>
                  <a:pt x="34" y="18"/>
                </a:cubicBezTo>
                <a:cubicBezTo>
                  <a:pt x="33" y="17"/>
                  <a:pt x="32" y="16"/>
                  <a:pt x="32" y="16"/>
                </a:cubicBezTo>
                <a:close/>
                <a:moveTo>
                  <a:pt x="29" y="40"/>
                </a:moveTo>
                <a:cubicBezTo>
                  <a:pt x="29" y="42"/>
                  <a:pt x="29" y="42"/>
                  <a:pt x="29" y="42"/>
                </a:cubicBezTo>
                <a:cubicBezTo>
                  <a:pt x="28" y="42"/>
                  <a:pt x="28" y="42"/>
                  <a:pt x="28" y="42"/>
                </a:cubicBezTo>
                <a:cubicBezTo>
                  <a:pt x="28" y="40"/>
                  <a:pt x="28" y="40"/>
                  <a:pt x="28" y="40"/>
                </a:cubicBezTo>
                <a:lnTo>
                  <a:pt x="29" y="40"/>
                </a:lnTo>
                <a:close/>
                <a:moveTo>
                  <a:pt x="35" y="41"/>
                </a:moveTo>
                <a:cubicBezTo>
                  <a:pt x="36" y="41"/>
                  <a:pt x="38" y="45"/>
                  <a:pt x="38" y="46"/>
                </a:cubicBezTo>
                <a:cubicBezTo>
                  <a:pt x="36" y="47"/>
                  <a:pt x="34" y="47"/>
                  <a:pt x="32" y="47"/>
                </a:cubicBezTo>
                <a:cubicBezTo>
                  <a:pt x="31" y="47"/>
                  <a:pt x="29" y="47"/>
                  <a:pt x="28" y="47"/>
                </a:cubicBezTo>
                <a:cubicBezTo>
                  <a:pt x="28" y="43"/>
                  <a:pt x="28" y="43"/>
                  <a:pt x="28" y="43"/>
                </a:cubicBezTo>
                <a:cubicBezTo>
                  <a:pt x="29" y="42"/>
                  <a:pt x="33" y="41"/>
                  <a:pt x="35" y="41"/>
                </a:cubicBezTo>
                <a:close/>
                <a:moveTo>
                  <a:pt x="35" y="40"/>
                </a:moveTo>
                <a:cubicBezTo>
                  <a:pt x="35" y="41"/>
                  <a:pt x="30" y="41"/>
                  <a:pt x="29" y="41"/>
                </a:cubicBezTo>
                <a:cubicBezTo>
                  <a:pt x="29" y="40"/>
                  <a:pt x="29" y="40"/>
                  <a:pt x="29" y="40"/>
                </a:cubicBezTo>
                <a:cubicBezTo>
                  <a:pt x="31" y="40"/>
                  <a:pt x="33" y="39"/>
                  <a:pt x="34" y="39"/>
                </a:cubicBezTo>
                <a:cubicBezTo>
                  <a:pt x="35" y="39"/>
                  <a:pt x="35" y="39"/>
                  <a:pt x="35" y="39"/>
                </a:cubicBezTo>
                <a:cubicBezTo>
                  <a:pt x="35" y="40"/>
                  <a:pt x="35" y="40"/>
                  <a:pt x="35" y="40"/>
                </a:cubicBezTo>
                <a:close/>
                <a:moveTo>
                  <a:pt x="52" y="0"/>
                </a:moveTo>
                <a:cubicBezTo>
                  <a:pt x="51" y="0"/>
                  <a:pt x="51" y="0"/>
                  <a:pt x="51" y="0"/>
                </a:cubicBezTo>
                <a:cubicBezTo>
                  <a:pt x="52" y="0"/>
                  <a:pt x="52" y="0"/>
                  <a:pt x="52" y="0"/>
                </a:cubicBezTo>
                <a:cubicBezTo>
                  <a:pt x="52" y="0"/>
                  <a:pt x="52" y="0"/>
                  <a:pt x="52" y="0"/>
                </a:cubicBezTo>
                <a:close/>
                <a:moveTo>
                  <a:pt x="52" y="0"/>
                </a:moveTo>
                <a:cubicBezTo>
                  <a:pt x="52" y="0"/>
                  <a:pt x="52" y="0"/>
                  <a:pt x="52" y="0"/>
                </a:cubicBezTo>
                <a:close/>
                <a:moveTo>
                  <a:pt x="52" y="0"/>
                </a:moveTo>
                <a:cubicBezTo>
                  <a:pt x="52" y="0"/>
                  <a:pt x="52" y="0"/>
                  <a:pt x="52" y="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7" name="稻壳儿小白白(http://dwz.cn/Wu2UP)"/>
          <p:cNvSpPr>
            <a:spLocks noEditPoints="1"/>
          </p:cNvSpPr>
          <p:nvPr/>
        </p:nvSpPr>
        <p:spPr>
          <a:xfrm>
            <a:off x="4615529" y="1470851"/>
            <a:ext cx="276035" cy="276034"/>
          </a:xfrm>
          <a:custGeom>
            <a:avLst/>
            <a:gdLst>
              <a:gd name="T0" fmla="*/ 1719084888 w 38"/>
              <a:gd name="T1" fmla="*/ 1357160244 h 38"/>
              <a:gd name="T2" fmla="*/ 1357172280 w 38"/>
              <a:gd name="T3" fmla="*/ 1719071436 h 38"/>
              <a:gd name="T4" fmla="*/ 361912608 w 38"/>
              <a:gd name="T5" fmla="*/ 1719071436 h 38"/>
              <a:gd name="T6" fmla="*/ 0 w 38"/>
              <a:gd name="T7" fmla="*/ 1357160244 h 38"/>
              <a:gd name="T8" fmla="*/ 0 w 38"/>
              <a:gd name="T9" fmla="*/ 361911192 h 38"/>
              <a:gd name="T10" fmla="*/ 361912608 w 38"/>
              <a:gd name="T11" fmla="*/ 0 h 38"/>
              <a:gd name="T12" fmla="*/ 1357172280 w 38"/>
              <a:gd name="T13" fmla="*/ 0 h 38"/>
              <a:gd name="T14" fmla="*/ 1719084888 w 38"/>
              <a:gd name="T15" fmla="*/ 361911192 h 38"/>
              <a:gd name="T16" fmla="*/ 1719084888 w 38"/>
              <a:gd name="T17" fmla="*/ 1357160244 h 38"/>
              <a:gd name="T18" fmla="*/ 1583367660 w 38"/>
              <a:gd name="T19" fmla="*/ 361911192 h 38"/>
              <a:gd name="T20" fmla="*/ 1357172280 w 38"/>
              <a:gd name="T21" fmla="*/ 180955596 h 38"/>
              <a:gd name="T22" fmla="*/ 361912608 w 38"/>
              <a:gd name="T23" fmla="*/ 180955596 h 38"/>
              <a:gd name="T24" fmla="*/ 180956304 w 38"/>
              <a:gd name="T25" fmla="*/ 361911192 h 38"/>
              <a:gd name="T26" fmla="*/ 180956304 w 38"/>
              <a:gd name="T27" fmla="*/ 1357160244 h 38"/>
              <a:gd name="T28" fmla="*/ 361912608 w 38"/>
              <a:gd name="T29" fmla="*/ 1583354739 h 38"/>
              <a:gd name="T30" fmla="*/ 1357172280 w 38"/>
              <a:gd name="T31" fmla="*/ 1583354739 h 38"/>
              <a:gd name="T32" fmla="*/ 1583367660 w 38"/>
              <a:gd name="T33" fmla="*/ 1357160244 h 38"/>
              <a:gd name="T34" fmla="*/ 1583367660 w 38"/>
              <a:gd name="T35" fmla="*/ 361911192 h 38"/>
              <a:gd name="T36" fmla="*/ 1402411356 w 38"/>
              <a:gd name="T37" fmla="*/ 904771254 h 38"/>
              <a:gd name="T38" fmla="*/ 1357172280 w 38"/>
              <a:gd name="T39" fmla="*/ 950010153 h 38"/>
              <a:gd name="T40" fmla="*/ 950020596 w 38"/>
              <a:gd name="T41" fmla="*/ 950010153 h 38"/>
              <a:gd name="T42" fmla="*/ 950020596 w 38"/>
              <a:gd name="T43" fmla="*/ 1357160244 h 38"/>
              <a:gd name="T44" fmla="*/ 904781520 w 38"/>
              <a:gd name="T45" fmla="*/ 1402399143 h 38"/>
              <a:gd name="T46" fmla="*/ 814303368 w 38"/>
              <a:gd name="T47" fmla="*/ 1402399143 h 38"/>
              <a:gd name="T48" fmla="*/ 769064292 w 38"/>
              <a:gd name="T49" fmla="*/ 1357160244 h 38"/>
              <a:gd name="T50" fmla="*/ 769064292 w 38"/>
              <a:gd name="T51" fmla="*/ 950010153 h 38"/>
              <a:gd name="T52" fmla="*/ 361912608 w 38"/>
              <a:gd name="T53" fmla="*/ 950010153 h 38"/>
              <a:gd name="T54" fmla="*/ 316673532 w 38"/>
              <a:gd name="T55" fmla="*/ 904771254 h 38"/>
              <a:gd name="T56" fmla="*/ 316673532 w 38"/>
              <a:gd name="T57" fmla="*/ 814300182 h 38"/>
              <a:gd name="T58" fmla="*/ 361912608 w 38"/>
              <a:gd name="T59" fmla="*/ 769061283 h 38"/>
              <a:gd name="T60" fmla="*/ 769064292 w 38"/>
              <a:gd name="T61" fmla="*/ 769061283 h 38"/>
              <a:gd name="T62" fmla="*/ 769064292 w 38"/>
              <a:gd name="T63" fmla="*/ 361911192 h 38"/>
              <a:gd name="T64" fmla="*/ 814303368 w 38"/>
              <a:gd name="T65" fmla="*/ 316672293 h 38"/>
              <a:gd name="T66" fmla="*/ 904781520 w 38"/>
              <a:gd name="T67" fmla="*/ 316672293 h 38"/>
              <a:gd name="T68" fmla="*/ 950020596 w 38"/>
              <a:gd name="T69" fmla="*/ 361911192 h 38"/>
              <a:gd name="T70" fmla="*/ 950020596 w 38"/>
              <a:gd name="T71" fmla="*/ 769061283 h 38"/>
              <a:gd name="T72" fmla="*/ 1357172280 w 38"/>
              <a:gd name="T73" fmla="*/ 769061283 h 38"/>
              <a:gd name="T74" fmla="*/ 1402411356 w 38"/>
              <a:gd name="T75" fmla="*/ 814300182 h 38"/>
              <a:gd name="T76" fmla="*/ 1402411356 w 38"/>
              <a:gd name="T77" fmla="*/ 904771254 h 3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38" h="38">
                <a:moveTo>
                  <a:pt x="38" y="30"/>
                </a:moveTo>
                <a:cubicBezTo>
                  <a:pt x="38" y="35"/>
                  <a:pt x="35" y="38"/>
                  <a:pt x="30" y="38"/>
                </a:cubicBezTo>
                <a:cubicBezTo>
                  <a:pt x="8" y="38"/>
                  <a:pt x="8" y="38"/>
                  <a:pt x="8" y="38"/>
                </a:cubicBezTo>
                <a:cubicBezTo>
                  <a:pt x="4" y="38"/>
                  <a:pt x="0" y="35"/>
                  <a:pt x="0" y="30"/>
                </a:cubicBezTo>
                <a:cubicBezTo>
                  <a:pt x="0" y="8"/>
                  <a:pt x="0" y="8"/>
                  <a:pt x="0" y="8"/>
                </a:cubicBezTo>
                <a:cubicBezTo>
                  <a:pt x="0" y="4"/>
                  <a:pt x="4" y="0"/>
                  <a:pt x="8" y="0"/>
                </a:cubicBezTo>
                <a:cubicBezTo>
                  <a:pt x="30" y="0"/>
                  <a:pt x="30" y="0"/>
                  <a:pt x="30" y="0"/>
                </a:cubicBezTo>
                <a:cubicBezTo>
                  <a:pt x="35" y="0"/>
                  <a:pt x="38" y="4"/>
                  <a:pt x="38" y="8"/>
                </a:cubicBezTo>
                <a:lnTo>
                  <a:pt x="38" y="30"/>
                </a:lnTo>
                <a:close/>
                <a:moveTo>
                  <a:pt x="35" y="8"/>
                </a:moveTo>
                <a:cubicBezTo>
                  <a:pt x="35" y="6"/>
                  <a:pt x="33" y="4"/>
                  <a:pt x="30" y="4"/>
                </a:cubicBezTo>
                <a:cubicBezTo>
                  <a:pt x="8" y="4"/>
                  <a:pt x="8" y="4"/>
                  <a:pt x="8" y="4"/>
                </a:cubicBezTo>
                <a:cubicBezTo>
                  <a:pt x="6" y="4"/>
                  <a:pt x="4" y="6"/>
                  <a:pt x="4" y="8"/>
                </a:cubicBezTo>
                <a:cubicBezTo>
                  <a:pt x="4" y="30"/>
                  <a:pt x="4" y="30"/>
                  <a:pt x="4" y="30"/>
                </a:cubicBezTo>
                <a:cubicBezTo>
                  <a:pt x="4" y="33"/>
                  <a:pt x="6" y="35"/>
                  <a:pt x="8" y="35"/>
                </a:cubicBezTo>
                <a:cubicBezTo>
                  <a:pt x="30" y="35"/>
                  <a:pt x="30" y="35"/>
                  <a:pt x="30" y="35"/>
                </a:cubicBezTo>
                <a:cubicBezTo>
                  <a:pt x="33" y="35"/>
                  <a:pt x="35" y="33"/>
                  <a:pt x="35" y="30"/>
                </a:cubicBezTo>
                <a:lnTo>
                  <a:pt x="35" y="8"/>
                </a:lnTo>
                <a:close/>
                <a:moveTo>
                  <a:pt x="31" y="20"/>
                </a:moveTo>
                <a:cubicBezTo>
                  <a:pt x="31" y="20"/>
                  <a:pt x="31" y="21"/>
                  <a:pt x="30" y="21"/>
                </a:cubicBezTo>
                <a:cubicBezTo>
                  <a:pt x="21" y="21"/>
                  <a:pt x="21" y="21"/>
                  <a:pt x="21" y="21"/>
                </a:cubicBezTo>
                <a:cubicBezTo>
                  <a:pt x="21" y="30"/>
                  <a:pt x="21" y="30"/>
                  <a:pt x="21" y="30"/>
                </a:cubicBezTo>
                <a:cubicBezTo>
                  <a:pt x="21" y="31"/>
                  <a:pt x="21" y="31"/>
                  <a:pt x="20" y="31"/>
                </a:cubicBezTo>
                <a:cubicBezTo>
                  <a:pt x="18" y="31"/>
                  <a:pt x="18" y="31"/>
                  <a:pt x="18" y="31"/>
                </a:cubicBezTo>
                <a:cubicBezTo>
                  <a:pt x="18" y="31"/>
                  <a:pt x="17" y="31"/>
                  <a:pt x="17" y="30"/>
                </a:cubicBezTo>
                <a:cubicBezTo>
                  <a:pt x="17" y="21"/>
                  <a:pt x="17" y="21"/>
                  <a:pt x="17" y="21"/>
                </a:cubicBezTo>
                <a:cubicBezTo>
                  <a:pt x="8" y="21"/>
                  <a:pt x="8" y="21"/>
                  <a:pt x="8" y="21"/>
                </a:cubicBezTo>
                <a:cubicBezTo>
                  <a:pt x="8" y="21"/>
                  <a:pt x="7" y="20"/>
                  <a:pt x="7" y="20"/>
                </a:cubicBezTo>
                <a:cubicBezTo>
                  <a:pt x="7" y="18"/>
                  <a:pt x="7" y="18"/>
                  <a:pt x="7" y="18"/>
                </a:cubicBezTo>
                <a:cubicBezTo>
                  <a:pt x="7" y="18"/>
                  <a:pt x="8" y="17"/>
                  <a:pt x="8" y="17"/>
                </a:cubicBezTo>
                <a:cubicBezTo>
                  <a:pt x="17" y="17"/>
                  <a:pt x="17" y="17"/>
                  <a:pt x="17" y="17"/>
                </a:cubicBezTo>
                <a:cubicBezTo>
                  <a:pt x="17" y="8"/>
                  <a:pt x="17" y="8"/>
                  <a:pt x="17" y="8"/>
                </a:cubicBezTo>
                <a:cubicBezTo>
                  <a:pt x="17" y="8"/>
                  <a:pt x="18" y="7"/>
                  <a:pt x="18" y="7"/>
                </a:cubicBezTo>
                <a:cubicBezTo>
                  <a:pt x="20" y="7"/>
                  <a:pt x="20" y="7"/>
                  <a:pt x="20" y="7"/>
                </a:cubicBezTo>
                <a:cubicBezTo>
                  <a:pt x="21" y="7"/>
                  <a:pt x="21" y="8"/>
                  <a:pt x="21" y="8"/>
                </a:cubicBezTo>
                <a:cubicBezTo>
                  <a:pt x="21" y="17"/>
                  <a:pt x="21" y="17"/>
                  <a:pt x="21" y="17"/>
                </a:cubicBezTo>
                <a:cubicBezTo>
                  <a:pt x="30" y="17"/>
                  <a:pt x="30" y="17"/>
                  <a:pt x="30" y="17"/>
                </a:cubicBezTo>
                <a:cubicBezTo>
                  <a:pt x="31" y="17"/>
                  <a:pt x="31" y="18"/>
                  <a:pt x="31" y="18"/>
                </a:cubicBezTo>
                <a:lnTo>
                  <a:pt x="31"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8" name="稻壳儿小白白(http://dwz.cn/Wu2UP)"/>
          <p:cNvSpPr>
            <a:spLocks noEditPoints="1"/>
          </p:cNvSpPr>
          <p:nvPr/>
        </p:nvSpPr>
        <p:spPr>
          <a:xfrm>
            <a:off x="4606957" y="1978343"/>
            <a:ext cx="296608" cy="327469"/>
          </a:xfrm>
          <a:custGeom>
            <a:avLst/>
            <a:gdLst>
              <a:gd name="T0" fmla="*/ 897386445 w 41"/>
              <a:gd name="T1" fmla="*/ 2043055932 h 45"/>
              <a:gd name="T2" fmla="*/ 0 w 41"/>
              <a:gd name="T3" fmla="*/ 1089629381 h 45"/>
              <a:gd name="T4" fmla="*/ 358957257 w 41"/>
              <a:gd name="T5" fmla="*/ 363207548 h 45"/>
              <a:gd name="T6" fmla="*/ 583302194 w 41"/>
              <a:gd name="T7" fmla="*/ 408608491 h 45"/>
              <a:gd name="T8" fmla="*/ 538435886 w 41"/>
              <a:gd name="T9" fmla="*/ 590219003 h 45"/>
              <a:gd name="T10" fmla="*/ 269217943 w 41"/>
              <a:gd name="T11" fmla="*/ 1089629381 h 45"/>
              <a:gd name="T12" fmla="*/ 897386445 w 41"/>
              <a:gd name="T13" fmla="*/ 1725249328 h 45"/>
              <a:gd name="T14" fmla="*/ 1525561646 w 41"/>
              <a:gd name="T15" fmla="*/ 1089629381 h 45"/>
              <a:gd name="T16" fmla="*/ 1256343703 w 41"/>
              <a:gd name="T17" fmla="*/ 590219003 h 45"/>
              <a:gd name="T18" fmla="*/ 1256343703 w 41"/>
              <a:gd name="T19" fmla="*/ 408608491 h 45"/>
              <a:gd name="T20" fmla="*/ 1480688639 w 41"/>
              <a:gd name="T21" fmla="*/ 363207548 h 45"/>
              <a:gd name="T22" fmla="*/ 1839645897 w 41"/>
              <a:gd name="T23" fmla="*/ 1089629381 h 45"/>
              <a:gd name="T24" fmla="*/ 897386445 w 41"/>
              <a:gd name="T25" fmla="*/ 2043055932 h 45"/>
              <a:gd name="T26" fmla="*/ 1076865074 w 41"/>
              <a:gd name="T27" fmla="*/ 953426551 h 45"/>
              <a:gd name="T28" fmla="*/ 897386445 w 41"/>
              <a:gd name="T29" fmla="*/ 1089629381 h 45"/>
              <a:gd name="T30" fmla="*/ 762780823 w 41"/>
              <a:gd name="T31" fmla="*/ 953426551 h 45"/>
              <a:gd name="T32" fmla="*/ 762780823 w 41"/>
              <a:gd name="T33" fmla="*/ 181603774 h 45"/>
              <a:gd name="T34" fmla="*/ 897386445 w 41"/>
              <a:gd name="T35" fmla="*/ 0 h 45"/>
              <a:gd name="T36" fmla="*/ 1076865074 w 41"/>
              <a:gd name="T37" fmla="*/ 181603774 h 45"/>
              <a:gd name="T38" fmla="*/ 1076865074 w 41"/>
              <a:gd name="T39" fmla="*/ 953426551 h 4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41" h="45">
                <a:moveTo>
                  <a:pt x="20" y="45"/>
                </a:moveTo>
                <a:cubicBezTo>
                  <a:pt x="9" y="45"/>
                  <a:pt x="0" y="36"/>
                  <a:pt x="0" y="24"/>
                </a:cubicBezTo>
                <a:cubicBezTo>
                  <a:pt x="0" y="18"/>
                  <a:pt x="3" y="12"/>
                  <a:pt x="8" y="8"/>
                </a:cubicBezTo>
                <a:cubicBezTo>
                  <a:pt x="9" y="7"/>
                  <a:pt x="12" y="7"/>
                  <a:pt x="13" y="9"/>
                </a:cubicBezTo>
                <a:cubicBezTo>
                  <a:pt x="14" y="10"/>
                  <a:pt x="13" y="12"/>
                  <a:pt x="12" y="13"/>
                </a:cubicBezTo>
                <a:cubicBezTo>
                  <a:pt x="8" y="16"/>
                  <a:pt x="6" y="20"/>
                  <a:pt x="6" y="24"/>
                </a:cubicBezTo>
                <a:cubicBezTo>
                  <a:pt x="6" y="32"/>
                  <a:pt x="13" y="38"/>
                  <a:pt x="20" y="38"/>
                </a:cubicBezTo>
                <a:cubicBezTo>
                  <a:pt x="28" y="38"/>
                  <a:pt x="34" y="32"/>
                  <a:pt x="34" y="24"/>
                </a:cubicBezTo>
                <a:cubicBezTo>
                  <a:pt x="34" y="20"/>
                  <a:pt x="32" y="16"/>
                  <a:pt x="28" y="13"/>
                </a:cubicBezTo>
                <a:cubicBezTo>
                  <a:pt x="27" y="12"/>
                  <a:pt x="27" y="10"/>
                  <a:pt x="28" y="9"/>
                </a:cubicBezTo>
                <a:cubicBezTo>
                  <a:pt x="29" y="7"/>
                  <a:pt x="31" y="7"/>
                  <a:pt x="33" y="8"/>
                </a:cubicBezTo>
                <a:cubicBezTo>
                  <a:pt x="38" y="12"/>
                  <a:pt x="41" y="18"/>
                  <a:pt x="41" y="24"/>
                </a:cubicBezTo>
                <a:cubicBezTo>
                  <a:pt x="41" y="36"/>
                  <a:pt x="32" y="45"/>
                  <a:pt x="20" y="45"/>
                </a:cubicBezTo>
                <a:close/>
                <a:moveTo>
                  <a:pt x="24" y="21"/>
                </a:moveTo>
                <a:cubicBezTo>
                  <a:pt x="24" y="23"/>
                  <a:pt x="22" y="24"/>
                  <a:pt x="20" y="24"/>
                </a:cubicBezTo>
                <a:cubicBezTo>
                  <a:pt x="18" y="24"/>
                  <a:pt x="17" y="23"/>
                  <a:pt x="17" y="21"/>
                </a:cubicBezTo>
                <a:cubicBezTo>
                  <a:pt x="17" y="4"/>
                  <a:pt x="17" y="4"/>
                  <a:pt x="17" y="4"/>
                </a:cubicBezTo>
                <a:cubicBezTo>
                  <a:pt x="17" y="2"/>
                  <a:pt x="18" y="0"/>
                  <a:pt x="20" y="0"/>
                </a:cubicBezTo>
                <a:cubicBezTo>
                  <a:pt x="22" y="0"/>
                  <a:pt x="24" y="2"/>
                  <a:pt x="24" y="4"/>
                </a:cubicBezTo>
                <a:lnTo>
                  <a:pt x="24" y="2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9" name="稻壳儿小白白(http://dwz.cn/Wu2UP)"/>
          <p:cNvSpPr>
            <a:spLocks noEditPoints="1"/>
          </p:cNvSpPr>
          <p:nvPr/>
        </p:nvSpPr>
        <p:spPr>
          <a:xfrm>
            <a:off x="4594955" y="2537270"/>
            <a:ext cx="317183" cy="303466"/>
          </a:xfrm>
          <a:custGeom>
            <a:avLst/>
            <a:gdLst>
              <a:gd name="T0" fmla="*/ 1960287303 w 44"/>
              <a:gd name="T1" fmla="*/ 1521785451 h 42"/>
              <a:gd name="T2" fmla="*/ 1960287303 w 44"/>
              <a:gd name="T3" fmla="*/ 1566542666 h 42"/>
              <a:gd name="T4" fmla="*/ 1692977825 w 44"/>
              <a:gd name="T5" fmla="*/ 1566542666 h 42"/>
              <a:gd name="T6" fmla="*/ 1692977825 w 44"/>
              <a:gd name="T7" fmla="*/ 1745578216 h 42"/>
              <a:gd name="T8" fmla="*/ 1559316412 w 44"/>
              <a:gd name="T9" fmla="*/ 1879849861 h 42"/>
              <a:gd name="T10" fmla="*/ 400970891 w 44"/>
              <a:gd name="T11" fmla="*/ 1879849861 h 42"/>
              <a:gd name="T12" fmla="*/ 311863282 w 44"/>
              <a:gd name="T13" fmla="*/ 1745578216 h 42"/>
              <a:gd name="T14" fmla="*/ 311863282 w 44"/>
              <a:gd name="T15" fmla="*/ 1566542666 h 42"/>
              <a:gd name="T16" fmla="*/ 44553805 w 44"/>
              <a:gd name="T17" fmla="*/ 1566542666 h 42"/>
              <a:gd name="T18" fmla="*/ 0 w 44"/>
              <a:gd name="T19" fmla="*/ 1521785451 h 42"/>
              <a:gd name="T20" fmla="*/ 0 w 44"/>
              <a:gd name="T21" fmla="*/ 1029442706 h 42"/>
              <a:gd name="T22" fmla="*/ 222762348 w 44"/>
              <a:gd name="T23" fmla="*/ 805649941 h 42"/>
              <a:gd name="T24" fmla="*/ 311863282 w 44"/>
              <a:gd name="T25" fmla="*/ 805649941 h 42"/>
              <a:gd name="T26" fmla="*/ 311863282 w 44"/>
              <a:gd name="T27" fmla="*/ 134278335 h 42"/>
              <a:gd name="T28" fmla="*/ 400970891 w 44"/>
              <a:gd name="T29" fmla="*/ 0 h 42"/>
              <a:gd name="T30" fmla="*/ 1202906000 w 44"/>
              <a:gd name="T31" fmla="*/ 0 h 42"/>
              <a:gd name="T32" fmla="*/ 1425661673 w 44"/>
              <a:gd name="T33" fmla="*/ 89514430 h 42"/>
              <a:gd name="T34" fmla="*/ 1603870216 w 44"/>
              <a:gd name="T35" fmla="*/ 268549980 h 42"/>
              <a:gd name="T36" fmla="*/ 1692977825 w 44"/>
              <a:gd name="T37" fmla="*/ 492342745 h 42"/>
              <a:gd name="T38" fmla="*/ 1692977825 w 44"/>
              <a:gd name="T39" fmla="*/ 805649941 h 42"/>
              <a:gd name="T40" fmla="*/ 1737524955 w 44"/>
              <a:gd name="T41" fmla="*/ 805649941 h 42"/>
              <a:gd name="T42" fmla="*/ 1960287303 w 44"/>
              <a:gd name="T43" fmla="*/ 1029442706 h 42"/>
              <a:gd name="T44" fmla="*/ 1960287303 w 44"/>
              <a:gd name="T45" fmla="*/ 1521785451 h 42"/>
              <a:gd name="T46" fmla="*/ 1514769282 w 44"/>
              <a:gd name="T47" fmla="*/ 939928276 h 42"/>
              <a:gd name="T48" fmla="*/ 1514769282 w 44"/>
              <a:gd name="T49" fmla="*/ 492342745 h 42"/>
              <a:gd name="T50" fmla="*/ 1336560739 w 44"/>
              <a:gd name="T51" fmla="*/ 492342745 h 42"/>
              <a:gd name="T52" fmla="*/ 1202906000 w 44"/>
              <a:gd name="T53" fmla="*/ 358064410 h 42"/>
              <a:gd name="T54" fmla="*/ 1202906000 w 44"/>
              <a:gd name="T55" fmla="*/ 179035550 h 42"/>
              <a:gd name="T56" fmla="*/ 445518021 w 44"/>
              <a:gd name="T57" fmla="*/ 179035550 h 42"/>
              <a:gd name="T58" fmla="*/ 445518021 w 44"/>
              <a:gd name="T59" fmla="*/ 939928276 h 42"/>
              <a:gd name="T60" fmla="*/ 1514769282 w 44"/>
              <a:gd name="T61" fmla="*/ 939928276 h 42"/>
              <a:gd name="T62" fmla="*/ 1514769282 w 44"/>
              <a:gd name="T63" fmla="*/ 1700814311 h 42"/>
              <a:gd name="T64" fmla="*/ 1514769282 w 44"/>
              <a:gd name="T65" fmla="*/ 1387507116 h 42"/>
              <a:gd name="T66" fmla="*/ 445518021 w 44"/>
              <a:gd name="T67" fmla="*/ 1387507116 h 42"/>
              <a:gd name="T68" fmla="*/ 445518021 w 44"/>
              <a:gd name="T69" fmla="*/ 1700814311 h 42"/>
              <a:gd name="T70" fmla="*/ 1514769282 w 44"/>
              <a:gd name="T71" fmla="*/ 1700814311 h 42"/>
              <a:gd name="T72" fmla="*/ 1737524955 w 44"/>
              <a:gd name="T73" fmla="*/ 939928276 h 42"/>
              <a:gd name="T74" fmla="*/ 1692977825 w 44"/>
              <a:gd name="T75" fmla="*/ 1029442706 h 42"/>
              <a:gd name="T76" fmla="*/ 1737524955 w 44"/>
              <a:gd name="T77" fmla="*/ 1074199921 h 42"/>
              <a:gd name="T78" fmla="*/ 1826632564 w 44"/>
              <a:gd name="T79" fmla="*/ 1029442706 h 42"/>
              <a:gd name="T80" fmla="*/ 1737524955 w 44"/>
              <a:gd name="T81" fmla="*/ 939928276 h 42"/>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44" h="42">
                <a:moveTo>
                  <a:pt x="44" y="34"/>
                </a:moveTo>
                <a:cubicBezTo>
                  <a:pt x="44" y="34"/>
                  <a:pt x="44" y="35"/>
                  <a:pt x="44" y="35"/>
                </a:cubicBezTo>
                <a:cubicBezTo>
                  <a:pt x="38" y="35"/>
                  <a:pt x="38" y="35"/>
                  <a:pt x="38" y="35"/>
                </a:cubicBezTo>
                <a:cubicBezTo>
                  <a:pt x="38" y="39"/>
                  <a:pt x="38" y="39"/>
                  <a:pt x="38" y="39"/>
                </a:cubicBezTo>
                <a:cubicBezTo>
                  <a:pt x="38" y="40"/>
                  <a:pt x="36" y="42"/>
                  <a:pt x="35" y="42"/>
                </a:cubicBezTo>
                <a:cubicBezTo>
                  <a:pt x="9" y="42"/>
                  <a:pt x="9" y="42"/>
                  <a:pt x="9" y="42"/>
                </a:cubicBezTo>
                <a:cubicBezTo>
                  <a:pt x="8" y="42"/>
                  <a:pt x="7" y="40"/>
                  <a:pt x="7" y="39"/>
                </a:cubicBezTo>
                <a:cubicBezTo>
                  <a:pt x="7" y="35"/>
                  <a:pt x="7" y="35"/>
                  <a:pt x="7" y="35"/>
                </a:cubicBezTo>
                <a:cubicBezTo>
                  <a:pt x="1" y="35"/>
                  <a:pt x="1" y="35"/>
                  <a:pt x="1" y="35"/>
                </a:cubicBezTo>
                <a:cubicBezTo>
                  <a:pt x="0" y="35"/>
                  <a:pt x="0" y="34"/>
                  <a:pt x="0" y="34"/>
                </a:cubicBezTo>
                <a:cubicBezTo>
                  <a:pt x="0" y="23"/>
                  <a:pt x="0" y="23"/>
                  <a:pt x="0" y="23"/>
                </a:cubicBezTo>
                <a:cubicBezTo>
                  <a:pt x="0" y="20"/>
                  <a:pt x="2" y="18"/>
                  <a:pt x="5" y="18"/>
                </a:cubicBezTo>
                <a:cubicBezTo>
                  <a:pt x="7" y="18"/>
                  <a:pt x="7" y="18"/>
                  <a:pt x="7" y="18"/>
                </a:cubicBezTo>
                <a:cubicBezTo>
                  <a:pt x="7" y="3"/>
                  <a:pt x="7" y="3"/>
                  <a:pt x="7" y="3"/>
                </a:cubicBezTo>
                <a:cubicBezTo>
                  <a:pt x="7" y="2"/>
                  <a:pt x="8" y="0"/>
                  <a:pt x="9" y="0"/>
                </a:cubicBezTo>
                <a:cubicBezTo>
                  <a:pt x="27" y="0"/>
                  <a:pt x="27" y="0"/>
                  <a:pt x="27" y="0"/>
                </a:cubicBezTo>
                <a:cubicBezTo>
                  <a:pt x="29" y="0"/>
                  <a:pt x="31" y="1"/>
                  <a:pt x="32" y="2"/>
                </a:cubicBezTo>
                <a:cubicBezTo>
                  <a:pt x="36" y="6"/>
                  <a:pt x="36" y="6"/>
                  <a:pt x="36" y="6"/>
                </a:cubicBezTo>
                <a:cubicBezTo>
                  <a:pt x="37" y="7"/>
                  <a:pt x="38" y="9"/>
                  <a:pt x="38" y="11"/>
                </a:cubicBezTo>
                <a:cubicBezTo>
                  <a:pt x="38" y="18"/>
                  <a:pt x="38" y="18"/>
                  <a:pt x="38" y="18"/>
                </a:cubicBezTo>
                <a:cubicBezTo>
                  <a:pt x="39" y="18"/>
                  <a:pt x="39" y="18"/>
                  <a:pt x="39" y="18"/>
                </a:cubicBezTo>
                <a:cubicBezTo>
                  <a:pt x="42" y="18"/>
                  <a:pt x="44" y="20"/>
                  <a:pt x="44" y="23"/>
                </a:cubicBezTo>
                <a:lnTo>
                  <a:pt x="44" y="34"/>
                </a:lnTo>
                <a:close/>
                <a:moveTo>
                  <a:pt x="34" y="21"/>
                </a:moveTo>
                <a:cubicBezTo>
                  <a:pt x="34" y="11"/>
                  <a:pt x="34" y="11"/>
                  <a:pt x="34" y="11"/>
                </a:cubicBezTo>
                <a:cubicBezTo>
                  <a:pt x="30" y="11"/>
                  <a:pt x="30" y="11"/>
                  <a:pt x="30" y="11"/>
                </a:cubicBezTo>
                <a:cubicBezTo>
                  <a:pt x="28" y="11"/>
                  <a:pt x="27" y="10"/>
                  <a:pt x="27" y="8"/>
                </a:cubicBezTo>
                <a:cubicBezTo>
                  <a:pt x="27" y="4"/>
                  <a:pt x="27" y="4"/>
                  <a:pt x="27" y="4"/>
                </a:cubicBezTo>
                <a:cubicBezTo>
                  <a:pt x="10" y="4"/>
                  <a:pt x="10" y="4"/>
                  <a:pt x="10" y="4"/>
                </a:cubicBezTo>
                <a:cubicBezTo>
                  <a:pt x="10" y="21"/>
                  <a:pt x="10" y="21"/>
                  <a:pt x="10" y="21"/>
                </a:cubicBezTo>
                <a:lnTo>
                  <a:pt x="34" y="21"/>
                </a:lnTo>
                <a:close/>
                <a:moveTo>
                  <a:pt x="34" y="38"/>
                </a:moveTo>
                <a:cubicBezTo>
                  <a:pt x="34" y="31"/>
                  <a:pt x="34" y="31"/>
                  <a:pt x="34" y="31"/>
                </a:cubicBezTo>
                <a:cubicBezTo>
                  <a:pt x="10" y="31"/>
                  <a:pt x="10" y="31"/>
                  <a:pt x="10" y="31"/>
                </a:cubicBezTo>
                <a:cubicBezTo>
                  <a:pt x="10" y="38"/>
                  <a:pt x="10" y="38"/>
                  <a:pt x="10" y="38"/>
                </a:cubicBezTo>
                <a:lnTo>
                  <a:pt x="34" y="38"/>
                </a:lnTo>
                <a:close/>
                <a:moveTo>
                  <a:pt x="39" y="21"/>
                </a:moveTo>
                <a:cubicBezTo>
                  <a:pt x="38" y="21"/>
                  <a:pt x="38" y="22"/>
                  <a:pt x="38" y="23"/>
                </a:cubicBezTo>
                <a:cubicBezTo>
                  <a:pt x="38" y="24"/>
                  <a:pt x="38" y="24"/>
                  <a:pt x="39" y="24"/>
                </a:cubicBezTo>
                <a:cubicBezTo>
                  <a:pt x="40" y="24"/>
                  <a:pt x="41" y="24"/>
                  <a:pt x="41" y="23"/>
                </a:cubicBezTo>
                <a:cubicBezTo>
                  <a:pt x="41" y="22"/>
                  <a:pt x="40" y="21"/>
                  <a:pt x="39" y="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0" name="稻壳儿小白白(http://dwz.cn/Wu2UP)"/>
          <p:cNvSpPr/>
          <p:nvPr/>
        </p:nvSpPr>
        <p:spPr>
          <a:xfrm>
            <a:off x="4594955" y="3051620"/>
            <a:ext cx="317183" cy="303466"/>
          </a:xfrm>
          <a:custGeom>
            <a:avLst/>
            <a:gdLst>
              <a:gd name="T0" fmla="*/ 1782078760 w 44"/>
              <a:gd name="T1" fmla="*/ 1521785451 h 42"/>
              <a:gd name="T2" fmla="*/ 1470215477 w 44"/>
              <a:gd name="T3" fmla="*/ 1387507116 h 42"/>
              <a:gd name="T4" fmla="*/ 1336560739 w 44"/>
              <a:gd name="T5" fmla="*/ 1521785451 h 42"/>
              <a:gd name="T6" fmla="*/ 1381114543 w 44"/>
              <a:gd name="T7" fmla="*/ 1835092646 h 42"/>
              <a:gd name="T8" fmla="*/ 1381114543 w 44"/>
              <a:gd name="T9" fmla="*/ 1835092646 h 42"/>
              <a:gd name="T10" fmla="*/ 1336560739 w 44"/>
              <a:gd name="T11" fmla="*/ 1835092646 h 42"/>
              <a:gd name="T12" fmla="*/ 980143652 w 44"/>
              <a:gd name="T13" fmla="*/ 1879849861 h 42"/>
              <a:gd name="T14" fmla="*/ 801935108 w 44"/>
              <a:gd name="T15" fmla="*/ 1745578216 h 42"/>
              <a:gd name="T16" fmla="*/ 935589847 w 44"/>
              <a:gd name="T17" fmla="*/ 1432264331 h 42"/>
              <a:gd name="T18" fmla="*/ 712834174 w 44"/>
              <a:gd name="T19" fmla="*/ 1208478256 h 42"/>
              <a:gd name="T20" fmla="*/ 445518021 w 44"/>
              <a:gd name="T21" fmla="*/ 1432264331 h 42"/>
              <a:gd name="T22" fmla="*/ 579172760 w 44"/>
              <a:gd name="T23" fmla="*/ 1700814311 h 42"/>
              <a:gd name="T24" fmla="*/ 534625630 w 44"/>
              <a:gd name="T25" fmla="*/ 1835092646 h 42"/>
              <a:gd name="T26" fmla="*/ 356417087 w 44"/>
              <a:gd name="T27" fmla="*/ 1879849861 h 42"/>
              <a:gd name="T28" fmla="*/ 89100934 w 44"/>
              <a:gd name="T29" fmla="*/ 1835092646 h 42"/>
              <a:gd name="T30" fmla="*/ 0 w 44"/>
              <a:gd name="T31" fmla="*/ 1835092646 h 42"/>
              <a:gd name="T32" fmla="*/ 0 w 44"/>
              <a:gd name="T33" fmla="*/ 1835092646 h 42"/>
              <a:gd name="T34" fmla="*/ 0 w 44"/>
              <a:gd name="T35" fmla="*/ 1835092646 h 42"/>
              <a:gd name="T36" fmla="*/ 0 w 44"/>
              <a:gd name="T37" fmla="*/ 581857175 h 42"/>
              <a:gd name="T38" fmla="*/ 89100934 w 44"/>
              <a:gd name="T39" fmla="*/ 626614390 h 42"/>
              <a:gd name="T40" fmla="*/ 356417087 w 44"/>
              <a:gd name="T41" fmla="*/ 626614390 h 42"/>
              <a:gd name="T42" fmla="*/ 534625630 w 44"/>
              <a:gd name="T43" fmla="*/ 581857175 h 42"/>
              <a:gd name="T44" fmla="*/ 579172760 w 44"/>
              <a:gd name="T45" fmla="*/ 492342745 h 42"/>
              <a:gd name="T46" fmla="*/ 445518021 w 44"/>
              <a:gd name="T47" fmla="*/ 179035550 h 42"/>
              <a:gd name="T48" fmla="*/ 712834174 w 44"/>
              <a:gd name="T49" fmla="*/ 0 h 42"/>
              <a:gd name="T50" fmla="*/ 935589847 w 44"/>
              <a:gd name="T51" fmla="*/ 179035550 h 42"/>
              <a:gd name="T52" fmla="*/ 801935108 w 44"/>
              <a:gd name="T53" fmla="*/ 492342745 h 42"/>
              <a:gd name="T54" fmla="*/ 980143652 w 44"/>
              <a:gd name="T55" fmla="*/ 626614390 h 42"/>
              <a:gd name="T56" fmla="*/ 1381114543 w 44"/>
              <a:gd name="T57" fmla="*/ 581857175 h 42"/>
              <a:gd name="T58" fmla="*/ 1381114543 w 44"/>
              <a:gd name="T59" fmla="*/ 581857175 h 42"/>
              <a:gd name="T60" fmla="*/ 1336560739 w 44"/>
              <a:gd name="T61" fmla="*/ 671378296 h 42"/>
              <a:gd name="T62" fmla="*/ 1336560739 w 44"/>
              <a:gd name="T63" fmla="*/ 984685491 h 42"/>
              <a:gd name="T64" fmla="*/ 1381114543 w 44"/>
              <a:gd name="T65" fmla="*/ 1118957136 h 42"/>
              <a:gd name="T66" fmla="*/ 1470215477 w 44"/>
              <a:gd name="T67" fmla="*/ 1163714351 h 42"/>
              <a:gd name="T68" fmla="*/ 1782078760 w 44"/>
              <a:gd name="T69" fmla="*/ 1074199921 h 42"/>
              <a:gd name="T70" fmla="*/ 1960287303 w 44"/>
              <a:gd name="T71" fmla="*/ 1297992686 h 42"/>
              <a:gd name="T72" fmla="*/ 1782078760 w 44"/>
              <a:gd name="T73" fmla="*/ 1521785451 h 4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4" h="42">
                <a:moveTo>
                  <a:pt x="40" y="34"/>
                </a:moveTo>
                <a:cubicBezTo>
                  <a:pt x="37" y="34"/>
                  <a:pt x="36" y="31"/>
                  <a:pt x="33" y="31"/>
                </a:cubicBezTo>
                <a:cubicBezTo>
                  <a:pt x="31" y="31"/>
                  <a:pt x="30" y="32"/>
                  <a:pt x="30" y="34"/>
                </a:cubicBezTo>
                <a:cubicBezTo>
                  <a:pt x="30" y="37"/>
                  <a:pt x="31" y="39"/>
                  <a:pt x="31" y="41"/>
                </a:cubicBezTo>
                <a:cubicBezTo>
                  <a:pt x="31" y="41"/>
                  <a:pt x="31" y="41"/>
                  <a:pt x="31" y="41"/>
                </a:cubicBezTo>
                <a:cubicBezTo>
                  <a:pt x="30" y="41"/>
                  <a:pt x="30" y="41"/>
                  <a:pt x="30" y="41"/>
                </a:cubicBezTo>
                <a:cubicBezTo>
                  <a:pt x="27" y="41"/>
                  <a:pt x="24" y="42"/>
                  <a:pt x="22" y="42"/>
                </a:cubicBezTo>
                <a:cubicBezTo>
                  <a:pt x="20" y="42"/>
                  <a:pt x="18" y="41"/>
                  <a:pt x="18" y="39"/>
                </a:cubicBezTo>
                <a:cubicBezTo>
                  <a:pt x="18" y="36"/>
                  <a:pt x="21" y="35"/>
                  <a:pt x="21" y="32"/>
                </a:cubicBezTo>
                <a:cubicBezTo>
                  <a:pt x="21" y="29"/>
                  <a:pt x="18" y="27"/>
                  <a:pt x="16" y="27"/>
                </a:cubicBezTo>
                <a:cubicBezTo>
                  <a:pt x="13" y="27"/>
                  <a:pt x="10" y="29"/>
                  <a:pt x="10" y="32"/>
                </a:cubicBezTo>
                <a:cubicBezTo>
                  <a:pt x="10" y="35"/>
                  <a:pt x="13" y="37"/>
                  <a:pt x="13" y="38"/>
                </a:cubicBezTo>
                <a:cubicBezTo>
                  <a:pt x="13" y="39"/>
                  <a:pt x="12" y="40"/>
                  <a:pt x="12" y="41"/>
                </a:cubicBezTo>
                <a:cubicBezTo>
                  <a:pt x="11" y="42"/>
                  <a:pt x="10" y="42"/>
                  <a:pt x="8" y="42"/>
                </a:cubicBezTo>
                <a:cubicBezTo>
                  <a:pt x="6" y="42"/>
                  <a:pt x="4" y="41"/>
                  <a:pt x="2" y="41"/>
                </a:cubicBezTo>
                <a:cubicBezTo>
                  <a:pt x="1" y="41"/>
                  <a:pt x="1" y="41"/>
                  <a:pt x="0" y="41"/>
                </a:cubicBezTo>
                <a:cubicBezTo>
                  <a:pt x="0" y="41"/>
                  <a:pt x="0" y="41"/>
                  <a:pt x="0" y="41"/>
                </a:cubicBezTo>
                <a:cubicBezTo>
                  <a:pt x="0" y="41"/>
                  <a:pt x="0" y="41"/>
                  <a:pt x="0" y="41"/>
                </a:cubicBezTo>
                <a:cubicBezTo>
                  <a:pt x="0" y="13"/>
                  <a:pt x="0" y="13"/>
                  <a:pt x="0" y="13"/>
                </a:cubicBezTo>
                <a:cubicBezTo>
                  <a:pt x="0" y="13"/>
                  <a:pt x="2" y="14"/>
                  <a:pt x="2" y="14"/>
                </a:cubicBezTo>
                <a:cubicBezTo>
                  <a:pt x="4" y="14"/>
                  <a:pt x="6" y="14"/>
                  <a:pt x="8" y="14"/>
                </a:cubicBezTo>
                <a:cubicBezTo>
                  <a:pt x="10" y="14"/>
                  <a:pt x="11" y="14"/>
                  <a:pt x="12" y="13"/>
                </a:cubicBezTo>
                <a:cubicBezTo>
                  <a:pt x="12" y="13"/>
                  <a:pt x="13" y="12"/>
                  <a:pt x="13" y="11"/>
                </a:cubicBezTo>
                <a:cubicBezTo>
                  <a:pt x="13" y="9"/>
                  <a:pt x="10" y="8"/>
                  <a:pt x="10" y="4"/>
                </a:cubicBezTo>
                <a:cubicBezTo>
                  <a:pt x="10" y="1"/>
                  <a:pt x="13" y="0"/>
                  <a:pt x="16" y="0"/>
                </a:cubicBezTo>
                <a:cubicBezTo>
                  <a:pt x="18" y="0"/>
                  <a:pt x="21" y="1"/>
                  <a:pt x="21" y="4"/>
                </a:cubicBezTo>
                <a:cubicBezTo>
                  <a:pt x="21" y="7"/>
                  <a:pt x="18" y="8"/>
                  <a:pt x="18" y="11"/>
                </a:cubicBezTo>
                <a:cubicBezTo>
                  <a:pt x="18" y="13"/>
                  <a:pt x="20" y="14"/>
                  <a:pt x="22" y="14"/>
                </a:cubicBezTo>
                <a:cubicBezTo>
                  <a:pt x="25" y="14"/>
                  <a:pt x="28" y="13"/>
                  <a:pt x="31" y="13"/>
                </a:cubicBezTo>
                <a:cubicBezTo>
                  <a:pt x="31" y="13"/>
                  <a:pt x="31" y="13"/>
                  <a:pt x="31" y="13"/>
                </a:cubicBezTo>
                <a:cubicBezTo>
                  <a:pt x="31" y="13"/>
                  <a:pt x="30" y="15"/>
                  <a:pt x="30" y="15"/>
                </a:cubicBezTo>
                <a:cubicBezTo>
                  <a:pt x="30" y="17"/>
                  <a:pt x="30" y="20"/>
                  <a:pt x="30" y="22"/>
                </a:cubicBezTo>
                <a:cubicBezTo>
                  <a:pt x="30" y="23"/>
                  <a:pt x="30" y="24"/>
                  <a:pt x="31" y="25"/>
                </a:cubicBezTo>
                <a:cubicBezTo>
                  <a:pt x="31" y="26"/>
                  <a:pt x="32" y="26"/>
                  <a:pt x="33" y="26"/>
                </a:cubicBezTo>
                <a:cubicBezTo>
                  <a:pt x="35" y="26"/>
                  <a:pt x="36" y="24"/>
                  <a:pt x="40" y="24"/>
                </a:cubicBezTo>
                <a:cubicBezTo>
                  <a:pt x="43" y="24"/>
                  <a:pt x="44" y="26"/>
                  <a:pt x="44" y="29"/>
                </a:cubicBezTo>
                <a:cubicBezTo>
                  <a:pt x="44" y="32"/>
                  <a:pt x="43" y="34"/>
                  <a:pt x="40" y="3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1" name="稻壳儿小白白(http://dwz.cn/Wu2UP)"/>
          <p:cNvSpPr/>
          <p:nvPr/>
        </p:nvSpPr>
        <p:spPr>
          <a:xfrm>
            <a:off x="4584668" y="3579686"/>
            <a:ext cx="342900" cy="346329"/>
          </a:xfrm>
          <a:custGeom>
            <a:avLst/>
            <a:gdLst>
              <a:gd name="T0" fmla="*/ 273806596 w 47"/>
              <a:gd name="T1" fmla="*/ 892645628 h 48"/>
              <a:gd name="T2" fmla="*/ 319438777 w 47"/>
              <a:gd name="T3" fmla="*/ 803377724 h 48"/>
              <a:gd name="T4" fmla="*/ 365077713 w 47"/>
              <a:gd name="T5" fmla="*/ 669482551 h 48"/>
              <a:gd name="T6" fmla="*/ 730148670 w 47"/>
              <a:gd name="T7" fmla="*/ 89261222 h 48"/>
              <a:gd name="T8" fmla="*/ 1140858564 w 47"/>
              <a:gd name="T9" fmla="*/ 0 h 48"/>
              <a:gd name="T10" fmla="*/ 1460297340 w 47"/>
              <a:gd name="T11" fmla="*/ 89261222 h 48"/>
              <a:gd name="T12" fmla="*/ 1871007234 w 47"/>
              <a:gd name="T13" fmla="*/ 714116502 h 48"/>
              <a:gd name="T14" fmla="*/ 1871007234 w 47"/>
              <a:gd name="T15" fmla="*/ 714116502 h 48"/>
              <a:gd name="T16" fmla="*/ 1962278351 w 47"/>
              <a:gd name="T17" fmla="*/ 892645628 h 48"/>
              <a:gd name="T18" fmla="*/ 1916639415 w 47"/>
              <a:gd name="T19" fmla="*/ 981906850 h 48"/>
              <a:gd name="T20" fmla="*/ 1916639415 w 47"/>
              <a:gd name="T21" fmla="*/ 981906850 h 48"/>
              <a:gd name="T22" fmla="*/ 2144813830 w 47"/>
              <a:gd name="T23" fmla="*/ 1472860275 h 48"/>
              <a:gd name="T24" fmla="*/ 2053542713 w 47"/>
              <a:gd name="T25" fmla="*/ 1696023352 h 48"/>
              <a:gd name="T26" fmla="*/ 1916639415 w 47"/>
              <a:gd name="T27" fmla="*/ 1517494227 h 48"/>
              <a:gd name="T28" fmla="*/ 1916639415 w 47"/>
              <a:gd name="T29" fmla="*/ 1517494227 h 48"/>
              <a:gd name="T30" fmla="*/ 1916639415 w 47"/>
              <a:gd name="T31" fmla="*/ 1562128178 h 48"/>
              <a:gd name="T32" fmla="*/ 1734103936 w 47"/>
              <a:gd name="T33" fmla="*/ 1829918526 h 48"/>
              <a:gd name="T34" fmla="*/ 1962278351 w 47"/>
              <a:gd name="T35" fmla="*/ 1963813700 h 48"/>
              <a:gd name="T36" fmla="*/ 1962278351 w 47"/>
              <a:gd name="T37" fmla="*/ 2008447652 h 48"/>
              <a:gd name="T38" fmla="*/ 1551568457 w 47"/>
              <a:gd name="T39" fmla="*/ 2142342826 h 48"/>
              <a:gd name="T40" fmla="*/ 1140858564 w 47"/>
              <a:gd name="T41" fmla="*/ 2053081603 h 48"/>
              <a:gd name="T42" fmla="*/ 1049587447 w 47"/>
              <a:gd name="T43" fmla="*/ 2053081603 h 48"/>
              <a:gd name="T44" fmla="*/ 684516489 w 47"/>
              <a:gd name="T45" fmla="*/ 2142342826 h 48"/>
              <a:gd name="T46" fmla="*/ 228174415 w 47"/>
              <a:gd name="T47" fmla="*/ 2008447652 h 48"/>
              <a:gd name="T48" fmla="*/ 319438777 w 47"/>
              <a:gd name="T49" fmla="*/ 1874552478 h 48"/>
              <a:gd name="T50" fmla="*/ 410709894 w 47"/>
              <a:gd name="T51" fmla="*/ 1829918526 h 48"/>
              <a:gd name="T52" fmla="*/ 410709894 w 47"/>
              <a:gd name="T53" fmla="*/ 1829918526 h 48"/>
              <a:gd name="T54" fmla="*/ 410709894 w 47"/>
              <a:gd name="T55" fmla="*/ 1829918526 h 48"/>
              <a:gd name="T56" fmla="*/ 410709894 w 47"/>
              <a:gd name="T57" fmla="*/ 1829918526 h 48"/>
              <a:gd name="T58" fmla="*/ 228174415 w 47"/>
              <a:gd name="T59" fmla="*/ 1517494227 h 48"/>
              <a:gd name="T60" fmla="*/ 182535479 w 47"/>
              <a:gd name="T61" fmla="*/ 1517494227 h 48"/>
              <a:gd name="T62" fmla="*/ 182535479 w 47"/>
              <a:gd name="T63" fmla="*/ 1517494227 h 48"/>
              <a:gd name="T64" fmla="*/ 45632181 w 47"/>
              <a:gd name="T65" fmla="*/ 1651389401 h 48"/>
              <a:gd name="T66" fmla="*/ 45632181 w 47"/>
              <a:gd name="T67" fmla="*/ 1651389401 h 48"/>
              <a:gd name="T68" fmla="*/ 0 w 47"/>
              <a:gd name="T69" fmla="*/ 1651389401 h 48"/>
              <a:gd name="T70" fmla="*/ 0 w 47"/>
              <a:gd name="T71" fmla="*/ 1517494227 h 48"/>
              <a:gd name="T72" fmla="*/ 273806596 w 47"/>
              <a:gd name="T73" fmla="*/ 981906850 h 48"/>
              <a:gd name="T74" fmla="*/ 273806596 w 47"/>
              <a:gd name="T75" fmla="*/ 892645628 h 4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 h="48">
                <a:moveTo>
                  <a:pt x="6" y="20"/>
                </a:moveTo>
                <a:cubicBezTo>
                  <a:pt x="6" y="20"/>
                  <a:pt x="7" y="18"/>
                  <a:pt x="7" y="18"/>
                </a:cubicBezTo>
                <a:cubicBezTo>
                  <a:pt x="7" y="17"/>
                  <a:pt x="7" y="16"/>
                  <a:pt x="8" y="15"/>
                </a:cubicBezTo>
                <a:cubicBezTo>
                  <a:pt x="8" y="10"/>
                  <a:pt x="12" y="4"/>
                  <a:pt x="16" y="2"/>
                </a:cubicBezTo>
                <a:cubicBezTo>
                  <a:pt x="19" y="1"/>
                  <a:pt x="22" y="0"/>
                  <a:pt x="25" y="0"/>
                </a:cubicBezTo>
                <a:cubicBezTo>
                  <a:pt x="27" y="0"/>
                  <a:pt x="30" y="1"/>
                  <a:pt x="32" y="2"/>
                </a:cubicBezTo>
                <a:cubicBezTo>
                  <a:pt x="38" y="4"/>
                  <a:pt x="40" y="9"/>
                  <a:pt x="41" y="16"/>
                </a:cubicBezTo>
                <a:cubicBezTo>
                  <a:pt x="41" y="16"/>
                  <a:pt x="41" y="16"/>
                  <a:pt x="41" y="16"/>
                </a:cubicBezTo>
                <a:cubicBezTo>
                  <a:pt x="42" y="17"/>
                  <a:pt x="43" y="18"/>
                  <a:pt x="43" y="20"/>
                </a:cubicBezTo>
                <a:cubicBezTo>
                  <a:pt x="43" y="20"/>
                  <a:pt x="42" y="21"/>
                  <a:pt x="42" y="22"/>
                </a:cubicBezTo>
                <a:cubicBezTo>
                  <a:pt x="42" y="22"/>
                  <a:pt x="42" y="22"/>
                  <a:pt x="42" y="22"/>
                </a:cubicBezTo>
                <a:cubicBezTo>
                  <a:pt x="45" y="26"/>
                  <a:pt x="47" y="29"/>
                  <a:pt x="47" y="33"/>
                </a:cubicBezTo>
                <a:cubicBezTo>
                  <a:pt x="47" y="34"/>
                  <a:pt x="46" y="38"/>
                  <a:pt x="45" y="38"/>
                </a:cubicBezTo>
                <a:cubicBezTo>
                  <a:pt x="44" y="38"/>
                  <a:pt x="43" y="35"/>
                  <a:pt x="42" y="34"/>
                </a:cubicBezTo>
                <a:cubicBezTo>
                  <a:pt x="42" y="34"/>
                  <a:pt x="42" y="34"/>
                  <a:pt x="42" y="34"/>
                </a:cubicBezTo>
                <a:cubicBezTo>
                  <a:pt x="42" y="35"/>
                  <a:pt x="42" y="35"/>
                  <a:pt x="42" y="35"/>
                </a:cubicBezTo>
                <a:cubicBezTo>
                  <a:pt x="41" y="37"/>
                  <a:pt x="40" y="39"/>
                  <a:pt x="38" y="41"/>
                </a:cubicBezTo>
                <a:cubicBezTo>
                  <a:pt x="40" y="42"/>
                  <a:pt x="42" y="42"/>
                  <a:pt x="43" y="44"/>
                </a:cubicBezTo>
                <a:cubicBezTo>
                  <a:pt x="43" y="45"/>
                  <a:pt x="43" y="45"/>
                  <a:pt x="43" y="45"/>
                </a:cubicBezTo>
                <a:cubicBezTo>
                  <a:pt x="41" y="48"/>
                  <a:pt x="37" y="48"/>
                  <a:pt x="34" y="48"/>
                </a:cubicBezTo>
                <a:cubicBezTo>
                  <a:pt x="31" y="48"/>
                  <a:pt x="29" y="47"/>
                  <a:pt x="25" y="46"/>
                </a:cubicBezTo>
                <a:cubicBezTo>
                  <a:pt x="25" y="46"/>
                  <a:pt x="24" y="46"/>
                  <a:pt x="23" y="46"/>
                </a:cubicBezTo>
                <a:cubicBezTo>
                  <a:pt x="21" y="48"/>
                  <a:pt x="18" y="48"/>
                  <a:pt x="15" y="48"/>
                </a:cubicBezTo>
                <a:cubicBezTo>
                  <a:pt x="13" y="48"/>
                  <a:pt x="5" y="48"/>
                  <a:pt x="5" y="45"/>
                </a:cubicBezTo>
                <a:cubicBezTo>
                  <a:pt x="5" y="43"/>
                  <a:pt x="6" y="43"/>
                  <a:pt x="7" y="42"/>
                </a:cubicBezTo>
                <a:cubicBezTo>
                  <a:pt x="7" y="42"/>
                  <a:pt x="8" y="41"/>
                  <a:pt x="9" y="41"/>
                </a:cubicBezTo>
                <a:cubicBezTo>
                  <a:pt x="9" y="41"/>
                  <a:pt x="9" y="41"/>
                  <a:pt x="9" y="41"/>
                </a:cubicBezTo>
                <a:cubicBezTo>
                  <a:pt x="9" y="41"/>
                  <a:pt x="9" y="41"/>
                  <a:pt x="9" y="41"/>
                </a:cubicBezTo>
                <a:cubicBezTo>
                  <a:pt x="9" y="41"/>
                  <a:pt x="9" y="41"/>
                  <a:pt x="9" y="41"/>
                </a:cubicBezTo>
                <a:cubicBezTo>
                  <a:pt x="8" y="40"/>
                  <a:pt x="5" y="36"/>
                  <a:pt x="5" y="34"/>
                </a:cubicBezTo>
                <a:cubicBezTo>
                  <a:pt x="4" y="34"/>
                  <a:pt x="4" y="34"/>
                  <a:pt x="4" y="34"/>
                </a:cubicBezTo>
                <a:cubicBezTo>
                  <a:pt x="4" y="34"/>
                  <a:pt x="4" y="34"/>
                  <a:pt x="4" y="34"/>
                </a:cubicBezTo>
                <a:cubicBezTo>
                  <a:pt x="4" y="36"/>
                  <a:pt x="2" y="37"/>
                  <a:pt x="1" y="37"/>
                </a:cubicBezTo>
                <a:cubicBezTo>
                  <a:pt x="1" y="37"/>
                  <a:pt x="1" y="37"/>
                  <a:pt x="1" y="37"/>
                </a:cubicBezTo>
                <a:cubicBezTo>
                  <a:pt x="0" y="37"/>
                  <a:pt x="0" y="37"/>
                  <a:pt x="0" y="37"/>
                </a:cubicBezTo>
                <a:cubicBezTo>
                  <a:pt x="0" y="36"/>
                  <a:pt x="0" y="35"/>
                  <a:pt x="0" y="34"/>
                </a:cubicBezTo>
                <a:cubicBezTo>
                  <a:pt x="0" y="29"/>
                  <a:pt x="2" y="25"/>
                  <a:pt x="6" y="22"/>
                </a:cubicBezTo>
                <a:cubicBezTo>
                  <a:pt x="6" y="21"/>
                  <a:pt x="6" y="21"/>
                  <a:pt x="6" y="2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2" name="稻壳儿小白白(http://dwz.cn/Wu2UP)"/>
          <p:cNvSpPr>
            <a:spLocks noEditPoints="1"/>
          </p:cNvSpPr>
          <p:nvPr/>
        </p:nvSpPr>
        <p:spPr>
          <a:xfrm>
            <a:off x="4615529" y="4136898"/>
            <a:ext cx="276035" cy="276035"/>
          </a:xfrm>
          <a:custGeom>
            <a:avLst/>
            <a:gdLst>
              <a:gd name="T0" fmla="*/ 0 w 90"/>
              <a:gd name="T1" fmla="*/ 322594654 h 90"/>
              <a:gd name="T2" fmla="*/ 322594654 w 90"/>
              <a:gd name="T3" fmla="*/ 0 h 90"/>
              <a:gd name="T4" fmla="*/ 322594654 w 90"/>
              <a:gd name="T5" fmla="*/ 725835842 h 90"/>
              <a:gd name="T6" fmla="*/ 0 w 90"/>
              <a:gd name="T7" fmla="*/ 403241188 h 90"/>
              <a:gd name="T8" fmla="*/ 322594654 w 90"/>
              <a:gd name="T9" fmla="*/ 725835842 h 90"/>
              <a:gd name="T10" fmla="*/ 266140945 w 90"/>
              <a:gd name="T11" fmla="*/ 80649373 h 90"/>
              <a:gd name="T12" fmla="*/ 72584152 w 90"/>
              <a:gd name="T13" fmla="*/ 266140945 h 90"/>
              <a:gd name="T14" fmla="*/ 266140945 w 90"/>
              <a:gd name="T15" fmla="*/ 669382132 h 90"/>
              <a:gd name="T16" fmla="*/ 72584152 w 90"/>
              <a:gd name="T17" fmla="*/ 459694897 h 90"/>
              <a:gd name="T18" fmla="*/ 266140945 w 90"/>
              <a:gd name="T19" fmla="*/ 669382132 h 90"/>
              <a:gd name="T20" fmla="*/ 129037862 w 90"/>
              <a:gd name="T21" fmla="*/ 209687235 h 90"/>
              <a:gd name="T22" fmla="*/ 209687235 w 90"/>
              <a:gd name="T23" fmla="*/ 137103083 h 90"/>
              <a:gd name="T24" fmla="*/ 209687235 w 90"/>
              <a:gd name="T25" fmla="*/ 596797980 h 90"/>
              <a:gd name="T26" fmla="*/ 129037862 w 90"/>
              <a:gd name="T27" fmla="*/ 540344271 h 90"/>
              <a:gd name="T28" fmla="*/ 209687235 w 90"/>
              <a:gd name="T29" fmla="*/ 596797980 h 90"/>
              <a:gd name="T30" fmla="*/ 395175966 w 90"/>
              <a:gd name="T31" fmla="*/ 322594654 h 90"/>
              <a:gd name="T32" fmla="*/ 725835842 w 90"/>
              <a:gd name="T33" fmla="*/ 0 h 90"/>
              <a:gd name="T34" fmla="*/ 725835842 w 90"/>
              <a:gd name="T35" fmla="*/ 596797980 h 90"/>
              <a:gd name="T36" fmla="*/ 532279049 w 90"/>
              <a:gd name="T37" fmla="*/ 540344271 h 90"/>
              <a:gd name="T38" fmla="*/ 459694897 w 90"/>
              <a:gd name="T39" fmla="*/ 725835842 h 90"/>
              <a:gd name="T40" fmla="*/ 395175966 w 90"/>
              <a:gd name="T41" fmla="*/ 403241188 h 90"/>
              <a:gd name="T42" fmla="*/ 588732759 w 90"/>
              <a:gd name="T43" fmla="*/ 459694897 h 90"/>
              <a:gd name="T44" fmla="*/ 669382132 w 90"/>
              <a:gd name="T45" fmla="*/ 403241188 h 90"/>
              <a:gd name="T46" fmla="*/ 725835842 w 90"/>
              <a:gd name="T47" fmla="*/ 596797980 h 90"/>
              <a:gd name="T48" fmla="*/ 669382132 w 90"/>
              <a:gd name="T49" fmla="*/ 80649373 h 90"/>
              <a:gd name="T50" fmla="*/ 459694897 w 90"/>
              <a:gd name="T51" fmla="*/ 266140945 h 90"/>
              <a:gd name="T52" fmla="*/ 588732759 w 90"/>
              <a:gd name="T53" fmla="*/ 209687235 h 90"/>
              <a:gd name="T54" fmla="*/ 532279049 w 90"/>
              <a:gd name="T55" fmla="*/ 137103083 h 90"/>
              <a:gd name="T56" fmla="*/ 588732759 w 90"/>
              <a:gd name="T57" fmla="*/ 209687235 h 90"/>
              <a:gd name="T58" fmla="*/ 532279049 w 90"/>
              <a:gd name="T59" fmla="*/ 725835842 h 90"/>
              <a:gd name="T60" fmla="*/ 588732759 w 90"/>
              <a:gd name="T61" fmla="*/ 669382132 h 90"/>
              <a:gd name="T62" fmla="*/ 725835842 w 90"/>
              <a:gd name="T63" fmla="*/ 725835842 h 90"/>
              <a:gd name="T64" fmla="*/ 669382132 w 90"/>
              <a:gd name="T65" fmla="*/ 669382132 h 90"/>
              <a:gd name="T66" fmla="*/ 725835842 w 90"/>
              <a:gd name="T67" fmla="*/ 725835842 h 9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90" h="90">
                <a:moveTo>
                  <a:pt x="40" y="40"/>
                </a:moveTo>
                <a:lnTo>
                  <a:pt x="0" y="40"/>
                </a:lnTo>
                <a:lnTo>
                  <a:pt x="0" y="0"/>
                </a:lnTo>
                <a:lnTo>
                  <a:pt x="40" y="0"/>
                </a:lnTo>
                <a:lnTo>
                  <a:pt x="40" y="40"/>
                </a:lnTo>
                <a:close/>
                <a:moveTo>
                  <a:pt x="40" y="90"/>
                </a:moveTo>
                <a:lnTo>
                  <a:pt x="0" y="90"/>
                </a:lnTo>
                <a:lnTo>
                  <a:pt x="0" y="50"/>
                </a:lnTo>
                <a:lnTo>
                  <a:pt x="40" y="50"/>
                </a:lnTo>
                <a:lnTo>
                  <a:pt x="40" y="90"/>
                </a:lnTo>
                <a:close/>
                <a:moveTo>
                  <a:pt x="33" y="33"/>
                </a:moveTo>
                <a:lnTo>
                  <a:pt x="33" y="10"/>
                </a:lnTo>
                <a:lnTo>
                  <a:pt x="9" y="10"/>
                </a:lnTo>
                <a:lnTo>
                  <a:pt x="9" y="33"/>
                </a:lnTo>
                <a:lnTo>
                  <a:pt x="33" y="33"/>
                </a:lnTo>
                <a:close/>
                <a:moveTo>
                  <a:pt x="33" y="83"/>
                </a:moveTo>
                <a:lnTo>
                  <a:pt x="33" y="57"/>
                </a:lnTo>
                <a:lnTo>
                  <a:pt x="9" y="57"/>
                </a:lnTo>
                <a:lnTo>
                  <a:pt x="9" y="83"/>
                </a:lnTo>
                <a:lnTo>
                  <a:pt x="33" y="83"/>
                </a:lnTo>
                <a:close/>
                <a:moveTo>
                  <a:pt x="26" y="26"/>
                </a:moveTo>
                <a:lnTo>
                  <a:pt x="16" y="26"/>
                </a:lnTo>
                <a:lnTo>
                  <a:pt x="16" y="17"/>
                </a:lnTo>
                <a:lnTo>
                  <a:pt x="26" y="17"/>
                </a:lnTo>
                <a:lnTo>
                  <a:pt x="26" y="26"/>
                </a:lnTo>
                <a:close/>
                <a:moveTo>
                  <a:pt x="26" y="74"/>
                </a:moveTo>
                <a:lnTo>
                  <a:pt x="16" y="74"/>
                </a:lnTo>
                <a:lnTo>
                  <a:pt x="16" y="67"/>
                </a:lnTo>
                <a:lnTo>
                  <a:pt x="26" y="67"/>
                </a:lnTo>
                <a:lnTo>
                  <a:pt x="26" y="74"/>
                </a:lnTo>
                <a:close/>
                <a:moveTo>
                  <a:pt x="90" y="40"/>
                </a:moveTo>
                <a:lnTo>
                  <a:pt x="49" y="40"/>
                </a:lnTo>
                <a:lnTo>
                  <a:pt x="49" y="0"/>
                </a:lnTo>
                <a:lnTo>
                  <a:pt x="90" y="0"/>
                </a:lnTo>
                <a:lnTo>
                  <a:pt x="90" y="40"/>
                </a:lnTo>
                <a:close/>
                <a:moveTo>
                  <a:pt x="90" y="74"/>
                </a:moveTo>
                <a:lnTo>
                  <a:pt x="66" y="74"/>
                </a:lnTo>
                <a:lnTo>
                  <a:pt x="66" y="67"/>
                </a:lnTo>
                <a:lnTo>
                  <a:pt x="57" y="67"/>
                </a:lnTo>
                <a:lnTo>
                  <a:pt x="57" y="90"/>
                </a:lnTo>
                <a:lnTo>
                  <a:pt x="49" y="90"/>
                </a:lnTo>
                <a:lnTo>
                  <a:pt x="49" y="50"/>
                </a:lnTo>
                <a:lnTo>
                  <a:pt x="73" y="50"/>
                </a:lnTo>
                <a:lnTo>
                  <a:pt x="73" y="57"/>
                </a:lnTo>
                <a:lnTo>
                  <a:pt x="83" y="57"/>
                </a:lnTo>
                <a:lnTo>
                  <a:pt x="83" y="50"/>
                </a:lnTo>
                <a:lnTo>
                  <a:pt x="90" y="50"/>
                </a:lnTo>
                <a:lnTo>
                  <a:pt x="90" y="74"/>
                </a:lnTo>
                <a:close/>
                <a:moveTo>
                  <a:pt x="83" y="33"/>
                </a:moveTo>
                <a:lnTo>
                  <a:pt x="83" y="10"/>
                </a:lnTo>
                <a:lnTo>
                  <a:pt x="57" y="10"/>
                </a:lnTo>
                <a:lnTo>
                  <a:pt x="57" y="33"/>
                </a:lnTo>
                <a:lnTo>
                  <a:pt x="83" y="33"/>
                </a:lnTo>
                <a:close/>
                <a:moveTo>
                  <a:pt x="73" y="26"/>
                </a:moveTo>
                <a:lnTo>
                  <a:pt x="66" y="26"/>
                </a:lnTo>
                <a:lnTo>
                  <a:pt x="66" y="17"/>
                </a:lnTo>
                <a:lnTo>
                  <a:pt x="73" y="17"/>
                </a:lnTo>
                <a:lnTo>
                  <a:pt x="73" y="26"/>
                </a:lnTo>
                <a:close/>
                <a:moveTo>
                  <a:pt x="73" y="90"/>
                </a:moveTo>
                <a:lnTo>
                  <a:pt x="66" y="90"/>
                </a:lnTo>
                <a:lnTo>
                  <a:pt x="66" y="83"/>
                </a:lnTo>
                <a:lnTo>
                  <a:pt x="73" y="83"/>
                </a:lnTo>
                <a:lnTo>
                  <a:pt x="73" y="90"/>
                </a:lnTo>
                <a:close/>
                <a:moveTo>
                  <a:pt x="90" y="90"/>
                </a:moveTo>
                <a:lnTo>
                  <a:pt x="83" y="90"/>
                </a:lnTo>
                <a:lnTo>
                  <a:pt x="83" y="83"/>
                </a:lnTo>
                <a:lnTo>
                  <a:pt x="90" y="83"/>
                </a:lnTo>
                <a:lnTo>
                  <a:pt x="90" y="9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3" name="稻壳儿小白白(http://dwz.cn/Wu2UP)"/>
          <p:cNvSpPr>
            <a:spLocks noEditPoints="1"/>
          </p:cNvSpPr>
          <p:nvPr/>
        </p:nvSpPr>
        <p:spPr>
          <a:xfrm>
            <a:off x="4673822" y="4695825"/>
            <a:ext cx="180023" cy="255461"/>
          </a:xfrm>
          <a:custGeom>
            <a:avLst/>
            <a:gdLst>
              <a:gd name="T0" fmla="*/ 844661436 w 25"/>
              <a:gd name="T1" fmla="*/ 867797098 h 35"/>
              <a:gd name="T2" fmla="*/ 711291034 w 25"/>
              <a:gd name="T3" fmla="*/ 1050492291 h 35"/>
              <a:gd name="T4" fmla="*/ 666838678 w 25"/>
              <a:gd name="T5" fmla="*/ 1096164400 h 35"/>
              <a:gd name="T6" fmla="*/ 400104540 w 25"/>
              <a:gd name="T7" fmla="*/ 1096164400 h 35"/>
              <a:gd name="T8" fmla="*/ 355645517 w 25"/>
              <a:gd name="T9" fmla="*/ 1050492291 h 35"/>
              <a:gd name="T10" fmla="*/ 355645517 w 25"/>
              <a:gd name="T11" fmla="*/ 1004820182 h 35"/>
              <a:gd name="T12" fmla="*/ 577927299 w 25"/>
              <a:gd name="T13" fmla="*/ 685101905 h 35"/>
              <a:gd name="T14" fmla="*/ 711291034 w 25"/>
              <a:gd name="T15" fmla="*/ 502413470 h 35"/>
              <a:gd name="T16" fmla="*/ 533468275 w 25"/>
              <a:gd name="T17" fmla="*/ 365390386 h 35"/>
              <a:gd name="T18" fmla="*/ 400104540 w 25"/>
              <a:gd name="T19" fmla="*/ 411062495 h 35"/>
              <a:gd name="T20" fmla="*/ 266734138 w 25"/>
              <a:gd name="T21" fmla="*/ 548085579 h 35"/>
              <a:gd name="T22" fmla="*/ 266734138 w 25"/>
              <a:gd name="T23" fmla="*/ 548085579 h 35"/>
              <a:gd name="T24" fmla="*/ 222281782 w 25"/>
              <a:gd name="T25" fmla="*/ 548085579 h 35"/>
              <a:gd name="T26" fmla="*/ 0 w 25"/>
              <a:gd name="T27" fmla="*/ 411062495 h 35"/>
              <a:gd name="T28" fmla="*/ 0 w 25"/>
              <a:gd name="T29" fmla="*/ 319718277 h 35"/>
              <a:gd name="T30" fmla="*/ 577927299 w 25"/>
              <a:gd name="T31" fmla="*/ 0 h 35"/>
              <a:gd name="T32" fmla="*/ 1111395574 w 25"/>
              <a:gd name="T33" fmla="*/ 502413470 h 35"/>
              <a:gd name="T34" fmla="*/ 844661436 w 25"/>
              <a:gd name="T35" fmla="*/ 867797098 h 35"/>
              <a:gd name="T36" fmla="*/ 711291034 w 25"/>
              <a:gd name="T37" fmla="*/ 1552905761 h 35"/>
              <a:gd name="T38" fmla="*/ 666838678 w 25"/>
              <a:gd name="T39" fmla="*/ 1598577870 h 35"/>
              <a:gd name="T40" fmla="*/ 400104540 w 25"/>
              <a:gd name="T41" fmla="*/ 1598577870 h 35"/>
              <a:gd name="T42" fmla="*/ 355645517 w 25"/>
              <a:gd name="T43" fmla="*/ 1552905761 h 35"/>
              <a:gd name="T44" fmla="*/ 355645517 w 25"/>
              <a:gd name="T45" fmla="*/ 1233187484 h 35"/>
              <a:gd name="T46" fmla="*/ 400104540 w 25"/>
              <a:gd name="T47" fmla="*/ 1187515375 h 35"/>
              <a:gd name="T48" fmla="*/ 666838678 w 25"/>
              <a:gd name="T49" fmla="*/ 1187515375 h 35"/>
              <a:gd name="T50" fmla="*/ 711291034 w 25"/>
              <a:gd name="T51" fmla="*/ 1233187484 h 35"/>
              <a:gd name="T52" fmla="*/ 711291034 w 25"/>
              <a:gd name="T53" fmla="*/ 1552905761 h 3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25" h="35">
                <a:moveTo>
                  <a:pt x="19" y="19"/>
                </a:moveTo>
                <a:cubicBezTo>
                  <a:pt x="17" y="20"/>
                  <a:pt x="16" y="22"/>
                  <a:pt x="16" y="23"/>
                </a:cubicBezTo>
                <a:cubicBezTo>
                  <a:pt x="16" y="24"/>
                  <a:pt x="16" y="24"/>
                  <a:pt x="15" y="24"/>
                </a:cubicBezTo>
                <a:cubicBezTo>
                  <a:pt x="9" y="24"/>
                  <a:pt x="9" y="24"/>
                  <a:pt x="9" y="24"/>
                </a:cubicBezTo>
                <a:cubicBezTo>
                  <a:pt x="8" y="24"/>
                  <a:pt x="8" y="23"/>
                  <a:pt x="8" y="23"/>
                </a:cubicBezTo>
                <a:cubicBezTo>
                  <a:pt x="8" y="22"/>
                  <a:pt x="8" y="22"/>
                  <a:pt x="8" y="22"/>
                </a:cubicBezTo>
                <a:cubicBezTo>
                  <a:pt x="8" y="18"/>
                  <a:pt x="11" y="16"/>
                  <a:pt x="13" y="15"/>
                </a:cubicBezTo>
                <a:cubicBezTo>
                  <a:pt x="15" y="14"/>
                  <a:pt x="16" y="13"/>
                  <a:pt x="16" y="11"/>
                </a:cubicBezTo>
                <a:cubicBezTo>
                  <a:pt x="16" y="9"/>
                  <a:pt x="14" y="8"/>
                  <a:pt x="12" y="8"/>
                </a:cubicBezTo>
                <a:cubicBezTo>
                  <a:pt x="11" y="8"/>
                  <a:pt x="10" y="9"/>
                  <a:pt x="9" y="9"/>
                </a:cubicBezTo>
                <a:cubicBezTo>
                  <a:pt x="9" y="9"/>
                  <a:pt x="8" y="10"/>
                  <a:pt x="6" y="12"/>
                </a:cubicBezTo>
                <a:cubicBezTo>
                  <a:pt x="6" y="12"/>
                  <a:pt x="6" y="12"/>
                  <a:pt x="6" y="12"/>
                </a:cubicBezTo>
                <a:cubicBezTo>
                  <a:pt x="5" y="12"/>
                  <a:pt x="5" y="12"/>
                  <a:pt x="5" y="12"/>
                </a:cubicBezTo>
                <a:cubicBezTo>
                  <a:pt x="0" y="9"/>
                  <a:pt x="0" y="9"/>
                  <a:pt x="0" y="9"/>
                </a:cubicBezTo>
                <a:cubicBezTo>
                  <a:pt x="0" y="9"/>
                  <a:pt x="0" y="8"/>
                  <a:pt x="0" y="7"/>
                </a:cubicBezTo>
                <a:cubicBezTo>
                  <a:pt x="3" y="3"/>
                  <a:pt x="7" y="0"/>
                  <a:pt x="13" y="0"/>
                </a:cubicBezTo>
                <a:cubicBezTo>
                  <a:pt x="18" y="0"/>
                  <a:pt x="25" y="5"/>
                  <a:pt x="25" y="11"/>
                </a:cubicBezTo>
                <a:cubicBezTo>
                  <a:pt x="25" y="16"/>
                  <a:pt x="21" y="18"/>
                  <a:pt x="19" y="19"/>
                </a:cubicBezTo>
                <a:close/>
                <a:moveTo>
                  <a:pt x="16" y="34"/>
                </a:moveTo>
                <a:cubicBezTo>
                  <a:pt x="16" y="34"/>
                  <a:pt x="16" y="35"/>
                  <a:pt x="15" y="35"/>
                </a:cubicBezTo>
                <a:cubicBezTo>
                  <a:pt x="9" y="35"/>
                  <a:pt x="9" y="35"/>
                  <a:pt x="9" y="35"/>
                </a:cubicBezTo>
                <a:cubicBezTo>
                  <a:pt x="8" y="35"/>
                  <a:pt x="8" y="34"/>
                  <a:pt x="8" y="34"/>
                </a:cubicBezTo>
                <a:cubicBezTo>
                  <a:pt x="8" y="27"/>
                  <a:pt x="8" y="27"/>
                  <a:pt x="8" y="27"/>
                </a:cubicBezTo>
                <a:cubicBezTo>
                  <a:pt x="8" y="27"/>
                  <a:pt x="8" y="26"/>
                  <a:pt x="9" y="26"/>
                </a:cubicBezTo>
                <a:cubicBezTo>
                  <a:pt x="15" y="26"/>
                  <a:pt x="15" y="26"/>
                  <a:pt x="15" y="26"/>
                </a:cubicBezTo>
                <a:cubicBezTo>
                  <a:pt x="16" y="26"/>
                  <a:pt x="16" y="27"/>
                  <a:pt x="16" y="27"/>
                </a:cubicBezTo>
                <a:lnTo>
                  <a:pt x="16" y="3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4" name="稻壳儿小白白(http://dwz.cn/Wu2UP)"/>
          <p:cNvSpPr>
            <a:spLocks noEditPoints="1"/>
          </p:cNvSpPr>
          <p:nvPr/>
        </p:nvSpPr>
        <p:spPr>
          <a:xfrm>
            <a:off x="4606957" y="5203317"/>
            <a:ext cx="296608" cy="303467"/>
          </a:xfrm>
          <a:custGeom>
            <a:avLst/>
            <a:gdLst>
              <a:gd name="T0" fmla="*/ 897386445 w 41"/>
              <a:gd name="T1" fmla="*/ 1879863242 h 42"/>
              <a:gd name="T2" fmla="*/ 0 w 41"/>
              <a:gd name="T3" fmla="*/ 939931621 h 42"/>
              <a:gd name="T4" fmla="*/ 897386445 w 41"/>
              <a:gd name="T5" fmla="*/ 0 h 42"/>
              <a:gd name="T6" fmla="*/ 1839645897 w 41"/>
              <a:gd name="T7" fmla="*/ 939931621 h 42"/>
              <a:gd name="T8" fmla="*/ 897386445 w 41"/>
              <a:gd name="T9" fmla="*/ 1879863242 h 42"/>
              <a:gd name="T10" fmla="*/ 942259452 w 41"/>
              <a:gd name="T11" fmla="*/ 313308310 h 42"/>
              <a:gd name="T12" fmla="*/ 493562880 w 41"/>
              <a:gd name="T13" fmla="*/ 581859246 h 42"/>
              <a:gd name="T14" fmla="*/ 493562880 w 41"/>
              <a:gd name="T15" fmla="*/ 626623311 h 42"/>
              <a:gd name="T16" fmla="*/ 673041509 w 41"/>
              <a:gd name="T17" fmla="*/ 760895433 h 42"/>
              <a:gd name="T18" fmla="*/ 673041509 w 41"/>
              <a:gd name="T19" fmla="*/ 760895433 h 42"/>
              <a:gd name="T20" fmla="*/ 717907816 w 41"/>
              <a:gd name="T21" fmla="*/ 760895433 h 42"/>
              <a:gd name="T22" fmla="*/ 807647131 w 41"/>
              <a:gd name="T23" fmla="*/ 626623311 h 42"/>
              <a:gd name="T24" fmla="*/ 897386445 w 41"/>
              <a:gd name="T25" fmla="*/ 626623311 h 42"/>
              <a:gd name="T26" fmla="*/ 1076865074 w 41"/>
              <a:gd name="T27" fmla="*/ 716138059 h 42"/>
              <a:gd name="T28" fmla="*/ 942259452 w 41"/>
              <a:gd name="T29" fmla="*/ 850416872 h 42"/>
              <a:gd name="T30" fmla="*/ 762780823 w 41"/>
              <a:gd name="T31" fmla="*/ 1074210434 h 42"/>
              <a:gd name="T32" fmla="*/ 762780823 w 41"/>
              <a:gd name="T33" fmla="*/ 1118967808 h 42"/>
              <a:gd name="T34" fmla="*/ 807647131 w 41"/>
              <a:gd name="T35" fmla="*/ 1163725182 h 42"/>
              <a:gd name="T36" fmla="*/ 1031998766 w 41"/>
              <a:gd name="T37" fmla="*/ 1163725182 h 42"/>
              <a:gd name="T38" fmla="*/ 1076865074 w 41"/>
              <a:gd name="T39" fmla="*/ 1118967808 h 42"/>
              <a:gd name="T40" fmla="*/ 1166604388 w 41"/>
              <a:gd name="T41" fmla="*/ 1029446369 h 42"/>
              <a:gd name="T42" fmla="*/ 1346083017 w 41"/>
              <a:gd name="T43" fmla="*/ 716138059 h 42"/>
              <a:gd name="T44" fmla="*/ 942259452 w 41"/>
              <a:gd name="T45" fmla="*/ 313308310 h 42"/>
              <a:gd name="T46" fmla="*/ 1076865074 w 41"/>
              <a:gd name="T47" fmla="*/ 1298003995 h 42"/>
              <a:gd name="T48" fmla="*/ 1031998766 w 41"/>
              <a:gd name="T49" fmla="*/ 1253239931 h 42"/>
              <a:gd name="T50" fmla="*/ 807647131 w 41"/>
              <a:gd name="T51" fmla="*/ 1253239931 h 42"/>
              <a:gd name="T52" fmla="*/ 762780823 w 41"/>
              <a:gd name="T53" fmla="*/ 1298003995 h 42"/>
              <a:gd name="T54" fmla="*/ 762780823 w 41"/>
              <a:gd name="T55" fmla="*/ 1521790867 h 42"/>
              <a:gd name="T56" fmla="*/ 807647131 w 41"/>
              <a:gd name="T57" fmla="*/ 1566554931 h 42"/>
              <a:gd name="T58" fmla="*/ 1031998766 w 41"/>
              <a:gd name="T59" fmla="*/ 1566554931 h 42"/>
              <a:gd name="T60" fmla="*/ 1076865074 w 41"/>
              <a:gd name="T61" fmla="*/ 1521790867 h 42"/>
              <a:gd name="T62" fmla="*/ 1076865074 w 41"/>
              <a:gd name="T63" fmla="*/ 1298003995 h 4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41" h="42">
                <a:moveTo>
                  <a:pt x="20" y="42"/>
                </a:moveTo>
                <a:cubicBezTo>
                  <a:pt x="9" y="42"/>
                  <a:pt x="0" y="32"/>
                  <a:pt x="0" y="21"/>
                </a:cubicBezTo>
                <a:cubicBezTo>
                  <a:pt x="0" y="10"/>
                  <a:pt x="9" y="0"/>
                  <a:pt x="20" y="0"/>
                </a:cubicBezTo>
                <a:cubicBezTo>
                  <a:pt x="32" y="0"/>
                  <a:pt x="41" y="10"/>
                  <a:pt x="41" y="21"/>
                </a:cubicBezTo>
                <a:cubicBezTo>
                  <a:pt x="41" y="32"/>
                  <a:pt x="32" y="42"/>
                  <a:pt x="20" y="42"/>
                </a:cubicBezTo>
                <a:close/>
                <a:moveTo>
                  <a:pt x="21" y="7"/>
                </a:moveTo>
                <a:cubicBezTo>
                  <a:pt x="16" y="7"/>
                  <a:pt x="13" y="9"/>
                  <a:pt x="11" y="13"/>
                </a:cubicBezTo>
                <a:cubicBezTo>
                  <a:pt x="11" y="13"/>
                  <a:pt x="11" y="14"/>
                  <a:pt x="11" y="14"/>
                </a:cubicBezTo>
                <a:cubicBezTo>
                  <a:pt x="15" y="17"/>
                  <a:pt x="15" y="17"/>
                  <a:pt x="15" y="17"/>
                </a:cubicBezTo>
                <a:cubicBezTo>
                  <a:pt x="15" y="17"/>
                  <a:pt x="15" y="17"/>
                  <a:pt x="15" y="17"/>
                </a:cubicBezTo>
                <a:cubicBezTo>
                  <a:pt x="15" y="17"/>
                  <a:pt x="16" y="17"/>
                  <a:pt x="16" y="17"/>
                </a:cubicBezTo>
                <a:cubicBezTo>
                  <a:pt x="17" y="15"/>
                  <a:pt x="18" y="15"/>
                  <a:pt x="18" y="14"/>
                </a:cubicBezTo>
                <a:cubicBezTo>
                  <a:pt x="18" y="14"/>
                  <a:pt x="19" y="14"/>
                  <a:pt x="20" y="14"/>
                </a:cubicBezTo>
                <a:cubicBezTo>
                  <a:pt x="22" y="14"/>
                  <a:pt x="24" y="15"/>
                  <a:pt x="24" y="16"/>
                </a:cubicBezTo>
                <a:cubicBezTo>
                  <a:pt x="24" y="17"/>
                  <a:pt x="23" y="18"/>
                  <a:pt x="21" y="19"/>
                </a:cubicBezTo>
                <a:cubicBezTo>
                  <a:pt x="19" y="20"/>
                  <a:pt x="17" y="22"/>
                  <a:pt x="17" y="24"/>
                </a:cubicBezTo>
                <a:cubicBezTo>
                  <a:pt x="17" y="25"/>
                  <a:pt x="17" y="25"/>
                  <a:pt x="17" y="25"/>
                </a:cubicBezTo>
                <a:cubicBezTo>
                  <a:pt x="17" y="26"/>
                  <a:pt x="17" y="26"/>
                  <a:pt x="18" y="26"/>
                </a:cubicBezTo>
                <a:cubicBezTo>
                  <a:pt x="23" y="26"/>
                  <a:pt x="23" y="26"/>
                  <a:pt x="23" y="26"/>
                </a:cubicBezTo>
                <a:cubicBezTo>
                  <a:pt x="23" y="26"/>
                  <a:pt x="24" y="26"/>
                  <a:pt x="24" y="25"/>
                </a:cubicBezTo>
                <a:cubicBezTo>
                  <a:pt x="24" y="25"/>
                  <a:pt x="24" y="23"/>
                  <a:pt x="26" y="23"/>
                </a:cubicBezTo>
                <a:cubicBezTo>
                  <a:pt x="28" y="22"/>
                  <a:pt x="30" y="20"/>
                  <a:pt x="30" y="16"/>
                </a:cubicBezTo>
                <a:cubicBezTo>
                  <a:pt x="30" y="11"/>
                  <a:pt x="25" y="7"/>
                  <a:pt x="21" y="7"/>
                </a:cubicBezTo>
                <a:close/>
                <a:moveTo>
                  <a:pt x="24" y="29"/>
                </a:moveTo>
                <a:cubicBezTo>
                  <a:pt x="24" y="28"/>
                  <a:pt x="23" y="28"/>
                  <a:pt x="23" y="28"/>
                </a:cubicBezTo>
                <a:cubicBezTo>
                  <a:pt x="18" y="28"/>
                  <a:pt x="18" y="28"/>
                  <a:pt x="18" y="28"/>
                </a:cubicBezTo>
                <a:cubicBezTo>
                  <a:pt x="17" y="28"/>
                  <a:pt x="17" y="28"/>
                  <a:pt x="17" y="29"/>
                </a:cubicBezTo>
                <a:cubicBezTo>
                  <a:pt x="17" y="34"/>
                  <a:pt x="17" y="34"/>
                  <a:pt x="17" y="34"/>
                </a:cubicBezTo>
                <a:cubicBezTo>
                  <a:pt x="17" y="34"/>
                  <a:pt x="17" y="35"/>
                  <a:pt x="18" y="35"/>
                </a:cubicBezTo>
                <a:cubicBezTo>
                  <a:pt x="23" y="35"/>
                  <a:pt x="23" y="35"/>
                  <a:pt x="23" y="35"/>
                </a:cubicBezTo>
                <a:cubicBezTo>
                  <a:pt x="23" y="35"/>
                  <a:pt x="24" y="34"/>
                  <a:pt x="24" y="34"/>
                </a:cubicBezTo>
                <a:lnTo>
                  <a:pt x="24" y="2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5" name="稻壳儿小白白(http://dwz.cn/Wu2UP)"/>
          <p:cNvSpPr>
            <a:spLocks noEditPoints="1"/>
          </p:cNvSpPr>
          <p:nvPr/>
        </p:nvSpPr>
        <p:spPr>
          <a:xfrm>
            <a:off x="4594955" y="5739956"/>
            <a:ext cx="317183" cy="274320"/>
          </a:xfrm>
          <a:custGeom>
            <a:avLst/>
            <a:gdLst>
              <a:gd name="T0" fmla="*/ 891042717 w 44"/>
              <a:gd name="T1" fmla="*/ 1474396474 h 38"/>
              <a:gd name="T2" fmla="*/ 668280369 w 44"/>
              <a:gd name="T3" fmla="*/ 1697789474 h 38"/>
              <a:gd name="T4" fmla="*/ 222762348 w 44"/>
              <a:gd name="T5" fmla="*/ 1697789474 h 38"/>
              <a:gd name="T6" fmla="*/ 0 w 44"/>
              <a:gd name="T7" fmla="*/ 1474396474 h 38"/>
              <a:gd name="T8" fmla="*/ 0 w 44"/>
              <a:gd name="T9" fmla="*/ 625501737 h 38"/>
              <a:gd name="T10" fmla="*/ 623726565 w 44"/>
              <a:gd name="T11" fmla="*/ 0 h 38"/>
              <a:gd name="T12" fmla="*/ 668280369 w 44"/>
              <a:gd name="T13" fmla="*/ 0 h 38"/>
              <a:gd name="T14" fmla="*/ 757381304 w 44"/>
              <a:gd name="T15" fmla="*/ 89354526 h 38"/>
              <a:gd name="T16" fmla="*/ 757381304 w 44"/>
              <a:gd name="T17" fmla="*/ 223393000 h 38"/>
              <a:gd name="T18" fmla="*/ 668280369 w 44"/>
              <a:gd name="T19" fmla="*/ 312747526 h 38"/>
              <a:gd name="T20" fmla="*/ 623726565 w 44"/>
              <a:gd name="T21" fmla="*/ 312747526 h 38"/>
              <a:gd name="T22" fmla="*/ 311863282 w 44"/>
              <a:gd name="T23" fmla="*/ 625501737 h 38"/>
              <a:gd name="T24" fmla="*/ 311863282 w 44"/>
              <a:gd name="T25" fmla="*/ 670179000 h 38"/>
              <a:gd name="T26" fmla="*/ 400970891 w 44"/>
              <a:gd name="T27" fmla="*/ 759540211 h 38"/>
              <a:gd name="T28" fmla="*/ 668280369 w 44"/>
              <a:gd name="T29" fmla="*/ 759540211 h 38"/>
              <a:gd name="T30" fmla="*/ 891042717 w 44"/>
              <a:gd name="T31" fmla="*/ 982933211 h 38"/>
              <a:gd name="T32" fmla="*/ 891042717 w 44"/>
              <a:gd name="T33" fmla="*/ 1474396474 h 38"/>
              <a:gd name="T34" fmla="*/ 1960287303 w 44"/>
              <a:gd name="T35" fmla="*/ 1474396474 h 38"/>
              <a:gd name="T36" fmla="*/ 1737524955 w 44"/>
              <a:gd name="T37" fmla="*/ 1697789474 h 38"/>
              <a:gd name="T38" fmla="*/ 1292006934 w 44"/>
              <a:gd name="T39" fmla="*/ 1697789474 h 38"/>
              <a:gd name="T40" fmla="*/ 1069244586 w 44"/>
              <a:gd name="T41" fmla="*/ 1474396474 h 38"/>
              <a:gd name="T42" fmla="*/ 1069244586 w 44"/>
              <a:gd name="T43" fmla="*/ 625501737 h 38"/>
              <a:gd name="T44" fmla="*/ 1692977825 w 44"/>
              <a:gd name="T45" fmla="*/ 0 h 38"/>
              <a:gd name="T46" fmla="*/ 1737524955 w 44"/>
              <a:gd name="T47" fmla="*/ 0 h 38"/>
              <a:gd name="T48" fmla="*/ 1826632564 w 44"/>
              <a:gd name="T49" fmla="*/ 89354526 h 38"/>
              <a:gd name="T50" fmla="*/ 1826632564 w 44"/>
              <a:gd name="T51" fmla="*/ 223393000 h 38"/>
              <a:gd name="T52" fmla="*/ 1737524955 w 44"/>
              <a:gd name="T53" fmla="*/ 312747526 h 38"/>
              <a:gd name="T54" fmla="*/ 1692977825 w 44"/>
              <a:gd name="T55" fmla="*/ 312747526 h 38"/>
              <a:gd name="T56" fmla="*/ 1381114543 w 44"/>
              <a:gd name="T57" fmla="*/ 625501737 h 38"/>
              <a:gd name="T58" fmla="*/ 1381114543 w 44"/>
              <a:gd name="T59" fmla="*/ 670179000 h 38"/>
              <a:gd name="T60" fmla="*/ 1470215477 w 44"/>
              <a:gd name="T61" fmla="*/ 759540211 h 38"/>
              <a:gd name="T62" fmla="*/ 1737524955 w 44"/>
              <a:gd name="T63" fmla="*/ 759540211 h 38"/>
              <a:gd name="T64" fmla="*/ 1960287303 w 44"/>
              <a:gd name="T65" fmla="*/ 982933211 h 38"/>
              <a:gd name="T66" fmla="*/ 1960287303 w 44"/>
              <a:gd name="T67" fmla="*/ 1474396474 h 3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44" h="38">
                <a:moveTo>
                  <a:pt x="20" y="33"/>
                </a:moveTo>
                <a:cubicBezTo>
                  <a:pt x="20" y="35"/>
                  <a:pt x="18" y="38"/>
                  <a:pt x="15" y="38"/>
                </a:cubicBezTo>
                <a:cubicBezTo>
                  <a:pt x="5" y="38"/>
                  <a:pt x="5" y="38"/>
                  <a:pt x="5" y="38"/>
                </a:cubicBezTo>
                <a:cubicBezTo>
                  <a:pt x="2" y="38"/>
                  <a:pt x="0" y="35"/>
                  <a:pt x="0" y="33"/>
                </a:cubicBezTo>
                <a:cubicBezTo>
                  <a:pt x="0" y="14"/>
                  <a:pt x="0" y="14"/>
                  <a:pt x="0" y="14"/>
                </a:cubicBezTo>
                <a:cubicBezTo>
                  <a:pt x="0" y="6"/>
                  <a:pt x="6" y="0"/>
                  <a:pt x="14" y="0"/>
                </a:cubicBezTo>
                <a:cubicBezTo>
                  <a:pt x="15" y="0"/>
                  <a:pt x="15" y="0"/>
                  <a:pt x="15" y="0"/>
                </a:cubicBezTo>
                <a:cubicBezTo>
                  <a:pt x="16" y="0"/>
                  <a:pt x="17" y="1"/>
                  <a:pt x="17" y="2"/>
                </a:cubicBezTo>
                <a:cubicBezTo>
                  <a:pt x="17" y="5"/>
                  <a:pt x="17" y="5"/>
                  <a:pt x="17" y="5"/>
                </a:cubicBezTo>
                <a:cubicBezTo>
                  <a:pt x="17" y="6"/>
                  <a:pt x="16" y="7"/>
                  <a:pt x="15" y="7"/>
                </a:cubicBezTo>
                <a:cubicBezTo>
                  <a:pt x="14" y="7"/>
                  <a:pt x="14" y="7"/>
                  <a:pt x="14" y="7"/>
                </a:cubicBezTo>
                <a:cubicBezTo>
                  <a:pt x="10" y="7"/>
                  <a:pt x="7" y="10"/>
                  <a:pt x="7" y="14"/>
                </a:cubicBezTo>
                <a:cubicBezTo>
                  <a:pt x="7" y="15"/>
                  <a:pt x="7" y="15"/>
                  <a:pt x="7" y="15"/>
                </a:cubicBezTo>
                <a:cubicBezTo>
                  <a:pt x="7" y="16"/>
                  <a:pt x="8" y="17"/>
                  <a:pt x="9" y="17"/>
                </a:cubicBezTo>
                <a:cubicBezTo>
                  <a:pt x="15" y="17"/>
                  <a:pt x="15" y="17"/>
                  <a:pt x="15" y="17"/>
                </a:cubicBezTo>
                <a:cubicBezTo>
                  <a:pt x="18" y="17"/>
                  <a:pt x="20" y="20"/>
                  <a:pt x="20" y="22"/>
                </a:cubicBezTo>
                <a:lnTo>
                  <a:pt x="20" y="33"/>
                </a:lnTo>
                <a:close/>
                <a:moveTo>
                  <a:pt x="44" y="33"/>
                </a:moveTo>
                <a:cubicBezTo>
                  <a:pt x="44" y="35"/>
                  <a:pt x="42" y="38"/>
                  <a:pt x="39" y="38"/>
                </a:cubicBezTo>
                <a:cubicBezTo>
                  <a:pt x="29" y="38"/>
                  <a:pt x="29" y="38"/>
                  <a:pt x="29" y="38"/>
                </a:cubicBezTo>
                <a:cubicBezTo>
                  <a:pt x="26" y="38"/>
                  <a:pt x="24" y="35"/>
                  <a:pt x="24" y="33"/>
                </a:cubicBezTo>
                <a:cubicBezTo>
                  <a:pt x="24" y="14"/>
                  <a:pt x="24" y="14"/>
                  <a:pt x="24" y="14"/>
                </a:cubicBezTo>
                <a:cubicBezTo>
                  <a:pt x="24" y="6"/>
                  <a:pt x="30" y="0"/>
                  <a:pt x="38" y="0"/>
                </a:cubicBezTo>
                <a:cubicBezTo>
                  <a:pt x="39" y="0"/>
                  <a:pt x="39" y="0"/>
                  <a:pt x="39" y="0"/>
                </a:cubicBezTo>
                <a:cubicBezTo>
                  <a:pt x="40" y="0"/>
                  <a:pt x="41" y="1"/>
                  <a:pt x="41" y="2"/>
                </a:cubicBezTo>
                <a:cubicBezTo>
                  <a:pt x="41" y="5"/>
                  <a:pt x="41" y="5"/>
                  <a:pt x="41" y="5"/>
                </a:cubicBezTo>
                <a:cubicBezTo>
                  <a:pt x="41" y="6"/>
                  <a:pt x="40" y="7"/>
                  <a:pt x="39" y="7"/>
                </a:cubicBezTo>
                <a:cubicBezTo>
                  <a:pt x="38" y="7"/>
                  <a:pt x="38" y="7"/>
                  <a:pt x="38" y="7"/>
                </a:cubicBezTo>
                <a:cubicBezTo>
                  <a:pt x="34" y="7"/>
                  <a:pt x="31" y="10"/>
                  <a:pt x="31" y="14"/>
                </a:cubicBezTo>
                <a:cubicBezTo>
                  <a:pt x="31" y="15"/>
                  <a:pt x="31" y="15"/>
                  <a:pt x="31" y="15"/>
                </a:cubicBezTo>
                <a:cubicBezTo>
                  <a:pt x="31" y="16"/>
                  <a:pt x="32" y="17"/>
                  <a:pt x="33" y="17"/>
                </a:cubicBezTo>
                <a:cubicBezTo>
                  <a:pt x="39" y="17"/>
                  <a:pt x="39" y="17"/>
                  <a:pt x="39" y="17"/>
                </a:cubicBezTo>
                <a:cubicBezTo>
                  <a:pt x="42" y="17"/>
                  <a:pt x="44" y="20"/>
                  <a:pt x="44" y="22"/>
                </a:cubicBezTo>
                <a:lnTo>
                  <a:pt x="44" y="33"/>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6" name="稻壳儿小白白(http://dwz.cn/Wu2UP)"/>
          <p:cNvSpPr/>
          <p:nvPr/>
        </p:nvSpPr>
        <p:spPr>
          <a:xfrm>
            <a:off x="5486495" y="1463993"/>
            <a:ext cx="346329" cy="303466"/>
          </a:xfrm>
          <a:custGeom>
            <a:avLst/>
            <a:gdLst>
              <a:gd name="T0" fmla="*/ 1963813700 w 48"/>
              <a:gd name="T1" fmla="*/ 1790335431 h 42"/>
              <a:gd name="T2" fmla="*/ 1919179748 w 48"/>
              <a:gd name="T3" fmla="*/ 1879849861 h 42"/>
              <a:gd name="T4" fmla="*/ 1919179748 w 48"/>
              <a:gd name="T5" fmla="*/ 1879849861 h 42"/>
              <a:gd name="T6" fmla="*/ 1874552478 w 48"/>
              <a:gd name="T7" fmla="*/ 1835092646 h 42"/>
              <a:gd name="T8" fmla="*/ 1874552478 w 48"/>
              <a:gd name="T9" fmla="*/ 1790335431 h 42"/>
              <a:gd name="T10" fmla="*/ 1874552478 w 48"/>
              <a:gd name="T11" fmla="*/ 1656057096 h 42"/>
              <a:gd name="T12" fmla="*/ 1026540802 w 48"/>
              <a:gd name="T13" fmla="*/ 984685491 h 42"/>
              <a:gd name="T14" fmla="*/ 758743773 w 48"/>
              <a:gd name="T15" fmla="*/ 984685491 h 42"/>
              <a:gd name="T16" fmla="*/ 758743773 w 48"/>
              <a:gd name="T17" fmla="*/ 1297992686 h 42"/>
              <a:gd name="T18" fmla="*/ 669482551 w 48"/>
              <a:gd name="T19" fmla="*/ 1342749901 h 42"/>
              <a:gd name="T20" fmla="*/ 624848599 w 48"/>
              <a:gd name="T21" fmla="*/ 1342749901 h 42"/>
              <a:gd name="T22" fmla="*/ 0 w 48"/>
              <a:gd name="T23" fmla="*/ 716135511 h 42"/>
              <a:gd name="T24" fmla="*/ 0 w 48"/>
              <a:gd name="T25" fmla="*/ 671378296 h 42"/>
              <a:gd name="T26" fmla="*/ 0 w 48"/>
              <a:gd name="T27" fmla="*/ 626614390 h 42"/>
              <a:gd name="T28" fmla="*/ 624848599 w 48"/>
              <a:gd name="T29" fmla="*/ 0 h 42"/>
              <a:gd name="T30" fmla="*/ 669482551 w 48"/>
              <a:gd name="T31" fmla="*/ 0 h 42"/>
              <a:gd name="T32" fmla="*/ 758743773 w 48"/>
              <a:gd name="T33" fmla="*/ 44757215 h 42"/>
              <a:gd name="T34" fmla="*/ 758743773 w 48"/>
              <a:gd name="T35" fmla="*/ 358064410 h 42"/>
              <a:gd name="T36" fmla="*/ 1026540802 w 48"/>
              <a:gd name="T37" fmla="*/ 358064410 h 42"/>
              <a:gd name="T38" fmla="*/ 2053081603 w 48"/>
              <a:gd name="T39" fmla="*/ 850407156 h 42"/>
              <a:gd name="T40" fmla="*/ 2142342826 w 48"/>
              <a:gd name="T41" fmla="*/ 1253235471 h 42"/>
              <a:gd name="T42" fmla="*/ 1963813700 w 48"/>
              <a:gd name="T43" fmla="*/ 1790335431 h 42"/>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8" h="42">
                <a:moveTo>
                  <a:pt x="44" y="40"/>
                </a:moveTo>
                <a:cubicBezTo>
                  <a:pt x="44" y="41"/>
                  <a:pt x="44" y="41"/>
                  <a:pt x="43" y="42"/>
                </a:cubicBezTo>
                <a:cubicBezTo>
                  <a:pt x="43" y="42"/>
                  <a:pt x="43" y="42"/>
                  <a:pt x="43" y="42"/>
                </a:cubicBezTo>
                <a:cubicBezTo>
                  <a:pt x="42" y="42"/>
                  <a:pt x="42" y="42"/>
                  <a:pt x="42" y="41"/>
                </a:cubicBezTo>
                <a:cubicBezTo>
                  <a:pt x="42" y="41"/>
                  <a:pt x="42" y="41"/>
                  <a:pt x="42" y="40"/>
                </a:cubicBezTo>
                <a:cubicBezTo>
                  <a:pt x="42" y="39"/>
                  <a:pt x="42" y="38"/>
                  <a:pt x="42" y="37"/>
                </a:cubicBezTo>
                <a:cubicBezTo>
                  <a:pt x="42" y="24"/>
                  <a:pt x="34" y="22"/>
                  <a:pt x="23" y="22"/>
                </a:cubicBezTo>
                <a:cubicBezTo>
                  <a:pt x="17" y="22"/>
                  <a:pt x="17" y="22"/>
                  <a:pt x="17" y="22"/>
                </a:cubicBezTo>
                <a:cubicBezTo>
                  <a:pt x="17" y="29"/>
                  <a:pt x="17" y="29"/>
                  <a:pt x="17" y="29"/>
                </a:cubicBezTo>
                <a:cubicBezTo>
                  <a:pt x="17" y="30"/>
                  <a:pt x="16" y="30"/>
                  <a:pt x="15" y="30"/>
                </a:cubicBezTo>
                <a:cubicBezTo>
                  <a:pt x="15" y="30"/>
                  <a:pt x="14" y="30"/>
                  <a:pt x="14" y="30"/>
                </a:cubicBezTo>
                <a:cubicBezTo>
                  <a:pt x="0" y="16"/>
                  <a:pt x="0" y="16"/>
                  <a:pt x="0" y="16"/>
                </a:cubicBezTo>
                <a:cubicBezTo>
                  <a:pt x="0" y="16"/>
                  <a:pt x="0" y="15"/>
                  <a:pt x="0" y="15"/>
                </a:cubicBezTo>
                <a:cubicBezTo>
                  <a:pt x="0" y="15"/>
                  <a:pt x="0" y="14"/>
                  <a:pt x="0" y="14"/>
                </a:cubicBezTo>
                <a:cubicBezTo>
                  <a:pt x="14" y="0"/>
                  <a:pt x="14" y="0"/>
                  <a:pt x="14" y="0"/>
                </a:cubicBezTo>
                <a:cubicBezTo>
                  <a:pt x="14" y="0"/>
                  <a:pt x="15" y="0"/>
                  <a:pt x="15" y="0"/>
                </a:cubicBezTo>
                <a:cubicBezTo>
                  <a:pt x="16" y="0"/>
                  <a:pt x="17" y="0"/>
                  <a:pt x="17" y="1"/>
                </a:cubicBezTo>
                <a:cubicBezTo>
                  <a:pt x="17" y="8"/>
                  <a:pt x="17" y="8"/>
                  <a:pt x="17" y="8"/>
                </a:cubicBezTo>
                <a:cubicBezTo>
                  <a:pt x="23" y="8"/>
                  <a:pt x="23" y="8"/>
                  <a:pt x="23" y="8"/>
                </a:cubicBezTo>
                <a:cubicBezTo>
                  <a:pt x="32" y="8"/>
                  <a:pt x="43" y="10"/>
                  <a:pt x="46" y="19"/>
                </a:cubicBezTo>
                <a:cubicBezTo>
                  <a:pt x="47" y="22"/>
                  <a:pt x="48" y="25"/>
                  <a:pt x="48" y="28"/>
                </a:cubicBezTo>
                <a:cubicBezTo>
                  <a:pt x="48" y="32"/>
                  <a:pt x="46" y="37"/>
                  <a:pt x="44" y="4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7" name="稻壳儿小白白(http://dwz.cn/Wu2UP)"/>
          <p:cNvSpPr>
            <a:spLocks noEditPoints="1"/>
          </p:cNvSpPr>
          <p:nvPr/>
        </p:nvSpPr>
        <p:spPr>
          <a:xfrm>
            <a:off x="5486495" y="1993773"/>
            <a:ext cx="346329" cy="312039"/>
          </a:xfrm>
          <a:custGeom>
            <a:avLst/>
            <a:gdLst>
              <a:gd name="T0" fmla="*/ 758743773 w 48"/>
              <a:gd name="T1" fmla="*/ 1309273716 h 43"/>
              <a:gd name="T2" fmla="*/ 714116502 w 48"/>
              <a:gd name="T3" fmla="*/ 1399572858 h 43"/>
              <a:gd name="T4" fmla="*/ 669482551 w 48"/>
              <a:gd name="T5" fmla="*/ 1399572858 h 43"/>
              <a:gd name="T6" fmla="*/ 624848599 w 48"/>
              <a:gd name="T7" fmla="*/ 1399572858 h 43"/>
              <a:gd name="T8" fmla="*/ 0 w 48"/>
              <a:gd name="T9" fmla="*/ 767505745 h 43"/>
              <a:gd name="T10" fmla="*/ 0 w 48"/>
              <a:gd name="T11" fmla="*/ 632067112 h 43"/>
              <a:gd name="T12" fmla="*/ 624848599 w 48"/>
              <a:gd name="T13" fmla="*/ 45146211 h 43"/>
              <a:gd name="T14" fmla="*/ 714116502 w 48"/>
              <a:gd name="T15" fmla="*/ 0 h 43"/>
              <a:gd name="T16" fmla="*/ 758743773 w 48"/>
              <a:gd name="T17" fmla="*/ 90292422 h 43"/>
              <a:gd name="T18" fmla="*/ 758743773 w 48"/>
              <a:gd name="T19" fmla="*/ 180591563 h 43"/>
              <a:gd name="T20" fmla="*/ 267790348 w 48"/>
              <a:gd name="T21" fmla="*/ 632067112 h 43"/>
              <a:gd name="T22" fmla="*/ 267790348 w 48"/>
              <a:gd name="T23" fmla="*/ 767505745 h 43"/>
              <a:gd name="T24" fmla="*/ 758743773 w 48"/>
              <a:gd name="T25" fmla="*/ 1218981294 h 43"/>
              <a:gd name="T26" fmla="*/ 758743773 w 48"/>
              <a:gd name="T27" fmla="*/ 1309273716 h 43"/>
              <a:gd name="T28" fmla="*/ 1919179748 w 48"/>
              <a:gd name="T29" fmla="*/ 1941340828 h 43"/>
              <a:gd name="T30" fmla="*/ 1919179748 w 48"/>
              <a:gd name="T31" fmla="*/ 1941340828 h 43"/>
              <a:gd name="T32" fmla="*/ 1874552478 w 48"/>
              <a:gd name="T33" fmla="*/ 1941340828 h 43"/>
              <a:gd name="T34" fmla="*/ 1874552478 w 48"/>
              <a:gd name="T35" fmla="*/ 1896194617 h 43"/>
              <a:gd name="T36" fmla="*/ 1740650623 w 48"/>
              <a:gd name="T37" fmla="*/ 1218981294 h 43"/>
              <a:gd name="T38" fmla="*/ 1205069927 w 48"/>
              <a:gd name="T39" fmla="*/ 1038389731 h 43"/>
              <a:gd name="T40" fmla="*/ 1205069927 w 48"/>
              <a:gd name="T41" fmla="*/ 1309273716 h 43"/>
              <a:gd name="T42" fmla="*/ 1160435976 w 48"/>
              <a:gd name="T43" fmla="*/ 1399572858 h 43"/>
              <a:gd name="T44" fmla="*/ 1115802024 w 48"/>
              <a:gd name="T45" fmla="*/ 1399572858 h 43"/>
              <a:gd name="T46" fmla="*/ 1071174753 w 48"/>
              <a:gd name="T47" fmla="*/ 1399572858 h 43"/>
              <a:gd name="T48" fmla="*/ 490953425 w 48"/>
              <a:gd name="T49" fmla="*/ 767505745 h 43"/>
              <a:gd name="T50" fmla="*/ 490953425 w 48"/>
              <a:gd name="T51" fmla="*/ 632067112 h 43"/>
              <a:gd name="T52" fmla="*/ 1071174753 w 48"/>
              <a:gd name="T53" fmla="*/ 45146211 h 43"/>
              <a:gd name="T54" fmla="*/ 1160435976 w 48"/>
              <a:gd name="T55" fmla="*/ 0 h 43"/>
              <a:gd name="T56" fmla="*/ 1205069927 w 48"/>
              <a:gd name="T57" fmla="*/ 90292422 h 43"/>
              <a:gd name="T58" fmla="*/ 1205069927 w 48"/>
              <a:gd name="T59" fmla="*/ 406329338 h 43"/>
              <a:gd name="T60" fmla="*/ 1919179748 w 48"/>
              <a:gd name="T61" fmla="*/ 677213323 h 43"/>
              <a:gd name="T62" fmla="*/ 2142342826 w 48"/>
              <a:gd name="T63" fmla="*/ 1264127505 h 43"/>
              <a:gd name="T64" fmla="*/ 1919179748 w 48"/>
              <a:gd name="T65" fmla="*/ 1941340828 h 43"/>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8" h="43">
                <a:moveTo>
                  <a:pt x="17" y="29"/>
                </a:moveTo>
                <a:cubicBezTo>
                  <a:pt x="17" y="30"/>
                  <a:pt x="16" y="31"/>
                  <a:pt x="16" y="31"/>
                </a:cubicBezTo>
                <a:cubicBezTo>
                  <a:pt x="16" y="31"/>
                  <a:pt x="15" y="31"/>
                  <a:pt x="15" y="31"/>
                </a:cubicBezTo>
                <a:cubicBezTo>
                  <a:pt x="15" y="31"/>
                  <a:pt x="14" y="31"/>
                  <a:pt x="14" y="31"/>
                </a:cubicBezTo>
                <a:cubicBezTo>
                  <a:pt x="0" y="17"/>
                  <a:pt x="0" y="17"/>
                  <a:pt x="0" y="17"/>
                </a:cubicBezTo>
                <a:cubicBezTo>
                  <a:pt x="0" y="16"/>
                  <a:pt x="0" y="15"/>
                  <a:pt x="0" y="14"/>
                </a:cubicBezTo>
                <a:cubicBezTo>
                  <a:pt x="14" y="1"/>
                  <a:pt x="14" y="1"/>
                  <a:pt x="14" y="1"/>
                </a:cubicBezTo>
                <a:cubicBezTo>
                  <a:pt x="14" y="0"/>
                  <a:pt x="15" y="0"/>
                  <a:pt x="16" y="0"/>
                </a:cubicBezTo>
                <a:cubicBezTo>
                  <a:pt x="16" y="1"/>
                  <a:pt x="17" y="1"/>
                  <a:pt x="17" y="2"/>
                </a:cubicBezTo>
                <a:cubicBezTo>
                  <a:pt x="17" y="4"/>
                  <a:pt x="17" y="4"/>
                  <a:pt x="17" y="4"/>
                </a:cubicBezTo>
                <a:cubicBezTo>
                  <a:pt x="6" y="14"/>
                  <a:pt x="6" y="14"/>
                  <a:pt x="6" y="14"/>
                </a:cubicBezTo>
                <a:cubicBezTo>
                  <a:pt x="6" y="15"/>
                  <a:pt x="6" y="16"/>
                  <a:pt x="6" y="17"/>
                </a:cubicBezTo>
                <a:cubicBezTo>
                  <a:pt x="17" y="27"/>
                  <a:pt x="17" y="27"/>
                  <a:pt x="17" y="27"/>
                </a:cubicBezTo>
                <a:lnTo>
                  <a:pt x="17" y="29"/>
                </a:lnTo>
                <a:close/>
                <a:moveTo>
                  <a:pt x="43" y="43"/>
                </a:moveTo>
                <a:cubicBezTo>
                  <a:pt x="43" y="43"/>
                  <a:pt x="43" y="43"/>
                  <a:pt x="43" y="43"/>
                </a:cubicBezTo>
                <a:cubicBezTo>
                  <a:pt x="43" y="43"/>
                  <a:pt x="42" y="43"/>
                  <a:pt x="42" y="43"/>
                </a:cubicBezTo>
                <a:cubicBezTo>
                  <a:pt x="42" y="43"/>
                  <a:pt x="42" y="42"/>
                  <a:pt x="42" y="42"/>
                </a:cubicBezTo>
                <a:cubicBezTo>
                  <a:pt x="43" y="35"/>
                  <a:pt x="42" y="30"/>
                  <a:pt x="39" y="27"/>
                </a:cubicBezTo>
                <a:cubicBezTo>
                  <a:pt x="37" y="24"/>
                  <a:pt x="33" y="23"/>
                  <a:pt x="27" y="23"/>
                </a:cubicBezTo>
                <a:cubicBezTo>
                  <a:pt x="27" y="29"/>
                  <a:pt x="27" y="29"/>
                  <a:pt x="27" y="29"/>
                </a:cubicBezTo>
                <a:cubicBezTo>
                  <a:pt x="27" y="30"/>
                  <a:pt x="27" y="31"/>
                  <a:pt x="26" y="31"/>
                </a:cubicBezTo>
                <a:cubicBezTo>
                  <a:pt x="26" y="31"/>
                  <a:pt x="26" y="31"/>
                  <a:pt x="25" y="31"/>
                </a:cubicBezTo>
                <a:cubicBezTo>
                  <a:pt x="25" y="31"/>
                  <a:pt x="25" y="31"/>
                  <a:pt x="24" y="31"/>
                </a:cubicBezTo>
                <a:cubicBezTo>
                  <a:pt x="11" y="17"/>
                  <a:pt x="11" y="17"/>
                  <a:pt x="11" y="17"/>
                </a:cubicBezTo>
                <a:cubicBezTo>
                  <a:pt x="10" y="16"/>
                  <a:pt x="10" y="15"/>
                  <a:pt x="11" y="14"/>
                </a:cubicBezTo>
                <a:cubicBezTo>
                  <a:pt x="24" y="1"/>
                  <a:pt x="24" y="1"/>
                  <a:pt x="24" y="1"/>
                </a:cubicBezTo>
                <a:cubicBezTo>
                  <a:pt x="25" y="0"/>
                  <a:pt x="25" y="0"/>
                  <a:pt x="26" y="0"/>
                </a:cubicBezTo>
                <a:cubicBezTo>
                  <a:pt x="27" y="1"/>
                  <a:pt x="27" y="1"/>
                  <a:pt x="27" y="2"/>
                </a:cubicBezTo>
                <a:cubicBezTo>
                  <a:pt x="27" y="9"/>
                  <a:pt x="27" y="9"/>
                  <a:pt x="27" y="9"/>
                </a:cubicBezTo>
                <a:cubicBezTo>
                  <a:pt x="35" y="9"/>
                  <a:pt x="40" y="11"/>
                  <a:pt x="43" y="15"/>
                </a:cubicBezTo>
                <a:cubicBezTo>
                  <a:pt x="47" y="19"/>
                  <a:pt x="48" y="25"/>
                  <a:pt x="48" y="28"/>
                </a:cubicBezTo>
                <a:cubicBezTo>
                  <a:pt x="48" y="34"/>
                  <a:pt x="44" y="42"/>
                  <a:pt x="43" y="4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8" name="稻壳儿小白白(http://dwz.cn/Wu2UP)"/>
          <p:cNvSpPr>
            <a:spLocks noEditPoints="1"/>
          </p:cNvSpPr>
          <p:nvPr/>
        </p:nvSpPr>
        <p:spPr>
          <a:xfrm>
            <a:off x="5471065" y="2586990"/>
            <a:ext cx="366903" cy="226314"/>
          </a:xfrm>
          <a:custGeom>
            <a:avLst/>
            <a:gdLst>
              <a:gd name="T0" fmla="*/ 1464294685 w 51"/>
              <a:gd name="T1" fmla="*/ 1416490403 h 31"/>
              <a:gd name="T2" fmla="*/ 354979319 w 51"/>
              <a:gd name="T3" fmla="*/ 1416490403 h 31"/>
              <a:gd name="T4" fmla="*/ 310608569 w 51"/>
              <a:gd name="T5" fmla="*/ 1325106324 h 31"/>
              <a:gd name="T6" fmla="*/ 310608569 w 51"/>
              <a:gd name="T7" fmla="*/ 1142331406 h 31"/>
              <a:gd name="T8" fmla="*/ 310608569 w 51"/>
              <a:gd name="T9" fmla="*/ 639702073 h 31"/>
              <a:gd name="T10" fmla="*/ 88748160 w 51"/>
              <a:gd name="T11" fmla="*/ 639702073 h 31"/>
              <a:gd name="T12" fmla="*/ 0 w 51"/>
              <a:gd name="T13" fmla="*/ 548317994 h 31"/>
              <a:gd name="T14" fmla="*/ 0 w 51"/>
              <a:gd name="T15" fmla="*/ 502622574 h 31"/>
              <a:gd name="T16" fmla="*/ 399350068 w 51"/>
              <a:gd name="T17" fmla="*/ 45695419 h 31"/>
              <a:gd name="T18" fmla="*/ 443727479 w 51"/>
              <a:gd name="T19" fmla="*/ 0 h 31"/>
              <a:gd name="T20" fmla="*/ 532468978 w 51"/>
              <a:gd name="T21" fmla="*/ 45695419 h 31"/>
              <a:gd name="T22" fmla="*/ 887448297 w 51"/>
              <a:gd name="T23" fmla="*/ 502622574 h 31"/>
              <a:gd name="T24" fmla="*/ 931825707 w 51"/>
              <a:gd name="T25" fmla="*/ 548317994 h 31"/>
              <a:gd name="T26" fmla="*/ 843077547 w 51"/>
              <a:gd name="T27" fmla="*/ 639702073 h 31"/>
              <a:gd name="T28" fmla="*/ 621217138 w 51"/>
              <a:gd name="T29" fmla="*/ 639702073 h 31"/>
              <a:gd name="T30" fmla="*/ 621217138 w 51"/>
              <a:gd name="T31" fmla="*/ 1096635987 h 31"/>
              <a:gd name="T32" fmla="*/ 1286805026 w 51"/>
              <a:gd name="T33" fmla="*/ 1096635987 h 31"/>
              <a:gd name="T34" fmla="*/ 1331175775 w 51"/>
              <a:gd name="T35" fmla="*/ 1142331406 h 31"/>
              <a:gd name="T36" fmla="*/ 1508665435 w 51"/>
              <a:gd name="T37" fmla="*/ 1370794984 h 31"/>
              <a:gd name="T38" fmla="*/ 1508665435 w 51"/>
              <a:gd name="T39" fmla="*/ 1370794984 h 31"/>
              <a:gd name="T40" fmla="*/ 1464294685 w 51"/>
              <a:gd name="T41" fmla="*/ 1416490403 h 31"/>
              <a:gd name="T42" fmla="*/ 2147483646 w 51"/>
              <a:gd name="T43" fmla="*/ 913867829 h 31"/>
              <a:gd name="T44" fmla="*/ 1863651415 w 51"/>
              <a:gd name="T45" fmla="*/ 1416490403 h 31"/>
              <a:gd name="T46" fmla="*/ 1819274004 w 51"/>
              <a:gd name="T47" fmla="*/ 1416490403 h 31"/>
              <a:gd name="T48" fmla="*/ 1774903254 w 51"/>
              <a:gd name="T49" fmla="*/ 1416490403 h 31"/>
              <a:gd name="T50" fmla="*/ 1375553186 w 51"/>
              <a:gd name="T51" fmla="*/ 913867829 h 31"/>
              <a:gd name="T52" fmla="*/ 1375553186 w 51"/>
              <a:gd name="T53" fmla="*/ 868172410 h 31"/>
              <a:gd name="T54" fmla="*/ 1464294685 w 51"/>
              <a:gd name="T55" fmla="*/ 776788331 h 31"/>
              <a:gd name="T56" fmla="*/ 1686155094 w 51"/>
              <a:gd name="T57" fmla="*/ 776788331 h 31"/>
              <a:gd name="T58" fmla="*/ 1686155094 w 51"/>
              <a:gd name="T59" fmla="*/ 319854416 h 31"/>
              <a:gd name="T60" fmla="*/ 976196457 w 51"/>
              <a:gd name="T61" fmla="*/ 319854416 h 31"/>
              <a:gd name="T62" fmla="*/ 976196457 w 51"/>
              <a:gd name="T63" fmla="*/ 319854416 h 31"/>
              <a:gd name="T64" fmla="*/ 754336048 w 51"/>
              <a:gd name="T65" fmla="*/ 91384079 h 31"/>
              <a:gd name="T66" fmla="*/ 754336048 w 51"/>
              <a:gd name="T67" fmla="*/ 45695419 h 31"/>
              <a:gd name="T68" fmla="*/ 798706798 w 51"/>
              <a:gd name="T69" fmla="*/ 0 h 31"/>
              <a:gd name="T70" fmla="*/ 1952392914 w 51"/>
              <a:gd name="T71" fmla="*/ 0 h 31"/>
              <a:gd name="T72" fmla="*/ 1996763663 w 51"/>
              <a:gd name="T73" fmla="*/ 91384079 h 31"/>
              <a:gd name="T74" fmla="*/ 1996763663 w 51"/>
              <a:gd name="T75" fmla="*/ 274158997 h 31"/>
              <a:gd name="T76" fmla="*/ 1996763663 w 51"/>
              <a:gd name="T77" fmla="*/ 776788331 h 31"/>
              <a:gd name="T78" fmla="*/ 2147483646 w 51"/>
              <a:gd name="T79" fmla="*/ 776788331 h 31"/>
              <a:gd name="T80" fmla="*/ 2147483646 w 51"/>
              <a:gd name="T81" fmla="*/ 868172410 h 31"/>
              <a:gd name="T82" fmla="*/ 2147483646 w 51"/>
              <a:gd name="T83" fmla="*/ 913867829 h 31"/>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51" h="31">
                <a:moveTo>
                  <a:pt x="33" y="31"/>
                </a:moveTo>
                <a:cubicBezTo>
                  <a:pt x="8" y="31"/>
                  <a:pt x="8" y="31"/>
                  <a:pt x="8" y="31"/>
                </a:cubicBezTo>
                <a:cubicBezTo>
                  <a:pt x="7" y="31"/>
                  <a:pt x="7" y="30"/>
                  <a:pt x="7" y="29"/>
                </a:cubicBezTo>
                <a:cubicBezTo>
                  <a:pt x="7" y="25"/>
                  <a:pt x="7" y="25"/>
                  <a:pt x="7" y="25"/>
                </a:cubicBezTo>
                <a:cubicBezTo>
                  <a:pt x="7" y="14"/>
                  <a:pt x="7" y="14"/>
                  <a:pt x="7" y="14"/>
                </a:cubicBezTo>
                <a:cubicBezTo>
                  <a:pt x="2" y="14"/>
                  <a:pt x="2" y="14"/>
                  <a:pt x="2" y="14"/>
                </a:cubicBezTo>
                <a:cubicBezTo>
                  <a:pt x="1" y="14"/>
                  <a:pt x="0" y="13"/>
                  <a:pt x="0" y="12"/>
                </a:cubicBezTo>
                <a:cubicBezTo>
                  <a:pt x="0" y="12"/>
                  <a:pt x="0" y="12"/>
                  <a:pt x="0" y="11"/>
                </a:cubicBezTo>
                <a:cubicBezTo>
                  <a:pt x="9" y="1"/>
                  <a:pt x="9" y="1"/>
                  <a:pt x="9" y="1"/>
                </a:cubicBezTo>
                <a:cubicBezTo>
                  <a:pt x="9" y="1"/>
                  <a:pt x="10" y="0"/>
                  <a:pt x="10" y="0"/>
                </a:cubicBezTo>
                <a:cubicBezTo>
                  <a:pt x="11" y="0"/>
                  <a:pt x="11" y="1"/>
                  <a:pt x="12" y="1"/>
                </a:cubicBezTo>
                <a:cubicBezTo>
                  <a:pt x="20" y="11"/>
                  <a:pt x="20" y="11"/>
                  <a:pt x="20" y="11"/>
                </a:cubicBezTo>
                <a:cubicBezTo>
                  <a:pt x="20" y="12"/>
                  <a:pt x="21" y="12"/>
                  <a:pt x="21" y="12"/>
                </a:cubicBezTo>
                <a:cubicBezTo>
                  <a:pt x="21" y="13"/>
                  <a:pt x="20" y="14"/>
                  <a:pt x="19" y="14"/>
                </a:cubicBezTo>
                <a:cubicBezTo>
                  <a:pt x="14" y="14"/>
                  <a:pt x="14" y="14"/>
                  <a:pt x="14" y="14"/>
                </a:cubicBezTo>
                <a:cubicBezTo>
                  <a:pt x="14" y="24"/>
                  <a:pt x="14" y="24"/>
                  <a:pt x="14" y="24"/>
                </a:cubicBezTo>
                <a:cubicBezTo>
                  <a:pt x="29" y="24"/>
                  <a:pt x="29" y="24"/>
                  <a:pt x="29" y="24"/>
                </a:cubicBezTo>
                <a:cubicBezTo>
                  <a:pt x="29" y="24"/>
                  <a:pt x="30" y="24"/>
                  <a:pt x="30" y="25"/>
                </a:cubicBezTo>
                <a:cubicBezTo>
                  <a:pt x="34" y="30"/>
                  <a:pt x="34" y="30"/>
                  <a:pt x="34" y="30"/>
                </a:cubicBezTo>
                <a:cubicBezTo>
                  <a:pt x="34" y="30"/>
                  <a:pt x="34" y="30"/>
                  <a:pt x="34" y="30"/>
                </a:cubicBezTo>
                <a:cubicBezTo>
                  <a:pt x="34" y="31"/>
                  <a:pt x="34" y="31"/>
                  <a:pt x="33" y="31"/>
                </a:cubicBezTo>
                <a:close/>
                <a:moveTo>
                  <a:pt x="51" y="20"/>
                </a:moveTo>
                <a:cubicBezTo>
                  <a:pt x="42" y="31"/>
                  <a:pt x="42" y="31"/>
                  <a:pt x="42" y="31"/>
                </a:cubicBezTo>
                <a:cubicBezTo>
                  <a:pt x="42" y="31"/>
                  <a:pt x="42" y="31"/>
                  <a:pt x="41" y="31"/>
                </a:cubicBezTo>
                <a:cubicBezTo>
                  <a:pt x="41" y="31"/>
                  <a:pt x="40" y="31"/>
                  <a:pt x="40" y="31"/>
                </a:cubicBezTo>
                <a:cubicBezTo>
                  <a:pt x="31" y="20"/>
                  <a:pt x="31" y="20"/>
                  <a:pt x="31" y="20"/>
                </a:cubicBezTo>
                <a:cubicBezTo>
                  <a:pt x="31" y="20"/>
                  <a:pt x="31" y="20"/>
                  <a:pt x="31" y="19"/>
                </a:cubicBezTo>
                <a:cubicBezTo>
                  <a:pt x="31" y="18"/>
                  <a:pt x="32" y="17"/>
                  <a:pt x="33" y="17"/>
                </a:cubicBezTo>
                <a:cubicBezTo>
                  <a:pt x="38" y="17"/>
                  <a:pt x="38" y="17"/>
                  <a:pt x="38" y="17"/>
                </a:cubicBezTo>
                <a:cubicBezTo>
                  <a:pt x="38" y="7"/>
                  <a:pt x="38" y="7"/>
                  <a:pt x="38" y="7"/>
                </a:cubicBezTo>
                <a:cubicBezTo>
                  <a:pt x="22" y="7"/>
                  <a:pt x="22" y="7"/>
                  <a:pt x="22" y="7"/>
                </a:cubicBezTo>
                <a:cubicBezTo>
                  <a:pt x="22" y="7"/>
                  <a:pt x="22" y="7"/>
                  <a:pt x="22" y="7"/>
                </a:cubicBezTo>
                <a:cubicBezTo>
                  <a:pt x="17" y="2"/>
                  <a:pt x="17" y="2"/>
                  <a:pt x="17" y="2"/>
                </a:cubicBezTo>
                <a:cubicBezTo>
                  <a:pt x="17" y="2"/>
                  <a:pt x="17" y="1"/>
                  <a:pt x="17" y="1"/>
                </a:cubicBezTo>
                <a:cubicBezTo>
                  <a:pt x="17" y="1"/>
                  <a:pt x="18" y="0"/>
                  <a:pt x="18" y="0"/>
                </a:cubicBezTo>
                <a:cubicBezTo>
                  <a:pt x="44" y="0"/>
                  <a:pt x="44" y="0"/>
                  <a:pt x="44" y="0"/>
                </a:cubicBezTo>
                <a:cubicBezTo>
                  <a:pt x="45" y="0"/>
                  <a:pt x="45" y="1"/>
                  <a:pt x="45" y="2"/>
                </a:cubicBezTo>
                <a:cubicBezTo>
                  <a:pt x="45" y="6"/>
                  <a:pt x="45" y="6"/>
                  <a:pt x="45" y="6"/>
                </a:cubicBezTo>
                <a:cubicBezTo>
                  <a:pt x="45" y="17"/>
                  <a:pt x="45" y="17"/>
                  <a:pt x="45" y="17"/>
                </a:cubicBezTo>
                <a:cubicBezTo>
                  <a:pt x="50" y="17"/>
                  <a:pt x="50" y="17"/>
                  <a:pt x="50" y="17"/>
                </a:cubicBezTo>
                <a:cubicBezTo>
                  <a:pt x="51" y="17"/>
                  <a:pt x="51" y="18"/>
                  <a:pt x="51" y="19"/>
                </a:cubicBezTo>
                <a:cubicBezTo>
                  <a:pt x="51" y="20"/>
                  <a:pt x="51" y="20"/>
                  <a:pt x="51" y="2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9" name="稻壳儿小白白(http://dwz.cn/Wu2UP)"/>
          <p:cNvSpPr/>
          <p:nvPr/>
        </p:nvSpPr>
        <p:spPr>
          <a:xfrm>
            <a:off x="5556790" y="3072194"/>
            <a:ext cx="202311" cy="276034"/>
          </a:xfrm>
          <a:custGeom>
            <a:avLst/>
            <a:gdLst>
              <a:gd name="T0" fmla="*/ 537100916 w 28"/>
              <a:gd name="T1" fmla="*/ 1719071436 h 38"/>
              <a:gd name="T2" fmla="*/ 492343621 w 28"/>
              <a:gd name="T3" fmla="*/ 1673832537 h 38"/>
              <a:gd name="T4" fmla="*/ 492343621 w 28"/>
              <a:gd name="T5" fmla="*/ 1266682446 h 38"/>
              <a:gd name="T6" fmla="*/ 134278574 w 28"/>
              <a:gd name="T7" fmla="*/ 1266682446 h 38"/>
              <a:gd name="T8" fmla="*/ 89514589 w 28"/>
              <a:gd name="T9" fmla="*/ 1221443547 h 38"/>
              <a:gd name="T10" fmla="*/ 89514589 w 28"/>
              <a:gd name="T11" fmla="*/ 1085726850 h 38"/>
              <a:gd name="T12" fmla="*/ 134278574 w 28"/>
              <a:gd name="T13" fmla="*/ 1085726850 h 38"/>
              <a:gd name="T14" fmla="*/ 492343621 w 28"/>
              <a:gd name="T15" fmla="*/ 1085726850 h 38"/>
              <a:gd name="T16" fmla="*/ 492343621 w 28"/>
              <a:gd name="T17" fmla="*/ 950010153 h 38"/>
              <a:gd name="T18" fmla="*/ 134278574 w 28"/>
              <a:gd name="T19" fmla="*/ 950010153 h 38"/>
              <a:gd name="T20" fmla="*/ 89514589 w 28"/>
              <a:gd name="T21" fmla="*/ 904771254 h 38"/>
              <a:gd name="T22" fmla="*/ 89514589 w 28"/>
              <a:gd name="T23" fmla="*/ 814300182 h 38"/>
              <a:gd name="T24" fmla="*/ 134278574 w 28"/>
              <a:gd name="T25" fmla="*/ 769061283 h 38"/>
              <a:gd name="T26" fmla="*/ 402829032 w 28"/>
              <a:gd name="T27" fmla="*/ 769061283 h 38"/>
              <a:gd name="T28" fmla="*/ 0 w 28"/>
              <a:gd name="T29" fmla="*/ 45238899 h 38"/>
              <a:gd name="T30" fmla="*/ 0 w 28"/>
              <a:gd name="T31" fmla="*/ 45238899 h 38"/>
              <a:gd name="T32" fmla="*/ 44757295 w 28"/>
              <a:gd name="T33" fmla="*/ 0 h 38"/>
              <a:gd name="T34" fmla="*/ 268550458 w 28"/>
              <a:gd name="T35" fmla="*/ 0 h 38"/>
              <a:gd name="T36" fmla="*/ 313307753 w 28"/>
              <a:gd name="T37" fmla="*/ 45238899 h 38"/>
              <a:gd name="T38" fmla="*/ 581858211 w 28"/>
              <a:gd name="T39" fmla="*/ 542866788 h 38"/>
              <a:gd name="T40" fmla="*/ 626622196 w 28"/>
              <a:gd name="T41" fmla="*/ 678583485 h 38"/>
              <a:gd name="T42" fmla="*/ 716136785 w 28"/>
              <a:gd name="T43" fmla="*/ 542866788 h 38"/>
              <a:gd name="T44" fmla="*/ 939929948 w 28"/>
              <a:gd name="T45" fmla="*/ 45238899 h 38"/>
              <a:gd name="T46" fmla="*/ 984687243 w 28"/>
              <a:gd name="T47" fmla="*/ 0 h 38"/>
              <a:gd name="T48" fmla="*/ 1208480406 w 28"/>
              <a:gd name="T49" fmla="*/ 0 h 38"/>
              <a:gd name="T50" fmla="*/ 1208480406 w 28"/>
              <a:gd name="T51" fmla="*/ 45238899 h 38"/>
              <a:gd name="T52" fmla="*/ 1208480406 w 28"/>
              <a:gd name="T53" fmla="*/ 45238899 h 38"/>
              <a:gd name="T54" fmla="*/ 850408669 w 28"/>
              <a:gd name="T55" fmla="*/ 769061283 h 38"/>
              <a:gd name="T56" fmla="*/ 1118959127 w 28"/>
              <a:gd name="T57" fmla="*/ 769061283 h 38"/>
              <a:gd name="T58" fmla="*/ 1163723112 w 28"/>
              <a:gd name="T59" fmla="*/ 814300182 h 38"/>
              <a:gd name="T60" fmla="*/ 1163723112 w 28"/>
              <a:gd name="T61" fmla="*/ 904771254 h 38"/>
              <a:gd name="T62" fmla="*/ 1118959127 w 28"/>
              <a:gd name="T63" fmla="*/ 950010153 h 38"/>
              <a:gd name="T64" fmla="*/ 760894079 w 28"/>
              <a:gd name="T65" fmla="*/ 950010153 h 38"/>
              <a:gd name="T66" fmla="*/ 760894079 w 28"/>
              <a:gd name="T67" fmla="*/ 1085726850 h 38"/>
              <a:gd name="T68" fmla="*/ 1118959127 w 28"/>
              <a:gd name="T69" fmla="*/ 1085726850 h 38"/>
              <a:gd name="T70" fmla="*/ 1163723112 w 28"/>
              <a:gd name="T71" fmla="*/ 1085726850 h 38"/>
              <a:gd name="T72" fmla="*/ 1163723112 w 28"/>
              <a:gd name="T73" fmla="*/ 1221443547 h 38"/>
              <a:gd name="T74" fmla="*/ 1118959127 w 28"/>
              <a:gd name="T75" fmla="*/ 1266682446 h 38"/>
              <a:gd name="T76" fmla="*/ 760894079 w 28"/>
              <a:gd name="T77" fmla="*/ 1266682446 h 38"/>
              <a:gd name="T78" fmla="*/ 760894079 w 28"/>
              <a:gd name="T79" fmla="*/ 1673832537 h 38"/>
              <a:gd name="T80" fmla="*/ 716136785 w 28"/>
              <a:gd name="T81" fmla="*/ 1719071436 h 38"/>
              <a:gd name="T82" fmla="*/ 537100916 w 28"/>
              <a:gd name="T83" fmla="*/ 1719071436 h 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28" h="38">
                <a:moveTo>
                  <a:pt x="12" y="38"/>
                </a:moveTo>
                <a:cubicBezTo>
                  <a:pt x="11" y="38"/>
                  <a:pt x="11" y="37"/>
                  <a:pt x="11" y="37"/>
                </a:cubicBezTo>
                <a:cubicBezTo>
                  <a:pt x="11" y="28"/>
                  <a:pt x="11" y="28"/>
                  <a:pt x="11" y="28"/>
                </a:cubicBezTo>
                <a:cubicBezTo>
                  <a:pt x="3" y="28"/>
                  <a:pt x="3" y="28"/>
                  <a:pt x="3" y="28"/>
                </a:cubicBezTo>
                <a:cubicBezTo>
                  <a:pt x="2" y="28"/>
                  <a:pt x="2" y="28"/>
                  <a:pt x="2" y="27"/>
                </a:cubicBezTo>
                <a:cubicBezTo>
                  <a:pt x="2" y="24"/>
                  <a:pt x="2" y="24"/>
                  <a:pt x="2" y="24"/>
                </a:cubicBezTo>
                <a:cubicBezTo>
                  <a:pt x="2" y="24"/>
                  <a:pt x="2" y="24"/>
                  <a:pt x="3" y="24"/>
                </a:cubicBezTo>
                <a:cubicBezTo>
                  <a:pt x="11" y="24"/>
                  <a:pt x="11" y="24"/>
                  <a:pt x="11" y="24"/>
                </a:cubicBezTo>
                <a:cubicBezTo>
                  <a:pt x="11" y="21"/>
                  <a:pt x="11" y="21"/>
                  <a:pt x="11" y="21"/>
                </a:cubicBezTo>
                <a:cubicBezTo>
                  <a:pt x="3" y="21"/>
                  <a:pt x="3" y="21"/>
                  <a:pt x="3" y="21"/>
                </a:cubicBezTo>
                <a:cubicBezTo>
                  <a:pt x="2" y="21"/>
                  <a:pt x="2" y="21"/>
                  <a:pt x="2" y="20"/>
                </a:cubicBezTo>
                <a:cubicBezTo>
                  <a:pt x="2" y="18"/>
                  <a:pt x="2" y="18"/>
                  <a:pt x="2" y="18"/>
                </a:cubicBezTo>
                <a:cubicBezTo>
                  <a:pt x="2" y="17"/>
                  <a:pt x="2" y="17"/>
                  <a:pt x="3" y="17"/>
                </a:cubicBezTo>
                <a:cubicBezTo>
                  <a:pt x="9" y="17"/>
                  <a:pt x="9" y="17"/>
                  <a:pt x="9" y="17"/>
                </a:cubicBezTo>
                <a:cubicBezTo>
                  <a:pt x="0" y="1"/>
                  <a:pt x="0" y="1"/>
                  <a:pt x="0" y="1"/>
                </a:cubicBezTo>
                <a:cubicBezTo>
                  <a:pt x="0" y="1"/>
                  <a:pt x="0" y="1"/>
                  <a:pt x="0" y="1"/>
                </a:cubicBezTo>
                <a:cubicBezTo>
                  <a:pt x="0" y="0"/>
                  <a:pt x="1" y="0"/>
                  <a:pt x="1" y="0"/>
                </a:cubicBezTo>
                <a:cubicBezTo>
                  <a:pt x="6" y="0"/>
                  <a:pt x="6" y="0"/>
                  <a:pt x="6" y="0"/>
                </a:cubicBezTo>
                <a:cubicBezTo>
                  <a:pt x="6" y="0"/>
                  <a:pt x="7" y="0"/>
                  <a:pt x="7" y="1"/>
                </a:cubicBezTo>
                <a:cubicBezTo>
                  <a:pt x="13" y="12"/>
                  <a:pt x="13" y="12"/>
                  <a:pt x="13" y="12"/>
                </a:cubicBezTo>
                <a:cubicBezTo>
                  <a:pt x="13" y="13"/>
                  <a:pt x="14" y="14"/>
                  <a:pt x="14" y="15"/>
                </a:cubicBezTo>
                <a:cubicBezTo>
                  <a:pt x="15" y="14"/>
                  <a:pt x="15" y="13"/>
                  <a:pt x="16" y="12"/>
                </a:cubicBezTo>
                <a:cubicBezTo>
                  <a:pt x="21" y="1"/>
                  <a:pt x="21" y="1"/>
                  <a:pt x="21" y="1"/>
                </a:cubicBezTo>
                <a:cubicBezTo>
                  <a:pt x="21" y="0"/>
                  <a:pt x="21" y="0"/>
                  <a:pt x="22" y="0"/>
                </a:cubicBezTo>
                <a:cubicBezTo>
                  <a:pt x="27" y="0"/>
                  <a:pt x="27" y="0"/>
                  <a:pt x="27" y="0"/>
                </a:cubicBezTo>
                <a:cubicBezTo>
                  <a:pt x="27" y="0"/>
                  <a:pt x="27" y="0"/>
                  <a:pt x="27" y="1"/>
                </a:cubicBezTo>
                <a:cubicBezTo>
                  <a:pt x="28" y="1"/>
                  <a:pt x="28" y="1"/>
                  <a:pt x="27" y="1"/>
                </a:cubicBezTo>
                <a:cubicBezTo>
                  <a:pt x="19" y="17"/>
                  <a:pt x="19" y="17"/>
                  <a:pt x="19" y="17"/>
                </a:cubicBezTo>
                <a:cubicBezTo>
                  <a:pt x="25" y="17"/>
                  <a:pt x="25" y="17"/>
                  <a:pt x="25" y="17"/>
                </a:cubicBezTo>
                <a:cubicBezTo>
                  <a:pt x="25" y="17"/>
                  <a:pt x="26" y="17"/>
                  <a:pt x="26" y="18"/>
                </a:cubicBezTo>
                <a:cubicBezTo>
                  <a:pt x="26" y="20"/>
                  <a:pt x="26" y="20"/>
                  <a:pt x="26" y="20"/>
                </a:cubicBezTo>
                <a:cubicBezTo>
                  <a:pt x="26" y="21"/>
                  <a:pt x="25" y="21"/>
                  <a:pt x="25" y="21"/>
                </a:cubicBezTo>
                <a:cubicBezTo>
                  <a:pt x="17" y="21"/>
                  <a:pt x="17" y="21"/>
                  <a:pt x="17" y="21"/>
                </a:cubicBezTo>
                <a:cubicBezTo>
                  <a:pt x="17" y="24"/>
                  <a:pt x="17" y="24"/>
                  <a:pt x="17" y="24"/>
                </a:cubicBezTo>
                <a:cubicBezTo>
                  <a:pt x="25" y="24"/>
                  <a:pt x="25" y="24"/>
                  <a:pt x="25" y="24"/>
                </a:cubicBezTo>
                <a:cubicBezTo>
                  <a:pt x="25" y="24"/>
                  <a:pt x="26" y="24"/>
                  <a:pt x="26" y="24"/>
                </a:cubicBezTo>
                <a:cubicBezTo>
                  <a:pt x="26" y="27"/>
                  <a:pt x="26" y="27"/>
                  <a:pt x="26" y="27"/>
                </a:cubicBezTo>
                <a:cubicBezTo>
                  <a:pt x="26" y="28"/>
                  <a:pt x="25" y="28"/>
                  <a:pt x="25" y="28"/>
                </a:cubicBezTo>
                <a:cubicBezTo>
                  <a:pt x="17" y="28"/>
                  <a:pt x="17" y="28"/>
                  <a:pt x="17" y="28"/>
                </a:cubicBezTo>
                <a:cubicBezTo>
                  <a:pt x="17" y="37"/>
                  <a:pt x="17" y="37"/>
                  <a:pt x="17" y="37"/>
                </a:cubicBezTo>
                <a:cubicBezTo>
                  <a:pt x="17" y="37"/>
                  <a:pt x="17" y="38"/>
                  <a:pt x="16" y="38"/>
                </a:cubicBezTo>
                <a:lnTo>
                  <a:pt x="12" y="3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0" name="稻壳儿小白白(http://dwz.cn/Wu2UP)"/>
          <p:cNvSpPr>
            <a:spLocks noEditPoints="1"/>
          </p:cNvSpPr>
          <p:nvPr/>
        </p:nvSpPr>
        <p:spPr>
          <a:xfrm>
            <a:off x="5476208" y="3629406"/>
            <a:ext cx="356616" cy="248603"/>
          </a:xfrm>
          <a:custGeom>
            <a:avLst/>
            <a:gdLst>
              <a:gd name="T0" fmla="*/ 2147483646 w 49"/>
              <a:gd name="T1" fmla="*/ 1558426922 h 34"/>
              <a:gd name="T2" fmla="*/ 1316918465 w 49"/>
              <a:gd name="T3" fmla="*/ 1558426922 h 34"/>
              <a:gd name="T4" fmla="*/ 1362331073 w 49"/>
              <a:gd name="T5" fmla="*/ 1558426922 h 34"/>
              <a:gd name="T6" fmla="*/ 1316918465 w 49"/>
              <a:gd name="T7" fmla="*/ 1237571931 h 34"/>
              <a:gd name="T8" fmla="*/ 1271512596 w 49"/>
              <a:gd name="T9" fmla="*/ 1191737438 h 34"/>
              <a:gd name="T10" fmla="*/ 953631078 w 49"/>
              <a:gd name="T11" fmla="*/ 1191737438 h 34"/>
              <a:gd name="T12" fmla="*/ 908225208 w 49"/>
              <a:gd name="T13" fmla="*/ 1237571931 h 34"/>
              <a:gd name="T14" fmla="*/ 908225208 w 49"/>
              <a:gd name="T15" fmla="*/ 1558426922 h 34"/>
              <a:gd name="T16" fmla="*/ 908225208 w 49"/>
              <a:gd name="T17" fmla="*/ 1558426922 h 34"/>
              <a:gd name="T18" fmla="*/ 90825216 w 49"/>
              <a:gd name="T19" fmla="*/ 1558426922 h 34"/>
              <a:gd name="T20" fmla="*/ 0 w 49"/>
              <a:gd name="T21" fmla="*/ 1466757936 h 34"/>
              <a:gd name="T22" fmla="*/ 45412608 w 49"/>
              <a:gd name="T23" fmla="*/ 1329247687 h 34"/>
              <a:gd name="T24" fmla="*/ 544931082 w 49"/>
              <a:gd name="T25" fmla="*/ 45834493 h 34"/>
              <a:gd name="T26" fmla="*/ 635756298 w 49"/>
              <a:gd name="T27" fmla="*/ 0 h 34"/>
              <a:gd name="T28" fmla="*/ 1044456294 w 49"/>
              <a:gd name="T29" fmla="*/ 0 h 34"/>
              <a:gd name="T30" fmla="*/ 999043686 w 49"/>
              <a:gd name="T31" fmla="*/ 45834493 h 34"/>
              <a:gd name="T32" fmla="*/ 999043686 w 49"/>
              <a:gd name="T33" fmla="*/ 275013728 h 34"/>
              <a:gd name="T34" fmla="*/ 1044456294 w 49"/>
              <a:gd name="T35" fmla="*/ 320854991 h 34"/>
              <a:gd name="T36" fmla="*/ 1226099988 w 49"/>
              <a:gd name="T37" fmla="*/ 320854991 h 34"/>
              <a:gd name="T38" fmla="*/ 1271512596 w 49"/>
              <a:gd name="T39" fmla="*/ 275013728 h 34"/>
              <a:gd name="T40" fmla="*/ 1226099988 w 49"/>
              <a:gd name="T41" fmla="*/ 45834493 h 34"/>
              <a:gd name="T42" fmla="*/ 1180687380 w 49"/>
              <a:gd name="T43" fmla="*/ 0 h 34"/>
              <a:gd name="T44" fmla="*/ 1634799984 w 49"/>
              <a:gd name="T45" fmla="*/ 0 h 34"/>
              <a:gd name="T46" fmla="*/ 1680212592 w 49"/>
              <a:gd name="T47" fmla="*/ 45834493 h 34"/>
              <a:gd name="T48" fmla="*/ 2147483646 w 49"/>
              <a:gd name="T49" fmla="*/ 1329247687 h 34"/>
              <a:gd name="T50" fmla="*/ 2147483646 w 49"/>
              <a:gd name="T51" fmla="*/ 1466757936 h 34"/>
              <a:gd name="T52" fmla="*/ 2147483646 w 49"/>
              <a:gd name="T53" fmla="*/ 1558426922 h 34"/>
              <a:gd name="T54" fmla="*/ 1316918465 w 49"/>
              <a:gd name="T55" fmla="*/ 916723710 h 34"/>
              <a:gd name="T56" fmla="*/ 1271512596 w 49"/>
              <a:gd name="T57" fmla="*/ 504199733 h 34"/>
              <a:gd name="T58" fmla="*/ 1226099988 w 49"/>
              <a:gd name="T59" fmla="*/ 458358470 h 34"/>
              <a:gd name="T60" fmla="*/ 999043686 w 49"/>
              <a:gd name="T61" fmla="*/ 458358470 h 34"/>
              <a:gd name="T62" fmla="*/ 953631078 w 49"/>
              <a:gd name="T63" fmla="*/ 504199733 h 34"/>
              <a:gd name="T64" fmla="*/ 953631078 w 49"/>
              <a:gd name="T65" fmla="*/ 916723710 h 34"/>
              <a:gd name="T66" fmla="*/ 953631078 w 49"/>
              <a:gd name="T67" fmla="*/ 916723710 h 34"/>
              <a:gd name="T68" fmla="*/ 953631078 w 49"/>
              <a:gd name="T69" fmla="*/ 962558203 h 34"/>
              <a:gd name="T70" fmla="*/ 1271512596 w 49"/>
              <a:gd name="T71" fmla="*/ 962558203 h 34"/>
              <a:gd name="T72" fmla="*/ 1316918465 w 49"/>
              <a:gd name="T73" fmla="*/ 916723710 h 34"/>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9" h="34">
                <a:moveTo>
                  <a:pt x="48" y="34"/>
                </a:moveTo>
                <a:cubicBezTo>
                  <a:pt x="29" y="34"/>
                  <a:pt x="29" y="34"/>
                  <a:pt x="29" y="34"/>
                </a:cubicBezTo>
                <a:cubicBezTo>
                  <a:pt x="29" y="34"/>
                  <a:pt x="30" y="34"/>
                  <a:pt x="30" y="34"/>
                </a:cubicBezTo>
                <a:cubicBezTo>
                  <a:pt x="29" y="27"/>
                  <a:pt x="29" y="27"/>
                  <a:pt x="29" y="27"/>
                </a:cubicBezTo>
                <a:cubicBezTo>
                  <a:pt x="29" y="26"/>
                  <a:pt x="29" y="26"/>
                  <a:pt x="28" y="26"/>
                </a:cubicBezTo>
                <a:cubicBezTo>
                  <a:pt x="21" y="26"/>
                  <a:pt x="21" y="26"/>
                  <a:pt x="21" y="26"/>
                </a:cubicBezTo>
                <a:cubicBezTo>
                  <a:pt x="21" y="26"/>
                  <a:pt x="20" y="26"/>
                  <a:pt x="20" y="27"/>
                </a:cubicBezTo>
                <a:cubicBezTo>
                  <a:pt x="20" y="34"/>
                  <a:pt x="20" y="34"/>
                  <a:pt x="20" y="34"/>
                </a:cubicBezTo>
                <a:cubicBezTo>
                  <a:pt x="20" y="34"/>
                  <a:pt x="20" y="34"/>
                  <a:pt x="20" y="34"/>
                </a:cubicBezTo>
                <a:cubicBezTo>
                  <a:pt x="2" y="34"/>
                  <a:pt x="2" y="34"/>
                  <a:pt x="2" y="34"/>
                </a:cubicBezTo>
                <a:cubicBezTo>
                  <a:pt x="1" y="34"/>
                  <a:pt x="0" y="33"/>
                  <a:pt x="0" y="32"/>
                </a:cubicBezTo>
                <a:cubicBezTo>
                  <a:pt x="0" y="31"/>
                  <a:pt x="1" y="30"/>
                  <a:pt x="1" y="29"/>
                </a:cubicBezTo>
                <a:cubicBezTo>
                  <a:pt x="12" y="1"/>
                  <a:pt x="12" y="1"/>
                  <a:pt x="12" y="1"/>
                </a:cubicBezTo>
                <a:cubicBezTo>
                  <a:pt x="13" y="1"/>
                  <a:pt x="13" y="0"/>
                  <a:pt x="14" y="0"/>
                </a:cubicBezTo>
                <a:cubicBezTo>
                  <a:pt x="23" y="0"/>
                  <a:pt x="23" y="0"/>
                  <a:pt x="23" y="0"/>
                </a:cubicBezTo>
                <a:cubicBezTo>
                  <a:pt x="23" y="0"/>
                  <a:pt x="22" y="0"/>
                  <a:pt x="22" y="1"/>
                </a:cubicBezTo>
                <a:cubicBezTo>
                  <a:pt x="22" y="6"/>
                  <a:pt x="22" y="6"/>
                  <a:pt x="22" y="6"/>
                </a:cubicBezTo>
                <a:cubicBezTo>
                  <a:pt x="22" y="7"/>
                  <a:pt x="22" y="7"/>
                  <a:pt x="23" y="7"/>
                </a:cubicBezTo>
                <a:cubicBezTo>
                  <a:pt x="27" y="7"/>
                  <a:pt x="27" y="7"/>
                  <a:pt x="27" y="7"/>
                </a:cubicBezTo>
                <a:cubicBezTo>
                  <a:pt x="27" y="7"/>
                  <a:pt x="28" y="7"/>
                  <a:pt x="28" y="6"/>
                </a:cubicBezTo>
                <a:cubicBezTo>
                  <a:pt x="27" y="1"/>
                  <a:pt x="27" y="1"/>
                  <a:pt x="27" y="1"/>
                </a:cubicBezTo>
                <a:cubicBezTo>
                  <a:pt x="27" y="0"/>
                  <a:pt x="27" y="0"/>
                  <a:pt x="26" y="0"/>
                </a:cubicBezTo>
                <a:cubicBezTo>
                  <a:pt x="36" y="0"/>
                  <a:pt x="36" y="0"/>
                  <a:pt x="36" y="0"/>
                </a:cubicBezTo>
                <a:cubicBezTo>
                  <a:pt x="36" y="0"/>
                  <a:pt x="37" y="1"/>
                  <a:pt x="37" y="1"/>
                </a:cubicBezTo>
                <a:cubicBezTo>
                  <a:pt x="48" y="29"/>
                  <a:pt x="48" y="29"/>
                  <a:pt x="48" y="29"/>
                </a:cubicBezTo>
                <a:cubicBezTo>
                  <a:pt x="49" y="30"/>
                  <a:pt x="49" y="31"/>
                  <a:pt x="49" y="32"/>
                </a:cubicBezTo>
                <a:cubicBezTo>
                  <a:pt x="49" y="33"/>
                  <a:pt x="49" y="34"/>
                  <a:pt x="48" y="34"/>
                </a:cubicBezTo>
                <a:close/>
                <a:moveTo>
                  <a:pt x="29" y="20"/>
                </a:moveTo>
                <a:cubicBezTo>
                  <a:pt x="28" y="11"/>
                  <a:pt x="28" y="11"/>
                  <a:pt x="28" y="11"/>
                </a:cubicBezTo>
                <a:cubicBezTo>
                  <a:pt x="28" y="11"/>
                  <a:pt x="28" y="10"/>
                  <a:pt x="27" y="10"/>
                </a:cubicBezTo>
                <a:cubicBezTo>
                  <a:pt x="22" y="10"/>
                  <a:pt x="22" y="10"/>
                  <a:pt x="22" y="10"/>
                </a:cubicBezTo>
                <a:cubicBezTo>
                  <a:pt x="22" y="10"/>
                  <a:pt x="21" y="11"/>
                  <a:pt x="21" y="11"/>
                </a:cubicBezTo>
                <a:cubicBezTo>
                  <a:pt x="21" y="20"/>
                  <a:pt x="21" y="20"/>
                  <a:pt x="21" y="20"/>
                </a:cubicBezTo>
                <a:cubicBezTo>
                  <a:pt x="21" y="20"/>
                  <a:pt x="21" y="20"/>
                  <a:pt x="21" y="20"/>
                </a:cubicBezTo>
                <a:cubicBezTo>
                  <a:pt x="21" y="20"/>
                  <a:pt x="21" y="21"/>
                  <a:pt x="21" y="21"/>
                </a:cubicBezTo>
                <a:cubicBezTo>
                  <a:pt x="28" y="21"/>
                  <a:pt x="28" y="21"/>
                  <a:pt x="28" y="21"/>
                </a:cubicBezTo>
                <a:cubicBezTo>
                  <a:pt x="28" y="21"/>
                  <a:pt x="29" y="20"/>
                  <a:pt x="29" y="2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1" name="稻壳儿小白白(http://dwz.cn/Wu2UP)"/>
          <p:cNvSpPr>
            <a:spLocks noEditPoints="1"/>
          </p:cNvSpPr>
          <p:nvPr/>
        </p:nvSpPr>
        <p:spPr>
          <a:xfrm>
            <a:off x="5498497" y="4136898"/>
            <a:ext cx="318897" cy="318897"/>
          </a:xfrm>
          <a:custGeom>
            <a:avLst/>
            <a:gdLst>
              <a:gd name="T0" fmla="*/ 1576218215 w 44"/>
              <a:gd name="T1" fmla="*/ 990768419 h 44"/>
              <a:gd name="T2" fmla="*/ 1351044184 w 44"/>
              <a:gd name="T3" fmla="*/ 1215935739 h 44"/>
              <a:gd name="T4" fmla="*/ 1306008036 w 44"/>
              <a:gd name="T5" fmla="*/ 1666283801 h 44"/>
              <a:gd name="T6" fmla="*/ 1306008036 w 44"/>
              <a:gd name="T7" fmla="*/ 1711319949 h 44"/>
              <a:gd name="T8" fmla="*/ 855659974 w 44"/>
              <a:gd name="T9" fmla="*/ 1981530128 h 44"/>
              <a:gd name="T10" fmla="*/ 810623826 w 44"/>
              <a:gd name="T11" fmla="*/ 1981530128 h 44"/>
              <a:gd name="T12" fmla="*/ 810623826 w 44"/>
              <a:gd name="T13" fmla="*/ 1981530128 h 44"/>
              <a:gd name="T14" fmla="*/ 720558240 w 44"/>
              <a:gd name="T15" fmla="*/ 1891457831 h 44"/>
              <a:gd name="T16" fmla="*/ 720558240 w 44"/>
              <a:gd name="T17" fmla="*/ 1846428394 h 44"/>
              <a:gd name="T18" fmla="*/ 810623826 w 44"/>
              <a:gd name="T19" fmla="*/ 1531182066 h 44"/>
              <a:gd name="T20" fmla="*/ 495384210 w 44"/>
              <a:gd name="T21" fmla="*/ 1170906302 h 44"/>
              <a:gd name="T22" fmla="*/ 135101734 w 44"/>
              <a:gd name="T23" fmla="*/ 1306008036 h 44"/>
              <a:gd name="T24" fmla="*/ 135101734 w 44"/>
              <a:gd name="T25" fmla="*/ 1306008036 h 44"/>
              <a:gd name="T26" fmla="*/ 90072297 w 44"/>
              <a:gd name="T27" fmla="*/ 1260971888 h 44"/>
              <a:gd name="T28" fmla="*/ 45036148 w 44"/>
              <a:gd name="T29" fmla="*/ 1215935739 h 44"/>
              <a:gd name="T30" fmla="*/ 0 w 44"/>
              <a:gd name="T31" fmla="*/ 1170906302 h 44"/>
              <a:gd name="T32" fmla="*/ 270210179 w 44"/>
              <a:gd name="T33" fmla="*/ 675522092 h 44"/>
              <a:gd name="T34" fmla="*/ 315246327 w 44"/>
              <a:gd name="T35" fmla="*/ 675522092 h 44"/>
              <a:gd name="T36" fmla="*/ 765594389 w 44"/>
              <a:gd name="T37" fmla="*/ 630485944 h 44"/>
              <a:gd name="T38" fmla="*/ 990768419 w 44"/>
              <a:gd name="T39" fmla="*/ 405311913 h 44"/>
              <a:gd name="T40" fmla="*/ 1936493980 w 44"/>
              <a:gd name="T41" fmla="*/ 0 h 44"/>
              <a:gd name="T42" fmla="*/ 1981530128 w 44"/>
              <a:gd name="T43" fmla="*/ 45036148 h 44"/>
              <a:gd name="T44" fmla="*/ 1576218215 w 44"/>
              <a:gd name="T45" fmla="*/ 990768419 h 44"/>
              <a:gd name="T46" fmla="*/ 1576218215 w 44"/>
              <a:gd name="T47" fmla="*/ 270210179 h 44"/>
              <a:gd name="T48" fmla="*/ 1486145918 w 44"/>
              <a:gd name="T49" fmla="*/ 405311913 h 44"/>
              <a:gd name="T50" fmla="*/ 1576218215 w 44"/>
              <a:gd name="T51" fmla="*/ 495384210 h 44"/>
              <a:gd name="T52" fmla="*/ 1711319949 w 44"/>
              <a:gd name="T53" fmla="*/ 405311913 h 44"/>
              <a:gd name="T54" fmla="*/ 1576218215 w 44"/>
              <a:gd name="T55" fmla="*/ 270210179 h 4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4" h="44">
                <a:moveTo>
                  <a:pt x="35" y="22"/>
                </a:moveTo>
                <a:cubicBezTo>
                  <a:pt x="34" y="24"/>
                  <a:pt x="32" y="25"/>
                  <a:pt x="30" y="27"/>
                </a:cubicBezTo>
                <a:cubicBezTo>
                  <a:pt x="29" y="37"/>
                  <a:pt x="29" y="37"/>
                  <a:pt x="29" y="37"/>
                </a:cubicBezTo>
                <a:cubicBezTo>
                  <a:pt x="29" y="37"/>
                  <a:pt x="29" y="38"/>
                  <a:pt x="29" y="38"/>
                </a:cubicBezTo>
                <a:cubicBezTo>
                  <a:pt x="19" y="44"/>
                  <a:pt x="19" y="44"/>
                  <a:pt x="19" y="44"/>
                </a:cubicBezTo>
                <a:cubicBezTo>
                  <a:pt x="19" y="44"/>
                  <a:pt x="18" y="44"/>
                  <a:pt x="18" y="44"/>
                </a:cubicBezTo>
                <a:cubicBezTo>
                  <a:pt x="18" y="44"/>
                  <a:pt x="18" y="44"/>
                  <a:pt x="18" y="44"/>
                </a:cubicBezTo>
                <a:cubicBezTo>
                  <a:pt x="16" y="42"/>
                  <a:pt x="16" y="42"/>
                  <a:pt x="16" y="42"/>
                </a:cubicBezTo>
                <a:cubicBezTo>
                  <a:pt x="16" y="42"/>
                  <a:pt x="16" y="41"/>
                  <a:pt x="16" y="41"/>
                </a:cubicBezTo>
                <a:cubicBezTo>
                  <a:pt x="18" y="34"/>
                  <a:pt x="18" y="34"/>
                  <a:pt x="18" y="34"/>
                </a:cubicBezTo>
                <a:cubicBezTo>
                  <a:pt x="11" y="26"/>
                  <a:pt x="11" y="26"/>
                  <a:pt x="11" y="26"/>
                </a:cubicBezTo>
                <a:cubicBezTo>
                  <a:pt x="3" y="29"/>
                  <a:pt x="3" y="29"/>
                  <a:pt x="3" y="29"/>
                </a:cubicBezTo>
                <a:cubicBezTo>
                  <a:pt x="3" y="29"/>
                  <a:pt x="3" y="29"/>
                  <a:pt x="3" y="29"/>
                </a:cubicBezTo>
                <a:cubicBezTo>
                  <a:pt x="3" y="29"/>
                  <a:pt x="2" y="28"/>
                  <a:pt x="2" y="28"/>
                </a:cubicBezTo>
                <a:cubicBezTo>
                  <a:pt x="1" y="27"/>
                  <a:pt x="1" y="27"/>
                  <a:pt x="1" y="27"/>
                </a:cubicBezTo>
                <a:cubicBezTo>
                  <a:pt x="0" y="26"/>
                  <a:pt x="0" y="26"/>
                  <a:pt x="0" y="26"/>
                </a:cubicBezTo>
                <a:cubicBezTo>
                  <a:pt x="6" y="15"/>
                  <a:pt x="6" y="15"/>
                  <a:pt x="6" y="15"/>
                </a:cubicBezTo>
                <a:cubicBezTo>
                  <a:pt x="7" y="15"/>
                  <a:pt x="7" y="15"/>
                  <a:pt x="7" y="15"/>
                </a:cubicBezTo>
                <a:cubicBezTo>
                  <a:pt x="17" y="14"/>
                  <a:pt x="17" y="14"/>
                  <a:pt x="17" y="14"/>
                </a:cubicBezTo>
                <a:cubicBezTo>
                  <a:pt x="19" y="12"/>
                  <a:pt x="20" y="11"/>
                  <a:pt x="22" y="9"/>
                </a:cubicBezTo>
                <a:cubicBezTo>
                  <a:pt x="29" y="2"/>
                  <a:pt x="34" y="0"/>
                  <a:pt x="43" y="0"/>
                </a:cubicBezTo>
                <a:cubicBezTo>
                  <a:pt x="44" y="0"/>
                  <a:pt x="44" y="1"/>
                  <a:pt x="44" y="1"/>
                </a:cubicBezTo>
                <a:cubicBezTo>
                  <a:pt x="44" y="10"/>
                  <a:pt x="42" y="16"/>
                  <a:pt x="35" y="22"/>
                </a:cubicBezTo>
                <a:close/>
                <a:moveTo>
                  <a:pt x="35" y="6"/>
                </a:moveTo>
                <a:cubicBezTo>
                  <a:pt x="34" y="6"/>
                  <a:pt x="33" y="7"/>
                  <a:pt x="33" y="9"/>
                </a:cubicBezTo>
                <a:cubicBezTo>
                  <a:pt x="33" y="10"/>
                  <a:pt x="34" y="11"/>
                  <a:pt x="35" y="11"/>
                </a:cubicBezTo>
                <a:cubicBezTo>
                  <a:pt x="37" y="11"/>
                  <a:pt x="38" y="10"/>
                  <a:pt x="38" y="9"/>
                </a:cubicBezTo>
                <a:cubicBezTo>
                  <a:pt x="38" y="7"/>
                  <a:pt x="37" y="6"/>
                  <a:pt x="35" y="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2" name="稻壳儿小白白(http://dwz.cn/Wu2UP)"/>
          <p:cNvSpPr/>
          <p:nvPr/>
        </p:nvSpPr>
        <p:spPr>
          <a:xfrm>
            <a:off x="5507069" y="4675251"/>
            <a:ext cx="296609" cy="296609"/>
          </a:xfrm>
          <a:custGeom>
            <a:avLst/>
            <a:gdLst>
              <a:gd name="T0" fmla="*/ 942262883 w 41"/>
              <a:gd name="T1" fmla="*/ 1839659294 h 41"/>
              <a:gd name="T2" fmla="*/ 224345754 w 41"/>
              <a:gd name="T3" fmla="*/ 1525573899 h 41"/>
              <a:gd name="T4" fmla="*/ 224345754 w 41"/>
              <a:gd name="T5" fmla="*/ 1435834258 h 41"/>
              <a:gd name="T6" fmla="*/ 403825036 w 41"/>
              <a:gd name="T7" fmla="*/ 1301221447 h 41"/>
              <a:gd name="T8" fmla="*/ 403825036 w 41"/>
              <a:gd name="T9" fmla="*/ 1301221447 h 41"/>
              <a:gd name="T10" fmla="*/ 448698206 w 41"/>
              <a:gd name="T11" fmla="*/ 1301221447 h 41"/>
              <a:gd name="T12" fmla="*/ 942262883 w 41"/>
              <a:gd name="T13" fmla="*/ 1525573899 h 41"/>
              <a:gd name="T14" fmla="*/ 1525573899 w 41"/>
              <a:gd name="T15" fmla="*/ 897396411 h 41"/>
              <a:gd name="T16" fmla="*/ 942262883 w 41"/>
              <a:gd name="T17" fmla="*/ 314085395 h 41"/>
              <a:gd name="T18" fmla="*/ 493564677 w 41"/>
              <a:gd name="T19" fmla="*/ 448698206 h 41"/>
              <a:gd name="T20" fmla="*/ 673043959 w 41"/>
              <a:gd name="T21" fmla="*/ 628177488 h 41"/>
              <a:gd name="T22" fmla="*/ 673043959 w 41"/>
              <a:gd name="T23" fmla="*/ 717917129 h 41"/>
              <a:gd name="T24" fmla="*/ 628177488 w 41"/>
              <a:gd name="T25" fmla="*/ 762783600 h 41"/>
              <a:gd name="T26" fmla="*/ 89739641 w 41"/>
              <a:gd name="T27" fmla="*/ 762783600 h 41"/>
              <a:gd name="T28" fmla="*/ 0 w 41"/>
              <a:gd name="T29" fmla="*/ 673043959 h 41"/>
              <a:gd name="T30" fmla="*/ 0 w 41"/>
              <a:gd name="T31" fmla="*/ 134606112 h 41"/>
              <a:gd name="T32" fmla="*/ 44866471 w 41"/>
              <a:gd name="T33" fmla="*/ 89739641 h 41"/>
              <a:gd name="T34" fmla="*/ 134606112 w 41"/>
              <a:gd name="T35" fmla="*/ 89739641 h 41"/>
              <a:gd name="T36" fmla="*/ 314085395 w 41"/>
              <a:gd name="T37" fmla="*/ 269218923 h 41"/>
              <a:gd name="T38" fmla="*/ 942262883 w 41"/>
              <a:gd name="T39" fmla="*/ 0 h 41"/>
              <a:gd name="T40" fmla="*/ 1839659294 w 41"/>
              <a:gd name="T41" fmla="*/ 897396411 h 41"/>
              <a:gd name="T42" fmla="*/ 942262883 w 41"/>
              <a:gd name="T43" fmla="*/ 1839659294 h 4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41">
                <a:moveTo>
                  <a:pt x="21" y="41"/>
                </a:moveTo>
                <a:cubicBezTo>
                  <a:pt x="15" y="41"/>
                  <a:pt x="9" y="38"/>
                  <a:pt x="5" y="34"/>
                </a:cubicBezTo>
                <a:cubicBezTo>
                  <a:pt x="5" y="33"/>
                  <a:pt x="5" y="33"/>
                  <a:pt x="5" y="32"/>
                </a:cubicBezTo>
                <a:cubicBezTo>
                  <a:pt x="9" y="29"/>
                  <a:pt x="9" y="29"/>
                  <a:pt x="9" y="29"/>
                </a:cubicBezTo>
                <a:cubicBezTo>
                  <a:pt x="9" y="29"/>
                  <a:pt x="9" y="29"/>
                  <a:pt x="9" y="29"/>
                </a:cubicBezTo>
                <a:cubicBezTo>
                  <a:pt x="10" y="29"/>
                  <a:pt x="10" y="29"/>
                  <a:pt x="10" y="29"/>
                </a:cubicBezTo>
                <a:cubicBezTo>
                  <a:pt x="13" y="32"/>
                  <a:pt x="16" y="34"/>
                  <a:pt x="21" y="34"/>
                </a:cubicBezTo>
                <a:cubicBezTo>
                  <a:pt x="28" y="34"/>
                  <a:pt x="34" y="28"/>
                  <a:pt x="34" y="20"/>
                </a:cubicBezTo>
                <a:cubicBezTo>
                  <a:pt x="34" y="13"/>
                  <a:pt x="28" y="7"/>
                  <a:pt x="21" y="7"/>
                </a:cubicBezTo>
                <a:cubicBezTo>
                  <a:pt x="17" y="7"/>
                  <a:pt x="14" y="8"/>
                  <a:pt x="11" y="10"/>
                </a:cubicBezTo>
                <a:cubicBezTo>
                  <a:pt x="15" y="14"/>
                  <a:pt x="15" y="14"/>
                  <a:pt x="15" y="14"/>
                </a:cubicBezTo>
                <a:cubicBezTo>
                  <a:pt x="16" y="15"/>
                  <a:pt x="16" y="15"/>
                  <a:pt x="15" y="16"/>
                </a:cubicBezTo>
                <a:cubicBezTo>
                  <a:pt x="15" y="17"/>
                  <a:pt x="15" y="17"/>
                  <a:pt x="14" y="17"/>
                </a:cubicBezTo>
                <a:cubicBezTo>
                  <a:pt x="2" y="17"/>
                  <a:pt x="2" y="17"/>
                  <a:pt x="2" y="17"/>
                </a:cubicBezTo>
                <a:cubicBezTo>
                  <a:pt x="1" y="17"/>
                  <a:pt x="0" y="16"/>
                  <a:pt x="0" y="15"/>
                </a:cubicBezTo>
                <a:cubicBezTo>
                  <a:pt x="0" y="3"/>
                  <a:pt x="0" y="3"/>
                  <a:pt x="0" y="3"/>
                </a:cubicBezTo>
                <a:cubicBezTo>
                  <a:pt x="0" y="3"/>
                  <a:pt x="1" y="2"/>
                  <a:pt x="1" y="2"/>
                </a:cubicBezTo>
                <a:cubicBezTo>
                  <a:pt x="2" y="1"/>
                  <a:pt x="3" y="2"/>
                  <a:pt x="3" y="2"/>
                </a:cubicBezTo>
                <a:cubicBezTo>
                  <a:pt x="7" y="6"/>
                  <a:pt x="7" y="6"/>
                  <a:pt x="7" y="6"/>
                </a:cubicBezTo>
                <a:cubicBezTo>
                  <a:pt x="10" y="2"/>
                  <a:pt x="15" y="0"/>
                  <a:pt x="21" y="0"/>
                </a:cubicBezTo>
                <a:cubicBezTo>
                  <a:pt x="32" y="0"/>
                  <a:pt x="41" y="9"/>
                  <a:pt x="41" y="20"/>
                </a:cubicBezTo>
                <a:cubicBezTo>
                  <a:pt x="41" y="32"/>
                  <a:pt x="32" y="41"/>
                  <a:pt x="21"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3" name="稻壳儿小白白(http://dwz.cn/Wu2UP)"/>
          <p:cNvSpPr/>
          <p:nvPr/>
        </p:nvSpPr>
        <p:spPr>
          <a:xfrm>
            <a:off x="5507069" y="5203317"/>
            <a:ext cx="296609" cy="303467"/>
          </a:xfrm>
          <a:custGeom>
            <a:avLst/>
            <a:gdLst>
              <a:gd name="T0" fmla="*/ 1839659294 w 41"/>
              <a:gd name="T1" fmla="*/ 716138059 h 42"/>
              <a:gd name="T2" fmla="*/ 1794792822 w 41"/>
              <a:gd name="T3" fmla="*/ 805652808 h 42"/>
              <a:gd name="T4" fmla="*/ 1256354976 w 41"/>
              <a:gd name="T5" fmla="*/ 805652808 h 42"/>
              <a:gd name="T6" fmla="*/ 1166615335 w 41"/>
              <a:gd name="T7" fmla="*/ 760895433 h 42"/>
              <a:gd name="T8" fmla="*/ 1166615335 w 41"/>
              <a:gd name="T9" fmla="*/ 671380685 h 42"/>
              <a:gd name="T10" fmla="*/ 1346094617 w 41"/>
              <a:gd name="T11" fmla="*/ 492344498 h 42"/>
              <a:gd name="T12" fmla="*/ 942262883 w 41"/>
              <a:gd name="T13" fmla="*/ 313308310 h 42"/>
              <a:gd name="T14" fmla="*/ 314085395 w 41"/>
              <a:gd name="T15" fmla="*/ 939931621 h 42"/>
              <a:gd name="T16" fmla="*/ 942262883 w 41"/>
              <a:gd name="T17" fmla="*/ 1566554931 h 42"/>
              <a:gd name="T18" fmla="*/ 1435834258 w 41"/>
              <a:gd name="T19" fmla="*/ 1298003995 h 42"/>
              <a:gd name="T20" fmla="*/ 1435834258 w 41"/>
              <a:gd name="T21" fmla="*/ 1298003995 h 42"/>
              <a:gd name="T22" fmla="*/ 1480700729 w 41"/>
              <a:gd name="T23" fmla="*/ 1298003995 h 42"/>
              <a:gd name="T24" fmla="*/ 1660180012 w 41"/>
              <a:gd name="T25" fmla="*/ 1477033493 h 42"/>
              <a:gd name="T26" fmla="*/ 1660180012 w 41"/>
              <a:gd name="T27" fmla="*/ 1521790867 h 42"/>
              <a:gd name="T28" fmla="*/ 942262883 w 41"/>
              <a:gd name="T29" fmla="*/ 1879863242 h 42"/>
              <a:gd name="T30" fmla="*/ 0 w 41"/>
              <a:gd name="T31" fmla="*/ 939931621 h 42"/>
              <a:gd name="T32" fmla="*/ 942262883 w 41"/>
              <a:gd name="T33" fmla="*/ 0 h 42"/>
              <a:gd name="T34" fmla="*/ 1570440370 w 41"/>
              <a:gd name="T35" fmla="*/ 268550936 h 42"/>
              <a:gd name="T36" fmla="*/ 1705053181 w 41"/>
              <a:gd name="T37" fmla="*/ 134278813 h 42"/>
              <a:gd name="T38" fmla="*/ 1794792822 w 41"/>
              <a:gd name="T39" fmla="*/ 89514749 h 42"/>
              <a:gd name="T40" fmla="*/ 1839659294 w 41"/>
              <a:gd name="T41" fmla="*/ 179036187 h 42"/>
              <a:gd name="T42" fmla="*/ 1839659294 w 41"/>
              <a:gd name="T43" fmla="*/ 716138059 h 42"/>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42">
                <a:moveTo>
                  <a:pt x="41" y="16"/>
                </a:moveTo>
                <a:cubicBezTo>
                  <a:pt x="41" y="17"/>
                  <a:pt x="41" y="18"/>
                  <a:pt x="40" y="18"/>
                </a:cubicBezTo>
                <a:cubicBezTo>
                  <a:pt x="28" y="18"/>
                  <a:pt x="28" y="18"/>
                  <a:pt x="28" y="18"/>
                </a:cubicBezTo>
                <a:cubicBezTo>
                  <a:pt x="27" y="18"/>
                  <a:pt x="26" y="17"/>
                  <a:pt x="26" y="17"/>
                </a:cubicBezTo>
                <a:cubicBezTo>
                  <a:pt x="26" y="16"/>
                  <a:pt x="26" y="15"/>
                  <a:pt x="26" y="15"/>
                </a:cubicBezTo>
                <a:cubicBezTo>
                  <a:pt x="30" y="11"/>
                  <a:pt x="30" y="11"/>
                  <a:pt x="30" y="11"/>
                </a:cubicBezTo>
                <a:cubicBezTo>
                  <a:pt x="28" y="9"/>
                  <a:pt x="24" y="7"/>
                  <a:pt x="21" y="7"/>
                </a:cubicBezTo>
                <a:cubicBezTo>
                  <a:pt x="13" y="7"/>
                  <a:pt x="7" y="13"/>
                  <a:pt x="7" y="21"/>
                </a:cubicBezTo>
                <a:cubicBezTo>
                  <a:pt x="7" y="29"/>
                  <a:pt x="13" y="35"/>
                  <a:pt x="21" y="35"/>
                </a:cubicBezTo>
                <a:cubicBezTo>
                  <a:pt x="25" y="35"/>
                  <a:pt x="29" y="33"/>
                  <a:pt x="32" y="29"/>
                </a:cubicBezTo>
                <a:cubicBezTo>
                  <a:pt x="32" y="29"/>
                  <a:pt x="32" y="29"/>
                  <a:pt x="32" y="29"/>
                </a:cubicBezTo>
                <a:cubicBezTo>
                  <a:pt x="32" y="29"/>
                  <a:pt x="33" y="29"/>
                  <a:pt x="33" y="29"/>
                </a:cubicBezTo>
                <a:cubicBezTo>
                  <a:pt x="37" y="33"/>
                  <a:pt x="37" y="33"/>
                  <a:pt x="37" y="33"/>
                </a:cubicBezTo>
                <a:cubicBezTo>
                  <a:pt x="37" y="33"/>
                  <a:pt x="37" y="34"/>
                  <a:pt x="37" y="34"/>
                </a:cubicBezTo>
                <a:cubicBezTo>
                  <a:pt x="33" y="39"/>
                  <a:pt x="27" y="42"/>
                  <a:pt x="21" y="42"/>
                </a:cubicBezTo>
                <a:cubicBezTo>
                  <a:pt x="9" y="42"/>
                  <a:pt x="0" y="32"/>
                  <a:pt x="0" y="21"/>
                </a:cubicBezTo>
                <a:cubicBezTo>
                  <a:pt x="0" y="10"/>
                  <a:pt x="9" y="0"/>
                  <a:pt x="21" y="0"/>
                </a:cubicBezTo>
                <a:cubicBezTo>
                  <a:pt x="26" y="0"/>
                  <a:pt x="31" y="3"/>
                  <a:pt x="35" y="6"/>
                </a:cubicBezTo>
                <a:cubicBezTo>
                  <a:pt x="38" y="3"/>
                  <a:pt x="38" y="3"/>
                  <a:pt x="38" y="3"/>
                </a:cubicBezTo>
                <a:cubicBezTo>
                  <a:pt x="39" y="2"/>
                  <a:pt x="40" y="2"/>
                  <a:pt x="40" y="2"/>
                </a:cubicBezTo>
                <a:cubicBezTo>
                  <a:pt x="41" y="3"/>
                  <a:pt x="41" y="3"/>
                  <a:pt x="41" y="4"/>
                </a:cubicBezTo>
                <a:lnTo>
                  <a:pt x="41" y="1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4" name="稻壳儿小白白(http://dwz.cn/Wu2UP)"/>
          <p:cNvSpPr>
            <a:spLocks noEditPoints="1"/>
          </p:cNvSpPr>
          <p:nvPr/>
        </p:nvSpPr>
        <p:spPr>
          <a:xfrm>
            <a:off x="5534501" y="5739956"/>
            <a:ext cx="248603" cy="274320"/>
          </a:xfrm>
          <a:custGeom>
            <a:avLst/>
            <a:gdLst>
              <a:gd name="T0" fmla="*/ 1008392696 w 34"/>
              <a:gd name="T1" fmla="*/ 1027610474 h 38"/>
              <a:gd name="T2" fmla="*/ 595868719 w 34"/>
              <a:gd name="T3" fmla="*/ 1027610474 h 38"/>
              <a:gd name="T4" fmla="*/ 595868719 w 34"/>
              <a:gd name="T5" fmla="*/ 1206326211 h 38"/>
              <a:gd name="T6" fmla="*/ 1191737438 w 34"/>
              <a:gd name="T7" fmla="*/ 1206326211 h 38"/>
              <a:gd name="T8" fmla="*/ 1237571931 w 34"/>
              <a:gd name="T9" fmla="*/ 1251003474 h 38"/>
              <a:gd name="T10" fmla="*/ 1237571931 w 34"/>
              <a:gd name="T11" fmla="*/ 1385041947 h 38"/>
              <a:gd name="T12" fmla="*/ 1191737438 w 34"/>
              <a:gd name="T13" fmla="*/ 1429719211 h 38"/>
              <a:gd name="T14" fmla="*/ 595868719 w 34"/>
              <a:gd name="T15" fmla="*/ 1429719211 h 38"/>
              <a:gd name="T16" fmla="*/ 595868719 w 34"/>
              <a:gd name="T17" fmla="*/ 1653112211 h 38"/>
              <a:gd name="T18" fmla="*/ 550034226 w 34"/>
              <a:gd name="T19" fmla="*/ 1697789474 h 38"/>
              <a:gd name="T20" fmla="*/ 320854991 w 34"/>
              <a:gd name="T21" fmla="*/ 1697789474 h 38"/>
              <a:gd name="T22" fmla="*/ 275013728 w 34"/>
              <a:gd name="T23" fmla="*/ 1653112211 h 38"/>
              <a:gd name="T24" fmla="*/ 275013728 w 34"/>
              <a:gd name="T25" fmla="*/ 1429719211 h 38"/>
              <a:gd name="T26" fmla="*/ 0 w 34"/>
              <a:gd name="T27" fmla="*/ 1429719211 h 38"/>
              <a:gd name="T28" fmla="*/ 0 w 34"/>
              <a:gd name="T29" fmla="*/ 1385041947 h 38"/>
              <a:gd name="T30" fmla="*/ 0 w 34"/>
              <a:gd name="T31" fmla="*/ 1251003474 h 38"/>
              <a:gd name="T32" fmla="*/ 0 w 34"/>
              <a:gd name="T33" fmla="*/ 1206326211 h 38"/>
              <a:gd name="T34" fmla="*/ 275013728 w 34"/>
              <a:gd name="T35" fmla="*/ 1206326211 h 38"/>
              <a:gd name="T36" fmla="*/ 275013728 w 34"/>
              <a:gd name="T37" fmla="*/ 1027610474 h 38"/>
              <a:gd name="T38" fmla="*/ 0 w 34"/>
              <a:gd name="T39" fmla="*/ 1027610474 h 38"/>
              <a:gd name="T40" fmla="*/ 0 w 34"/>
              <a:gd name="T41" fmla="*/ 1027610474 h 38"/>
              <a:gd name="T42" fmla="*/ 0 w 34"/>
              <a:gd name="T43" fmla="*/ 848894737 h 38"/>
              <a:gd name="T44" fmla="*/ 0 w 34"/>
              <a:gd name="T45" fmla="*/ 804217474 h 38"/>
              <a:gd name="T46" fmla="*/ 275013728 w 34"/>
              <a:gd name="T47" fmla="*/ 804217474 h 38"/>
              <a:gd name="T48" fmla="*/ 275013728 w 34"/>
              <a:gd name="T49" fmla="*/ 44677263 h 38"/>
              <a:gd name="T50" fmla="*/ 320854991 w 34"/>
              <a:gd name="T51" fmla="*/ 0 h 38"/>
              <a:gd name="T52" fmla="*/ 1008392696 w 34"/>
              <a:gd name="T53" fmla="*/ 0 h 38"/>
              <a:gd name="T54" fmla="*/ 1558426922 w 34"/>
              <a:gd name="T55" fmla="*/ 536147211 h 38"/>
              <a:gd name="T56" fmla="*/ 1008392696 w 34"/>
              <a:gd name="T57" fmla="*/ 1027610474 h 38"/>
              <a:gd name="T58" fmla="*/ 962558203 w 34"/>
              <a:gd name="T59" fmla="*/ 268070263 h 38"/>
              <a:gd name="T60" fmla="*/ 595868719 w 34"/>
              <a:gd name="T61" fmla="*/ 268070263 h 38"/>
              <a:gd name="T62" fmla="*/ 595868719 w 34"/>
              <a:gd name="T63" fmla="*/ 804217474 h 38"/>
              <a:gd name="T64" fmla="*/ 962558203 w 34"/>
              <a:gd name="T65" fmla="*/ 804217474 h 38"/>
              <a:gd name="T66" fmla="*/ 1283413194 w 34"/>
              <a:gd name="T67" fmla="*/ 536147211 h 38"/>
              <a:gd name="T68" fmla="*/ 962558203 w 34"/>
              <a:gd name="T69" fmla="*/ 268070263 h 3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34" h="38">
                <a:moveTo>
                  <a:pt x="22" y="23"/>
                </a:moveTo>
                <a:cubicBezTo>
                  <a:pt x="13" y="23"/>
                  <a:pt x="13" y="23"/>
                  <a:pt x="13" y="23"/>
                </a:cubicBezTo>
                <a:cubicBezTo>
                  <a:pt x="13" y="27"/>
                  <a:pt x="13" y="27"/>
                  <a:pt x="13" y="27"/>
                </a:cubicBezTo>
                <a:cubicBezTo>
                  <a:pt x="26" y="27"/>
                  <a:pt x="26" y="27"/>
                  <a:pt x="26" y="27"/>
                </a:cubicBezTo>
                <a:cubicBezTo>
                  <a:pt x="27" y="27"/>
                  <a:pt x="27" y="27"/>
                  <a:pt x="27" y="28"/>
                </a:cubicBezTo>
                <a:cubicBezTo>
                  <a:pt x="27" y="31"/>
                  <a:pt x="27" y="31"/>
                  <a:pt x="27" y="31"/>
                </a:cubicBezTo>
                <a:cubicBezTo>
                  <a:pt x="27" y="31"/>
                  <a:pt x="27" y="32"/>
                  <a:pt x="26" y="32"/>
                </a:cubicBezTo>
                <a:cubicBezTo>
                  <a:pt x="13" y="32"/>
                  <a:pt x="13" y="32"/>
                  <a:pt x="13" y="32"/>
                </a:cubicBezTo>
                <a:cubicBezTo>
                  <a:pt x="13" y="37"/>
                  <a:pt x="13" y="37"/>
                  <a:pt x="13" y="37"/>
                </a:cubicBezTo>
                <a:cubicBezTo>
                  <a:pt x="13" y="37"/>
                  <a:pt x="12" y="38"/>
                  <a:pt x="12" y="38"/>
                </a:cubicBezTo>
                <a:cubicBezTo>
                  <a:pt x="7" y="38"/>
                  <a:pt x="7" y="38"/>
                  <a:pt x="7" y="38"/>
                </a:cubicBezTo>
                <a:cubicBezTo>
                  <a:pt x="7" y="38"/>
                  <a:pt x="6" y="37"/>
                  <a:pt x="6" y="37"/>
                </a:cubicBezTo>
                <a:cubicBezTo>
                  <a:pt x="6" y="32"/>
                  <a:pt x="6" y="32"/>
                  <a:pt x="6" y="32"/>
                </a:cubicBezTo>
                <a:cubicBezTo>
                  <a:pt x="0" y="32"/>
                  <a:pt x="0" y="32"/>
                  <a:pt x="0" y="32"/>
                </a:cubicBezTo>
                <a:cubicBezTo>
                  <a:pt x="0" y="32"/>
                  <a:pt x="0" y="31"/>
                  <a:pt x="0" y="31"/>
                </a:cubicBezTo>
                <a:cubicBezTo>
                  <a:pt x="0" y="28"/>
                  <a:pt x="0" y="28"/>
                  <a:pt x="0" y="28"/>
                </a:cubicBezTo>
                <a:cubicBezTo>
                  <a:pt x="0" y="27"/>
                  <a:pt x="0" y="27"/>
                  <a:pt x="0" y="27"/>
                </a:cubicBezTo>
                <a:cubicBezTo>
                  <a:pt x="6" y="27"/>
                  <a:pt x="6" y="27"/>
                  <a:pt x="6" y="27"/>
                </a:cubicBezTo>
                <a:cubicBezTo>
                  <a:pt x="6" y="23"/>
                  <a:pt x="6" y="23"/>
                  <a:pt x="6" y="23"/>
                </a:cubicBezTo>
                <a:cubicBezTo>
                  <a:pt x="0" y="23"/>
                  <a:pt x="0" y="23"/>
                  <a:pt x="0" y="23"/>
                </a:cubicBezTo>
                <a:cubicBezTo>
                  <a:pt x="0" y="23"/>
                  <a:pt x="0" y="23"/>
                  <a:pt x="0" y="23"/>
                </a:cubicBezTo>
                <a:cubicBezTo>
                  <a:pt x="0" y="19"/>
                  <a:pt x="0" y="19"/>
                  <a:pt x="0" y="19"/>
                </a:cubicBezTo>
                <a:cubicBezTo>
                  <a:pt x="0" y="18"/>
                  <a:pt x="0" y="18"/>
                  <a:pt x="0" y="18"/>
                </a:cubicBezTo>
                <a:cubicBezTo>
                  <a:pt x="6" y="18"/>
                  <a:pt x="6" y="18"/>
                  <a:pt x="6" y="18"/>
                </a:cubicBezTo>
                <a:cubicBezTo>
                  <a:pt x="6" y="1"/>
                  <a:pt x="6" y="1"/>
                  <a:pt x="6" y="1"/>
                </a:cubicBezTo>
                <a:cubicBezTo>
                  <a:pt x="6" y="0"/>
                  <a:pt x="7" y="0"/>
                  <a:pt x="7" y="0"/>
                </a:cubicBezTo>
                <a:cubicBezTo>
                  <a:pt x="22" y="0"/>
                  <a:pt x="22" y="0"/>
                  <a:pt x="22" y="0"/>
                </a:cubicBezTo>
                <a:cubicBezTo>
                  <a:pt x="29" y="0"/>
                  <a:pt x="34" y="5"/>
                  <a:pt x="34" y="12"/>
                </a:cubicBezTo>
                <a:cubicBezTo>
                  <a:pt x="34" y="19"/>
                  <a:pt x="29" y="23"/>
                  <a:pt x="22" y="23"/>
                </a:cubicBezTo>
                <a:close/>
                <a:moveTo>
                  <a:pt x="21" y="6"/>
                </a:moveTo>
                <a:cubicBezTo>
                  <a:pt x="13" y="6"/>
                  <a:pt x="13" y="6"/>
                  <a:pt x="13" y="6"/>
                </a:cubicBezTo>
                <a:cubicBezTo>
                  <a:pt x="13" y="18"/>
                  <a:pt x="13" y="18"/>
                  <a:pt x="13" y="18"/>
                </a:cubicBezTo>
                <a:cubicBezTo>
                  <a:pt x="21" y="18"/>
                  <a:pt x="21" y="18"/>
                  <a:pt x="21" y="18"/>
                </a:cubicBezTo>
                <a:cubicBezTo>
                  <a:pt x="25" y="18"/>
                  <a:pt x="28" y="15"/>
                  <a:pt x="28" y="12"/>
                </a:cubicBezTo>
                <a:cubicBezTo>
                  <a:pt x="28" y="8"/>
                  <a:pt x="25" y="6"/>
                  <a:pt x="21" y="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5" name="稻壳儿小白白(http://dwz.cn/Wu2UP)"/>
          <p:cNvSpPr>
            <a:spLocks noEditPoints="1"/>
          </p:cNvSpPr>
          <p:nvPr/>
        </p:nvSpPr>
        <p:spPr>
          <a:xfrm>
            <a:off x="6383179" y="1448562"/>
            <a:ext cx="346329" cy="349758"/>
          </a:xfrm>
          <a:custGeom>
            <a:avLst/>
            <a:gdLst>
              <a:gd name="T0" fmla="*/ 2142342826 w 48"/>
              <a:gd name="T1" fmla="*/ 91042331 h 48"/>
              <a:gd name="T2" fmla="*/ 1829918526 w 48"/>
              <a:gd name="T3" fmla="*/ 1957376388 h 48"/>
              <a:gd name="T4" fmla="*/ 1829918526 w 48"/>
              <a:gd name="T5" fmla="*/ 2002897553 h 48"/>
              <a:gd name="T6" fmla="*/ 1785284574 w 48"/>
              <a:gd name="T7" fmla="*/ 2002897553 h 48"/>
              <a:gd name="T8" fmla="*/ 1740650623 w 48"/>
              <a:gd name="T9" fmla="*/ 2002897553 h 48"/>
              <a:gd name="T10" fmla="*/ 1115802024 w 48"/>
              <a:gd name="T11" fmla="*/ 1775291725 h 48"/>
              <a:gd name="T12" fmla="*/ 758743773 w 48"/>
              <a:gd name="T13" fmla="*/ 2139454303 h 48"/>
              <a:gd name="T14" fmla="*/ 714116502 w 48"/>
              <a:gd name="T15" fmla="*/ 2147483646 h 48"/>
              <a:gd name="T16" fmla="*/ 669482551 w 48"/>
              <a:gd name="T17" fmla="*/ 2147483646 h 48"/>
              <a:gd name="T18" fmla="*/ 624848599 w 48"/>
              <a:gd name="T19" fmla="*/ 2093933138 h 48"/>
              <a:gd name="T20" fmla="*/ 624848599 w 48"/>
              <a:gd name="T21" fmla="*/ 1547692644 h 48"/>
              <a:gd name="T22" fmla="*/ 44633952 w 48"/>
              <a:gd name="T23" fmla="*/ 1320086816 h 48"/>
              <a:gd name="T24" fmla="*/ 0 w 48"/>
              <a:gd name="T25" fmla="*/ 1229051231 h 48"/>
              <a:gd name="T26" fmla="*/ 44633952 w 48"/>
              <a:gd name="T27" fmla="*/ 1183530066 h 48"/>
              <a:gd name="T28" fmla="*/ 2053081603 w 48"/>
              <a:gd name="T29" fmla="*/ 0 h 48"/>
              <a:gd name="T30" fmla="*/ 2142342826 w 48"/>
              <a:gd name="T31" fmla="*/ 0 h 48"/>
              <a:gd name="T32" fmla="*/ 2142342826 w 48"/>
              <a:gd name="T33" fmla="*/ 91042331 h 48"/>
              <a:gd name="T34" fmla="*/ 1963813700 w 48"/>
              <a:gd name="T35" fmla="*/ 227599081 h 48"/>
              <a:gd name="T36" fmla="*/ 267790348 w 48"/>
              <a:gd name="T37" fmla="*/ 1229051231 h 48"/>
              <a:gd name="T38" fmla="*/ 669482551 w 48"/>
              <a:gd name="T39" fmla="*/ 1411129147 h 48"/>
              <a:gd name="T40" fmla="*/ 1696023352 w 48"/>
              <a:gd name="T41" fmla="*/ 637282825 h 48"/>
              <a:gd name="T42" fmla="*/ 1115802024 w 48"/>
              <a:gd name="T43" fmla="*/ 1593213809 h 48"/>
              <a:gd name="T44" fmla="*/ 1696023352 w 48"/>
              <a:gd name="T45" fmla="*/ 1820812891 h 48"/>
              <a:gd name="T46" fmla="*/ 1963813700 w 48"/>
              <a:gd name="T47" fmla="*/ 227599081 h 4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48" h="48">
                <a:moveTo>
                  <a:pt x="48" y="2"/>
                </a:moveTo>
                <a:cubicBezTo>
                  <a:pt x="41" y="43"/>
                  <a:pt x="41" y="43"/>
                  <a:pt x="41" y="43"/>
                </a:cubicBezTo>
                <a:cubicBezTo>
                  <a:pt x="41" y="44"/>
                  <a:pt x="41" y="44"/>
                  <a:pt x="41" y="44"/>
                </a:cubicBezTo>
                <a:cubicBezTo>
                  <a:pt x="40" y="44"/>
                  <a:pt x="40" y="44"/>
                  <a:pt x="40" y="44"/>
                </a:cubicBezTo>
                <a:cubicBezTo>
                  <a:pt x="40" y="44"/>
                  <a:pt x="39" y="44"/>
                  <a:pt x="39" y="44"/>
                </a:cubicBezTo>
                <a:cubicBezTo>
                  <a:pt x="25" y="39"/>
                  <a:pt x="25" y="39"/>
                  <a:pt x="25" y="39"/>
                </a:cubicBezTo>
                <a:cubicBezTo>
                  <a:pt x="17" y="47"/>
                  <a:pt x="17" y="47"/>
                  <a:pt x="17" y="47"/>
                </a:cubicBezTo>
                <a:cubicBezTo>
                  <a:pt x="17" y="48"/>
                  <a:pt x="16" y="48"/>
                  <a:pt x="16" y="48"/>
                </a:cubicBezTo>
                <a:cubicBezTo>
                  <a:pt x="16" y="48"/>
                  <a:pt x="15" y="48"/>
                  <a:pt x="15" y="48"/>
                </a:cubicBezTo>
                <a:cubicBezTo>
                  <a:pt x="14" y="47"/>
                  <a:pt x="14" y="47"/>
                  <a:pt x="14" y="46"/>
                </a:cubicBezTo>
                <a:cubicBezTo>
                  <a:pt x="14" y="34"/>
                  <a:pt x="14" y="34"/>
                  <a:pt x="14" y="34"/>
                </a:cubicBezTo>
                <a:cubicBezTo>
                  <a:pt x="1" y="29"/>
                  <a:pt x="1" y="29"/>
                  <a:pt x="1" y="29"/>
                </a:cubicBezTo>
                <a:cubicBezTo>
                  <a:pt x="1" y="29"/>
                  <a:pt x="0" y="28"/>
                  <a:pt x="0" y="27"/>
                </a:cubicBezTo>
                <a:cubicBezTo>
                  <a:pt x="0" y="27"/>
                  <a:pt x="1" y="26"/>
                  <a:pt x="1" y="26"/>
                </a:cubicBezTo>
                <a:cubicBezTo>
                  <a:pt x="46" y="0"/>
                  <a:pt x="46" y="0"/>
                  <a:pt x="46" y="0"/>
                </a:cubicBezTo>
                <a:cubicBezTo>
                  <a:pt x="46" y="0"/>
                  <a:pt x="47" y="0"/>
                  <a:pt x="48" y="0"/>
                </a:cubicBezTo>
                <a:cubicBezTo>
                  <a:pt x="48" y="1"/>
                  <a:pt x="48" y="1"/>
                  <a:pt x="48" y="2"/>
                </a:cubicBezTo>
                <a:close/>
                <a:moveTo>
                  <a:pt x="44" y="5"/>
                </a:moveTo>
                <a:cubicBezTo>
                  <a:pt x="6" y="27"/>
                  <a:pt x="6" y="27"/>
                  <a:pt x="6" y="27"/>
                </a:cubicBezTo>
                <a:cubicBezTo>
                  <a:pt x="15" y="31"/>
                  <a:pt x="15" y="31"/>
                  <a:pt x="15" y="31"/>
                </a:cubicBezTo>
                <a:cubicBezTo>
                  <a:pt x="38" y="14"/>
                  <a:pt x="38" y="14"/>
                  <a:pt x="38" y="14"/>
                </a:cubicBezTo>
                <a:cubicBezTo>
                  <a:pt x="25" y="35"/>
                  <a:pt x="25" y="35"/>
                  <a:pt x="25" y="35"/>
                </a:cubicBezTo>
                <a:cubicBezTo>
                  <a:pt x="38" y="40"/>
                  <a:pt x="38" y="40"/>
                  <a:pt x="38" y="40"/>
                </a:cubicBezTo>
                <a:lnTo>
                  <a:pt x="44" y="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6" name="稻壳儿小白白(http://dwz.cn/Wu2UP)"/>
          <p:cNvSpPr/>
          <p:nvPr/>
        </p:nvSpPr>
        <p:spPr>
          <a:xfrm>
            <a:off x="6383179" y="1993773"/>
            <a:ext cx="346329" cy="312039"/>
          </a:xfrm>
          <a:custGeom>
            <a:avLst/>
            <a:gdLst>
              <a:gd name="T0" fmla="*/ 2142342826 w 48"/>
              <a:gd name="T1" fmla="*/ 767505745 h 43"/>
              <a:gd name="T2" fmla="*/ 1517494227 w 48"/>
              <a:gd name="T3" fmla="*/ 1399572858 h 43"/>
              <a:gd name="T4" fmla="*/ 1472860275 w 48"/>
              <a:gd name="T5" fmla="*/ 1399572858 h 43"/>
              <a:gd name="T6" fmla="*/ 1383599053 w 48"/>
              <a:gd name="T7" fmla="*/ 1309273716 h 43"/>
              <a:gd name="T8" fmla="*/ 1383599053 w 48"/>
              <a:gd name="T9" fmla="*/ 993243520 h 43"/>
              <a:gd name="T10" fmla="*/ 1115802024 w 48"/>
              <a:gd name="T11" fmla="*/ 993243520 h 43"/>
              <a:gd name="T12" fmla="*/ 267790348 w 48"/>
              <a:gd name="T13" fmla="*/ 1670456843 h 43"/>
              <a:gd name="T14" fmla="*/ 267790348 w 48"/>
              <a:gd name="T15" fmla="*/ 1851048406 h 43"/>
              <a:gd name="T16" fmla="*/ 267790348 w 48"/>
              <a:gd name="T17" fmla="*/ 1896194617 h 43"/>
              <a:gd name="T18" fmla="*/ 223163077 w 48"/>
              <a:gd name="T19" fmla="*/ 1941340828 h 43"/>
              <a:gd name="T20" fmla="*/ 223163077 w 48"/>
              <a:gd name="T21" fmla="*/ 1941340828 h 43"/>
              <a:gd name="T22" fmla="*/ 178529126 w 48"/>
              <a:gd name="T23" fmla="*/ 1851048406 h 43"/>
              <a:gd name="T24" fmla="*/ 0 w 48"/>
              <a:gd name="T25" fmla="*/ 1264127505 h 43"/>
              <a:gd name="T26" fmla="*/ 89261222 w 48"/>
              <a:gd name="T27" fmla="*/ 902951098 h 43"/>
              <a:gd name="T28" fmla="*/ 1115802024 w 48"/>
              <a:gd name="T29" fmla="*/ 406329338 h 43"/>
              <a:gd name="T30" fmla="*/ 1383599053 w 48"/>
              <a:gd name="T31" fmla="*/ 406329338 h 43"/>
              <a:gd name="T32" fmla="*/ 1383599053 w 48"/>
              <a:gd name="T33" fmla="*/ 90292422 h 43"/>
              <a:gd name="T34" fmla="*/ 1472860275 w 48"/>
              <a:gd name="T35" fmla="*/ 0 h 43"/>
              <a:gd name="T36" fmla="*/ 1517494227 w 48"/>
              <a:gd name="T37" fmla="*/ 45146211 h 43"/>
              <a:gd name="T38" fmla="*/ 2142342826 w 48"/>
              <a:gd name="T39" fmla="*/ 632067112 h 43"/>
              <a:gd name="T40" fmla="*/ 2142342826 w 48"/>
              <a:gd name="T41" fmla="*/ 722359534 h 43"/>
              <a:gd name="T42" fmla="*/ 2142342826 w 48"/>
              <a:gd name="T43" fmla="*/ 767505745 h 4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8" h="43">
                <a:moveTo>
                  <a:pt x="48" y="17"/>
                </a:moveTo>
                <a:cubicBezTo>
                  <a:pt x="34" y="31"/>
                  <a:pt x="34" y="31"/>
                  <a:pt x="34" y="31"/>
                </a:cubicBezTo>
                <a:cubicBezTo>
                  <a:pt x="34" y="31"/>
                  <a:pt x="33" y="31"/>
                  <a:pt x="33" y="31"/>
                </a:cubicBezTo>
                <a:cubicBezTo>
                  <a:pt x="32" y="31"/>
                  <a:pt x="31" y="30"/>
                  <a:pt x="31" y="29"/>
                </a:cubicBezTo>
                <a:cubicBezTo>
                  <a:pt x="31" y="22"/>
                  <a:pt x="31" y="22"/>
                  <a:pt x="31" y="22"/>
                </a:cubicBezTo>
                <a:cubicBezTo>
                  <a:pt x="25" y="22"/>
                  <a:pt x="25" y="22"/>
                  <a:pt x="25" y="22"/>
                </a:cubicBezTo>
                <a:cubicBezTo>
                  <a:pt x="14" y="22"/>
                  <a:pt x="6" y="25"/>
                  <a:pt x="6" y="37"/>
                </a:cubicBezTo>
                <a:cubicBezTo>
                  <a:pt x="6" y="39"/>
                  <a:pt x="6" y="40"/>
                  <a:pt x="6" y="41"/>
                </a:cubicBezTo>
                <a:cubicBezTo>
                  <a:pt x="6" y="41"/>
                  <a:pt x="6" y="42"/>
                  <a:pt x="6" y="42"/>
                </a:cubicBezTo>
                <a:cubicBezTo>
                  <a:pt x="6" y="43"/>
                  <a:pt x="6" y="43"/>
                  <a:pt x="5" y="43"/>
                </a:cubicBezTo>
                <a:cubicBezTo>
                  <a:pt x="5" y="43"/>
                  <a:pt x="5" y="43"/>
                  <a:pt x="5" y="43"/>
                </a:cubicBezTo>
                <a:cubicBezTo>
                  <a:pt x="4" y="42"/>
                  <a:pt x="4" y="41"/>
                  <a:pt x="4" y="41"/>
                </a:cubicBezTo>
                <a:cubicBezTo>
                  <a:pt x="2" y="37"/>
                  <a:pt x="0" y="32"/>
                  <a:pt x="0" y="28"/>
                </a:cubicBezTo>
                <a:cubicBezTo>
                  <a:pt x="0" y="25"/>
                  <a:pt x="1" y="22"/>
                  <a:pt x="2" y="20"/>
                </a:cubicBezTo>
                <a:cubicBezTo>
                  <a:pt x="5" y="10"/>
                  <a:pt x="16" y="9"/>
                  <a:pt x="25" y="9"/>
                </a:cubicBezTo>
                <a:cubicBezTo>
                  <a:pt x="31" y="9"/>
                  <a:pt x="31" y="9"/>
                  <a:pt x="31" y="9"/>
                </a:cubicBezTo>
                <a:cubicBezTo>
                  <a:pt x="31" y="2"/>
                  <a:pt x="31" y="2"/>
                  <a:pt x="31" y="2"/>
                </a:cubicBezTo>
                <a:cubicBezTo>
                  <a:pt x="31" y="1"/>
                  <a:pt x="32" y="0"/>
                  <a:pt x="33" y="0"/>
                </a:cubicBezTo>
                <a:cubicBezTo>
                  <a:pt x="33" y="0"/>
                  <a:pt x="34" y="0"/>
                  <a:pt x="34" y="1"/>
                </a:cubicBezTo>
                <a:cubicBezTo>
                  <a:pt x="48" y="14"/>
                  <a:pt x="48" y="14"/>
                  <a:pt x="48" y="14"/>
                </a:cubicBezTo>
                <a:cubicBezTo>
                  <a:pt x="48" y="15"/>
                  <a:pt x="48" y="15"/>
                  <a:pt x="48" y="16"/>
                </a:cubicBezTo>
                <a:cubicBezTo>
                  <a:pt x="48" y="16"/>
                  <a:pt x="48" y="16"/>
                  <a:pt x="48" y="1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7" name="稻壳儿小白白(http://dwz.cn/Wu2UP)"/>
          <p:cNvSpPr/>
          <p:nvPr/>
        </p:nvSpPr>
        <p:spPr>
          <a:xfrm>
            <a:off x="6410611" y="2537270"/>
            <a:ext cx="298323" cy="303466"/>
          </a:xfrm>
          <a:custGeom>
            <a:avLst/>
            <a:gdLst>
              <a:gd name="T0" fmla="*/ 1860981723 w 41"/>
              <a:gd name="T1" fmla="*/ 1477028236 h 42"/>
              <a:gd name="T2" fmla="*/ 1452471896 w 41"/>
              <a:gd name="T3" fmla="*/ 1879849861 h 42"/>
              <a:gd name="T4" fmla="*/ 1089357291 w 41"/>
              <a:gd name="T5" fmla="*/ 1477028236 h 42"/>
              <a:gd name="T6" fmla="*/ 1089357291 w 41"/>
              <a:gd name="T7" fmla="*/ 1432264331 h 42"/>
              <a:gd name="T8" fmla="*/ 635458981 w 41"/>
              <a:gd name="T9" fmla="*/ 1208478256 h 42"/>
              <a:gd name="T10" fmla="*/ 363121343 w 41"/>
              <a:gd name="T11" fmla="*/ 1342749901 h 42"/>
              <a:gd name="T12" fmla="*/ 0 w 41"/>
              <a:gd name="T13" fmla="*/ 939928276 h 42"/>
              <a:gd name="T14" fmla="*/ 363121343 w 41"/>
              <a:gd name="T15" fmla="*/ 537099960 h 42"/>
              <a:gd name="T16" fmla="*/ 635458981 w 41"/>
              <a:gd name="T17" fmla="*/ 671378296 h 42"/>
              <a:gd name="T18" fmla="*/ 1089357291 w 41"/>
              <a:gd name="T19" fmla="*/ 447585530 h 42"/>
              <a:gd name="T20" fmla="*/ 1089357291 w 41"/>
              <a:gd name="T21" fmla="*/ 402828315 h 42"/>
              <a:gd name="T22" fmla="*/ 1452471896 w 41"/>
              <a:gd name="T23" fmla="*/ 0 h 42"/>
              <a:gd name="T24" fmla="*/ 1860981723 w 41"/>
              <a:gd name="T25" fmla="*/ 402828315 h 42"/>
              <a:gd name="T26" fmla="*/ 1452471896 w 41"/>
              <a:gd name="T27" fmla="*/ 805649941 h 42"/>
              <a:gd name="T28" fmla="*/ 1180134258 w 41"/>
              <a:gd name="T29" fmla="*/ 671378296 h 42"/>
              <a:gd name="T30" fmla="*/ 771624432 w 41"/>
              <a:gd name="T31" fmla="*/ 895164371 h 42"/>
              <a:gd name="T32" fmla="*/ 771624432 w 41"/>
              <a:gd name="T33" fmla="*/ 939928276 h 42"/>
              <a:gd name="T34" fmla="*/ 771624432 w 41"/>
              <a:gd name="T35" fmla="*/ 984685491 h 42"/>
              <a:gd name="T36" fmla="*/ 1180134258 w 41"/>
              <a:gd name="T37" fmla="*/ 1208478256 h 42"/>
              <a:gd name="T38" fmla="*/ 1452471896 w 41"/>
              <a:gd name="T39" fmla="*/ 1074199921 h 42"/>
              <a:gd name="T40" fmla="*/ 1860981723 w 41"/>
              <a:gd name="T41" fmla="*/ 1477028236 h 42"/>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1" h="42">
                <a:moveTo>
                  <a:pt x="41" y="33"/>
                </a:moveTo>
                <a:cubicBezTo>
                  <a:pt x="41" y="38"/>
                  <a:pt x="37" y="42"/>
                  <a:pt x="32" y="42"/>
                </a:cubicBezTo>
                <a:cubicBezTo>
                  <a:pt x="28" y="42"/>
                  <a:pt x="24" y="38"/>
                  <a:pt x="24" y="33"/>
                </a:cubicBezTo>
                <a:cubicBezTo>
                  <a:pt x="24" y="33"/>
                  <a:pt x="24" y="32"/>
                  <a:pt x="24" y="32"/>
                </a:cubicBezTo>
                <a:cubicBezTo>
                  <a:pt x="14" y="27"/>
                  <a:pt x="14" y="27"/>
                  <a:pt x="14" y="27"/>
                </a:cubicBezTo>
                <a:cubicBezTo>
                  <a:pt x="13" y="29"/>
                  <a:pt x="11" y="30"/>
                  <a:pt x="8" y="30"/>
                </a:cubicBezTo>
                <a:cubicBezTo>
                  <a:pt x="4" y="30"/>
                  <a:pt x="0" y="26"/>
                  <a:pt x="0" y="21"/>
                </a:cubicBezTo>
                <a:cubicBezTo>
                  <a:pt x="0" y="16"/>
                  <a:pt x="4" y="12"/>
                  <a:pt x="8" y="12"/>
                </a:cubicBezTo>
                <a:cubicBezTo>
                  <a:pt x="11" y="12"/>
                  <a:pt x="13" y="13"/>
                  <a:pt x="14" y="15"/>
                </a:cubicBezTo>
                <a:cubicBezTo>
                  <a:pt x="24" y="10"/>
                  <a:pt x="24" y="10"/>
                  <a:pt x="24" y="10"/>
                </a:cubicBezTo>
                <a:cubicBezTo>
                  <a:pt x="24" y="10"/>
                  <a:pt x="24" y="9"/>
                  <a:pt x="24" y="9"/>
                </a:cubicBezTo>
                <a:cubicBezTo>
                  <a:pt x="24" y="4"/>
                  <a:pt x="28" y="0"/>
                  <a:pt x="32" y="0"/>
                </a:cubicBezTo>
                <a:cubicBezTo>
                  <a:pt x="37" y="0"/>
                  <a:pt x="41" y="4"/>
                  <a:pt x="41" y="9"/>
                </a:cubicBezTo>
                <a:cubicBezTo>
                  <a:pt x="41" y="14"/>
                  <a:pt x="37" y="18"/>
                  <a:pt x="32" y="18"/>
                </a:cubicBezTo>
                <a:cubicBezTo>
                  <a:pt x="30" y="18"/>
                  <a:pt x="28" y="17"/>
                  <a:pt x="26" y="15"/>
                </a:cubicBezTo>
                <a:cubicBezTo>
                  <a:pt x="17" y="20"/>
                  <a:pt x="17" y="20"/>
                  <a:pt x="17" y="20"/>
                </a:cubicBezTo>
                <a:cubicBezTo>
                  <a:pt x="17" y="20"/>
                  <a:pt x="17" y="21"/>
                  <a:pt x="17" y="21"/>
                </a:cubicBezTo>
                <a:cubicBezTo>
                  <a:pt x="17" y="21"/>
                  <a:pt x="17" y="22"/>
                  <a:pt x="17" y="22"/>
                </a:cubicBezTo>
                <a:cubicBezTo>
                  <a:pt x="26" y="27"/>
                  <a:pt x="26" y="27"/>
                  <a:pt x="26" y="27"/>
                </a:cubicBezTo>
                <a:cubicBezTo>
                  <a:pt x="28" y="25"/>
                  <a:pt x="30" y="24"/>
                  <a:pt x="32" y="24"/>
                </a:cubicBezTo>
                <a:cubicBezTo>
                  <a:pt x="37" y="24"/>
                  <a:pt x="41" y="28"/>
                  <a:pt x="41" y="3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8" name="稻壳儿小白白(http://dwz.cn/Wu2UP)"/>
          <p:cNvSpPr>
            <a:spLocks noEditPoints="1"/>
          </p:cNvSpPr>
          <p:nvPr/>
        </p:nvSpPr>
        <p:spPr>
          <a:xfrm>
            <a:off x="6410611" y="3072194"/>
            <a:ext cx="298323" cy="298323"/>
          </a:xfrm>
          <a:custGeom>
            <a:avLst/>
            <a:gdLst>
              <a:gd name="T0" fmla="*/ 1860981723 w 41"/>
              <a:gd name="T1" fmla="*/ 1543255601 h 41"/>
              <a:gd name="T2" fmla="*/ 1497860380 w 41"/>
              <a:gd name="T3" fmla="*/ 1860981723 h 41"/>
              <a:gd name="T4" fmla="*/ 317726122 w 41"/>
              <a:gd name="T5" fmla="*/ 1860981723 h 41"/>
              <a:gd name="T6" fmla="*/ 0 w 41"/>
              <a:gd name="T7" fmla="*/ 1543255601 h 41"/>
              <a:gd name="T8" fmla="*/ 0 w 41"/>
              <a:gd name="T9" fmla="*/ 363121343 h 41"/>
              <a:gd name="T10" fmla="*/ 317726122 w 41"/>
              <a:gd name="T11" fmla="*/ 0 h 41"/>
              <a:gd name="T12" fmla="*/ 1497860380 w 41"/>
              <a:gd name="T13" fmla="*/ 0 h 41"/>
              <a:gd name="T14" fmla="*/ 1860981723 w 41"/>
              <a:gd name="T15" fmla="*/ 363121343 h 41"/>
              <a:gd name="T16" fmla="*/ 1860981723 w 41"/>
              <a:gd name="T17" fmla="*/ 1543255601 h 41"/>
              <a:gd name="T18" fmla="*/ 1270911225 w 41"/>
              <a:gd name="T19" fmla="*/ 1043962070 h 41"/>
              <a:gd name="T20" fmla="*/ 1089357291 w 41"/>
              <a:gd name="T21" fmla="*/ 1089357291 h 41"/>
              <a:gd name="T22" fmla="*/ 817019652 w 41"/>
              <a:gd name="T23" fmla="*/ 953185103 h 41"/>
              <a:gd name="T24" fmla="*/ 817019652 w 41"/>
              <a:gd name="T25" fmla="*/ 953185103 h 41"/>
              <a:gd name="T26" fmla="*/ 817019652 w 41"/>
              <a:gd name="T27" fmla="*/ 907796620 h 41"/>
              <a:gd name="T28" fmla="*/ 1089357291 w 41"/>
              <a:gd name="T29" fmla="*/ 771624432 h 41"/>
              <a:gd name="T30" fmla="*/ 1270911225 w 41"/>
              <a:gd name="T31" fmla="*/ 817019652 h 41"/>
              <a:gd name="T32" fmla="*/ 1543255601 w 41"/>
              <a:gd name="T33" fmla="*/ 590070498 h 41"/>
              <a:gd name="T34" fmla="*/ 1270911225 w 41"/>
              <a:gd name="T35" fmla="*/ 317726122 h 41"/>
              <a:gd name="T36" fmla="*/ 1043962070 w 41"/>
              <a:gd name="T37" fmla="*/ 590070498 h 41"/>
              <a:gd name="T38" fmla="*/ 1043962070 w 41"/>
              <a:gd name="T39" fmla="*/ 590070498 h 41"/>
              <a:gd name="T40" fmla="*/ 726235948 w 41"/>
              <a:gd name="T41" fmla="*/ 726235948 h 41"/>
              <a:gd name="T42" fmla="*/ 544675277 w 41"/>
              <a:gd name="T43" fmla="*/ 680847465 h 41"/>
              <a:gd name="T44" fmla="*/ 317726122 w 41"/>
              <a:gd name="T45" fmla="*/ 953185103 h 41"/>
              <a:gd name="T46" fmla="*/ 544675277 w 41"/>
              <a:gd name="T47" fmla="*/ 1180134258 h 41"/>
              <a:gd name="T48" fmla="*/ 726235948 w 41"/>
              <a:gd name="T49" fmla="*/ 1134745774 h 41"/>
              <a:gd name="T50" fmla="*/ 1043962070 w 41"/>
              <a:gd name="T51" fmla="*/ 1270911225 h 41"/>
              <a:gd name="T52" fmla="*/ 1043962070 w 41"/>
              <a:gd name="T53" fmla="*/ 1316306446 h 41"/>
              <a:gd name="T54" fmla="*/ 1270911225 w 41"/>
              <a:gd name="T55" fmla="*/ 1543255601 h 41"/>
              <a:gd name="T56" fmla="*/ 1543255601 w 41"/>
              <a:gd name="T57" fmla="*/ 1316306446 h 41"/>
              <a:gd name="T58" fmla="*/ 1270911225 w 41"/>
              <a:gd name="T59" fmla="*/ 1043962070 h 41"/>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1" h="41">
                <a:moveTo>
                  <a:pt x="41" y="34"/>
                </a:moveTo>
                <a:cubicBezTo>
                  <a:pt x="41" y="38"/>
                  <a:pt x="37" y="41"/>
                  <a:pt x="33" y="41"/>
                </a:cubicBezTo>
                <a:cubicBezTo>
                  <a:pt x="7" y="41"/>
                  <a:pt x="7" y="41"/>
                  <a:pt x="7" y="41"/>
                </a:cubicBezTo>
                <a:cubicBezTo>
                  <a:pt x="3" y="41"/>
                  <a:pt x="0" y="38"/>
                  <a:pt x="0" y="34"/>
                </a:cubicBezTo>
                <a:cubicBezTo>
                  <a:pt x="0" y="8"/>
                  <a:pt x="0" y="8"/>
                  <a:pt x="0" y="8"/>
                </a:cubicBezTo>
                <a:cubicBezTo>
                  <a:pt x="0" y="4"/>
                  <a:pt x="3" y="0"/>
                  <a:pt x="7" y="0"/>
                </a:cubicBezTo>
                <a:cubicBezTo>
                  <a:pt x="33" y="0"/>
                  <a:pt x="33" y="0"/>
                  <a:pt x="33" y="0"/>
                </a:cubicBezTo>
                <a:cubicBezTo>
                  <a:pt x="37" y="0"/>
                  <a:pt x="41" y="4"/>
                  <a:pt x="41" y="8"/>
                </a:cubicBezTo>
                <a:lnTo>
                  <a:pt x="41" y="34"/>
                </a:lnTo>
                <a:close/>
                <a:moveTo>
                  <a:pt x="28" y="23"/>
                </a:moveTo>
                <a:cubicBezTo>
                  <a:pt x="27" y="23"/>
                  <a:pt x="25" y="24"/>
                  <a:pt x="24" y="24"/>
                </a:cubicBezTo>
                <a:cubicBezTo>
                  <a:pt x="18" y="21"/>
                  <a:pt x="18" y="21"/>
                  <a:pt x="18" y="21"/>
                </a:cubicBezTo>
                <a:cubicBezTo>
                  <a:pt x="18" y="21"/>
                  <a:pt x="18" y="21"/>
                  <a:pt x="18" y="21"/>
                </a:cubicBezTo>
                <a:cubicBezTo>
                  <a:pt x="18" y="20"/>
                  <a:pt x="18" y="20"/>
                  <a:pt x="18" y="20"/>
                </a:cubicBezTo>
                <a:cubicBezTo>
                  <a:pt x="24" y="17"/>
                  <a:pt x="24" y="17"/>
                  <a:pt x="24" y="17"/>
                </a:cubicBezTo>
                <a:cubicBezTo>
                  <a:pt x="25" y="18"/>
                  <a:pt x="27" y="18"/>
                  <a:pt x="28" y="18"/>
                </a:cubicBezTo>
                <a:cubicBezTo>
                  <a:pt x="31" y="18"/>
                  <a:pt x="34" y="16"/>
                  <a:pt x="34" y="13"/>
                </a:cubicBezTo>
                <a:cubicBezTo>
                  <a:pt x="34" y="10"/>
                  <a:pt x="31" y="7"/>
                  <a:pt x="28" y="7"/>
                </a:cubicBezTo>
                <a:cubicBezTo>
                  <a:pt x="25" y="7"/>
                  <a:pt x="23" y="10"/>
                  <a:pt x="23" y="13"/>
                </a:cubicBezTo>
                <a:cubicBezTo>
                  <a:pt x="23" y="13"/>
                  <a:pt x="23" y="13"/>
                  <a:pt x="23" y="13"/>
                </a:cubicBezTo>
                <a:cubicBezTo>
                  <a:pt x="16" y="16"/>
                  <a:pt x="16" y="16"/>
                  <a:pt x="16" y="16"/>
                </a:cubicBezTo>
                <a:cubicBezTo>
                  <a:pt x="15" y="16"/>
                  <a:pt x="14" y="15"/>
                  <a:pt x="12" y="15"/>
                </a:cubicBezTo>
                <a:cubicBezTo>
                  <a:pt x="9" y="15"/>
                  <a:pt x="7" y="17"/>
                  <a:pt x="7" y="21"/>
                </a:cubicBezTo>
                <a:cubicBezTo>
                  <a:pt x="7" y="24"/>
                  <a:pt x="9" y="26"/>
                  <a:pt x="12" y="26"/>
                </a:cubicBezTo>
                <a:cubicBezTo>
                  <a:pt x="14" y="26"/>
                  <a:pt x="15" y="26"/>
                  <a:pt x="16" y="25"/>
                </a:cubicBezTo>
                <a:cubicBezTo>
                  <a:pt x="23" y="28"/>
                  <a:pt x="23" y="28"/>
                  <a:pt x="23" y="28"/>
                </a:cubicBezTo>
                <a:cubicBezTo>
                  <a:pt x="23" y="28"/>
                  <a:pt x="23" y="28"/>
                  <a:pt x="23" y="29"/>
                </a:cubicBezTo>
                <a:cubicBezTo>
                  <a:pt x="23" y="32"/>
                  <a:pt x="25" y="34"/>
                  <a:pt x="28" y="34"/>
                </a:cubicBezTo>
                <a:cubicBezTo>
                  <a:pt x="31" y="34"/>
                  <a:pt x="34" y="32"/>
                  <a:pt x="34" y="29"/>
                </a:cubicBezTo>
                <a:cubicBezTo>
                  <a:pt x="34" y="26"/>
                  <a:pt x="31" y="23"/>
                  <a:pt x="28" y="2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9" name="稻壳儿小白白(http://dwz.cn/Wu2UP)"/>
          <p:cNvSpPr>
            <a:spLocks noEditPoints="1"/>
          </p:cNvSpPr>
          <p:nvPr/>
        </p:nvSpPr>
        <p:spPr>
          <a:xfrm>
            <a:off x="6410611" y="3607118"/>
            <a:ext cx="298323" cy="298323"/>
          </a:xfrm>
          <a:custGeom>
            <a:avLst/>
            <a:gdLst>
              <a:gd name="T0" fmla="*/ 1860981723 w 41"/>
              <a:gd name="T1" fmla="*/ 1497860380 h 41"/>
              <a:gd name="T2" fmla="*/ 1497860380 w 41"/>
              <a:gd name="T3" fmla="*/ 1860981723 h 41"/>
              <a:gd name="T4" fmla="*/ 317726122 w 41"/>
              <a:gd name="T5" fmla="*/ 1860981723 h 41"/>
              <a:gd name="T6" fmla="*/ 0 w 41"/>
              <a:gd name="T7" fmla="*/ 1497860380 h 41"/>
              <a:gd name="T8" fmla="*/ 0 w 41"/>
              <a:gd name="T9" fmla="*/ 317726122 h 41"/>
              <a:gd name="T10" fmla="*/ 317726122 w 41"/>
              <a:gd name="T11" fmla="*/ 0 h 41"/>
              <a:gd name="T12" fmla="*/ 1497860380 w 41"/>
              <a:gd name="T13" fmla="*/ 0 h 41"/>
              <a:gd name="T14" fmla="*/ 1860981723 w 41"/>
              <a:gd name="T15" fmla="*/ 317726122 h 41"/>
              <a:gd name="T16" fmla="*/ 1860981723 w 41"/>
              <a:gd name="T17" fmla="*/ 1497860380 h 41"/>
              <a:gd name="T18" fmla="*/ 1634032568 w 41"/>
              <a:gd name="T19" fmla="*/ 726235948 h 41"/>
              <a:gd name="T20" fmla="*/ 1634032568 w 41"/>
              <a:gd name="T21" fmla="*/ 635458981 h 41"/>
              <a:gd name="T22" fmla="*/ 1225522741 w 41"/>
              <a:gd name="T23" fmla="*/ 181560671 h 41"/>
              <a:gd name="T24" fmla="*/ 1134745774 w 41"/>
              <a:gd name="T25" fmla="*/ 181560671 h 41"/>
              <a:gd name="T26" fmla="*/ 1089357291 w 41"/>
              <a:gd name="T27" fmla="*/ 272337638 h 41"/>
              <a:gd name="T28" fmla="*/ 1089357291 w 41"/>
              <a:gd name="T29" fmla="*/ 453898310 h 41"/>
              <a:gd name="T30" fmla="*/ 317726122 w 41"/>
              <a:gd name="T31" fmla="*/ 1134745774 h 41"/>
              <a:gd name="T32" fmla="*/ 499286793 w 41"/>
              <a:gd name="T33" fmla="*/ 1634032568 h 41"/>
              <a:gd name="T34" fmla="*/ 544675277 w 41"/>
              <a:gd name="T35" fmla="*/ 1679421051 h 41"/>
              <a:gd name="T36" fmla="*/ 544675277 w 41"/>
              <a:gd name="T37" fmla="*/ 1634032568 h 41"/>
              <a:gd name="T38" fmla="*/ 590070498 w 41"/>
              <a:gd name="T39" fmla="*/ 1634032568 h 41"/>
              <a:gd name="T40" fmla="*/ 635458981 w 41"/>
              <a:gd name="T41" fmla="*/ 1043962070 h 41"/>
              <a:gd name="T42" fmla="*/ 1089357291 w 41"/>
              <a:gd name="T43" fmla="*/ 907796620 h 41"/>
              <a:gd name="T44" fmla="*/ 1089357291 w 41"/>
              <a:gd name="T45" fmla="*/ 1134745774 h 41"/>
              <a:gd name="T46" fmla="*/ 1134745774 w 41"/>
              <a:gd name="T47" fmla="*/ 1180134258 h 41"/>
              <a:gd name="T48" fmla="*/ 1134745774 w 41"/>
              <a:gd name="T49" fmla="*/ 1180134258 h 41"/>
              <a:gd name="T50" fmla="*/ 1225522741 w 41"/>
              <a:gd name="T51" fmla="*/ 1180134258 h 41"/>
              <a:gd name="T52" fmla="*/ 1634032568 w 41"/>
              <a:gd name="T53" fmla="*/ 726235948 h 4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1" h="41">
                <a:moveTo>
                  <a:pt x="41" y="33"/>
                </a:moveTo>
                <a:cubicBezTo>
                  <a:pt x="41" y="37"/>
                  <a:pt x="37" y="41"/>
                  <a:pt x="33" y="41"/>
                </a:cubicBezTo>
                <a:cubicBezTo>
                  <a:pt x="7" y="41"/>
                  <a:pt x="7" y="41"/>
                  <a:pt x="7" y="41"/>
                </a:cubicBezTo>
                <a:cubicBezTo>
                  <a:pt x="3" y="41"/>
                  <a:pt x="0" y="37"/>
                  <a:pt x="0" y="33"/>
                </a:cubicBezTo>
                <a:cubicBezTo>
                  <a:pt x="0" y="7"/>
                  <a:pt x="0" y="7"/>
                  <a:pt x="0" y="7"/>
                </a:cubicBezTo>
                <a:cubicBezTo>
                  <a:pt x="0" y="3"/>
                  <a:pt x="3" y="0"/>
                  <a:pt x="7" y="0"/>
                </a:cubicBezTo>
                <a:cubicBezTo>
                  <a:pt x="33" y="0"/>
                  <a:pt x="33" y="0"/>
                  <a:pt x="33" y="0"/>
                </a:cubicBezTo>
                <a:cubicBezTo>
                  <a:pt x="37" y="0"/>
                  <a:pt x="41" y="3"/>
                  <a:pt x="41" y="7"/>
                </a:cubicBezTo>
                <a:lnTo>
                  <a:pt x="41" y="33"/>
                </a:lnTo>
                <a:close/>
                <a:moveTo>
                  <a:pt x="36" y="16"/>
                </a:moveTo>
                <a:cubicBezTo>
                  <a:pt x="37" y="16"/>
                  <a:pt x="37" y="15"/>
                  <a:pt x="36" y="14"/>
                </a:cubicBezTo>
                <a:cubicBezTo>
                  <a:pt x="27" y="4"/>
                  <a:pt x="27" y="4"/>
                  <a:pt x="27" y="4"/>
                </a:cubicBezTo>
                <a:cubicBezTo>
                  <a:pt x="26" y="4"/>
                  <a:pt x="25" y="4"/>
                  <a:pt x="25" y="4"/>
                </a:cubicBezTo>
                <a:cubicBezTo>
                  <a:pt x="24" y="4"/>
                  <a:pt x="24" y="5"/>
                  <a:pt x="24" y="6"/>
                </a:cubicBezTo>
                <a:cubicBezTo>
                  <a:pt x="24" y="10"/>
                  <a:pt x="24" y="10"/>
                  <a:pt x="24" y="10"/>
                </a:cubicBezTo>
                <a:cubicBezTo>
                  <a:pt x="8" y="10"/>
                  <a:pt x="7" y="19"/>
                  <a:pt x="7" y="25"/>
                </a:cubicBezTo>
                <a:cubicBezTo>
                  <a:pt x="7" y="31"/>
                  <a:pt x="11" y="36"/>
                  <a:pt x="11" y="36"/>
                </a:cubicBezTo>
                <a:cubicBezTo>
                  <a:pt x="11" y="36"/>
                  <a:pt x="11" y="37"/>
                  <a:pt x="12" y="37"/>
                </a:cubicBezTo>
                <a:cubicBezTo>
                  <a:pt x="12" y="37"/>
                  <a:pt x="12" y="37"/>
                  <a:pt x="12" y="36"/>
                </a:cubicBezTo>
                <a:cubicBezTo>
                  <a:pt x="12" y="36"/>
                  <a:pt x="13" y="36"/>
                  <a:pt x="13" y="36"/>
                </a:cubicBezTo>
                <a:cubicBezTo>
                  <a:pt x="12" y="29"/>
                  <a:pt x="12" y="25"/>
                  <a:pt x="14" y="23"/>
                </a:cubicBezTo>
                <a:cubicBezTo>
                  <a:pt x="16" y="21"/>
                  <a:pt x="19" y="20"/>
                  <a:pt x="24" y="20"/>
                </a:cubicBezTo>
                <a:cubicBezTo>
                  <a:pt x="24" y="25"/>
                  <a:pt x="24" y="25"/>
                  <a:pt x="24" y="25"/>
                </a:cubicBezTo>
                <a:cubicBezTo>
                  <a:pt x="24" y="25"/>
                  <a:pt x="24" y="26"/>
                  <a:pt x="25" y="26"/>
                </a:cubicBezTo>
                <a:cubicBezTo>
                  <a:pt x="25" y="26"/>
                  <a:pt x="25" y="26"/>
                  <a:pt x="25" y="26"/>
                </a:cubicBezTo>
                <a:cubicBezTo>
                  <a:pt x="26" y="26"/>
                  <a:pt x="26" y="26"/>
                  <a:pt x="27" y="26"/>
                </a:cubicBezTo>
                <a:lnTo>
                  <a:pt x="36" y="1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0" name="稻壳儿小白白(http://dwz.cn/Wu2UP)"/>
          <p:cNvSpPr>
            <a:spLocks noEditPoints="1"/>
          </p:cNvSpPr>
          <p:nvPr/>
        </p:nvSpPr>
        <p:spPr>
          <a:xfrm>
            <a:off x="6398609" y="4114610"/>
            <a:ext cx="325755" cy="298323"/>
          </a:xfrm>
          <a:custGeom>
            <a:avLst/>
            <a:gdLst>
              <a:gd name="T0" fmla="*/ 1707237717 w 45"/>
              <a:gd name="T1" fmla="*/ 1497860380 h 41"/>
              <a:gd name="T2" fmla="*/ 1347814664 w 45"/>
              <a:gd name="T3" fmla="*/ 1860981723 h 41"/>
              <a:gd name="T4" fmla="*/ 359416350 w 45"/>
              <a:gd name="T5" fmla="*/ 1860981723 h 41"/>
              <a:gd name="T6" fmla="*/ 0 w 45"/>
              <a:gd name="T7" fmla="*/ 1497860380 h 41"/>
              <a:gd name="T8" fmla="*/ 0 w 45"/>
              <a:gd name="T9" fmla="*/ 499286793 h 41"/>
              <a:gd name="T10" fmla="*/ 359416350 w 45"/>
              <a:gd name="T11" fmla="*/ 136172188 h 41"/>
              <a:gd name="T12" fmla="*/ 673910683 w 45"/>
              <a:gd name="T13" fmla="*/ 136172188 h 41"/>
              <a:gd name="T14" fmla="*/ 673910683 w 45"/>
              <a:gd name="T15" fmla="*/ 181560671 h 41"/>
              <a:gd name="T16" fmla="*/ 673910683 w 45"/>
              <a:gd name="T17" fmla="*/ 226949155 h 41"/>
              <a:gd name="T18" fmla="*/ 494202508 w 45"/>
              <a:gd name="T19" fmla="*/ 317726122 h 41"/>
              <a:gd name="T20" fmla="*/ 494202508 w 45"/>
              <a:gd name="T21" fmla="*/ 317726122 h 41"/>
              <a:gd name="T22" fmla="*/ 359416350 w 45"/>
              <a:gd name="T23" fmla="*/ 317726122 h 41"/>
              <a:gd name="T24" fmla="*/ 134779456 w 45"/>
              <a:gd name="T25" fmla="*/ 499286793 h 41"/>
              <a:gd name="T26" fmla="*/ 134779456 w 45"/>
              <a:gd name="T27" fmla="*/ 1497860380 h 41"/>
              <a:gd name="T28" fmla="*/ 359416350 w 45"/>
              <a:gd name="T29" fmla="*/ 1724809535 h 41"/>
              <a:gd name="T30" fmla="*/ 1347814664 w 45"/>
              <a:gd name="T31" fmla="*/ 1724809535 h 41"/>
              <a:gd name="T32" fmla="*/ 1527522839 w 45"/>
              <a:gd name="T33" fmla="*/ 1497860380 h 41"/>
              <a:gd name="T34" fmla="*/ 1527522839 w 45"/>
              <a:gd name="T35" fmla="*/ 1270911225 h 41"/>
              <a:gd name="T36" fmla="*/ 1572451558 w 45"/>
              <a:gd name="T37" fmla="*/ 1225522741 h 41"/>
              <a:gd name="T38" fmla="*/ 1617380278 w 45"/>
              <a:gd name="T39" fmla="*/ 1180134258 h 41"/>
              <a:gd name="T40" fmla="*/ 1662308997 w 45"/>
              <a:gd name="T41" fmla="*/ 1180134258 h 41"/>
              <a:gd name="T42" fmla="*/ 1707237717 w 45"/>
              <a:gd name="T43" fmla="*/ 1180134258 h 41"/>
              <a:gd name="T44" fmla="*/ 1707237717 w 45"/>
              <a:gd name="T45" fmla="*/ 1497860380 h 41"/>
              <a:gd name="T46" fmla="*/ 1527522839 w 45"/>
              <a:gd name="T47" fmla="*/ 1043962070 h 41"/>
              <a:gd name="T48" fmla="*/ 1482600822 w 45"/>
              <a:gd name="T49" fmla="*/ 1089357291 h 41"/>
              <a:gd name="T50" fmla="*/ 1437672103 w 45"/>
              <a:gd name="T51" fmla="*/ 1089357291 h 41"/>
              <a:gd name="T52" fmla="*/ 1392743383 w 45"/>
              <a:gd name="T53" fmla="*/ 998573587 h 41"/>
              <a:gd name="T54" fmla="*/ 1392743383 w 45"/>
              <a:gd name="T55" fmla="*/ 771624432 h 41"/>
              <a:gd name="T56" fmla="*/ 1213035208 w 45"/>
              <a:gd name="T57" fmla="*/ 771624432 h 41"/>
              <a:gd name="T58" fmla="*/ 673910683 w 45"/>
              <a:gd name="T59" fmla="*/ 953185103 h 41"/>
              <a:gd name="T60" fmla="*/ 584053244 w 45"/>
              <a:gd name="T61" fmla="*/ 1497860380 h 41"/>
              <a:gd name="T62" fmla="*/ 539124525 w 45"/>
              <a:gd name="T63" fmla="*/ 1543255601 h 41"/>
              <a:gd name="T64" fmla="*/ 539124525 w 45"/>
              <a:gd name="T65" fmla="*/ 1543255601 h 41"/>
              <a:gd name="T66" fmla="*/ 494202508 w 45"/>
              <a:gd name="T67" fmla="*/ 1543255601 h 41"/>
              <a:gd name="T68" fmla="*/ 314487631 w 45"/>
              <a:gd name="T69" fmla="*/ 998573587 h 41"/>
              <a:gd name="T70" fmla="*/ 1213035208 w 45"/>
              <a:gd name="T71" fmla="*/ 317726122 h 41"/>
              <a:gd name="T72" fmla="*/ 1392743383 w 45"/>
              <a:gd name="T73" fmla="*/ 317726122 h 41"/>
              <a:gd name="T74" fmla="*/ 1392743383 w 45"/>
              <a:gd name="T75" fmla="*/ 90776967 h 41"/>
              <a:gd name="T76" fmla="*/ 1437672103 w 45"/>
              <a:gd name="T77" fmla="*/ 0 h 41"/>
              <a:gd name="T78" fmla="*/ 1482600822 w 45"/>
              <a:gd name="T79" fmla="*/ 0 h 41"/>
              <a:gd name="T80" fmla="*/ 1527522839 w 45"/>
              <a:gd name="T81" fmla="*/ 0 h 41"/>
              <a:gd name="T82" fmla="*/ 1976796628 w 45"/>
              <a:gd name="T83" fmla="*/ 499286793 h 41"/>
              <a:gd name="T84" fmla="*/ 1976796628 w 45"/>
              <a:gd name="T85" fmla="*/ 590070498 h 41"/>
              <a:gd name="T86" fmla="*/ 1527522839 w 45"/>
              <a:gd name="T87" fmla="*/ 1043962070 h 4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 h="41">
                <a:moveTo>
                  <a:pt x="38" y="33"/>
                </a:moveTo>
                <a:cubicBezTo>
                  <a:pt x="38" y="38"/>
                  <a:pt x="34" y="41"/>
                  <a:pt x="30" y="41"/>
                </a:cubicBezTo>
                <a:cubicBezTo>
                  <a:pt x="8" y="41"/>
                  <a:pt x="8" y="41"/>
                  <a:pt x="8" y="41"/>
                </a:cubicBezTo>
                <a:cubicBezTo>
                  <a:pt x="3" y="41"/>
                  <a:pt x="0" y="38"/>
                  <a:pt x="0" y="33"/>
                </a:cubicBezTo>
                <a:cubicBezTo>
                  <a:pt x="0" y="11"/>
                  <a:pt x="0" y="11"/>
                  <a:pt x="0" y="11"/>
                </a:cubicBezTo>
                <a:cubicBezTo>
                  <a:pt x="0" y="7"/>
                  <a:pt x="3" y="3"/>
                  <a:pt x="8" y="3"/>
                </a:cubicBezTo>
                <a:cubicBezTo>
                  <a:pt x="15" y="3"/>
                  <a:pt x="15" y="3"/>
                  <a:pt x="15" y="3"/>
                </a:cubicBezTo>
                <a:cubicBezTo>
                  <a:pt x="15" y="3"/>
                  <a:pt x="15" y="4"/>
                  <a:pt x="15" y="4"/>
                </a:cubicBezTo>
                <a:cubicBezTo>
                  <a:pt x="15" y="5"/>
                  <a:pt x="15" y="5"/>
                  <a:pt x="15" y="5"/>
                </a:cubicBezTo>
                <a:cubicBezTo>
                  <a:pt x="13" y="5"/>
                  <a:pt x="12" y="6"/>
                  <a:pt x="11" y="7"/>
                </a:cubicBezTo>
                <a:cubicBezTo>
                  <a:pt x="11" y="7"/>
                  <a:pt x="11" y="7"/>
                  <a:pt x="11" y="7"/>
                </a:cubicBezTo>
                <a:cubicBezTo>
                  <a:pt x="8" y="7"/>
                  <a:pt x="8" y="7"/>
                  <a:pt x="8" y="7"/>
                </a:cubicBezTo>
                <a:cubicBezTo>
                  <a:pt x="5" y="7"/>
                  <a:pt x="3" y="9"/>
                  <a:pt x="3" y="11"/>
                </a:cubicBezTo>
                <a:cubicBezTo>
                  <a:pt x="3" y="33"/>
                  <a:pt x="3" y="33"/>
                  <a:pt x="3" y="33"/>
                </a:cubicBezTo>
                <a:cubicBezTo>
                  <a:pt x="3" y="36"/>
                  <a:pt x="5" y="38"/>
                  <a:pt x="8" y="38"/>
                </a:cubicBezTo>
                <a:cubicBezTo>
                  <a:pt x="30" y="38"/>
                  <a:pt x="30" y="38"/>
                  <a:pt x="30" y="38"/>
                </a:cubicBezTo>
                <a:cubicBezTo>
                  <a:pt x="32" y="38"/>
                  <a:pt x="34" y="36"/>
                  <a:pt x="34" y="33"/>
                </a:cubicBezTo>
                <a:cubicBezTo>
                  <a:pt x="34" y="28"/>
                  <a:pt x="34" y="28"/>
                  <a:pt x="34" y="28"/>
                </a:cubicBezTo>
                <a:cubicBezTo>
                  <a:pt x="34" y="27"/>
                  <a:pt x="34" y="27"/>
                  <a:pt x="35" y="27"/>
                </a:cubicBezTo>
                <a:cubicBezTo>
                  <a:pt x="35" y="27"/>
                  <a:pt x="36" y="26"/>
                  <a:pt x="36" y="26"/>
                </a:cubicBezTo>
                <a:cubicBezTo>
                  <a:pt x="36" y="26"/>
                  <a:pt x="37" y="25"/>
                  <a:pt x="37" y="26"/>
                </a:cubicBezTo>
                <a:cubicBezTo>
                  <a:pt x="37" y="26"/>
                  <a:pt x="38" y="26"/>
                  <a:pt x="38" y="26"/>
                </a:cubicBezTo>
                <a:lnTo>
                  <a:pt x="38" y="33"/>
                </a:lnTo>
                <a:close/>
                <a:moveTo>
                  <a:pt x="34" y="23"/>
                </a:moveTo>
                <a:cubicBezTo>
                  <a:pt x="33" y="24"/>
                  <a:pt x="33" y="24"/>
                  <a:pt x="33" y="24"/>
                </a:cubicBezTo>
                <a:cubicBezTo>
                  <a:pt x="32" y="24"/>
                  <a:pt x="32" y="24"/>
                  <a:pt x="32" y="24"/>
                </a:cubicBezTo>
                <a:cubicBezTo>
                  <a:pt x="31" y="23"/>
                  <a:pt x="31" y="23"/>
                  <a:pt x="31" y="22"/>
                </a:cubicBezTo>
                <a:cubicBezTo>
                  <a:pt x="31" y="17"/>
                  <a:pt x="31" y="17"/>
                  <a:pt x="31" y="17"/>
                </a:cubicBezTo>
                <a:cubicBezTo>
                  <a:pt x="27" y="17"/>
                  <a:pt x="27" y="17"/>
                  <a:pt x="27" y="17"/>
                </a:cubicBezTo>
                <a:cubicBezTo>
                  <a:pt x="21" y="17"/>
                  <a:pt x="17" y="18"/>
                  <a:pt x="15" y="21"/>
                </a:cubicBezTo>
                <a:cubicBezTo>
                  <a:pt x="13" y="23"/>
                  <a:pt x="12" y="27"/>
                  <a:pt x="13" y="33"/>
                </a:cubicBezTo>
                <a:cubicBezTo>
                  <a:pt x="13" y="34"/>
                  <a:pt x="13" y="34"/>
                  <a:pt x="12" y="34"/>
                </a:cubicBezTo>
                <a:cubicBezTo>
                  <a:pt x="12" y="34"/>
                  <a:pt x="12" y="34"/>
                  <a:pt x="12" y="34"/>
                </a:cubicBezTo>
                <a:cubicBezTo>
                  <a:pt x="12" y="34"/>
                  <a:pt x="11" y="34"/>
                  <a:pt x="11" y="34"/>
                </a:cubicBezTo>
                <a:cubicBezTo>
                  <a:pt x="11" y="34"/>
                  <a:pt x="7" y="27"/>
                  <a:pt x="7" y="22"/>
                </a:cubicBezTo>
                <a:cubicBezTo>
                  <a:pt x="7" y="15"/>
                  <a:pt x="9" y="7"/>
                  <a:pt x="27" y="7"/>
                </a:cubicBezTo>
                <a:cubicBezTo>
                  <a:pt x="31" y="7"/>
                  <a:pt x="31" y="7"/>
                  <a:pt x="31" y="7"/>
                </a:cubicBezTo>
                <a:cubicBezTo>
                  <a:pt x="31" y="2"/>
                  <a:pt x="31" y="2"/>
                  <a:pt x="31" y="2"/>
                </a:cubicBezTo>
                <a:cubicBezTo>
                  <a:pt x="31" y="1"/>
                  <a:pt x="31" y="0"/>
                  <a:pt x="32" y="0"/>
                </a:cubicBezTo>
                <a:cubicBezTo>
                  <a:pt x="32" y="0"/>
                  <a:pt x="32" y="0"/>
                  <a:pt x="33" y="0"/>
                </a:cubicBezTo>
                <a:cubicBezTo>
                  <a:pt x="33" y="0"/>
                  <a:pt x="33" y="0"/>
                  <a:pt x="34" y="0"/>
                </a:cubicBezTo>
                <a:cubicBezTo>
                  <a:pt x="44" y="11"/>
                  <a:pt x="44" y="11"/>
                  <a:pt x="44" y="11"/>
                </a:cubicBezTo>
                <a:cubicBezTo>
                  <a:pt x="45" y="11"/>
                  <a:pt x="45" y="12"/>
                  <a:pt x="44" y="13"/>
                </a:cubicBezTo>
                <a:lnTo>
                  <a:pt x="34" y="23"/>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1" name="稻壳儿小白白(http://dwz.cn/Wu2UP)"/>
          <p:cNvSpPr>
            <a:spLocks noEditPoints="1"/>
          </p:cNvSpPr>
          <p:nvPr/>
        </p:nvSpPr>
        <p:spPr>
          <a:xfrm>
            <a:off x="6432899" y="4675251"/>
            <a:ext cx="248603" cy="296609"/>
          </a:xfrm>
          <a:custGeom>
            <a:avLst/>
            <a:gdLst>
              <a:gd name="T0" fmla="*/ 1558426922 w 34"/>
              <a:gd name="T1" fmla="*/ 987136052 h 41"/>
              <a:gd name="T2" fmla="*/ 825047954 w 34"/>
              <a:gd name="T3" fmla="*/ 1839659294 h 41"/>
              <a:gd name="T4" fmla="*/ 779213461 w 34"/>
              <a:gd name="T5" fmla="*/ 1839659294 h 41"/>
              <a:gd name="T6" fmla="*/ 779213461 w 34"/>
              <a:gd name="T7" fmla="*/ 1839659294 h 41"/>
              <a:gd name="T8" fmla="*/ 0 w 34"/>
              <a:gd name="T9" fmla="*/ 987136052 h 41"/>
              <a:gd name="T10" fmla="*/ 0 w 34"/>
              <a:gd name="T11" fmla="*/ 89739641 h 41"/>
              <a:gd name="T12" fmla="*/ 91668986 w 34"/>
              <a:gd name="T13" fmla="*/ 0 h 41"/>
              <a:gd name="T14" fmla="*/ 1512592429 w 34"/>
              <a:gd name="T15" fmla="*/ 0 h 41"/>
              <a:gd name="T16" fmla="*/ 1558426922 w 34"/>
              <a:gd name="T17" fmla="*/ 89739641 h 41"/>
              <a:gd name="T18" fmla="*/ 1558426922 w 34"/>
              <a:gd name="T19" fmla="*/ 987136052 h 41"/>
              <a:gd name="T20" fmla="*/ 1329247687 w 34"/>
              <a:gd name="T21" fmla="*/ 224345754 h 41"/>
              <a:gd name="T22" fmla="*/ 779213461 w 34"/>
              <a:gd name="T23" fmla="*/ 224345754 h 41"/>
              <a:gd name="T24" fmla="*/ 779213461 w 34"/>
              <a:gd name="T25" fmla="*/ 1570440370 h 41"/>
              <a:gd name="T26" fmla="*/ 1054227189 w 34"/>
              <a:gd name="T27" fmla="*/ 1435834258 h 41"/>
              <a:gd name="T28" fmla="*/ 1329247687 w 34"/>
              <a:gd name="T29" fmla="*/ 987136052 h 41"/>
              <a:gd name="T30" fmla="*/ 1329247687 w 34"/>
              <a:gd name="T31" fmla="*/ 224345754 h 4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34" h="41">
                <a:moveTo>
                  <a:pt x="34" y="22"/>
                </a:moveTo>
                <a:cubicBezTo>
                  <a:pt x="34" y="33"/>
                  <a:pt x="19" y="41"/>
                  <a:pt x="18" y="41"/>
                </a:cubicBezTo>
                <a:cubicBezTo>
                  <a:pt x="18" y="41"/>
                  <a:pt x="18" y="41"/>
                  <a:pt x="17" y="41"/>
                </a:cubicBezTo>
                <a:cubicBezTo>
                  <a:pt x="17" y="41"/>
                  <a:pt x="17" y="41"/>
                  <a:pt x="17" y="41"/>
                </a:cubicBezTo>
                <a:cubicBezTo>
                  <a:pt x="16" y="41"/>
                  <a:pt x="0" y="33"/>
                  <a:pt x="0" y="22"/>
                </a:cubicBezTo>
                <a:cubicBezTo>
                  <a:pt x="0" y="2"/>
                  <a:pt x="0" y="2"/>
                  <a:pt x="0" y="2"/>
                </a:cubicBezTo>
                <a:cubicBezTo>
                  <a:pt x="0" y="1"/>
                  <a:pt x="1" y="0"/>
                  <a:pt x="2" y="0"/>
                </a:cubicBezTo>
                <a:cubicBezTo>
                  <a:pt x="33" y="0"/>
                  <a:pt x="33" y="0"/>
                  <a:pt x="33" y="0"/>
                </a:cubicBezTo>
                <a:cubicBezTo>
                  <a:pt x="34" y="0"/>
                  <a:pt x="34" y="1"/>
                  <a:pt x="34" y="2"/>
                </a:cubicBezTo>
                <a:lnTo>
                  <a:pt x="34" y="22"/>
                </a:lnTo>
                <a:close/>
                <a:moveTo>
                  <a:pt x="29" y="5"/>
                </a:moveTo>
                <a:cubicBezTo>
                  <a:pt x="17" y="5"/>
                  <a:pt x="17" y="5"/>
                  <a:pt x="17" y="5"/>
                </a:cubicBezTo>
                <a:cubicBezTo>
                  <a:pt x="17" y="35"/>
                  <a:pt x="17" y="35"/>
                  <a:pt x="17" y="35"/>
                </a:cubicBezTo>
                <a:cubicBezTo>
                  <a:pt x="19" y="35"/>
                  <a:pt x="21" y="34"/>
                  <a:pt x="23" y="32"/>
                </a:cubicBezTo>
                <a:cubicBezTo>
                  <a:pt x="26" y="30"/>
                  <a:pt x="29" y="26"/>
                  <a:pt x="29" y="22"/>
                </a:cubicBezTo>
                <a:lnTo>
                  <a:pt x="29" y="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2" name="稻壳儿小白白(http://dwz.cn/Wu2UP)"/>
          <p:cNvSpPr>
            <a:spLocks noEditPoints="1"/>
          </p:cNvSpPr>
          <p:nvPr/>
        </p:nvSpPr>
        <p:spPr>
          <a:xfrm>
            <a:off x="6398609" y="5230749"/>
            <a:ext cx="325755" cy="276035"/>
          </a:xfrm>
          <a:custGeom>
            <a:avLst/>
            <a:gdLst>
              <a:gd name="T0" fmla="*/ 2021725347 w 45"/>
              <a:gd name="T1" fmla="*/ 859542444 h 38"/>
              <a:gd name="T2" fmla="*/ 1931867908 w 45"/>
              <a:gd name="T3" fmla="*/ 904781520 h 38"/>
              <a:gd name="T4" fmla="*/ 673910683 w 45"/>
              <a:gd name="T5" fmla="*/ 1085737824 h 38"/>
              <a:gd name="T6" fmla="*/ 673910683 w 45"/>
              <a:gd name="T7" fmla="*/ 1176215976 h 38"/>
              <a:gd name="T8" fmla="*/ 673910683 w 45"/>
              <a:gd name="T9" fmla="*/ 1221455052 h 38"/>
              <a:gd name="T10" fmla="*/ 1752159733 w 45"/>
              <a:gd name="T11" fmla="*/ 1221455052 h 38"/>
              <a:gd name="T12" fmla="*/ 1842017172 w 45"/>
              <a:gd name="T13" fmla="*/ 1311933204 h 38"/>
              <a:gd name="T14" fmla="*/ 1752159733 w 45"/>
              <a:gd name="T15" fmla="*/ 1402411356 h 38"/>
              <a:gd name="T16" fmla="*/ 539124525 w 45"/>
              <a:gd name="T17" fmla="*/ 1402411356 h 38"/>
              <a:gd name="T18" fmla="*/ 449273789 w 45"/>
              <a:gd name="T19" fmla="*/ 1311933204 h 38"/>
              <a:gd name="T20" fmla="*/ 539124525 w 45"/>
              <a:gd name="T21" fmla="*/ 1130976900 h 38"/>
              <a:gd name="T22" fmla="*/ 314487631 w 45"/>
              <a:gd name="T23" fmla="*/ 135717228 h 38"/>
              <a:gd name="T24" fmla="*/ 89857439 w 45"/>
              <a:gd name="T25" fmla="*/ 135717228 h 38"/>
              <a:gd name="T26" fmla="*/ 0 w 45"/>
              <a:gd name="T27" fmla="*/ 90478152 h 38"/>
              <a:gd name="T28" fmla="*/ 89857439 w 45"/>
              <a:gd name="T29" fmla="*/ 0 h 38"/>
              <a:gd name="T30" fmla="*/ 404345069 w 45"/>
              <a:gd name="T31" fmla="*/ 0 h 38"/>
              <a:gd name="T32" fmla="*/ 494202508 w 45"/>
              <a:gd name="T33" fmla="*/ 135717228 h 38"/>
              <a:gd name="T34" fmla="*/ 1931867908 w 45"/>
              <a:gd name="T35" fmla="*/ 135717228 h 38"/>
              <a:gd name="T36" fmla="*/ 2021725347 w 45"/>
              <a:gd name="T37" fmla="*/ 226195380 h 38"/>
              <a:gd name="T38" fmla="*/ 2021725347 w 45"/>
              <a:gd name="T39" fmla="*/ 859542444 h 38"/>
              <a:gd name="T40" fmla="*/ 628981964 w 45"/>
              <a:gd name="T41" fmla="*/ 1719084888 h 38"/>
              <a:gd name="T42" fmla="*/ 449273789 w 45"/>
              <a:gd name="T43" fmla="*/ 1538128584 h 38"/>
              <a:gd name="T44" fmla="*/ 628981964 w 45"/>
              <a:gd name="T45" fmla="*/ 1402411356 h 38"/>
              <a:gd name="T46" fmla="*/ 763761419 w 45"/>
              <a:gd name="T47" fmla="*/ 1538128584 h 38"/>
              <a:gd name="T48" fmla="*/ 628981964 w 45"/>
              <a:gd name="T49" fmla="*/ 1719084888 h 38"/>
              <a:gd name="T50" fmla="*/ 1707237717 w 45"/>
              <a:gd name="T51" fmla="*/ 1719084888 h 38"/>
              <a:gd name="T52" fmla="*/ 1527522839 w 45"/>
              <a:gd name="T53" fmla="*/ 1538128584 h 38"/>
              <a:gd name="T54" fmla="*/ 1707237717 w 45"/>
              <a:gd name="T55" fmla="*/ 1402411356 h 38"/>
              <a:gd name="T56" fmla="*/ 1842017172 w 45"/>
              <a:gd name="T57" fmla="*/ 1538128584 h 38"/>
              <a:gd name="T58" fmla="*/ 1707237717 w 45"/>
              <a:gd name="T59" fmla="*/ 1719084888 h 38"/>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5" h="38">
                <a:moveTo>
                  <a:pt x="45" y="19"/>
                </a:moveTo>
                <a:cubicBezTo>
                  <a:pt x="45" y="20"/>
                  <a:pt x="44" y="20"/>
                  <a:pt x="43" y="20"/>
                </a:cubicBezTo>
                <a:cubicBezTo>
                  <a:pt x="15" y="24"/>
                  <a:pt x="15" y="24"/>
                  <a:pt x="15" y="24"/>
                </a:cubicBezTo>
                <a:cubicBezTo>
                  <a:pt x="15" y="24"/>
                  <a:pt x="15" y="25"/>
                  <a:pt x="15" y="26"/>
                </a:cubicBezTo>
                <a:cubicBezTo>
                  <a:pt x="15" y="26"/>
                  <a:pt x="15" y="27"/>
                  <a:pt x="15" y="27"/>
                </a:cubicBezTo>
                <a:cubicBezTo>
                  <a:pt x="39" y="27"/>
                  <a:pt x="39" y="27"/>
                  <a:pt x="39" y="27"/>
                </a:cubicBezTo>
                <a:cubicBezTo>
                  <a:pt x="40" y="27"/>
                  <a:pt x="41" y="28"/>
                  <a:pt x="41" y="29"/>
                </a:cubicBezTo>
                <a:cubicBezTo>
                  <a:pt x="41" y="30"/>
                  <a:pt x="40" y="31"/>
                  <a:pt x="39" y="31"/>
                </a:cubicBezTo>
                <a:cubicBezTo>
                  <a:pt x="12" y="31"/>
                  <a:pt x="12" y="31"/>
                  <a:pt x="12" y="31"/>
                </a:cubicBezTo>
                <a:cubicBezTo>
                  <a:pt x="11" y="31"/>
                  <a:pt x="10" y="30"/>
                  <a:pt x="10" y="29"/>
                </a:cubicBezTo>
                <a:cubicBezTo>
                  <a:pt x="10" y="28"/>
                  <a:pt x="12" y="26"/>
                  <a:pt x="12" y="25"/>
                </a:cubicBezTo>
                <a:cubicBezTo>
                  <a:pt x="7" y="3"/>
                  <a:pt x="7" y="3"/>
                  <a:pt x="7" y="3"/>
                </a:cubicBezTo>
                <a:cubicBezTo>
                  <a:pt x="2" y="3"/>
                  <a:pt x="2" y="3"/>
                  <a:pt x="2" y="3"/>
                </a:cubicBezTo>
                <a:cubicBezTo>
                  <a:pt x="1" y="3"/>
                  <a:pt x="0" y="3"/>
                  <a:pt x="0" y="2"/>
                </a:cubicBezTo>
                <a:cubicBezTo>
                  <a:pt x="0" y="1"/>
                  <a:pt x="1" y="0"/>
                  <a:pt x="2" y="0"/>
                </a:cubicBezTo>
                <a:cubicBezTo>
                  <a:pt x="9" y="0"/>
                  <a:pt x="9" y="0"/>
                  <a:pt x="9" y="0"/>
                </a:cubicBezTo>
                <a:cubicBezTo>
                  <a:pt x="10" y="0"/>
                  <a:pt x="10" y="2"/>
                  <a:pt x="11" y="3"/>
                </a:cubicBezTo>
                <a:cubicBezTo>
                  <a:pt x="43" y="3"/>
                  <a:pt x="43" y="3"/>
                  <a:pt x="43" y="3"/>
                </a:cubicBezTo>
                <a:cubicBezTo>
                  <a:pt x="44" y="3"/>
                  <a:pt x="45" y="4"/>
                  <a:pt x="45" y="5"/>
                </a:cubicBezTo>
                <a:lnTo>
                  <a:pt x="45" y="19"/>
                </a:lnTo>
                <a:close/>
                <a:moveTo>
                  <a:pt x="14" y="38"/>
                </a:moveTo>
                <a:cubicBezTo>
                  <a:pt x="12" y="38"/>
                  <a:pt x="10" y="36"/>
                  <a:pt x="10" y="34"/>
                </a:cubicBezTo>
                <a:cubicBezTo>
                  <a:pt x="10" y="32"/>
                  <a:pt x="12" y="31"/>
                  <a:pt x="14" y="31"/>
                </a:cubicBezTo>
                <a:cubicBezTo>
                  <a:pt x="16" y="31"/>
                  <a:pt x="17" y="32"/>
                  <a:pt x="17" y="34"/>
                </a:cubicBezTo>
                <a:cubicBezTo>
                  <a:pt x="17" y="36"/>
                  <a:pt x="16" y="38"/>
                  <a:pt x="14" y="38"/>
                </a:cubicBezTo>
                <a:close/>
                <a:moveTo>
                  <a:pt x="38" y="38"/>
                </a:moveTo>
                <a:cubicBezTo>
                  <a:pt x="36" y="38"/>
                  <a:pt x="34" y="36"/>
                  <a:pt x="34" y="34"/>
                </a:cubicBezTo>
                <a:cubicBezTo>
                  <a:pt x="34" y="32"/>
                  <a:pt x="36" y="31"/>
                  <a:pt x="38" y="31"/>
                </a:cubicBezTo>
                <a:cubicBezTo>
                  <a:pt x="40" y="31"/>
                  <a:pt x="41" y="32"/>
                  <a:pt x="41" y="34"/>
                </a:cubicBezTo>
                <a:cubicBezTo>
                  <a:pt x="41" y="36"/>
                  <a:pt x="40" y="38"/>
                  <a:pt x="38" y="3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3" name="稻壳儿小白白(http://dwz.cn/Wu2UP)"/>
          <p:cNvSpPr>
            <a:spLocks noEditPoints="1"/>
          </p:cNvSpPr>
          <p:nvPr/>
        </p:nvSpPr>
        <p:spPr>
          <a:xfrm>
            <a:off x="6410611" y="5767388"/>
            <a:ext cx="298323" cy="246888"/>
          </a:xfrm>
          <a:custGeom>
            <a:avLst/>
            <a:gdLst>
              <a:gd name="T0" fmla="*/ 1407083413 w 41"/>
              <a:gd name="T1" fmla="*/ 813708424 h 34"/>
              <a:gd name="T2" fmla="*/ 726235948 w 41"/>
              <a:gd name="T3" fmla="*/ 1446587524 h 34"/>
              <a:gd name="T4" fmla="*/ 680847465 w 41"/>
              <a:gd name="T5" fmla="*/ 1491789812 h 34"/>
              <a:gd name="T6" fmla="*/ 590070498 w 41"/>
              <a:gd name="T7" fmla="*/ 1401378512 h 34"/>
              <a:gd name="T8" fmla="*/ 590070498 w 41"/>
              <a:gd name="T9" fmla="*/ 1084942324 h 34"/>
              <a:gd name="T10" fmla="*/ 45388484 w 41"/>
              <a:gd name="T11" fmla="*/ 1084942324 h 34"/>
              <a:gd name="T12" fmla="*/ 0 w 41"/>
              <a:gd name="T13" fmla="*/ 994531024 h 34"/>
              <a:gd name="T14" fmla="*/ 0 w 41"/>
              <a:gd name="T15" fmla="*/ 542467800 h 34"/>
              <a:gd name="T16" fmla="*/ 45388484 w 41"/>
              <a:gd name="T17" fmla="*/ 452056500 h 34"/>
              <a:gd name="T18" fmla="*/ 590070498 w 41"/>
              <a:gd name="T19" fmla="*/ 452056500 h 34"/>
              <a:gd name="T20" fmla="*/ 590070498 w 41"/>
              <a:gd name="T21" fmla="*/ 90411300 h 34"/>
              <a:gd name="T22" fmla="*/ 680847465 w 41"/>
              <a:gd name="T23" fmla="*/ 0 h 34"/>
              <a:gd name="T24" fmla="*/ 726235948 w 41"/>
              <a:gd name="T25" fmla="*/ 45209012 h 34"/>
              <a:gd name="T26" fmla="*/ 1407083413 w 41"/>
              <a:gd name="T27" fmla="*/ 678088112 h 34"/>
              <a:gd name="T28" fmla="*/ 1407083413 w 41"/>
              <a:gd name="T29" fmla="*/ 768499412 h 34"/>
              <a:gd name="T30" fmla="*/ 1407083413 w 41"/>
              <a:gd name="T31" fmla="*/ 813708424 h 34"/>
              <a:gd name="T32" fmla="*/ 1860981723 w 41"/>
              <a:gd name="T33" fmla="*/ 1175353624 h 34"/>
              <a:gd name="T34" fmla="*/ 1497860380 w 41"/>
              <a:gd name="T35" fmla="*/ 1536998824 h 34"/>
              <a:gd name="T36" fmla="*/ 1134745774 w 41"/>
              <a:gd name="T37" fmla="*/ 1536998824 h 34"/>
              <a:gd name="T38" fmla="*/ 1089357291 w 41"/>
              <a:gd name="T39" fmla="*/ 1491789812 h 34"/>
              <a:gd name="T40" fmla="*/ 1134745774 w 41"/>
              <a:gd name="T41" fmla="*/ 1356176224 h 34"/>
              <a:gd name="T42" fmla="*/ 1497860380 w 41"/>
              <a:gd name="T43" fmla="*/ 1356176224 h 34"/>
              <a:gd name="T44" fmla="*/ 1679421051 w 41"/>
              <a:gd name="T45" fmla="*/ 1175353624 h 34"/>
              <a:gd name="T46" fmla="*/ 1679421051 w 41"/>
              <a:gd name="T47" fmla="*/ 316442912 h 34"/>
              <a:gd name="T48" fmla="*/ 1497860380 w 41"/>
              <a:gd name="T49" fmla="*/ 135620312 h 34"/>
              <a:gd name="T50" fmla="*/ 1134745774 w 41"/>
              <a:gd name="T51" fmla="*/ 135620312 h 34"/>
              <a:gd name="T52" fmla="*/ 1089357291 w 41"/>
              <a:gd name="T53" fmla="*/ 90411300 h 34"/>
              <a:gd name="T54" fmla="*/ 1134745774 w 41"/>
              <a:gd name="T55" fmla="*/ 0 h 34"/>
              <a:gd name="T56" fmla="*/ 1497860380 w 41"/>
              <a:gd name="T57" fmla="*/ 0 h 34"/>
              <a:gd name="T58" fmla="*/ 1860981723 w 41"/>
              <a:gd name="T59" fmla="*/ 316442912 h 34"/>
              <a:gd name="T60" fmla="*/ 1860981723 w 41"/>
              <a:gd name="T61" fmla="*/ 1175353624 h 3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1" h="34">
                <a:moveTo>
                  <a:pt x="31" y="18"/>
                </a:moveTo>
                <a:cubicBezTo>
                  <a:pt x="16" y="32"/>
                  <a:pt x="16" y="32"/>
                  <a:pt x="16" y="32"/>
                </a:cubicBezTo>
                <a:cubicBezTo>
                  <a:pt x="16" y="33"/>
                  <a:pt x="16" y="33"/>
                  <a:pt x="15" y="33"/>
                </a:cubicBezTo>
                <a:cubicBezTo>
                  <a:pt x="14" y="33"/>
                  <a:pt x="13" y="32"/>
                  <a:pt x="13" y="31"/>
                </a:cubicBezTo>
                <a:cubicBezTo>
                  <a:pt x="13" y="24"/>
                  <a:pt x="13" y="24"/>
                  <a:pt x="13" y="24"/>
                </a:cubicBezTo>
                <a:cubicBezTo>
                  <a:pt x="1" y="24"/>
                  <a:pt x="1" y="24"/>
                  <a:pt x="1" y="24"/>
                </a:cubicBezTo>
                <a:cubicBezTo>
                  <a:pt x="1" y="24"/>
                  <a:pt x="0" y="23"/>
                  <a:pt x="0" y="22"/>
                </a:cubicBezTo>
                <a:cubicBezTo>
                  <a:pt x="0" y="12"/>
                  <a:pt x="0" y="12"/>
                  <a:pt x="0" y="12"/>
                </a:cubicBezTo>
                <a:cubicBezTo>
                  <a:pt x="0" y="11"/>
                  <a:pt x="1" y="10"/>
                  <a:pt x="1" y="10"/>
                </a:cubicBezTo>
                <a:cubicBezTo>
                  <a:pt x="13" y="10"/>
                  <a:pt x="13" y="10"/>
                  <a:pt x="13" y="10"/>
                </a:cubicBezTo>
                <a:cubicBezTo>
                  <a:pt x="13" y="2"/>
                  <a:pt x="13" y="2"/>
                  <a:pt x="13" y="2"/>
                </a:cubicBezTo>
                <a:cubicBezTo>
                  <a:pt x="13" y="1"/>
                  <a:pt x="14" y="0"/>
                  <a:pt x="15" y="0"/>
                </a:cubicBezTo>
                <a:cubicBezTo>
                  <a:pt x="16" y="0"/>
                  <a:pt x="16" y="1"/>
                  <a:pt x="16" y="1"/>
                </a:cubicBezTo>
                <a:cubicBezTo>
                  <a:pt x="31" y="15"/>
                  <a:pt x="31" y="15"/>
                  <a:pt x="31" y="15"/>
                </a:cubicBezTo>
                <a:cubicBezTo>
                  <a:pt x="31" y="16"/>
                  <a:pt x="31" y="16"/>
                  <a:pt x="31" y="17"/>
                </a:cubicBezTo>
                <a:cubicBezTo>
                  <a:pt x="31" y="17"/>
                  <a:pt x="31" y="18"/>
                  <a:pt x="31" y="18"/>
                </a:cubicBezTo>
                <a:close/>
                <a:moveTo>
                  <a:pt x="41" y="26"/>
                </a:moveTo>
                <a:cubicBezTo>
                  <a:pt x="41" y="30"/>
                  <a:pt x="37" y="34"/>
                  <a:pt x="33" y="34"/>
                </a:cubicBezTo>
                <a:cubicBezTo>
                  <a:pt x="25" y="34"/>
                  <a:pt x="25" y="34"/>
                  <a:pt x="25" y="34"/>
                </a:cubicBezTo>
                <a:cubicBezTo>
                  <a:pt x="24" y="34"/>
                  <a:pt x="24" y="33"/>
                  <a:pt x="24" y="33"/>
                </a:cubicBezTo>
                <a:cubicBezTo>
                  <a:pt x="24" y="32"/>
                  <a:pt x="23" y="30"/>
                  <a:pt x="25" y="30"/>
                </a:cubicBezTo>
                <a:cubicBezTo>
                  <a:pt x="33" y="30"/>
                  <a:pt x="33" y="30"/>
                  <a:pt x="33" y="30"/>
                </a:cubicBezTo>
                <a:cubicBezTo>
                  <a:pt x="36" y="30"/>
                  <a:pt x="37" y="28"/>
                  <a:pt x="37" y="26"/>
                </a:cubicBezTo>
                <a:cubicBezTo>
                  <a:pt x="37" y="7"/>
                  <a:pt x="37" y="7"/>
                  <a:pt x="37" y="7"/>
                </a:cubicBezTo>
                <a:cubicBezTo>
                  <a:pt x="37" y="5"/>
                  <a:pt x="36" y="3"/>
                  <a:pt x="33" y="3"/>
                </a:cubicBezTo>
                <a:cubicBezTo>
                  <a:pt x="25" y="3"/>
                  <a:pt x="25" y="3"/>
                  <a:pt x="25" y="3"/>
                </a:cubicBezTo>
                <a:cubicBezTo>
                  <a:pt x="25" y="3"/>
                  <a:pt x="24" y="3"/>
                  <a:pt x="24" y="2"/>
                </a:cubicBezTo>
                <a:cubicBezTo>
                  <a:pt x="24" y="1"/>
                  <a:pt x="23" y="0"/>
                  <a:pt x="25" y="0"/>
                </a:cubicBezTo>
                <a:cubicBezTo>
                  <a:pt x="33" y="0"/>
                  <a:pt x="33" y="0"/>
                  <a:pt x="33" y="0"/>
                </a:cubicBezTo>
                <a:cubicBezTo>
                  <a:pt x="37" y="0"/>
                  <a:pt x="41" y="3"/>
                  <a:pt x="41" y="7"/>
                </a:cubicBezTo>
                <a:lnTo>
                  <a:pt x="41" y="2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4" name="稻壳儿小白白(http://dwz.cn/Wu2UP)"/>
          <p:cNvSpPr>
            <a:spLocks noEditPoints="1"/>
          </p:cNvSpPr>
          <p:nvPr/>
        </p:nvSpPr>
        <p:spPr>
          <a:xfrm>
            <a:off x="7297007" y="1448562"/>
            <a:ext cx="339471" cy="349758"/>
          </a:xfrm>
          <a:custGeom>
            <a:avLst/>
            <a:gdLst>
              <a:gd name="T0" fmla="*/ 805073266 w 47"/>
              <a:gd name="T1" fmla="*/ 1775291725 h 48"/>
              <a:gd name="T2" fmla="*/ 447264412 w 47"/>
              <a:gd name="T3" fmla="*/ 2147483646 h 48"/>
              <a:gd name="T4" fmla="*/ 402536633 w 47"/>
              <a:gd name="T5" fmla="*/ 2147483646 h 48"/>
              <a:gd name="T6" fmla="*/ 402536633 w 47"/>
              <a:gd name="T7" fmla="*/ 2147483646 h 48"/>
              <a:gd name="T8" fmla="*/ 0 w 47"/>
              <a:gd name="T9" fmla="*/ 1775291725 h 48"/>
              <a:gd name="T10" fmla="*/ 0 w 47"/>
              <a:gd name="T11" fmla="*/ 1729770559 h 48"/>
              <a:gd name="T12" fmla="*/ 44727779 w 47"/>
              <a:gd name="T13" fmla="*/ 1729770559 h 48"/>
              <a:gd name="T14" fmla="*/ 268359985 w 47"/>
              <a:gd name="T15" fmla="*/ 1729770559 h 48"/>
              <a:gd name="T16" fmla="*/ 268359985 w 47"/>
              <a:gd name="T17" fmla="*/ 45521166 h 48"/>
              <a:gd name="T18" fmla="*/ 313081076 w 47"/>
              <a:gd name="T19" fmla="*/ 0 h 48"/>
              <a:gd name="T20" fmla="*/ 536713281 w 47"/>
              <a:gd name="T21" fmla="*/ 0 h 48"/>
              <a:gd name="T22" fmla="*/ 581441060 w 47"/>
              <a:gd name="T23" fmla="*/ 45521166 h 48"/>
              <a:gd name="T24" fmla="*/ 581441060 w 47"/>
              <a:gd name="T25" fmla="*/ 1729770559 h 48"/>
              <a:gd name="T26" fmla="*/ 805073266 w 47"/>
              <a:gd name="T27" fmla="*/ 1729770559 h 48"/>
              <a:gd name="T28" fmla="*/ 849801045 w 47"/>
              <a:gd name="T29" fmla="*/ 1729770559 h 48"/>
              <a:gd name="T30" fmla="*/ 805073266 w 47"/>
              <a:gd name="T31" fmla="*/ 1775291725 h 48"/>
              <a:gd name="T32" fmla="*/ 1386514326 w 47"/>
              <a:gd name="T33" fmla="*/ 273120247 h 48"/>
              <a:gd name="T34" fmla="*/ 1386514326 w 47"/>
              <a:gd name="T35" fmla="*/ 318641413 h 48"/>
              <a:gd name="T36" fmla="*/ 1073426563 w 47"/>
              <a:gd name="T37" fmla="*/ 318641413 h 48"/>
              <a:gd name="T38" fmla="*/ 1028705472 w 47"/>
              <a:gd name="T39" fmla="*/ 273120247 h 48"/>
              <a:gd name="T40" fmla="*/ 1028705472 w 47"/>
              <a:gd name="T41" fmla="*/ 45521166 h 48"/>
              <a:gd name="T42" fmla="*/ 1073426563 w 47"/>
              <a:gd name="T43" fmla="*/ 0 h 48"/>
              <a:gd name="T44" fmla="*/ 1386514326 w 47"/>
              <a:gd name="T45" fmla="*/ 0 h 48"/>
              <a:gd name="T46" fmla="*/ 1386514326 w 47"/>
              <a:gd name="T47" fmla="*/ 45521166 h 48"/>
              <a:gd name="T48" fmla="*/ 1386514326 w 47"/>
              <a:gd name="T49" fmla="*/ 273120247 h 48"/>
              <a:gd name="T50" fmla="*/ 1654867623 w 47"/>
              <a:gd name="T51" fmla="*/ 910409819 h 48"/>
              <a:gd name="T52" fmla="*/ 1610146532 w 47"/>
              <a:gd name="T53" fmla="*/ 910409819 h 48"/>
              <a:gd name="T54" fmla="*/ 1073426563 w 47"/>
              <a:gd name="T55" fmla="*/ 910409819 h 48"/>
              <a:gd name="T56" fmla="*/ 1028705472 w 47"/>
              <a:gd name="T57" fmla="*/ 910409819 h 48"/>
              <a:gd name="T58" fmla="*/ 1028705472 w 47"/>
              <a:gd name="T59" fmla="*/ 637282825 h 48"/>
              <a:gd name="T60" fmla="*/ 1073426563 w 47"/>
              <a:gd name="T61" fmla="*/ 637282825 h 48"/>
              <a:gd name="T62" fmla="*/ 1610146532 w 47"/>
              <a:gd name="T63" fmla="*/ 637282825 h 48"/>
              <a:gd name="T64" fmla="*/ 1654867623 w 47"/>
              <a:gd name="T65" fmla="*/ 637282825 h 48"/>
              <a:gd name="T66" fmla="*/ 1654867623 w 47"/>
              <a:gd name="T67" fmla="*/ 910409819 h 48"/>
              <a:gd name="T68" fmla="*/ 1878499829 w 47"/>
              <a:gd name="T69" fmla="*/ 1502171478 h 48"/>
              <a:gd name="T70" fmla="*/ 1833772050 w 47"/>
              <a:gd name="T71" fmla="*/ 1547692644 h 48"/>
              <a:gd name="T72" fmla="*/ 1073426563 w 47"/>
              <a:gd name="T73" fmla="*/ 1547692644 h 48"/>
              <a:gd name="T74" fmla="*/ 1028705472 w 47"/>
              <a:gd name="T75" fmla="*/ 1502171478 h 48"/>
              <a:gd name="T76" fmla="*/ 1028705472 w 47"/>
              <a:gd name="T77" fmla="*/ 1274572397 h 48"/>
              <a:gd name="T78" fmla="*/ 1073426563 w 47"/>
              <a:gd name="T79" fmla="*/ 1229051231 h 48"/>
              <a:gd name="T80" fmla="*/ 1833772050 w 47"/>
              <a:gd name="T81" fmla="*/ 1229051231 h 48"/>
              <a:gd name="T82" fmla="*/ 1878499829 w 47"/>
              <a:gd name="T83" fmla="*/ 1274572397 h 48"/>
              <a:gd name="T84" fmla="*/ 1878499829 w 47"/>
              <a:gd name="T85" fmla="*/ 1502171478 h 48"/>
              <a:gd name="T86" fmla="*/ 2102132035 w 47"/>
              <a:gd name="T87" fmla="*/ 2139454303 h 48"/>
              <a:gd name="T88" fmla="*/ 2057404256 w 47"/>
              <a:gd name="T89" fmla="*/ 2147483646 h 48"/>
              <a:gd name="T90" fmla="*/ 1073426563 w 47"/>
              <a:gd name="T91" fmla="*/ 2147483646 h 48"/>
              <a:gd name="T92" fmla="*/ 1028705472 w 47"/>
              <a:gd name="T93" fmla="*/ 2139454303 h 48"/>
              <a:gd name="T94" fmla="*/ 1028705472 w 47"/>
              <a:gd name="T95" fmla="*/ 1911855222 h 48"/>
              <a:gd name="T96" fmla="*/ 1073426563 w 47"/>
              <a:gd name="T97" fmla="*/ 1866334056 h 48"/>
              <a:gd name="T98" fmla="*/ 2057404256 w 47"/>
              <a:gd name="T99" fmla="*/ 1866334056 h 48"/>
              <a:gd name="T100" fmla="*/ 2102132035 w 47"/>
              <a:gd name="T101" fmla="*/ 1911855222 h 48"/>
              <a:gd name="T102" fmla="*/ 2102132035 w 47"/>
              <a:gd name="T103" fmla="*/ 2139454303 h 4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47" h="48">
                <a:moveTo>
                  <a:pt x="18" y="39"/>
                </a:moveTo>
                <a:cubicBezTo>
                  <a:pt x="10" y="48"/>
                  <a:pt x="10" y="48"/>
                  <a:pt x="10" y="48"/>
                </a:cubicBezTo>
                <a:cubicBezTo>
                  <a:pt x="10" y="48"/>
                  <a:pt x="9" y="48"/>
                  <a:pt x="9" y="48"/>
                </a:cubicBezTo>
                <a:cubicBezTo>
                  <a:pt x="9" y="48"/>
                  <a:pt x="9" y="48"/>
                  <a:pt x="9" y="48"/>
                </a:cubicBezTo>
                <a:cubicBezTo>
                  <a:pt x="0" y="39"/>
                  <a:pt x="0" y="39"/>
                  <a:pt x="0" y="39"/>
                </a:cubicBezTo>
                <a:cubicBezTo>
                  <a:pt x="0" y="39"/>
                  <a:pt x="0" y="38"/>
                  <a:pt x="0" y="38"/>
                </a:cubicBezTo>
                <a:cubicBezTo>
                  <a:pt x="0" y="38"/>
                  <a:pt x="0" y="38"/>
                  <a:pt x="1" y="38"/>
                </a:cubicBezTo>
                <a:cubicBezTo>
                  <a:pt x="6" y="38"/>
                  <a:pt x="6" y="38"/>
                  <a:pt x="6" y="38"/>
                </a:cubicBezTo>
                <a:cubicBezTo>
                  <a:pt x="6" y="1"/>
                  <a:pt x="6" y="1"/>
                  <a:pt x="6" y="1"/>
                </a:cubicBezTo>
                <a:cubicBezTo>
                  <a:pt x="6" y="0"/>
                  <a:pt x="6" y="0"/>
                  <a:pt x="7" y="0"/>
                </a:cubicBezTo>
                <a:cubicBezTo>
                  <a:pt x="12" y="0"/>
                  <a:pt x="12" y="0"/>
                  <a:pt x="12" y="0"/>
                </a:cubicBezTo>
                <a:cubicBezTo>
                  <a:pt x="12" y="0"/>
                  <a:pt x="13" y="0"/>
                  <a:pt x="13" y="1"/>
                </a:cubicBezTo>
                <a:cubicBezTo>
                  <a:pt x="13" y="38"/>
                  <a:pt x="13" y="38"/>
                  <a:pt x="13" y="38"/>
                </a:cubicBezTo>
                <a:cubicBezTo>
                  <a:pt x="18" y="38"/>
                  <a:pt x="18" y="38"/>
                  <a:pt x="18" y="38"/>
                </a:cubicBezTo>
                <a:cubicBezTo>
                  <a:pt x="18" y="38"/>
                  <a:pt x="19" y="38"/>
                  <a:pt x="19" y="38"/>
                </a:cubicBezTo>
                <a:cubicBezTo>
                  <a:pt x="19" y="39"/>
                  <a:pt x="18" y="39"/>
                  <a:pt x="18" y="39"/>
                </a:cubicBezTo>
                <a:close/>
                <a:moveTo>
                  <a:pt x="31" y="6"/>
                </a:moveTo>
                <a:cubicBezTo>
                  <a:pt x="31" y="6"/>
                  <a:pt x="31" y="7"/>
                  <a:pt x="31" y="7"/>
                </a:cubicBezTo>
                <a:cubicBezTo>
                  <a:pt x="24" y="7"/>
                  <a:pt x="24" y="7"/>
                  <a:pt x="24" y="7"/>
                </a:cubicBezTo>
                <a:cubicBezTo>
                  <a:pt x="23" y="7"/>
                  <a:pt x="23" y="6"/>
                  <a:pt x="23" y="6"/>
                </a:cubicBezTo>
                <a:cubicBezTo>
                  <a:pt x="23" y="1"/>
                  <a:pt x="23" y="1"/>
                  <a:pt x="23" y="1"/>
                </a:cubicBezTo>
                <a:cubicBezTo>
                  <a:pt x="23" y="0"/>
                  <a:pt x="23" y="0"/>
                  <a:pt x="24" y="0"/>
                </a:cubicBezTo>
                <a:cubicBezTo>
                  <a:pt x="31" y="0"/>
                  <a:pt x="31" y="0"/>
                  <a:pt x="31" y="0"/>
                </a:cubicBezTo>
                <a:cubicBezTo>
                  <a:pt x="31" y="0"/>
                  <a:pt x="31" y="0"/>
                  <a:pt x="31" y="1"/>
                </a:cubicBezTo>
                <a:lnTo>
                  <a:pt x="31" y="6"/>
                </a:lnTo>
                <a:close/>
                <a:moveTo>
                  <a:pt x="37" y="20"/>
                </a:moveTo>
                <a:cubicBezTo>
                  <a:pt x="37" y="20"/>
                  <a:pt x="36" y="20"/>
                  <a:pt x="36" y="20"/>
                </a:cubicBezTo>
                <a:cubicBezTo>
                  <a:pt x="24" y="20"/>
                  <a:pt x="24" y="20"/>
                  <a:pt x="24" y="20"/>
                </a:cubicBezTo>
                <a:cubicBezTo>
                  <a:pt x="23" y="20"/>
                  <a:pt x="23" y="20"/>
                  <a:pt x="23" y="20"/>
                </a:cubicBezTo>
                <a:cubicBezTo>
                  <a:pt x="23" y="14"/>
                  <a:pt x="23" y="14"/>
                  <a:pt x="23" y="14"/>
                </a:cubicBezTo>
                <a:cubicBezTo>
                  <a:pt x="23" y="14"/>
                  <a:pt x="23" y="14"/>
                  <a:pt x="24" y="14"/>
                </a:cubicBezTo>
                <a:cubicBezTo>
                  <a:pt x="36" y="14"/>
                  <a:pt x="36" y="14"/>
                  <a:pt x="36" y="14"/>
                </a:cubicBezTo>
                <a:cubicBezTo>
                  <a:pt x="36" y="14"/>
                  <a:pt x="37" y="14"/>
                  <a:pt x="37" y="14"/>
                </a:cubicBezTo>
                <a:lnTo>
                  <a:pt x="37" y="20"/>
                </a:lnTo>
                <a:close/>
                <a:moveTo>
                  <a:pt x="42" y="33"/>
                </a:moveTo>
                <a:cubicBezTo>
                  <a:pt x="42" y="34"/>
                  <a:pt x="41" y="34"/>
                  <a:pt x="41" y="34"/>
                </a:cubicBezTo>
                <a:cubicBezTo>
                  <a:pt x="24" y="34"/>
                  <a:pt x="24" y="34"/>
                  <a:pt x="24" y="34"/>
                </a:cubicBezTo>
                <a:cubicBezTo>
                  <a:pt x="23" y="34"/>
                  <a:pt x="23" y="34"/>
                  <a:pt x="23" y="33"/>
                </a:cubicBezTo>
                <a:cubicBezTo>
                  <a:pt x="23" y="28"/>
                  <a:pt x="23" y="28"/>
                  <a:pt x="23" y="28"/>
                </a:cubicBezTo>
                <a:cubicBezTo>
                  <a:pt x="23" y="28"/>
                  <a:pt x="23" y="27"/>
                  <a:pt x="24" y="27"/>
                </a:cubicBezTo>
                <a:cubicBezTo>
                  <a:pt x="41" y="27"/>
                  <a:pt x="41" y="27"/>
                  <a:pt x="41" y="27"/>
                </a:cubicBezTo>
                <a:cubicBezTo>
                  <a:pt x="41" y="27"/>
                  <a:pt x="42" y="28"/>
                  <a:pt x="42" y="28"/>
                </a:cubicBezTo>
                <a:lnTo>
                  <a:pt x="42" y="33"/>
                </a:lnTo>
                <a:close/>
                <a:moveTo>
                  <a:pt x="47" y="47"/>
                </a:moveTo>
                <a:cubicBezTo>
                  <a:pt x="47" y="47"/>
                  <a:pt x="46" y="48"/>
                  <a:pt x="46" y="48"/>
                </a:cubicBezTo>
                <a:cubicBezTo>
                  <a:pt x="24" y="48"/>
                  <a:pt x="24" y="48"/>
                  <a:pt x="24" y="48"/>
                </a:cubicBezTo>
                <a:cubicBezTo>
                  <a:pt x="23" y="48"/>
                  <a:pt x="23" y="47"/>
                  <a:pt x="23" y="47"/>
                </a:cubicBezTo>
                <a:cubicBezTo>
                  <a:pt x="23" y="42"/>
                  <a:pt x="23" y="42"/>
                  <a:pt x="23" y="42"/>
                </a:cubicBezTo>
                <a:cubicBezTo>
                  <a:pt x="23" y="41"/>
                  <a:pt x="23" y="41"/>
                  <a:pt x="24" y="41"/>
                </a:cubicBezTo>
                <a:cubicBezTo>
                  <a:pt x="46" y="41"/>
                  <a:pt x="46" y="41"/>
                  <a:pt x="46" y="41"/>
                </a:cubicBezTo>
                <a:cubicBezTo>
                  <a:pt x="46" y="41"/>
                  <a:pt x="47" y="41"/>
                  <a:pt x="47" y="42"/>
                </a:cubicBezTo>
                <a:lnTo>
                  <a:pt x="47" y="4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5" name="稻壳儿小白白(http://dwz.cn/Wu2UP)"/>
          <p:cNvSpPr>
            <a:spLocks noEditPoints="1"/>
          </p:cNvSpPr>
          <p:nvPr/>
        </p:nvSpPr>
        <p:spPr>
          <a:xfrm>
            <a:off x="7297007" y="1978343"/>
            <a:ext cx="339471" cy="349758"/>
          </a:xfrm>
          <a:custGeom>
            <a:avLst/>
            <a:gdLst>
              <a:gd name="T0" fmla="*/ 805073266 w 47"/>
              <a:gd name="T1" fmla="*/ 1820812891 h 48"/>
              <a:gd name="T2" fmla="*/ 447264412 w 47"/>
              <a:gd name="T3" fmla="*/ 2147483646 h 48"/>
              <a:gd name="T4" fmla="*/ 402536633 w 47"/>
              <a:gd name="T5" fmla="*/ 2147483646 h 48"/>
              <a:gd name="T6" fmla="*/ 402536633 w 47"/>
              <a:gd name="T7" fmla="*/ 2147483646 h 48"/>
              <a:gd name="T8" fmla="*/ 0 w 47"/>
              <a:gd name="T9" fmla="*/ 1820812891 h 48"/>
              <a:gd name="T10" fmla="*/ 0 w 47"/>
              <a:gd name="T11" fmla="*/ 1775291725 h 48"/>
              <a:gd name="T12" fmla="*/ 44727779 w 47"/>
              <a:gd name="T13" fmla="*/ 1729770559 h 48"/>
              <a:gd name="T14" fmla="*/ 268359985 w 47"/>
              <a:gd name="T15" fmla="*/ 1729770559 h 48"/>
              <a:gd name="T16" fmla="*/ 268359985 w 47"/>
              <a:gd name="T17" fmla="*/ 45521166 h 48"/>
              <a:gd name="T18" fmla="*/ 313081076 w 47"/>
              <a:gd name="T19" fmla="*/ 0 h 48"/>
              <a:gd name="T20" fmla="*/ 536713281 w 47"/>
              <a:gd name="T21" fmla="*/ 0 h 48"/>
              <a:gd name="T22" fmla="*/ 581441060 w 47"/>
              <a:gd name="T23" fmla="*/ 45521166 h 48"/>
              <a:gd name="T24" fmla="*/ 581441060 w 47"/>
              <a:gd name="T25" fmla="*/ 1729770559 h 48"/>
              <a:gd name="T26" fmla="*/ 805073266 w 47"/>
              <a:gd name="T27" fmla="*/ 1729770559 h 48"/>
              <a:gd name="T28" fmla="*/ 849801045 w 47"/>
              <a:gd name="T29" fmla="*/ 1775291725 h 48"/>
              <a:gd name="T30" fmla="*/ 805073266 w 47"/>
              <a:gd name="T31" fmla="*/ 1820812891 h 48"/>
              <a:gd name="T32" fmla="*/ 2102132035 w 47"/>
              <a:gd name="T33" fmla="*/ 273120247 h 48"/>
              <a:gd name="T34" fmla="*/ 2057404256 w 47"/>
              <a:gd name="T35" fmla="*/ 318641413 h 48"/>
              <a:gd name="T36" fmla="*/ 1073426563 w 47"/>
              <a:gd name="T37" fmla="*/ 318641413 h 48"/>
              <a:gd name="T38" fmla="*/ 1028705472 w 47"/>
              <a:gd name="T39" fmla="*/ 273120247 h 48"/>
              <a:gd name="T40" fmla="*/ 1028705472 w 47"/>
              <a:gd name="T41" fmla="*/ 45521166 h 48"/>
              <a:gd name="T42" fmla="*/ 1073426563 w 47"/>
              <a:gd name="T43" fmla="*/ 0 h 48"/>
              <a:gd name="T44" fmla="*/ 2057404256 w 47"/>
              <a:gd name="T45" fmla="*/ 0 h 48"/>
              <a:gd name="T46" fmla="*/ 2102132035 w 47"/>
              <a:gd name="T47" fmla="*/ 45521166 h 48"/>
              <a:gd name="T48" fmla="*/ 2102132035 w 47"/>
              <a:gd name="T49" fmla="*/ 273120247 h 48"/>
              <a:gd name="T50" fmla="*/ 1878499829 w 47"/>
              <a:gd name="T51" fmla="*/ 910409819 h 48"/>
              <a:gd name="T52" fmla="*/ 1833772050 w 47"/>
              <a:gd name="T53" fmla="*/ 955924238 h 48"/>
              <a:gd name="T54" fmla="*/ 1073426563 w 47"/>
              <a:gd name="T55" fmla="*/ 955924238 h 48"/>
              <a:gd name="T56" fmla="*/ 1028705472 w 47"/>
              <a:gd name="T57" fmla="*/ 910409819 h 48"/>
              <a:gd name="T58" fmla="*/ 1028705472 w 47"/>
              <a:gd name="T59" fmla="*/ 682803991 h 48"/>
              <a:gd name="T60" fmla="*/ 1073426563 w 47"/>
              <a:gd name="T61" fmla="*/ 637282825 h 48"/>
              <a:gd name="T62" fmla="*/ 1833772050 w 47"/>
              <a:gd name="T63" fmla="*/ 637282825 h 48"/>
              <a:gd name="T64" fmla="*/ 1878499829 w 47"/>
              <a:gd name="T65" fmla="*/ 682803991 h 48"/>
              <a:gd name="T66" fmla="*/ 1878499829 w 47"/>
              <a:gd name="T67" fmla="*/ 910409819 h 48"/>
              <a:gd name="T68" fmla="*/ 1654867623 w 47"/>
              <a:gd name="T69" fmla="*/ 1547692644 h 48"/>
              <a:gd name="T70" fmla="*/ 1610146532 w 47"/>
              <a:gd name="T71" fmla="*/ 1593213809 h 48"/>
              <a:gd name="T72" fmla="*/ 1073426563 w 47"/>
              <a:gd name="T73" fmla="*/ 1593213809 h 48"/>
              <a:gd name="T74" fmla="*/ 1028705472 w 47"/>
              <a:gd name="T75" fmla="*/ 1547692644 h 48"/>
              <a:gd name="T76" fmla="*/ 1028705472 w 47"/>
              <a:gd name="T77" fmla="*/ 1320086816 h 48"/>
              <a:gd name="T78" fmla="*/ 1073426563 w 47"/>
              <a:gd name="T79" fmla="*/ 1274572397 h 48"/>
              <a:gd name="T80" fmla="*/ 1610146532 w 47"/>
              <a:gd name="T81" fmla="*/ 1274572397 h 48"/>
              <a:gd name="T82" fmla="*/ 1654867623 w 47"/>
              <a:gd name="T83" fmla="*/ 1320086816 h 48"/>
              <a:gd name="T84" fmla="*/ 1654867623 w 47"/>
              <a:gd name="T85" fmla="*/ 1547692644 h 48"/>
              <a:gd name="T86" fmla="*/ 1386514326 w 47"/>
              <a:gd name="T87" fmla="*/ 2147483646 h 48"/>
              <a:gd name="T88" fmla="*/ 1386514326 w 47"/>
              <a:gd name="T89" fmla="*/ 2147483646 h 48"/>
              <a:gd name="T90" fmla="*/ 1073426563 w 47"/>
              <a:gd name="T91" fmla="*/ 2147483646 h 48"/>
              <a:gd name="T92" fmla="*/ 1028705472 w 47"/>
              <a:gd name="T93" fmla="*/ 2147483646 h 48"/>
              <a:gd name="T94" fmla="*/ 1028705472 w 47"/>
              <a:gd name="T95" fmla="*/ 1911855222 h 48"/>
              <a:gd name="T96" fmla="*/ 1073426563 w 47"/>
              <a:gd name="T97" fmla="*/ 1911855222 h 48"/>
              <a:gd name="T98" fmla="*/ 1386514326 w 47"/>
              <a:gd name="T99" fmla="*/ 1911855222 h 48"/>
              <a:gd name="T100" fmla="*/ 1386514326 w 47"/>
              <a:gd name="T101" fmla="*/ 1911855222 h 48"/>
              <a:gd name="T102" fmla="*/ 1386514326 w 47"/>
              <a:gd name="T103" fmla="*/ 2147483646 h 4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47" h="48">
                <a:moveTo>
                  <a:pt x="18" y="40"/>
                </a:moveTo>
                <a:cubicBezTo>
                  <a:pt x="10" y="48"/>
                  <a:pt x="10" y="48"/>
                  <a:pt x="10" y="48"/>
                </a:cubicBezTo>
                <a:cubicBezTo>
                  <a:pt x="10" y="48"/>
                  <a:pt x="9" y="48"/>
                  <a:pt x="9" y="48"/>
                </a:cubicBezTo>
                <a:cubicBezTo>
                  <a:pt x="9" y="48"/>
                  <a:pt x="9" y="48"/>
                  <a:pt x="9" y="48"/>
                </a:cubicBezTo>
                <a:cubicBezTo>
                  <a:pt x="0" y="40"/>
                  <a:pt x="0" y="40"/>
                  <a:pt x="0" y="40"/>
                </a:cubicBezTo>
                <a:cubicBezTo>
                  <a:pt x="0" y="39"/>
                  <a:pt x="0" y="39"/>
                  <a:pt x="0" y="39"/>
                </a:cubicBezTo>
                <a:cubicBezTo>
                  <a:pt x="0" y="38"/>
                  <a:pt x="0" y="38"/>
                  <a:pt x="1" y="38"/>
                </a:cubicBezTo>
                <a:cubicBezTo>
                  <a:pt x="6" y="38"/>
                  <a:pt x="6" y="38"/>
                  <a:pt x="6" y="38"/>
                </a:cubicBezTo>
                <a:cubicBezTo>
                  <a:pt x="6" y="1"/>
                  <a:pt x="6" y="1"/>
                  <a:pt x="6" y="1"/>
                </a:cubicBezTo>
                <a:cubicBezTo>
                  <a:pt x="6" y="1"/>
                  <a:pt x="6" y="0"/>
                  <a:pt x="7" y="0"/>
                </a:cubicBezTo>
                <a:cubicBezTo>
                  <a:pt x="12" y="0"/>
                  <a:pt x="12" y="0"/>
                  <a:pt x="12" y="0"/>
                </a:cubicBezTo>
                <a:cubicBezTo>
                  <a:pt x="12" y="0"/>
                  <a:pt x="13" y="1"/>
                  <a:pt x="13" y="1"/>
                </a:cubicBezTo>
                <a:cubicBezTo>
                  <a:pt x="13" y="38"/>
                  <a:pt x="13" y="38"/>
                  <a:pt x="13" y="38"/>
                </a:cubicBezTo>
                <a:cubicBezTo>
                  <a:pt x="18" y="38"/>
                  <a:pt x="18" y="38"/>
                  <a:pt x="18" y="38"/>
                </a:cubicBezTo>
                <a:cubicBezTo>
                  <a:pt x="18" y="38"/>
                  <a:pt x="19" y="39"/>
                  <a:pt x="19" y="39"/>
                </a:cubicBezTo>
                <a:cubicBezTo>
                  <a:pt x="19" y="39"/>
                  <a:pt x="18" y="39"/>
                  <a:pt x="18" y="40"/>
                </a:cubicBezTo>
                <a:close/>
                <a:moveTo>
                  <a:pt x="47" y="6"/>
                </a:moveTo>
                <a:cubicBezTo>
                  <a:pt x="47" y="7"/>
                  <a:pt x="46" y="7"/>
                  <a:pt x="46" y="7"/>
                </a:cubicBezTo>
                <a:cubicBezTo>
                  <a:pt x="24" y="7"/>
                  <a:pt x="24" y="7"/>
                  <a:pt x="24" y="7"/>
                </a:cubicBezTo>
                <a:cubicBezTo>
                  <a:pt x="23" y="7"/>
                  <a:pt x="23" y="7"/>
                  <a:pt x="23" y="6"/>
                </a:cubicBezTo>
                <a:cubicBezTo>
                  <a:pt x="23" y="1"/>
                  <a:pt x="23" y="1"/>
                  <a:pt x="23" y="1"/>
                </a:cubicBezTo>
                <a:cubicBezTo>
                  <a:pt x="23" y="1"/>
                  <a:pt x="23" y="0"/>
                  <a:pt x="24" y="0"/>
                </a:cubicBezTo>
                <a:cubicBezTo>
                  <a:pt x="46" y="0"/>
                  <a:pt x="46" y="0"/>
                  <a:pt x="46" y="0"/>
                </a:cubicBezTo>
                <a:cubicBezTo>
                  <a:pt x="46" y="0"/>
                  <a:pt x="47" y="1"/>
                  <a:pt x="47" y="1"/>
                </a:cubicBezTo>
                <a:lnTo>
                  <a:pt x="47" y="6"/>
                </a:lnTo>
                <a:close/>
                <a:moveTo>
                  <a:pt x="42" y="20"/>
                </a:moveTo>
                <a:cubicBezTo>
                  <a:pt x="42" y="21"/>
                  <a:pt x="41" y="21"/>
                  <a:pt x="41" y="21"/>
                </a:cubicBezTo>
                <a:cubicBezTo>
                  <a:pt x="24" y="21"/>
                  <a:pt x="24" y="21"/>
                  <a:pt x="24" y="21"/>
                </a:cubicBezTo>
                <a:cubicBezTo>
                  <a:pt x="23" y="21"/>
                  <a:pt x="23" y="21"/>
                  <a:pt x="23" y="20"/>
                </a:cubicBezTo>
                <a:cubicBezTo>
                  <a:pt x="23" y="15"/>
                  <a:pt x="23" y="15"/>
                  <a:pt x="23" y="15"/>
                </a:cubicBezTo>
                <a:cubicBezTo>
                  <a:pt x="23" y="15"/>
                  <a:pt x="23" y="14"/>
                  <a:pt x="24" y="14"/>
                </a:cubicBezTo>
                <a:cubicBezTo>
                  <a:pt x="41" y="14"/>
                  <a:pt x="41" y="14"/>
                  <a:pt x="41" y="14"/>
                </a:cubicBezTo>
                <a:cubicBezTo>
                  <a:pt x="41" y="14"/>
                  <a:pt x="42" y="15"/>
                  <a:pt x="42" y="15"/>
                </a:cubicBezTo>
                <a:lnTo>
                  <a:pt x="42" y="20"/>
                </a:lnTo>
                <a:close/>
                <a:moveTo>
                  <a:pt x="37" y="34"/>
                </a:moveTo>
                <a:cubicBezTo>
                  <a:pt x="37" y="34"/>
                  <a:pt x="36" y="35"/>
                  <a:pt x="36" y="35"/>
                </a:cubicBezTo>
                <a:cubicBezTo>
                  <a:pt x="24" y="35"/>
                  <a:pt x="24" y="35"/>
                  <a:pt x="24" y="35"/>
                </a:cubicBezTo>
                <a:cubicBezTo>
                  <a:pt x="23" y="35"/>
                  <a:pt x="23" y="34"/>
                  <a:pt x="23" y="34"/>
                </a:cubicBezTo>
                <a:cubicBezTo>
                  <a:pt x="23" y="29"/>
                  <a:pt x="23" y="29"/>
                  <a:pt x="23" y="29"/>
                </a:cubicBezTo>
                <a:cubicBezTo>
                  <a:pt x="23" y="28"/>
                  <a:pt x="23" y="28"/>
                  <a:pt x="24" y="28"/>
                </a:cubicBezTo>
                <a:cubicBezTo>
                  <a:pt x="36" y="28"/>
                  <a:pt x="36" y="28"/>
                  <a:pt x="36" y="28"/>
                </a:cubicBezTo>
                <a:cubicBezTo>
                  <a:pt x="36" y="28"/>
                  <a:pt x="37" y="28"/>
                  <a:pt x="37" y="29"/>
                </a:cubicBezTo>
                <a:lnTo>
                  <a:pt x="37" y="34"/>
                </a:lnTo>
                <a:close/>
                <a:moveTo>
                  <a:pt x="31" y="48"/>
                </a:moveTo>
                <a:cubicBezTo>
                  <a:pt x="31" y="48"/>
                  <a:pt x="31" y="48"/>
                  <a:pt x="31" y="48"/>
                </a:cubicBezTo>
                <a:cubicBezTo>
                  <a:pt x="24" y="48"/>
                  <a:pt x="24" y="48"/>
                  <a:pt x="24" y="48"/>
                </a:cubicBezTo>
                <a:cubicBezTo>
                  <a:pt x="23" y="48"/>
                  <a:pt x="23" y="48"/>
                  <a:pt x="23" y="48"/>
                </a:cubicBezTo>
                <a:cubicBezTo>
                  <a:pt x="23" y="42"/>
                  <a:pt x="23" y="42"/>
                  <a:pt x="23" y="42"/>
                </a:cubicBezTo>
                <a:cubicBezTo>
                  <a:pt x="23" y="42"/>
                  <a:pt x="23" y="42"/>
                  <a:pt x="24" y="42"/>
                </a:cubicBezTo>
                <a:cubicBezTo>
                  <a:pt x="31" y="42"/>
                  <a:pt x="31" y="42"/>
                  <a:pt x="31" y="42"/>
                </a:cubicBezTo>
                <a:cubicBezTo>
                  <a:pt x="31" y="42"/>
                  <a:pt x="31" y="42"/>
                  <a:pt x="31" y="42"/>
                </a:cubicBezTo>
                <a:lnTo>
                  <a:pt x="31" y="4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6" name="稻壳儿小白白(http://dwz.cn/Wu2UP)"/>
          <p:cNvSpPr/>
          <p:nvPr/>
        </p:nvSpPr>
        <p:spPr>
          <a:xfrm>
            <a:off x="7360444" y="2434400"/>
            <a:ext cx="202311" cy="116586"/>
          </a:xfrm>
          <a:custGeom>
            <a:avLst/>
            <a:gdLst>
              <a:gd name="T0" fmla="*/ 1163723112 w 28"/>
              <a:gd name="T1" fmla="*/ 728325156 h 16"/>
              <a:gd name="T2" fmla="*/ 89514589 w 28"/>
              <a:gd name="T3" fmla="*/ 728325156 h 16"/>
              <a:gd name="T4" fmla="*/ 0 w 28"/>
              <a:gd name="T5" fmla="*/ 637282825 h 16"/>
              <a:gd name="T6" fmla="*/ 44757295 w 28"/>
              <a:gd name="T7" fmla="*/ 591761659 h 16"/>
              <a:gd name="T8" fmla="*/ 581858211 w 28"/>
              <a:gd name="T9" fmla="*/ 45521166 h 16"/>
              <a:gd name="T10" fmla="*/ 626622196 w 28"/>
              <a:gd name="T11" fmla="*/ 0 h 16"/>
              <a:gd name="T12" fmla="*/ 671379490 w 28"/>
              <a:gd name="T13" fmla="*/ 45521166 h 16"/>
              <a:gd name="T14" fmla="*/ 1208480406 w 28"/>
              <a:gd name="T15" fmla="*/ 591761659 h 16"/>
              <a:gd name="T16" fmla="*/ 1253237701 w 28"/>
              <a:gd name="T17" fmla="*/ 637282825 h 16"/>
              <a:gd name="T18" fmla="*/ 1163723112 w 28"/>
              <a:gd name="T19" fmla="*/ 728325156 h 1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 h="16">
                <a:moveTo>
                  <a:pt x="26" y="16"/>
                </a:moveTo>
                <a:cubicBezTo>
                  <a:pt x="2" y="16"/>
                  <a:pt x="2" y="16"/>
                  <a:pt x="2" y="16"/>
                </a:cubicBezTo>
                <a:cubicBezTo>
                  <a:pt x="1" y="16"/>
                  <a:pt x="0" y="15"/>
                  <a:pt x="0" y="14"/>
                </a:cubicBezTo>
                <a:cubicBezTo>
                  <a:pt x="0" y="13"/>
                  <a:pt x="0" y="13"/>
                  <a:pt x="1" y="13"/>
                </a:cubicBezTo>
                <a:cubicBezTo>
                  <a:pt x="13" y="1"/>
                  <a:pt x="13" y="1"/>
                  <a:pt x="13" y="1"/>
                </a:cubicBezTo>
                <a:cubicBezTo>
                  <a:pt x="13" y="0"/>
                  <a:pt x="13" y="0"/>
                  <a:pt x="14" y="0"/>
                </a:cubicBezTo>
                <a:cubicBezTo>
                  <a:pt x="14" y="0"/>
                  <a:pt x="15" y="0"/>
                  <a:pt x="15" y="1"/>
                </a:cubicBezTo>
                <a:cubicBezTo>
                  <a:pt x="27" y="13"/>
                  <a:pt x="27" y="13"/>
                  <a:pt x="27" y="13"/>
                </a:cubicBezTo>
                <a:cubicBezTo>
                  <a:pt x="27" y="13"/>
                  <a:pt x="28" y="13"/>
                  <a:pt x="28" y="14"/>
                </a:cubicBezTo>
                <a:cubicBezTo>
                  <a:pt x="28" y="15"/>
                  <a:pt x="27" y="16"/>
                  <a:pt x="26" y="1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7" name="稻壳儿小白白(http://dwz.cn/Wu2UP)"/>
          <p:cNvSpPr/>
          <p:nvPr/>
        </p:nvSpPr>
        <p:spPr>
          <a:xfrm>
            <a:off x="7360444" y="3247073"/>
            <a:ext cx="202311" cy="116586"/>
          </a:xfrm>
          <a:custGeom>
            <a:avLst/>
            <a:gdLst>
              <a:gd name="T0" fmla="*/ 1208480406 w 28"/>
              <a:gd name="T1" fmla="*/ 136563497 h 16"/>
              <a:gd name="T2" fmla="*/ 671379490 w 28"/>
              <a:gd name="T3" fmla="*/ 682803991 h 16"/>
              <a:gd name="T4" fmla="*/ 626622196 w 28"/>
              <a:gd name="T5" fmla="*/ 728325156 h 16"/>
              <a:gd name="T6" fmla="*/ 581858211 w 28"/>
              <a:gd name="T7" fmla="*/ 682803991 h 16"/>
              <a:gd name="T8" fmla="*/ 44757295 w 28"/>
              <a:gd name="T9" fmla="*/ 136563497 h 16"/>
              <a:gd name="T10" fmla="*/ 0 w 28"/>
              <a:gd name="T11" fmla="*/ 91042331 h 16"/>
              <a:gd name="T12" fmla="*/ 89514589 w 28"/>
              <a:gd name="T13" fmla="*/ 0 h 16"/>
              <a:gd name="T14" fmla="*/ 1163723112 w 28"/>
              <a:gd name="T15" fmla="*/ 0 h 16"/>
              <a:gd name="T16" fmla="*/ 1253237701 w 28"/>
              <a:gd name="T17" fmla="*/ 91042331 h 16"/>
              <a:gd name="T18" fmla="*/ 1208480406 w 28"/>
              <a:gd name="T19" fmla="*/ 136563497 h 1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 h="16">
                <a:moveTo>
                  <a:pt x="27" y="3"/>
                </a:moveTo>
                <a:cubicBezTo>
                  <a:pt x="15" y="15"/>
                  <a:pt x="15" y="15"/>
                  <a:pt x="15" y="15"/>
                </a:cubicBezTo>
                <a:cubicBezTo>
                  <a:pt x="15" y="15"/>
                  <a:pt x="14" y="16"/>
                  <a:pt x="14" y="16"/>
                </a:cubicBezTo>
                <a:cubicBezTo>
                  <a:pt x="13" y="16"/>
                  <a:pt x="13" y="15"/>
                  <a:pt x="13" y="15"/>
                </a:cubicBezTo>
                <a:cubicBezTo>
                  <a:pt x="1" y="3"/>
                  <a:pt x="1" y="3"/>
                  <a:pt x="1" y="3"/>
                </a:cubicBezTo>
                <a:cubicBezTo>
                  <a:pt x="0" y="3"/>
                  <a:pt x="0" y="2"/>
                  <a:pt x="0" y="2"/>
                </a:cubicBezTo>
                <a:cubicBezTo>
                  <a:pt x="0" y="1"/>
                  <a:pt x="1" y="0"/>
                  <a:pt x="2" y="0"/>
                </a:cubicBezTo>
                <a:cubicBezTo>
                  <a:pt x="26" y="0"/>
                  <a:pt x="26" y="0"/>
                  <a:pt x="26" y="0"/>
                </a:cubicBezTo>
                <a:cubicBezTo>
                  <a:pt x="27" y="0"/>
                  <a:pt x="28" y="1"/>
                  <a:pt x="28" y="2"/>
                </a:cubicBezTo>
                <a:cubicBezTo>
                  <a:pt x="28" y="2"/>
                  <a:pt x="27" y="3"/>
                  <a:pt x="27" y="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8" name="稻壳儿小白白(http://dwz.cn/Wu2UP)"/>
          <p:cNvSpPr/>
          <p:nvPr/>
        </p:nvSpPr>
        <p:spPr>
          <a:xfrm>
            <a:off x="7360444" y="3898583"/>
            <a:ext cx="202311" cy="109728"/>
          </a:xfrm>
          <a:custGeom>
            <a:avLst/>
            <a:gdLst>
              <a:gd name="T0" fmla="*/ 1208480406 w 28"/>
              <a:gd name="T1" fmla="*/ 137634133 h 15"/>
              <a:gd name="T2" fmla="*/ 671379490 w 28"/>
              <a:gd name="T3" fmla="*/ 688170667 h 15"/>
              <a:gd name="T4" fmla="*/ 626622196 w 28"/>
              <a:gd name="T5" fmla="*/ 688170667 h 15"/>
              <a:gd name="T6" fmla="*/ 581858211 w 28"/>
              <a:gd name="T7" fmla="*/ 688170667 h 15"/>
              <a:gd name="T8" fmla="*/ 44757295 w 28"/>
              <a:gd name="T9" fmla="*/ 137634133 h 15"/>
              <a:gd name="T10" fmla="*/ 0 w 28"/>
              <a:gd name="T11" fmla="*/ 45875787 h 15"/>
              <a:gd name="T12" fmla="*/ 89514589 w 28"/>
              <a:gd name="T13" fmla="*/ 0 h 15"/>
              <a:gd name="T14" fmla="*/ 1163723112 w 28"/>
              <a:gd name="T15" fmla="*/ 0 h 15"/>
              <a:gd name="T16" fmla="*/ 1253237701 w 28"/>
              <a:gd name="T17" fmla="*/ 45875787 h 15"/>
              <a:gd name="T18" fmla="*/ 1208480406 w 28"/>
              <a:gd name="T19" fmla="*/ 137634133 h 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 h="15">
                <a:moveTo>
                  <a:pt x="27" y="3"/>
                </a:moveTo>
                <a:cubicBezTo>
                  <a:pt x="15" y="15"/>
                  <a:pt x="15" y="15"/>
                  <a:pt x="15" y="15"/>
                </a:cubicBezTo>
                <a:cubicBezTo>
                  <a:pt x="15" y="15"/>
                  <a:pt x="14" y="15"/>
                  <a:pt x="14" y="15"/>
                </a:cubicBezTo>
                <a:cubicBezTo>
                  <a:pt x="13" y="15"/>
                  <a:pt x="13" y="15"/>
                  <a:pt x="13" y="15"/>
                </a:cubicBezTo>
                <a:cubicBezTo>
                  <a:pt x="1" y="3"/>
                  <a:pt x="1" y="3"/>
                  <a:pt x="1" y="3"/>
                </a:cubicBezTo>
                <a:cubicBezTo>
                  <a:pt x="0" y="2"/>
                  <a:pt x="0" y="2"/>
                  <a:pt x="0" y="1"/>
                </a:cubicBezTo>
                <a:cubicBezTo>
                  <a:pt x="0" y="0"/>
                  <a:pt x="1" y="0"/>
                  <a:pt x="2" y="0"/>
                </a:cubicBezTo>
                <a:cubicBezTo>
                  <a:pt x="26" y="0"/>
                  <a:pt x="26" y="0"/>
                  <a:pt x="26" y="0"/>
                </a:cubicBezTo>
                <a:cubicBezTo>
                  <a:pt x="27" y="0"/>
                  <a:pt x="28" y="0"/>
                  <a:pt x="28" y="1"/>
                </a:cubicBezTo>
                <a:cubicBezTo>
                  <a:pt x="28" y="2"/>
                  <a:pt x="27" y="2"/>
                  <a:pt x="27" y="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9" name="稻壳儿小白白(http://dwz.cn/Wu2UP)"/>
          <p:cNvSpPr>
            <a:spLocks noEditPoints="1"/>
          </p:cNvSpPr>
          <p:nvPr/>
        </p:nvSpPr>
        <p:spPr>
          <a:xfrm>
            <a:off x="7317581" y="4114610"/>
            <a:ext cx="282893" cy="349758"/>
          </a:xfrm>
          <a:custGeom>
            <a:avLst/>
            <a:gdLst>
              <a:gd name="T0" fmla="*/ 857081285 w 39"/>
              <a:gd name="T1" fmla="*/ 1775291725 h 48"/>
              <a:gd name="T2" fmla="*/ 451097534 w 39"/>
              <a:gd name="T3" fmla="*/ 2147483646 h 48"/>
              <a:gd name="T4" fmla="*/ 451097534 w 39"/>
              <a:gd name="T5" fmla="*/ 2147483646 h 48"/>
              <a:gd name="T6" fmla="*/ 405983751 w 39"/>
              <a:gd name="T7" fmla="*/ 2147483646 h 48"/>
              <a:gd name="T8" fmla="*/ 0 w 39"/>
              <a:gd name="T9" fmla="*/ 1775291725 h 48"/>
              <a:gd name="T10" fmla="*/ 0 w 39"/>
              <a:gd name="T11" fmla="*/ 1729770559 h 48"/>
              <a:gd name="T12" fmla="*/ 45107067 w 39"/>
              <a:gd name="T13" fmla="*/ 1729770559 h 48"/>
              <a:gd name="T14" fmla="*/ 270655834 w 39"/>
              <a:gd name="T15" fmla="*/ 1729770559 h 48"/>
              <a:gd name="T16" fmla="*/ 270655834 w 39"/>
              <a:gd name="T17" fmla="*/ 45521166 h 48"/>
              <a:gd name="T18" fmla="*/ 315769617 w 39"/>
              <a:gd name="T19" fmla="*/ 0 h 48"/>
              <a:gd name="T20" fmla="*/ 541311668 w 39"/>
              <a:gd name="T21" fmla="*/ 0 h 48"/>
              <a:gd name="T22" fmla="*/ 586425451 w 39"/>
              <a:gd name="T23" fmla="*/ 45521166 h 48"/>
              <a:gd name="T24" fmla="*/ 586425451 w 39"/>
              <a:gd name="T25" fmla="*/ 1729770559 h 48"/>
              <a:gd name="T26" fmla="*/ 811967502 w 39"/>
              <a:gd name="T27" fmla="*/ 1729770559 h 48"/>
              <a:gd name="T28" fmla="*/ 857081285 w 39"/>
              <a:gd name="T29" fmla="*/ 1729770559 h 48"/>
              <a:gd name="T30" fmla="*/ 857081285 w 39"/>
              <a:gd name="T31" fmla="*/ 1775291725 h 48"/>
              <a:gd name="T32" fmla="*/ 1353285886 w 39"/>
              <a:gd name="T33" fmla="*/ 2147483646 h 48"/>
              <a:gd name="T34" fmla="*/ 1217957969 w 39"/>
              <a:gd name="T35" fmla="*/ 2139454303 h 48"/>
              <a:gd name="T36" fmla="*/ 1172844186 w 39"/>
              <a:gd name="T37" fmla="*/ 2139454303 h 48"/>
              <a:gd name="T38" fmla="*/ 1217957969 w 39"/>
              <a:gd name="T39" fmla="*/ 2002897553 h 48"/>
              <a:gd name="T40" fmla="*/ 1263065036 w 39"/>
              <a:gd name="T41" fmla="*/ 2002897553 h 48"/>
              <a:gd name="T42" fmla="*/ 1353285886 w 39"/>
              <a:gd name="T43" fmla="*/ 2048411972 h 48"/>
              <a:gd name="T44" fmla="*/ 1578834653 w 39"/>
              <a:gd name="T45" fmla="*/ 1775291725 h 48"/>
              <a:gd name="T46" fmla="*/ 1578834653 w 39"/>
              <a:gd name="T47" fmla="*/ 1775291725 h 48"/>
              <a:gd name="T48" fmla="*/ 1398392953 w 39"/>
              <a:gd name="T49" fmla="*/ 1866334056 h 48"/>
              <a:gd name="T50" fmla="*/ 1127737119 w 39"/>
              <a:gd name="T51" fmla="*/ 1547692644 h 48"/>
              <a:gd name="T52" fmla="*/ 1398392953 w 39"/>
              <a:gd name="T53" fmla="*/ 1229051231 h 48"/>
              <a:gd name="T54" fmla="*/ 1759269637 w 39"/>
              <a:gd name="T55" fmla="*/ 1684249394 h 48"/>
              <a:gd name="T56" fmla="*/ 1353285886 w 39"/>
              <a:gd name="T57" fmla="*/ 2147483646 h 48"/>
              <a:gd name="T58" fmla="*/ 1714162570 w 39"/>
              <a:gd name="T59" fmla="*/ 910409819 h 48"/>
              <a:gd name="T60" fmla="*/ 1172844186 w 39"/>
              <a:gd name="T61" fmla="*/ 910409819 h 48"/>
              <a:gd name="T62" fmla="*/ 1172844186 w 39"/>
              <a:gd name="T63" fmla="*/ 773846322 h 48"/>
              <a:gd name="T64" fmla="*/ 1353285886 w 39"/>
              <a:gd name="T65" fmla="*/ 773846322 h 48"/>
              <a:gd name="T66" fmla="*/ 1353285886 w 39"/>
              <a:gd name="T67" fmla="*/ 273120247 h 48"/>
              <a:gd name="T68" fmla="*/ 1353285886 w 39"/>
              <a:gd name="T69" fmla="*/ 227599081 h 48"/>
              <a:gd name="T70" fmla="*/ 1353285886 w 39"/>
              <a:gd name="T71" fmla="*/ 182084663 h 48"/>
              <a:gd name="T72" fmla="*/ 1353285886 w 39"/>
              <a:gd name="T73" fmla="*/ 182084663 h 48"/>
              <a:gd name="T74" fmla="*/ 1353285886 w 39"/>
              <a:gd name="T75" fmla="*/ 227599081 h 48"/>
              <a:gd name="T76" fmla="*/ 1308172103 w 39"/>
              <a:gd name="T77" fmla="*/ 273120247 h 48"/>
              <a:gd name="T78" fmla="*/ 1263065036 w 39"/>
              <a:gd name="T79" fmla="*/ 318641413 h 48"/>
              <a:gd name="T80" fmla="*/ 1127737119 w 39"/>
              <a:gd name="T81" fmla="*/ 227599081 h 48"/>
              <a:gd name="T82" fmla="*/ 1398392953 w 39"/>
              <a:gd name="T83" fmla="*/ 0 h 48"/>
              <a:gd name="T84" fmla="*/ 1533720870 w 39"/>
              <a:gd name="T85" fmla="*/ 0 h 48"/>
              <a:gd name="T86" fmla="*/ 1533720870 w 39"/>
              <a:gd name="T87" fmla="*/ 773846322 h 48"/>
              <a:gd name="T88" fmla="*/ 1714162570 w 39"/>
              <a:gd name="T89" fmla="*/ 773846322 h 48"/>
              <a:gd name="T90" fmla="*/ 1714162570 w 39"/>
              <a:gd name="T91" fmla="*/ 910409819 h 48"/>
              <a:gd name="T92" fmla="*/ 1398392953 w 39"/>
              <a:gd name="T93" fmla="*/ 1365607981 h 48"/>
              <a:gd name="T94" fmla="*/ 1263065036 w 39"/>
              <a:gd name="T95" fmla="*/ 1547692644 h 48"/>
              <a:gd name="T96" fmla="*/ 1443500020 w 39"/>
              <a:gd name="T97" fmla="*/ 1729770559 h 48"/>
              <a:gd name="T98" fmla="*/ 1578834653 w 39"/>
              <a:gd name="T99" fmla="*/ 1593213809 h 48"/>
              <a:gd name="T100" fmla="*/ 1398392953 w 39"/>
              <a:gd name="T101" fmla="*/ 1365607981 h 4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39" h="48">
                <a:moveTo>
                  <a:pt x="19" y="39"/>
                </a:moveTo>
                <a:cubicBezTo>
                  <a:pt x="10" y="48"/>
                  <a:pt x="10" y="48"/>
                  <a:pt x="10" y="48"/>
                </a:cubicBezTo>
                <a:cubicBezTo>
                  <a:pt x="10" y="48"/>
                  <a:pt x="10" y="48"/>
                  <a:pt x="10" y="48"/>
                </a:cubicBezTo>
                <a:cubicBezTo>
                  <a:pt x="9" y="48"/>
                  <a:pt x="9" y="48"/>
                  <a:pt x="9" y="48"/>
                </a:cubicBezTo>
                <a:cubicBezTo>
                  <a:pt x="0" y="39"/>
                  <a:pt x="0" y="39"/>
                  <a:pt x="0" y="39"/>
                </a:cubicBezTo>
                <a:cubicBezTo>
                  <a:pt x="0" y="39"/>
                  <a:pt x="0" y="38"/>
                  <a:pt x="0" y="38"/>
                </a:cubicBezTo>
                <a:cubicBezTo>
                  <a:pt x="0" y="38"/>
                  <a:pt x="1" y="38"/>
                  <a:pt x="1" y="38"/>
                </a:cubicBezTo>
                <a:cubicBezTo>
                  <a:pt x="6" y="38"/>
                  <a:pt x="6" y="38"/>
                  <a:pt x="6" y="38"/>
                </a:cubicBezTo>
                <a:cubicBezTo>
                  <a:pt x="6" y="1"/>
                  <a:pt x="6" y="1"/>
                  <a:pt x="6" y="1"/>
                </a:cubicBezTo>
                <a:cubicBezTo>
                  <a:pt x="6" y="0"/>
                  <a:pt x="7" y="0"/>
                  <a:pt x="7" y="0"/>
                </a:cubicBezTo>
                <a:cubicBezTo>
                  <a:pt x="12" y="0"/>
                  <a:pt x="12" y="0"/>
                  <a:pt x="12" y="0"/>
                </a:cubicBezTo>
                <a:cubicBezTo>
                  <a:pt x="13" y="0"/>
                  <a:pt x="13" y="0"/>
                  <a:pt x="13" y="1"/>
                </a:cubicBezTo>
                <a:cubicBezTo>
                  <a:pt x="13" y="38"/>
                  <a:pt x="13" y="38"/>
                  <a:pt x="13" y="38"/>
                </a:cubicBezTo>
                <a:cubicBezTo>
                  <a:pt x="18" y="38"/>
                  <a:pt x="18" y="38"/>
                  <a:pt x="18" y="38"/>
                </a:cubicBezTo>
                <a:cubicBezTo>
                  <a:pt x="19" y="38"/>
                  <a:pt x="19" y="38"/>
                  <a:pt x="19" y="38"/>
                </a:cubicBezTo>
                <a:cubicBezTo>
                  <a:pt x="19" y="39"/>
                  <a:pt x="19" y="39"/>
                  <a:pt x="19" y="39"/>
                </a:cubicBezTo>
                <a:close/>
                <a:moveTo>
                  <a:pt x="30" y="48"/>
                </a:moveTo>
                <a:cubicBezTo>
                  <a:pt x="29" y="48"/>
                  <a:pt x="28" y="48"/>
                  <a:pt x="27" y="47"/>
                </a:cubicBezTo>
                <a:cubicBezTo>
                  <a:pt x="26" y="47"/>
                  <a:pt x="26" y="47"/>
                  <a:pt x="26" y="47"/>
                </a:cubicBezTo>
                <a:cubicBezTo>
                  <a:pt x="27" y="44"/>
                  <a:pt x="27" y="44"/>
                  <a:pt x="27" y="44"/>
                </a:cubicBezTo>
                <a:cubicBezTo>
                  <a:pt x="27" y="44"/>
                  <a:pt x="27" y="44"/>
                  <a:pt x="28" y="44"/>
                </a:cubicBezTo>
                <a:cubicBezTo>
                  <a:pt x="28" y="44"/>
                  <a:pt x="29" y="45"/>
                  <a:pt x="30" y="45"/>
                </a:cubicBezTo>
                <a:cubicBezTo>
                  <a:pt x="33" y="45"/>
                  <a:pt x="35" y="42"/>
                  <a:pt x="35" y="39"/>
                </a:cubicBezTo>
                <a:cubicBezTo>
                  <a:pt x="35" y="39"/>
                  <a:pt x="35" y="39"/>
                  <a:pt x="35" y="39"/>
                </a:cubicBezTo>
                <a:cubicBezTo>
                  <a:pt x="34" y="40"/>
                  <a:pt x="33" y="41"/>
                  <a:pt x="31" y="41"/>
                </a:cubicBezTo>
                <a:cubicBezTo>
                  <a:pt x="27" y="41"/>
                  <a:pt x="25" y="37"/>
                  <a:pt x="25" y="34"/>
                </a:cubicBezTo>
                <a:cubicBezTo>
                  <a:pt x="25" y="30"/>
                  <a:pt x="27" y="27"/>
                  <a:pt x="31" y="27"/>
                </a:cubicBezTo>
                <a:cubicBezTo>
                  <a:pt x="36" y="27"/>
                  <a:pt x="39" y="31"/>
                  <a:pt x="39" y="37"/>
                </a:cubicBezTo>
                <a:cubicBezTo>
                  <a:pt x="39" y="42"/>
                  <a:pt x="36" y="48"/>
                  <a:pt x="30" y="48"/>
                </a:cubicBezTo>
                <a:close/>
                <a:moveTo>
                  <a:pt x="38" y="20"/>
                </a:moveTo>
                <a:cubicBezTo>
                  <a:pt x="26" y="20"/>
                  <a:pt x="26" y="20"/>
                  <a:pt x="26" y="20"/>
                </a:cubicBezTo>
                <a:cubicBezTo>
                  <a:pt x="26" y="17"/>
                  <a:pt x="26" y="17"/>
                  <a:pt x="26" y="17"/>
                </a:cubicBezTo>
                <a:cubicBezTo>
                  <a:pt x="30" y="17"/>
                  <a:pt x="30" y="17"/>
                  <a:pt x="30" y="17"/>
                </a:cubicBezTo>
                <a:cubicBezTo>
                  <a:pt x="30" y="6"/>
                  <a:pt x="30" y="6"/>
                  <a:pt x="30" y="6"/>
                </a:cubicBezTo>
                <a:cubicBezTo>
                  <a:pt x="30" y="5"/>
                  <a:pt x="30" y="5"/>
                  <a:pt x="30" y="5"/>
                </a:cubicBezTo>
                <a:cubicBezTo>
                  <a:pt x="30" y="4"/>
                  <a:pt x="30" y="4"/>
                  <a:pt x="30" y="4"/>
                </a:cubicBezTo>
                <a:cubicBezTo>
                  <a:pt x="30" y="4"/>
                  <a:pt x="30" y="4"/>
                  <a:pt x="30" y="4"/>
                </a:cubicBezTo>
                <a:cubicBezTo>
                  <a:pt x="30" y="5"/>
                  <a:pt x="30" y="5"/>
                  <a:pt x="30" y="5"/>
                </a:cubicBezTo>
                <a:cubicBezTo>
                  <a:pt x="30" y="5"/>
                  <a:pt x="30" y="5"/>
                  <a:pt x="29" y="6"/>
                </a:cubicBezTo>
                <a:cubicBezTo>
                  <a:pt x="28" y="7"/>
                  <a:pt x="28" y="7"/>
                  <a:pt x="28" y="7"/>
                </a:cubicBezTo>
                <a:cubicBezTo>
                  <a:pt x="25" y="5"/>
                  <a:pt x="25" y="5"/>
                  <a:pt x="25" y="5"/>
                </a:cubicBezTo>
                <a:cubicBezTo>
                  <a:pt x="31" y="0"/>
                  <a:pt x="31" y="0"/>
                  <a:pt x="31" y="0"/>
                </a:cubicBezTo>
                <a:cubicBezTo>
                  <a:pt x="34" y="0"/>
                  <a:pt x="34" y="0"/>
                  <a:pt x="34" y="0"/>
                </a:cubicBezTo>
                <a:cubicBezTo>
                  <a:pt x="34" y="17"/>
                  <a:pt x="34" y="17"/>
                  <a:pt x="34" y="17"/>
                </a:cubicBezTo>
                <a:cubicBezTo>
                  <a:pt x="38" y="17"/>
                  <a:pt x="38" y="17"/>
                  <a:pt x="38" y="17"/>
                </a:cubicBezTo>
                <a:lnTo>
                  <a:pt x="38" y="20"/>
                </a:lnTo>
                <a:close/>
                <a:moveTo>
                  <a:pt x="31" y="30"/>
                </a:moveTo>
                <a:cubicBezTo>
                  <a:pt x="30" y="30"/>
                  <a:pt x="28" y="32"/>
                  <a:pt x="28" y="34"/>
                </a:cubicBezTo>
                <a:cubicBezTo>
                  <a:pt x="28" y="36"/>
                  <a:pt x="30" y="38"/>
                  <a:pt x="32" y="38"/>
                </a:cubicBezTo>
                <a:cubicBezTo>
                  <a:pt x="34" y="38"/>
                  <a:pt x="35" y="37"/>
                  <a:pt x="35" y="35"/>
                </a:cubicBezTo>
                <a:cubicBezTo>
                  <a:pt x="35" y="33"/>
                  <a:pt x="34" y="30"/>
                  <a:pt x="31" y="3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0" name="稻壳儿小白白(http://dwz.cn/Wu2UP)"/>
          <p:cNvSpPr>
            <a:spLocks noEditPoints="1"/>
          </p:cNvSpPr>
          <p:nvPr/>
        </p:nvSpPr>
        <p:spPr>
          <a:xfrm>
            <a:off x="7317581" y="4644390"/>
            <a:ext cx="282893" cy="349758"/>
          </a:xfrm>
          <a:custGeom>
            <a:avLst/>
            <a:gdLst>
              <a:gd name="T0" fmla="*/ 857081285 w 39"/>
              <a:gd name="T1" fmla="*/ 1820812891 h 48"/>
              <a:gd name="T2" fmla="*/ 451097534 w 39"/>
              <a:gd name="T3" fmla="*/ 2147483646 h 48"/>
              <a:gd name="T4" fmla="*/ 451097534 w 39"/>
              <a:gd name="T5" fmla="*/ 2147483646 h 48"/>
              <a:gd name="T6" fmla="*/ 405983751 w 39"/>
              <a:gd name="T7" fmla="*/ 2147483646 h 48"/>
              <a:gd name="T8" fmla="*/ 0 w 39"/>
              <a:gd name="T9" fmla="*/ 1820812891 h 48"/>
              <a:gd name="T10" fmla="*/ 0 w 39"/>
              <a:gd name="T11" fmla="*/ 1775291725 h 48"/>
              <a:gd name="T12" fmla="*/ 45107067 w 39"/>
              <a:gd name="T13" fmla="*/ 1729770559 h 48"/>
              <a:gd name="T14" fmla="*/ 270655834 w 39"/>
              <a:gd name="T15" fmla="*/ 1729770559 h 48"/>
              <a:gd name="T16" fmla="*/ 270655834 w 39"/>
              <a:gd name="T17" fmla="*/ 45521166 h 48"/>
              <a:gd name="T18" fmla="*/ 315769617 w 39"/>
              <a:gd name="T19" fmla="*/ 0 h 48"/>
              <a:gd name="T20" fmla="*/ 541311668 w 39"/>
              <a:gd name="T21" fmla="*/ 0 h 48"/>
              <a:gd name="T22" fmla="*/ 586425451 w 39"/>
              <a:gd name="T23" fmla="*/ 45521166 h 48"/>
              <a:gd name="T24" fmla="*/ 586425451 w 39"/>
              <a:gd name="T25" fmla="*/ 1729770559 h 48"/>
              <a:gd name="T26" fmla="*/ 811967502 w 39"/>
              <a:gd name="T27" fmla="*/ 1729770559 h 48"/>
              <a:gd name="T28" fmla="*/ 857081285 w 39"/>
              <a:gd name="T29" fmla="*/ 1775291725 h 48"/>
              <a:gd name="T30" fmla="*/ 857081285 w 39"/>
              <a:gd name="T31" fmla="*/ 1820812891 h 48"/>
              <a:gd name="T32" fmla="*/ 1353285886 w 39"/>
              <a:gd name="T33" fmla="*/ 955924238 h 48"/>
              <a:gd name="T34" fmla="*/ 1217957969 w 39"/>
              <a:gd name="T35" fmla="*/ 955924238 h 48"/>
              <a:gd name="T36" fmla="*/ 1172844186 w 39"/>
              <a:gd name="T37" fmla="*/ 910409819 h 48"/>
              <a:gd name="T38" fmla="*/ 1217957969 w 39"/>
              <a:gd name="T39" fmla="*/ 773846322 h 48"/>
              <a:gd name="T40" fmla="*/ 1263065036 w 39"/>
              <a:gd name="T41" fmla="*/ 773846322 h 48"/>
              <a:gd name="T42" fmla="*/ 1353285886 w 39"/>
              <a:gd name="T43" fmla="*/ 819367488 h 48"/>
              <a:gd name="T44" fmla="*/ 1578834653 w 39"/>
              <a:gd name="T45" fmla="*/ 546247241 h 48"/>
              <a:gd name="T46" fmla="*/ 1578834653 w 39"/>
              <a:gd name="T47" fmla="*/ 546247241 h 48"/>
              <a:gd name="T48" fmla="*/ 1398392953 w 39"/>
              <a:gd name="T49" fmla="*/ 637282825 h 48"/>
              <a:gd name="T50" fmla="*/ 1127737119 w 39"/>
              <a:gd name="T51" fmla="*/ 318641413 h 48"/>
              <a:gd name="T52" fmla="*/ 1398392953 w 39"/>
              <a:gd name="T53" fmla="*/ 0 h 48"/>
              <a:gd name="T54" fmla="*/ 1759269637 w 39"/>
              <a:gd name="T55" fmla="*/ 455204909 h 48"/>
              <a:gd name="T56" fmla="*/ 1353285886 w 39"/>
              <a:gd name="T57" fmla="*/ 955924238 h 48"/>
              <a:gd name="T58" fmla="*/ 1714162570 w 39"/>
              <a:gd name="T59" fmla="*/ 2147483646 h 48"/>
              <a:gd name="T60" fmla="*/ 1172844186 w 39"/>
              <a:gd name="T61" fmla="*/ 2147483646 h 48"/>
              <a:gd name="T62" fmla="*/ 1172844186 w 39"/>
              <a:gd name="T63" fmla="*/ 2048411972 h 48"/>
              <a:gd name="T64" fmla="*/ 1353285886 w 39"/>
              <a:gd name="T65" fmla="*/ 2048411972 h 48"/>
              <a:gd name="T66" fmla="*/ 1353285886 w 39"/>
              <a:gd name="T67" fmla="*/ 1547692644 h 48"/>
              <a:gd name="T68" fmla="*/ 1353285886 w 39"/>
              <a:gd name="T69" fmla="*/ 1502171478 h 48"/>
              <a:gd name="T70" fmla="*/ 1353285886 w 39"/>
              <a:gd name="T71" fmla="*/ 1456650313 h 48"/>
              <a:gd name="T72" fmla="*/ 1353285886 w 39"/>
              <a:gd name="T73" fmla="*/ 1456650313 h 48"/>
              <a:gd name="T74" fmla="*/ 1353285886 w 39"/>
              <a:gd name="T75" fmla="*/ 1502171478 h 48"/>
              <a:gd name="T76" fmla="*/ 1308172103 w 39"/>
              <a:gd name="T77" fmla="*/ 1547692644 h 48"/>
              <a:gd name="T78" fmla="*/ 1263065036 w 39"/>
              <a:gd name="T79" fmla="*/ 1593213809 h 48"/>
              <a:gd name="T80" fmla="*/ 1127737119 w 39"/>
              <a:gd name="T81" fmla="*/ 1502171478 h 48"/>
              <a:gd name="T82" fmla="*/ 1398392953 w 39"/>
              <a:gd name="T83" fmla="*/ 1274572397 h 48"/>
              <a:gd name="T84" fmla="*/ 1533720870 w 39"/>
              <a:gd name="T85" fmla="*/ 1274572397 h 48"/>
              <a:gd name="T86" fmla="*/ 1533720870 w 39"/>
              <a:gd name="T87" fmla="*/ 2048411972 h 48"/>
              <a:gd name="T88" fmla="*/ 1714162570 w 39"/>
              <a:gd name="T89" fmla="*/ 2048411972 h 48"/>
              <a:gd name="T90" fmla="*/ 1714162570 w 39"/>
              <a:gd name="T91" fmla="*/ 2147483646 h 48"/>
              <a:gd name="T92" fmla="*/ 1398392953 w 39"/>
              <a:gd name="T93" fmla="*/ 182084663 h 48"/>
              <a:gd name="T94" fmla="*/ 1263065036 w 39"/>
              <a:gd name="T95" fmla="*/ 318641413 h 48"/>
              <a:gd name="T96" fmla="*/ 1443500020 w 39"/>
              <a:gd name="T97" fmla="*/ 500726075 h 48"/>
              <a:gd name="T98" fmla="*/ 1578834653 w 39"/>
              <a:gd name="T99" fmla="*/ 364162578 h 48"/>
              <a:gd name="T100" fmla="*/ 1398392953 w 39"/>
              <a:gd name="T101" fmla="*/ 182084663 h 4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39" h="48">
                <a:moveTo>
                  <a:pt x="19" y="40"/>
                </a:moveTo>
                <a:cubicBezTo>
                  <a:pt x="10" y="48"/>
                  <a:pt x="10" y="48"/>
                  <a:pt x="10" y="48"/>
                </a:cubicBezTo>
                <a:cubicBezTo>
                  <a:pt x="10" y="48"/>
                  <a:pt x="10" y="48"/>
                  <a:pt x="10" y="48"/>
                </a:cubicBezTo>
                <a:cubicBezTo>
                  <a:pt x="9" y="48"/>
                  <a:pt x="9" y="48"/>
                  <a:pt x="9" y="48"/>
                </a:cubicBezTo>
                <a:cubicBezTo>
                  <a:pt x="0" y="40"/>
                  <a:pt x="0" y="40"/>
                  <a:pt x="0" y="40"/>
                </a:cubicBezTo>
                <a:cubicBezTo>
                  <a:pt x="0" y="39"/>
                  <a:pt x="0" y="39"/>
                  <a:pt x="0" y="39"/>
                </a:cubicBezTo>
                <a:cubicBezTo>
                  <a:pt x="0" y="38"/>
                  <a:pt x="1" y="38"/>
                  <a:pt x="1" y="38"/>
                </a:cubicBezTo>
                <a:cubicBezTo>
                  <a:pt x="6" y="38"/>
                  <a:pt x="6" y="38"/>
                  <a:pt x="6" y="38"/>
                </a:cubicBezTo>
                <a:cubicBezTo>
                  <a:pt x="6" y="1"/>
                  <a:pt x="6" y="1"/>
                  <a:pt x="6" y="1"/>
                </a:cubicBezTo>
                <a:cubicBezTo>
                  <a:pt x="6" y="1"/>
                  <a:pt x="7" y="0"/>
                  <a:pt x="7" y="0"/>
                </a:cubicBezTo>
                <a:cubicBezTo>
                  <a:pt x="12" y="0"/>
                  <a:pt x="12" y="0"/>
                  <a:pt x="12" y="0"/>
                </a:cubicBezTo>
                <a:cubicBezTo>
                  <a:pt x="13" y="0"/>
                  <a:pt x="13" y="1"/>
                  <a:pt x="13" y="1"/>
                </a:cubicBezTo>
                <a:cubicBezTo>
                  <a:pt x="13" y="38"/>
                  <a:pt x="13" y="38"/>
                  <a:pt x="13" y="38"/>
                </a:cubicBezTo>
                <a:cubicBezTo>
                  <a:pt x="18" y="38"/>
                  <a:pt x="18" y="38"/>
                  <a:pt x="18" y="38"/>
                </a:cubicBezTo>
                <a:cubicBezTo>
                  <a:pt x="19" y="38"/>
                  <a:pt x="19" y="39"/>
                  <a:pt x="19" y="39"/>
                </a:cubicBezTo>
                <a:cubicBezTo>
                  <a:pt x="19" y="39"/>
                  <a:pt x="19" y="39"/>
                  <a:pt x="19" y="40"/>
                </a:cubicBezTo>
                <a:close/>
                <a:moveTo>
                  <a:pt x="30" y="21"/>
                </a:moveTo>
                <a:cubicBezTo>
                  <a:pt x="29" y="21"/>
                  <a:pt x="28" y="21"/>
                  <a:pt x="27" y="21"/>
                </a:cubicBezTo>
                <a:cubicBezTo>
                  <a:pt x="26" y="20"/>
                  <a:pt x="26" y="20"/>
                  <a:pt x="26" y="20"/>
                </a:cubicBezTo>
                <a:cubicBezTo>
                  <a:pt x="27" y="17"/>
                  <a:pt x="27" y="17"/>
                  <a:pt x="27" y="17"/>
                </a:cubicBezTo>
                <a:cubicBezTo>
                  <a:pt x="27" y="17"/>
                  <a:pt x="27" y="17"/>
                  <a:pt x="28" y="17"/>
                </a:cubicBezTo>
                <a:cubicBezTo>
                  <a:pt x="28" y="18"/>
                  <a:pt x="29" y="18"/>
                  <a:pt x="30" y="18"/>
                </a:cubicBezTo>
                <a:cubicBezTo>
                  <a:pt x="33" y="18"/>
                  <a:pt x="35" y="15"/>
                  <a:pt x="35" y="12"/>
                </a:cubicBezTo>
                <a:cubicBezTo>
                  <a:pt x="35" y="12"/>
                  <a:pt x="35" y="12"/>
                  <a:pt x="35" y="12"/>
                </a:cubicBezTo>
                <a:cubicBezTo>
                  <a:pt x="34" y="13"/>
                  <a:pt x="33" y="14"/>
                  <a:pt x="31" y="14"/>
                </a:cubicBezTo>
                <a:cubicBezTo>
                  <a:pt x="27" y="14"/>
                  <a:pt x="25" y="11"/>
                  <a:pt x="25" y="7"/>
                </a:cubicBezTo>
                <a:cubicBezTo>
                  <a:pt x="25" y="3"/>
                  <a:pt x="27" y="0"/>
                  <a:pt x="31" y="0"/>
                </a:cubicBezTo>
                <a:cubicBezTo>
                  <a:pt x="36" y="0"/>
                  <a:pt x="39" y="4"/>
                  <a:pt x="39" y="10"/>
                </a:cubicBezTo>
                <a:cubicBezTo>
                  <a:pt x="39" y="15"/>
                  <a:pt x="36" y="21"/>
                  <a:pt x="30" y="21"/>
                </a:cubicBezTo>
                <a:close/>
                <a:moveTo>
                  <a:pt x="38" y="48"/>
                </a:moveTo>
                <a:cubicBezTo>
                  <a:pt x="26" y="48"/>
                  <a:pt x="26" y="48"/>
                  <a:pt x="26" y="48"/>
                </a:cubicBezTo>
                <a:cubicBezTo>
                  <a:pt x="26" y="45"/>
                  <a:pt x="26" y="45"/>
                  <a:pt x="26" y="45"/>
                </a:cubicBezTo>
                <a:cubicBezTo>
                  <a:pt x="30" y="45"/>
                  <a:pt x="30" y="45"/>
                  <a:pt x="30" y="45"/>
                </a:cubicBezTo>
                <a:cubicBezTo>
                  <a:pt x="30" y="34"/>
                  <a:pt x="30" y="34"/>
                  <a:pt x="30" y="34"/>
                </a:cubicBezTo>
                <a:cubicBezTo>
                  <a:pt x="30" y="33"/>
                  <a:pt x="30" y="33"/>
                  <a:pt x="30" y="33"/>
                </a:cubicBezTo>
                <a:cubicBezTo>
                  <a:pt x="30" y="32"/>
                  <a:pt x="30" y="32"/>
                  <a:pt x="30" y="32"/>
                </a:cubicBezTo>
                <a:cubicBezTo>
                  <a:pt x="30" y="32"/>
                  <a:pt x="30" y="32"/>
                  <a:pt x="30" y="32"/>
                </a:cubicBezTo>
                <a:cubicBezTo>
                  <a:pt x="30" y="33"/>
                  <a:pt x="30" y="33"/>
                  <a:pt x="30" y="33"/>
                </a:cubicBezTo>
                <a:cubicBezTo>
                  <a:pt x="30" y="33"/>
                  <a:pt x="30" y="33"/>
                  <a:pt x="29" y="34"/>
                </a:cubicBezTo>
                <a:cubicBezTo>
                  <a:pt x="28" y="35"/>
                  <a:pt x="28" y="35"/>
                  <a:pt x="28" y="35"/>
                </a:cubicBezTo>
                <a:cubicBezTo>
                  <a:pt x="25" y="33"/>
                  <a:pt x="25" y="33"/>
                  <a:pt x="25" y="33"/>
                </a:cubicBezTo>
                <a:cubicBezTo>
                  <a:pt x="31" y="28"/>
                  <a:pt x="31" y="28"/>
                  <a:pt x="31" y="28"/>
                </a:cubicBezTo>
                <a:cubicBezTo>
                  <a:pt x="34" y="28"/>
                  <a:pt x="34" y="28"/>
                  <a:pt x="34" y="28"/>
                </a:cubicBezTo>
                <a:cubicBezTo>
                  <a:pt x="34" y="45"/>
                  <a:pt x="34" y="45"/>
                  <a:pt x="34" y="45"/>
                </a:cubicBezTo>
                <a:cubicBezTo>
                  <a:pt x="38" y="45"/>
                  <a:pt x="38" y="45"/>
                  <a:pt x="38" y="45"/>
                </a:cubicBezTo>
                <a:lnTo>
                  <a:pt x="38" y="48"/>
                </a:lnTo>
                <a:close/>
                <a:moveTo>
                  <a:pt x="31" y="4"/>
                </a:moveTo>
                <a:cubicBezTo>
                  <a:pt x="30" y="4"/>
                  <a:pt x="28" y="5"/>
                  <a:pt x="28" y="7"/>
                </a:cubicBezTo>
                <a:cubicBezTo>
                  <a:pt x="28" y="9"/>
                  <a:pt x="30" y="11"/>
                  <a:pt x="32" y="11"/>
                </a:cubicBezTo>
                <a:cubicBezTo>
                  <a:pt x="34" y="11"/>
                  <a:pt x="35" y="10"/>
                  <a:pt x="35" y="8"/>
                </a:cubicBezTo>
                <a:cubicBezTo>
                  <a:pt x="35" y="6"/>
                  <a:pt x="34" y="4"/>
                  <a:pt x="31" y="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1" name="稻壳儿小白白(http://dwz.cn/Wu2UP)"/>
          <p:cNvSpPr/>
          <p:nvPr/>
        </p:nvSpPr>
        <p:spPr>
          <a:xfrm>
            <a:off x="7360444" y="5217033"/>
            <a:ext cx="202311" cy="114872"/>
          </a:xfrm>
          <a:custGeom>
            <a:avLst/>
            <a:gdLst>
              <a:gd name="T0" fmla="*/ 1163723112 w 28"/>
              <a:gd name="T1" fmla="*/ 707067986 h 16"/>
              <a:gd name="T2" fmla="*/ 89514589 w 28"/>
              <a:gd name="T3" fmla="*/ 707067986 h 16"/>
              <a:gd name="T4" fmla="*/ 0 w 28"/>
              <a:gd name="T5" fmla="*/ 618686980 h 16"/>
              <a:gd name="T6" fmla="*/ 44757295 w 28"/>
              <a:gd name="T7" fmla="*/ 574493154 h 16"/>
              <a:gd name="T8" fmla="*/ 581858211 w 28"/>
              <a:gd name="T9" fmla="*/ 44193827 h 16"/>
              <a:gd name="T10" fmla="*/ 626622196 w 28"/>
              <a:gd name="T11" fmla="*/ 0 h 16"/>
              <a:gd name="T12" fmla="*/ 671379490 w 28"/>
              <a:gd name="T13" fmla="*/ 44193827 h 16"/>
              <a:gd name="T14" fmla="*/ 1208480406 w 28"/>
              <a:gd name="T15" fmla="*/ 574493154 h 16"/>
              <a:gd name="T16" fmla="*/ 1253237701 w 28"/>
              <a:gd name="T17" fmla="*/ 618686980 h 16"/>
              <a:gd name="T18" fmla="*/ 1163723112 w 28"/>
              <a:gd name="T19" fmla="*/ 707067986 h 1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 h="16">
                <a:moveTo>
                  <a:pt x="26" y="16"/>
                </a:moveTo>
                <a:cubicBezTo>
                  <a:pt x="2" y="16"/>
                  <a:pt x="2" y="16"/>
                  <a:pt x="2" y="16"/>
                </a:cubicBezTo>
                <a:cubicBezTo>
                  <a:pt x="1" y="16"/>
                  <a:pt x="0" y="15"/>
                  <a:pt x="0" y="14"/>
                </a:cubicBezTo>
                <a:cubicBezTo>
                  <a:pt x="0" y="13"/>
                  <a:pt x="0" y="13"/>
                  <a:pt x="1" y="13"/>
                </a:cubicBezTo>
                <a:cubicBezTo>
                  <a:pt x="13" y="1"/>
                  <a:pt x="13" y="1"/>
                  <a:pt x="13" y="1"/>
                </a:cubicBezTo>
                <a:cubicBezTo>
                  <a:pt x="13" y="0"/>
                  <a:pt x="13" y="0"/>
                  <a:pt x="14" y="0"/>
                </a:cubicBezTo>
                <a:cubicBezTo>
                  <a:pt x="14" y="0"/>
                  <a:pt x="15" y="0"/>
                  <a:pt x="15" y="1"/>
                </a:cubicBezTo>
                <a:cubicBezTo>
                  <a:pt x="27" y="13"/>
                  <a:pt x="27" y="13"/>
                  <a:pt x="27" y="13"/>
                </a:cubicBezTo>
                <a:cubicBezTo>
                  <a:pt x="27" y="13"/>
                  <a:pt x="28" y="13"/>
                  <a:pt x="28" y="14"/>
                </a:cubicBezTo>
                <a:cubicBezTo>
                  <a:pt x="28" y="15"/>
                  <a:pt x="27" y="16"/>
                  <a:pt x="26" y="1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2" name="稻壳儿小白白(http://dwz.cn/Wu2UP)"/>
          <p:cNvSpPr>
            <a:spLocks noEditPoints="1"/>
          </p:cNvSpPr>
          <p:nvPr/>
        </p:nvSpPr>
        <p:spPr>
          <a:xfrm>
            <a:off x="7238714" y="5787962"/>
            <a:ext cx="447485" cy="195453"/>
          </a:xfrm>
          <a:custGeom>
            <a:avLst/>
            <a:gdLst>
              <a:gd name="T0" fmla="*/ 44661627 w 62"/>
              <a:gd name="T1" fmla="*/ 1078255753 h 27"/>
              <a:gd name="T2" fmla="*/ 0 w 62"/>
              <a:gd name="T3" fmla="*/ 763761419 h 27"/>
              <a:gd name="T4" fmla="*/ 44661627 w 62"/>
              <a:gd name="T5" fmla="*/ 898547578 h 27"/>
              <a:gd name="T6" fmla="*/ 133984880 w 62"/>
              <a:gd name="T7" fmla="*/ 1168106489 h 27"/>
              <a:gd name="T8" fmla="*/ 133984880 w 62"/>
              <a:gd name="T9" fmla="*/ 628981964 h 27"/>
              <a:gd name="T10" fmla="*/ 178639824 w 62"/>
              <a:gd name="T11" fmla="*/ 898547578 h 27"/>
              <a:gd name="T12" fmla="*/ 223301451 w 62"/>
              <a:gd name="T13" fmla="*/ 1213035208 h 27"/>
              <a:gd name="T14" fmla="*/ 223301451 w 62"/>
              <a:gd name="T15" fmla="*/ 584053244 h 27"/>
              <a:gd name="T16" fmla="*/ 267963077 w 62"/>
              <a:gd name="T17" fmla="*/ 898547578 h 27"/>
              <a:gd name="T18" fmla="*/ 357286331 w 62"/>
              <a:gd name="T19" fmla="*/ 1213035208 h 27"/>
              <a:gd name="T20" fmla="*/ 357286331 w 62"/>
              <a:gd name="T21" fmla="*/ 584053244 h 27"/>
              <a:gd name="T22" fmla="*/ 401947957 w 62"/>
              <a:gd name="T23" fmla="*/ 898547578 h 27"/>
              <a:gd name="T24" fmla="*/ 446609584 w 62"/>
              <a:gd name="T25" fmla="*/ 1213035208 h 27"/>
              <a:gd name="T26" fmla="*/ 446609584 w 62"/>
              <a:gd name="T27" fmla="*/ 628981964 h 27"/>
              <a:gd name="T28" fmla="*/ 491271211 w 62"/>
              <a:gd name="T29" fmla="*/ 898547578 h 27"/>
              <a:gd name="T30" fmla="*/ 580587781 w 62"/>
              <a:gd name="T31" fmla="*/ 1213035208 h 27"/>
              <a:gd name="T32" fmla="*/ 535926154 w 62"/>
              <a:gd name="T33" fmla="*/ 449273789 h 27"/>
              <a:gd name="T34" fmla="*/ 625249408 w 62"/>
              <a:gd name="T35" fmla="*/ 898547578 h 27"/>
              <a:gd name="T36" fmla="*/ 669911034 w 62"/>
              <a:gd name="T37" fmla="*/ 1213035208 h 27"/>
              <a:gd name="T38" fmla="*/ 669911034 w 62"/>
              <a:gd name="T39" fmla="*/ 314487631 h 27"/>
              <a:gd name="T40" fmla="*/ 714572661 w 62"/>
              <a:gd name="T41" fmla="*/ 898547578 h 27"/>
              <a:gd name="T42" fmla="*/ 803895914 w 62"/>
              <a:gd name="T43" fmla="*/ 1213035208 h 27"/>
              <a:gd name="T44" fmla="*/ 759234288 w 62"/>
              <a:gd name="T45" fmla="*/ 269565614 h 27"/>
              <a:gd name="T46" fmla="*/ 848557541 w 62"/>
              <a:gd name="T47" fmla="*/ 898547578 h 27"/>
              <a:gd name="T48" fmla="*/ 893212485 w 62"/>
              <a:gd name="T49" fmla="*/ 224636894 h 27"/>
              <a:gd name="T50" fmla="*/ 893212485 w 62"/>
              <a:gd name="T51" fmla="*/ 1168106489 h 27"/>
              <a:gd name="T52" fmla="*/ 937874112 w 62"/>
              <a:gd name="T53" fmla="*/ 898547578 h 27"/>
              <a:gd name="T54" fmla="*/ 1027197365 w 62"/>
              <a:gd name="T55" fmla="*/ 1213035208 h 27"/>
              <a:gd name="T56" fmla="*/ 982535738 w 62"/>
              <a:gd name="T57" fmla="*/ 269565614 h 27"/>
              <a:gd name="T58" fmla="*/ 1071858992 w 62"/>
              <a:gd name="T59" fmla="*/ 898547578 h 27"/>
              <a:gd name="T60" fmla="*/ 1161182245 w 62"/>
              <a:gd name="T61" fmla="*/ 1213035208 h 27"/>
              <a:gd name="T62" fmla="*/ 1116520618 w 62"/>
              <a:gd name="T63" fmla="*/ 314487631 h 27"/>
              <a:gd name="T64" fmla="*/ 1205843872 w 62"/>
              <a:gd name="T65" fmla="*/ 898547578 h 27"/>
              <a:gd name="T66" fmla="*/ 1295160442 w 62"/>
              <a:gd name="T67" fmla="*/ 179708175 h 27"/>
              <a:gd name="T68" fmla="*/ 1205843872 w 62"/>
              <a:gd name="T69" fmla="*/ 179708175 h 27"/>
              <a:gd name="T70" fmla="*/ 1205843872 w 62"/>
              <a:gd name="T71" fmla="*/ 1168106489 h 27"/>
              <a:gd name="T72" fmla="*/ 1250498815 w 62"/>
              <a:gd name="T73" fmla="*/ 1213035208 h 27"/>
              <a:gd name="T74" fmla="*/ 1295160442 w 62"/>
              <a:gd name="T75" fmla="*/ 1168106489 h 27"/>
              <a:gd name="T76" fmla="*/ 1384483696 w 62"/>
              <a:gd name="T77" fmla="*/ 1213035208 h 27"/>
              <a:gd name="T78" fmla="*/ 1339822069 w 62"/>
              <a:gd name="T79" fmla="*/ 898547578 h 27"/>
              <a:gd name="T80" fmla="*/ 1339822069 w 62"/>
              <a:gd name="T81" fmla="*/ 89857439 h 27"/>
              <a:gd name="T82" fmla="*/ 1429145322 w 62"/>
              <a:gd name="T83" fmla="*/ 134779456 h 27"/>
              <a:gd name="T84" fmla="*/ 2147483646 w 62"/>
              <a:gd name="T85" fmla="*/ 1213035208 h 27"/>
              <a:gd name="T86" fmla="*/ 1429145322 w 62"/>
              <a:gd name="T87" fmla="*/ 89857439 h 27"/>
              <a:gd name="T88" fmla="*/ 2147483646 w 62"/>
              <a:gd name="T89" fmla="*/ 539124525 h 27"/>
              <a:gd name="T90" fmla="*/ 2147483646 w 62"/>
              <a:gd name="T91" fmla="*/ 1213035208 h 2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62" h="27">
                <a:moveTo>
                  <a:pt x="1" y="20"/>
                </a:moveTo>
                <a:cubicBezTo>
                  <a:pt x="1" y="23"/>
                  <a:pt x="1" y="23"/>
                  <a:pt x="1" y="23"/>
                </a:cubicBezTo>
                <a:cubicBezTo>
                  <a:pt x="1" y="23"/>
                  <a:pt x="1" y="24"/>
                  <a:pt x="1" y="24"/>
                </a:cubicBezTo>
                <a:cubicBezTo>
                  <a:pt x="1" y="24"/>
                  <a:pt x="0" y="23"/>
                  <a:pt x="0" y="23"/>
                </a:cubicBezTo>
                <a:cubicBezTo>
                  <a:pt x="0" y="20"/>
                  <a:pt x="0" y="20"/>
                  <a:pt x="0" y="20"/>
                </a:cubicBezTo>
                <a:cubicBezTo>
                  <a:pt x="0" y="17"/>
                  <a:pt x="0" y="17"/>
                  <a:pt x="0" y="17"/>
                </a:cubicBezTo>
                <a:cubicBezTo>
                  <a:pt x="0" y="16"/>
                  <a:pt x="1" y="16"/>
                  <a:pt x="1" y="16"/>
                </a:cubicBezTo>
                <a:cubicBezTo>
                  <a:pt x="1" y="16"/>
                  <a:pt x="1" y="16"/>
                  <a:pt x="1" y="17"/>
                </a:cubicBezTo>
                <a:lnTo>
                  <a:pt x="1" y="20"/>
                </a:lnTo>
                <a:close/>
                <a:moveTo>
                  <a:pt x="4" y="20"/>
                </a:moveTo>
                <a:cubicBezTo>
                  <a:pt x="3" y="25"/>
                  <a:pt x="3" y="25"/>
                  <a:pt x="3" y="25"/>
                </a:cubicBezTo>
                <a:cubicBezTo>
                  <a:pt x="3" y="26"/>
                  <a:pt x="3" y="26"/>
                  <a:pt x="3" y="26"/>
                </a:cubicBezTo>
                <a:cubicBezTo>
                  <a:pt x="3" y="26"/>
                  <a:pt x="3" y="26"/>
                  <a:pt x="3" y="25"/>
                </a:cubicBezTo>
                <a:cubicBezTo>
                  <a:pt x="2" y="20"/>
                  <a:pt x="2" y="20"/>
                  <a:pt x="2" y="20"/>
                </a:cubicBezTo>
                <a:cubicBezTo>
                  <a:pt x="3" y="14"/>
                  <a:pt x="3" y="14"/>
                  <a:pt x="3" y="14"/>
                </a:cubicBezTo>
                <a:cubicBezTo>
                  <a:pt x="3" y="14"/>
                  <a:pt x="3" y="14"/>
                  <a:pt x="3" y="14"/>
                </a:cubicBezTo>
                <a:cubicBezTo>
                  <a:pt x="3" y="14"/>
                  <a:pt x="3" y="14"/>
                  <a:pt x="3" y="14"/>
                </a:cubicBezTo>
                <a:lnTo>
                  <a:pt x="4" y="20"/>
                </a:lnTo>
                <a:close/>
                <a:moveTo>
                  <a:pt x="6" y="20"/>
                </a:moveTo>
                <a:cubicBezTo>
                  <a:pt x="6" y="26"/>
                  <a:pt x="6" y="26"/>
                  <a:pt x="6" y="26"/>
                </a:cubicBezTo>
                <a:cubicBezTo>
                  <a:pt x="6" y="26"/>
                  <a:pt x="6" y="27"/>
                  <a:pt x="5" y="27"/>
                </a:cubicBezTo>
                <a:cubicBezTo>
                  <a:pt x="5" y="27"/>
                  <a:pt x="5" y="26"/>
                  <a:pt x="5" y="26"/>
                </a:cubicBezTo>
                <a:cubicBezTo>
                  <a:pt x="5" y="20"/>
                  <a:pt x="5" y="20"/>
                  <a:pt x="5" y="20"/>
                </a:cubicBezTo>
                <a:cubicBezTo>
                  <a:pt x="5" y="13"/>
                  <a:pt x="5" y="13"/>
                  <a:pt x="5" y="13"/>
                </a:cubicBezTo>
                <a:cubicBezTo>
                  <a:pt x="5" y="13"/>
                  <a:pt x="5" y="13"/>
                  <a:pt x="5" y="13"/>
                </a:cubicBezTo>
                <a:cubicBezTo>
                  <a:pt x="6" y="13"/>
                  <a:pt x="6" y="13"/>
                  <a:pt x="6" y="13"/>
                </a:cubicBezTo>
                <a:lnTo>
                  <a:pt x="6" y="20"/>
                </a:lnTo>
                <a:close/>
                <a:moveTo>
                  <a:pt x="9" y="20"/>
                </a:moveTo>
                <a:cubicBezTo>
                  <a:pt x="8" y="26"/>
                  <a:pt x="8" y="26"/>
                  <a:pt x="8" y="26"/>
                </a:cubicBezTo>
                <a:cubicBezTo>
                  <a:pt x="8" y="27"/>
                  <a:pt x="8" y="27"/>
                  <a:pt x="8" y="27"/>
                </a:cubicBezTo>
                <a:cubicBezTo>
                  <a:pt x="8" y="27"/>
                  <a:pt x="8" y="27"/>
                  <a:pt x="8" y="26"/>
                </a:cubicBezTo>
                <a:cubicBezTo>
                  <a:pt x="7" y="20"/>
                  <a:pt x="7" y="20"/>
                  <a:pt x="7" y="20"/>
                </a:cubicBezTo>
                <a:cubicBezTo>
                  <a:pt x="8" y="13"/>
                  <a:pt x="8" y="13"/>
                  <a:pt x="8" y="13"/>
                </a:cubicBezTo>
                <a:cubicBezTo>
                  <a:pt x="8" y="13"/>
                  <a:pt x="8" y="13"/>
                  <a:pt x="8" y="13"/>
                </a:cubicBezTo>
                <a:cubicBezTo>
                  <a:pt x="8" y="13"/>
                  <a:pt x="8" y="13"/>
                  <a:pt x="8" y="13"/>
                </a:cubicBezTo>
                <a:lnTo>
                  <a:pt x="9" y="20"/>
                </a:lnTo>
                <a:close/>
                <a:moveTo>
                  <a:pt x="11" y="20"/>
                </a:moveTo>
                <a:cubicBezTo>
                  <a:pt x="11" y="27"/>
                  <a:pt x="11" y="27"/>
                  <a:pt x="11" y="27"/>
                </a:cubicBezTo>
                <a:cubicBezTo>
                  <a:pt x="11" y="27"/>
                  <a:pt x="11" y="27"/>
                  <a:pt x="10" y="27"/>
                </a:cubicBezTo>
                <a:cubicBezTo>
                  <a:pt x="10" y="27"/>
                  <a:pt x="10" y="27"/>
                  <a:pt x="10" y="27"/>
                </a:cubicBezTo>
                <a:cubicBezTo>
                  <a:pt x="9" y="20"/>
                  <a:pt x="9" y="20"/>
                  <a:pt x="9" y="20"/>
                </a:cubicBezTo>
                <a:cubicBezTo>
                  <a:pt x="10" y="14"/>
                  <a:pt x="10" y="14"/>
                  <a:pt x="10" y="14"/>
                </a:cubicBezTo>
                <a:cubicBezTo>
                  <a:pt x="10" y="13"/>
                  <a:pt x="10" y="13"/>
                  <a:pt x="10" y="13"/>
                </a:cubicBezTo>
                <a:cubicBezTo>
                  <a:pt x="11" y="13"/>
                  <a:pt x="11" y="13"/>
                  <a:pt x="11" y="14"/>
                </a:cubicBezTo>
                <a:lnTo>
                  <a:pt x="11" y="20"/>
                </a:lnTo>
                <a:close/>
                <a:moveTo>
                  <a:pt x="14" y="20"/>
                </a:moveTo>
                <a:cubicBezTo>
                  <a:pt x="13" y="27"/>
                  <a:pt x="13" y="27"/>
                  <a:pt x="13" y="27"/>
                </a:cubicBezTo>
                <a:cubicBezTo>
                  <a:pt x="13" y="27"/>
                  <a:pt x="13" y="27"/>
                  <a:pt x="13" y="27"/>
                </a:cubicBezTo>
                <a:cubicBezTo>
                  <a:pt x="13" y="27"/>
                  <a:pt x="12" y="27"/>
                  <a:pt x="12" y="27"/>
                </a:cubicBezTo>
                <a:cubicBezTo>
                  <a:pt x="12" y="20"/>
                  <a:pt x="12" y="20"/>
                  <a:pt x="12" y="20"/>
                </a:cubicBezTo>
                <a:cubicBezTo>
                  <a:pt x="12" y="10"/>
                  <a:pt x="12" y="10"/>
                  <a:pt x="12" y="10"/>
                </a:cubicBezTo>
                <a:cubicBezTo>
                  <a:pt x="12" y="10"/>
                  <a:pt x="13" y="9"/>
                  <a:pt x="13" y="9"/>
                </a:cubicBezTo>
                <a:cubicBezTo>
                  <a:pt x="13" y="9"/>
                  <a:pt x="13" y="10"/>
                  <a:pt x="13" y="10"/>
                </a:cubicBezTo>
                <a:lnTo>
                  <a:pt x="14" y="20"/>
                </a:lnTo>
                <a:close/>
                <a:moveTo>
                  <a:pt x="16" y="20"/>
                </a:moveTo>
                <a:cubicBezTo>
                  <a:pt x="16" y="27"/>
                  <a:pt x="16" y="27"/>
                  <a:pt x="16" y="27"/>
                </a:cubicBezTo>
                <a:cubicBezTo>
                  <a:pt x="16" y="27"/>
                  <a:pt x="16" y="27"/>
                  <a:pt x="15" y="27"/>
                </a:cubicBezTo>
                <a:cubicBezTo>
                  <a:pt x="15" y="27"/>
                  <a:pt x="15" y="27"/>
                  <a:pt x="15" y="27"/>
                </a:cubicBezTo>
                <a:cubicBezTo>
                  <a:pt x="14" y="20"/>
                  <a:pt x="14" y="20"/>
                  <a:pt x="14" y="20"/>
                </a:cubicBezTo>
                <a:cubicBezTo>
                  <a:pt x="15" y="7"/>
                  <a:pt x="15" y="7"/>
                  <a:pt x="15" y="7"/>
                </a:cubicBezTo>
                <a:cubicBezTo>
                  <a:pt x="15" y="7"/>
                  <a:pt x="15" y="7"/>
                  <a:pt x="15" y="7"/>
                </a:cubicBezTo>
                <a:cubicBezTo>
                  <a:pt x="16" y="7"/>
                  <a:pt x="16" y="7"/>
                  <a:pt x="16" y="7"/>
                </a:cubicBezTo>
                <a:lnTo>
                  <a:pt x="16" y="20"/>
                </a:lnTo>
                <a:close/>
                <a:moveTo>
                  <a:pt x="19" y="20"/>
                </a:moveTo>
                <a:cubicBezTo>
                  <a:pt x="18" y="26"/>
                  <a:pt x="18" y="26"/>
                  <a:pt x="18" y="26"/>
                </a:cubicBezTo>
                <a:cubicBezTo>
                  <a:pt x="18" y="27"/>
                  <a:pt x="18" y="27"/>
                  <a:pt x="18" y="27"/>
                </a:cubicBezTo>
                <a:cubicBezTo>
                  <a:pt x="18" y="27"/>
                  <a:pt x="17" y="27"/>
                  <a:pt x="17" y="26"/>
                </a:cubicBezTo>
                <a:cubicBezTo>
                  <a:pt x="17" y="20"/>
                  <a:pt x="17" y="20"/>
                  <a:pt x="17" y="20"/>
                </a:cubicBezTo>
                <a:cubicBezTo>
                  <a:pt x="17" y="6"/>
                  <a:pt x="17" y="6"/>
                  <a:pt x="17" y="6"/>
                </a:cubicBezTo>
                <a:cubicBezTo>
                  <a:pt x="17" y="6"/>
                  <a:pt x="18" y="6"/>
                  <a:pt x="18" y="6"/>
                </a:cubicBezTo>
                <a:cubicBezTo>
                  <a:pt x="18" y="6"/>
                  <a:pt x="18" y="6"/>
                  <a:pt x="18" y="6"/>
                </a:cubicBezTo>
                <a:lnTo>
                  <a:pt x="19" y="20"/>
                </a:lnTo>
                <a:close/>
                <a:moveTo>
                  <a:pt x="21" y="20"/>
                </a:moveTo>
                <a:cubicBezTo>
                  <a:pt x="21" y="6"/>
                  <a:pt x="21" y="6"/>
                  <a:pt x="21" y="6"/>
                </a:cubicBezTo>
                <a:cubicBezTo>
                  <a:pt x="21" y="6"/>
                  <a:pt x="21" y="5"/>
                  <a:pt x="20" y="5"/>
                </a:cubicBezTo>
                <a:cubicBezTo>
                  <a:pt x="20" y="5"/>
                  <a:pt x="20" y="6"/>
                  <a:pt x="20" y="6"/>
                </a:cubicBezTo>
                <a:cubicBezTo>
                  <a:pt x="19" y="20"/>
                  <a:pt x="19" y="20"/>
                  <a:pt x="19" y="20"/>
                </a:cubicBezTo>
                <a:cubicBezTo>
                  <a:pt x="20" y="26"/>
                  <a:pt x="20" y="26"/>
                  <a:pt x="20" y="26"/>
                </a:cubicBezTo>
                <a:cubicBezTo>
                  <a:pt x="20" y="27"/>
                  <a:pt x="20" y="27"/>
                  <a:pt x="20" y="27"/>
                </a:cubicBezTo>
                <a:cubicBezTo>
                  <a:pt x="21" y="27"/>
                  <a:pt x="21" y="27"/>
                  <a:pt x="21" y="26"/>
                </a:cubicBezTo>
                <a:lnTo>
                  <a:pt x="21" y="20"/>
                </a:lnTo>
                <a:close/>
                <a:moveTo>
                  <a:pt x="24" y="20"/>
                </a:moveTo>
                <a:cubicBezTo>
                  <a:pt x="24" y="26"/>
                  <a:pt x="24" y="26"/>
                  <a:pt x="24" y="26"/>
                </a:cubicBezTo>
                <a:cubicBezTo>
                  <a:pt x="24" y="27"/>
                  <a:pt x="23" y="27"/>
                  <a:pt x="23" y="27"/>
                </a:cubicBezTo>
                <a:cubicBezTo>
                  <a:pt x="23" y="27"/>
                  <a:pt x="22" y="27"/>
                  <a:pt x="22" y="26"/>
                </a:cubicBezTo>
                <a:cubicBezTo>
                  <a:pt x="22" y="20"/>
                  <a:pt x="22" y="20"/>
                  <a:pt x="22" y="20"/>
                </a:cubicBezTo>
                <a:cubicBezTo>
                  <a:pt x="22" y="6"/>
                  <a:pt x="22" y="6"/>
                  <a:pt x="22" y="6"/>
                </a:cubicBezTo>
                <a:cubicBezTo>
                  <a:pt x="22" y="6"/>
                  <a:pt x="23" y="6"/>
                  <a:pt x="23" y="6"/>
                </a:cubicBezTo>
                <a:cubicBezTo>
                  <a:pt x="23" y="6"/>
                  <a:pt x="24" y="6"/>
                  <a:pt x="24" y="6"/>
                </a:cubicBezTo>
                <a:lnTo>
                  <a:pt x="24" y="20"/>
                </a:lnTo>
                <a:close/>
                <a:moveTo>
                  <a:pt x="27" y="20"/>
                </a:moveTo>
                <a:cubicBezTo>
                  <a:pt x="26" y="26"/>
                  <a:pt x="26" y="26"/>
                  <a:pt x="26" y="26"/>
                </a:cubicBezTo>
                <a:cubicBezTo>
                  <a:pt x="26" y="27"/>
                  <a:pt x="26" y="27"/>
                  <a:pt x="26" y="27"/>
                </a:cubicBezTo>
                <a:cubicBezTo>
                  <a:pt x="25" y="27"/>
                  <a:pt x="25" y="27"/>
                  <a:pt x="25" y="26"/>
                </a:cubicBezTo>
                <a:cubicBezTo>
                  <a:pt x="24" y="20"/>
                  <a:pt x="24" y="20"/>
                  <a:pt x="24" y="20"/>
                </a:cubicBezTo>
                <a:cubicBezTo>
                  <a:pt x="25" y="7"/>
                  <a:pt x="25" y="7"/>
                  <a:pt x="25" y="7"/>
                </a:cubicBezTo>
                <a:cubicBezTo>
                  <a:pt x="25" y="6"/>
                  <a:pt x="25" y="6"/>
                  <a:pt x="26" y="6"/>
                </a:cubicBezTo>
                <a:cubicBezTo>
                  <a:pt x="26" y="6"/>
                  <a:pt x="26" y="6"/>
                  <a:pt x="26" y="7"/>
                </a:cubicBezTo>
                <a:lnTo>
                  <a:pt x="27" y="20"/>
                </a:lnTo>
                <a:close/>
                <a:moveTo>
                  <a:pt x="29" y="20"/>
                </a:moveTo>
                <a:cubicBezTo>
                  <a:pt x="29" y="4"/>
                  <a:pt x="29" y="4"/>
                  <a:pt x="29" y="4"/>
                </a:cubicBezTo>
                <a:cubicBezTo>
                  <a:pt x="29" y="4"/>
                  <a:pt x="29" y="4"/>
                  <a:pt x="29" y="4"/>
                </a:cubicBezTo>
                <a:cubicBezTo>
                  <a:pt x="28" y="4"/>
                  <a:pt x="28" y="3"/>
                  <a:pt x="28" y="3"/>
                </a:cubicBezTo>
                <a:cubicBezTo>
                  <a:pt x="28" y="3"/>
                  <a:pt x="28" y="4"/>
                  <a:pt x="28" y="4"/>
                </a:cubicBezTo>
                <a:cubicBezTo>
                  <a:pt x="27" y="4"/>
                  <a:pt x="27" y="4"/>
                  <a:pt x="27" y="4"/>
                </a:cubicBezTo>
                <a:cubicBezTo>
                  <a:pt x="27" y="4"/>
                  <a:pt x="27" y="4"/>
                  <a:pt x="27" y="4"/>
                </a:cubicBezTo>
                <a:cubicBezTo>
                  <a:pt x="27" y="20"/>
                  <a:pt x="27" y="20"/>
                  <a:pt x="27" y="20"/>
                </a:cubicBezTo>
                <a:cubicBezTo>
                  <a:pt x="27" y="20"/>
                  <a:pt x="27" y="20"/>
                  <a:pt x="27" y="26"/>
                </a:cubicBezTo>
                <a:cubicBezTo>
                  <a:pt x="27" y="26"/>
                  <a:pt x="27" y="26"/>
                  <a:pt x="27" y="26"/>
                </a:cubicBezTo>
                <a:cubicBezTo>
                  <a:pt x="27" y="26"/>
                  <a:pt x="27" y="27"/>
                  <a:pt x="28" y="27"/>
                </a:cubicBezTo>
                <a:cubicBezTo>
                  <a:pt x="28" y="27"/>
                  <a:pt x="28" y="27"/>
                  <a:pt x="28" y="27"/>
                </a:cubicBezTo>
                <a:cubicBezTo>
                  <a:pt x="28" y="27"/>
                  <a:pt x="29" y="27"/>
                  <a:pt x="29" y="27"/>
                </a:cubicBezTo>
                <a:cubicBezTo>
                  <a:pt x="29" y="27"/>
                  <a:pt x="29" y="26"/>
                  <a:pt x="29" y="26"/>
                </a:cubicBezTo>
                <a:cubicBezTo>
                  <a:pt x="29" y="26"/>
                  <a:pt x="29" y="26"/>
                  <a:pt x="29" y="26"/>
                </a:cubicBezTo>
                <a:lnTo>
                  <a:pt x="29" y="20"/>
                </a:lnTo>
                <a:close/>
                <a:moveTo>
                  <a:pt x="32" y="26"/>
                </a:moveTo>
                <a:cubicBezTo>
                  <a:pt x="32" y="27"/>
                  <a:pt x="31" y="27"/>
                  <a:pt x="31" y="27"/>
                </a:cubicBezTo>
                <a:cubicBezTo>
                  <a:pt x="30" y="27"/>
                  <a:pt x="30" y="27"/>
                  <a:pt x="30" y="26"/>
                </a:cubicBezTo>
                <a:cubicBezTo>
                  <a:pt x="30" y="23"/>
                  <a:pt x="30" y="23"/>
                  <a:pt x="30" y="23"/>
                </a:cubicBezTo>
                <a:cubicBezTo>
                  <a:pt x="30" y="20"/>
                  <a:pt x="30" y="20"/>
                  <a:pt x="30" y="20"/>
                </a:cubicBezTo>
                <a:cubicBezTo>
                  <a:pt x="30" y="3"/>
                  <a:pt x="30" y="3"/>
                  <a:pt x="30" y="3"/>
                </a:cubicBezTo>
                <a:cubicBezTo>
                  <a:pt x="30" y="3"/>
                  <a:pt x="30" y="3"/>
                  <a:pt x="30" y="3"/>
                </a:cubicBezTo>
                <a:cubicBezTo>
                  <a:pt x="30" y="3"/>
                  <a:pt x="30" y="2"/>
                  <a:pt x="30" y="2"/>
                </a:cubicBezTo>
                <a:cubicBezTo>
                  <a:pt x="30" y="2"/>
                  <a:pt x="31" y="2"/>
                  <a:pt x="31" y="2"/>
                </a:cubicBezTo>
                <a:cubicBezTo>
                  <a:pt x="31" y="2"/>
                  <a:pt x="31" y="2"/>
                  <a:pt x="31" y="2"/>
                </a:cubicBezTo>
                <a:cubicBezTo>
                  <a:pt x="31" y="2"/>
                  <a:pt x="32" y="3"/>
                  <a:pt x="32" y="3"/>
                </a:cubicBezTo>
                <a:cubicBezTo>
                  <a:pt x="32" y="20"/>
                  <a:pt x="32" y="20"/>
                  <a:pt x="32" y="20"/>
                </a:cubicBezTo>
                <a:lnTo>
                  <a:pt x="32" y="26"/>
                </a:lnTo>
                <a:close/>
                <a:moveTo>
                  <a:pt x="54" y="27"/>
                </a:moveTo>
                <a:cubicBezTo>
                  <a:pt x="33" y="27"/>
                  <a:pt x="33" y="27"/>
                  <a:pt x="33" y="27"/>
                </a:cubicBezTo>
                <a:cubicBezTo>
                  <a:pt x="33" y="27"/>
                  <a:pt x="32" y="27"/>
                  <a:pt x="32" y="26"/>
                </a:cubicBezTo>
                <a:cubicBezTo>
                  <a:pt x="32" y="2"/>
                  <a:pt x="32" y="2"/>
                  <a:pt x="32" y="2"/>
                </a:cubicBezTo>
                <a:cubicBezTo>
                  <a:pt x="32" y="2"/>
                  <a:pt x="32" y="1"/>
                  <a:pt x="33" y="1"/>
                </a:cubicBezTo>
                <a:cubicBezTo>
                  <a:pt x="34" y="1"/>
                  <a:pt x="36" y="0"/>
                  <a:pt x="38" y="0"/>
                </a:cubicBezTo>
                <a:cubicBezTo>
                  <a:pt x="45" y="0"/>
                  <a:pt x="51" y="6"/>
                  <a:pt x="51" y="12"/>
                </a:cubicBezTo>
                <a:cubicBezTo>
                  <a:pt x="52" y="12"/>
                  <a:pt x="53" y="12"/>
                  <a:pt x="54" y="12"/>
                </a:cubicBezTo>
                <a:cubicBezTo>
                  <a:pt x="58" y="12"/>
                  <a:pt x="62" y="15"/>
                  <a:pt x="62" y="19"/>
                </a:cubicBezTo>
                <a:cubicBezTo>
                  <a:pt x="62" y="24"/>
                  <a:pt x="58" y="27"/>
                  <a:pt x="54" y="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3" name="稻壳儿小白白(http://dwz.cn/Wu2UP)"/>
          <p:cNvSpPr>
            <a:spLocks noEditPoints="1"/>
          </p:cNvSpPr>
          <p:nvPr/>
        </p:nvSpPr>
        <p:spPr>
          <a:xfrm>
            <a:off x="8200549" y="1455420"/>
            <a:ext cx="327469" cy="306896"/>
          </a:xfrm>
          <a:custGeom>
            <a:avLst/>
            <a:gdLst>
              <a:gd name="T0" fmla="*/ 1543645554 w 45"/>
              <a:gd name="T1" fmla="*/ 1235946671 h 42"/>
              <a:gd name="T2" fmla="*/ 1679848384 w 45"/>
              <a:gd name="T3" fmla="*/ 1831031354 h 42"/>
              <a:gd name="T4" fmla="*/ 1634447441 w 45"/>
              <a:gd name="T5" fmla="*/ 1922585966 h 42"/>
              <a:gd name="T6" fmla="*/ 1543645554 w 45"/>
              <a:gd name="T7" fmla="*/ 1922585966 h 42"/>
              <a:gd name="T8" fmla="*/ 998827494 w 45"/>
              <a:gd name="T9" fmla="*/ 1647928895 h 42"/>
              <a:gd name="T10" fmla="*/ 454009435 w 45"/>
              <a:gd name="T11" fmla="*/ 1922585966 h 42"/>
              <a:gd name="T12" fmla="*/ 408608491 w 45"/>
              <a:gd name="T13" fmla="*/ 1922585966 h 42"/>
              <a:gd name="T14" fmla="*/ 363207548 w 45"/>
              <a:gd name="T15" fmla="*/ 1831031354 h 42"/>
              <a:gd name="T16" fmla="*/ 499410378 w 45"/>
              <a:gd name="T17" fmla="*/ 1235946671 h 42"/>
              <a:gd name="T18" fmla="*/ 45400943 w 45"/>
              <a:gd name="T19" fmla="*/ 778187141 h 42"/>
              <a:gd name="T20" fmla="*/ 90801887 w 45"/>
              <a:gd name="T21" fmla="*/ 686639295 h 42"/>
              <a:gd name="T22" fmla="*/ 681020890 w 45"/>
              <a:gd name="T23" fmla="*/ 595084683 h 42"/>
              <a:gd name="T24" fmla="*/ 953426551 w 45"/>
              <a:gd name="T25" fmla="*/ 45777306 h 42"/>
              <a:gd name="T26" fmla="*/ 998827494 w 45"/>
              <a:gd name="T27" fmla="*/ 0 h 42"/>
              <a:gd name="T28" fmla="*/ 1089629381 w 45"/>
              <a:gd name="T29" fmla="*/ 45777306 h 42"/>
              <a:gd name="T30" fmla="*/ 1362035042 w 45"/>
              <a:gd name="T31" fmla="*/ 595084683 h 42"/>
              <a:gd name="T32" fmla="*/ 1952254045 w 45"/>
              <a:gd name="T33" fmla="*/ 686639295 h 42"/>
              <a:gd name="T34" fmla="*/ 1997654989 w 45"/>
              <a:gd name="T35" fmla="*/ 778187141 h 42"/>
              <a:gd name="T36" fmla="*/ 1543645554 w 45"/>
              <a:gd name="T37" fmla="*/ 1235946671 h 42"/>
              <a:gd name="T38" fmla="*/ 1770650271 w 45"/>
              <a:gd name="T39" fmla="*/ 823964447 h 42"/>
              <a:gd name="T40" fmla="*/ 1316634099 w 45"/>
              <a:gd name="T41" fmla="*/ 732416601 h 42"/>
              <a:gd name="T42" fmla="*/ 1225832212 w 45"/>
              <a:gd name="T43" fmla="*/ 732416601 h 42"/>
              <a:gd name="T44" fmla="*/ 1225832212 w 45"/>
              <a:gd name="T45" fmla="*/ 686639295 h 42"/>
              <a:gd name="T46" fmla="*/ 998827494 w 45"/>
              <a:gd name="T47" fmla="*/ 274657071 h 42"/>
              <a:gd name="T48" fmla="*/ 998827494 w 45"/>
              <a:gd name="T49" fmla="*/ 1464826436 h 42"/>
              <a:gd name="T50" fmla="*/ 1089629381 w 45"/>
              <a:gd name="T51" fmla="*/ 1510603742 h 42"/>
              <a:gd name="T52" fmla="*/ 1498237872 w 45"/>
              <a:gd name="T53" fmla="*/ 1693706201 h 42"/>
              <a:gd name="T54" fmla="*/ 1407435986 w 45"/>
              <a:gd name="T55" fmla="*/ 1281723977 h 42"/>
              <a:gd name="T56" fmla="*/ 1407435986 w 45"/>
              <a:gd name="T57" fmla="*/ 1190169365 h 42"/>
              <a:gd name="T58" fmla="*/ 1452836929 w 45"/>
              <a:gd name="T59" fmla="*/ 1098621519 h 42"/>
              <a:gd name="T60" fmla="*/ 1770650271 w 45"/>
              <a:gd name="T61" fmla="*/ 823964447 h 4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5" h="42">
                <a:moveTo>
                  <a:pt x="34" y="27"/>
                </a:moveTo>
                <a:cubicBezTo>
                  <a:pt x="37" y="40"/>
                  <a:pt x="37" y="40"/>
                  <a:pt x="37" y="40"/>
                </a:cubicBezTo>
                <a:cubicBezTo>
                  <a:pt x="37" y="42"/>
                  <a:pt x="36" y="42"/>
                  <a:pt x="36" y="42"/>
                </a:cubicBezTo>
                <a:cubicBezTo>
                  <a:pt x="35" y="42"/>
                  <a:pt x="35" y="42"/>
                  <a:pt x="34" y="42"/>
                </a:cubicBezTo>
                <a:cubicBezTo>
                  <a:pt x="22" y="36"/>
                  <a:pt x="22" y="36"/>
                  <a:pt x="22" y="36"/>
                </a:cubicBezTo>
                <a:cubicBezTo>
                  <a:pt x="10" y="42"/>
                  <a:pt x="10" y="42"/>
                  <a:pt x="10" y="42"/>
                </a:cubicBezTo>
                <a:cubicBezTo>
                  <a:pt x="10" y="42"/>
                  <a:pt x="10" y="42"/>
                  <a:pt x="9" y="42"/>
                </a:cubicBezTo>
                <a:cubicBezTo>
                  <a:pt x="8" y="42"/>
                  <a:pt x="8" y="42"/>
                  <a:pt x="8" y="40"/>
                </a:cubicBezTo>
                <a:cubicBezTo>
                  <a:pt x="11" y="27"/>
                  <a:pt x="11" y="27"/>
                  <a:pt x="11" y="27"/>
                </a:cubicBezTo>
                <a:cubicBezTo>
                  <a:pt x="1" y="17"/>
                  <a:pt x="1" y="17"/>
                  <a:pt x="1" y="17"/>
                </a:cubicBezTo>
                <a:cubicBezTo>
                  <a:pt x="0" y="16"/>
                  <a:pt x="0" y="15"/>
                  <a:pt x="2" y="15"/>
                </a:cubicBezTo>
                <a:cubicBezTo>
                  <a:pt x="15" y="13"/>
                  <a:pt x="15" y="13"/>
                  <a:pt x="15" y="13"/>
                </a:cubicBezTo>
                <a:cubicBezTo>
                  <a:pt x="21" y="1"/>
                  <a:pt x="21" y="1"/>
                  <a:pt x="21" y="1"/>
                </a:cubicBezTo>
                <a:cubicBezTo>
                  <a:pt x="21" y="0"/>
                  <a:pt x="22" y="0"/>
                  <a:pt x="22" y="0"/>
                </a:cubicBezTo>
                <a:cubicBezTo>
                  <a:pt x="23" y="0"/>
                  <a:pt x="23" y="0"/>
                  <a:pt x="24" y="1"/>
                </a:cubicBezTo>
                <a:cubicBezTo>
                  <a:pt x="30" y="13"/>
                  <a:pt x="30" y="13"/>
                  <a:pt x="30" y="13"/>
                </a:cubicBezTo>
                <a:cubicBezTo>
                  <a:pt x="43" y="15"/>
                  <a:pt x="43" y="15"/>
                  <a:pt x="43" y="15"/>
                </a:cubicBezTo>
                <a:cubicBezTo>
                  <a:pt x="45" y="15"/>
                  <a:pt x="45" y="16"/>
                  <a:pt x="44" y="17"/>
                </a:cubicBezTo>
                <a:lnTo>
                  <a:pt x="34" y="27"/>
                </a:lnTo>
                <a:close/>
                <a:moveTo>
                  <a:pt x="39" y="18"/>
                </a:moveTo>
                <a:cubicBezTo>
                  <a:pt x="29" y="16"/>
                  <a:pt x="29" y="16"/>
                  <a:pt x="29" y="16"/>
                </a:cubicBezTo>
                <a:cubicBezTo>
                  <a:pt x="27" y="16"/>
                  <a:pt x="27" y="16"/>
                  <a:pt x="27" y="16"/>
                </a:cubicBezTo>
                <a:cubicBezTo>
                  <a:pt x="27" y="15"/>
                  <a:pt x="27" y="15"/>
                  <a:pt x="27" y="15"/>
                </a:cubicBezTo>
                <a:cubicBezTo>
                  <a:pt x="22" y="6"/>
                  <a:pt x="22" y="6"/>
                  <a:pt x="22" y="6"/>
                </a:cubicBezTo>
                <a:cubicBezTo>
                  <a:pt x="22" y="32"/>
                  <a:pt x="22" y="32"/>
                  <a:pt x="22" y="32"/>
                </a:cubicBezTo>
                <a:cubicBezTo>
                  <a:pt x="24" y="33"/>
                  <a:pt x="24" y="33"/>
                  <a:pt x="24" y="33"/>
                </a:cubicBezTo>
                <a:cubicBezTo>
                  <a:pt x="33" y="37"/>
                  <a:pt x="33" y="37"/>
                  <a:pt x="33" y="37"/>
                </a:cubicBezTo>
                <a:cubicBezTo>
                  <a:pt x="31" y="28"/>
                  <a:pt x="31" y="28"/>
                  <a:pt x="31" y="28"/>
                </a:cubicBezTo>
                <a:cubicBezTo>
                  <a:pt x="31" y="26"/>
                  <a:pt x="31" y="26"/>
                  <a:pt x="31" y="26"/>
                </a:cubicBezTo>
                <a:cubicBezTo>
                  <a:pt x="32" y="24"/>
                  <a:pt x="32" y="24"/>
                  <a:pt x="32" y="24"/>
                </a:cubicBezTo>
                <a:lnTo>
                  <a:pt x="39" y="1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4" name="稻壳儿小白白(http://dwz.cn/Wu2UP)"/>
          <p:cNvSpPr>
            <a:spLocks noEditPoints="1"/>
          </p:cNvSpPr>
          <p:nvPr/>
        </p:nvSpPr>
        <p:spPr>
          <a:xfrm>
            <a:off x="8200549" y="1983486"/>
            <a:ext cx="327469" cy="313754"/>
          </a:xfrm>
          <a:custGeom>
            <a:avLst/>
            <a:gdLst>
              <a:gd name="T0" fmla="*/ 1997654989 w 45"/>
              <a:gd name="T1" fmla="*/ 821611301 h 43"/>
              <a:gd name="T2" fmla="*/ 1543645554 w 45"/>
              <a:gd name="T3" fmla="*/ 1278061273 h 43"/>
              <a:gd name="T4" fmla="*/ 1679848384 w 45"/>
              <a:gd name="T5" fmla="*/ 1871450965 h 43"/>
              <a:gd name="T6" fmla="*/ 1679848384 w 45"/>
              <a:gd name="T7" fmla="*/ 1871450965 h 43"/>
              <a:gd name="T8" fmla="*/ 1634447441 w 45"/>
              <a:gd name="T9" fmla="*/ 1962739609 h 43"/>
              <a:gd name="T10" fmla="*/ 1543645554 w 45"/>
              <a:gd name="T11" fmla="*/ 1962739609 h 43"/>
              <a:gd name="T12" fmla="*/ 998827494 w 45"/>
              <a:gd name="T13" fmla="*/ 1643222601 h 43"/>
              <a:gd name="T14" fmla="*/ 454009435 w 45"/>
              <a:gd name="T15" fmla="*/ 1962739609 h 43"/>
              <a:gd name="T16" fmla="*/ 408608491 w 45"/>
              <a:gd name="T17" fmla="*/ 1962739609 h 43"/>
              <a:gd name="T18" fmla="*/ 363207548 w 45"/>
              <a:gd name="T19" fmla="*/ 1871450965 h 43"/>
              <a:gd name="T20" fmla="*/ 363207548 w 45"/>
              <a:gd name="T21" fmla="*/ 1871450965 h 43"/>
              <a:gd name="T22" fmla="*/ 499410378 w 45"/>
              <a:gd name="T23" fmla="*/ 1278061273 h 43"/>
              <a:gd name="T24" fmla="*/ 45400943 w 45"/>
              <a:gd name="T25" fmla="*/ 821611301 h 43"/>
              <a:gd name="T26" fmla="*/ 0 w 45"/>
              <a:gd name="T27" fmla="*/ 775966979 h 43"/>
              <a:gd name="T28" fmla="*/ 90801887 w 45"/>
              <a:gd name="T29" fmla="*/ 730322658 h 43"/>
              <a:gd name="T30" fmla="*/ 681020890 w 45"/>
              <a:gd name="T31" fmla="*/ 639034014 h 43"/>
              <a:gd name="T32" fmla="*/ 953426551 w 45"/>
              <a:gd name="T33" fmla="*/ 45644322 h 43"/>
              <a:gd name="T34" fmla="*/ 998827494 w 45"/>
              <a:gd name="T35" fmla="*/ 0 h 43"/>
              <a:gd name="T36" fmla="*/ 1089629381 w 45"/>
              <a:gd name="T37" fmla="*/ 45644322 h 43"/>
              <a:gd name="T38" fmla="*/ 1362035042 w 45"/>
              <a:gd name="T39" fmla="*/ 639034014 h 43"/>
              <a:gd name="T40" fmla="*/ 1952254045 w 45"/>
              <a:gd name="T41" fmla="*/ 730322658 h 43"/>
              <a:gd name="T42" fmla="*/ 2043055932 w 45"/>
              <a:gd name="T43" fmla="*/ 775966979 h 43"/>
              <a:gd name="T44" fmla="*/ 1997654989 w 45"/>
              <a:gd name="T45" fmla="*/ 821611301 h 43"/>
              <a:gd name="T46" fmla="*/ 1770650271 w 45"/>
              <a:gd name="T47" fmla="*/ 821611301 h 43"/>
              <a:gd name="T48" fmla="*/ 1225832212 w 45"/>
              <a:gd name="T49" fmla="*/ 775966979 h 43"/>
              <a:gd name="T50" fmla="*/ 998827494 w 45"/>
              <a:gd name="T51" fmla="*/ 273872686 h 43"/>
              <a:gd name="T52" fmla="*/ 771822777 w 45"/>
              <a:gd name="T53" fmla="*/ 775966979 h 43"/>
              <a:gd name="T54" fmla="*/ 272405661 w 45"/>
              <a:gd name="T55" fmla="*/ 821611301 h 43"/>
              <a:gd name="T56" fmla="*/ 635619947 w 45"/>
              <a:gd name="T57" fmla="*/ 1186772629 h 43"/>
              <a:gd name="T58" fmla="*/ 544818060 w 45"/>
              <a:gd name="T59" fmla="*/ 1734511245 h 43"/>
              <a:gd name="T60" fmla="*/ 998827494 w 45"/>
              <a:gd name="T61" fmla="*/ 1460645315 h 43"/>
              <a:gd name="T62" fmla="*/ 1498237872 w 45"/>
              <a:gd name="T63" fmla="*/ 1734511245 h 43"/>
              <a:gd name="T64" fmla="*/ 1407435986 w 45"/>
              <a:gd name="T65" fmla="*/ 1186772629 h 43"/>
              <a:gd name="T66" fmla="*/ 1770650271 w 45"/>
              <a:gd name="T67" fmla="*/ 821611301 h 43"/>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45" h="43">
                <a:moveTo>
                  <a:pt x="44" y="18"/>
                </a:moveTo>
                <a:cubicBezTo>
                  <a:pt x="34" y="28"/>
                  <a:pt x="34" y="28"/>
                  <a:pt x="34" y="28"/>
                </a:cubicBezTo>
                <a:cubicBezTo>
                  <a:pt x="37" y="41"/>
                  <a:pt x="37" y="41"/>
                  <a:pt x="37" y="41"/>
                </a:cubicBezTo>
                <a:cubicBezTo>
                  <a:pt x="37" y="41"/>
                  <a:pt x="37" y="41"/>
                  <a:pt x="37" y="41"/>
                </a:cubicBezTo>
                <a:cubicBezTo>
                  <a:pt x="37" y="42"/>
                  <a:pt x="36" y="43"/>
                  <a:pt x="36" y="43"/>
                </a:cubicBezTo>
                <a:cubicBezTo>
                  <a:pt x="35" y="43"/>
                  <a:pt x="35" y="43"/>
                  <a:pt x="34" y="43"/>
                </a:cubicBezTo>
                <a:cubicBezTo>
                  <a:pt x="22" y="36"/>
                  <a:pt x="22" y="36"/>
                  <a:pt x="22" y="36"/>
                </a:cubicBezTo>
                <a:cubicBezTo>
                  <a:pt x="10" y="43"/>
                  <a:pt x="10" y="43"/>
                  <a:pt x="10" y="43"/>
                </a:cubicBezTo>
                <a:cubicBezTo>
                  <a:pt x="10" y="43"/>
                  <a:pt x="10" y="43"/>
                  <a:pt x="9" y="43"/>
                </a:cubicBezTo>
                <a:cubicBezTo>
                  <a:pt x="9" y="43"/>
                  <a:pt x="8" y="42"/>
                  <a:pt x="8" y="41"/>
                </a:cubicBezTo>
                <a:cubicBezTo>
                  <a:pt x="8" y="41"/>
                  <a:pt x="8" y="41"/>
                  <a:pt x="8" y="41"/>
                </a:cubicBezTo>
                <a:cubicBezTo>
                  <a:pt x="11" y="28"/>
                  <a:pt x="11" y="28"/>
                  <a:pt x="11" y="28"/>
                </a:cubicBezTo>
                <a:cubicBezTo>
                  <a:pt x="1" y="18"/>
                  <a:pt x="1" y="18"/>
                  <a:pt x="1" y="18"/>
                </a:cubicBezTo>
                <a:cubicBezTo>
                  <a:pt x="0" y="18"/>
                  <a:pt x="0" y="17"/>
                  <a:pt x="0" y="17"/>
                </a:cubicBezTo>
                <a:cubicBezTo>
                  <a:pt x="0" y="16"/>
                  <a:pt x="1" y="16"/>
                  <a:pt x="2" y="16"/>
                </a:cubicBezTo>
                <a:cubicBezTo>
                  <a:pt x="15" y="14"/>
                  <a:pt x="15" y="14"/>
                  <a:pt x="15" y="14"/>
                </a:cubicBezTo>
                <a:cubicBezTo>
                  <a:pt x="21" y="1"/>
                  <a:pt x="21" y="1"/>
                  <a:pt x="21" y="1"/>
                </a:cubicBezTo>
                <a:cubicBezTo>
                  <a:pt x="21" y="1"/>
                  <a:pt x="22" y="0"/>
                  <a:pt x="22" y="0"/>
                </a:cubicBezTo>
                <a:cubicBezTo>
                  <a:pt x="23" y="0"/>
                  <a:pt x="23" y="1"/>
                  <a:pt x="24" y="1"/>
                </a:cubicBezTo>
                <a:cubicBezTo>
                  <a:pt x="30" y="14"/>
                  <a:pt x="30" y="14"/>
                  <a:pt x="30" y="14"/>
                </a:cubicBezTo>
                <a:cubicBezTo>
                  <a:pt x="43" y="16"/>
                  <a:pt x="43" y="16"/>
                  <a:pt x="43" y="16"/>
                </a:cubicBezTo>
                <a:cubicBezTo>
                  <a:pt x="44" y="16"/>
                  <a:pt x="45" y="16"/>
                  <a:pt x="45" y="17"/>
                </a:cubicBezTo>
                <a:cubicBezTo>
                  <a:pt x="45" y="17"/>
                  <a:pt x="44" y="18"/>
                  <a:pt x="44" y="18"/>
                </a:cubicBezTo>
                <a:close/>
                <a:moveTo>
                  <a:pt x="39" y="18"/>
                </a:moveTo>
                <a:cubicBezTo>
                  <a:pt x="27" y="17"/>
                  <a:pt x="27" y="17"/>
                  <a:pt x="27" y="17"/>
                </a:cubicBezTo>
                <a:cubicBezTo>
                  <a:pt x="22" y="6"/>
                  <a:pt x="22" y="6"/>
                  <a:pt x="22" y="6"/>
                </a:cubicBezTo>
                <a:cubicBezTo>
                  <a:pt x="17" y="17"/>
                  <a:pt x="17" y="17"/>
                  <a:pt x="17" y="17"/>
                </a:cubicBezTo>
                <a:cubicBezTo>
                  <a:pt x="6" y="18"/>
                  <a:pt x="6" y="18"/>
                  <a:pt x="6" y="18"/>
                </a:cubicBezTo>
                <a:cubicBezTo>
                  <a:pt x="14" y="26"/>
                  <a:pt x="14" y="26"/>
                  <a:pt x="14" y="26"/>
                </a:cubicBezTo>
                <a:cubicBezTo>
                  <a:pt x="12" y="38"/>
                  <a:pt x="12" y="38"/>
                  <a:pt x="12" y="38"/>
                </a:cubicBezTo>
                <a:cubicBezTo>
                  <a:pt x="22" y="32"/>
                  <a:pt x="22" y="32"/>
                  <a:pt x="22" y="32"/>
                </a:cubicBezTo>
                <a:cubicBezTo>
                  <a:pt x="33" y="38"/>
                  <a:pt x="33" y="38"/>
                  <a:pt x="33" y="38"/>
                </a:cubicBezTo>
                <a:cubicBezTo>
                  <a:pt x="31" y="26"/>
                  <a:pt x="31" y="26"/>
                  <a:pt x="31" y="26"/>
                </a:cubicBezTo>
                <a:lnTo>
                  <a:pt x="39" y="1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5" name="稻壳儿小白白(http://dwz.cn/Wu2UP)"/>
          <p:cNvSpPr>
            <a:spLocks noEditPoints="1"/>
          </p:cNvSpPr>
          <p:nvPr/>
        </p:nvSpPr>
        <p:spPr>
          <a:xfrm>
            <a:off x="8164544" y="2607564"/>
            <a:ext cx="401193" cy="181737"/>
          </a:xfrm>
          <a:custGeom>
            <a:avLst/>
            <a:gdLst>
              <a:gd name="T0" fmla="*/ 2144032126 w 55"/>
              <a:gd name="T1" fmla="*/ 679595415 h 25"/>
              <a:gd name="T2" fmla="*/ 1824712216 w 55"/>
              <a:gd name="T3" fmla="*/ 906127220 h 25"/>
              <a:gd name="T4" fmla="*/ 1596619812 w 55"/>
              <a:gd name="T5" fmla="*/ 1132659025 h 25"/>
              <a:gd name="T6" fmla="*/ 1322917032 w 55"/>
              <a:gd name="T7" fmla="*/ 951433581 h 25"/>
              <a:gd name="T8" fmla="*/ 364943794 w 55"/>
              <a:gd name="T9" fmla="*/ 543676332 h 25"/>
              <a:gd name="T10" fmla="*/ 273709534 w 55"/>
              <a:gd name="T11" fmla="*/ 588982693 h 25"/>
              <a:gd name="T12" fmla="*/ 0 w 55"/>
              <a:gd name="T13" fmla="*/ 362450888 h 25"/>
              <a:gd name="T14" fmla="*/ 273709534 w 55"/>
              <a:gd name="T15" fmla="*/ 90612722 h 25"/>
              <a:gd name="T16" fmla="*/ 501795184 w 55"/>
              <a:gd name="T17" fmla="*/ 317144527 h 25"/>
              <a:gd name="T18" fmla="*/ 1459768422 w 55"/>
              <a:gd name="T19" fmla="*/ 679595415 h 25"/>
              <a:gd name="T20" fmla="*/ 1596619812 w 55"/>
              <a:gd name="T21" fmla="*/ 634289054 h 25"/>
              <a:gd name="T22" fmla="*/ 1596619812 w 55"/>
              <a:gd name="T23" fmla="*/ 634289054 h 25"/>
              <a:gd name="T24" fmla="*/ 1824712216 w 55"/>
              <a:gd name="T25" fmla="*/ 362450888 h 25"/>
              <a:gd name="T26" fmla="*/ 2144032126 w 55"/>
              <a:gd name="T27" fmla="*/ 0 h 25"/>
              <a:gd name="T28" fmla="*/ 2147483646 w 55"/>
              <a:gd name="T29" fmla="*/ 362450888 h 25"/>
              <a:gd name="T30" fmla="*/ 2144032126 w 55"/>
              <a:gd name="T31" fmla="*/ 679595415 h 25"/>
              <a:gd name="T32" fmla="*/ 410560924 w 55"/>
              <a:gd name="T33" fmla="*/ 271838166 h 25"/>
              <a:gd name="T34" fmla="*/ 273709534 w 55"/>
              <a:gd name="T35" fmla="*/ 181225444 h 25"/>
              <a:gd name="T36" fmla="*/ 45617130 w 55"/>
              <a:gd name="T37" fmla="*/ 362450888 h 25"/>
              <a:gd name="T38" fmla="*/ 273709534 w 55"/>
              <a:gd name="T39" fmla="*/ 543676332 h 25"/>
              <a:gd name="T40" fmla="*/ 273709534 w 55"/>
              <a:gd name="T41" fmla="*/ 543676332 h 25"/>
              <a:gd name="T42" fmla="*/ 228085650 w 55"/>
              <a:gd name="T43" fmla="*/ 498369971 h 25"/>
              <a:gd name="T44" fmla="*/ 136851390 w 55"/>
              <a:gd name="T45" fmla="*/ 362450888 h 25"/>
              <a:gd name="T46" fmla="*/ 273709534 w 55"/>
              <a:gd name="T47" fmla="*/ 226531805 h 25"/>
              <a:gd name="T48" fmla="*/ 319326664 w 55"/>
              <a:gd name="T49" fmla="*/ 226531805 h 25"/>
              <a:gd name="T50" fmla="*/ 319326664 w 55"/>
              <a:gd name="T51" fmla="*/ 226531805 h 25"/>
              <a:gd name="T52" fmla="*/ 410560924 w 55"/>
              <a:gd name="T53" fmla="*/ 271838166 h 25"/>
              <a:gd name="T54" fmla="*/ 1596619812 w 55"/>
              <a:gd name="T55" fmla="*/ 724901776 h 25"/>
              <a:gd name="T56" fmla="*/ 1551002682 w 55"/>
              <a:gd name="T57" fmla="*/ 724901776 h 25"/>
              <a:gd name="T58" fmla="*/ 1733471202 w 55"/>
              <a:gd name="T59" fmla="*/ 860820859 h 25"/>
              <a:gd name="T60" fmla="*/ 1551002682 w 55"/>
              <a:gd name="T61" fmla="*/ 1042046303 h 25"/>
              <a:gd name="T62" fmla="*/ 1414151292 w 55"/>
              <a:gd name="T63" fmla="*/ 996739942 h 25"/>
              <a:gd name="T64" fmla="*/ 1596619812 w 55"/>
              <a:gd name="T65" fmla="*/ 1087352664 h 25"/>
              <a:gd name="T66" fmla="*/ 1779095086 w 55"/>
              <a:gd name="T67" fmla="*/ 906127220 h 25"/>
              <a:gd name="T68" fmla="*/ 1596619812 w 55"/>
              <a:gd name="T69" fmla="*/ 724901776 h 25"/>
              <a:gd name="T70" fmla="*/ 2144032126 w 55"/>
              <a:gd name="T71" fmla="*/ 135919083 h 25"/>
              <a:gd name="T72" fmla="*/ 1915946476 w 55"/>
              <a:gd name="T73" fmla="*/ 362450888 h 25"/>
              <a:gd name="T74" fmla="*/ 2144032126 w 55"/>
              <a:gd name="T75" fmla="*/ 588982693 h 25"/>
              <a:gd name="T76" fmla="*/ 2147483646 w 55"/>
              <a:gd name="T77" fmla="*/ 362450888 h 25"/>
              <a:gd name="T78" fmla="*/ 2144032126 w 55"/>
              <a:gd name="T79" fmla="*/ 135919083 h 25"/>
              <a:gd name="T80" fmla="*/ 2144032126 w 55"/>
              <a:gd name="T81" fmla="*/ 543676332 h 25"/>
              <a:gd name="T82" fmla="*/ 1961563606 w 55"/>
              <a:gd name="T83" fmla="*/ 362450888 h 25"/>
              <a:gd name="T84" fmla="*/ 2144032126 w 55"/>
              <a:gd name="T85" fmla="*/ 181225444 h 25"/>
              <a:gd name="T86" fmla="*/ 2147483646 w 55"/>
              <a:gd name="T87" fmla="*/ 362450888 h 25"/>
              <a:gd name="T88" fmla="*/ 2144032126 w 55"/>
              <a:gd name="T89" fmla="*/ 543676332 h 25"/>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55" h="25">
                <a:moveTo>
                  <a:pt x="47" y="15"/>
                </a:moveTo>
                <a:cubicBezTo>
                  <a:pt x="40" y="20"/>
                  <a:pt x="40" y="20"/>
                  <a:pt x="40" y="20"/>
                </a:cubicBezTo>
                <a:cubicBezTo>
                  <a:pt x="40" y="23"/>
                  <a:pt x="38" y="25"/>
                  <a:pt x="35" y="25"/>
                </a:cubicBezTo>
                <a:cubicBezTo>
                  <a:pt x="32" y="25"/>
                  <a:pt x="30" y="23"/>
                  <a:pt x="29" y="21"/>
                </a:cubicBezTo>
                <a:cubicBezTo>
                  <a:pt x="8" y="12"/>
                  <a:pt x="8" y="12"/>
                  <a:pt x="8" y="12"/>
                </a:cubicBezTo>
                <a:cubicBezTo>
                  <a:pt x="8" y="13"/>
                  <a:pt x="7" y="13"/>
                  <a:pt x="6" y="13"/>
                </a:cubicBezTo>
                <a:cubicBezTo>
                  <a:pt x="2" y="13"/>
                  <a:pt x="0" y="11"/>
                  <a:pt x="0" y="8"/>
                </a:cubicBezTo>
                <a:cubicBezTo>
                  <a:pt x="0" y="5"/>
                  <a:pt x="2" y="2"/>
                  <a:pt x="6" y="2"/>
                </a:cubicBezTo>
                <a:cubicBezTo>
                  <a:pt x="8" y="2"/>
                  <a:pt x="10" y="4"/>
                  <a:pt x="11" y="7"/>
                </a:cubicBezTo>
                <a:cubicBezTo>
                  <a:pt x="32" y="15"/>
                  <a:pt x="32" y="15"/>
                  <a:pt x="32" y="15"/>
                </a:cubicBezTo>
                <a:cubicBezTo>
                  <a:pt x="33" y="14"/>
                  <a:pt x="34" y="14"/>
                  <a:pt x="35" y="14"/>
                </a:cubicBezTo>
                <a:cubicBezTo>
                  <a:pt x="35" y="14"/>
                  <a:pt x="35" y="14"/>
                  <a:pt x="35" y="14"/>
                </a:cubicBezTo>
                <a:cubicBezTo>
                  <a:pt x="40" y="8"/>
                  <a:pt x="40" y="8"/>
                  <a:pt x="40" y="8"/>
                </a:cubicBezTo>
                <a:cubicBezTo>
                  <a:pt x="40" y="4"/>
                  <a:pt x="43" y="0"/>
                  <a:pt x="47" y="0"/>
                </a:cubicBezTo>
                <a:cubicBezTo>
                  <a:pt x="52" y="0"/>
                  <a:pt x="55" y="4"/>
                  <a:pt x="55" y="8"/>
                </a:cubicBezTo>
                <a:cubicBezTo>
                  <a:pt x="55" y="12"/>
                  <a:pt x="52" y="15"/>
                  <a:pt x="47" y="15"/>
                </a:cubicBezTo>
                <a:close/>
                <a:moveTo>
                  <a:pt x="9" y="6"/>
                </a:moveTo>
                <a:cubicBezTo>
                  <a:pt x="8" y="4"/>
                  <a:pt x="7" y="4"/>
                  <a:pt x="6" y="4"/>
                </a:cubicBezTo>
                <a:cubicBezTo>
                  <a:pt x="3" y="4"/>
                  <a:pt x="1" y="5"/>
                  <a:pt x="1" y="8"/>
                </a:cubicBezTo>
                <a:cubicBezTo>
                  <a:pt x="1" y="10"/>
                  <a:pt x="3" y="12"/>
                  <a:pt x="6" y="12"/>
                </a:cubicBezTo>
                <a:cubicBezTo>
                  <a:pt x="6" y="12"/>
                  <a:pt x="6" y="12"/>
                  <a:pt x="6" y="12"/>
                </a:cubicBezTo>
                <a:cubicBezTo>
                  <a:pt x="5" y="11"/>
                  <a:pt x="5" y="11"/>
                  <a:pt x="5" y="11"/>
                </a:cubicBezTo>
                <a:cubicBezTo>
                  <a:pt x="4" y="11"/>
                  <a:pt x="3" y="9"/>
                  <a:pt x="3" y="8"/>
                </a:cubicBezTo>
                <a:cubicBezTo>
                  <a:pt x="3" y="6"/>
                  <a:pt x="4" y="5"/>
                  <a:pt x="6" y="5"/>
                </a:cubicBezTo>
                <a:cubicBezTo>
                  <a:pt x="6" y="5"/>
                  <a:pt x="7" y="5"/>
                  <a:pt x="7" y="5"/>
                </a:cubicBezTo>
                <a:cubicBezTo>
                  <a:pt x="7" y="5"/>
                  <a:pt x="7" y="5"/>
                  <a:pt x="7" y="5"/>
                </a:cubicBezTo>
                <a:lnTo>
                  <a:pt x="9" y="6"/>
                </a:lnTo>
                <a:close/>
                <a:moveTo>
                  <a:pt x="35" y="16"/>
                </a:moveTo>
                <a:cubicBezTo>
                  <a:pt x="35" y="16"/>
                  <a:pt x="34" y="16"/>
                  <a:pt x="34" y="16"/>
                </a:cubicBezTo>
                <a:cubicBezTo>
                  <a:pt x="36" y="17"/>
                  <a:pt x="38" y="17"/>
                  <a:pt x="38" y="19"/>
                </a:cubicBezTo>
                <a:cubicBezTo>
                  <a:pt x="38" y="21"/>
                  <a:pt x="36" y="23"/>
                  <a:pt x="34" y="23"/>
                </a:cubicBezTo>
                <a:cubicBezTo>
                  <a:pt x="33" y="23"/>
                  <a:pt x="32" y="22"/>
                  <a:pt x="31" y="22"/>
                </a:cubicBezTo>
                <a:cubicBezTo>
                  <a:pt x="32" y="23"/>
                  <a:pt x="33" y="24"/>
                  <a:pt x="35" y="24"/>
                </a:cubicBezTo>
                <a:cubicBezTo>
                  <a:pt x="37" y="24"/>
                  <a:pt x="39" y="22"/>
                  <a:pt x="39" y="20"/>
                </a:cubicBezTo>
                <a:cubicBezTo>
                  <a:pt x="39" y="18"/>
                  <a:pt x="37" y="16"/>
                  <a:pt x="35" y="16"/>
                </a:cubicBezTo>
                <a:close/>
                <a:moveTo>
                  <a:pt x="47" y="3"/>
                </a:moveTo>
                <a:cubicBezTo>
                  <a:pt x="45" y="3"/>
                  <a:pt x="42" y="5"/>
                  <a:pt x="42" y="8"/>
                </a:cubicBezTo>
                <a:cubicBezTo>
                  <a:pt x="42" y="10"/>
                  <a:pt x="45" y="13"/>
                  <a:pt x="47" y="13"/>
                </a:cubicBezTo>
                <a:cubicBezTo>
                  <a:pt x="50" y="13"/>
                  <a:pt x="52" y="10"/>
                  <a:pt x="52" y="8"/>
                </a:cubicBezTo>
                <a:cubicBezTo>
                  <a:pt x="52" y="5"/>
                  <a:pt x="50" y="3"/>
                  <a:pt x="47" y="3"/>
                </a:cubicBezTo>
                <a:close/>
                <a:moveTo>
                  <a:pt x="47" y="12"/>
                </a:moveTo>
                <a:cubicBezTo>
                  <a:pt x="45" y="12"/>
                  <a:pt x="43" y="10"/>
                  <a:pt x="43" y="8"/>
                </a:cubicBezTo>
                <a:cubicBezTo>
                  <a:pt x="43" y="5"/>
                  <a:pt x="45" y="4"/>
                  <a:pt x="47" y="4"/>
                </a:cubicBezTo>
                <a:cubicBezTo>
                  <a:pt x="50" y="4"/>
                  <a:pt x="51" y="5"/>
                  <a:pt x="51" y="8"/>
                </a:cubicBezTo>
                <a:cubicBezTo>
                  <a:pt x="51" y="10"/>
                  <a:pt x="50" y="12"/>
                  <a:pt x="47" y="1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6" name="稻壳儿小白白(http://dwz.cn/Wu2UP)"/>
          <p:cNvSpPr>
            <a:spLocks noEditPoints="1"/>
          </p:cNvSpPr>
          <p:nvPr/>
        </p:nvSpPr>
        <p:spPr>
          <a:xfrm>
            <a:off x="8215979" y="3072194"/>
            <a:ext cx="296609" cy="298323"/>
          </a:xfrm>
          <a:custGeom>
            <a:avLst/>
            <a:gdLst>
              <a:gd name="T0" fmla="*/ 1839659294 w 41"/>
              <a:gd name="T1" fmla="*/ 1543255601 h 41"/>
              <a:gd name="T2" fmla="*/ 1480700729 w 41"/>
              <a:gd name="T3" fmla="*/ 1860981723 h 41"/>
              <a:gd name="T4" fmla="*/ 358958564 w 41"/>
              <a:gd name="T5" fmla="*/ 1860981723 h 41"/>
              <a:gd name="T6" fmla="*/ 0 w 41"/>
              <a:gd name="T7" fmla="*/ 1543255601 h 41"/>
              <a:gd name="T8" fmla="*/ 0 w 41"/>
              <a:gd name="T9" fmla="*/ 363121343 h 41"/>
              <a:gd name="T10" fmla="*/ 358958564 w 41"/>
              <a:gd name="T11" fmla="*/ 0 h 41"/>
              <a:gd name="T12" fmla="*/ 1480700729 w 41"/>
              <a:gd name="T13" fmla="*/ 0 h 41"/>
              <a:gd name="T14" fmla="*/ 1839659294 w 41"/>
              <a:gd name="T15" fmla="*/ 363121343 h 41"/>
              <a:gd name="T16" fmla="*/ 1839659294 w 41"/>
              <a:gd name="T17" fmla="*/ 1543255601 h 41"/>
              <a:gd name="T18" fmla="*/ 1480700729 w 41"/>
              <a:gd name="T19" fmla="*/ 680847465 h 41"/>
              <a:gd name="T20" fmla="*/ 1256354976 w 41"/>
              <a:gd name="T21" fmla="*/ 862408136 h 41"/>
              <a:gd name="T22" fmla="*/ 1121742165 w 41"/>
              <a:gd name="T23" fmla="*/ 1043962070 h 41"/>
              <a:gd name="T24" fmla="*/ 1121742165 w 41"/>
              <a:gd name="T25" fmla="*/ 1043962070 h 41"/>
              <a:gd name="T26" fmla="*/ 1032002524 w 41"/>
              <a:gd name="T27" fmla="*/ 1089357291 h 41"/>
              <a:gd name="T28" fmla="*/ 448698206 w 41"/>
              <a:gd name="T29" fmla="*/ 817019652 h 41"/>
              <a:gd name="T30" fmla="*/ 314085395 w 41"/>
              <a:gd name="T31" fmla="*/ 726235948 h 41"/>
              <a:gd name="T32" fmla="*/ 134606112 w 41"/>
              <a:gd name="T33" fmla="*/ 862408136 h 41"/>
              <a:gd name="T34" fmla="*/ 314085395 w 41"/>
              <a:gd name="T35" fmla="*/ 1043962070 h 41"/>
              <a:gd name="T36" fmla="*/ 403825036 w 41"/>
              <a:gd name="T37" fmla="*/ 998573587 h 41"/>
              <a:gd name="T38" fmla="*/ 987136052 w 41"/>
              <a:gd name="T39" fmla="*/ 1225522741 h 41"/>
              <a:gd name="T40" fmla="*/ 1121742165 w 41"/>
              <a:gd name="T41" fmla="*/ 1361694929 h 41"/>
              <a:gd name="T42" fmla="*/ 1256354976 w 41"/>
              <a:gd name="T43" fmla="*/ 1225522741 h 41"/>
              <a:gd name="T44" fmla="*/ 1480700729 w 41"/>
              <a:gd name="T45" fmla="*/ 1089357291 h 41"/>
              <a:gd name="T46" fmla="*/ 1705053181 w 41"/>
              <a:gd name="T47" fmla="*/ 862408136 h 41"/>
              <a:gd name="T48" fmla="*/ 1480700729 w 41"/>
              <a:gd name="T49" fmla="*/ 680847465 h 41"/>
              <a:gd name="T50" fmla="*/ 358958564 w 41"/>
              <a:gd name="T51" fmla="*/ 817019652 h 41"/>
              <a:gd name="T52" fmla="*/ 224345754 w 41"/>
              <a:gd name="T53" fmla="*/ 862408136 h 41"/>
              <a:gd name="T54" fmla="*/ 269218923 w 41"/>
              <a:gd name="T55" fmla="*/ 953185103 h 41"/>
              <a:gd name="T56" fmla="*/ 269218923 w 41"/>
              <a:gd name="T57" fmla="*/ 953185103 h 41"/>
              <a:gd name="T58" fmla="*/ 314085395 w 41"/>
              <a:gd name="T59" fmla="*/ 998573587 h 41"/>
              <a:gd name="T60" fmla="*/ 314085395 w 41"/>
              <a:gd name="T61" fmla="*/ 998573587 h 41"/>
              <a:gd name="T62" fmla="*/ 179479282 w 41"/>
              <a:gd name="T63" fmla="*/ 862408136 h 41"/>
              <a:gd name="T64" fmla="*/ 314085395 w 41"/>
              <a:gd name="T65" fmla="*/ 771624432 h 41"/>
              <a:gd name="T66" fmla="*/ 403825036 w 41"/>
              <a:gd name="T67" fmla="*/ 817019652 h 41"/>
              <a:gd name="T68" fmla="*/ 358958564 w 41"/>
              <a:gd name="T69" fmla="*/ 817019652 h 41"/>
              <a:gd name="T70" fmla="*/ 1121742165 w 41"/>
              <a:gd name="T71" fmla="*/ 1316306446 h 41"/>
              <a:gd name="T72" fmla="*/ 1032002524 w 41"/>
              <a:gd name="T73" fmla="*/ 1270911225 h 41"/>
              <a:gd name="T74" fmla="*/ 1076875693 w 41"/>
              <a:gd name="T75" fmla="*/ 1270911225 h 41"/>
              <a:gd name="T76" fmla="*/ 1211481806 w 41"/>
              <a:gd name="T77" fmla="*/ 1225522741 h 41"/>
              <a:gd name="T78" fmla="*/ 1166615335 w 41"/>
              <a:gd name="T79" fmla="*/ 1134745774 h 41"/>
              <a:gd name="T80" fmla="*/ 1076875693 w 41"/>
              <a:gd name="T81" fmla="*/ 1089357291 h 41"/>
              <a:gd name="T82" fmla="*/ 1121742165 w 41"/>
              <a:gd name="T83" fmla="*/ 1089357291 h 41"/>
              <a:gd name="T84" fmla="*/ 1256354976 w 41"/>
              <a:gd name="T85" fmla="*/ 1225522741 h 41"/>
              <a:gd name="T86" fmla="*/ 1121742165 w 41"/>
              <a:gd name="T87" fmla="*/ 1316306446 h 41"/>
              <a:gd name="T88" fmla="*/ 1480700729 w 41"/>
              <a:gd name="T89" fmla="*/ 998573587 h 41"/>
              <a:gd name="T90" fmla="*/ 1346094617 w 41"/>
              <a:gd name="T91" fmla="*/ 862408136 h 41"/>
              <a:gd name="T92" fmla="*/ 1480700729 w 41"/>
              <a:gd name="T93" fmla="*/ 726235948 h 41"/>
              <a:gd name="T94" fmla="*/ 1615313540 w 41"/>
              <a:gd name="T95" fmla="*/ 862408136 h 41"/>
              <a:gd name="T96" fmla="*/ 1480700729 w 41"/>
              <a:gd name="T97" fmla="*/ 998573587 h 41"/>
              <a:gd name="T98" fmla="*/ 1480700729 w 41"/>
              <a:gd name="T99" fmla="*/ 771624432 h 41"/>
              <a:gd name="T100" fmla="*/ 1346094617 w 41"/>
              <a:gd name="T101" fmla="*/ 862408136 h 41"/>
              <a:gd name="T102" fmla="*/ 1480700729 w 41"/>
              <a:gd name="T103" fmla="*/ 998573587 h 41"/>
              <a:gd name="T104" fmla="*/ 1570440370 w 41"/>
              <a:gd name="T105" fmla="*/ 862408136 h 41"/>
              <a:gd name="T106" fmla="*/ 1480700729 w 41"/>
              <a:gd name="T107" fmla="*/ 771624432 h 41"/>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1" h="41">
                <a:moveTo>
                  <a:pt x="41" y="34"/>
                </a:moveTo>
                <a:cubicBezTo>
                  <a:pt x="41" y="38"/>
                  <a:pt x="38" y="41"/>
                  <a:pt x="33" y="41"/>
                </a:cubicBezTo>
                <a:cubicBezTo>
                  <a:pt x="8" y="41"/>
                  <a:pt x="8" y="41"/>
                  <a:pt x="8" y="41"/>
                </a:cubicBezTo>
                <a:cubicBezTo>
                  <a:pt x="3" y="41"/>
                  <a:pt x="0" y="38"/>
                  <a:pt x="0" y="34"/>
                </a:cubicBezTo>
                <a:cubicBezTo>
                  <a:pt x="0" y="8"/>
                  <a:pt x="0" y="8"/>
                  <a:pt x="0" y="8"/>
                </a:cubicBezTo>
                <a:cubicBezTo>
                  <a:pt x="0" y="4"/>
                  <a:pt x="3" y="0"/>
                  <a:pt x="8" y="0"/>
                </a:cubicBezTo>
                <a:cubicBezTo>
                  <a:pt x="33" y="0"/>
                  <a:pt x="33" y="0"/>
                  <a:pt x="33" y="0"/>
                </a:cubicBezTo>
                <a:cubicBezTo>
                  <a:pt x="38" y="0"/>
                  <a:pt x="41" y="4"/>
                  <a:pt x="41" y="8"/>
                </a:cubicBezTo>
                <a:lnTo>
                  <a:pt x="41" y="34"/>
                </a:lnTo>
                <a:close/>
                <a:moveTo>
                  <a:pt x="33" y="15"/>
                </a:moveTo>
                <a:cubicBezTo>
                  <a:pt x="30" y="15"/>
                  <a:pt x="28" y="17"/>
                  <a:pt x="28" y="19"/>
                </a:cubicBezTo>
                <a:cubicBezTo>
                  <a:pt x="25" y="23"/>
                  <a:pt x="25" y="23"/>
                  <a:pt x="25" y="23"/>
                </a:cubicBezTo>
                <a:cubicBezTo>
                  <a:pt x="25" y="23"/>
                  <a:pt x="25" y="23"/>
                  <a:pt x="25" y="23"/>
                </a:cubicBezTo>
                <a:cubicBezTo>
                  <a:pt x="24" y="23"/>
                  <a:pt x="24" y="23"/>
                  <a:pt x="23" y="24"/>
                </a:cubicBezTo>
                <a:cubicBezTo>
                  <a:pt x="10" y="18"/>
                  <a:pt x="10" y="18"/>
                  <a:pt x="10" y="18"/>
                </a:cubicBezTo>
                <a:cubicBezTo>
                  <a:pt x="10" y="17"/>
                  <a:pt x="8" y="16"/>
                  <a:pt x="7" y="16"/>
                </a:cubicBezTo>
                <a:cubicBezTo>
                  <a:pt x="5" y="16"/>
                  <a:pt x="3" y="17"/>
                  <a:pt x="3" y="19"/>
                </a:cubicBezTo>
                <a:cubicBezTo>
                  <a:pt x="3" y="21"/>
                  <a:pt x="5" y="23"/>
                  <a:pt x="7" y="23"/>
                </a:cubicBezTo>
                <a:cubicBezTo>
                  <a:pt x="7" y="23"/>
                  <a:pt x="8" y="23"/>
                  <a:pt x="9" y="22"/>
                </a:cubicBezTo>
                <a:cubicBezTo>
                  <a:pt x="22" y="27"/>
                  <a:pt x="22" y="27"/>
                  <a:pt x="22" y="27"/>
                </a:cubicBezTo>
                <a:cubicBezTo>
                  <a:pt x="22" y="29"/>
                  <a:pt x="23" y="30"/>
                  <a:pt x="25" y="30"/>
                </a:cubicBezTo>
                <a:cubicBezTo>
                  <a:pt x="27" y="30"/>
                  <a:pt x="28" y="29"/>
                  <a:pt x="28" y="27"/>
                </a:cubicBezTo>
                <a:cubicBezTo>
                  <a:pt x="33" y="24"/>
                  <a:pt x="33" y="24"/>
                  <a:pt x="33" y="24"/>
                </a:cubicBezTo>
                <a:cubicBezTo>
                  <a:pt x="35" y="24"/>
                  <a:pt x="38" y="22"/>
                  <a:pt x="38" y="19"/>
                </a:cubicBezTo>
                <a:cubicBezTo>
                  <a:pt x="38" y="17"/>
                  <a:pt x="35" y="15"/>
                  <a:pt x="33" y="15"/>
                </a:cubicBezTo>
                <a:close/>
                <a:moveTo>
                  <a:pt x="8" y="18"/>
                </a:moveTo>
                <a:cubicBezTo>
                  <a:pt x="7" y="17"/>
                  <a:pt x="6" y="18"/>
                  <a:pt x="5" y="19"/>
                </a:cubicBezTo>
                <a:cubicBezTo>
                  <a:pt x="5" y="20"/>
                  <a:pt x="5" y="21"/>
                  <a:pt x="6" y="21"/>
                </a:cubicBezTo>
                <a:cubicBezTo>
                  <a:pt x="6" y="21"/>
                  <a:pt x="6" y="21"/>
                  <a:pt x="6" y="21"/>
                </a:cubicBezTo>
                <a:cubicBezTo>
                  <a:pt x="7" y="22"/>
                  <a:pt x="7" y="22"/>
                  <a:pt x="7" y="22"/>
                </a:cubicBezTo>
                <a:cubicBezTo>
                  <a:pt x="7" y="22"/>
                  <a:pt x="7" y="22"/>
                  <a:pt x="7" y="22"/>
                </a:cubicBezTo>
                <a:cubicBezTo>
                  <a:pt x="5" y="22"/>
                  <a:pt x="4" y="21"/>
                  <a:pt x="4" y="19"/>
                </a:cubicBezTo>
                <a:cubicBezTo>
                  <a:pt x="4" y="18"/>
                  <a:pt x="5" y="17"/>
                  <a:pt x="7" y="17"/>
                </a:cubicBezTo>
                <a:cubicBezTo>
                  <a:pt x="8" y="17"/>
                  <a:pt x="9" y="17"/>
                  <a:pt x="9" y="18"/>
                </a:cubicBezTo>
                <a:lnTo>
                  <a:pt x="8" y="18"/>
                </a:lnTo>
                <a:close/>
                <a:moveTo>
                  <a:pt x="25" y="29"/>
                </a:moveTo>
                <a:cubicBezTo>
                  <a:pt x="24" y="29"/>
                  <a:pt x="23" y="29"/>
                  <a:pt x="23" y="28"/>
                </a:cubicBezTo>
                <a:cubicBezTo>
                  <a:pt x="23" y="28"/>
                  <a:pt x="24" y="28"/>
                  <a:pt x="24" y="28"/>
                </a:cubicBezTo>
                <a:cubicBezTo>
                  <a:pt x="25" y="29"/>
                  <a:pt x="26" y="28"/>
                  <a:pt x="27" y="27"/>
                </a:cubicBezTo>
                <a:cubicBezTo>
                  <a:pt x="27" y="26"/>
                  <a:pt x="27" y="25"/>
                  <a:pt x="26" y="25"/>
                </a:cubicBezTo>
                <a:cubicBezTo>
                  <a:pt x="24" y="24"/>
                  <a:pt x="24" y="24"/>
                  <a:pt x="24" y="24"/>
                </a:cubicBezTo>
                <a:cubicBezTo>
                  <a:pt x="25" y="24"/>
                  <a:pt x="25" y="24"/>
                  <a:pt x="25" y="24"/>
                </a:cubicBezTo>
                <a:cubicBezTo>
                  <a:pt x="26" y="24"/>
                  <a:pt x="28" y="25"/>
                  <a:pt x="28" y="27"/>
                </a:cubicBezTo>
                <a:cubicBezTo>
                  <a:pt x="28" y="28"/>
                  <a:pt x="26" y="29"/>
                  <a:pt x="25" y="29"/>
                </a:cubicBezTo>
                <a:close/>
                <a:moveTo>
                  <a:pt x="33" y="22"/>
                </a:moveTo>
                <a:cubicBezTo>
                  <a:pt x="31" y="22"/>
                  <a:pt x="30" y="21"/>
                  <a:pt x="30" y="19"/>
                </a:cubicBezTo>
                <a:cubicBezTo>
                  <a:pt x="30" y="17"/>
                  <a:pt x="31" y="16"/>
                  <a:pt x="33" y="16"/>
                </a:cubicBezTo>
                <a:cubicBezTo>
                  <a:pt x="35" y="16"/>
                  <a:pt x="36" y="17"/>
                  <a:pt x="36" y="19"/>
                </a:cubicBezTo>
                <a:cubicBezTo>
                  <a:pt x="36" y="21"/>
                  <a:pt x="35" y="22"/>
                  <a:pt x="33" y="22"/>
                </a:cubicBezTo>
                <a:close/>
                <a:moveTo>
                  <a:pt x="33" y="17"/>
                </a:moveTo>
                <a:cubicBezTo>
                  <a:pt x="32" y="17"/>
                  <a:pt x="30" y="18"/>
                  <a:pt x="30" y="19"/>
                </a:cubicBezTo>
                <a:cubicBezTo>
                  <a:pt x="30" y="21"/>
                  <a:pt x="32" y="22"/>
                  <a:pt x="33" y="22"/>
                </a:cubicBezTo>
                <a:cubicBezTo>
                  <a:pt x="34" y="22"/>
                  <a:pt x="35" y="21"/>
                  <a:pt x="35" y="19"/>
                </a:cubicBezTo>
                <a:cubicBezTo>
                  <a:pt x="35" y="18"/>
                  <a:pt x="34" y="17"/>
                  <a:pt x="33" y="1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7" name="稻壳儿小白白(http://dwz.cn/Wu2UP)"/>
          <p:cNvSpPr/>
          <p:nvPr/>
        </p:nvSpPr>
        <p:spPr>
          <a:xfrm>
            <a:off x="8267414" y="3601974"/>
            <a:ext cx="193739" cy="303467"/>
          </a:xfrm>
          <a:custGeom>
            <a:avLst/>
            <a:gdLst>
              <a:gd name="T0" fmla="*/ 1191853872 w 27"/>
              <a:gd name="T1" fmla="*/ 89514749 h 42"/>
              <a:gd name="T2" fmla="*/ 1191853872 w 27"/>
              <a:gd name="T3" fmla="*/ 1835105867 h 42"/>
              <a:gd name="T4" fmla="*/ 1147711136 w 27"/>
              <a:gd name="T5" fmla="*/ 1835105867 h 42"/>
              <a:gd name="T6" fmla="*/ 308999152 w 27"/>
              <a:gd name="T7" fmla="*/ 984688995 h 42"/>
              <a:gd name="T8" fmla="*/ 308999152 w 27"/>
              <a:gd name="T9" fmla="*/ 984688995 h 42"/>
              <a:gd name="T10" fmla="*/ 308999152 w 27"/>
              <a:gd name="T11" fmla="*/ 1790348493 h 42"/>
              <a:gd name="T12" fmla="*/ 220713680 w 27"/>
              <a:gd name="T13" fmla="*/ 1879863242 h 42"/>
              <a:gd name="T14" fmla="*/ 44142736 w 27"/>
              <a:gd name="T15" fmla="*/ 1879863242 h 42"/>
              <a:gd name="T16" fmla="*/ 0 w 27"/>
              <a:gd name="T17" fmla="*/ 1790348493 h 42"/>
              <a:gd name="T18" fmla="*/ 0 w 27"/>
              <a:gd name="T19" fmla="*/ 89514749 h 42"/>
              <a:gd name="T20" fmla="*/ 44142736 w 27"/>
              <a:gd name="T21" fmla="*/ 44757374 h 42"/>
              <a:gd name="T22" fmla="*/ 220713680 w 27"/>
              <a:gd name="T23" fmla="*/ 44757374 h 42"/>
              <a:gd name="T24" fmla="*/ 308999152 w 27"/>
              <a:gd name="T25" fmla="*/ 89514749 h 42"/>
              <a:gd name="T26" fmla="*/ 308999152 w 27"/>
              <a:gd name="T27" fmla="*/ 939931621 h 42"/>
              <a:gd name="T28" fmla="*/ 308999152 w 27"/>
              <a:gd name="T29" fmla="*/ 895174246 h 42"/>
              <a:gd name="T30" fmla="*/ 1147711136 w 27"/>
              <a:gd name="T31" fmla="*/ 44757374 h 42"/>
              <a:gd name="T32" fmla="*/ 1191853872 w 27"/>
              <a:gd name="T33" fmla="*/ 89514749 h 4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 h="42">
                <a:moveTo>
                  <a:pt x="27" y="2"/>
                </a:moveTo>
                <a:cubicBezTo>
                  <a:pt x="27" y="41"/>
                  <a:pt x="27" y="41"/>
                  <a:pt x="27" y="41"/>
                </a:cubicBezTo>
                <a:cubicBezTo>
                  <a:pt x="27" y="42"/>
                  <a:pt x="27" y="42"/>
                  <a:pt x="26" y="41"/>
                </a:cubicBezTo>
                <a:cubicBezTo>
                  <a:pt x="7" y="22"/>
                  <a:pt x="7" y="22"/>
                  <a:pt x="7" y="22"/>
                </a:cubicBezTo>
                <a:cubicBezTo>
                  <a:pt x="7" y="22"/>
                  <a:pt x="7" y="22"/>
                  <a:pt x="7" y="22"/>
                </a:cubicBezTo>
                <a:cubicBezTo>
                  <a:pt x="7" y="40"/>
                  <a:pt x="7" y="40"/>
                  <a:pt x="7" y="40"/>
                </a:cubicBezTo>
                <a:cubicBezTo>
                  <a:pt x="7" y="41"/>
                  <a:pt x="6" y="42"/>
                  <a:pt x="5" y="42"/>
                </a:cubicBezTo>
                <a:cubicBezTo>
                  <a:pt x="1" y="42"/>
                  <a:pt x="1" y="42"/>
                  <a:pt x="1" y="42"/>
                </a:cubicBezTo>
                <a:cubicBezTo>
                  <a:pt x="0" y="42"/>
                  <a:pt x="0" y="41"/>
                  <a:pt x="0" y="40"/>
                </a:cubicBezTo>
                <a:cubicBezTo>
                  <a:pt x="0" y="2"/>
                  <a:pt x="0" y="2"/>
                  <a:pt x="0" y="2"/>
                </a:cubicBezTo>
                <a:cubicBezTo>
                  <a:pt x="0" y="1"/>
                  <a:pt x="0" y="1"/>
                  <a:pt x="1" y="1"/>
                </a:cubicBezTo>
                <a:cubicBezTo>
                  <a:pt x="5" y="1"/>
                  <a:pt x="5" y="1"/>
                  <a:pt x="5" y="1"/>
                </a:cubicBezTo>
                <a:cubicBezTo>
                  <a:pt x="6" y="1"/>
                  <a:pt x="7" y="1"/>
                  <a:pt x="7" y="2"/>
                </a:cubicBezTo>
                <a:cubicBezTo>
                  <a:pt x="7" y="21"/>
                  <a:pt x="7" y="21"/>
                  <a:pt x="7" y="21"/>
                </a:cubicBezTo>
                <a:cubicBezTo>
                  <a:pt x="7" y="20"/>
                  <a:pt x="7" y="20"/>
                  <a:pt x="7" y="20"/>
                </a:cubicBezTo>
                <a:cubicBezTo>
                  <a:pt x="26" y="1"/>
                  <a:pt x="26" y="1"/>
                  <a:pt x="26" y="1"/>
                </a:cubicBezTo>
                <a:cubicBezTo>
                  <a:pt x="27" y="0"/>
                  <a:pt x="27" y="1"/>
                  <a:pt x="27" y="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8" name="稻壳儿小白白(http://dwz.cn/Wu2UP)"/>
          <p:cNvSpPr/>
          <p:nvPr/>
        </p:nvSpPr>
        <p:spPr>
          <a:xfrm>
            <a:off x="8267414" y="4136898"/>
            <a:ext cx="193739" cy="306896"/>
          </a:xfrm>
          <a:custGeom>
            <a:avLst/>
            <a:gdLst>
              <a:gd name="T0" fmla="*/ 0 w 27"/>
              <a:gd name="T1" fmla="*/ 1876808660 h 42"/>
              <a:gd name="T2" fmla="*/ 0 w 27"/>
              <a:gd name="T3" fmla="*/ 45777306 h 42"/>
              <a:gd name="T4" fmla="*/ 44142736 w 27"/>
              <a:gd name="T5" fmla="*/ 45777306 h 42"/>
              <a:gd name="T6" fmla="*/ 882854720 w 27"/>
              <a:gd name="T7" fmla="*/ 915519060 h 42"/>
              <a:gd name="T8" fmla="*/ 882854720 w 27"/>
              <a:gd name="T9" fmla="*/ 915519060 h 42"/>
              <a:gd name="T10" fmla="*/ 882854720 w 27"/>
              <a:gd name="T11" fmla="*/ 91554612 h 42"/>
              <a:gd name="T12" fmla="*/ 971140192 w 27"/>
              <a:gd name="T13" fmla="*/ 0 h 42"/>
              <a:gd name="T14" fmla="*/ 1103568400 w 27"/>
              <a:gd name="T15" fmla="*/ 0 h 42"/>
              <a:gd name="T16" fmla="*/ 1191853872 w 27"/>
              <a:gd name="T17" fmla="*/ 91554612 h 42"/>
              <a:gd name="T18" fmla="*/ 1191853872 w 27"/>
              <a:gd name="T19" fmla="*/ 1831031354 h 42"/>
              <a:gd name="T20" fmla="*/ 1103568400 w 27"/>
              <a:gd name="T21" fmla="*/ 1876808660 h 42"/>
              <a:gd name="T22" fmla="*/ 971140192 w 27"/>
              <a:gd name="T23" fmla="*/ 1876808660 h 42"/>
              <a:gd name="T24" fmla="*/ 882854720 w 27"/>
              <a:gd name="T25" fmla="*/ 1831031354 h 42"/>
              <a:gd name="T26" fmla="*/ 882854720 w 27"/>
              <a:gd name="T27" fmla="*/ 1007066906 h 42"/>
              <a:gd name="T28" fmla="*/ 882854720 w 27"/>
              <a:gd name="T29" fmla="*/ 1007066906 h 42"/>
              <a:gd name="T30" fmla="*/ 44142736 w 27"/>
              <a:gd name="T31" fmla="*/ 1876808660 h 42"/>
              <a:gd name="T32" fmla="*/ 0 w 27"/>
              <a:gd name="T33" fmla="*/ 1876808660 h 42"/>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 h="42">
                <a:moveTo>
                  <a:pt x="0" y="41"/>
                </a:moveTo>
                <a:cubicBezTo>
                  <a:pt x="0" y="1"/>
                  <a:pt x="0" y="1"/>
                  <a:pt x="0" y="1"/>
                </a:cubicBezTo>
                <a:cubicBezTo>
                  <a:pt x="0" y="0"/>
                  <a:pt x="0" y="0"/>
                  <a:pt x="1" y="1"/>
                </a:cubicBezTo>
                <a:cubicBezTo>
                  <a:pt x="20" y="20"/>
                  <a:pt x="20" y="20"/>
                  <a:pt x="20" y="20"/>
                </a:cubicBezTo>
                <a:cubicBezTo>
                  <a:pt x="20" y="20"/>
                  <a:pt x="20" y="20"/>
                  <a:pt x="20" y="20"/>
                </a:cubicBezTo>
                <a:cubicBezTo>
                  <a:pt x="20" y="2"/>
                  <a:pt x="20" y="2"/>
                  <a:pt x="20" y="2"/>
                </a:cubicBezTo>
                <a:cubicBezTo>
                  <a:pt x="20" y="1"/>
                  <a:pt x="21" y="0"/>
                  <a:pt x="22" y="0"/>
                </a:cubicBezTo>
                <a:cubicBezTo>
                  <a:pt x="25" y="0"/>
                  <a:pt x="25" y="0"/>
                  <a:pt x="25" y="0"/>
                </a:cubicBezTo>
                <a:cubicBezTo>
                  <a:pt x="26" y="0"/>
                  <a:pt x="27" y="1"/>
                  <a:pt x="27" y="2"/>
                </a:cubicBezTo>
                <a:cubicBezTo>
                  <a:pt x="27" y="40"/>
                  <a:pt x="27" y="40"/>
                  <a:pt x="27" y="40"/>
                </a:cubicBezTo>
                <a:cubicBezTo>
                  <a:pt x="27" y="41"/>
                  <a:pt x="26" y="41"/>
                  <a:pt x="25" y="41"/>
                </a:cubicBezTo>
                <a:cubicBezTo>
                  <a:pt x="22" y="41"/>
                  <a:pt x="22" y="41"/>
                  <a:pt x="22" y="41"/>
                </a:cubicBezTo>
                <a:cubicBezTo>
                  <a:pt x="21" y="41"/>
                  <a:pt x="20" y="41"/>
                  <a:pt x="20" y="40"/>
                </a:cubicBezTo>
                <a:cubicBezTo>
                  <a:pt x="20" y="22"/>
                  <a:pt x="20" y="22"/>
                  <a:pt x="20" y="22"/>
                </a:cubicBezTo>
                <a:cubicBezTo>
                  <a:pt x="20" y="22"/>
                  <a:pt x="20" y="22"/>
                  <a:pt x="20" y="22"/>
                </a:cubicBezTo>
                <a:cubicBezTo>
                  <a:pt x="1" y="41"/>
                  <a:pt x="1" y="41"/>
                  <a:pt x="1" y="41"/>
                </a:cubicBezTo>
                <a:cubicBezTo>
                  <a:pt x="0" y="42"/>
                  <a:pt x="0" y="42"/>
                  <a:pt x="0"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9" name="稻壳儿小白白(http://dwz.cn/Wu2UP)"/>
          <p:cNvSpPr>
            <a:spLocks noEditPoints="1"/>
          </p:cNvSpPr>
          <p:nvPr/>
        </p:nvSpPr>
        <p:spPr>
          <a:xfrm>
            <a:off x="8231410" y="4675251"/>
            <a:ext cx="265747" cy="296609"/>
          </a:xfrm>
          <a:custGeom>
            <a:avLst/>
            <a:gdLst>
              <a:gd name="T0" fmla="*/ 1503711483 w 37"/>
              <a:gd name="T1" fmla="*/ 897396411 h 41"/>
              <a:gd name="T2" fmla="*/ 1503711483 w 37"/>
              <a:gd name="T3" fmla="*/ 1390961088 h 41"/>
              <a:gd name="T4" fmla="*/ 972989001 w 37"/>
              <a:gd name="T5" fmla="*/ 1839659294 h 41"/>
              <a:gd name="T6" fmla="*/ 442266519 w 37"/>
              <a:gd name="T7" fmla="*/ 1390961088 h 41"/>
              <a:gd name="T8" fmla="*/ 442266519 w 37"/>
              <a:gd name="T9" fmla="*/ 1211481806 h 41"/>
              <a:gd name="T10" fmla="*/ 0 w 37"/>
              <a:gd name="T11" fmla="*/ 762783600 h 41"/>
              <a:gd name="T12" fmla="*/ 0 w 37"/>
              <a:gd name="T13" fmla="*/ 134606112 h 41"/>
              <a:gd name="T14" fmla="*/ 44224657 w 37"/>
              <a:gd name="T15" fmla="*/ 89739641 h 41"/>
              <a:gd name="T16" fmla="*/ 88455964 w 37"/>
              <a:gd name="T17" fmla="*/ 89739641 h 41"/>
              <a:gd name="T18" fmla="*/ 221136584 w 37"/>
              <a:gd name="T19" fmla="*/ 0 h 41"/>
              <a:gd name="T20" fmla="*/ 353817205 w 37"/>
              <a:gd name="T21" fmla="*/ 134606112 h 41"/>
              <a:gd name="T22" fmla="*/ 221136584 w 37"/>
              <a:gd name="T23" fmla="*/ 314085395 h 41"/>
              <a:gd name="T24" fmla="*/ 132680621 w 37"/>
              <a:gd name="T25" fmla="*/ 269218923 h 41"/>
              <a:gd name="T26" fmla="*/ 132680621 w 37"/>
              <a:gd name="T27" fmla="*/ 762783600 h 41"/>
              <a:gd name="T28" fmla="*/ 530722482 w 37"/>
              <a:gd name="T29" fmla="*/ 1076875693 h 41"/>
              <a:gd name="T30" fmla="*/ 884533037 w 37"/>
              <a:gd name="T31" fmla="*/ 762783600 h 41"/>
              <a:gd name="T32" fmla="*/ 884533037 w 37"/>
              <a:gd name="T33" fmla="*/ 269218923 h 41"/>
              <a:gd name="T34" fmla="*/ 796083724 w 37"/>
              <a:gd name="T35" fmla="*/ 314085395 h 41"/>
              <a:gd name="T36" fmla="*/ 663403103 w 37"/>
              <a:gd name="T37" fmla="*/ 134606112 h 41"/>
              <a:gd name="T38" fmla="*/ 796083724 w 37"/>
              <a:gd name="T39" fmla="*/ 0 h 41"/>
              <a:gd name="T40" fmla="*/ 928764344 w 37"/>
              <a:gd name="T41" fmla="*/ 89739641 h 41"/>
              <a:gd name="T42" fmla="*/ 972989001 w 37"/>
              <a:gd name="T43" fmla="*/ 89739641 h 41"/>
              <a:gd name="T44" fmla="*/ 1061444965 w 37"/>
              <a:gd name="T45" fmla="*/ 134606112 h 41"/>
              <a:gd name="T46" fmla="*/ 1061444965 w 37"/>
              <a:gd name="T47" fmla="*/ 762783600 h 41"/>
              <a:gd name="T48" fmla="*/ 574947139 w 37"/>
              <a:gd name="T49" fmla="*/ 1211481806 h 41"/>
              <a:gd name="T50" fmla="*/ 574947139 w 37"/>
              <a:gd name="T51" fmla="*/ 1390961088 h 41"/>
              <a:gd name="T52" fmla="*/ 972989001 w 37"/>
              <a:gd name="T53" fmla="*/ 1705053181 h 41"/>
              <a:gd name="T54" fmla="*/ 1326806206 w 37"/>
              <a:gd name="T55" fmla="*/ 1390961088 h 41"/>
              <a:gd name="T56" fmla="*/ 1326806206 w 37"/>
              <a:gd name="T57" fmla="*/ 897396411 h 41"/>
              <a:gd name="T58" fmla="*/ 1194125585 w 37"/>
              <a:gd name="T59" fmla="*/ 673043959 h 41"/>
              <a:gd name="T60" fmla="*/ 1415255519 w 37"/>
              <a:gd name="T61" fmla="*/ 448698206 h 41"/>
              <a:gd name="T62" fmla="*/ 1636392104 w 37"/>
              <a:gd name="T63" fmla="*/ 673043959 h 41"/>
              <a:gd name="T64" fmla="*/ 1503711483 w 37"/>
              <a:gd name="T65" fmla="*/ 897396411 h 41"/>
              <a:gd name="T66" fmla="*/ 1415255519 w 37"/>
              <a:gd name="T67" fmla="*/ 628177488 h 41"/>
              <a:gd name="T68" fmla="*/ 1326806206 w 37"/>
              <a:gd name="T69" fmla="*/ 673043959 h 41"/>
              <a:gd name="T70" fmla="*/ 1415255519 w 37"/>
              <a:gd name="T71" fmla="*/ 762783600 h 41"/>
              <a:gd name="T72" fmla="*/ 1503711483 w 37"/>
              <a:gd name="T73" fmla="*/ 673043959 h 41"/>
              <a:gd name="T74" fmla="*/ 1415255519 w 37"/>
              <a:gd name="T75" fmla="*/ 628177488 h 4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37" h="41">
                <a:moveTo>
                  <a:pt x="34" y="20"/>
                </a:moveTo>
                <a:cubicBezTo>
                  <a:pt x="34" y="31"/>
                  <a:pt x="34" y="31"/>
                  <a:pt x="34" y="31"/>
                </a:cubicBezTo>
                <a:cubicBezTo>
                  <a:pt x="34" y="36"/>
                  <a:pt x="28" y="41"/>
                  <a:pt x="22" y="41"/>
                </a:cubicBezTo>
                <a:cubicBezTo>
                  <a:pt x="15" y="41"/>
                  <a:pt x="10" y="36"/>
                  <a:pt x="10" y="31"/>
                </a:cubicBezTo>
                <a:cubicBezTo>
                  <a:pt x="10" y="27"/>
                  <a:pt x="10" y="27"/>
                  <a:pt x="10" y="27"/>
                </a:cubicBezTo>
                <a:cubicBezTo>
                  <a:pt x="4" y="26"/>
                  <a:pt x="0" y="22"/>
                  <a:pt x="0" y="17"/>
                </a:cubicBezTo>
                <a:cubicBezTo>
                  <a:pt x="0" y="3"/>
                  <a:pt x="0" y="3"/>
                  <a:pt x="0" y="3"/>
                </a:cubicBezTo>
                <a:cubicBezTo>
                  <a:pt x="0" y="2"/>
                  <a:pt x="0" y="2"/>
                  <a:pt x="1" y="2"/>
                </a:cubicBezTo>
                <a:cubicBezTo>
                  <a:pt x="1" y="2"/>
                  <a:pt x="2" y="2"/>
                  <a:pt x="2" y="2"/>
                </a:cubicBezTo>
                <a:cubicBezTo>
                  <a:pt x="2" y="1"/>
                  <a:pt x="3" y="0"/>
                  <a:pt x="5" y="0"/>
                </a:cubicBezTo>
                <a:cubicBezTo>
                  <a:pt x="7" y="0"/>
                  <a:pt x="8" y="1"/>
                  <a:pt x="8" y="3"/>
                </a:cubicBezTo>
                <a:cubicBezTo>
                  <a:pt x="8" y="5"/>
                  <a:pt x="7" y="7"/>
                  <a:pt x="5" y="7"/>
                </a:cubicBezTo>
                <a:cubicBezTo>
                  <a:pt x="4" y="7"/>
                  <a:pt x="4" y="7"/>
                  <a:pt x="3" y="6"/>
                </a:cubicBezTo>
                <a:cubicBezTo>
                  <a:pt x="3" y="17"/>
                  <a:pt x="3" y="17"/>
                  <a:pt x="3" y="17"/>
                </a:cubicBezTo>
                <a:cubicBezTo>
                  <a:pt x="3" y="21"/>
                  <a:pt x="7" y="24"/>
                  <a:pt x="12" y="24"/>
                </a:cubicBezTo>
                <a:cubicBezTo>
                  <a:pt x="16" y="24"/>
                  <a:pt x="20" y="21"/>
                  <a:pt x="20" y="17"/>
                </a:cubicBezTo>
                <a:cubicBezTo>
                  <a:pt x="20" y="6"/>
                  <a:pt x="20" y="6"/>
                  <a:pt x="20" y="6"/>
                </a:cubicBezTo>
                <a:cubicBezTo>
                  <a:pt x="20" y="7"/>
                  <a:pt x="19" y="7"/>
                  <a:pt x="18" y="7"/>
                </a:cubicBezTo>
                <a:cubicBezTo>
                  <a:pt x="17" y="7"/>
                  <a:pt x="15" y="5"/>
                  <a:pt x="15" y="3"/>
                </a:cubicBezTo>
                <a:cubicBezTo>
                  <a:pt x="15" y="1"/>
                  <a:pt x="17" y="0"/>
                  <a:pt x="18" y="0"/>
                </a:cubicBezTo>
                <a:cubicBezTo>
                  <a:pt x="20" y="0"/>
                  <a:pt x="21" y="1"/>
                  <a:pt x="21" y="2"/>
                </a:cubicBezTo>
                <a:cubicBezTo>
                  <a:pt x="22" y="2"/>
                  <a:pt x="22" y="2"/>
                  <a:pt x="22" y="2"/>
                </a:cubicBezTo>
                <a:cubicBezTo>
                  <a:pt x="23" y="2"/>
                  <a:pt x="24" y="2"/>
                  <a:pt x="24" y="3"/>
                </a:cubicBezTo>
                <a:cubicBezTo>
                  <a:pt x="24" y="17"/>
                  <a:pt x="24" y="17"/>
                  <a:pt x="24" y="17"/>
                </a:cubicBezTo>
                <a:cubicBezTo>
                  <a:pt x="24" y="22"/>
                  <a:pt x="19" y="26"/>
                  <a:pt x="13" y="27"/>
                </a:cubicBezTo>
                <a:cubicBezTo>
                  <a:pt x="13" y="31"/>
                  <a:pt x="13" y="31"/>
                  <a:pt x="13" y="31"/>
                </a:cubicBezTo>
                <a:cubicBezTo>
                  <a:pt x="13" y="35"/>
                  <a:pt x="17" y="38"/>
                  <a:pt x="22" y="38"/>
                </a:cubicBezTo>
                <a:cubicBezTo>
                  <a:pt x="27" y="38"/>
                  <a:pt x="30" y="35"/>
                  <a:pt x="30" y="31"/>
                </a:cubicBezTo>
                <a:cubicBezTo>
                  <a:pt x="30" y="20"/>
                  <a:pt x="30" y="20"/>
                  <a:pt x="30" y="20"/>
                </a:cubicBezTo>
                <a:cubicBezTo>
                  <a:pt x="28" y="19"/>
                  <a:pt x="27" y="18"/>
                  <a:pt x="27" y="15"/>
                </a:cubicBezTo>
                <a:cubicBezTo>
                  <a:pt x="27" y="12"/>
                  <a:pt x="29" y="10"/>
                  <a:pt x="32" y="10"/>
                </a:cubicBezTo>
                <a:cubicBezTo>
                  <a:pt x="35" y="10"/>
                  <a:pt x="37" y="12"/>
                  <a:pt x="37" y="15"/>
                </a:cubicBezTo>
                <a:cubicBezTo>
                  <a:pt x="37" y="18"/>
                  <a:pt x="36" y="19"/>
                  <a:pt x="34" y="20"/>
                </a:cubicBezTo>
                <a:close/>
                <a:moveTo>
                  <a:pt x="32" y="14"/>
                </a:moveTo>
                <a:cubicBezTo>
                  <a:pt x="31" y="14"/>
                  <a:pt x="30" y="14"/>
                  <a:pt x="30" y="15"/>
                </a:cubicBezTo>
                <a:cubicBezTo>
                  <a:pt x="30" y="16"/>
                  <a:pt x="31" y="17"/>
                  <a:pt x="32" y="17"/>
                </a:cubicBezTo>
                <a:cubicBezTo>
                  <a:pt x="33" y="17"/>
                  <a:pt x="34" y="16"/>
                  <a:pt x="34" y="15"/>
                </a:cubicBezTo>
                <a:cubicBezTo>
                  <a:pt x="34" y="14"/>
                  <a:pt x="33" y="14"/>
                  <a:pt x="32" y="1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0" name="稻壳儿小白白(http://dwz.cn/Wu2UP)"/>
          <p:cNvSpPr/>
          <p:nvPr/>
        </p:nvSpPr>
        <p:spPr>
          <a:xfrm>
            <a:off x="8215979" y="5203317"/>
            <a:ext cx="296609" cy="303467"/>
          </a:xfrm>
          <a:custGeom>
            <a:avLst/>
            <a:gdLst>
              <a:gd name="T0" fmla="*/ 1839659294 w 41"/>
              <a:gd name="T1" fmla="*/ 1790348493 h 42"/>
              <a:gd name="T2" fmla="*/ 1749919653 w 41"/>
              <a:gd name="T3" fmla="*/ 1879863242 h 42"/>
              <a:gd name="T4" fmla="*/ 89739641 w 41"/>
              <a:gd name="T5" fmla="*/ 1879863242 h 42"/>
              <a:gd name="T6" fmla="*/ 0 w 41"/>
              <a:gd name="T7" fmla="*/ 1790348493 h 42"/>
              <a:gd name="T8" fmla="*/ 0 w 41"/>
              <a:gd name="T9" fmla="*/ 89514749 h 42"/>
              <a:gd name="T10" fmla="*/ 89739641 w 41"/>
              <a:gd name="T11" fmla="*/ 0 h 42"/>
              <a:gd name="T12" fmla="*/ 1749919653 w 41"/>
              <a:gd name="T13" fmla="*/ 0 h 42"/>
              <a:gd name="T14" fmla="*/ 1839659294 w 41"/>
              <a:gd name="T15" fmla="*/ 89514749 h 42"/>
              <a:gd name="T16" fmla="*/ 1839659294 w 41"/>
              <a:gd name="T17" fmla="*/ 1790348493 h 4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1" h="42">
                <a:moveTo>
                  <a:pt x="41" y="40"/>
                </a:moveTo>
                <a:cubicBezTo>
                  <a:pt x="41" y="41"/>
                  <a:pt x="40" y="42"/>
                  <a:pt x="39" y="42"/>
                </a:cubicBezTo>
                <a:cubicBezTo>
                  <a:pt x="2" y="42"/>
                  <a:pt x="2" y="42"/>
                  <a:pt x="2" y="42"/>
                </a:cubicBezTo>
                <a:cubicBezTo>
                  <a:pt x="1" y="42"/>
                  <a:pt x="0" y="41"/>
                  <a:pt x="0" y="40"/>
                </a:cubicBezTo>
                <a:cubicBezTo>
                  <a:pt x="0" y="2"/>
                  <a:pt x="0" y="2"/>
                  <a:pt x="0" y="2"/>
                </a:cubicBezTo>
                <a:cubicBezTo>
                  <a:pt x="0" y="1"/>
                  <a:pt x="1" y="0"/>
                  <a:pt x="2" y="0"/>
                </a:cubicBezTo>
                <a:cubicBezTo>
                  <a:pt x="39" y="0"/>
                  <a:pt x="39" y="0"/>
                  <a:pt x="39" y="0"/>
                </a:cubicBezTo>
                <a:cubicBezTo>
                  <a:pt x="40" y="0"/>
                  <a:pt x="41" y="1"/>
                  <a:pt x="41" y="2"/>
                </a:cubicBezTo>
                <a:lnTo>
                  <a:pt x="41" y="4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1" name="稻壳儿小白白(http://dwz.cn/Wu2UP)"/>
          <p:cNvSpPr>
            <a:spLocks noEditPoints="1"/>
          </p:cNvSpPr>
          <p:nvPr/>
        </p:nvSpPr>
        <p:spPr>
          <a:xfrm>
            <a:off x="8188547" y="5739956"/>
            <a:ext cx="346329" cy="296608"/>
          </a:xfrm>
          <a:custGeom>
            <a:avLst/>
            <a:gdLst>
              <a:gd name="T0" fmla="*/ 2142342826 w 48"/>
              <a:gd name="T1" fmla="*/ 987125760 h 41"/>
              <a:gd name="T2" fmla="*/ 2142342826 w 48"/>
              <a:gd name="T3" fmla="*/ 1031998766 h 41"/>
              <a:gd name="T4" fmla="*/ 2142342826 w 48"/>
              <a:gd name="T5" fmla="*/ 1076865074 h 41"/>
              <a:gd name="T6" fmla="*/ 44633952 w 48"/>
              <a:gd name="T7" fmla="*/ 1076865074 h 41"/>
              <a:gd name="T8" fmla="*/ 0 w 48"/>
              <a:gd name="T9" fmla="*/ 1031998766 h 41"/>
              <a:gd name="T10" fmla="*/ 0 w 48"/>
              <a:gd name="T11" fmla="*/ 987125760 h 41"/>
              <a:gd name="T12" fmla="*/ 44633952 w 48"/>
              <a:gd name="T13" fmla="*/ 942259452 h 41"/>
              <a:gd name="T14" fmla="*/ 2142342826 w 48"/>
              <a:gd name="T15" fmla="*/ 942259452 h 41"/>
              <a:gd name="T16" fmla="*/ 2142342826 w 48"/>
              <a:gd name="T17" fmla="*/ 987125760 h 41"/>
              <a:gd name="T18" fmla="*/ 535587377 w 48"/>
              <a:gd name="T19" fmla="*/ 762780823 h 41"/>
              <a:gd name="T20" fmla="*/ 490953425 w 48"/>
              <a:gd name="T21" fmla="*/ 538435886 h 41"/>
              <a:gd name="T22" fmla="*/ 624848599 w 48"/>
              <a:gd name="T23" fmla="*/ 134605622 h 41"/>
              <a:gd name="T24" fmla="*/ 1115802024 w 48"/>
              <a:gd name="T25" fmla="*/ 0 h 41"/>
              <a:gd name="T26" fmla="*/ 1294331149 w 48"/>
              <a:gd name="T27" fmla="*/ 44866308 h 41"/>
              <a:gd name="T28" fmla="*/ 1517494227 w 48"/>
              <a:gd name="T29" fmla="*/ 89739314 h 41"/>
              <a:gd name="T30" fmla="*/ 1562128178 w 48"/>
              <a:gd name="T31" fmla="*/ 224344937 h 41"/>
              <a:gd name="T32" fmla="*/ 1562128178 w 48"/>
              <a:gd name="T33" fmla="*/ 448696572 h 41"/>
              <a:gd name="T34" fmla="*/ 1562128178 w 48"/>
              <a:gd name="T35" fmla="*/ 493562880 h 41"/>
              <a:gd name="T36" fmla="*/ 1562128178 w 48"/>
              <a:gd name="T37" fmla="*/ 493562880 h 41"/>
              <a:gd name="T38" fmla="*/ 1428226323 w 48"/>
              <a:gd name="T39" fmla="*/ 493562880 h 41"/>
              <a:gd name="T40" fmla="*/ 1428226323 w 48"/>
              <a:gd name="T41" fmla="*/ 493562880 h 41"/>
              <a:gd name="T42" fmla="*/ 1294331149 w 48"/>
              <a:gd name="T43" fmla="*/ 269217943 h 41"/>
              <a:gd name="T44" fmla="*/ 1071174753 w 48"/>
              <a:gd name="T45" fmla="*/ 134605622 h 41"/>
              <a:gd name="T46" fmla="*/ 848011676 w 48"/>
              <a:gd name="T47" fmla="*/ 224344937 h 41"/>
              <a:gd name="T48" fmla="*/ 758743773 w 48"/>
              <a:gd name="T49" fmla="*/ 403823565 h 41"/>
              <a:gd name="T50" fmla="*/ 848011676 w 48"/>
              <a:gd name="T51" fmla="*/ 538435886 h 41"/>
              <a:gd name="T52" fmla="*/ 1160435976 w 48"/>
              <a:gd name="T53" fmla="*/ 717907816 h 41"/>
              <a:gd name="T54" fmla="*/ 1383599053 w 48"/>
              <a:gd name="T55" fmla="*/ 807647131 h 41"/>
              <a:gd name="T56" fmla="*/ 1472860275 w 48"/>
              <a:gd name="T57" fmla="*/ 852520137 h 41"/>
              <a:gd name="T58" fmla="*/ 580214647 w 48"/>
              <a:gd name="T59" fmla="*/ 852520137 h 41"/>
              <a:gd name="T60" fmla="*/ 535587377 w 48"/>
              <a:gd name="T61" fmla="*/ 762780823 h 41"/>
              <a:gd name="T62" fmla="*/ 1696023352 w 48"/>
              <a:gd name="T63" fmla="*/ 1166604388 h 41"/>
              <a:gd name="T64" fmla="*/ 1696023352 w 48"/>
              <a:gd name="T65" fmla="*/ 1256343703 h 41"/>
              <a:gd name="T66" fmla="*/ 1651389401 w 48"/>
              <a:gd name="T67" fmla="*/ 1525561646 h 41"/>
              <a:gd name="T68" fmla="*/ 1562128178 w 48"/>
              <a:gd name="T69" fmla="*/ 1660167268 h 41"/>
              <a:gd name="T70" fmla="*/ 1428226323 w 48"/>
              <a:gd name="T71" fmla="*/ 1749906582 h 41"/>
              <a:gd name="T72" fmla="*/ 1249697198 w 48"/>
              <a:gd name="T73" fmla="*/ 1839645897 h 41"/>
              <a:gd name="T74" fmla="*/ 1026540802 w 48"/>
              <a:gd name="T75" fmla="*/ 1839645897 h 41"/>
              <a:gd name="T76" fmla="*/ 758743773 w 48"/>
              <a:gd name="T77" fmla="*/ 1839645897 h 41"/>
              <a:gd name="T78" fmla="*/ 624848599 w 48"/>
              <a:gd name="T79" fmla="*/ 1794779589 h 41"/>
              <a:gd name="T80" fmla="*/ 535587377 w 48"/>
              <a:gd name="T81" fmla="*/ 1749906582 h 41"/>
              <a:gd name="T82" fmla="*/ 535587377 w 48"/>
              <a:gd name="T83" fmla="*/ 1705040274 h 41"/>
              <a:gd name="T84" fmla="*/ 535587377 w 48"/>
              <a:gd name="T85" fmla="*/ 1705040274 h 41"/>
              <a:gd name="T86" fmla="*/ 535587377 w 48"/>
              <a:gd name="T87" fmla="*/ 1525561646 h 41"/>
              <a:gd name="T88" fmla="*/ 535587377 w 48"/>
              <a:gd name="T89" fmla="*/ 1390949325 h 41"/>
              <a:gd name="T90" fmla="*/ 535587377 w 48"/>
              <a:gd name="T91" fmla="*/ 1346083017 h 41"/>
              <a:gd name="T92" fmla="*/ 624848599 w 48"/>
              <a:gd name="T93" fmla="*/ 1346083017 h 41"/>
              <a:gd name="T94" fmla="*/ 714116502 w 48"/>
              <a:gd name="T95" fmla="*/ 1525561646 h 41"/>
              <a:gd name="T96" fmla="*/ 803377724 w 48"/>
              <a:gd name="T97" fmla="*/ 1615300960 h 41"/>
              <a:gd name="T98" fmla="*/ 937272898 w 48"/>
              <a:gd name="T99" fmla="*/ 1705040274 h 41"/>
              <a:gd name="T100" fmla="*/ 1115802024 w 48"/>
              <a:gd name="T101" fmla="*/ 1705040274 h 41"/>
              <a:gd name="T102" fmla="*/ 1249697198 w 48"/>
              <a:gd name="T103" fmla="*/ 1705040274 h 41"/>
              <a:gd name="T104" fmla="*/ 1428226323 w 48"/>
              <a:gd name="T105" fmla="*/ 1570427954 h 41"/>
              <a:gd name="T106" fmla="*/ 1472860275 w 48"/>
              <a:gd name="T107" fmla="*/ 1435822331 h 41"/>
              <a:gd name="T108" fmla="*/ 1383599053 w 48"/>
              <a:gd name="T109" fmla="*/ 1256343703 h 41"/>
              <a:gd name="T110" fmla="*/ 1205069927 w 48"/>
              <a:gd name="T111" fmla="*/ 1166604388 h 41"/>
              <a:gd name="T112" fmla="*/ 1696023352 w 48"/>
              <a:gd name="T113" fmla="*/ 1166604388 h 4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48" h="41">
                <a:moveTo>
                  <a:pt x="48" y="22"/>
                </a:moveTo>
                <a:cubicBezTo>
                  <a:pt x="48" y="23"/>
                  <a:pt x="48" y="23"/>
                  <a:pt x="48" y="23"/>
                </a:cubicBezTo>
                <a:cubicBezTo>
                  <a:pt x="48" y="24"/>
                  <a:pt x="48" y="24"/>
                  <a:pt x="48" y="24"/>
                </a:cubicBezTo>
                <a:cubicBezTo>
                  <a:pt x="1" y="24"/>
                  <a:pt x="1" y="24"/>
                  <a:pt x="1" y="24"/>
                </a:cubicBezTo>
                <a:cubicBezTo>
                  <a:pt x="1" y="24"/>
                  <a:pt x="0" y="24"/>
                  <a:pt x="0" y="23"/>
                </a:cubicBezTo>
                <a:cubicBezTo>
                  <a:pt x="0" y="22"/>
                  <a:pt x="0" y="22"/>
                  <a:pt x="0" y="22"/>
                </a:cubicBezTo>
                <a:cubicBezTo>
                  <a:pt x="0" y="21"/>
                  <a:pt x="1" y="21"/>
                  <a:pt x="1" y="21"/>
                </a:cubicBezTo>
                <a:cubicBezTo>
                  <a:pt x="48" y="21"/>
                  <a:pt x="48" y="21"/>
                  <a:pt x="48" y="21"/>
                </a:cubicBezTo>
                <a:cubicBezTo>
                  <a:pt x="48" y="21"/>
                  <a:pt x="48" y="21"/>
                  <a:pt x="48" y="22"/>
                </a:cubicBezTo>
                <a:close/>
                <a:moveTo>
                  <a:pt x="12" y="17"/>
                </a:moveTo>
                <a:cubicBezTo>
                  <a:pt x="11" y="15"/>
                  <a:pt x="11" y="13"/>
                  <a:pt x="11" y="12"/>
                </a:cubicBezTo>
                <a:cubicBezTo>
                  <a:pt x="11" y="8"/>
                  <a:pt x="12" y="6"/>
                  <a:pt x="14" y="3"/>
                </a:cubicBezTo>
                <a:cubicBezTo>
                  <a:pt x="17" y="1"/>
                  <a:pt x="20" y="0"/>
                  <a:pt x="25" y="0"/>
                </a:cubicBezTo>
                <a:cubicBezTo>
                  <a:pt x="26" y="0"/>
                  <a:pt x="27" y="0"/>
                  <a:pt x="29" y="1"/>
                </a:cubicBezTo>
                <a:cubicBezTo>
                  <a:pt x="30" y="1"/>
                  <a:pt x="32" y="1"/>
                  <a:pt x="34" y="2"/>
                </a:cubicBezTo>
                <a:cubicBezTo>
                  <a:pt x="34" y="3"/>
                  <a:pt x="34" y="4"/>
                  <a:pt x="35" y="5"/>
                </a:cubicBezTo>
                <a:cubicBezTo>
                  <a:pt x="35" y="7"/>
                  <a:pt x="35" y="9"/>
                  <a:pt x="35" y="10"/>
                </a:cubicBezTo>
                <a:cubicBezTo>
                  <a:pt x="35" y="10"/>
                  <a:pt x="35" y="11"/>
                  <a:pt x="35" y="11"/>
                </a:cubicBezTo>
                <a:cubicBezTo>
                  <a:pt x="35" y="11"/>
                  <a:pt x="35" y="11"/>
                  <a:pt x="35" y="11"/>
                </a:cubicBezTo>
                <a:cubicBezTo>
                  <a:pt x="32" y="11"/>
                  <a:pt x="32" y="11"/>
                  <a:pt x="32" y="11"/>
                </a:cubicBezTo>
                <a:cubicBezTo>
                  <a:pt x="32" y="11"/>
                  <a:pt x="32" y="11"/>
                  <a:pt x="32" y="11"/>
                </a:cubicBezTo>
                <a:cubicBezTo>
                  <a:pt x="31" y="8"/>
                  <a:pt x="30" y="6"/>
                  <a:pt x="29" y="6"/>
                </a:cubicBezTo>
                <a:cubicBezTo>
                  <a:pt x="28" y="4"/>
                  <a:pt x="26" y="3"/>
                  <a:pt x="24" y="3"/>
                </a:cubicBezTo>
                <a:cubicBezTo>
                  <a:pt x="21" y="3"/>
                  <a:pt x="20" y="4"/>
                  <a:pt x="19" y="5"/>
                </a:cubicBezTo>
                <a:cubicBezTo>
                  <a:pt x="17" y="6"/>
                  <a:pt x="17" y="7"/>
                  <a:pt x="17" y="9"/>
                </a:cubicBezTo>
                <a:cubicBezTo>
                  <a:pt x="17" y="10"/>
                  <a:pt x="17" y="11"/>
                  <a:pt x="19" y="12"/>
                </a:cubicBezTo>
                <a:cubicBezTo>
                  <a:pt x="20" y="14"/>
                  <a:pt x="22" y="15"/>
                  <a:pt x="26" y="16"/>
                </a:cubicBezTo>
                <a:cubicBezTo>
                  <a:pt x="27" y="16"/>
                  <a:pt x="29" y="17"/>
                  <a:pt x="31" y="18"/>
                </a:cubicBezTo>
                <a:cubicBezTo>
                  <a:pt x="32" y="18"/>
                  <a:pt x="33" y="18"/>
                  <a:pt x="33" y="19"/>
                </a:cubicBezTo>
                <a:cubicBezTo>
                  <a:pt x="13" y="19"/>
                  <a:pt x="13" y="19"/>
                  <a:pt x="13" y="19"/>
                </a:cubicBezTo>
                <a:cubicBezTo>
                  <a:pt x="13" y="18"/>
                  <a:pt x="12" y="18"/>
                  <a:pt x="12" y="17"/>
                </a:cubicBezTo>
                <a:close/>
                <a:moveTo>
                  <a:pt x="38" y="26"/>
                </a:moveTo>
                <a:cubicBezTo>
                  <a:pt x="38" y="27"/>
                  <a:pt x="38" y="27"/>
                  <a:pt x="38" y="28"/>
                </a:cubicBezTo>
                <a:cubicBezTo>
                  <a:pt x="38" y="30"/>
                  <a:pt x="38" y="32"/>
                  <a:pt x="37" y="34"/>
                </a:cubicBezTo>
                <a:cubicBezTo>
                  <a:pt x="37" y="35"/>
                  <a:pt x="36" y="36"/>
                  <a:pt x="35" y="37"/>
                </a:cubicBezTo>
                <a:cubicBezTo>
                  <a:pt x="35" y="37"/>
                  <a:pt x="34" y="38"/>
                  <a:pt x="32" y="39"/>
                </a:cubicBezTo>
                <a:cubicBezTo>
                  <a:pt x="31" y="40"/>
                  <a:pt x="30" y="40"/>
                  <a:pt x="28" y="41"/>
                </a:cubicBezTo>
                <a:cubicBezTo>
                  <a:pt x="27" y="41"/>
                  <a:pt x="25" y="41"/>
                  <a:pt x="23" y="41"/>
                </a:cubicBezTo>
                <a:cubicBezTo>
                  <a:pt x="21" y="41"/>
                  <a:pt x="19" y="41"/>
                  <a:pt x="17" y="41"/>
                </a:cubicBezTo>
                <a:cubicBezTo>
                  <a:pt x="14" y="40"/>
                  <a:pt x="14" y="40"/>
                  <a:pt x="14" y="40"/>
                </a:cubicBezTo>
                <a:cubicBezTo>
                  <a:pt x="13" y="39"/>
                  <a:pt x="12" y="39"/>
                  <a:pt x="12" y="39"/>
                </a:cubicBezTo>
                <a:cubicBezTo>
                  <a:pt x="12" y="39"/>
                  <a:pt x="12" y="38"/>
                  <a:pt x="12" y="38"/>
                </a:cubicBezTo>
                <a:cubicBezTo>
                  <a:pt x="12" y="38"/>
                  <a:pt x="12" y="38"/>
                  <a:pt x="12" y="38"/>
                </a:cubicBezTo>
                <a:cubicBezTo>
                  <a:pt x="12" y="38"/>
                  <a:pt x="12" y="36"/>
                  <a:pt x="12" y="34"/>
                </a:cubicBezTo>
                <a:cubicBezTo>
                  <a:pt x="11" y="32"/>
                  <a:pt x="12" y="31"/>
                  <a:pt x="12" y="31"/>
                </a:cubicBezTo>
                <a:cubicBezTo>
                  <a:pt x="12" y="30"/>
                  <a:pt x="12" y="30"/>
                  <a:pt x="12" y="30"/>
                </a:cubicBezTo>
                <a:cubicBezTo>
                  <a:pt x="14" y="30"/>
                  <a:pt x="14" y="30"/>
                  <a:pt x="14" y="30"/>
                </a:cubicBezTo>
                <a:cubicBezTo>
                  <a:pt x="15" y="32"/>
                  <a:pt x="16" y="33"/>
                  <a:pt x="16" y="34"/>
                </a:cubicBezTo>
                <a:cubicBezTo>
                  <a:pt x="17" y="35"/>
                  <a:pt x="17" y="36"/>
                  <a:pt x="18" y="36"/>
                </a:cubicBezTo>
                <a:cubicBezTo>
                  <a:pt x="19" y="37"/>
                  <a:pt x="20" y="37"/>
                  <a:pt x="21" y="38"/>
                </a:cubicBezTo>
                <a:cubicBezTo>
                  <a:pt x="22" y="38"/>
                  <a:pt x="23" y="38"/>
                  <a:pt x="25" y="38"/>
                </a:cubicBezTo>
                <a:cubicBezTo>
                  <a:pt x="26" y="38"/>
                  <a:pt x="27" y="38"/>
                  <a:pt x="28" y="38"/>
                </a:cubicBezTo>
                <a:cubicBezTo>
                  <a:pt x="30" y="37"/>
                  <a:pt x="31" y="36"/>
                  <a:pt x="32" y="35"/>
                </a:cubicBezTo>
                <a:cubicBezTo>
                  <a:pt x="32" y="34"/>
                  <a:pt x="33" y="33"/>
                  <a:pt x="33" y="32"/>
                </a:cubicBezTo>
                <a:cubicBezTo>
                  <a:pt x="33" y="30"/>
                  <a:pt x="32" y="29"/>
                  <a:pt x="31" y="28"/>
                </a:cubicBezTo>
                <a:cubicBezTo>
                  <a:pt x="30" y="27"/>
                  <a:pt x="29" y="27"/>
                  <a:pt x="27" y="26"/>
                </a:cubicBezTo>
                <a:lnTo>
                  <a:pt x="38" y="2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2" name="稻壳儿小白白(http://dwz.cn/Wu2UP)"/>
          <p:cNvSpPr>
            <a:spLocks noEditPoints="1"/>
          </p:cNvSpPr>
          <p:nvPr/>
        </p:nvSpPr>
        <p:spPr>
          <a:xfrm>
            <a:off x="9092089" y="1470851"/>
            <a:ext cx="349758" cy="276034"/>
          </a:xfrm>
          <a:custGeom>
            <a:avLst/>
            <a:gdLst>
              <a:gd name="T0" fmla="*/ 2147483646 w 48"/>
              <a:gd name="T1" fmla="*/ 407150091 h 38"/>
              <a:gd name="T2" fmla="*/ 2093933138 w 48"/>
              <a:gd name="T3" fmla="*/ 497627889 h 38"/>
              <a:gd name="T4" fmla="*/ 91042331 w 48"/>
              <a:gd name="T5" fmla="*/ 497627889 h 38"/>
              <a:gd name="T6" fmla="*/ 0 w 48"/>
              <a:gd name="T7" fmla="*/ 407150091 h 38"/>
              <a:gd name="T8" fmla="*/ 0 w 48"/>
              <a:gd name="T9" fmla="*/ 90477798 h 38"/>
              <a:gd name="T10" fmla="*/ 91042331 w 48"/>
              <a:gd name="T11" fmla="*/ 0 h 38"/>
              <a:gd name="T12" fmla="*/ 2093933138 w 48"/>
              <a:gd name="T13" fmla="*/ 0 h 38"/>
              <a:gd name="T14" fmla="*/ 2147483646 w 48"/>
              <a:gd name="T15" fmla="*/ 90477798 h 38"/>
              <a:gd name="T16" fmla="*/ 2147483646 w 48"/>
              <a:gd name="T17" fmla="*/ 407150091 h 38"/>
              <a:gd name="T18" fmla="*/ 2147483646 w 48"/>
              <a:gd name="T19" fmla="*/ 1040487951 h 38"/>
              <a:gd name="T20" fmla="*/ 2093933138 w 48"/>
              <a:gd name="T21" fmla="*/ 1085726850 h 38"/>
              <a:gd name="T22" fmla="*/ 91042331 w 48"/>
              <a:gd name="T23" fmla="*/ 1085726850 h 38"/>
              <a:gd name="T24" fmla="*/ 0 w 48"/>
              <a:gd name="T25" fmla="*/ 1040487951 h 38"/>
              <a:gd name="T26" fmla="*/ 0 w 48"/>
              <a:gd name="T27" fmla="*/ 723822384 h 38"/>
              <a:gd name="T28" fmla="*/ 91042331 w 48"/>
              <a:gd name="T29" fmla="*/ 633344586 h 38"/>
              <a:gd name="T30" fmla="*/ 2093933138 w 48"/>
              <a:gd name="T31" fmla="*/ 633344586 h 38"/>
              <a:gd name="T32" fmla="*/ 2147483646 w 48"/>
              <a:gd name="T33" fmla="*/ 723822384 h 38"/>
              <a:gd name="T34" fmla="*/ 2147483646 w 48"/>
              <a:gd name="T35" fmla="*/ 1040487951 h 38"/>
              <a:gd name="T36" fmla="*/ 2147483646 w 48"/>
              <a:gd name="T37" fmla="*/ 1628593638 h 38"/>
              <a:gd name="T38" fmla="*/ 2093933138 w 48"/>
              <a:gd name="T39" fmla="*/ 1719071436 h 38"/>
              <a:gd name="T40" fmla="*/ 91042331 w 48"/>
              <a:gd name="T41" fmla="*/ 1719071436 h 38"/>
              <a:gd name="T42" fmla="*/ 0 w 48"/>
              <a:gd name="T43" fmla="*/ 1628593638 h 38"/>
              <a:gd name="T44" fmla="*/ 0 w 48"/>
              <a:gd name="T45" fmla="*/ 1311921345 h 38"/>
              <a:gd name="T46" fmla="*/ 91042331 w 48"/>
              <a:gd name="T47" fmla="*/ 1266682446 h 38"/>
              <a:gd name="T48" fmla="*/ 2093933138 w 48"/>
              <a:gd name="T49" fmla="*/ 1266682446 h 38"/>
              <a:gd name="T50" fmla="*/ 2147483646 w 48"/>
              <a:gd name="T51" fmla="*/ 1311921345 h 38"/>
              <a:gd name="T52" fmla="*/ 2147483646 w 48"/>
              <a:gd name="T53" fmla="*/ 1628593638 h 38"/>
              <a:gd name="T54" fmla="*/ 2048411972 w 48"/>
              <a:gd name="T55" fmla="*/ 950010153 h 38"/>
              <a:gd name="T56" fmla="*/ 2048411972 w 48"/>
              <a:gd name="T57" fmla="*/ 769061283 h 38"/>
              <a:gd name="T58" fmla="*/ 773846322 w 48"/>
              <a:gd name="T59" fmla="*/ 769061283 h 38"/>
              <a:gd name="T60" fmla="*/ 773846322 w 48"/>
              <a:gd name="T61" fmla="*/ 950010153 h 38"/>
              <a:gd name="T62" fmla="*/ 2048411972 w 48"/>
              <a:gd name="T63" fmla="*/ 950010153 h 38"/>
              <a:gd name="T64" fmla="*/ 2048411972 w 48"/>
              <a:gd name="T65" fmla="*/ 1583354739 h 38"/>
              <a:gd name="T66" fmla="*/ 2048411972 w 48"/>
              <a:gd name="T67" fmla="*/ 1402399143 h 38"/>
              <a:gd name="T68" fmla="*/ 1229051231 w 48"/>
              <a:gd name="T69" fmla="*/ 1402399143 h 38"/>
              <a:gd name="T70" fmla="*/ 1229051231 w 48"/>
              <a:gd name="T71" fmla="*/ 1583354739 h 38"/>
              <a:gd name="T72" fmla="*/ 2048411972 w 48"/>
              <a:gd name="T73" fmla="*/ 1583354739 h 38"/>
              <a:gd name="T74" fmla="*/ 2048411972 w 48"/>
              <a:gd name="T75" fmla="*/ 316672293 h 38"/>
              <a:gd name="T76" fmla="*/ 2048411972 w 48"/>
              <a:gd name="T77" fmla="*/ 180955596 h 38"/>
              <a:gd name="T78" fmla="*/ 1547692644 w 48"/>
              <a:gd name="T79" fmla="*/ 180955596 h 38"/>
              <a:gd name="T80" fmla="*/ 1547692644 w 48"/>
              <a:gd name="T81" fmla="*/ 316672293 h 38"/>
              <a:gd name="T82" fmla="*/ 2048411972 w 48"/>
              <a:gd name="T83" fmla="*/ 316672293 h 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48" h="38">
                <a:moveTo>
                  <a:pt x="48" y="9"/>
                </a:moveTo>
                <a:cubicBezTo>
                  <a:pt x="48" y="10"/>
                  <a:pt x="47" y="11"/>
                  <a:pt x="46" y="11"/>
                </a:cubicBezTo>
                <a:cubicBezTo>
                  <a:pt x="2" y="11"/>
                  <a:pt x="2" y="11"/>
                  <a:pt x="2" y="11"/>
                </a:cubicBezTo>
                <a:cubicBezTo>
                  <a:pt x="1" y="11"/>
                  <a:pt x="0" y="10"/>
                  <a:pt x="0" y="9"/>
                </a:cubicBezTo>
                <a:cubicBezTo>
                  <a:pt x="0" y="2"/>
                  <a:pt x="0" y="2"/>
                  <a:pt x="0" y="2"/>
                </a:cubicBezTo>
                <a:cubicBezTo>
                  <a:pt x="0" y="1"/>
                  <a:pt x="1" y="0"/>
                  <a:pt x="2" y="0"/>
                </a:cubicBezTo>
                <a:cubicBezTo>
                  <a:pt x="46" y="0"/>
                  <a:pt x="46" y="0"/>
                  <a:pt x="46" y="0"/>
                </a:cubicBezTo>
                <a:cubicBezTo>
                  <a:pt x="47" y="0"/>
                  <a:pt x="48" y="1"/>
                  <a:pt x="48" y="2"/>
                </a:cubicBezTo>
                <a:lnTo>
                  <a:pt x="48" y="9"/>
                </a:lnTo>
                <a:close/>
                <a:moveTo>
                  <a:pt x="48" y="23"/>
                </a:moveTo>
                <a:cubicBezTo>
                  <a:pt x="48" y="24"/>
                  <a:pt x="47" y="24"/>
                  <a:pt x="46" y="24"/>
                </a:cubicBezTo>
                <a:cubicBezTo>
                  <a:pt x="2" y="24"/>
                  <a:pt x="2" y="24"/>
                  <a:pt x="2" y="24"/>
                </a:cubicBezTo>
                <a:cubicBezTo>
                  <a:pt x="1" y="24"/>
                  <a:pt x="0" y="24"/>
                  <a:pt x="0" y="23"/>
                </a:cubicBezTo>
                <a:cubicBezTo>
                  <a:pt x="0" y="16"/>
                  <a:pt x="0" y="16"/>
                  <a:pt x="0" y="16"/>
                </a:cubicBezTo>
                <a:cubicBezTo>
                  <a:pt x="0" y="15"/>
                  <a:pt x="1" y="14"/>
                  <a:pt x="2" y="14"/>
                </a:cubicBezTo>
                <a:cubicBezTo>
                  <a:pt x="46" y="14"/>
                  <a:pt x="46" y="14"/>
                  <a:pt x="46" y="14"/>
                </a:cubicBezTo>
                <a:cubicBezTo>
                  <a:pt x="47" y="14"/>
                  <a:pt x="48" y="15"/>
                  <a:pt x="48" y="16"/>
                </a:cubicBezTo>
                <a:lnTo>
                  <a:pt x="48" y="23"/>
                </a:lnTo>
                <a:close/>
                <a:moveTo>
                  <a:pt x="48" y="36"/>
                </a:moveTo>
                <a:cubicBezTo>
                  <a:pt x="48" y="37"/>
                  <a:pt x="47" y="38"/>
                  <a:pt x="46" y="38"/>
                </a:cubicBezTo>
                <a:cubicBezTo>
                  <a:pt x="2" y="38"/>
                  <a:pt x="2" y="38"/>
                  <a:pt x="2" y="38"/>
                </a:cubicBezTo>
                <a:cubicBezTo>
                  <a:pt x="1" y="38"/>
                  <a:pt x="0" y="37"/>
                  <a:pt x="0" y="36"/>
                </a:cubicBezTo>
                <a:cubicBezTo>
                  <a:pt x="0" y="29"/>
                  <a:pt x="0" y="29"/>
                  <a:pt x="0" y="29"/>
                </a:cubicBezTo>
                <a:cubicBezTo>
                  <a:pt x="0" y="28"/>
                  <a:pt x="1" y="28"/>
                  <a:pt x="2" y="28"/>
                </a:cubicBezTo>
                <a:cubicBezTo>
                  <a:pt x="46" y="28"/>
                  <a:pt x="46" y="28"/>
                  <a:pt x="46" y="28"/>
                </a:cubicBezTo>
                <a:cubicBezTo>
                  <a:pt x="47" y="28"/>
                  <a:pt x="48" y="28"/>
                  <a:pt x="48" y="29"/>
                </a:cubicBezTo>
                <a:lnTo>
                  <a:pt x="48" y="36"/>
                </a:lnTo>
                <a:close/>
                <a:moveTo>
                  <a:pt x="45" y="21"/>
                </a:moveTo>
                <a:cubicBezTo>
                  <a:pt x="45" y="17"/>
                  <a:pt x="45" y="17"/>
                  <a:pt x="45" y="17"/>
                </a:cubicBezTo>
                <a:cubicBezTo>
                  <a:pt x="17" y="17"/>
                  <a:pt x="17" y="17"/>
                  <a:pt x="17" y="17"/>
                </a:cubicBezTo>
                <a:cubicBezTo>
                  <a:pt x="17" y="21"/>
                  <a:pt x="17" y="21"/>
                  <a:pt x="17" y="21"/>
                </a:cubicBezTo>
                <a:lnTo>
                  <a:pt x="45" y="21"/>
                </a:lnTo>
                <a:close/>
                <a:moveTo>
                  <a:pt x="45" y="35"/>
                </a:moveTo>
                <a:cubicBezTo>
                  <a:pt x="45" y="31"/>
                  <a:pt x="45" y="31"/>
                  <a:pt x="45" y="31"/>
                </a:cubicBezTo>
                <a:cubicBezTo>
                  <a:pt x="27" y="31"/>
                  <a:pt x="27" y="31"/>
                  <a:pt x="27" y="31"/>
                </a:cubicBezTo>
                <a:cubicBezTo>
                  <a:pt x="27" y="35"/>
                  <a:pt x="27" y="35"/>
                  <a:pt x="27" y="35"/>
                </a:cubicBezTo>
                <a:lnTo>
                  <a:pt x="45" y="35"/>
                </a:lnTo>
                <a:close/>
                <a:moveTo>
                  <a:pt x="45" y="7"/>
                </a:moveTo>
                <a:cubicBezTo>
                  <a:pt x="45" y="4"/>
                  <a:pt x="45" y="4"/>
                  <a:pt x="45" y="4"/>
                </a:cubicBezTo>
                <a:cubicBezTo>
                  <a:pt x="34" y="4"/>
                  <a:pt x="34" y="4"/>
                  <a:pt x="34" y="4"/>
                </a:cubicBezTo>
                <a:cubicBezTo>
                  <a:pt x="34" y="7"/>
                  <a:pt x="34" y="7"/>
                  <a:pt x="34" y="7"/>
                </a:cubicBezTo>
                <a:lnTo>
                  <a:pt x="45" y="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3" name="稻壳儿小白白(http://dwz.cn/Wu2UP)"/>
          <p:cNvSpPr>
            <a:spLocks noEditPoints="1"/>
          </p:cNvSpPr>
          <p:nvPr/>
        </p:nvSpPr>
        <p:spPr>
          <a:xfrm>
            <a:off x="9071515" y="1978343"/>
            <a:ext cx="390906" cy="349758"/>
          </a:xfrm>
          <a:custGeom>
            <a:avLst/>
            <a:gdLst>
              <a:gd name="T0" fmla="*/ 2147483646 w 54"/>
              <a:gd name="T1" fmla="*/ 1365607981 h 48"/>
              <a:gd name="T2" fmla="*/ 2147483646 w 54"/>
              <a:gd name="T3" fmla="*/ 1866334056 h 48"/>
              <a:gd name="T4" fmla="*/ 2147483646 w 54"/>
              <a:gd name="T5" fmla="*/ 1911855222 h 48"/>
              <a:gd name="T6" fmla="*/ 2147483646 w 54"/>
              <a:gd name="T7" fmla="*/ 1911855222 h 48"/>
              <a:gd name="T8" fmla="*/ 2147483646 w 54"/>
              <a:gd name="T9" fmla="*/ 1957376388 h 48"/>
              <a:gd name="T10" fmla="*/ 1976796628 w 54"/>
              <a:gd name="T11" fmla="*/ 2147483646 h 48"/>
              <a:gd name="T12" fmla="*/ 1752159733 w 54"/>
              <a:gd name="T13" fmla="*/ 1957376388 h 48"/>
              <a:gd name="T14" fmla="*/ 1752159733 w 54"/>
              <a:gd name="T15" fmla="*/ 1911855222 h 48"/>
              <a:gd name="T16" fmla="*/ 628981964 w 54"/>
              <a:gd name="T17" fmla="*/ 1911855222 h 48"/>
              <a:gd name="T18" fmla="*/ 628981964 w 54"/>
              <a:gd name="T19" fmla="*/ 1957376388 h 48"/>
              <a:gd name="T20" fmla="*/ 404345069 w 54"/>
              <a:gd name="T21" fmla="*/ 2147483646 h 48"/>
              <a:gd name="T22" fmla="*/ 179708175 w 54"/>
              <a:gd name="T23" fmla="*/ 1957376388 h 48"/>
              <a:gd name="T24" fmla="*/ 179708175 w 54"/>
              <a:gd name="T25" fmla="*/ 1911855222 h 48"/>
              <a:gd name="T26" fmla="*/ 44928719 w 54"/>
              <a:gd name="T27" fmla="*/ 1911855222 h 48"/>
              <a:gd name="T28" fmla="*/ 0 w 54"/>
              <a:gd name="T29" fmla="*/ 1866334056 h 48"/>
              <a:gd name="T30" fmla="*/ 0 w 54"/>
              <a:gd name="T31" fmla="*/ 1365607981 h 48"/>
              <a:gd name="T32" fmla="*/ 269565614 w 54"/>
              <a:gd name="T33" fmla="*/ 1092487734 h 48"/>
              <a:gd name="T34" fmla="*/ 314487631 w 54"/>
              <a:gd name="T35" fmla="*/ 1092487734 h 48"/>
              <a:gd name="T36" fmla="*/ 449273789 w 54"/>
              <a:gd name="T37" fmla="*/ 591761659 h 48"/>
              <a:gd name="T38" fmla="*/ 808690139 w 54"/>
              <a:gd name="T39" fmla="*/ 318641413 h 48"/>
              <a:gd name="T40" fmla="*/ 943469594 w 54"/>
              <a:gd name="T41" fmla="*/ 318641413 h 48"/>
              <a:gd name="T42" fmla="*/ 943469594 w 54"/>
              <a:gd name="T43" fmla="*/ 45521166 h 48"/>
              <a:gd name="T44" fmla="*/ 988398314 w 54"/>
              <a:gd name="T45" fmla="*/ 0 h 48"/>
              <a:gd name="T46" fmla="*/ 1527522839 w 54"/>
              <a:gd name="T47" fmla="*/ 0 h 48"/>
              <a:gd name="T48" fmla="*/ 1572451558 w 54"/>
              <a:gd name="T49" fmla="*/ 45521166 h 48"/>
              <a:gd name="T50" fmla="*/ 1572451558 w 54"/>
              <a:gd name="T51" fmla="*/ 318641413 h 48"/>
              <a:gd name="T52" fmla="*/ 1617380278 w 54"/>
              <a:gd name="T53" fmla="*/ 318641413 h 48"/>
              <a:gd name="T54" fmla="*/ 1976796628 w 54"/>
              <a:gd name="T55" fmla="*/ 591761659 h 48"/>
              <a:gd name="T56" fmla="*/ 2111582786 w 54"/>
              <a:gd name="T57" fmla="*/ 1092487734 h 48"/>
              <a:gd name="T58" fmla="*/ 2147483646 w 54"/>
              <a:gd name="T59" fmla="*/ 1092487734 h 48"/>
              <a:gd name="T60" fmla="*/ 2147483646 w 54"/>
              <a:gd name="T61" fmla="*/ 1365607981 h 48"/>
              <a:gd name="T62" fmla="*/ 584053244 w 54"/>
              <a:gd name="T63" fmla="*/ 1502171478 h 48"/>
              <a:gd name="T64" fmla="*/ 404345069 w 54"/>
              <a:gd name="T65" fmla="*/ 1320086816 h 48"/>
              <a:gd name="T66" fmla="*/ 224636894 w 54"/>
              <a:gd name="T67" fmla="*/ 1502171478 h 48"/>
              <a:gd name="T68" fmla="*/ 404345069 w 54"/>
              <a:gd name="T69" fmla="*/ 1684249394 h 48"/>
              <a:gd name="T70" fmla="*/ 584053244 w 54"/>
              <a:gd name="T71" fmla="*/ 1502171478 h 48"/>
              <a:gd name="T72" fmla="*/ 1797088453 w 54"/>
              <a:gd name="T73" fmla="*/ 1092487734 h 48"/>
              <a:gd name="T74" fmla="*/ 1662308997 w 54"/>
              <a:gd name="T75" fmla="*/ 682803991 h 48"/>
              <a:gd name="T76" fmla="*/ 1617380278 w 54"/>
              <a:gd name="T77" fmla="*/ 637282825 h 48"/>
              <a:gd name="T78" fmla="*/ 808690139 w 54"/>
              <a:gd name="T79" fmla="*/ 637282825 h 48"/>
              <a:gd name="T80" fmla="*/ 763761419 w 54"/>
              <a:gd name="T81" fmla="*/ 682803991 h 48"/>
              <a:gd name="T82" fmla="*/ 628981964 w 54"/>
              <a:gd name="T83" fmla="*/ 1092487734 h 48"/>
              <a:gd name="T84" fmla="*/ 1797088453 w 54"/>
              <a:gd name="T85" fmla="*/ 1092487734 h 48"/>
              <a:gd name="T86" fmla="*/ 2147483646 w 54"/>
              <a:gd name="T87" fmla="*/ 1502171478 h 48"/>
              <a:gd name="T88" fmla="*/ 1976796628 w 54"/>
              <a:gd name="T89" fmla="*/ 1320086816 h 48"/>
              <a:gd name="T90" fmla="*/ 1797088453 w 54"/>
              <a:gd name="T91" fmla="*/ 1502171478 h 48"/>
              <a:gd name="T92" fmla="*/ 1976796628 w 54"/>
              <a:gd name="T93" fmla="*/ 1684249394 h 48"/>
              <a:gd name="T94" fmla="*/ 2147483646 w 54"/>
              <a:gd name="T95" fmla="*/ 1502171478 h 4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54" h="48">
                <a:moveTo>
                  <a:pt x="54" y="30"/>
                </a:moveTo>
                <a:cubicBezTo>
                  <a:pt x="54" y="41"/>
                  <a:pt x="54" y="41"/>
                  <a:pt x="54" y="41"/>
                </a:cubicBezTo>
                <a:cubicBezTo>
                  <a:pt x="54" y="41"/>
                  <a:pt x="53" y="42"/>
                  <a:pt x="53" y="42"/>
                </a:cubicBezTo>
                <a:cubicBezTo>
                  <a:pt x="49" y="42"/>
                  <a:pt x="49" y="42"/>
                  <a:pt x="49" y="42"/>
                </a:cubicBezTo>
                <a:cubicBezTo>
                  <a:pt x="49" y="43"/>
                  <a:pt x="49" y="43"/>
                  <a:pt x="49" y="43"/>
                </a:cubicBezTo>
                <a:cubicBezTo>
                  <a:pt x="49" y="46"/>
                  <a:pt x="47" y="48"/>
                  <a:pt x="44" y="48"/>
                </a:cubicBezTo>
                <a:cubicBezTo>
                  <a:pt x="41" y="48"/>
                  <a:pt x="39" y="46"/>
                  <a:pt x="39" y="43"/>
                </a:cubicBezTo>
                <a:cubicBezTo>
                  <a:pt x="39" y="42"/>
                  <a:pt x="39" y="42"/>
                  <a:pt x="39" y="42"/>
                </a:cubicBezTo>
                <a:cubicBezTo>
                  <a:pt x="14" y="42"/>
                  <a:pt x="14" y="42"/>
                  <a:pt x="14" y="42"/>
                </a:cubicBezTo>
                <a:cubicBezTo>
                  <a:pt x="14" y="43"/>
                  <a:pt x="14" y="43"/>
                  <a:pt x="14" y="43"/>
                </a:cubicBezTo>
                <a:cubicBezTo>
                  <a:pt x="14" y="46"/>
                  <a:pt x="12" y="48"/>
                  <a:pt x="9" y="48"/>
                </a:cubicBezTo>
                <a:cubicBezTo>
                  <a:pt x="6" y="48"/>
                  <a:pt x="4" y="46"/>
                  <a:pt x="4" y="43"/>
                </a:cubicBezTo>
                <a:cubicBezTo>
                  <a:pt x="4" y="42"/>
                  <a:pt x="4" y="42"/>
                  <a:pt x="4" y="42"/>
                </a:cubicBezTo>
                <a:cubicBezTo>
                  <a:pt x="1" y="42"/>
                  <a:pt x="1" y="42"/>
                  <a:pt x="1" y="42"/>
                </a:cubicBezTo>
                <a:cubicBezTo>
                  <a:pt x="1" y="42"/>
                  <a:pt x="0" y="41"/>
                  <a:pt x="0" y="41"/>
                </a:cubicBezTo>
                <a:cubicBezTo>
                  <a:pt x="0" y="30"/>
                  <a:pt x="0" y="30"/>
                  <a:pt x="0" y="30"/>
                </a:cubicBezTo>
                <a:cubicBezTo>
                  <a:pt x="0" y="27"/>
                  <a:pt x="3" y="24"/>
                  <a:pt x="6" y="24"/>
                </a:cubicBezTo>
                <a:cubicBezTo>
                  <a:pt x="7" y="24"/>
                  <a:pt x="7" y="24"/>
                  <a:pt x="7" y="24"/>
                </a:cubicBezTo>
                <a:cubicBezTo>
                  <a:pt x="10" y="13"/>
                  <a:pt x="10" y="13"/>
                  <a:pt x="10" y="13"/>
                </a:cubicBezTo>
                <a:cubicBezTo>
                  <a:pt x="11" y="10"/>
                  <a:pt x="14" y="7"/>
                  <a:pt x="18" y="7"/>
                </a:cubicBezTo>
                <a:cubicBezTo>
                  <a:pt x="21" y="7"/>
                  <a:pt x="21" y="7"/>
                  <a:pt x="21" y="7"/>
                </a:cubicBezTo>
                <a:cubicBezTo>
                  <a:pt x="21" y="1"/>
                  <a:pt x="21" y="1"/>
                  <a:pt x="21" y="1"/>
                </a:cubicBezTo>
                <a:cubicBezTo>
                  <a:pt x="21" y="1"/>
                  <a:pt x="21" y="0"/>
                  <a:pt x="22" y="0"/>
                </a:cubicBezTo>
                <a:cubicBezTo>
                  <a:pt x="34" y="0"/>
                  <a:pt x="34" y="0"/>
                  <a:pt x="34" y="0"/>
                </a:cubicBezTo>
                <a:cubicBezTo>
                  <a:pt x="34" y="0"/>
                  <a:pt x="35" y="1"/>
                  <a:pt x="35" y="1"/>
                </a:cubicBezTo>
                <a:cubicBezTo>
                  <a:pt x="35" y="7"/>
                  <a:pt x="35" y="7"/>
                  <a:pt x="35" y="7"/>
                </a:cubicBezTo>
                <a:cubicBezTo>
                  <a:pt x="36" y="7"/>
                  <a:pt x="36" y="7"/>
                  <a:pt x="36" y="7"/>
                </a:cubicBezTo>
                <a:cubicBezTo>
                  <a:pt x="40" y="7"/>
                  <a:pt x="43" y="10"/>
                  <a:pt x="44" y="13"/>
                </a:cubicBezTo>
                <a:cubicBezTo>
                  <a:pt x="47" y="24"/>
                  <a:pt x="47" y="24"/>
                  <a:pt x="47" y="24"/>
                </a:cubicBezTo>
                <a:cubicBezTo>
                  <a:pt x="48" y="24"/>
                  <a:pt x="48" y="24"/>
                  <a:pt x="48" y="24"/>
                </a:cubicBezTo>
                <a:cubicBezTo>
                  <a:pt x="51" y="24"/>
                  <a:pt x="54" y="27"/>
                  <a:pt x="54" y="30"/>
                </a:cubicBezTo>
                <a:close/>
                <a:moveTo>
                  <a:pt x="13" y="33"/>
                </a:moveTo>
                <a:cubicBezTo>
                  <a:pt x="13" y="31"/>
                  <a:pt x="11" y="29"/>
                  <a:pt x="9" y="29"/>
                </a:cubicBezTo>
                <a:cubicBezTo>
                  <a:pt x="7" y="29"/>
                  <a:pt x="5" y="31"/>
                  <a:pt x="5" y="33"/>
                </a:cubicBezTo>
                <a:cubicBezTo>
                  <a:pt x="5" y="35"/>
                  <a:pt x="7" y="37"/>
                  <a:pt x="9" y="37"/>
                </a:cubicBezTo>
                <a:cubicBezTo>
                  <a:pt x="11" y="37"/>
                  <a:pt x="13" y="35"/>
                  <a:pt x="13" y="33"/>
                </a:cubicBezTo>
                <a:close/>
                <a:moveTo>
                  <a:pt x="40" y="24"/>
                </a:moveTo>
                <a:cubicBezTo>
                  <a:pt x="37" y="15"/>
                  <a:pt x="37" y="15"/>
                  <a:pt x="37" y="15"/>
                </a:cubicBezTo>
                <a:cubicBezTo>
                  <a:pt x="37" y="15"/>
                  <a:pt x="37" y="14"/>
                  <a:pt x="36" y="14"/>
                </a:cubicBezTo>
                <a:cubicBezTo>
                  <a:pt x="18" y="14"/>
                  <a:pt x="18" y="14"/>
                  <a:pt x="18" y="14"/>
                </a:cubicBezTo>
                <a:cubicBezTo>
                  <a:pt x="17" y="14"/>
                  <a:pt x="17" y="15"/>
                  <a:pt x="17" y="15"/>
                </a:cubicBezTo>
                <a:cubicBezTo>
                  <a:pt x="14" y="24"/>
                  <a:pt x="14" y="24"/>
                  <a:pt x="14" y="24"/>
                </a:cubicBezTo>
                <a:lnTo>
                  <a:pt x="40" y="24"/>
                </a:lnTo>
                <a:close/>
                <a:moveTo>
                  <a:pt x="48" y="33"/>
                </a:moveTo>
                <a:cubicBezTo>
                  <a:pt x="48" y="31"/>
                  <a:pt x="46" y="29"/>
                  <a:pt x="44" y="29"/>
                </a:cubicBezTo>
                <a:cubicBezTo>
                  <a:pt x="42" y="29"/>
                  <a:pt x="40" y="31"/>
                  <a:pt x="40" y="33"/>
                </a:cubicBezTo>
                <a:cubicBezTo>
                  <a:pt x="40" y="35"/>
                  <a:pt x="42" y="37"/>
                  <a:pt x="44" y="37"/>
                </a:cubicBezTo>
                <a:cubicBezTo>
                  <a:pt x="46" y="37"/>
                  <a:pt x="48" y="35"/>
                  <a:pt x="48" y="3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4" name="稻壳儿小白白(http://dwz.cn/Wu2UP)"/>
          <p:cNvSpPr>
            <a:spLocks noEditPoints="1"/>
          </p:cNvSpPr>
          <p:nvPr/>
        </p:nvSpPr>
        <p:spPr>
          <a:xfrm>
            <a:off x="9150382" y="2513267"/>
            <a:ext cx="233172" cy="349758"/>
          </a:xfrm>
          <a:custGeom>
            <a:avLst/>
            <a:gdLst>
              <a:gd name="T0" fmla="*/ 728325156 w 32"/>
              <a:gd name="T1" fmla="*/ 1411129147 h 48"/>
              <a:gd name="T2" fmla="*/ 546247241 w 32"/>
              <a:gd name="T3" fmla="*/ 1411129147 h 48"/>
              <a:gd name="T4" fmla="*/ 500726075 w 32"/>
              <a:gd name="T5" fmla="*/ 1320086816 h 48"/>
              <a:gd name="T6" fmla="*/ 591761659 w 32"/>
              <a:gd name="T7" fmla="*/ 1274572397 h 48"/>
              <a:gd name="T8" fmla="*/ 728325156 w 32"/>
              <a:gd name="T9" fmla="*/ 1274572397 h 48"/>
              <a:gd name="T10" fmla="*/ 1320086816 w 32"/>
              <a:gd name="T11" fmla="*/ 728325156 h 48"/>
              <a:gd name="T12" fmla="*/ 728325156 w 32"/>
              <a:gd name="T13" fmla="*/ 136563497 h 48"/>
              <a:gd name="T14" fmla="*/ 136563497 w 32"/>
              <a:gd name="T15" fmla="*/ 728325156 h 48"/>
              <a:gd name="T16" fmla="*/ 227599081 w 32"/>
              <a:gd name="T17" fmla="*/ 1001445403 h 48"/>
              <a:gd name="T18" fmla="*/ 182084663 w 32"/>
              <a:gd name="T19" fmla="*/ 1046966569 h 48"/>
              <a:gd name="T20" fmla="*/ 91042331 w 32"/>
              <a:gd name="T21" fmla="*/ 1046966569 h 48"/>
              <a:gd name="T22" fmla="*/ 0 w 32"/>
              <a:gd name="T23" fmla="*/ 728325156 h 48"/>
              <a:gd name="T24" fmla="*/ 728325156 w 32"/>
              <a:gd name="T25" fmla="*/ 0 h 48"/>
              <a:gd name="T26" fmla="*/ 1456650313 w 32"/>
              <a:gd name="T27" fmla="*/ 728325156 h 48"/>
              <a:gd name="T28" fmla="*/ 728325156 w 32"/>
              <a:gd name="T29" fmla="*/ 1411129147 h 48"/>
              <a:gd name="T30" fmla="*/ 728325156 w 32"/>
              <a:gd name="T31" fmla="*/ 955924238 h 48"/>
              <a:gd name="T32" fmla="*/ 591761659 w 32"/>
              <a:gd name="T33" fmla="*/ 910409819 h 48"/>
              <a:gd name="T34" fmla="*/ 455204909 w 32"/>
              <a:gd name="T35" fmla="*/ 1092487734 h 48"/>
              <a:gd name="T36" fmla="*/ 227599081 w 32"/>
              <a:gd name="T37" fmla="*/ 2139454303 h 48"/>
              <a:gd name="T38" fmla="*/ 136563497 w 32"/>
              <a:gd name="T39" fmla="*/ 2147483646 h 48"/>
              <a:gd name="T40" fmla="*/ 136563497 w 32"/>
              <a:gd name="T41" fmla="*/ 2147483646 h 48"/>
              <a:gd name="T42" fmla="*/ 91042331 w 32"/>
              <a:gd name="T43" fmla="*/ 2139454303 h 48"/>
              <a:gd name="T44" fmla="*/ 364162578 w 32"/>
              <a:gd name="T45" fmla="*/ 1001445403 h 48"/>
              <a:gd name="T46" fmla="*/ 500726075 w 32"/>
              <a:gd name="T47" fmla="*/ 773846322 h 48"/>
              <a:gd name="T48" fmla="*/ 500726075 w 32"/>
              <a:gd name="T49" fmla="*/ 682803991 h 48"/>
              <a:gd name="T50" fmla="*/ 728325156 w 32"/>
              <a:gd name="T51" fmla="*/ 455204909 h 48"/>
              <a:gd name="T52" fmla="*/ 955924238 w 32"/>
              <a:gd name="T53" fmla="*/ 682803991 h 48"/>
              <a:gd name="T54" fmla="*/ 728325156 w 32"/>
              <a:gd name="T55" fmla="*/ 955924238 h 4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32" h="48">
                <a:moveTo>
                  <a:pt x="16" y="31"/>
                </a:moveTo>
                <a:cubicBezTo>
                  <a:pt x="15" y="31"/>
                  <a:pt x="14" y="31"/>
                  <a:pt x="12" y="31"/>
                </a:cubicBezTo>
                <a:cubicBezTo>
                  <a:pt x="12" y="31"/>
                  <a:pt x="11" y="30"/>
                  <a:pt x="11" y="29"/>
                </a:cubicBezTo>
                <a:cubicBezTo>
                  <a:pt x="12" y="28"/>
                  <a:pt x="12" y="28"/>
                  <a:pt x="13" y="28"/>
                </a:cubicBezTo>
                <a:cubicBezTo>
                  <a:pt x="14" y="28"/>
                  <a:pt x="15" y="28"/>
                  <a:pt x="16" y="28"/>
                </a:cubicBezTo>
                <a:cubicBezTo>
                  <a:pt x="23" y="28"/>
                  <a:pt x="29" y="23"/>
                  <a:pt x="29" y="16"/>
                </a:cubicBezTo>
                <a:cubicBezTo>
                  <a:pt x="29" y="9"/>
                  <a:pt x="23" y="3"/>
                  <a:pt x="16" y="3"/>
                </a:cubicBezTo>
                <a:cubicBezTo>
                  <a:pt x="9" y="3"/>
                  <a:pt x="3" y="9"/>
                  <a:pt x="3" y="16"/>
                </a:cubicBezTo>
                <a:cubicBezTo>
                  <a:pt x="3" y="18"/>
                  <a:pt x="4" y="20"/>
                  <a:pt x="5" y="22"/>
                </a:cubicBezTo>
                <a:cubicBezTo>
                  <a:pt x="5" y="22"/>
                  <a:pt x="5" y="23"/>
                  <a:pt x="4" y="23"/>
                </a:cubicBezTo>
                <a:cubicBezTo>
                  <a:pt x="3" y="24"/>
                  <a:pt x="2" y="23"/>
                  <a:pt x="2" y="23"/>
                </a:cubicBezTo>
                <a:cubicBezTo>
                  <a:pt x="1" y="21"/>
                  <a:pt x="0" y="18"/>
                  <a:pt x="0" y="16"/>
                </a:cubicBezTo>
                <a:cubicBezTo>
                  <a:pt x="0" y="7"/>
                  <a:pt x="7" y="0"/>
                  <a:pt x="16" y="0"/>
                </a:cubicBezTo>
                <a:cubicBezTo>
                  <a:pt x="25" y="0"/>
                  <a:pt x="32" y="7"/>
                  <a:pt x="32" y="16"/>
                </a:cubicBezTo>
                <a:cubicBezTo>
                  <a:pt x="32" y="24"/>
                  <a:pt x="25" y="31"/>
                  <a:pt x="16" y="31"/>
                </a:cubicBezTo>
                <a:close/>
                <a:moveTo>
                  <a:pt x="16" y="21"/>
                </a:moveTo>
                <a:cubicBezTo>
                  <a:pt x="15" y="21"/>
                  <a:pt x="14" y="20"/>
                  <a:pt x="13" y="20"/>
                </a:cubicBezTo>
                <a:cubicBezTo>
                  <a:pt x="12" y="21"/>
                  <a:pt x="11" y="22"/>
                  <a:pt x="10" y="24"/>
                </a:cubicBezTo>
                <a:cubicBezTo>
                  <a:pt x="6" y="30"/>
                  <a:pt x="4" y="38"/>
                  <a:pt x="5" y="47"/>
                </a:cubicBezTo>
                <a:cubicBezTo>
                  <a:pt x="5" y="47"/>
                  <a:pt x="4" y="48"/>
                  <a:pt x="3" y="48"/>
                </a:cubicBezTo>
                <a:cubicBezTo>
                  <a:pt x="3" y="48"/>
                  <a:pt x="3" y="48"/>
                  <a:pt x="3" y="48"/>
                </a:cubicBezTo>
                <a:cubicBezTo>
                  <a:pt x="3" y="48"/>
                  <a:pt x="2" y="48"/>
                  <a:pt x="2" y="47"/>
                </a:cubicBezTo>
                <a:cubicBezTo>
                  <a:pt x="1" y="35"/>
                  <a:pt x="5" y="27"/>
                  <a:pt x="8" y="22"/>
                </a:cubicBezTo>
                <a:cubicBezTo>
                  <a:pt x="9" y="20"/>
                  <a:pt x="10" y="19"/>
                  <a:pt x="11" y="17"/>
                </a:cubicBezTo>
                <a:cubicBezTo>
                  <a:pt x="11" y="17"/>
                  <a:pt x="11" y="16"/>
                  <a:pt x="11" y="15"/>
                </a:cubicBezTo>
                <a:cubicBezTo>
                  <a:pt x="11" y="13"/>
                  <a:pt x="13" y="10"/>
                  <a:pt x="16" y="10"/>
                </a:cubicBezTo>
                <a:cubicBezTo>
                  <a:pt x="19" y="10"/>
                  <a:pt x="21" y="13"/>
                  <a:pt x="21" y="15"/>
                </a:cubicBezTo>
                <a:cubicBezTo>
                  <a:pt x="21" y="18"/>
                  <a:pt x="19" y="21"/>
                  <a:pt x="16" y="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5" name="稻壳儿小白白(http://dwz.cn/Wu2UP)"/>
          <p:cNvSpPr>
            <a:spLocks noEditPoints="1"/>
          </p:cNvSpPr>
          <p:nvPr/>
        </p:nvSpPr>
        <p:spPr>
          <a:xfrm>
            <a:off x="9107519" y="3137345"/>
            <a:ext cx="318897" cy="210883"/>
          </a:xfrm>
          <a:custGeom>
            <a:avLst/>
            <a:gdLst>
              <a:gd name="T0" fmla="*/ 135101734 w 44"/>
              <a:gd name="T1" fmla="*/ 1178722629 h 29"/>
              <a:gd name="T2" fmla="*/ 90072297 w 44"/>
              <a:gd name="T3" fmla="*/ 1178722629 h 29"/>
              <a:gd name="T4" fmla="*/ 0 w 44"/>
              <a:gd name="T5" fmla="*/ 1133388179 h 29"/>
              <a:gd name="T6" fmla="*/ 0 w 44"/>
              <a:gd name="T7" fmla="*/ 1088053729 h 29"/>
              <a:gd name="T8" fmla="*/ 495384210 w 44"/>
              <a:gd name="T9" fmla="*/ 589361315 h 29"/>
              <a:gd name="T10" fmla="*/ 0 w 44"/>
              <a:gd name="T11" fmla="*/ 136010083 h 29"/>
              <a:gd name="T12" fmla="*/ 0 w 44"/>
              <a:gd name="T13" fmla="*/ 90668900 h 29"/>
              <a:gd name="T14" fmla="*/ 90072297 w 44"/>
              <a:gd name="T15" fmla="*/ 0 h 29"/>
              <a:gd name="T16" fmla="*/ 135101734 w 44"/>
              <a:gd name="T17" fmla="*/ 0 h 29"/>
              <a:gd name="T18" fmla="*/ 675522092 w 44"/>
              <a:gd name="T19" fmla="*/ 589361315 h 29"/>
              <a:gd name="T20" fmla="*/ 675522092 w 44"/>
              <a:gd name="T21" fmla="*/ 634695764 h 29"/>
              <a:gd name="T22" fmla="*/ 135101734 w 44"/>
              <a:gd name="T23" fmla="*/ 1178722629 h 29"/>
              <a:gd name="T24" fmla="*/ 1981530128 w 44"/>
              <a:gd name="T25" fmla="*/ 1269398262 h 29"/>
              <a:gd name="T26" fmla="*/ 1936493980 w 44"/>
              <a:gd name="T27" fmla="*/ 1314732712 h 29"/>
              <a:gd name="T28" fmla="*/ 810623826 w 44"/>
              <a:gd name="T29" fmla="*/ 1314732712 h 29"/>
              <a:gd name="T30" fmla="*/ 765594389 w 44"/>
              <a:gd name="T31" fmla="*/ 1269398262 h 29"/>
              <a:gd name="T32" fmla="*/ 765594389 w 44"/>
              <a:gd name="T33" fmla="*/ 1178722629 h 29"/>
              <a:gd name="T34" fmla="*/ 810623826 w 44"/>
              <a:gd name="T35" fmla="*/ 1133388179 h 29"/>
              <a:gd name="T36" fmla="*/ 1936493980 w 44"/>
              <a:gd name="T37" fmla="*/ 1133388179 h 29"/>
              <a:gd name="T38" fmla="*/ 1981530128 w 44"/>
              <a:gd name="T39" fmla="*/ 1178722629 h 29"/>
              <a:gd name="T40" fmla="*/ 1981530128 w 44"/>
              <a:gd name="T41" fmla="*/ 1269398262 h 29"/>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4" h="29">
                <a:moveTo>
                  <a:pt x="3" y="26"/>
                </a:moveTo>
                <a:cubicBezTo>
                  <a:pt x="3" y="27"/>
                  <a:pt x="2" y="27"/>
                  <a:pt x="2" y="26"/>
                </a:cubicBezTo>
                <a:cubicBezTo>
                  <a:pt x="0" y="25"/>
                  <a:pt x="0" y="25"/>
                  <a:pt x="0" y="25"/>
                </a:cubicBezTo>
                <a:cubicBezTo>
                  <a:pt x="0" y="25"/>
                  <a:pt x="0" y="24"/>
                  <a:pt x="0" y="24"/>
                </a:cubicBezTo>
                <a:cubicBezTo>
                  <a:pt x="11" y="13"/>
                  <a:pt x="11" y="13"/>
                  <a:pt x="11" y="13"/>
                </a:cubicBezTo>
                <a:cubicBezTo>
                  <a:pt x="0" y="3"/>
                  <a:pt x="0" y="3"/>
                  <a:pt x="0" y="3"/>
                </a:cubicBezTo>
                <a:cubicBezTo>
                  <a:pt x="0" y="2"/>
                  <a:pt x="0" y="2"/>
                  <a:pt x="0" y="2"/>
                </a:cubicBezTo>
                <a:cubicBezTo>
                  <a:pt x="2" y="0"/>
                  <a:pt x="2" y="0"/>
                  <a:pt x="2" y="0"/>
                </a:cubicBezTo>
                <a:cubicBezTo>
                  <a:pt x="2" y="0"/>
                  <a:pt x="3" y="0"/>
                  <a:pt x="3" y="0"/>
                </a:cubicBezTo>
                <a:cubicBezTo>
                  <a:pt x="15" y="13"/>
                  <a:pt x="15" y="13"/>
                  <a:pt x="15" y="13"/>
                </a:cubicBezTo>
                <a:cubicBezTo>
                  <a:pt x="16" y="13"/>
                  <a:pt x="16" y="14"/>
                  <a:pt x="15" y="14"/>
                </a:cubicBezTo>
                <a:lnTo>
                  <a:pt x="3" y="26"/>
                </a:lnTo>
                <a:close/>
                <a:moveTo>
                  <a:pt x="44" y="28"/>
                </a:moveTo>
                <a:cubicBezTo>
                  <a:pt x="44" y="28"/>
                  <a:pt x="44" y="29"/>
                  <a:pt x="43" y="29"/>
                </a:cubicBezTo>
                <a:cubicBezTo>
                  <a:pt x="18" y="29"/>
                  <a:pt x="18" y="29"/>
                  <a:pt x="18" y="29"/>
                </a:cubicBezTo>
                <a:cubicBezTo>
                  <a:pt x="17" y="29"/>
                  <a:pt x="17" y="28"/>
                  <a:pt x="17" y="28"/>
                </a:cubicBezTo>
                <a:cubicBezTo>
                  <a:pt x="17" y="26"/>
                  <a:pt x="17" y="26"/>
                  <a:pt x="17" y="26"/>
                </a:cubicBezTo>
                <a:cubicBezTo>
                  <a:pt x="17" y="26"/>
                  <a:pt x="17" y="25"/>
                  <a:pt x="18" y="25"/>
                </a:cubicBezTo>
                <a:cubicBezTo>
                  <a:pt x="43" y="25"/>
                  <a:pt x="43" y="25"/>
                  <a:pt x="43" y="25"/>
                </a:cubicBezTo>
                <a:cubicBezTo>
                  <a:pt x="44" y="25"/>
                  <a:pt x="44" y="26"/>
                  <a:pt x="44" y="26"/>
                </a:cubicBezTo>
                <a:lnTo>
                  <a:pt x="44" y="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6" name="稻壳儿小白白(http://dwz.cn/Wu2UP)"/>
          <p:cNvSpPr>
            <a:spLocks noEditPoints="1"/>
          </p:cNvSpPr>
          <p:nvPr/>
        </p:nvSpPr>
        <p:spPr>
          <a:xfrm>
            <a:off x="9092089" y="3607118"/>
            <a:ext cx="349758" cy="298323"/>
          </a:xfrm>
          <a:custGeom>
            <a:avLst/>
            <a:gdLst>
              <a:gd name="T0" fmla="*/ 182084663 w 48"/>
              <a:gd name="T1" fmla="*/ 0 h 41"/>
              <a:gd name="T2" fmla="*/ 409683744 w 48"/>
              <a:gd name="T3" fmla="*/ 45388484 h 41"/>
              <a:gd name="T4" fmla="*/ 728325156 w 48"/>
              <a:gd name="T5" fmla="*/ 0 h 41"/>
              <a:gd name="T6" fmla="*/ 1001445403 w 48"/>
              <a:gd name="T7" fmla="*/ 0 h 41"/>
              <a:gd name="T8" fmla="*/ 1365607981 w 48"/>
              <a:gd name="T9" fmla="*/ 0 h 41"/>
              <a:gd name="T10" fmla="*/ 1456650313 w 48"/>
              <a:gd name="T11" fmla="*/ 0 h 41"/>
              <a:gd name="T12" fmla="*/ 1502171478 w 48"/>
              <a:gd name="T13" fmla="*/ 0 h 41"/>
              <a:gd name="T14" fmla="*/ 1547692644 w 48"/>
              <a:gd name="T15" fmla="*/ 0 h 41"/>
              <a:gd name="T16" fmla="*/ 1547692644 w 48"/>
              <a:gd name="T17" fmla="*/ 408509826 h 41"/>
              <a:gd name="T18" fmla="*/ 1547692644 w 48"/>
              <a:gd name="T19" fmla="*/ 544675277 h 41"/>
              <a:gd name="T20" fmla="*/ 1456650313 w 48"/>
              <a:gd name="T21" fmla="*/ 544675277 h 41"/>
              <a:gd name="T22" fmla="*/ 1411129147 w 48"/>
              <a:gd name="T23" fmla="*/ 408509826 h 41"/>
              <a:gd name="T24" fmla="*/ 1365607981 w 48"/>
              <a:gd name="T25" fmla="*/ 181560671 h 41"/>
              <a:gd name="T26" fmla="*/ 1274572397 w 48"/>
              <a:gd name="T27" fmla="*/ 181560671 h 41"/>
              <a:gd name="T28" fmla="*/ 955924238 w 48"/>
              <a:gd name="T29" fmla="*/ 181560671 h 41"/>
              <a:gd name="T30" fmla="*/ 910409819 w 48"/>
              <a:gd name="T31" fmla="*/ 363121343 h 41"/>
              <a:gd name="T32" fmla="*/ 910409819 w 48"/>
              <a:gd name="T33" fmla="*/ 1361694929 h 41"/>
              <a:gd name="T34" fmla="*/ 955924238 w 48"/>
              <a:gd name="T35" fmla="*/ 1679421051 h 41"/>
              <a:gd name="T36" fmla="*/ 1229051231 w 48"/>
              <a:gd name="T37" fmla="*/ 1770204755 h 41"/>
              <a:gd name="T38" fmla="*/ 1229051231 w 48"/>
              <a:gd name="T39" fmla="*/ 1815593239 h 41"/>
              <a:gd name="T40" fmla="*/ 1229051231 w 48"/>
              <a:gd name="T41" fmla="*/ 1860981723 h 41"/>
              <a:gd name="T42" fmla="*/ 1183530066 w 48"/>
              <a:gd name="T43" fmla="*/ 1860981723 h 41"/>
              <a:gd name="T44" fmla="*/ 682803991 w 48"/>
              <a:gd name="T45" fmla="*/ 1815593239 h 41"/>
              <a:gd name="T46" fmla="*/ 318641413 w 48"/>
              <a:gd name="T47" fmla="*/ 1860981723 h 41"/>
              <a:gd name="T48" fmla="*/ 318641413 w 48"/>
              <a:gd name="T49" fmla="*/ 1770204755 h 41"/>
              <a:gd name="T50" fmla="*/ 318641413 w 48"/>
              <a:gd name="T51" fmla="*/ 1770204755 h 41"/>
              <a:gd name="T52" fmla="*/ 591761659 w 48"/>
              <a:gd name="T53" fmla="*/ 1679421051 h 41"/>
              <a:gd name="T54" fmla="*/ 637282825 w 48"/>
              <a:gd name="T55" fmla="*/ 1180134258 h 41"/>
              <a:gd name="T56" fmla="*/ 637282825 w 48"/>
              <a:gd name="T57" fmla="*/ 453898310 h 41"/>
              <a:gd name="T58" fmla="*/ 637282825 w 48"/>
              <a:gd name="T59" fmla="*/ 317726122 h 41"/>
              <a:gd name="T60" fmla="*/ 591761659 w 48"/>
              <a:gd name="T61" fmla="*/ 181560671 h 41"/>
              <a:gd name="T62" fmla="*/ 409683744 w 48"/>
              <a:gd name="T63" fmla="*/ 181560671 h 41"/>
              <a:gd name="T64" fmla="*/ 182084663 w 48"/>
              <a:gd name="T65" fmla="*/ 226949155 h 41"/>
              <a:gd name="T66" fmla="*/ 45521166 w 48"/>
              <a:gd name="T67" fmla="*/ 499286793 h 41"/>
              <a:gd name="T68" fmla="*/ 0 w 48"/>
              <a:gd name="T69" fmla="*/ 453898310 h 41"/>
              <a:gd name="T70" fmla="*/ 0 w 48"/>
              <a:gd name="T71" fmla="*/ 0 h 41"/>
              <a:gd name="T72" fmla="*/ 91042331 w 48"/>
              <a:gd name="T73" fmla="*/ 0 h 41"/>
              <a:gd name="T74" fmla="*/ 182084663 w 48"/>
              <a:gd name="T75" fmla="*/ 0 h 41"/>
              <a:gd name="T76" fmla="*/ 2147483646 w 48"/>
              <a:gd name="T77" fmla="*/ 1634032568 h 41"/>
              <a:gd name="T78" fmla="*/ 2002897553 w 48"/>
              <a:gd name="T79" fmla="*/ 1815593239 h 41"/>
              <a:gd name="T80" fmla="*/ 1911855222 w 48"/>
              <a:gd name="T81" fmla="*/ 1815593239 h 41"/>
              <a:gd name="T82" fmla="*/ 1729770559 w 48"/>
              <a:gd name="T83" fmla="*/ 1634032568 h 41"/>
              <a:gd name="T84" fmla="*/ 1775291725 w 48"/>
              <a:gd name="T85" fmla="*/ 1543255601 h 41"/>
              <a:gd name="T86" fmla="*/ 1866334056 w 48"/>
              <a:gd name="T87" fmla="*/ 1543255601 h 41"/>
              <a:gd name="T88" fmla="*/ 1866334056 w 48"/>
              <a:gd name="T89" fmla="*/ 317726122 h 41"/>
              <a:gd name="T90" fmla="*/ 1775291725 w 48"/>
              <a:gd name="T91" fmla="*/ 317726122 h 41"/>
              <a:gd name="T92" fmla="*/ 1729770559 w 48"/>
              <a:gd name="T93" fmla="*/ 226949155 h 41"/>
              <a:gd name="T94" fmla="*/ 1911855222 w 48"/>
              <a:gd name="T95" fmla="*/ 45388484 h 41"/>
              <a:gd name="T96" fmla="*/ 2002897553 w 48"/>
              <a:gd name="T97" fmla="*/ 45388484 h 41"/>
              <a:gd name="T98" fmla="*/ 2147483646 w 48"/>
              <a:gd name="T99" fmla="*/ 226949155 h 41"/>
              <a:gd name="T100" fmla="*/ 2139454303 w 48"/>
              <a:gd name="T101" fmla="*/ 317726122 h 41"/>
              <a:gd name="T102" fmla="*/ 2048411972 w 48"/>
              <a:gd name="T103" fmla="*/ 317726122 h 41"/>
              <a:gd name="T104" fmla="*/ 2048411972 w 48"/>
              <a:gd name="T105" fmla="*/ 1543255601 h 41"/>
              <a:gd name="T106" fmla="*/ 2139454303 w 48"/>
              <a:gd name="T107" fmla="*/ 1543255601 h 41"/>
              <a:gd name="T108" fmla="*/ 2147483646 w 48"/>
              <a:gd name="T109" fmla="*/ 1634032568 h 41"/>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0" t="0" r="r" b="b"/>
            <a:pathLst>
              <a:path w="48" h="41">
                <a:moveTo>
                  <a:pt x="4" y="0"/>
                </a:moveTo>
                <a:cubicBezTo>
                  <a:pt x="4" y="1"/>
                  <a:pt x="9" y="1"/>
                  <a:pt x="9" y="1"/>
                </a:cubicBezTo>
                <a:cubicBezTo>
                  <a:pt x="12" y="1"/>
                  <a:pt x="14" y="0"/>
                  <a:pt x="16" y="0"/>
                </a:cubicBezTo>
                <a:cubicBezTo>
                  <a:pt x="18" y="0"/>
                  <a:pt x="20" y="0"/>
                  <a:pt x="22" y="0"/>
                </a:cubicBezTo>
                <a:cubicBezTo>
                  <a:pt x="30" y="0"/>
                  <a:pt x="30" y="0"/>
                  <a:pt x="30" y="0"/>
                </a:cubicBezTo>
                <a:cubicBezTo>
                  <a:pt x="31" y="0"/>
                  <a:pt x="32" y="1"/>
                  <a:pt x="32" y="0"/>
                </a:cubicBezTo>
                <a:cubicBezTo>
                  <a:pt x="33" y="0"/>
                  <a:pt x="33" y="0"/>
                  <a:pt x="33" y="0"/>
                </a:cubicBezTo>
                <a:cubicBezTo>
                  <a:pt x="34" y="0"/>
                  <a:pt x="34" y="0"/>
                  <a:pt x="34" y="0"/>
                </a:cubicBezTo>
                <a:cubicBezTo>
                  <a:pt x="34" y="3"/>
                  <a:pt x="34" y="6"/>
                  <a:pt x="34" y="9"/>
                </a:cubicBezTo>
                <a:cubicBezTo>
                  <a:pt x="34" y="10"/>
                  <a:pt x="34" y="11"/>
                  <a:pt x="34" y="12"/>
                </a:cubicBezTo>
                <a:cubicBezTo>
                  <a:pt x="34" y="12"/>
                  <a:pt x="33" y="12"/>
                  <a:pt x="32" y="12"/>
                </a:cubicBezTo>
                <a:cubicBezTo>
                  <a:pt x="32" y="11"/>
                  <a:pt x="31" y="10"/>
                  <a:pt x="31" y="9"/>
                </a:cubicBezTo>
                <a:cubicBezTo>
                  <a:pt x="31" y="8"/>
                  <a:pt x="30" y="5"/>
                  <a:pt x="30" y="4"/>
                </a:cubicBezTo>
                <a:cubicBezTo>
                  <a:pt x="29" y="4"/>
                  <a:pt x="29" y="4"/>
                  <a:pt x="28" y="4"/>
                </a:cubicBezTo>
                <a:cubicBezTo>
                  <a:pt x="26" y="4"/>
                  <a:pt x="23" y="4"/>
                  <a:pt x="21" y="4"/>
                </a:cubicBezTo>
                <a:cubicBezTo>
                  <a:pt x="20" y="5"/>
                  <a:pt x="20" y="7"/>
                  <a:pt x="20" y="8"/>
                </a:cubicBezTo>
                <a:cubicBezTo>
                  <a:pt x="20" y="15"/>
                  <a:pt x="20" y="23"/>
                  <a:pt x="20" y="30"/>
                </a:cubicBezTo>
                <a:cubicBezTo>
                  <a:pt x="20" y="32"/>
                  <a:pt x="20" y="35"/>
                  <a:pt x="21" y="37"/>
                </a:cubicBezTo>
                <a:cubicBezTo>
                  <a:pt x="23" y="38"/>
                  <a:pt x="25" y="38"/>
                  <a:pt x="27" y="39"/>
                </a:cubicBezTo>
                <a:cubicBezTo>
                  <a:pt x="27" y="39"/>
                  <a:pt x="27" y="40"/>
                  <a:pt x="27" y="40"/>
                </a:cubicBezTo>
                <a:cubicBezTo>
                  <a:pt x="27" y="40"/>
                  <a:pt x="27" y="41"/>
                  <a:pt x="27" y="41"/>
                </a:cubicBezTo>
                <a:cubicBezTo>
                  <a:pt x="26" y="41"/>
                  <a:pt x="26" y="41"/>
                  <a:pt x="26" y="41"/>
                </a:cubicBezTo>
                <a:cubicBezTo>
                  <a:pt x="23" y="41"/>
                  <a:pt x="19" y="40"/>
                  <a:pt x="15" y="40"/>
                </a:cubicBezTo>
                <a:cubicBezTo>
                  <a:pt x="12" y="40"/>
                  <a:pt x="10" y="41"/>
                  <a:pt x="7" y="41"/>
                </a:cubicBezTo>
                <a:cubicBezTo>
                  <a:pt x="7" y="40"/>
                  <a:pt x="7" y="40"/>
                  <a:pt x="7" y="39"/>
                </a:cubicBezTo>
                <a:cubicBezTo>
                  <a:pt x="7" y="39"/>
                  <a:pt x="7" y="39"/>
                  <a:pt x="7" y="39"/>
                </a:cubicBezTo>
                <a:cubicBezTo>
                  <a:pt x="8" y="38"/>
                  <a:pt x="12" y="38"/>
                  <a:pt x="13" y="37"/>
                </a:cubicBezTo>
                <a:cubicBezTo>
                  <a:pt x="14" y="35"/>
                  <a:pt x="14" y="28"/>
                  <a:pt x="14" y="26"/>
                </a:cubicBezTo>
                <a:cubicBezTo>
                  <a:pt x="14" y="21"/>
                  <a:pt x="14" y="15"/>
                  <a:pt x="14" y="10"/>
                </a:cubicBezTo>
                <a:cubicBezTo>
                  <a:pt x="14" y="7"/>
                  <a:pt x="14" y="7"/>
                  <a:pt x="14" y="7"/>
                </a:cubicBezTo>
                <a:cubicBezTo>
                  <a:pt x="14" y="6"/>
                  <a:pt x="14" y="4"/>
                  <a:pt x="13" y="4"/>
                </a:cubicBezTo>
                <a:cubicBezTo>
                  <a:pt x="13" y="4"/>
                  <a:pt x="9" y="4"/>
                  <a:pt x="9" y="4"/>
                </a:cubicBezTo>
                <a:cubicBezTo>
                  <a:pt x="8" y="4"/>
                  <a:pt x="5" y="4"/>
                  <a:pt x="4" y="5"/>
                </a:cubicBezTo>
                <a:cubicBezTo>
                  <a:pt x="3" y="6"/>
                  <a:pt x="3" y="11"/>
                  <a:pt x="1" y="11"/>
                </a:cubicBezTo>
                <a:cubicBezTo>
                  <a:pt x="1" y="11"/>
                  <a:pt x="0" y="10"/>
                  <a:pt x="0" y="10"/>
                </a:cubicBezTo>
                <a:cubicBezTo>
                  <a:pt x="0" y="0"/>
                  <a:pt x="0" y="0"/>
                  <a:pt x="0" y="0"/>
                </a:cubicBezTo>
                <a:cubicBezTo>
                  <a:pt x="2" y="0"/>
                  <a:pt x="2" y="0"/>
                  <a:pt x="2" y="0"/>
                </a:cubicBezTo>
                <a:lnTo>
                  <a:pt x="4" y="0"/>
                </a:lnTo>
                <a:close/>
                <a:moveTo>
                  <a:pt x="48" y="36"/>
                </a:moveTo>
                <a:cubicBezTo>
                  <a:pt x="44" y="40"/>
                  <a:pt x="44" y="40"/>
                  <a:pt x="44" y="40"/>
                </a:cubicBezTo>
                <a:cubicBezTo>
                  <a:pt x="43" y="41"/>
                  <a:pt x="42" y="41"/>
                  <a:pt x="42" y="40"/>
                </a:cubicBezTo>
                <a:cubicBezTo>
                  <a:pt x="38" y="36"/>
                  <a:pt x="38" y="36"/>
                  <a:pt x="38" y="36"/>
                </a:cubicBezTo>
                <a:cubicBezTo>
                  <a:pt x="37" y="35"/>
                  <a:pt x="38" y="34"/>
                  <a:pt x="39" y="34"/>
                </a:cubicBezTo>
                <a:cubicBezTo>
                  <a:pt x="41" y="34"/>
                  <a:pt x="41" y="34"/>
                  <a:pt x="41" y="34"/>
                </a:cubicBezTo>
                <a:cubicBezTo>
                  <a:pt x="41" y="7"/>
                  <a:pt x="41" y="7"/>
                  <a:pt x="41" y="7"/>
                </a:cubicBezTo>
                <a:cubicBezTo>
                  <a:pt x="39" y="7"/>
                  <a:pt x="39" y="7"/>
                  <a:pt x="39" y="7"/>
                </a:cubicBezTo>
                <a:cubicBezTo>
                  <a:pt x="38" y="7"/>
                  <a:pt x="37" y="6"/>
                  <a:pt x="38" y="5"/>
                </a:cubicBezTo>
                <a:cubicBezTo>
                  <a:pt x="42" y="1"/>
                  <a:pt x="42" y="1"/>
                  <a:pt x="42" y="1"/>
                </a:cubicBezTo>
                <a:cubicBezTo>
                  <a:pt x="42" y="0"/>
                  <a:pt x="43" y="0"/>
                  <a:pt x="44" y="1"/>
                </a:cubicBezTo>
                <a:cubicBezTo>
                  <a:pt x="48" y="5"/>
                  <a:pt x="48" y="5"/>
                  <a:pt x="48" y="5"/>
                </a:cubicBezTo>
                <a:cubicBezTo>
                  <a:pt x="48" y="6"/>
                  <a:pt x="48" y="7"/>
                  <a:pt x="47" y="7"/>
                </a:cubicBezTo>
                <a:cubicBezTo>
                  <a:pt x="45" y="7"/>
                  <a:pt x="45" y="7"/>
                  <a:pt x="45" y="7"/>
                </a:cubicBezTo>
                <a:cubicBezTo>
                  <a:pt x="45" y="34"/>
                  <a:pt x="45" y="34"/>
                  <a:pt x="45" y="34"/>
                </a:cubicBezTo>
                <a:cubicBezTo>
                  <a:pt x="47" y="34"/>
                  <a:pt x="47" y="34"/>
                  <a:pt x="47" y="34"/>
                </a:cubicBezTo>
                <a:cubicBezTo>
                  <a:pt x="48" y="34"/>
                  <a:pt x="48" y="35"/>
                  <a:pt x="48" y="3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7" name="稻壳儿小白白(http://dwz.cn/Wu2UP)"/>
          <p:cNvSpPr>
            <a:spLocks noEditPoints="1"/>
          </p:cNvSpPr>
          <p:nvPr/>
        </p:nvSpPr>
        <p:spPr>
          <a:xfrm>
            <a:off x="9114377" y="4136898"/>
            <a:ext cx="305181" cy="327470"/>
          </a:xfrm>
          <a:custGeom>
            <a:avLst/>
            <a:gdLst>
              <a:gd name="T0" fmla="*/ 181063295 w 42"/>
              <a:gd name="T1" fmla="*/ 45401093 h 45"/>
              <a:gd name="T2" fmla="*/ 452658238 w 42"/>
              <a:gd name="T3" fmla="*/ 45401093 h 45"/>
              <a:gd name="T4" fmla="*/ 769519005 w 42"/>
              <a:gd name="T5" fmla="*/ 45401093 h 45"/>
              <a:gd name="T6" fmla="*/ 1720094577 w 42"/>
              <a:gd name="T7" fmla="*/ 45401093 h 45"/>
              <a:gd name="T8" fmla="*/ 1810626224 w 42"/>
              <a:gd name="T9" fmla="*/ 0 h 45"/>
              <a:gd name="T10" fmla="*/ 1855892048 w 42"/>
              <a:gd name="T11" fmla="*/ 0 h 45"/>
              <a:gd name="T12" fmla="*/ 1901157872 w 42"/>
              <a:gd name="T13" fmla="*/ 0 h 45"/>
              <a:gd name="T14" fmla="*/ 1901157872 w 42"/>
              <a:gd name="T15" fmla="*/ 408616577 h 45"/>
              <a:gd name="T16" fmla="*/ 1855892048 w 42"/>
              <a:gd name="T17" fmla="*/ 544819856 h 45"/>
              <a:gd name="T18" fmla="*/ 1810626224 w 42"/>
              <a:gd name="T19" fmla="*/ 590220950 h 45"/>
              <a:gd name="T20" fmla="*/ 1720094577 w 42"/>
              <a:gd name="T21" fmla="*/ 408616577 h 45"/>
              <a:gd name="T22" fmla="*/ 1674828753 w 42"/>
              <a:gd name="T23" fmla="*/ 227005466 h 45"/>
              <a:gd name="T24" fmla="*/ 1674828753 w 42"/>
              <a:gd name="T25" fmla="*/ 227005466 h 45"/>
              <a:gd name="T26" fmla="*/ 1584297105 w 42"/>
              <a:gd name="T27" fmla="*/ 227005466 h 45"/>
              <a:gd name="T28" fmla="*/ 1086373043 w 42"/>
              <a:gd name="T29" fmla="*/ 227005466 h 45"/>
              <a:gd name="T30" fmla="*/ 1086373043 w 42"/>
              <a:gd name="T31" fmla="*/ 363215484 h 45"/>
              <a:gd name="T32" fmla="*/ 1086373043 w 42"/>
              <a:gd name="T33" fmla="*/ 544819856 h 45"/>
              <a:gd name="T34" fmla="*/ 1086373043 w 42"/>
              <a:gd name="T35" fmla="*/ 499418763 h 45"/>
              <a:gd name="T36" fmla="*/ 1086373043 w 42"/>
              <a:gd name="T37" fmla="*/ 1089639713 h 45"/>
              <a:gd name="T38" fmla="*/ 1131638867 w 42"/>
              <a:gd name="T39" fmla="*/ 1362046272 h 45"/>
              <a:gd name="T40" fmla="*/ 1403233810 w 42"/>
              <a:gd name="T41" fmla="*/ 1452848459 h 45"/>
              <a:gd name="T42" fmla="*/ 1403233810 w 42"/>
              <a:gd name="T43" fmla="*/ 1543650645 h 45"/>
              <a:gd name="T44" fmla="*/ 1403233810 w 42"/>
              <a:gd name="T45" fmla="*/ 1589051738 h 45"/>
              <a:gd name="T46" fmla="*/ 1357967986 w 42"/>
              <a:gd name="T47" fmla="*/ 1589051738 h 45"/>
              <a:gd name="T48" fmla="*/ 860050652 w 42"/>
              <a:gd name="T49" fmla="*/ 1543650645 h 45"/>
              <a:gd name="T50" fmla="*/ 497924062 w 42"/>
              <a:gd name="T51" fmla="*/ 1589051738 h 45"/>
              <a:gd name="T52" fmla="*/ 497924062 w 42"/>
              <a:gd name="T53" fmla="*/ 1498249552 h 45"/>
              <a:gd name="T54" fmla="*/ 497924062 w 42"/>
              <a:gd name="T55" fmla="*/ 1498249552 h 45"/>
              <a:gd name="T56" fmla="*/ 769519005 w 42"/>
              <a:gd name="T57" fmla="*/ 1362046272 h 45"/>
              <a:gd name="T58" fmla="*/ 814784829 w 42"/>
              <a:gd name="T59" fmla="*/ 635622043 h 45"/>
              <a:gd name="T60" fmla="*/ 769519005 w 42"/>
              <a:gd name="T61" fmla="*/ 590220950 h 45"/>
              <a:gd name="T62" fmla="*/ 769519005 w 42"/>
              <a:gd name="T63" fmla="*/ 227005466 h 45"/>
              <a:gd name="T64" fmla="*/ 588455710 w 42"/>
              <a:gd name="T65" fmla="*/ 181604373 h 45"/>
              <a:gd name="T66" fmla="*/ 226329119 w 42"/>
              <a:gd name="T67" fmla="*/ 227005466 h 45"/>
              <a:gd name="T68" fmla="*/ 90531648 w 42"/>
              <a:gd name="T69" fmla="*/ 544819856 h 45"/>
              <a:gd name="T70" fmla="*/ 0 w 42"/>
              <a:gd name="T71" fmla="*/ 499418763 h 45"/>
              <a:gd name="T72" fmla="*/ 0 w 42"/>
              <a:gd name="T73" fmla="*/ 0 h 45"/>
              <a:gd name="T74" fmla="*/ 135797471 w 42"/>
              <a:gd name="T75" fmla="*/ 0 h 45"/>
              <a:gd name="T76" fmla="*/ 181063295 w 42"/>
              <a:gd name="T77" fmla="*/ 45401093 h 45"/>
              <a:gd name="T78" fmla="*/ 1855892048 w 42"/>
              <a:gd name="T79" fmla="*/ 1725261756 h 45"/>
              <a:gd name="T80" fmla="*/ 1855892048 w 42"/>
              <a:gd name="T81" fmla="*/ 1816063942 h 45"/>
              <a:gd name="T82" fmla="*/ 1855892048 w 42"/>
              <a:gd name="T83" fmla="*/ 1861465035 h 45"/>
              <a:gd name="T84" fmla="*/ 1629562929 w 42"/>
              <a:gd name="T85" fmla="*/ 2043069408 h 45"/>
              <a:gd name="T86" fmla="*/ 1584297105 w 42"/>
              <a:gd name="T87" fmla="*/ 1861465035 h 45"/>
              <a:gd name="T88" fmla="*/ 316860767 w 42"/>
              <a:gd name="T89" fmla="*/ 1861465035 h 45"/>
              <a:gd name="T90" fmla="*/ 271594943 w 42"/>
              <a:gd name="T91" fmla="*/ 2043069408 h 45"/>
              <a:gd name="T92" fmla="*/ 45265824 w 42"/>
              <a:gd name="T93" fmla="*/ 1861465035 h 45"/>
              <a:gd name="T94" fmla="*/ 45265824 w 42"/>
              <a:gd name="T95" fmla="*/ 1816063942 h 45"/>
              <a:gd name="T96" fmla="*/ 45265824 w 42"/>
              <a:gd name="T97" fmla="*/ 1725261756 h 45"/>
              <a:gd name="T98" fmla="*/ 271594943 w 42"/>
              <a:gd name="T99" fmla="*/ 1589051738 h 45"/>
              <a:gd name="T100" fmla="*/ 316860767 w 42"/>
              <a:gd name="T101" fmla="*/ 1725261756 h 45"/>
              <a:gd name="T102" fmla="*/ 1584297105 w 42"/>
              <a:gd name="T103" fmla="*/ 1725261756 h 45"/>
              <a:gd name="T104" fmla="*/ 1629562929 w 42"/>
              <a:gd name="T105" fmla="*/ 1589051738 h 45"/>
              <a:gd name="T106" fmla="*/ 1855892048 w 42"/>
              <a:gd name="T107" fmla="*/ 1725261756 h 45"/>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2" h="45">
                <a:moveTo>
                  <a:pt x="4" y="1"/>
                </a:moveTo>
                <a:cubicBezTo>
                  <a:pt x="4" y="1"/>
                  <a:pt x="9" y="1"/>
                  <a:pt x="10" y="1"/>
                </a:cubicBezTo>
                <a:cubicBezTo>
                  <a:pt x="12" y="1"/>
                  <a:pt x="14" y="1"/>
                  <a:pt x="17" y="1"/>
                </a:cubicBezTo>
                <a:cubicBezTo>
                  <a:pt x="24" y="1"/>
                  <a:pt x="31" y="1"/>
                  <a:pt x="38" y="1"/>
                </a:cubicBezTo>
                <a:cubicBezTo>
                  <a:pt x="39" y="1"/>
                  <a:pt x="39" y="1"/>
                  <a:pt x="40" y="0"/>
                </a:cubicBezTo>
                <a:cubicBezTo>
                  <a:pt x="41" y="0"/>
                  <a:pt x="41" y="0"/>
                  <a:pt x="41" y="0"/>
                </a:cubicBezTo>
                <a:cubicBezTo>
                  <a:pt x="41" y="0"/>
                  <a:pt x="41" y="0"/>
                  <a:pt x="42" y="0"/>
                </a:cubicBezTo>
                <a:cubicBezTo>
                  <a:pt x="42" y="3"/>
                  <a:pt x="42" y="6"/>
                  <a:pt x="42" y="9"/>
                </a:cubicBezTo>
                <a:cubicBezTo>
                  <a:pt x="42" y="10"/>
                  <a:pt x="42" y="11"/>
                  <a:pt x="41" y="12"/>
                </a:cubicBezTo>
                <a:cubicBezTo>
                  <a:pt x="41" y="12"/>
                  <a:pt x="40" y="13"/>
                  <a:pt x="40" y="13"/>
                </a:cubicBezTo>
                <a:cubicBezTo>
                  <a:pt x="39" y="12"/>
                  <a:pt x="39" y="10"/>
                  <a:pt x="38" y="9"/>
                </a:cubicBezTo>
                <a:cubicBezTo>
                  <a:pt x="38" y="9"/>
                  <a:pt x="37" y="5"/>
                  <a:pt x="37" y="5"/>
                </a:cubicBezTo>
                <a:cubicBezTo>
                  <a:pt x="37" y="5"/>
                  <a:pt x="37" y="5"/>
                  <a:pt x="37" y="5"/>
                </a:cubicBezTo>
                <a:cubicBezTo>
                  <a:pt x="36" y="4"/>
                  <a:pt x="35" y="5"/>
                  <a:pt x="35" y="5"/>
                </a:cubicBezTo>
                <a:cubicBezTo>
                  <a:pt x="31" y="5"/>
                  <a:pt x="28" y="4"/>
                  <a:pt x="24" y="5"/>
                </a:cubicBezTo>
                <a:cubicBezTo>
                  <a:pt x="24" y="6"/>
                  <a:pt x="24" y="7"/>
                  <a:pt x="24" y="8"/>
                </a:cubicBezTo>
                <a:cubicBezTo>
                  <a:pt x="24" y="12"/>
                  <a:pt x="24" y="12"/>
                  <a:pt x="24" y="12"/>
                </a:cubicBezTo>
                <a:cubicBezTo>
                  <a:pt x="24" y="11"/>
                  <a:pt x="24" y="11"/>
                  <a:pt x="24" y="11"/>
                </a:cubicBezTo>
                <a:cubicBezTo>
                  <a:pt x="24" y="15"/>
                  <a:pt x="24" y="20"/>
                  <a:pt x="24" y="24"/>
                </a:cubicBezTo>
                <a:cubicBezTo>
                  <a:pt x="24" y="26"/>
                  <a:pt x="24" y="28"/>
                  <a:pt x="25" y="30"/>
                </a:cubicBezTo>
                <a:cubicBezTo>
                  <a:pt x="27" y="31"/>
                  <a:pt x="29" y="31"/>
                  <a:pt x="31" y="32"/>
                </a:cubicBezTo>
                <a:cubicBezTo>
                  <a:pt x="31" y="33"/>
                  <a:pt x="31" y="33"/>
                  <a:pt x="31" y="34"/>
                </a:cubicBezTo>
                <a:cubicBezTo>
                  <a:pt x="31" y="34"/>
                  <a:pt x="31" y="34"/>
                  <a:pt x="31" y="35"/>
                </a:cubicBezTo>
                <a:cubicBezTo>
                  <a:pt x="30" y="35"/>
                  <a:pt x="30" y="35"/>
                  <a:pt x="30" y="35"/>
                </a:cubicBezTo>
                <a:cubicBezTo>
                  <a:pt x="26" y="35"/>
                  <a:pt x="23" y="34"/>
                  <a:pt x="19" y="34"/>
                </a:cubicBezTo>
                <a:cubicBezTo>
                  <a:pt x="16" y="34"/>
                  <a:pt x="13" y="35"/>
                  <a:pt x="11" y="35"/>
                </a:cubicBezTo>
                <a:cubicBezTo>
                  <a:pt x="11" y="34"/>
                  <a:pt x="11" y="34"/>
                  <a:pt x="11" y="33"/>
                </a:cubicBezTo>
                <a:cubicBezTo>
                  <a:pt x="11" y="33"/>
                  <a:pt x="11" y="33"/>
                  <a:pt x="11" y="33"/>
                </a:cubicBezTo>
                <a:cubicBezTo>
                  <a:pt x="12" y="31"/>
                  <a:pt x="15" y="31"/>
                  <a:pt x="17" y="30"/>
                </a:cubicBezTo>
                <a:cubicBezTo>
                  <a:pt x="18" y="29"/>
                  <a:pt x="18" y="16"/>
                  <a:pt x="18" y="14"/>
                </a:cubicBezTo>
                <a:cubicBezTo>
                  <a:pt x="18" y="13"/>
                  <a:pt x="17" y="13"/>
                  <a:pt x="17" y="13"/>
                </a:cubicBezTo>
                <a:cubicBezTo>
                  <a:pt x="17" y="11"/>
                  <a:pt x="18" y="5"/>
                  <a:pt x="17" y="5"/>
                </a:cubicBezTo>
                <a:cubicBezTo>
                  <a:pt x="17" y="4"/>
                  <a:pt x="13" y="4"/>
                  <a:pt x="13" y="4"/>
                </a:cubicBezTo>
                <a:cubicBezTo>
                  <a:pt x="12" y="4"/>
                  <a:pt x="5" y="5"/>
                  <a:pt x="5" y="5"/>
                </a:cubicBezTo>
                <a:cubicBezTo>
                  <a:pt x="4" y="6"/>
                  <a:pt x="4" y="12"/>
                  <a:pt x="2" y="12"/>
                </a:cubicBezTo>
                <a:cubicBezTo>
                  <a:pt x="1" y="11"/>
                  <a:pt x="1" y="11"/>
                  <a:pt x="0" y="11"/>
                </a:cubicBezTo>
                <a:cubicBezTo>
                  <a:pt x="0" y="0"/>
                  <a:pt x="0" y="0"/>
                  <a:pt x="0" y="0"/>
                </a:cubicBezTo>
                <a:cubicBezTo>
                  <a:pt x="3" y="0"/>
                  <a:pt x="3" y="0"/>
                  <a:pt x="3" y="0"/>
                </a:cubicBezTo>
                <a:lnTo>
                  <a:pt x="4" y="1"/>
                </a:lnTo>
                <a:close/>
                <a:moveTo>
                  <a:pt x="41" y="38"/>
                </a:moveTo>
                <a:cubicBezTo>
                  <a:pt x="41" y="39"/>
                  <a:pt x="41" y="39"/>
                  <a:pt x="41" y="40"/>
                </a:cubicBezTo>
                <a:cubicBezTo>
                  <a:pt x="41" y="40"/>
                  <a:pt x="41" y="41"/>
                  <a:pt x="41" y="41"/>
                </a:cubicBezTo>
                <a:cubicBezTo>
                  <a:pt x="40" y="42"/>
                  <a:pt x="36" y="45"/>
                  <a:pt x="36" y="45"/>
                </a:cubicBezTo>
                <a:cubicBezTo>
                  <a:pt x="34" y="45"/>
                  <a:pt x="35" y="42"/>
                  <a:pt x="35" y="41"/>
                </a:cubicBezTo>
                <a:cubicBezTo>
                  <a:pt x="7" y="41"/>
                  <a:pt x="7" y="41"/>
                  <a:pt x="7" y="41"/>
                </a:cubicBezTo>
                <a:cubicBezTo>
                  <a:pt x="7" y="42"/>
                  <a:pt x="8" y="45"/>
                  <a:pt x="6" y="45"/>
                </a:cubicBezTo>
                <a:cubicBezTo>
                  <a:pt x="6" y="45"/>
                  <a:pt x="2" y="42"/>
                  <a:pt x="1" y="41"/>
                </a:cubicBezTo>
                <a:cubicBezTo>
                  <a:pt x="1" y="41"/>
                  <a:pt x="1" y="40"/>
                  <a:pt x="1" y="40"/>
                </a:cubicBezTo>
                <a:cubicBezTo>
                  <a:pt x="1" y="39"/>
                  <a:pt x="1" y="39"/>
                  <a:pt x="1" y="38"/>
                </a:cubicBezTo>
                <a:cubicBezTo>
                  <a:pt x="2" y="38"/>
                  <a:pt x="6" y="35"/>
                  <a:pt x="6" y="35"/>
                </a:cubicBezTo>
                <a:cubicBezTo>
                  <a:pt x="8" y="35"/>
                  <a:pt x="7" y="38"/>
                  <a:pt x="7" y="38"/>
                </a:cubicBezTo>
                <a:cubicBezTo>
                  <a:pt x="35" y="38"/>
                  <a:pt x="35" y="38"/>
                  <a:pt x="35" y="38"/>
                </a:cubicBezTo>
                <a:cubicBezTo>
                  <a:pt x="35" y="38"/>
                  <a:pt x="34" y="35"/>
                  <a:pt x="36" y="35"/>
                </a:cubicBezTo>
                <a:cubicBezTo>
                  <a:pt x="36" y="35"/>
                  <a:pt x="40" y="38"/>
                  <a:pt x="41" y="3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8" name="稻壳儿小白白(http://dwz.cn/Wu2UP)"/>
          <p:cNvSpPr>
            <a:spLocks noEditPoints="1"/>
          </p:cNvSpPr>
          <p:nvPr/>
        </p:nvSpPr>
        <p:spPr>
          <a:xfrm>
            <a:off x="9092089" y="4675251"/>
            <a:ext cx="349758" cy="276035"/>
          </a:xfrm>
          <a:custGeom>
            <a:avLst/>
            <a:gdLst>
              <a:gd name="T0" fmla="*/ 500726075 w 48"/>
              <a:gd name="T1" fmla="*/ 452390760 h 38"/>
              <a:gd name="T2" fmla="*/ 0 w 48"/>
              <a:gd name="T3" fmla="*/ 361912608 h 38"/>
              <a:gd name="T4" fmla="*/ 136563497 w 48"/>
              <a:gd name="T5" fmla="*/ 0 h 38"/>
              <a:gd name="T6" fmla="*/ 637282825 w 48"/>
              <a:gd name="T7" fmla="*/ 90478152 h 38"/>
              <a:gd name="T8" fmla="*/ 637282825 w 48"/>
              <a:gd name="T9" fmla="*/ 950020596 h 38"/>
              <a:gd name="T10" fmla="*/ 136563497 w 48"/>
              <a:gd name="T11" fmla="*/ 1085737824 h 38"/>
              <a:gd name="T12" fmla="*/ 0 w 48"/>
              <a:gd name="T13" fmla="*/ 723825216 h 38"/>
              <a:gd name="T14" fmla="*/ 500726075 w 48"/>
              <a:gd name="T15" fmla="*/ 633347064 h 38"/>
              <a:gd name="T16" fmla="*/ 637282825 w 48"/>
              <a:gd name="T17" fmla="*/ 950020596 h 38"/>
              <a:gd name="T18" fmla="*/ 500726075 w 48"/>
              <a:gd name="T19" fmla="*/ 1719084888 h 38"/>
              <a:gd name="T20" fmla="*/ 0 w 48"/>
              <a:gd name="T21" fmla="*/ 1583367660 h 38"/>
              <a:gd name="T22" fmla="*/ 136563497 w 48"/>
              <a:gd name="T23" fmla="*/ 1221455052 h 38"/>
              <a:gd name="T24" fmla="*/ 637282825 w 48"/>
              <a:gd name="T25" fmla="*/ 1357172280 h 38"/>
              <a:gd name="T26" fmla="*/ 1411129147 w 48"/>
              <a:gd name="T27" fmla="*/ 361912608 h 38"/>
              <a:gd name="T28" fmla="*/ 910409819 w 48"/>
              <a:gd name="T29" fmla="*/ 452390760 h 38"/>
              <a:gd name="T30" fmla="*/ 773846322 w 48"/>
              <a:gd name="T31" fmla="*/ 90478152 h 38"/>
              <a:gd name="T32" fmla="*/ 1274572397 w 48"/>
              <a:gd name="T33" fmla="*/ 0 h 38"/>
              <a:gd name="T34" fmla="*/ 1411129147 w 48"/>
              <a:gd name="T35" fmla="*/ 361912608 h 38"/>
              <a:gd name="T36" fmla="*/ 1274572397 w 48"/>
              <a:gd name="T37" fmla="*/ 1085737824 h 38"/>
              <a:gd name="T38" fmla="*/ 773846322 w 48"/>
              <a:gd name="T39" fmla="*/ 950020596 h 38"/>
              <a:gd name="T40" fmla="*/ 910409819 w 48"/>
              <a:gd name="T41" fmla="*/ 633347064 h 38"/>
              <a:gd name="T42" fmla="*/ 1411129147 w 48"/>
              <a:gd name="T43" fmla="*/ 723825216 h 38"/>
              <a:gd name="T44" fmla="*/ 1411129147 w 48"/>
              <a:gd name="T45" fmla="*/ 1583367660 h 38"/>
              <a:gd name="T46" fmla="*/ 910409819 w 48"/>
              <a:gd name="T47" fmla="*/ 1719084888 h 38"/>
              <a:gd name="T48" fmla="*/ 773846322 w 48"/>
              <a:gd name="T49" fmla="*/ 1357172280 h 38"/>
              <a:gd name="T50" fmla="*/ 1274572397 w 48"/>
              <a:gd name="T51" fmla="*/ 1221455052 h 38"/>
              <a:gd name="T52" fmla="*/ 1411129147 w 48"/>
              <a:gd name="T53" fmla="*/ 1583367660 h 38"/>
              <a:gd name="T54" fmla="*/ 2048411972 w 48"/>
              <a:gd name="T55" fmla="*/ 452390760 h 38"/>
              <a:gd name="T56" fmla="*/ 1547692644 w 48"/>
              <a:gd name="T57" fmla="*/ 361912608 h 38"/>
              <a:gd name="T58" fmla="*/ 1684249394 w 48"/>
              <a:gd name="T59" fmla="*/ 0 h 38"/>
              <a:gd name="T60" fmla="*/ 2147483646 w 48"/>
              <a:gd name="T61" fmla="*/ 90478152 h 38"/>
              <a:gd name="T62" fmla="*/ 2147483646 w 48"/>
              <a:gd name="T63" fmla="*/ 950020596 h 38"/>
              <a:gd name="T64" fmla="*/ 1684249394 w 48"/>
              <a:gd name="T65" fmla="*/ 1085737824 h 38"/>
              <a:gd name="T66" fmla="*/ 1547692644 w 48"/>
              <a:gd name="T67" fmla="*/ 723825216 h 38"/>
              <a:gd name="T68" fmla="*/ 2048411972 w 48"/>
              <a:gd name="T69" fmla="*/ 633347064 h 38"/>
              <a:gd name="T70" fmla="*/ 2147483646 w 48"/>
              <a:gd name="T71" fmla="*/ 950020596 h 38"/>
              <a:gd name="T72" fmla="*/ 2048411972 w 48"/>
              <a:gd name="T73" fmla="*/ 1719084888 h 38"/>
              <a:gd name="T74" fmla="*/ 1547692644 w 48"/>
              <a:gd name="T75" fmla="*/ 1583367660 h 38"/>
              <a:gd name="T76" fmla="*/ 1684249394 w 48"/>
              <a:gd name="T77" fmla="*/ 1221455052 h 38"/>
              <a:gd name="T78" fmla="*/ 2147483646 w 48"/>
              <a:gd name="T79" fmla="*/ 1357172280 h 38"/>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8" h="38">
                <a:moveTo>
                  <a:pt x="14" y="8"/>
                </a:moveTo>
                <a:cubicBezTo>
                  <a:pt x="14" y="9"/>
                  <a:pt x="13" y="10"/>
                  <a:pt x="11" y="10"/>
                </a:cubicBezTo>
                <a:cubicBezTo>
                  <a:pt x="3" y="10"/>
                  <a:pt x="3" y="10"/>
                  <a:pt x="3" y="10"/>
                </a:cubicBezTo>
                <a:cubicBezTo>
                  <a:pt x="1" y="10"/>
                  <a:pt x="0" y="9"/>
                  <a:pt x="0" y="8"/>
                </a:cubicBezTo>
                <a:cubicBezTo>
                  <a:pt x="0" y="2"/>
                  <a:pt x="0" y="2"/>
                  <a:pt x="0" y="2"/>
                </a:cubicBezTo>
                <a:cubicBezTo>
                  <a:pt x="0" y="1"/>
                  <a:pt x="1" y="0"/>
                  <a:pt x="3" y="0"/>
                </a:cubicBezTo>
                <a:cubicBezTo>
                  <a:pt x="11" y="0"/>
                  <a:pt x="11" y="0"/>
                  <a:pt x="11" y="0"/>
                </a:cubicBezTo>
                <a:cubicBezTo>
                  <a:pt x="13" y="0"/>
                  <a:pt x="14" y="1"/>
                  <a:pt x="14" y="2"/>
                </a:cubicBezTo>
                <a:lnTo>
                  <a:pt x="14" y="8"/>
                </a:lnTo>
                <a:close/>
                <a:moveTo>
                  <a:pt x="14" y="21"/>
                </a:moveTo>
                <a:cubicBezTo>
                  <a:pt x="14" y="23"/>
                  <a:pt x="13" y="24"/>
                  <a:pt x="11" y="24"/>
                </a:cubicBezTo>
                <a:cubicBezTo>
                  <a:pt x="3" y="24"/>
                  <a:pt x="3" y="24"/>
                  <a:pt x="3" y="24"/>
                </a:cubicBezTo>
                <a:cubicBezTo>
                  <a:pt x="1" y="24"/>
                  <a:pt x="0" y="23"/>
                  <a:pt x="0" y="21"/>
                </a:cubicBezTo>
                <a:cubicBezTo>
                  <a:pt x="0" y="16"/>
                  <a:pt x="0" y="16"/>
                  <a:pt x="0" y="16"/>
                </a:cubicBezTo>
                <a:cubicBezTo>
                  <a:pt x="0" y="15"/>
                  <a:pt x="1" y="14"/>
                  <a:pt x="3" y="14"/>
                </a:cubicBezTo>
                <a:cubicBezTo>
                  <a:pt x="11" y="14"/>
                  <a:pt x="11" y="14"/>
                  <a:pt x="11" y="14"/>
                </a:cubicBezTo>
                <a:cubicBezTo>
                  <a:pt x="13" y="14"/>
                  <a:pt x="14" y="15"/>
                  <a:pt x="14" y="16"/>
                </a:cubicBezTo>
                <a:lnTo>
                  <a:pt x="14" y="21"/>
                </a:lnTo>
                <a:close/>
                <a:moveTo>
                  <a:pt x="14" y="35"/>
                </a:moveTo>
                <a:cubicBezTo>
                  <a:pt x="14" y="36"/>
                  <a:pt x="13" y="38"/>
                  <a:pt x="11" y="38"/>
                </a:cubicBezTo>
                <a:cubicBezTo>
                  <a:pt x="3" y="38"/>
                  <a:pt x="3" y="38"/>
                  <a:pt x="3" y="38"/>
                </a:cubicBezTo>
                <a:cubicBezTo>
                  <a:pt x="1" y="38"/>
                  <a:pt x="0" y="36"/>
                  <a:pt x="0" y="35"/>
                </a:cubicBezTo>
                <a:cubicBezTo>
                  <a:pt x="0" y="30"/>
                  <a:pt x="0" y="30"/>
                  <a:pt x="0" y="30"/>
                </a:cubicBezTo>
                <a:cubicBezTo>
                  <a:pt x="0" y="28"/>
                  <a:pt x="1" y="27"/>
                  <a:pt x="3" y="27"/>
                </a:cubicBezTo>
                <a:cubicBezTo>
                  <a:pt x="11" y="27"/>
                  <a:pt x="11" y="27"/>
                  <a:pt x="11" y="27"/>
                </a:cubicBezTo>
                <a:cubicBezTo>
                  <a:pt x="13" y="27"/>
                  <a:pt x="14" y="28"/>
                  <a:pt x="14" y="30"/>
                </a:cubicBezTo>
                <a:lnTo>
                  <a:pt x="14" y="35"/>
                </a:lnTo>
                <a:close/>
                <a:moveTo>
                  <a:pt x="31" y="8"/>
                </a:moveTo>
                <a:cubicBezTo>
                  <a:pt x="31" y="9"/>
                  <a:pt x="30" y="10"/>
                  <a:pt x="28" y="10"/>
                </a:cubicBezTo>
                <a:cubicBezTo>
                  <a:pt x="20" y="10"/>
                  <a:pt x="20" y="10"/>
                  <a:pt x="20" y="10"/>
                </a:cubicBezTo>
                <a:cubicBezTo>
                  <a:pt x="18" y="10"/>
                  <a:pt x="17" y="9"/>
                  <a:pt x="17" y="8"/>
                </a:cubicBezTo>
                <a:cubicBezTo>
                  <a:pt x="17" y="2"/>
                  <a:pt x="17" y="2"/>
                  <a:pt x="17" y="2"/>
                </a:cubicBezTo>
                <a:cubicBezTo>
                  <a:pt x="17" y="1"/>
                  <a:pt x="18" y="0"/>
                  <a:pt x="20" y="0"/>
                </a:cubicBezTo>
                <a:cubicBezTo>
                  <a:pt x="28" y="0"/>
                  <a:pt x="28" y="0"/>
                  <a:pt x="28" y="0"/>
                </a:cubicBezTo>
                <a:cubicBezTo>
                  <a:pt x="30" y="0"/>
                  <a:pt x="31" y="1"/>
                  <a:pt x="31" y="2"/>
                </a:cubicBezTo>
                <a:lnTo>
                  <a:pt x="31" y="8"/>
                </a:lnTo>
                <a:close/>
                <a:moveTo>
                  <a:pt x="31" y="21"/>
                </a:moveTo>
                <a:cubicBezTo>
                  <a:pt x="31" y="23"/>
                  <a:pt x="30" y="24"/>
                  <a:pt x="28" y="24"/>
                </a:cubicBezTo>
                <a:cubicBezTo>
                  <a:pt x="20" y="24"/>
                  <a:pt x="20" y="24"/>
                  <a:pt x="20" y="24"/>
                </a:cubicBezTo>
                <a:cubicBezTo>
                  <a:pt x="18" y="24"/>
                  <a:pt x="17" y="23"/>
                  <a:pt x="17" y="21"/>
                </a:cubicBezTo>
                <a:cubicBezTo>
                  <a:pt x="17" y="16"/>
                  <a:pt x="17" y="16"/>
                  <a:pt x="17" y="16"/>
                </a:cubicBezTo>
                <a:cubicBezTo>
                  <a:pt x="17" y="15"/>
                  <a:pt x="18" y="14"/>
                  <a:pt x="20" y="14"/>
                </a:cubicBezTo>
                <a:cubicBezTo>
                  <a:pt x="28" y="14"/>
                  <a:pt x="28" y="14"/>
                  <a:pt x="28" y="14"/>
                </a:cubicBezTo>
                <a:cubicBezTo>
                  <a:pt x="30" y="14"/>
                  <a:pt x="31" y="15"/>
                  <a:pt x="31" y="16"/>
                </a:cubicBezTo>
                <a:lnTo>
                  <a:pt x="31" y="21"/>
                </a:lnTo>
                <a:close/>
                <a:moveTo>
                  <a:pt x="31" y="35"/>
                </a:moveTo>
                <a:cubicBezTo>
                  <a:pt x="31" y="36"/>
                  <a:pt x="30" y="38"/>
                  <a:pt x="28" y="38"/>
                </a:cubicBezTo>
                <a:cubicBezTo>
                  <a:pt x="20" y="38"/>
                  <a:pt x="20" y="38"/>
                  <a:pt x="20" y="38"/>
                </a:cubicBezTo>
                <a:cubicBezTo>
                  <a:pt x="18" y="38"/>
                  <a:pt x="17" y="36"/>
                  <a:pt x="17" y="35"/>
                </a:cubicBezTo>
                <a:cubicBezTo>
                  <a:pt x="17" y="30"/>
                  <a:pt x="17" y="30"/>
                  <a:pt x="17" y="30"/>
                </a:cubicBezTo>
                <a:cubicBezTo>
                  <a:pt x="17" y="28"/>
                  <a:pt x="18" y="27"/>
                  <a:pt x="20" y="27"/>
                </a:cubicBezTo>
                <a:cubicBezTo>
                  <a:pt x="28" y="27"/>
                  <a:pt x="28" y="27"/>
                  <a:pt x="28" y="27"/>
                </a:cubicBezTo>
                <a:cubicBezTo>
                  <a:pt x="30" y="27"/>
                  <a:pt x="31" y="28"/>
                  <a:pt x="31" y="30"/>
                </a:cubicBezTo>
                <a:lnTo>
                  <a:pt x="31" y="35"/>
                </a:lnTo>
                <a:close/>
                <a:moveTo>
                  <a:pt x="48" y="8"/>
                </a:moveTo>
                <a:cubicBezTo>
                  <a:pt x="48" y="9"/>
                  <a:pt x="47" y="10"/>
                  <a:pt x="45" y="10"/>
                </a:cubicBezTo>
                <a:cubicBezTo>
                  <a:pt x="37" y="10"/>
                  <a:pt x="37" y="10"/>
                  <a:pt x="37" y="10"/>
                </a:cubicBezTo>
                <a:cubicBezTo>
                  <a:pt x="35" y="10"/>
                  <a:pt x="34" y="9"/>
                  <a:pt x="34" y="8"/>
                </a:cubicBezTo>
                <a:cubicBezTo>
                  <a:pt x="34" y="2"/>
                  <a:pt x="34" y="2"/>
                  <a:pt x="34" y="2"/>
                </a:cubicBezTo>
                <a:cubicBezTo>
                  <a:pt x="34" y="1"/>
                  <a:pt x="35" y="0"/>
                  <a:pt x="37" y="0"/>
                </a:cubicBezTo>
                <a:cubicBezTo>
                  <a:pt x="45" y="0"/>
                  <a:pt x="45" y="0"/>
                  <a:pt x="45" y="0"/>
                </a:cubicBezTo>
                <a:cubicBezTo>
                  <a:pt x="47" y="0"/>
                  <a:pt x="48" y="1"/>
                  <a:pt x="48" y="2"/>
                </a:cubicBezTo>
                <a:lnTo>
                  <a:pt x="48" y="8"/>
                </a:lnTo>
                <a:close/>
                <a:moveTo>
                  <a:pt x="48" y="21"/>
                </a:moveTo>
                <a:cubicBezTo>
                  <a:pt x="48" y="23"/>
                  <a:pt x="47" y="24"/>
                  <a:pt x="45" y="24"/>
                </a:cubicBezTo>
                <a:cubicBezTo>
                  <a:pt x="37" y="24"/>
                  <a:pt x="37" y="24"/>
                  <a:pt x="37" y="24"/>
                </a:cubicBezTo>
                <a:cubicBezTo>
                  <a:pt x="35" y="24"/>
                  <a:pt x="34" y="23"/>
                  <a:pt x="34" y="21"/>
                </a:cubicBezTo>
                <a:cubicBezTo>
                  <a:pt x="34" y="16"/>
                  <a:pt x="34" y="16"/>
                  <a:pt x="34" y="16"/>
                </a:cubicBezTo>
                <a:cubicBezTo>
                  <a:pt x="34" y="15"/>
                  <a:pt x="35" y="14"/>
                  <a:pt x="37" y="14"/>
                </a:cubicBezTo>
                <a:cubicBezTo>
                  <a:pt x="45" y="14"/>
                  <a:pt x="45" y="14"/>
                  <a:pt x="45" y="14"/>
                </a:cubicBezTo>
                <a:cubicBezTo>
                  <a:pt x="47" y="14"/>
                  <a:pt x="48" y="15"/>
                  <a:pt x="48" y="16"/>
                </a:cubicBezTo>
                <a:lnTo>
                  <a:pt x="48" y="21"/>
                </a:lnTo>
                <a:close/>
                <a:moveTo>
                  <a:pt x="48" y="35"/>
                </a:moveTo>
                <a:cubicBezTo>
                  <a:pt x="48" y="36"/>
                  <a:pt x="47" y="38"/>
                  <a:pt x="45" y="38"/>
                </a:cubicBezTo>
                <a:cubicBezTo>
                  <a:pt x="37" y="38"/>
                  <a:pt x="37" y="38"/>
                  <a:pt x="37" y="38"/>
                </a:cubicBezTo>
                <a:cubicBezTo>
                  <a:pt x="35" y="38"/>
                  <a:pt x="34" y="36"/>
                  <a:pt x="34" y="35"/>
                </a:cubicBezTo>
                <a:cubicBezTo>
                  <a:pt x="34" y="30"/>
                  <a:pt x="34" y="30"/>
                  <a:pt x="34" y="30"/>
                </a:cubicBezTo>
                <a:cubicBezTo>
                  <a:pt x="34" y="28"/>
                  <a:pt x="35" y="27"/>
                  <a:pt x="37" y="27"/>
                </a:cubicBezTo>
                <a:cubicBezTo>
                  <a:pt x="45" y="27"/>
                  <a:pt x="45" y="27"/>
                  <a:pt x="45" y="27"/>
                </a:cubicBezTo>
                <a:cubicBezTo>
                  <a:pt x="47" y="27"/>
                  <a:pt x="48" y="28"/>
                  <a:pt x="48" y="30"/>
                </a:cubicBezTo>
                <a:lnTo>
                  <a:pt x="48"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9" name="稻壳儿小白白(http://dwz.cn/Wu2UP)"/>
          <p:cNvSpPr>
            <a:spLocks noEditPoints="1"/>
          </p:cNvSpPr>
          <p:nvPr/>
        </p:nvSpPr>
        <p:spPr>
          <a:xfrm>
            <a:off x="9107519" y="5203317"/>
            <a:ext cx="318897" cy="276035"/>
          </a:xfrm>
          <a:custGeom>
            <a:avLst/>
            <a:gdLst>
              <a:gd name="T0" fmla="*/ 900696123 w 44"/>
              <a:gd name="T1" fmla="*/ 633347064 h 38"/>
              <a:gd name="T2" fmla="*/ 765594389 w 44"/>
              <a:gd name="T3" fmla="*/ 814303368 h 38"/>
              <a:gd name="T4" fmla="*/ 135101734 w 44"/>
              <a:gd name="T5" fmla="*/ 814303368 h 38"/>
              <a:gd name="T6" fmla="*/ 0 w 44"/>
              <a:gd name="T7" fmla="*/ 633347064 h 38"/>
              <a:gd name="T8" fmla="*/ 0 w 44"/>
              <a:gd name="T9" fmla="*/ 180956304 h 38"/>
              <a:gd name="T10" fmla="*/ 135101734 w 44"/>
              <a:gd name="T11" fmla="*/ 0 h 38"/>
              <a:gd name="T12" fmla="*/ 765594389 w 44"/>
              <a:gd name="T13" fmla="*/ 0 h 38"/>
              <a:gd name="T14" fmla="*/ 900696123 w 44"/>
              <a:gd name="T15" fmla="*/ 180956304 h 38"/>
              <a:gd name="T16" fmla="*/ 900696123 w 44"/>
              <a:gd name="T17" fmla="*/ 633347064 h 38"/>
              <a:gd name="T18" fmla="*/ 900696123 w 44"/>
              <a:gd name="T19" fmla="*/ 1583367660 h 38"/>
              <a:gd name="T20" fmla="*/ 765594389 w 44"/>
              <a:gd name="T21" fmla="*/ 1719084888 h 38"/>
              <a:gd name="T22" fmla="*/ 135101734 w 44"/>
              <a:gd name="T23" fmla="*/ 1719084888 h 38"/>
              <a:gd name="T24" fmla="*/ 0 w 44"/>
              <a:gd name="T25" fmla="*/ 1583367660 h 38"/>
              <a:gd name="T26" fmla="*/ 0 w 44"/>
              <a:gd name="T27" fmla="*/ 1085737824 h 38"/>
              <a:gd name="T28" fmla="*/ 135101734 w 44"/>
              <a:gd name="T29" fmla="*/ 950020596 h 38"/>
              <a:gd name="T30" fmla="*/ 765594389 w 44"/>
              <a:gd name="T31" fmla="*/ 950020596 h 38"/>
              <a:gd name="T32" fmla="*/ 900696123 w 44"/>
              <a:gd name="T33" fmla="*/ 1085737824 h 38"/>
              <a:gd name="T34" fmla="*/ 900696123 w 44"/>
              <a:gd name="T35" fmla="*/ 1583367660 h 38"/>
              <a:gd name="T36" fmla="*/ 1981530128 w 44"/>
              <a:gd name="T37" fmla="*/ 633347064 h 38"/>
              <a:gd name="T38" fmla="*/ 1846428394 w 44"/>
              <a:gd name="T39" fmla="*/ 814303368 h 38"/>
              <a:gd name="T40" fmla="*/ 1215935739 w 44"/>
              <a:gd name="T41" fmla="*/ 814303368 h 38"/>
              <a:gd name="T42" fmla="*/ 1080834005 w 44"/>
              <a:gd name="T43" fmla="*/ 633347064 h 38"/>
              <a:gd name="T44" fmla="*/ 1080834005 w 44"/>
              <a:gd name="T45" fmla="*/ 180956304 h 38"/>
              <a:gd name="T46" fmla="*/ 1215935739 w 44"/>
              <a:gd name="T47" fmla="*/ 0 h 38"/>
              <a:gd name="T48" fmla="*/ 1846428394 w 44"/>
              <a:gd name="T49" fmla="*/ 0 h 38"/>
              <a:gd name="T50" fmla="*/ 1981530128 w 44"/>
              <a:gd name="T51" fmla="*/ 180956304 h 38"/>
              <a:gd name="T52" fmla="*/ 1981530128 w 44"/>
              <a:gd name="T53" fmla="*/ 633347064 h 38"/>
              <a:gd name="T54" fmla="*/ 1981530128 w 44"/>
              <a:gd name="T55" fmla="*/ 1583367660 h 38"/>
              <a:gd name="T56" fmla="*/ 1846428394 w 44"/>
              <a:gd name="T57" fmla="*/ 1719084888 h 38"/>
              <a:gd name="T58" fmla="*/ 1215935739 w 44"/>
              <a:gd name="T59" fmla="*/ 1719084888 h 38"/>
              <a:gd name="T60" fmla="*/ 1080834005 w 44"/>
              <a:gd name="T61" fmla="*/ 1583367660 h 38"/>
              <a:gd name="T62" fmla="*/ 1080834005 w 44"/>
              <a:gd name="T63" fmla="*/ 1085737824 h 38"/>
              <a:gd name="T64" fmla="*/ 1215935739 w 44"/>
              <a:gd name="T65" fmla="*/ 950020596 h 38"/>
              <a:gd name="T66" fmla="*/ 1846428394 w 44"/>
              <a:gd name="T67" fmla="*/ 950020596 h 38"/>
              <a:gd name="T68" fmla="*/ 1981530128 w 44"/>
              <a:gd name="T69" fmla="*/ 1085737824 h 38"/>
              <a:gd name="T70" fmla="*/ 1981530128 w 44"/>
              <a:gd name="T71" fmla="*/ 1583367660 h 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4" h="38">
                <a:moveTo>
                  <a:pt x="20" y="14"/>
                </a:moveTo>
                <a:cubicBezTo>
                  <a:pt x="20" y="16"/>
                  <a:pt x="19" y="18"/>
                  <a:pt x="17" y="18"/>
                </a:cubicBezTo>
                <a:cubicBezTo>
                  <a:pt x="3" y="18"/>
                  <a:pt x="3" y="18"/>
                  <a:pt x="3" y="18"/>
                </a:cubicBezTo>
                <a:cubicBezTo>
                  <a:pt x="1" y="18"/>
                  <a:pt x="0" y="16"/>
                  <a:pt x="0" y="14"/>
                </a:cubicBezTo>
                <a:cubicBezTo>
                  <a:pt x="0" y="4"/>
                  <a:pt x="0" y="4"/>
                  <a:pt x="0" y="4"/>
                </a:cubicBezTo>
                <a:cubicBezTo>
                  <a:pt x="0" y="2"/>
                  <a:pt x="1" y="0"/>
                  <a:pt x="3" y="0"/>
                </a:cubicBezTo>
                <a:cubicBezTo>
                  <a:pt x="17" y="0"/>
                  <a:pt x="17" y="0"/>
                  <a:pt x="17" y="0"/>
                </a:cubicBezTo>
                <a:cubicBezTo>
                  <a:pt x="19" y="0"/>
                  <a:pt x="20" y="2"/>
                  <a:pt x="20" y="4"/>
                </a:cubicBezTo>
                <a:lnTo>
                  <a:pt x="20" y="14"/>
                </a:lnTo>
                <a:close/>
                <a:moveTo>
                  <a:pt x="20" y="35"/>
                </a:moveTo>
                <a:cubicBezTo>
                  <a:pt x="20" y="37"/>
                  <a:pt x="19" y="38"/>
                  <a:pt x="17" y="38"/>
                </a:cubicBezTo>
                <a:cubicBezTo>
                  <a:pt x="3" y="38"/>
                  <a:pt x="3" y="38"/>
                  <a:pt x="3" y="38"/>
                </a:cubicBezTo>
                <a:cubicBezTo>
                  <a:pt x="1" y="38"/>
                  <a:pt x="0" y="37"/>
                  <a:pt x="0" y="35"/>
                </a:cubicBezTo>
                <a:cubicBezTo>
                  <a:pt x="0" y="24"/>
                  <a:pt x="0" y="24"/>
                  <a:pt x="0" y="24"/>
                </a:cubicBezTo>
                <a:cubicBezTo>
                  <a:pt x="0" y="23"/>
                  <a:pt x="1" y="21"/>
                  <a:pt x="3" y="21"/>
                </a:cubicBezTo>
                <a:cubicBezTo>
                  <a:pt x="17" y="21"/>
                  <a:pt x="17" y="21"/>
                  <a:pt x="17" y="21"/>
                </a:cubicBezTo>
                <a:cubicBezTo>
                  <a:pt x="19" y="21"/>
                  <a:pt x="20" y="23"/>
                  <a:pt x="20" y="24"/>
                </a:cubicBezTo>
                <a:lnTo>
                  <a:pt x="20" y="35"/>
                </a:lnTo>
                <a:close/>
                <a:moveTo>
                  <a:pt x="44" y="14"/>
                </a:moveTo>
                <a:cubicBezTo>
                  <a:pt x="44" y="16"/>
                  <a:pt x="43" y="18"/>
                  <a:pt x="41" y="18"/>
                </a:cubicBezTo>
                <a:cubicBezTo>
                  <a:pt x="27" y="18"/>
                  <a:pt x="27" y="18"/>
                  <a:pt x="27" y="18"/>
                </a:cubicBezTo>
                <a:cubicBezTo>
                  <a:pt x="25" y="18"/>
                  <a:pt x="24" y="16"/>
                  <a:pt x="24" y="14"/>
                </a:cubicBezTo>
                <a:cubicBezTo>
                  <a:pt x="24" y="4"/>
                  <a:pt x="24" y="4"/>
                  <a:pt x="24" y="4"/>
                </a:cubicBezTo>
                <a:cubicBezTo>
                  <a:pt x="24" y="2"/>
                  <a:pt x="25" y="0"/>
                  <a:pt x="27" y="0"/>
                </a:cubicBezTo>
                <a:cubicBezTo>
                  <a:pt x="41" y="0"/>
                  <a:pt x="41" y="0"/>
                  <a:pt x="41" y="0"/>
                </a:cubicBezTo>
                <a:cubicBezTo>
                  <a:pt x="43" y="0"/>
                  <a:pt x="44" y="2"/>
                  <a:pt x="44" y="4"/>
                </a:cubicBezTo>
                <a:lnTo>
                  <a:pt x="44" y="14"/>
                </a:lnTo>
                <a:close/>
                <a:moveTo>
                  <a:pt x="44" y="35"/>
                </a:moveTo>
                <a:cubicBezTo>
                  <a:pt x="44" y="37"/>
                  <a:pt x="43" y="38"/>
                  <a:pt x="41" y="38"/>
                </a:cubicBezTo>
                <a:cubicBezTo>
                  <a:pt x="27" y="38"/>
                  <a:pt x="27" y="38"/>
                  <a:pt x="27" y="38"/>
                </a:cubicBezTo>
                <a:cubicBezTo>
                  <a:pt x="25" y="38"/>
                  <a:pt x="24" y="37"/>
                  <a:pt x="24" y="35"/>
                </a:cubicBezTo>
                <a:cubicBezTo>
                  <a:pt x="24" y="24"/>
                  <a:pt x="24" y="24"/>
                  <a:pt x="24" y="24"/>
                </a:cubicBezTo>
                <a:cubicBezTo>
                  <a:pt x="24" y="23"/>
                  <a:pt x="25" y="21"/>
                  <a:pt x="27" y="21"/>
                </a:cubicBezTo>
                <a:cubicBezTo>
                  <a:pt x="41" y="21"/>
                  <a:pt x="41" y="21"/>
                  <a:pt x="41" y="21"/>
                </a:cubicBezTo>
                <a:cubicBezTo>
                  <a:pt x="43" y="21"/>
                  <a:pt x="44" y="23"/>
                  <a:pt x="44" y="24"/>
                </a:cubicBezTo>
                <a:lnTo>
                  <a:pt x="44"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0" name="稻壳儿小白白(http://dwz.cn/Wu2UP)"/>
          <p:cNvSpPr>
            <a:spLocks noEditPoints="1"/>
          </p:cNvSpPr>
          <p:nvPr/>
        </p:nvSpPr>
        <p:spPr>
          <a:xfrm>
            <a:off x="9092089" y="5739956"/>
            <a:ext cx="349758" cy="274320"/>
          </a:xfrm>
          <a:custGeom>
            <a:avLst/>
            <a:gdLst>
              <a:gd name="T0" fmla="*/ 637282825 w 48"/>
              <a:gd name="T1" fmla="*/ 357431474 h 38"/>
              <a:gd name="T2" fmla="*/ 500726075 w 48"/>
              <a:gd name="T3" fmla="*/ 446786000 h 38"/>
              <a:gd name="T4" fmla="*/ 136563497 w 48"/>
              <a:gd name="T5" fmla="*/ 446786000 h 38"/>
              <a:gd name="T6" fmla="*/ 0 w 48"/>
              <a:gd name="T7" fmla="*/ 357431474 h 38"/>
              <a:gd name="T8" fmla="*/ 0 w 48"/>
              <a:gd name="T9" fmla="*/ 134038474 h 38"/>
              <a:gd name="T10" fmla="*/ 136563497 w 48"/>
              <a:gd name="T11" fmla="*/ 0 h 38"/>
              <a:gd name="T12" fmla="*/ 500726075 w 48"/>
              <a:gd name="T13" fmla="*/ 0 h 38"/>
              <a:gd name="T14" fmla="*/ 637282825 w 48"/>
              <a:gd name="T15" fmla="*/ 134038474 h 38"/>
              <a:gd name="T16" fmla="*/ 637282825 w 48"/>
              <a:gd name="T17" fmla="*/ 357431474 h 38"/>
              <a:gd name="T18" fmla="*/ 637282825 w 48"/>
              <a:gd name="T19" fmla="*/ 982933211 h 38"/>
              <a:gd name="T20" fmla="*/ 500726075 w 48"/>
              <a:gd name="T21" fmla="*/ 1072287737 h 38"/>
              <a:gd name="T22" fmla="*/ 136563497 w 48"/>
              <a:gd name="T23" fmla="*/ 1072287737 h 38"/>
              <a:gd name="T24" fmla="*/ 0 w 48"/>
              <a:gd name="T25" fmla="*/ 982933211 h 38"/>
              <a:gd name="T26" fmla="*/ 0 w 48"/>
              <a:gd name="T27" fmla="*/ 714856263 h 38"/>
              <a:gd name="T28" fmla="*/ 136563497 w 48"/>
              <a:gd name="T29" fmla="*/ 625501737 h 38"/>
              <a:gd name="T30" fmla="*/ 500726075 w 48"/>
              <a:gd name="T31" fmla="*/ 625501737 h 38"/>
              <a:gd name="T32" fmla="*/ 637282825 w 48"/>
              <a:gd name="T33" fmla="*/ 714856263 h 38"/>
              <a:gd name="T34" fmla="*/ 637282825 w 48"/>
              <a:gd name="T35" fmla="*/ 982933211 h 38"/>
              <a:gd name="T36" fmla="*/ 637282825 w 48"/>
              <a:gd name="T37" fmla="*/ 1563751000 h 38"/>
              <a:gd name="T38" fmla="*/ 500726075 w 48"/>
              <a:gd name="T39" fmla="*/ 1697789474 h 38"/>
              <a:gd name="T40" fmla="*/ 136563497 w 48"/>
              <a:gd name="T41" fmla="*/ 1697789474 h 38"/>
              <a:gd name="T42" fmla="*/ 0 w 48"/>
              <a:gd name="T43" fmla="*/ 1563751000 h 38"/>
              <a:gd name="T44" fmla="*/ 0 w 48"/>
              <a:gd name="T45" fmla="*/ 1340358000 h 38"/>
              <a:gd name="T46" fmla="*/ 136563497 w 48"/>
              <a:gd name="T47" fmla="*/ 1251003474 h 38"/>
              <a:gd name="T48" fmla="*/ 500726075 w 48"/>
              <a:gd name="T49" fmla="*/ 1251003474 h 38"/>
              <a:gd name="T50" fmla="*/ 637282825 w 48"/>
              <a:gd name="T51" fmla="*/ 1340358000 h 38"/>
              <a:gd name="T52" fmla="*/ 637282825 w 48"/>
              <a:gd name="T53" fmla="*/ 1563751000 h 38"/>
              <a:gd name="T54" fmla="*/ 2147483646 w 48"/>
              <a:gd name="T55" fmla="*/ 357431474 h 38"/>
              <a:gd name="T56" fmla="*/ 2048411972 w 48"/>
              <a:gd name="T57" fmla="*/ 446786000 h 38"/>
              <a:gd name="T58" fmla="*/ 910409819 w 48"/>
              <a:gd name="T59" fmla="*/ 446786000 h 38"/>
              <a:gd name="T60" fmla="*/ 773846322 w 48"/>
              <a:gd name="T61" fmla="*/ 357431474 h 38"/>
              <a:gd name="T62" fmla="*/ 773846322 w 48"/>
              <a:gd name="T63" fmla="*/ 134038474 h 38"/>
              <a:gd name="T64" fmla="*/ 910409819 w 48"/>
              <a:gd name="T65" fmla="*/ 0 h 38"/>
              <a:gd name="T66" fmla="*/ 2048411972 w 48"/>
              <a:gd name="T67" fmla="*/ 0 h 38"/>
              <a:gd name="T68" fmla="*/ 2147483646 w 48"/>
              <a:gd name="T69" fmla="*/ 134038474 h 38"/>
              <a:gd name="T70" fmla="*/ 2147483646 w 48"/>
              <a:gd name="T71" fmla="*/ 357431474 h 38"/>
              <a:gd name="T72" fmla="*/ 2147483646 w 48"/>
              <a:gd name="T73" fmla="*/ 982933211 h 38"/>
              <a:gd name="T74" fmla="*/ 2048411972 w 48"/>
              <a:gd name="T75" fmla="*/ 1072287737 h 38"/>
              <a:gd name="T76" fmla="*/ 910409819 w 48"/>
              <a:gd name="T77" fmla="*/ 1072287737 h 38"/>
              <a:gd name="T78" fmla="*/ 773846322 w 48"/>
              <a:gd name="T79" fmla="*/ 982933211 h 38"/>
              <a:gd name="T80" fmla="*/ 773846322 w 48"/>
              <a:gd name="T81" fmla="*/ 714856263 h 38"/>
              <a:gd name="T82" fmla="*/ 910409819 w 48"/>
              <a:gd name="T83" fmla="*/ 625501737 h 38"/>
              <a:gd name="T84" fmla="*/ 2048411972 w 48"/>
              <a:gd name="T85" fmla="*/ 625501737 h 38"/>
              <a:gd name="T86" fmla="*/ 2147483646 w 48"/>
              <a:gd name="T87" fmla="*/ 714856263 h 38"/>
              <a:gd name="T88" fmla="*/ 2147483646 w 48"/>
              <a:gd name="T89" fmla="*/ 982933211 h 38"/>
              <a:gd name="T90" fmla="*/ 2147483646 w 48"/>
              <a:gd name="T91" fmla="*/ 1563751000 h 38"/>
              <a:gd name="T92" fmla="*/ 2048411972 w 48"/>
              <a:gd name="T93" fmla="*/ 1697789474 h 38"/>
              <a:gd name="T94" fmla="*/ 910409819 w 48"/>
              <a:gd name="T95" fmla="*/ 1697789474 h 38"/>
              <a:gd name="T96" fmla="*/ 773846322 w 48"/>
              <a:gd name="T97" fmla="*/ 1563751000 h 38"/>
              <a:gd name="T98" fmla="*/ 773846322 w 48"/>
              <a:gd name="T99" fmla="*/ 1340358000 h 38"/>
              <a:gd name="T100" fmla="*/ 910409819 w 48"/>
              <a:gd name="T101" fmla="*/ 1251003474 h 38"/>
              <a:gd name="T102" fmla="*/ 2048411972 w 48"/>
              <a:gd name="T103" fmla="*/ 1251003474 h 38"/>
              <a:gd name="T104" fmla="*/ 2147483646 w 48"/>
              <a:gd name="T105" fmla="*/ 1340358000 h 38"/>
              <a:gd name="T106" fmla="*/ 2147483646 w 48"/>
              <a:gd name="T107" fmla="*/ 1563751000 h 38"/>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8" h="38">
                <a:moveTo>
                  <a:pt x="14" y="8"/>
                </a:moveTo>
                <a:cubicBezTo>
                  <a:pt x="14" y="9"/>
                  <a:pt x="13" y="10"/>
                  <a:pt x="11" y="10"/>
                </a:cubicBezTo>
                <a:cubicBezTo>
                  <a:pt x="3" y="10"/>
                  <a:pt x="3" y="10"/>
                  <a:pt x="3" y="10"/>
                </a:cubicBezTo>
                <a:cubicBezTo>
                  <a:pt x="1" y="10"/>
                  <a:pt x="0" y="9"/>
                  <a:pt x="0" y="8"/>
                </a:cubicBezTo>
                <a:cubicBezTo>
                  <a:pt x="0" y="3"/>
                  <a:pt x="0" y="3"/>
                  <a:pt x="0" y="3"/>
                </a:cubicBezTo>
                <a:cubicBezTo>
                  <a:pt x="0" y="1"/>
                  <a:pt x="1" y="0"/>
                  <a:pt x="3" y="0"/>
                </a:cubicBezTo>
                <a:cubicBezTo>
                  <a:pt x="11" y="0"/>
                  <a:pt x="11" y="0"/>
                  <a:pt x="11" y="0"/>
                </a:cubicBezTo>
                <a:cubicBezTo>
                  <a:pt x="13" y="0"/>
                  <a:pt x="14" y="1"/>
                  <a:pt x="14" y="3"/>
                </a:cubicBezTo>
                <a:lnTo>
                  <a:pt x="14" y="8"/>
                </a:lnTo>
                <a:close/>
                <a:moveTo>
                  <a:pt x="14" y="22"/>
                </a:moveTo>
                <a:cubicBezTo>
                  <a:pt x="14" y="23"/>
                  <a:pt x="13" y="24"/>
                  <a:pt x="11" y="24"/>
                </a:cubicBezTo>
                <a:cubicBezTo>
                  <a:pt x="3" y="24"/>
                  <a:pt x="3" y="24"/>
                  <a:pt x="3" y="24"/>
                </a:cubicBezTo>
                <a:cubicBezTo>
                  <a:pt x="1" y="24"/>
                  <a:pt x="0" y="23"/>
                  <a:pt x="0" y="22"/>
                </a:cubicBezTo>
                <a:cubicBezTo>
                  <a:pt x="0" y="16"/>
                  <a:pt x="0" y="16"/>
                  <a:pt x="0" y="16"/>
                </a:cubicBezTo>
                <a:cubicBezTo>
                  <a:pt x="0" y="15"/>
                  <a:pt x="1" y="14"/>
                  <a:pt x="3" y="14"/>
                </a:cubicBezTo>
                <a:cubicBezTo>
                  <a:pt x="11" y="14"/>
                  <a:pt x="11" y="14"/>
                  <a:pt x="11" y="14"/>
                </a:cubicBezTo>
                <a:cubicBezTo>
                  <a:pt x="13" y="14"/>
                  <a:pt x="14" y="15"/>
                  <a:pt x="14" y="16"/>
                </a:cubicBezTo>
                <a:lnTo>
                  <a:pt x="14" y="22"/>
                </a:lnTo>
                <a:close/>
                <a:moveTo>
                  <a:pt x="14" y="35"/>
                </a:moveTo>
                <a:cubicBezTo>
                  <a:pt x="14" y="37"/>
                  <a:pt x="13" y="38"/>
                  <a:pt x="11" y="38"/>
                </a:cubicBezTo>
                <a:cubicBezTo>
                  <a:pt x="3" y="38"/>
                  <a:pt x="3" y="38"/>
                  <a:pt x="3" y="38"/>
                </a:cubicBezTo>
                <a:cubicBezTo>
                  <a:pt x="1" y="38"/>
                  <a:pt x="0" y="37"/>
                  <a:pt x="0" y="35"/>
                </a:cubicBezTo>
                <a:cubicBezTo>
                  <a:pt x="0" y="30"/>
                  <a:pt x="0" y="30"/>
                  <a:pt x="0" y="30"/>
                </a:cubicBezTo>
                <a:cubicBezTo>
                  <a:pt x="0" y="29"/>
                  <a:pt x="1" y="28"/>
                  <a:pt x="3" y="28"/>
                </a:cubicBezTo>
                <a:cubicBezTo>
                  <a:pt x="11" y="28"/>
                  <a:pt x="11" y="28"/>
                  <a:pt x="11" y="28"/>
                </a:cubicBezTo>
                <a:cubicBezTo>
                  <a:pt x="13" y="28"/>
                  <a:pt x="14" y="29"/>
                  <a:pt x="14" y="30"/>
                </a:cubicBezTo>
                <a:lnTo>
                  <a:pt x="14" y="35"/>
                </a:lnTo>
                <a:close/>
                <a:moveTo>
                  <a:pt x="48" y="8"/>
                </a:moveTo>
                <a:cubicBezTo>
                  <a:pt x="48" y="9"/>
                  <a:pt x="47" y="10"/>
                  <a:pt x="45" y="10"/>
                </a:cubicBezTo>
                <a:cubicBezTo>
                  <a:pt x="20" y="10"/>
                  <a:pt x="20" y="10"/>
                  <a:pt x="20" y="10"/>
                </a:cubicBezTo>
                <a:cubicBezTo>
                  <a:pt x="18" y="10"/>
                  <a:pt x="17" y="9"/>
                  <a:pt x="17" y="8"/>
                </a:cubicBezTo>
                <a:cubicBezTo>
                  <a:pt x="17" y="3"/>
                  <a:pt x="17" y="3"/>
                  <a:pt x="17" y="3"/>
                </a:cubicBezTo>
                <a:cubicBezTo>
                  <a:pt x="17" y="1"/>
                  <a:pt x="18" y="0"/>
                  <a:pt x="20" y="0"/>
                </a:cubicBezTo>
                <a:cubicBezTo>
                  <a:pt x="45" y="0"/>
                  <a:pt x="45" y="0"/>
                  <a:pt x="45" y="0"/>
                </a:cubicBezTo>
                <a:cubicBezTo>
                  <a:pt x="47" y="0"/>
                  <a:pt x="48" y="1"/>
                  <a:pt x="48" y="3"/>
                </a:cubicBezTo>
                <a:lnTo>
                  <a:pt x="48" y="8"/>
                </a:lnTo>
                <a:close/>
                <a:moveTo>
                  <a:pt x="48" y="22"/>
                </a:moveTo>
                <a:cubicBezTo>
                  <a:pt x="48" y="23"/>
                  <a:pt x="47" y="24"/>
                  <a:pt x="45" y="24"/>
                </a:cubicBezTo>
                <a:cubicBezTo>
                  <a:pt x="20" y="24"/>
                  <a:pt x="20" y="24"/>
                  <a:pt x="20" y="24"/>
                </a:cubicBezTo>
                <a:cubicBezTo>
                  <a:pt x="18" y="24"/>
                  <a:pt x="17" y="23"/>
                  <a:pt x="17" y="22"/>
                </a:cubicBezTo>
                <a:cubicBezTo>
                  <a:pt x="17" y="16"/>
                  <a:pt x="17" y="16"/>
                  <a:pt x="17" y="16"/>
                </a:cubicBezTo>
                <a:cubicBezTo>
                  <a:pt x="17" y="15"/>
                  <a:pt x="18" y="14"/>
                  <a:pt x="20" y="14"/>
                </a:cubicBezTo>
                <a:cubicBezTo>
                  <a:pt x="45" y="14"/>
                  <a:pt x="45" y="14"/>
                  <a:pt x="45" y="14"/>
                </a:cubicBezTo>
                <a:cubicBezTo>
                  <a:pt x="47" y="14"/>
                  <a:pt x="48" y="15"/>
                  <a:pt x="48" y="16"/>
                </a:cubicBezTo>
                <a:lnTo>
                  <a:pt x="48" y="22"/>
                </a:lnTo>
                <a:close/>
                <a:moveTo>
                  <a:pt x="48" y="35"/>
                </a:moveTo>
                <a:cubicBezTo>
                  <a:pt x="48" y="37"/>
                  <a:pt x="47" y="38"/>
                  <a:pt x="45" y="38"/>
                </a:cubicBezTo>
                <a:cubicBezTo>
                  <a:pt x="20" y="38"/>
                  <a:pt x="20" y="38"/>
                  <a:pt x="20" y="38"/>
                </a:cubicBezTo>
                <a:cubicBezTo>
                  <a:pt x="18" y="38"/>
                  <a:pt x="17" y="37"/>
                  <a:pt x="17" y="35"/>
                </a:cubicBezTo>
                <a:cubicBezTo>
                  <a:pt x="17" y="30"/>
                  <a:pt x="17" y="30"/>
                  <a:pt x="17" y="30"/>
                </a:cubicBezTo>
                <a:cubicBezTo>
                  <a:pt x="17" y="29"/>
                  <a:pt x="18" y="28"/>
                  <a:pt x="20" y="28"/>
                </a:cubicBezTo>
                <a:cubicBezTo>
                  <a:pt x="45" y="28"/>
                  <a:pt x="45" y="28"/>
                  <a:pt x="45" y="28"/>
                </a:cubicBezTo>
                <a:cubicBezTo>
                  <a:pt x="47" y="28"/>
                  <a:pt x="48" y="29"/>
                  <a:pt x="48" y="30"/>
                </a:cubicBezTo>
                <a:lnTo>
                  <a:pt x="48"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1" name="稻壳儿小白白(http://dwz.cn/Wu2UP)"/>
          <p:cNvSpPr>
            <a:spLocks noEditPoints="1"/>
          </p:cNvSpPr>
          <p:nvPr/>
        </p:nvSpPr>
        <p:spPr>
          <a:xfrm>
            <a:off x="10021348" y="1470851"/>
            <a:ext cx="296608" cy="296608"/>
          </a:xfrm>
          <a:custGeom>
            <a:avLst/>
            <a:gdLst>
              <a:gd name="T0" fmla="*/ 1839645897 w 41"/>
              <a:gd name="T1" fmla="*/ 1525561646 h 41"/>
              <a:gd name="T2" fmla="*/ 1480688639 w 41"/>
              <a:gd name="T3" fmla="*/ 1839645897 h 41"/>
              <a:gd name="T4" fmla="*/ 358957257 w 41"/>
              <a:gd name="T5" fmla="*/ 1839645897 h 41"/>
              <a:gd name="T6" fmla="*/ 0 w 41"/>
              <a:gd name="T7" fmla="*/ 1525561646 h 41"/>
              <a:gd name="T8" fmla="*/ 0 w 41"/>
              <a:gd name="T9" fmla="*/ 358957257 h 41"/>
              <a:gd name="T10" fmla="*/ 358957257 w 41"/>
              <a:gd name="T11" fmla="*/ 0 h 41"/>
              <a:gd name="T12" fmla="*/ 1480688639 w 41"/>
              <a:gd name="T13" fmla="*/ 0 h 41"/>
              <a:gd name="T14" fmla="*/ 1839645897 w 41"/>
              <a:gd name="T15" fmla="*/ 358957257 h 41"/>
              <a:gd name="T16" fmla="*/ 1839645897 w 41"/>
              <a:gd name="T17" fmla="*/ 1525561646 h 41"/>
              <a:gd name="T18" fmla="*/ 1525561646 w 41"/>
              <a:gd name="T19" fmla="*/ 358957257 h 41"/>
              <a:gd name="T20" fmla="*/ 1480688639 w 41"/>
              <a:gd name="T21" fmla="*/ 314084251 h 41"/>
              <a:gd name="T22" fmla="*/ 358957257 w 41"/>
              <a:gd name="T23" fmla="*/ 314084251 h 41"/>
              <a:gd name="T24" fmla="*/ 314084251 w 41"/>
              <a:gd name="T25" fmla="*/ 358957257 h 41"/>
              <a:gd name="T26" fmla="*/ 314084251 w 41"/>
              <a:gd name="T27" fmla="*/ 1525561646 h 41"/>
              <a:gd name="T28" fmla="*/ 358957257 w 41"/>
              <a:gd name="T29" fmla="*/ 1570427954 h 41"/>
              <a:gd name="T30" fmla="*/ 1480688639 w 41"/>
              <a:gd name="T31" fmla="*/ 1570427954 h 41"/>
              <a:gd name="T32" fmla="*/ 1525561646 w 41"/>
              <a:gd name="T33" fmla="*/ 1525561646 h 41"/>
              <a:gd name="T34" fmla="*/ 1525561646 w 41"/>
              <a:gd name="T35" fmla="*/ 358957257 h 41"/>
              <a:gd name="T36" fmla="*/ 1390949325 w 41"/>
              <a:gd name="T37" fmla="*/ 762780823 h 41"/>
              <a:gd name="T38" fmla="*/ 987125760 w 41"/>
              <a:gd name="T39" fmla="*/ 1301210011 h 41"/>
              <a:gd name="T40" fmla="*/ 942259452 w 41"/>
              <a:gd name="T41" fmla="*/ 1301210011 h 41"/>
              <a:gd name="T42" fmla="*/ 852520137 w 41"/>
              <a:gd name="T43" fmla="*/ 1301210011 h 41"/>
              <a:gd name="T44" fmla="*/ 493562880 w 41"/>
              <a:gd name="T45" fmla="*/ 762780823 h 41"/>
              <a:gd name="T46" fmla="*/ 448696572 w 41"/>
              <a:gd name="T47" fmla="*/ 673041509 h 41"/>
              <a:gd name="T48" fmla="*/ 538435886 w 41"/>
              <a:gd name="T49" fmla="*/ 628168502 h 41"/>
              <a:gd name="T50" fmla="*/ 1301210011 w 41"/>
              <a:gd name="T51" fmla="*/ 628168502 h 41"/>
              <a:gd name="T52" fmla="*/ 1390949325 w 41"/>
              <a:gd name="T53" fmla="*/ 673041509 h 41"/>
              <a:gd name="T54" fmla="*/ 1390949325 w 41"/>
              <a:gd name="T55" fmla="*/ 762780823 h 41"/>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1" h="41">
                <a:moveTo>
                  <a:pt x="41" y="34"/>
                </a:moveTo>
                <a:cubicBezTo>
                  <a:pt x="41" y="38"/>
                  <a:pt x="38" y="41"/>
                  <a:pt x="33" y="41"/>
                </a:cubicBezTo>
                <a:cubicBezTo>
                  <a:pt x="8" y="41"/>
                  <a:pt x="8" y="41"/>
                  <a:pt x="8" y="41"/>
                </a:cubicBezTo>
                <a:cubicBezTo>
                  <a:pt x="3" y="41"/>
                  <a:pt x="0" y="38"/>
                  <a:pt x="0" y="34"/>
                </a:cubicBezTo>
                <a:cubicBezTo>
                  <a:pt x="0" y="8"/>
                  <a:pt x="0" y="8"/>
                  <a:pt x="0" y="8"/>
                </a:cubicBezTo>
                <a:cubicBezTo>
                  <a:pt x="0" y="4"/>
                  <a:pt x="3" y="0"/>
                  <a:pt x="8" y="0"/>
                </a:cubicBezTo>
                <a:cubicBezTo>
                  <a:pt x="33" y="0"/>
                  <a:pt x="33" y="0"/>
                  <a:pt x="33" y="0"/>
                </a:cubicBezTo>
                <a:cubicBezTo>
                  <a:pt x="38" y="0"/>
                  <a:pt x="41" y="4"/>
                  <a:pt x="41" y="8"/>
                </a:cubicBezTo>
                <a:lnTo>
                  <a:pt x="41" y="34"/>
                </a:lnTo>
                <a:close/>
                <a:moveTo>
                  <a:pt x="34" y="8"/>
                </a:moveTo>
                <a:cubicBezTo>
                  <a:pt x="34" y="8"/>
                  <a:pt x="34" y="7"/>
                  <a:pt x="33" y="7"/>
                </a:cubicBezTo>
                <a:cubicBezTo>
                  <a:pt x="8" y="7"/>
                  <a:pt x="8" y="7"/>
                  <a:pt x="8" y="7"/>
                </a:cubicBezTo>
                <a:cubicBezTo>
                  <a:pt x="7" y="7"/>
                  <a:pt x="7" y="8"/>
                  <a:pt x="7" y="8"/>
                </a:cubicBezTo>
                <a:cubicBezTo>
                  <a:pt x="7" y="34"/>
                  <a:pt x="7" y="34"/>
                  <a:pt x="7" y="34"/>
                </a:cubicBezTo>
                <a:cubicBezTo>
                  <a:pt x="7" y="34"/>
                  <a:pt x="7" y="35"/>
                  <a:pt x="8" y="35"/>
                </a:cubicBezTo>
                <a:cubicBezTo>
                  <a:pt x="33" y="35"/>
                  <a:pt x="33" y="35"/>
                  <a:pt x="33" y="35"/>
                </a:cubicBezTo>
                <a:cubicBezTo>
                  <a:pt x="34" y="35"/>
                  <a:pt x="34" y="34"/>
                  <a:pt x="34" y="34"/>
                </a:cubicBezTo>
                <a:lnTo>
                  <a:pt x="34" y="8"/>
                </a:lnTo>
                <a:close/>
                <a:moveTo>
                  <a:pt x="31" y="17"/>
                </a:moveTo>
                <a:cubicBezTo>
                  <a:pt x="22" y="29"/>
                  <a:pt x="22" y="29"/>
                  <a:pt x="22" y="29"/>
                </a:cubicBezTo>
                <a:cubicBezTo>
                  <a:pt x="22" y="29"/>
                  <a:pt x="21" y="29"/>
                  <a:pt x="21" y="29"/>
                </a:cubicBezTo>
                <a:cubicBezTo>
                  <a:pt x="20" y="29"/>
                  <a:pt x="19" y="29"/>
                  <a:pt x="19" y="29"/>
                </a:cubicBezTo>
                <a:cubicBezTo>
                  <a:pt x="11" y="17"/>
                  <a:pt x="11" y="17"/>
                  <a:pt x="11" y="17"/>
                </a:cubicBezTo>
                <a:cubicBezTo>
                  <a:pt x="10" y="16"/>
                  <a:pt x="10" y="15"/>
                  <a:pt x="10" y="15"/>
                </a:cubicBezTo>
                <a:cubicBezTo>
                  <a:pt x="11" y="14"/>
                  <a:pt x="11" y="14"/>
                  <a:pt x="12" y="14"/>
                </a:cubicBezTo>
                <a:cubicBezTo>
                  <a:pt x="29" y="14"/>
                  <a:pt x="29" y="14"/>
                  <a:pt x="29" y="14"/>
                </a:cubicBezTo>
                <a:cubicBezTo>
                  <a:pt x="30" y="14"/>
                  <a:pt x="30" y="14"/>
                  <a:pt x="31" y="15"/>
                </a:cubicBezTo>
                <a:cubicBezTo>
                  <a:pt x="31" y="15"/>
                  <a:pt x="31" y="16"/>
                  <a:pt x="31" y="1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2" name="稻壳儿小白白(http://dwz.cn/Wu2UP)"/>
          <p:cNvSpPr>
            <a:spLocks noEditPoints="1"/>
          </p:cNvSpPr>
          <p:nvPr/>
        </p:nvSpPr>
        <p:spPr>
          <a:xfrm>
            <a:off x="10021348" y="2009204"/>
            <a:ext cx="296608" cy="296608"/>
          </a:xfrm>
          <a:custGeom>
            <a:avLst/>
            <a:gdLst>
              <a:gd name="T0" fmla="*/ 1839645897 w 41"/>
              <a:gd name="T1" fmla="*/ 1480688639 h 41"/>
              <a:gd name="T2" fmla="*/ 1480688639 w 41"/>
              <a:gd name="T3" fmla="*/ 1839645897 h 41"/>
              <a:gd name="T4" fmla="*/ 358957257 w 41"/>
              <a:gd name="T5" fmla="*/ 1839645897 h 41"/>
              <a:gd name="T6" fmla="*/ 0 w 41"/>
              <a:gd name="T7" fmla="*/ 1480688639 h 41"/>
              <a:gd name="T8" fmla="*/ 0 w 41"/>
              <a:gd name="T9" fmla="*/ 358957257 h 41"/>
              <a:gd name="T10" fmla="*/ 358957257 w 41"/>
              <a:gd name="T11" fmla="*/ 0 h 41"/>
              <a:gd name="T12" fmla="*/ 1480688639 w 41"/>
              <a:gd name="T13" fmla="*/ 0 h 41"/>
              <a:gd name="T14" fmla="*/ 1839645897 w 41"/>
              <a:gd name="T15" fmla="*/ 358957257 h 41"/>
              <a:gd name="T16" fmla="*/ 1839645897 w 41"/>
              <a:gd name="T17" fmla="*/ 1480688639 h 41"/>
              <a:gd name="T18" fmla="*/ 1525561646 w 41"/>
              <a:gd name="T19" fmla="*/ 358957257 h 41"/>
              <a:gd name="T20" fmla="*/ 1480688639 w 41"/>
              <a:gd name="T21" fmla="*/ 314084251 h 41"/>
              <a:gd name="T22" fmla="*/ 358957257 w 41"/>
              <a:gd name="T23" fmla="*/ 314084251 h 41"/>
              <a:gd name="T24" fmla="*/ 314084251 w 41"/>
              <a:gd name="T25" fmla="*/ 358957257 h 41"/>
              <a:gd name="T26" fmla="*/ 314084251 w 41"/>
              <a:gd name="T27" fmla="*/ 1480688639 h 41"/>
              <a:gd name="T28" fmla="*/ 358957257 w 41"/>
              <a:gd name="T29" fmla="*/ 1525561646 h 41"/>
              <a:gd name="T30" fmla="*/ 1480688639 w 41"/>
              <a:gd name="T31" fmla="*/ 1525561646 h 41"/>
              <a:gd name="T32" fmla="*/ 1525561646 w 41"/>
              <a:gd name="T33" fmla="*/ 1480688639 h 41"/>
              <a:gd name="T34" fmla="*/ 1525561646 w 41"/>
              <a:gd name="T35" fmla="*/ 358957257 h 41"/>
              <a:gd name="T36" fmla="*/ 1211477395 w 41"/>
              <a:gd name="T37" fmla="*/ 1301210011 h 41"/>
              <a:gd name="T38" fmla="*/ 1166604388 w 41"/>
              <a:gd name="T39" fmla="*/ 1390949325 h 41"/>
              <a:gd name="T40" fmla="*/ 1121738080 w 41"/>
              <a:gd name="T41" fmla="*/ 1346083017 h 41"/>
              <a:gd name="T42" fmla="*/ 583302194 w 41"/>
              <a:gd name="T43" fmla="*/ 987125760 h 41"/>
              <a:gd name="T44" fmla="*/ 538435886 w 41"/>
              <a:gd name="T45" fmla="*/ 897386445 h 41"/>
              <a:gd name="T46" fmla="*/ 583302194 w 41"/>
              <a:gd name="T47" fmla="*/ 852520137 h 41"/>
              <a:gd name="T48" fmla="*/ 1121738080 w 41"/>
              <a:gd name="T49" fmla="*/ 448696572 h 41"/>
              <a:gd name="T50" fmla="*/ 1166604388 w 41"/>
              <a:gd name="T51" fmla="*/ 448696572 h 41"/>
              <a:gd name="T52" fmla="*/ 1211477395 w 41"/>
              <a:gd name="T53" fmla="*/ 538435886 h 41"/>
              <a:gd name="T54" fmla="*/ 1211477395 w 41"/>
              <a:gd name="T55" fmla="*/ 1301210011 h 41"/>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1" h="41">
                <a:moveTo>
                  <a:pt x="41" y="33"/>
                </a:moveTo>
                <a:cubicBezTo>
                  <a:pt x="41" y="38"/>
                  <a:pt x="38" y="41"/>
                  <a:pt x="33" y="41"/>
                </a:cubicBezTo>
                <a:cubicBezTo>
                  <a:pt x="8" y="41"/>
                  <a:pt x="8" y="41"/>
                  <a:pt x="8" y="41"/>
                </a:cubicBezTo>
                <a:cubicBezTo>
                  <a:pt x="3" y="41"/>
                  <a:pt x="0" y="38"/>
                  <a:pt x="0" y="33"/>
                </a:cubicBezTo>
                <a:cubicBezTo>
                  <a:pt x="0" y="8"/>
                  <a:pt x="0" y="8"/>
                  <a:pt x="0" y="8"/>
                </a:cubicBezTo>
                <a:cubicBezTo>
                  <a:pt x="0" y="3"/>
                  <a:pt x="3" y="0"/>
                  <a:pt x="8" y="0"/>
                </a:cubicBezTo>
                <a:cubicBezTo>
                  <a:pt x="33" y="0"/>
                  <a:pt x="33" y="0"/>
                  <a:pt x="33" y="0"/>
                </a:cubicBezTo>
                <a:cubicBezTo>
                  <a:pt x="38" y="0"/>
                  <a:pt x="41" y="3"/>
                  <a:pt x="41" y="8"/>
                </a:cubicBezTo>
                <a:lnTo>
                  <a:pt x="41" y="33"/>
                </a:lnTo>
                <a:close/>
                <a:moveTo>
                  <a:pt x="34" y="8"/>
                </a:moveTo>
                <a:cubicBezTo>
                  <a:pt x="34" y="7"/>
                  <a:pt x="34" y="7"/>
                  <a:pt x="33" y="7"/>
                </a:cubicBezTo>
                <a:cubicBezTo>
                  <a:pt x="8" y="7"/>
                  <a:pt x="8" y="7"/>
                  <a:pt x="8" y="7"/>
                </a:cubicBezTo>
                <a:cubicBezTo>
                  <a:pt x="7" y="7"/>
                  <a:pt x="7" y="7"/>
                  <a:pt x="7" y="8"/>
                </a:cubicBezTo>
                <a:cubicBezTo>
                  <a:pt x="7" y="33"/>
                  <a:pt x="7" y="33"/>
                  <a:pt x="7" y="33"/>
                </a:cubicBezTo>
                <a:cubicBezTo>
                  <a:pt x="7" y="34"/>
                  <a:pt x="7" y="34"/>
                  <a:pt x="8" y="34"/>
                </a:cubicBezTo>
                <a:cubicBezTo>
                  <a:pt x="33" y="34"/>
                  <a:pt x="33" y="34"/>
                  <a:pt x="33" y="34"/>
                </a:cubicBezTo>
                <a:cubicBezTo>
                  <a:pt x="34" y="34"/>
                  <a:pt x="34" y="34"/>
                  <a:pt x="34" y="33"/>
                </a:cubicBezTo>
                <a:lnTo>
                  <a:pt x="34" y="8"/>
                </a:lnTo>
                <a:close/>
                <a:moveTo>
                  <a:pt x="27" y="29"/>
                </a:moveTo>
                <a:cubicBezTo>
                  <a:pt x="27" y="30"/>
                  <a:pt x="27" y="31"/>
                  <a:pt x="26" y="31"/>
                </a:cubicBezTo>
                <a:cubicBezTo>
                  <a:pt x="25" y="31"/>
                  <a:pt x="25" y="31"/>
                  <a:pt x="25" y="30"/>
                </a:cubicBezTo>
                <a:cubicBezTo>
                  <a:pt x="13" y="22"/>
                  <a:pt x="13" y="22"/>
                  <a:pt x="13" y="22"/>
                </a:cubicBezTo>
                <a:cubicBezTo>
                  <a:pt x="12" y="22"/>
                  <a:pt x="12" y="21"/>
                  <a:pt x="12" y="20"/>
                </a:cubicBezTo>
                <a:cubicBezTo>
                  <a:pt x="12" y="20"/>
                  <a:pt x="12" y="19"/>
                  <a:pt x="13" y="19"/>
                </a:cubicBezTo>
                <a:cubicBezTo>
                  <a:pt x="25" y="10"/>
                  <a:pt x="25" y="10"/>
                  <a:pt x="25" y="10"/>
                </a:cubicBezTo>
                <a:cubicBezTo>
                  <a:pt x="25" y="10"/>
                  <a:pt x="25" y="10"/>
                  <a:pt x="26" y="10"/>
                </a:cubicBezTo>
                <a:cubicBezTo>
                  <a:pt x="27" y="10"/>
                  <a:pt x="27" y="11"/>
                  <a:pt x="27" y="12"/>
                </a:cubicBezTo>
                <a:lnTo>
                  <a:pt x="27" y="2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3" name="稻壳儿小白白(http://dwz.cn/Wu2UP)"/>
          <p:cNvSpPr>
            <a:spLocks noEditPoints="1"/>
          </p:cNvSpPr>
          <p:nvPr/>
        </p:nvSpPr>
        <p:spPr>
          <a:xfrm>
            <a:off x="10021348" y="2537270"/>
            <a:ext cx="296608" cy="303466"/>
          </a:xfrm>
          <a:custGeom>
            <a:avLst/>
            <a:gdLst>
              <a:gd name="T0" fmla="*/ 1839645897 w 41"/>
              <a:gd name="T1" fmla="*/ 1521785451 h 42"/>
              <a:gd name="T2" fmla="*/ 1480688639 w 41"/>
              <a:gd name="T3" fmla="*/ 1879849861 h 42"/>
              <a:gd name="T4" fmla="*/ 358957257 w 41"/>
              <a:gd name="T5" fmla="*/ 1879849861 h 42"/>
              <a:gd name="T6" fmla="*/ 0 w 41"/>
              <a:gd name="T7" fmla="*/ 1521785451 h 42"/>
              <a:gd name="T8" fmla="*/ 0 w 41"/>
              <a:gd name="T9" fmla="*/ 358064410 h 42"/>
              <a:gd name="T10" fmla="*/ 358957257 w 41"/>
              <a:gd name="T11" fmla="*/ 0 h 42"/>
              <a:gd name="T12" fmla="*/ 1480688639 w 41"/>
              <a:gd name="T13" fmla="*/ 0 h 42"/>
              <a:gd name="T14" fmla="*/ 1839645897 w 41"/>
              <a:gd name="T15" fmla="*/ 358064410 h 42"/>
              <a:gd name="T16" fmla="*/ 1839645897 w 41"/>
              <a:gd name="T17" fmla="*/ 1521785451 h 42"/>
              <a:gd name="T18" fmla="*/ 1525561646 w 41"/>
              <a:gd name="T19" fmla="*/ 358064410 h 42"/>
              <a:gd name="T20" fmla="*/ 1480688639 w 41"/>
              <a:gd name="T21" fmla="*/ 313307195 h 42"/>
              <a:gd name="T22" fmla="*/ 358957257 w 41"/>
              <a:gd name="T23" fmla="*/ 313307195 h 42"/>
              <a:gd name="T24" fmla="*/ 314084251 w 41"/>
              <a:gd name="T25" fmla="*/ 358064410 h 42"/>
              <a:gd name="T26" fmla="*/ 314084251 w 41"/>
              <a:gd name="T27" fmla="*/ 1521785451 h 42"/>
              <a:gd name="T28" fmla="*/ 358957257 w 41"/>
              <a:gd name="T29" fmla="*/ 1566542666 h 42"/>
              <a:gd name="T30" fmla="*/ 1480688639 w 41"/>
              <a:gd name="T31" fmla="*/ 1566542666 h 42"/>
              <a:gd name="T32" fmla="*/ 1525561646 w 41"/>
              <a:gd name="T33" fmla="*/ 1521785451 h 42"/>
              <a:gd name="T34" fmla="*/ 1525561646 w 41"/>
              <a:gd name="T35" fmla="*/ 358064410 h 42"/>
              <a:gd name="T36" fmla="*/ 1256343703 w 41"/>
              <a:gd name="T37" fmla="*/ 984685491 h 42"/>
              <a:gd name="T38" fmla="*/ 717907816 w 41"/>
              <a:gd name="T39" fmla="*/ 1387507116 h 42"/>
              <a:gd name="T40" fmla="*/ 673041509 w 41"/>
              <a:gd name="T41" fmla="*/ 1387507116 h 42"/>
              <a:gd name="T42" fmla="*/ 628168502 w 41"/>
              <a:gd name="T43" fmla="*/ 1342749901 h 42"/>
              <a:gd name="T44" fmla="*/ 628168502 w 41"/>
              <a:gd name="T45" fmla="*/ 537099960 h 42"/>
              <a:gd name="T46" fmla="*/ 673041509 w 41"/>
              <a:gd name="T47" fmla="*/ 492342745 h 42"/>
              <a:gd name="T48" fmla="*/ 717907816 w 41"/>
              <a:gd name="T49" fmla="*/ 492342745 h 42"/>
              <a:gd name="T50" fmla="*/ 1256343703 w 41"/>
              <a:gd name="T51" fmla="*/ 895164371 h 42"/>
              <a:gd name="T52" fmla="*/ 1301210011 w 41"/>
              <a:gd name="T53" fmla="*/ 939928276 h 42"/>
              <a:gd name="T54" fmla="*/ 1256343703 w 41"/>
              <a:gd name="T55" fmla="*/ 984685491 h 42"/>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1" h="42">
                <a:moveTo>
                  <a:pt x="41" y="34"/>
                </a:moveTo>
                <a:cubicBezTo>
                  <a:pt x="41" y="38"/>
                  <a:pt x="38" y="42"/>
                  <a:pt x="33" y="42"/>
                </a:cubicBezTo>
                <a:cubicBezTo>
                  <a:pt x="8" y="42"/>
                  <a:pt x="8" y="42"/>
                  <a:pt x="8" y="42"/>
                </a:cubicBezTo>
                <a:cubicBezTo>
                  <a:pt x="3" y="42"/>
                  <a:pt x="0" y="38"/>
                  <a:pt x="0" y="34"/>
                </a:cubicBezTo>
                <a:cubicBezTo>
                  <a:pt x="0" y="8"/>
                  <a:pt x="0" y="8"/>
                  <a:pt x="0" y="8"/>
                </a:cubicBezTo>
                <a:cubicBezTo>
                  <a:pt x="0" y="4"/>
                  <a:pt x="3" y="0"/>
                  <a:pt x="8" y="0"/>
                </a:cubicBezTo>
                <a:cubicBezTo>
                  <a:pt x="33" y="0"/>
                  <a:pt x="33" y="0"/>
                  <a:pt x="33" y="0"/>
                </a:cubicBezTo>
                <a:cubicBezTo>
                  <a:pt x="38" y="0"/>
                  <a:pt x="41" y="4"/>
                  <a:pt x="41" y="8"/>
                </a:cubicBezTo>
                <a:lnTo>
                  <a:pt x="41" y="34"/>
                </a:lnTo>
                <a:close/>
                <a:moveTo>
                  <a:pt x="34" y="8"/>
                </a:moveTo>
                <a:cubicBezTo>
                  <a:pt x="34" y="8"/>
                  <a:pt x="34" y="7"/>
                  <a:pt x="33" y="7"/>
                </a:cubicBezTo>
                <a:cubicBezTo>
                  <a:pt x="8" y="7"/>
                  <a:pt x="8" y="7"/>
                  <a:pt x="8" y="7"/>
                </a:cubicBezTo>
                <a:cubicBezTo>
                  <a:pt x="7" y="7"/>
                  <a:pt x="7" y="8"/>
                  <a:pt x="7" y="8"/>
                </a:cubicBezTo>
                <a:cubicBezTo>
                  <a:pt x="7" y="34"/>
                  <a:pt x="7" y="34"/>
                  <a:pt x="7" y="34"/>
                </a:cubicBezTo>
                <a:cubicBezTo>
                  <a:pt x="7" y="34"/>
                  <a:pt x="7" y="35"/>
                  <a:pt x="8" y="35"/>
                </a:cubicBezTo>
                <a:cubicBezTo>
                  <a:pt x="33" y="35"/>
                  <a:pt x="33" y="35"/>
                  <a:pt x="33" y="35"/>
                </a:cubicBezTo>
                <a:cubicBezTo>
                  <a:pt x="34" y="35"/>
                  <a:pt x="34" y="34"/>
                  <a:pt x="34" y="34"/>
                </a:cubicBezTo>
                <a:lnTo>
                  <a:pt x="34" y="8"/>
                </a:lnTo>
                <a:close/>
                <a:moveTo>
                  <a:pt x="28" y="22"/>
                </a:moveTo>
                <a:cubicBezTo>
                  <a:pt x="16" y="31"/>
                  <a:pt x="16" y="31"/>
                  <a:pt x="16" y="31"/>
                </a:cubicBezTo>
                <a:cubicBezTo>
                  <a:pt x="16" y="31"/>
                  <a:pt x="15" y="31"/>
                  <a:pt x="15" y="31"/>
                </a:cubicBezTo>
                <a:cubicBezTo>
                  <a:pt x="14" y="31"/>
                  <a:pt x="14" y="30"/>
                  <a:pt x="14" y="30"/>
                </a:cubicBezTo>
                <a:cubicBezTo>
                  <a:pt x="14" y="12"/>
                  <a:pt x="14" y="12"/>
                  <a:pt x="14" y="12"/>
                </a:cubicBezTo>
                <a:cubicBezTo>
                  <a:pt x="14" y="12"/>
                  <a:pt x="14" y="11"/>
                  <a:pt x="15" y="11"/>
                </a:cubicBezTo>
                <a:cubicBezTo>
                  <a:pt x="15" y="11"/>
                  <a:pt x="16" y="11"/>
                  <a:pt x="16" y="11"/>
                </a:cubicBezTo>
                <a:cubicBezTo>
                  <a:pt x="28" y="20"/>
                  <a:pt x="28" y="20"/>
                  <a:pt x="28" y="20"/>
                </a:cubicBezTo>
                <a:cubicBezTo>
                  <a:pt x="29" y="20"/>
                  <a:pt x="29" y="20"/>
                  <a:pt x="29" y="21"/>
                </a:cubicBezTo>
                <a:cubicBezTo>
                  <a:pt x="29" y="22"/>
                  <a:pt x="29" y="22"/>
                  <a:pt x="28" y="2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4" name="稻壳儿小白白(http://dwz.cn/Wu2UP)"/>
          <p:cNvSpPr>
            <a:spLocks noEditPoints="1"/>
          </p:cNvSpPr>
          <p:nvPr/>
        </p:nvSpPr>
        <p:spPr>
          <a:xfrm>
            <a:off x="10021348" y="3072194"/>
            <a:ext cx="296608" cy="298323"/>
          </a:xfrm>
          <a:custGeom>
            <a:avLst/>
            <a:gdLst>
              <a:gd name="T0" fmla="*/ 1839645897 w 41"/>
              <a:gd name="T1" fmla="*/ 1543255601 h 41"/>
              <a:gd name="T2" fmla="*/ 1480688639 w 41"/>
              <a:gd name="T3" fmla="*/ 1860981723 h 41"/>
              <a:gd name="T4" fmla="*/ 358957257 w 41"/>
              <a:gd name="T5" fmla="*/ 1860981723 h 41"/>
              <a:gd name="T6" fmla="*/ 0 w 41"/>
              <a:gd name="T7" fmla="*/ 1543255601 h 41"/>
              <a:gd name="T8" fmla="*/ 0 w 41"/>
              <a:gd name="T9" fmla="*/ 363121343 h 41"/>
              <a:gd name="T10" fmla="*/ 358957257 w 41"/>
              <a:gd name="T11" fmla="*/ 0 h 41"/>
              <a:gd name="T12" fmla="*/ 1480688639 w 41"/>
              <a:gd name="T13" fmla="*/ 0 h 41"/>
              <a:gd name="T14" fmla="*/ 1839645897 w 41"/>
              <a:gd name="T15" fmla="*/ 363121343 h 41"/>
              <a:gd name="T16" fmla="*/ 1839645897 w 41"/>
              <a:gd name="T17" fmla="*/ 1543255601 h 41"/>
              <a:gd name="T18" fmla="*/ 1525561646 w 41"/>
              <a:gd name="T19" fmla="*/ 363121343 h 41"/>
              <a:gd name="T20" fmla="*/ 1480688639 w 41"/>
              <a:gd name="T21" fmla="*/ 317726122 h 41"/>
              <a:gd name="T22" fmla="*/ 358957257 w 41"/>
              <a:gd name="T23" fmla="*/ 317726122 h 41"/>
              <a:gd name="T24" fmla="*/ 314084251 w 41"/>
              <a:gd name="T25" fmla="*/ 363121343 h 41"/>
              <a:gd name="T26" fmla="*/ 314084251 w 41"/>
              <a:gd name="T27" fmla="*/ 1543255601 h 41"/>
              <a:gd name="T28" fmla="*/ 358957257 w 41"/>
              <a:gd name="T29" fmla="*/ 1543255601 h 41"/>
              <a:gd name="T30" fmla="*/ 1480688639 w 41"/>
              <a:gd name="T31" fmla="*/ 1543255601 h 41"/>
              <a:gd name="T32" fmla="*/ 1525561646 w 41"/>
              <a:gd name="T33" fmla="*/ 1543255601 h 41"/>
              <a:gd name="T34" fmla="*/ 1525561646 w 41"/>
              <a:gd name="T35" fmla="*/ 363121343 h 41"/>
              <a:gd name="T36" fmla="*/ 1301210011 w 41"/>
              <a:gd name="T37" fmla="*/ 1270911225 h 41"/>
              <a:gd name="T38" fmla="*/ 538435886 w 41"/>
              <a:gd name="T39" fmla="*/ 1270911225 h 41"/>
              <a:gd name="T40" fmla="*/ 448696572 w 41"/>
              <a:gd name="T41" fmla="*/ 1225522741 h 41"/>
              <a:gd name="T42" fmla="*/ 493562880 w 41"/>
              <a:gd name="T43" fmla="*/ 1134745774 h 41"/>
              <a:gd name="T44" fmla="*/ 852520137 w 41"/>
              <a:gd name="T45" fmla="*/ 590070498 h 41"/>
              <a:gd name="T46" fmla="*/ 942259452 w 41"/>
              <a:gd name="T47" fmla="*/ 544675277 h 41"/>
              <a:gd name="T48" fmla="*/ 987125760 w 41"/>
              <a:gd name="T49" fmla="*/ 590070498 h 41"/>
              <a:gd name="T50" fmla="*/ 1390949325 w 41"/>
              <a:gd name="T51" fmla="*/ 1134745774 h 41"/>
              <a:gd name="T52" fmla="*/ 1390949325 w 41"/>
              <a:gd name="T53" fmla="*/ 1225522741 h 41"/>
              <a:gd name="T54" fmla="*/ 1301210011 w 41"/>
              <a:gd name="T55" fmla="*/ 1270911225 h 41"/>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41" h="41">
                <a:moveTo>
                  <a:pt x="41" y="34"/>
                </a:moveTo>
                <a:cubicBezTo>
                  <a:pt x="41" y="38"/>
                  <a:pt x="38" y="41"/>
                  <a:pt x="33" y="41"/>
                </a:cubicBezTo>
                <a:cubicBezTo>
                  <a:pt x="8" y="41"/>
                  <a:pt x="8" y="41"/>
                  <a:pt x="8" y="41"/>
                </a:cubicBezTo>
                <a:cubicBezTo>
                  <a:pt x="3" y="41"/>
                  <a:pt x="0" y="38"/>
                  <a:pt x="0" y="34"/>
                </a:cubicBezTo>
                <a:cubicBezTo>
                  <a:pt x="0" y="8"/>
                  <a:pt x="0" y="8"/>
                  <a:pt x="0" y="8"/>
                </a:cubicBezTo>
                <a:cubicBezTo>
                  <a:pt x="0" y="4"/>
                  <a:pt x="3" y="0"/>
                  <a:pt x="8" y="0"/>
                </a:cubicBezTo>
                <a:cubicBezTo>
                  <a:pt x="33" y="0"/>
                  <a:pt x="33" y="0"/>
                  <a:pt x="33" y="0"/>
                </a:cubicBezTo>
                <a:cubicBezTo>
                  <a:pt x="38" y="0"/>
                  <a:pt x="41" y="4"/>
                  <a:pt x="41" y="8"/>
                </a:cubicBezTo>
                <a:lnTo>
                  <a:pt x="41" y="34"/>
                </a:lnTo>
                <a:close/>
                <a:moveTo>
                  <a:pt x="34" y="8"/>
                </a:moveTo>
                <a:cubicBezTo>
                  <a:pt x="34" y="7"/>
                  <a:pt x="34" y="7"/>
                  <a:pt x="33" y="7"/>
                </a:cubicBezTo>
                <a:cubicBezTo>
                  <a:pt x="8" y="7"/>
                  <a:pt x="8" y="7"/>
                  <a:pt x="8" y="7"/>
                </a:cubicBezTo>
                <a:cubicBezTo>
                  <a:pt x="7" y="7"/>
                  <a:pt x="7" y="7"/>
                  <a:pt x="7" y="8"/>
                </a:cubicBezTo>
                <a:cubicBezTo>
                  <a:pt x="7" y="34"/>
                  <a:pt x="7" y="34"/>
                  <a:pt x="7" y="34"/>
                </a:cubicBezTo>
                <a:cubicBezTo>
                  <a:pt x="7" y="34"/>
                  <a:pt x="7" y="34"/>
                  <a:pt x="8" y="34"/>
                </a:cubicBezTo>
                <a:cubicBezTo>
                  <a:pt x="33" y="34"/>
                  <a:pt x="33" y="34"/>
                  <a:pt x="33" y="34"/>
                </a:cubicBezTo>
                <a:cubicBezTo>
                  <a:pt x="34" y="34"/>
                  <a:pt x="34" y="34"/>
                  <a:pt x="34" y="34"/>
                </a:cubicBezTo>
                <a:lnTo>
                  <a:pt x="34" y="8"/>
                </a:lnTo>
                <a:close/>
                <a:moveTo>
                  <a:pt x="29" y="28"/>
                </a:moveTo>
                <a:cubicBezTo>
                  <a:pt x="12" y="28"/>
                  <a:pt x="12" y="28"/>
                  <a:pt x="12" y="28"/>
                </a:cubicBezTo>
                <a:cubicBezTo>
                  <a:pt x="11" y="28"/>
                  <a:pt x="11" y="27"/>
                  <a:pt x="10" y="27"/>
                </a:cubicBezTo>
                <a:cubicBezTo>
                  <a:pt x="10" y="26"/>
                  <a:pt x="10" y="25"/>
                  <a:pt x="11" y="25"/>
                </a:cubicBezTo>
                <a:cubicBezTo>
                  <a:pt x="19" y="13"/>
                  <a:pt x="19" y="13"/>
                  <a:pt x="19" y="13"/>
                </a:cubicBezTo>
                <a:cubicBezTo>
                  <a:pt x="19" y="12"/>
                  <a:pt x="20" y="12"/>
                  <a:pt x="21" y="12"/>
                </a:cubicBezTo>
                <a:cubicBezTo>
                  <a:pt x="21" y="12"/>
                  <a:pt x="22" y="12"/>
                  <a:pt x="22" y="13"/>
                </a:cubicBezTo>
                <a:cubicBezTo>
                  <a:pt x="31" y="25"/>
                  <a:pt x="31" y="25"/>
                  <a:pt x="31" y="25"/>
                </a:cubicBezTo>
                <a:cubicBezTo>
                  <a:pt x="31" y="25"/>
                  <a:pt x="31" y="26"/>
                  <a:pt x="31" y="27"/>
                </a:cubicBezTo>
                <a:cubicBezTo>
                  <a:pt x="30" y="27"/>
                  <a:pt x="30" y="28"/>
                  <a:pt x="29"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5" name="稻壳儿小白白(http://dwz.cn/Wu2UP)"/>
          <p:cNvSpPr>
            <a:spLocks noEditPoints="1"/>
          </p:cNvSpPr>
          <p:nvPr/>
        </p:nvSpPr>
        <p:spPr>
          <a:xfrm>
            <a:off x="10035064" y="3607118"/>
            <a:ext cx="267462" cy="298323"/>
          </a:xfrm>
          <a:custGeom>
            <a:avLst/>
            <a:gdLst>
              <a:gd name="T0" fmla="*/ 1657581689 w 37"/>
              <a:gd name="T1" fmla="*/ 408509826 h 41"/>
              <a:gd name="T2" fmla="*/ 1657581689 w 37"/>
              <a:gd name="T3" fmla="*/ 453898310 h 41"/>
              <a:gd name="T4" fmla="*/ 1523181365 w 37"/>
              <a:gd name="T5" fmla="*/ 453898310 h 41"/>
              <a:gd name="T6" fmla="*/ 1523181365 w 37"/>
              <a:gd name="T7" fmla="*/ 1588644084 h 41"/>
              <a:gd name="T8" fmla="*/ 1343983164 w 37"/>
              <a:gd name="T9" fmla="*/ 1860981723 h 41"/>
              <a:gd name="T10" fmla="*/ 313598526 w 37"/>
              <a:gd name="T11" fmla="*/ 1860981723 h 41"/>
              <a:gd name="T12" fmla="*/ 134400324 w 37"/>
              <a:gd name="T13" fmla="*/ 1588644084 h 41"/>
              <a:gd name="T14" fmla="*/ 134400324 w 37"/>
              <a:gd name="T15" fmla="*/ 453898310 h 41"/>
              <a:gd name="T16" fmla="*/ 44797877 w 37"/>
              <a:gd name="T17" fmla="*/ 453898310 h 41"/>
              <a:gd name="T18" fmla="*/ 0 w 37"/>
              <a:gd name="T19" fmla="*/ 408509826 h 41"/>
              <a:gd name="T20" fmla="*/ 0 w 37"/>
              <a:gd name="T21" fmla="*/ 317726122 h 41"/>
              <a:gd name="T22" fmla="*/ 44797877 w 37"/>
              <a:gd name="T23" fmla="*/ 317726122 h 41"/>
              <a:gd name="T24" fmla="*/ 403194280 w 37"/>
              <a:gd name="T25" fmla="*/ 317726122 h 41"/>
              <a:gd name="T26" fmla="*/ 492796727 w 37"/>
              <a:gd name="T27" fmla="*/ 90776967 h 41"/>
              <a:gd name="T28" fmla="*/ 627190358 w 37"/>
              <a:gd name="T29" fmla="*/ 0 h 41"/>
              <a:gd name="T30" fmla="*/ 1030391331 w 37"/>
              <a:gd name="T31" fmla="*/ 0 h 41"/>
              <a:gd name="T32" fmla="*/ 1164784962 w 37"/>
              <a:gd name="T33" fmla="*/ 90776967 h 41"/>
              <a:gd name="T34" fmla="*/ 1254387409 w 37"/>
              <a:gd name="T35" fmla="*/ 317726122 h 41"/>
              <a:gd name="T36" fmla="*/ 1657581689 w 37"/>
              <a:gd name="T37" fmla="*/ 317726122 h 41"/>
              <a:gd name="T38" fmla="*/ 1657581689 w 37"/>
              <a:gd name="T39" fmla="*/ 317726122 h 41"/>
              <a:gd name="T40" fmla="*/ 1657581689 w 37"/>
              <a:gd name="T41" fmla="*/ 408509826 h 41"/>
              <a:gd name="T42" fmla="*/ 1388787734 w 37"/>
              <a:gd name="T43" fmla="*/ 453898310 h 41"/>
              <a:gd name="T44" fmla="*/ 313598526 w 37"/>
              <a:gd name="T45" fmla="*/ 453898310 h 41"/>
              <a:gd name="T46" fmla="*/ 313598526 w 37"/>
              <a:gd name="T47" fmla="*/ 1588644084 h 41"/>
              <a:gd name="T48" fmla="*/ 313598526 w 37"/>
              <a:gd name="T49" fmla="*/ 1679421051 h 41"/>
              <a:gd name="T50" fmla="*/ 1343983164 w 37"/>
              <a:gd name="T51" fmla="*/ 1679421051 h 41"/>
              <a:gd name="T52" fmla="*/ 1388787734 w 37"/>
              <a:gd name="T53" fmla="*/ 1588644084 h 41"/>
              <a:gd name="T54" fmla="*/ 1388787734 w 37"/>
              <a:gd name="T55" fmla="*/ 453898310 h 41"/>
              <a:gd name="T56" fmla="*/ 582392481 w 37"/>
              <a:gd name="T57" fmla="*/ 1407083413 h 41"/>
              <a:gd name="T58" fmla="*/ 582392481 w 37"/>
              <a:gd name="T59" fmla="*/ 1452471896 h 41"/>
              <a:gd name="T60" fmla="*/ 492796727 w 37"/>
              <a:gd name="T61" fmla="*/ 1452471896 h 41"/>
              <a:gd name="T62" fmla="*/ 447992157 w 37"/>
              <a:gd name="T63" fmla="*/ 1407083413 h 41"/>
              <a:gd name="T64" fmla="*/ 447992157 w 37"/>
              <a:gd name="T65" fmla="*/ 726235948 h 41"/>
              <a:gd name="T66" fmla="*/ 492796727 w 37"/>
              <a:gd name="T67" fmla="*/ 680847465 h 41"/>
              <a:gd name="T68" fmla="*/ 582392481 w 37"/>
              <a:gd name="T69" fmla="*/ 680847465 h 41"/>
              <a:gd name="T70" fmla="*/ 582392481 w 37"/>
              <a:gd name="T71" fmla="*/ 726235948 h 41"/>
              <a:gd name="T72" fmla="*/ 582392481 w 37"/>
              <a:gd name="T73" fmla="*/ 1407083413 h 41"/>
              <a:gd name="T74" fmla="*/ 1119987085 w 37"/>
              <a:gd name="T75" fmla="*/ 317726122 h 41"/>
              <a:gd name="T76" fmla="*/ 1030391331 w 37"/>
              <a:gd name="T77" fmla="*/ 136172188 h 41"/>
              <a:gd name="T78" fmla="*/ 1030391331 w 37"/>
              <a:gd name="T79" fmla="*/ 136172188 h 41"/>
              <a:gd name="T80" fmla="*/ 627190358 w 37"/>
              <a:gd name="T81" fmla="*/ 136172188 h 41"/>
              <a:gd name="T82" fmla="*/ 627190358 w 37"/>
              <a:gd name="T83" fmla="*/ 136172188 h 41"/>
              <a:gd name="T84" fmla="*/ 582392481 w 37"/>
              <a:gd name="T85" fmla="*/ 317726122 h 41"/>
              <a:gd name="T86" fmla="*/ 1119987085 w 37"/>
              <a:gd name="T87" fmla="*/ 317726122 h 41"/>
              <a:gd name="T88" fmla="*/ 895991007 w 37"/>
              <a:gd name="T89" fmla="*/ 1407083413 h 41"/>
              <a:gd name="T90" fmla="*/ 851193130 w 37"/>
              <a:gd name="T91" fmla="*/ 1452471896 h 41"/>
              <a:gd name="T92" fmla="*/ 806388559 w 37"/>
              <a:gd name="T93" fmla="*/ 1452471896 h 41"/>
              <a:gd name="T94" fmla="*/ 761590682 w 37"/>
              <a:gd name="T95" fmla="*/ 1407083413 h 41"/>
              <a:gd name="T96" fmla="*/ 761590682 w 37"/>
              <a:gd name="T97" fmla="*/ 726235948 h 41"/>
              <a:gd name="T98" fmla="*/ 806388559 w 37"/>
              <a:gd name="T99" fmla="*/ 680847465 h 41"/>
              <a:gd name="T100" fmla="*/ 851193130 w 37"/>
              <a:gd name="T101" fmla="*/ 680847465 h 41"/>
              <a:gd name="T102" fmla="*/ 895991007 w 37"/>
              <a:gd name="T103" fmla="*/ 726235948 h 41"/>
              <a:gd name="T104" fmla="*/ 895991007 w 37"/>
              <a:gd name="T105" fmla="*/ 1407083413 h 41"/>
              <a:gd name="T106" fmla="*/ 1209589532 w 37"/>
              <a:gd name="T107" fmla="*/ 1407083413 h 41"/>
              <a:gd name="T108" fmla="*/ 1164784962 w 37"/>
              <a:gd name="T109" fmla="*/ 1452471896 h 41"/>
              <a:gd name="T110" fmla="*/ 1119987085 w 37"/>
              <a:gd name="T111" fmla="*/ 1452471896 h 41"/>
              <a:gd name="T112" fmla="*/ 1075189208 w 37"/>
              <a:gd name="T113" fmla="*/ 1407083413 h 41"/>
              <a:gd name="T114" fmla="*/ 1075189208 w 37"/>
              <a:gd name="T115" fmla="*/ 726235948 h 41"/>
              <a:gd name="T116" fmla="*/ 1119987085 w 37"/>
              <a:gd name="T117" fmla="*/ 680847465 h 41"/>
              <a:gd name="T118" fmla="*/ 1164784962 w 37"/>
              <a:gd name="T119" fmla="*/ 680847465 h 41"/>
              <a:gd name="T120" fmla="*/ 1209589532 w 37"/>
              <a:gd name="T121" fmla="*/ 726235948 h 41"/>
              <a:gd name="T122" fmla="*/ 1209589532 w 37"/>
              <a:gd name="T123" fmla="*/ 1407083413 h 41"/>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37" h="41">
                <a:moveTo>
                  <a:pt x="37" y="9"/>
                </a:moveTo>
                <a:cubicBezTo>
                  <a:pt x="37" y="10"/>
                  <a:pt x="37" y="10"/>
                  <a:pt x="37" y="10"/>
                </a:cubicBezTo>
                <a:cubicBezTo>
                  <a:pt x="34" y="10"/>
                  <a:pt x="34" y="10"/>
                  <a:pt x="34" y="10"/>
                </a:cubicBezTo>
                <a:cubicBezTo>
                  <a:pt x="34" y="35"/>
                  <a:pt x="34" y="35"/>
                  <a:pt x="34" y="35"/>
                </a:cubicBezTo>
                <a:cubicBezTo>
                  <a:pt x="34" y="38"/>
                  <a:pt x="32" y="41"/>
                  <a:pt x="30" y="41"/>
                </a:cubicBezTo>
                <a:cubicBezTo>
                  <a:pt x="7" y="41"/>
                  <a:pt x="7" y="41"/>
                  <a:pt x="7" y="41"/>
                </a:cubicBezTo>
                <a:cubicBezTo>
                  <a:pt x="5" y="41"/>
                  <a:pt x="3" y="38"/>
                  <a:pt x="3" y="35"/>
                </a:cubicBezTo>
                <a:cubicBezTo>
                  <a:pt x="3" y="10"/>
                  <a:pt x="3" y="10"/>
                  <a:pt x="3" y="10"/>
                </a:cubicBezTo>
                <a:cubicBezTo>
                  <a:pt x="1" y="10"/>
                  <a:pt x="1" y="10"/>
                  <a:pt x="1" y="10"/>
                </a:cubicBezTo>
                <a:cubicBezTo>
                  <a:pt x="0" y="10"/>
                  <a:pt x="0" y="10"/>
                  <a:pt x="0" y="9"/>
                </a:cubicBezTo>
                <a:cubicBezTo>
                  <a:pt x="0" y="7"/>
                  <a:pt x="0" y="7"/>
                  <a:pt x="0" y="7"/>
                </a:cubicBezTo>
                <a:cubicBezTo>
                  <a:pt x="0" y="7"/>
                  <a:pt x="0" y="7"/>
                  <a:pt x="1" y="7"/>
                </a:cubicBezTo>
                <a:cubicBezTo>
                  <a:pt x="9" y="7"/>
                  <a:pt x="9" y="7"/>
                  <a:pt x="9" y="7"/>
                </a:cubicBezTo>
                <a:cubicBezTo>
                  <a:pt x="11" y="2"/>
                  <a:pt x="11" y="2"/>
                  <a:pt x="11" y="2"/>
                </a:cubicBezTo>
                <a:cubicBezTo>
                  <a:pt x="11" y="1"/>
                  <a:pt x="13" y="0"/>
                  <a:pt x="14" y="0"/>
                </a:cubicBezTo>
                <a:cubicBezTo>
                  <a:pt x="23" y="0"/>
                  <a:pt x="23" y="0"/>
                  <a:pt x="23" y="0"/>
                </a:cubicBezTo>
                <a:cubicBezTo>
                  <a:pt x="24" y="0"/>
                  <a:pt x="26" y="1"/>
                  <a:pt x="26" y="2"/>
                </a:cubicBezTo>
                <a:cubicBezTo>
                  <a:pt x="28" y="7"/>
                  <a:pt x="28" y="7"/>
                  <a:pt x="28" y="7"/>
                </a:cubicBezTo>
                <a:cubicBezTo>
                  <a:pt x="37" y="7"/>
                  <a:pt x="37" y="7"/>
                  <a:pt x="37" y="7"/>
                </a:cubicBezTo>
                <a:cubicBezTo>
                  <a:pt x="37" y="7"/>
                  <a:pt x="37" y="7"/>
                  <a:pt x="37" y="7"/>
                </a:cubicBezTo>
                <a:lnTo>
                  <a:pt x="37" y="9"/>
                </a:lnTo>
                <a:close/>
                <a:moveTo>
                  <a:pt x="31" y="10"/>
                </a:moveTo>
                <a:cubicBezTo>
                  <a:pt x="7" y="10"/>
                  <a:pt x="7" y="10"/>
                  <a:pt x="7" y="10"/>
                </a:cubicBezTo>
                <a:cubicBezTo>
                  <a:pt x="7" y="35"/>
                  <a:pt x="7" y="35"/>
                  <a:pt x="7" y="35"/>
                </a:cubicBezTo>
                <a:cubicBezTo>
                  <a:pt x="7" y="37"/>
                  <a:pt x="7" y="37"/>
                  <a:pt x="7" y="37"/>
                </a:cubicBezTo>
                <a:cubicBezTo>
                  <a:pt x="30" y="37"/>
                  <a:pt x="30" y="37"/>
                  <a:pt x="30" y="37"/>
                </a:cubicBezTo>
                <a:cubicBezTo>
                  <a:pt x="30" y="37"/>
                  <a:pt x="31" y="37"/>
                  <a:pt x="31" y="35"/>
                </a:cubicBezTo>
                <a:lnTo>
                  <a:pt x="31" y="10"/>
                </a:lnTo>
                <a:close/>
                <a:moveTo>
                  <a:pt x="13" y="31"/>
                </a:moveTo>
                <a:cubicBezTo>
                  <a:pt x="13" y="32"/>
                  <a:pt x="13" y="32"/>
                  <a:pt x="13" y="32"/>
                </a:cubicBezTo>
                <a:cubicBezTo>
                  <a:pt x="11" y="32"/>
                  <a:pt x="11" y="32"/>
                  <a:pt x="11" y="32"/>
                </a:cubicBezTo>
                <a:cubicBezTo>
                  <a:pt x="10" y="32"/>
                  <a:pt x="10" y="32"/>
                  <a:pt x="10" y="31"/>
                </a:cubicBezTo>
                <a:cubicBezTo>
                  <a:pt x="10" y="16"/>
                  <a:pt x="10" y="16"/>
                  <a:pt x="10" y="16"/>
                </a:cubicBezTo>
                <a:cubicBezTo>
                  <a:pt x="10" y="15"/>
                  <a:pt x="10" y="15"/>
                  <a:pt x="11" y="15"/>
                </a:cubicBezTo>
                <a:cubicBezTo>
                  <a:pt x="13" y="15"/>
                  <a:pt x="13" y="15"/>
                  <a:pt x="13" y="15"/>
                </a:cubicBezTo>
                <a:cubicBezTo>
                  <a:pt x="13" y="15"/>
                  <a:pt x="13" y="15"/>
                  <a:pt x="13" y="16"/>
                </a:cubicBezTo>
                <a:lnTo>
                  <a:pt x="13" y="31"/>
                </a:lnTo>
                <a:close/>
                <a:moveTo>
                  <a:pt x="25" y="7"/>
                </a:moveTo>
                <a:cubicBezTo>
                  <a:pt x="23" y="3"/>
                  <a:pt x="23" y="3"/>
                  <a:pt x="23" y="3"/>
                </a:cubicBezTo>
                <a:cubicBezTo>
                  <a:pt x="23" y="3"/>
                  <a:pt x="23" y="3"/>
                  <a:pt x="23" y="3"/>
                </a:cubicBezTo>
                <a:cubicBezTo>
                  <a:pt x="14" y="3"/>
                  <a:pt x="14" y="3"/>
                  <a:pt x="14" y="3"/>
                </a:cubicBezTo>
                <a:cubicBezTo>
                  <a:pt x="14" y="3"/>
                  <a:pt x="14" y="3"/>
                  <a:pt x="14" y="3"/>
                </a:cubicBezTo>
                <a:cubicBezTo>
                  <a:pt x="13" y="7"/>
                  <a:pt x="13" y="7"/>
                  <a:pt x="13" y="7"/>
                </a:cubicBezTo>
                <a:lnTo>
                  <a:pt x="25" y="7"/>
                </a:lnTo>
                <a:close/>
                <a:moveTo>
                  <a:pt x="20" y="31"/>
                </a:moveTo>
                <a:cubicBezTo>
                  <a:pt x="20" y="32"/>
                  <a:pt x="20" y="32"/>
                  <a:pt x="19" y="32"/>
                </a:cubicBezTo>
                <a:cubicBezTo>
                  <a:pt x="18" y="32"/>
                  <a:pt x="18" y="32"/>
                  <a:pt x="18" y="32"/>
                </a:cubicBezTo>
                <a:cubicBezTo>
                  <a:pt x="17" y="32"/>
                  <a:pt x="17" y="32"/>
                  <a:pt x="17" y="31"/>
                </a:cubicBezTo>
                <a:cubicBezTo>
                  <a:pt x="17" y="16"/>
                  <a:pt x="17" y="16"/>
                  <a:pt x="17" y="16"/>
                </a:cubicBezTo>
                <a:cubicBezTo>
                  <a:pt x="17" y="15"/>
                  <a:pt x="17" y="15"/>
                  <a:pt x="18" y="15"/>
                </a:cubicBezTo>
                <a:cubicBezTo>
                  <a:pt x="19" y="15"/>
                  <a:pt x="19" y="15"/>
                  <a:pt x="19" y="15"/>
                </a:cubicBezTo>
                <a:cubicBezTo>
                  <a:pt x="20" y="15"/>
                  <a:pt x="20" y="15"/>
                  <a:pt x="20" y="16"/>
                </a:cubicBezTo>
                <a:lnTo>
                  <a:pt x="20" y="31"/>
                </a:lnTo>
                <a:close/>
                <a:moveTo>
                  <a:pt x="27" y="31"/>
                </a:moveTo>
                <a:cubicBezTo>
                  <a:pt x="27" y="32"/>
                  <a:pt x="27" y="32"/>
                  <a:pt x="26" y="32"/>
                </a:cubicBezTo>
                <a:cubicBezTo>
                  <a:pt x="25" y="32"/>
                  <a:pt x="25" y="32"/>
                  <a:pt x="25" y="32"/>
                </a:cubicBezTo>
                <a:cubicBezTo>
                  <a:pt x="24" y="32"/>
                  <a:pt x="24" y="32"/>
                  <a:pt x="24" y="31"/>
                </a:cubicBezTo>
                <a:cubicBezTo>
                  <a:pt x="24" y="16"/>
                  <a:pt x="24" y="16"/>
                  <a:pt x="24" y="16"/>
                </a:cubicBezTo>
                <a:cubicBezTo>
                  <a:pt x="24" y="15"/>
                  <a:pt x="24" y="15"/>
                  <a:pt x="25" y="15"/>
                </a:cubicBezTo>
                <a:cubicBezTo>
                  <a:pt x="26" y="15"/>
                  <a:pt x="26" y="15"/>
                  <a:pt x="26" y="15"/>
                </a:cubicBezTo>
                <a:cubicBezTo>
                  <a:pt x="27" y="15"/>
                  <a:pt x="27" y="15"/>
                  <a:pt x="27" y="16"/>
                </a:cubicBezTo>
                <a:lnTo>
                  <a:pt x="27" y="3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6" name="稻壳儿小白白(http://dwz.cn/Wu2UP)"/>
          <p:cNvSpPr/>
          <p:nvPr/>
        </p:nvSpPr>
        <p:spPr>
          <a:xfrm>
            <a:off x="10026491" y="4114610"/>
            <a:ext cx="281178" cy="349758"/>
          </a:xfrm>
          <a:custGeom>
            <a:avLst/>
            <a:gdLst>
              <a:gd name="T0" fmla="*/ 1693436562 w 39"/>
              <a:gd name="T1" fmla="*/ 1866334056 h 48"/>
              <a:gd name="T2" fmla="*/ 1114104406 w 39"/>
              <a:gd name="T3" fmla="*/ 1866334056 h 48"/>
              <a:gd name="T4" fmla="*/ 1114104406 w 39"/>
              <a:gd name="T5" fmla="*/ 2093933138 h 48"/>
              <a:gd name="T6" fmla="*/ 1069537827 w 39"/>
              <a:gd name="T7" fmla="*/ 2147483646 h 48"/>
              <a:gd name="T8" fmla="*/ 668465314 w 39"/>
              <a:gd name="T9" fmla="*/ 2147483646 h 48"/>
              <a:gd name="T10" fmla="*/ 623898735 w 39"/>
              <a:gd name="T11" fmla="*/ 2093933138 h 48"/>
              <a:gd name="T12" fmla="*/ 623898735 w 39"/>
              <a:gd name="T13" fmla="*/ 1866334056 h 48"/>
              <a:gd name="T14" fmla="*/ 89126483 w 39"/>
              <a:gd name="T15" fmla="*/ 1866334056 h 48"/>
              <a:gd name="T16" fmla="*/ 0 w 39"/>
              <a:gd name="T17" fmla="*/ 1775291725 h 48"/>
              <a:gd name="T18" fmla="*/ 0 w 39"/>
              <a:gd name="T19" fmla="*/ 1729770559 h 48"/>
              <a:gd name="T20" fmla="*/ 490205672 w 39"/>
              <a:gd name="T21" fmla="*/ 1229051231 h 48"/>
              <a:gd name="T22" fmla="*/ 222819546 w 39"/>
              <a:gd name="T23" fmla="*/ 1229051231 h 48"/>
              <a:gd name="T24" fmla="*/ 133693063 w 39"/>
              <a:gd name="T25" fmla="*/ 1183530066 h 48"/>
              <a:gd name="T26" fmla="*/ 178259642 w 39"/>
              <a:gd name="T27" fmla="*/ 1092487734 h 48"/>
              <a:gd name="T28" fmla="*/ 668465314 w 39"/>
              <a:gd name="T29" fmla="*/ 637282825 h 48"/>
              <a:gd name="T30" fmla="*/ 401079188 w 39"/>
              <a:gd name="T31" fmla="*/ 637282825 h 48"/>
              <a:gd name="T32" fmla="*/ 356512609 w 39"/>
              <a:gd name="T33" fmla="*/ 546247241 h 48"/>
              <a:gd name="T34" fmla="*/ 356512609 w 39"/>
              <a:gd name="T35" fmla="*/ 500726075 h 48"/>
              <a:gd name="T36" fmla="*/ 802158377 w 39"/>
              <a:gd name="T37" fmla="*/ 0 h 48"/>
              <a:gd name="T38" fmla="*/ 891284860 w 39"/>
              <a:gd name="T39" fmla="*/ 0 h 48"/>
              <a:gd name="T40" fmla="*/ 935844764 w 39"/>
              <a:gd name="T41" fmla="*/ 0 h 48"/>
              <a:gd name="T42" fmla="*/ 1381490532 w 39"/>
              <a:gd name="T43" fmla="*/ 500726075 h 48"/>
              <a:gd name="T44" fmla="*/ 1426057112 w 39"/>
              <a:gd name="T45" fmla="*/ 546247241 h 48"/>
              <a:gd name="T46" fmla="*/ 1336923953 w 39"/>
              <a:gd name="T47" fmla="*/ 637282825 h 48"/>
              <a:gd name="T48" fmla="*/ 1114104406 w 39"/>
              <a:gd name="T49" fmla="*/ 637282825 h 48"/>
              <a:gd name="T50" fmla="*/ 1559743499 w 39"/>
              <a:gd name="T51" fmla="*/ 1092487734 h 48"/>
              <a:gd name="T52" fmla="*/ 1604310078 w 39"/>
              <a:gd name="T53" fmla="*/ 1183530066 h 48"/>
              <a:gd name="T54" fmla="*/ 1515183595 w 39"/>
              <a:gd name="T55" fmla="*/ 1229051231 h 48"/>
              <a:gd name="T56" fmla="*/ 1247797469 w 39"/>
              <a:gd name="T57" fmla="*/ 1229051231 h 48"/>
              <a:gd name="T58" fmla="*/ 1738003141 w 39"/>
              <a:gd name="T59" fmla="*/ 1729770559 h 48"/>
              <a:gd name="T60" fmla="*/ 1738003141 w 39"/>
              <a:gd name="T61" fmla="*/ 1775291725 h 48"/>
              <a:gd name="T62" fmla="*/ 1693436562 w 39"/>
              <a:gd name="T63" fmla="*/ 1866334056 h 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9" h="48">
                <a:moveTo>
                  <a:pt x="38" y="41"/>
                </a:moveTo>
                <a:cubicBezTo>
                  <a:pt x="25" y="41"/>
                  <a:pt x="25" y="41"/>
                  <a:pt x="25" y="41"/>
                </a:cubicBezTo>
                <a:cubicBezTo>
                  <a:pt x="25" y="43"/>
                  <a:pt x="25" y="45"/>
                  <a:pt x="25" y="46"/>
                </a:cubicBezTo>
                <a:cubicBezTo>
                  <a:pt x="25" y="47"/>
                  <a:pt x="25" y="48"/>
                  <a:pt x="24" y="48"/>
                </a:cubicBezTo>
                <a:cubicBezTo>
                  <a:pt x="15" y="48"/>
                  <a:pt x="15" y="48"/>
                  <a:pt x="15" y="48"/>
                </a:cubicBezTo>
                <a:cubicBezTo>
                  <a:pt x="14" y="48"/>
                  <a:pt x="14" y="47"/>
                  <a:pt x="14" y="46"/>
                </a:cubicBezTo>
                <a:cubicBezTo>
                  <a:pt x="14" y="45"/>
                  <a:pt x="14" y="43"/>
                  <a:pt x="14" y="41"/>
                </a:cubicBezTo>
                <a:cubicBezTo>
                  <a:pt x="2" y="41"/>
                  <a:pt x="2" y="41"/>
                  <a:pt x="2" y="41"/>
                </a:cubicBezTo>
                <a:cubicBezTo>
                  <a:pt x="1" y="41"/>
                  <a:pt x="0" y="40"/>
                  <a:pt x="0" y="39"/>
                </a:cubicBezTo>
                <a:cubicBezTo>
                  <a:pt x="0" y="39"/>
                  <a:pt x="0" y="38"/>
                  <a:pt x="0" y="38"/>
                </a:cubicBezTo>
                <a:cubicBezTo>
                  <a:pt x="11" y="27"/>
                  <a:pt x="11" y="27"/>
                  <a:pt x="11" y="27"/>
                </a:cubicBezTo>
                <a:cubicBezTo>
                  <a:pt x="5" y="27"/>
                  <a:pt x="5" y="27"/>
                  <a:pt x="5" y="27"/>
                </a:cubicBezTo>
                <a:cubicBezTo>
                  <a:pt x="4" y="27"/>
                  <a:pt x="3" y="27"/>
                  <a:pt x="3" y="26"/>
                </a:cubicBezTo>
                <a:cubicBezTo>
                  <a:pt x="3" y="25"/>
                  <a:pt x="3" y="25"/>
                  <a:pt x="4" y="24"/>
                </a:cubicBezTo>
                <a:cubicBezTo>
                  <a:pt x="15" y="14"/>
                  <a:pt x="15" y="14"/>
                  <a:pt x="15" y="14"/>
                </a:cubicBezTo>
                <a:cubicBezTo>
                  <a:pt x="9" y="14"/>
                  <a:pt x="9" y="14"/>
                  <a:pt x="9" y="14"/>
                </a:cubicBezTo>
                <a:cubicBezTo>
                  <a:pt x="8" y="14"/>
                  <a:pt x="8" y="13"/>
                  <a:pt x="8" y="12"/>
                </a:cubicBezTo>
                <a:cubicBezTo>
                  <a:pt x="8" y="11"/>
                  <a:pt x="8" y="11"/>
                  <a:pt x="8" y="11"/>
                </a:cubicBezTo>
                <a:cubicBezTo>
                  <a:pt x="18" y="0"/>
                  <a:pt x="18" y="0"/>
                  <a:pt x="18" y="0"/>
                </a:cubicBezTo>
                <a:cubicBezTo>
                  <a:pt x="19" y="0"/>
                  <a:pt x="19" y="0"/>
                  <a:pt x="20" y="0"/>
                </a:cubicBezTo>
                <a:cubicBezTo>
                  <a:pt x="20" y="0"/>
                  <a:pt x="20" y="0"/>
                  <a:pt x="21" y="0"/>
                </a:cubicBezTo>
                <a:cubicBezTo>
                  <a:pt x="31" y="11"/>
                  <a:pt x="31" y="11"/>
                  <a:pt x="31" y="11"/>
                </a:cubicBezTo>
                <a:cubicBezTo>
                  <a:pt x="31" y="11"/>
                  <a:pt x="32" y="11"/>
                  <a:pt x="32" y="12"/>
                </a:cubicBezTo>
                <a:cubicBezTo>
                  <a:pt x="32" y="13"/>
                  <a:pt x="31" y="14"/>
                  <a:pt x="30" y="14"/>
                </a:cubicBezTo>
                <a:cubicBezTo>
                  <a:pt x="25" y="14"/>
                  <a:pt x="25" y="14"/>
                  <a:pt x="25" y="14"/>
                </a:cubicBezTo>
                <a:cubicBezTo>
                  <a:pt x="35" y="24"/>
                  <a:pt x="35" y="24"/>
                  <a:pt x="35" y="24"/>
                </a:cubicBezTo>
                <a:cubicBezTo>
                  <a:pt x="36" y="25"/>
                  <a:pt x="36" y="25"/>
                  <a:pt x="36" y="26"/>
                </a:cubicBezTo>
                <a:cubicBezTo>
                  <a:pt x="36" y="27"/>
                  <a:pt x="35" y="27"/>
                  <a:pt x="34" y="27"/>
                </a:cubicBezTo>
                <a:cubicBezTo>
                  <a:pt x="28" y="27"/>
                  <a:pt x="28" y="27"/>
                  <a:pt x="28" y="27"/>
                </a:cubicBezTo>
                <a:cubicBezTo>
                  <a:pt x="39" y="38"/>
                  <a:pt x="39" y="38"/>
                  <a:pt x="39" y="38"/>
                </a:cubicBezTo>
                <a:cubicBezTo>
                  <a:pt x="39" y="38"/>
                  <a:pt x="39" y="39"/>
                  <a:pt x="39" y="39"/>
                </a:cubicBezTo>
                <a:cubicBezTo>
                  <a:pt x="39" y="40"/>
                  <a:pt x="38" y="41"/>
                  <a:pt x="38"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7" name="稻壳儿小白白(http://dwz.cn/Wu2UP)"/>
          <p:cNvSpPr>
            <a:spLocks noEditPoints="1"/>
          </p:cNvSpPr>
          <p:nvPr/>
        </p:nvSpPr>
        <p:spPr>
          <a:xfrm>
            <a:off x="10021348" y="4675251"/>
            <a:ext cx="296608" cy="296609"/>
          </a:xfrm>
          <a:custGeom>
            <a:avLst/>
            <a:gdLst>
              <a:gd name="T0" fmla="*/ 1839645897 w 41"/>
              <a:gd name="T1" fmla="*/ 1749919653 h 41"/>
              <a:gd name="T2" fmla="*/ 1749906582 w 41"/>
              <a:gd name="T3" fmla="*/ 1839659294 h 41"/>
              <a:gd name="T4" fmla="*/ 89739314 w 41"/>
              <a:gd name="T5" fmla="*/ 1839659294 h 41"/>
              <a:gd name="T6" fmla="*/ 0 w 41"/>
              <a:gd name="T7" fmla="*/ 1749919653 h 41"/>
              <a:gd name="T8" fmla="*/ 0 w 41"/>
              <a:gd name="T9" fmla="*/ 89739641 h 41"/>
              <a:gd name="T10" fmla="*/ 89739314 w 41"/>
              <a:gd name="T11" fmla="*/ 0 h 41"/>
              <a:gd name="T12" fmla="*/ 1749906582 w 41"/>
              <a:gd name="T13" fmla="*/ 0 h 41"/>
              <a:gd name="T14" fmla="*/ 1839645897 w 41"/>
              <a:gd name="T15" fmla="*/ 89739641 h 41"/>
              <a:gd name="T16" fmla="*/ 1839645897 w 41"/>
              <a:gd name="T17" fmla="*/ 1749919653 h 41"/>
              <a:gd name="T18" fmla="*/ 852520137 w 41"/>
              <a:gd name="T19" fmla="*/ 224345754 h 41"/>
              <a:gd name="T20" fmla="*/ 807647131 w 41"/>
              <a:gd name="T21" fmla="*/ 179479282 h 41"/>
              <a:gd name="T22" fmla="*/ 224344937 w 41"/>
              <a:gd name="T23" fmla="*/ 179479282 h 41"/>
              <a:gd name="T24" fmla="*/ 179478629 w 41"/>
              <a:gd name="T25" fmla="*/ 224345754 h 41"/>
              <a:gd name="T26" fmla="*/ 179478629 w 41"/>
              <a:gd name="T27" fmla="*/ 1435834258 h 41"/>
              <a:gd name="T28" fmla="*/ 224344937 w 41"/>
              <a:gd name="T29" fmla="*/ 1480700729 h 41"/>
              <a:gd name="T30" fmla="*/ 807647131 w 41"/>
              <a:gd name="T31" fmla="*/ 1480700729 h 41"/>
              <a:gd name="T32" fmla="*/ 852520137 w 41"/>
              <a:gd name="T33" fmla="*/ 1435834258 h 41"/>
              <a:gd name="T34" fmla="*/ 852520137 w 41"/>
              <a:gd name="T35" fmla="*/ 224345754 h 41"/>
              <a:gd name="T36" fmla="*/ 1660167268 w 41"/>
              <a:gd name="T37" fmla="*/ 224345754 h 41"/>
              <a:gd name="T38" fmla="*/ 1615300960 w 41"/>
              <a:gd name="T39" fmla="*/ 179479282 h 41"/>
              <a:gd name="T40" fmla="*/ 1031998766 w 41"/>
              <a:gd name="T41" fmla="*/ 179479282 h 41"/>
              <a:gd name="T42" fmla="*/ 987125760 w 41"/>
              <a:gd name="T43" fmla="*/ 224345754 h 41"/>
              <a:gd name="T44" fmla="*/ 987125760 w 41"/>
              <a:gd name="T45" fmla="*/ 987136052 h 41"/>
              <a:gd name="T46" fmla="*/ 1031998766 w 41"/>
              <a:gd name="T47" fmla="*/ 1032002524 h 41"/>
              <a:gd name="T48" fmla="*/ 1615300960 w 41"/>
              <a:gd name="T49" fmla="*/ 1032002524 h 41"/>
              <a:gd name="T50" fmla="*/ 1660167268 w 41"/>
              <a:gd name="T51" fmla="*/ 987136052 h 41"/>
              <a:gd name="T52" fmla="*/ 1660167268 w 41"/>
              <a:gd name="T53" fmla="*/ 224345754 h 4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1" h="41">
                <a:moveTo>
                  <a:pt x="41" y="39"/>
                </a:moveTo>
                <a:cubicBezTo>
                  <a:pt x="41" y="40"/>
                  <a:pt x="40" y="41"/>
                  <a:pt x="39" y="41"/>
                </a:cubicBezTo>
                <a:cubicBezTo>
                  <a:pt x="2" y="41"/>
                  <a:pt x="2" y="41"/>
                  <a:pt x="2" y="41"/>
                </a:cubicBezTo>
                <a:cubicBezTo>
                  <a:pt x="1" y="41"/>
                  <a:pt x="0" y="40"/>
                  <a:pt x="0" y="39"/>
                </a:cubicBezTo>
                <a:cubicBezTo>
                  <a:pt x="0" y="2"/>
                  <a:pt x="0" y="2"/>
                  <a:pt x="0" y="2"/>
                </a:cubicBezTo>
                <a:cubicBezTo>
                  <a:pt x="0" y="1"/>
                  <a:pt x="1" y="0"/>
                  <a:pt x="2" y="0"/>
                </a:cubicBezTo>
                <a:cubicBezTo>
                  <a:pt x="39" y="0"/>
                  <a:pt x="39" y="0"/>
                  <a:pt x="39" y="0"/>
                </a:cubicBezTo>
                <a:cubicBezTo>
                  <a:pt x="40" y="0"/>
                  <a:pt x="41" y="1"/>
                  <a:pt x="41" y="2"/>
                </a:cubicBezTo>
                <a:lnTo>
                  <a:pt x="41" y="39"/>
                </a:lnTo>
                <a:close/>
                <a:moveTo>
                  <a:pt x="19" y="5"/>
                </a:moveTo>
                <a:cubicBezTo>
                  <a:pt x="19" y="5"/>
                  <a:pt x="18" y="4"/>
                  <a:pt x="18" y="4"/>
                </a:cubicBezTo>
                <a:cubicBezTo>
                  <a:pt x="5" y="4"/>
                  <a:pt x="5" y="4"/>
                  <a:pt x="5" y="4"/>
                </a:cubicBezTo>
                <a:cubicBezTo>
                  <a:pt x="5" y="4"/>
                  <a:pt x="4" y="5"/>
                  <a:pt x="4" y="5"/>
                </a:cubicBezTo>
                <a:cubicBezTo>
                  <a:pt x="4" y="32"/>
                  <a:pt x="4" y="32"/>
                  <a:pt x="4" y="32"/>
                </a:cubicBezTo>
                <a:cubicBezTo>
                  <a:pt x="4" y="33"/>
                  <a:pt x="5" y="33"/>
                  <a:pt x="5" y="33"/>
                </a:cubicBezTo>
                <a:cubicBezTo>
                  <a:pt x="18" y="33"/>
                  <a:pt x="18" y="33"/>
                  <a:pt x="18" y="33"/>
                </a:cubicBezTo>
                <a:cubicBezTo>
                  <a:pt x="18" y="33"/>
                  <a:pt x="19" y="33"/>
                  <a:pt x="19" y="32"/>
                </a:cubicBezTo>
                <a:lnTo>
                  <a:pt x="19" y="5"/>
                </a:lnTo>
                <a:close/>
                <a:moveTo>
                  <a:pt x="37" y="5"/>
                </a:moveTo>
                <a:cubicBezTo>
                  <a:pt x="37" y="5"/>
                  <a:pt x="36" y="4"/>
                  <a:pt x="36" y="4"/>
                </a:cubicBezTo>
                <a:cubicBezTo>
                  <a:pt x="23" y="4"/>
                  <a:pt x="23" y="4"/>
                  <a:pt x="23" y="4"/>
                </a:cubicBezTo>
                <a:cubicBezTo>
                  <a:pt x="23" y="4"/>
                  <a:pt x="22" y="5"/>
                  <a:pt x="22" y="5"/>
                </a:cubicBezTo>
                <a:cubicBezTo>
                  <a:pt x="22" y="22"/>
                  <a:pt x="22" y="22"/>
                  <a:pt x="22" y="22"/>
                </a:cubicBezTo>
                <a:cubicBezTo>
                  <a:pt x="22" y="23"/>
                  <a:pt x="23" y="23"/>
                  <a:pt x="23" y="23"/>
                </a:cubicBezTo>
                <a:cubicBezTo>
                  <a:pt x="36" y="23"/>
                  <a:pt x="36" y="23"/>
                  <a:pt x="36" y="23"/>
                </a:cubicBezTo>
                <a:cubicBezTo>
                  <a:pt x="36" y="23"/>
                  <a:pt x="37" y="23"/>
                  <a:pt x="37" y="22"/>
                </a:cubicBezTo>
                <a:lnTo>
                  <a:pt x="37" y="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8" name="稻壳儿小白白(http://dwz.cn/Wu2UP)"/>
          <p:cNvSpPr>
            <a:spLocks noEditPoints="1"/>
          </p:cNvSpPr>
          <p:nvPr/>
        </p:nvSpPr>
        <p:spPr>
          <a:xfrm>
            <a:off x="10005917" y="5203317"/>
            <a:ext cx="327470" cy="303467"/>
          </a:xfrm>
          <a:custGeom>
            <a:avLst/>
            <a:gdLst>
              <a:gd name="T0" fmla="*/ 2043069408 w 45"/>
              <a:gd name="T1" fmla="*/ 581859246 h 42"/>
              <a:gd name="T2" fmla="*/ 1362046272 w 45"/>
              <a:gd name="T3" fmla="*/ 1074210434 h 42"/>
              <a:gd name="T4" fmla="*/ 1271244086 w 45"/>
              <a:gd name="T5" fmla="*/ 1208482557 h 42"/>
              <a:gd name="T6" fmla="*/ 1180441899 w 45"/>
              <a:gd name="T7" fmla="*/ 1387518744 h 42"/>
              <a:gd name="T8" fmla="*/ 1316645179 w 45"/>
              <a:gd name="T9" fmla="*/ 1566554931 h 42"/>
              <a:gd name="T10" fmla="*/ 1589051738 w 45"/>
              <a:gd name="T11" fmla="*/ 1745584428 h 42"/>
              <a:gd name="T12" fmla="*/ 1589051738 w 45"/>
              <a:gd name="T13" fmla="*/ 1835105867 h 42"/>
              <a:gd name="T14" fmla="*/ 1543650645 w 45"/>
              <a:gd name="T15" fmla="*/ 1879863242 h 42"/>
              <a:gd name="T16" fmla="*/ 499418763 w 45"/>
              <a:gd name="T17" fmla="*/ 1879863242 h 42"/>
              <a:gd name="T18" fmla="*/ 499418763 w 45"/>
              <a:gd name="T19" fmla="*/ 1835105867 h 42"/>
              <a:gd name="T20" fmla="*/ 499418763 w 45"/>
              <a:gd name="T21" fmla="*/ 1745584428 h 42"/>
              <a:gd name="T22" fmla="*/ 726424229 w 45"/>
              <a:gd name="T23" fmla="*/ 1566554931 h 42"/>
              <a:gd name="T24" fmla="*/ 862627509 w 45"/>
              <a:gd name="T25" fmla="*/ 1387518744 h 42"/>
              <a:gd name="T26" fmla="*/ 771825322 w 45"/>
              <a:gd name="T27" fmla="*/ 1208482557 h 42"/>
              <a:gd name="T28" fmla="*/ 681023136 w 45"/>
              <a:gd name="T29" fmla="*/ 1074210434 h 42"/>
              <a:gd name="T30" fmla="*/ 0 w 45"/>
              <a:gd name="T31" fmla="*/ 581859246 h 42"/>
              <a:gd name="T32" fmla="*/ 0 w 45"/>
              <a:gd name="T33" fmla="*/ 447587123 h 42"/>
              <a:gd name="T34" fmla="*/ 136203280 w 45"/>
              <a:gd name="T35" fmla="*/ 313308310 h 42"/>
              <a:gd name="T36" fmla="*/ 499418763 w 45"/>
              <a:gd name="T37" fmla="*/ 313308310 h 42"/>
              <a:gd name="T38" fmla="*/ 499418763 w 45"/>
              <a:gd name="T39" fmla="*/ 223793562 h 42"/>
              <a:gd name="T40" fmla="*/ 681023136 w 45"/>
              <a:gd name="T41" fmla="*/ 0 h 42"/>
              <a:gd name="T42" fmla="*/ 1362046272 w 45"/>
              <a:gd name="T43" fmla="*/ 0 h 42"/>
              <a:gd name="T44" fmla="*/ 1589051738 w 45"/>
              <a:gd name="T45" fmla="*/ 223793562 h 42"/>
              <a:gd name="T46" fmla="*/ 1589051738 w 45"/>
              <a:gd name="T47" fmla="*/ 313308310 h 42"/>
              <a:gd name="T48" fmla="*/ 1906866129 w 45"/>
              <a:gd name="T49" fmla="*/ 313308310 h 42"/>
              <a:gd name="T50" fmla="*/ 2043069408 w 45"/>
              <a:gd name="T51" fmla="*/ 447587123 h 42"/>
              <a:gd name="T52" fmla="*/ 2043069408 w 45"/>
              <a:gd name="T53" fmla="*/ 581859246 h 42"/>
              <a:gd name="T54" fmla="*/ 499418763 w 45"/>
              <a:gd name="T55" fmla="*/ 492344498 h 42"/>
              <a:gd name="T56" fmla="*/ 181604373 w 45"/>
              <a:gd name="T57" fmla="*/ 492344498 h 42"/>
              <a:gd name="T58" fmla="*/ 181604373 w 45"/>
              <a:gd name="T59" fmla="*/ 581859246 h 42"/>
              <a:gd name="T60" fmla="*/ 590220950 w 45"/>
              <a:gd name="T61" fmla="*/ 939931621 h 42"/>
              <a:gd name="T62" fmla="*/ 499418763 w 45"/>
              <a:gd name="T63" fmla="*/ 492344498 h 42"/>
              <a:gd name="T64" fmla="*/ 1861465035 w 45"/>
              <a:gd name="T65" fmla="*/ 492344498 h 42"/>
              <a:gd name="T66" fmla="*/ 1589051738 w 45"/>
              <a:gd name="T67" fmla="*/ 492344498 h 42"/>
              <a:gd name="T68" fmla="*/ 1498249552 w 45"/>
              <a:gd name="T69" fmla="*/ 939931621 h 42"/>
              <a:gd name="T70" fmla="*/ 1861465035 w 45"/>
              <a:gd name="T71" fmla="*/ 581859246 h 42"/>
              <a:gd name="T72" fmla="*/ 1861465035 w 45"/>
              <a:gd name="T73" fmla="*/ 492344498 h 4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5" h="42">
                <a:moveTo>
                  <a:pt x="45" y="13"/>
                </a:moveTo>
                <a:cubicBezTo>
                  <a:pt x="45" y="18"/>
                  <a:pt x="39" y="24"/>
                  <a:pt x="30" y="24"/>
                </a:cubicBezTo>
                <a:cubicBezTo>
                  <a:pt x="29" y="26"/>
                  <a:pt x="28" y="27"/>
                  <a:pt x="28" y="27"/>
                </a:cubicBezTo>
                <a:cubicBezTo>
                  <a:pt x="26" y="28"/>
                  <a:pt x="26" y="30"/>
                  <a:pt x="26" y="31"/>
                </a:cubicBezTo>
                <a:cubicBezTo>
                  <a:pt x="26" y="33"/>
                  <a:pt x="27" y="35"/>
                  <a:pt x="29" y="35"/>
                </a:cubicBezTo>
                <a:cubicBezTo>
                  <a:pt x="32" y="35"/>
                  <a:pt x="35" y="36"/>
                  <a:pt x="35" y="39"/>
                </a:cubicBezTo>
                <a:cubicBezTo>
                  <a:pt x="35" y="41"/>
                  <a:pt x="35" y="41"/>
                  <a:pt x="35" y="41"/>
                </a:cubicBezTo>
                <a:cubicBezTo>
                  <a:pt x="35" y="41"/>
                  <a:pt x="34" y="42"/>
                  <a:pt x="34" y="42"/>
                </a:cubicBezTo>
                <a:cubicBezTo>
                  <a:pt x="11" y="42"/>
                  <a:pt x="11" y="42"/>
                  <a:pt x="11" y="42"/>
                </a:cubicBezTo>
                <a:cubicBezTo>
                  <a:pt x="11" y="42"/>
                  <a:pt x="11" y="41"/>
                  <a:pt x="11" y="41"/>
                </a:cubicBezTo>
                <a:cubicBezTo>
                  <a:pt x="11" y="39"/>
                  <a:pt x="11" y="39"/>
                  <a:pt x="11" y="39"/>
                </a:cubicBezTo>
                <a:cubicBezTo>
                  <a:pt x="11" y="36"/>
                  <a:pt x="13" y="35"/>
                  <a:pt x="16" y="35"/>
                </a:cubicBezTo>
                <a:cubicBezTo>
                  <a:pt x="18" y="35"/>
                  <a:pt x="19" y="33"/>
                  <a:pt x="19" y="31"/>
                </a:cubicBezTo>
                <a:cubicBezTo>
                  <a:pt x="19" y="30"/>
                  <a:pt x="19" y="28"/>
                  <a:pt x="17" y="27"/>
                </a:cubicBezTo>
                <a:cubicBezTo>
                  <a:pt x="17" y="27"/>
                  <a:pt x="16" y="26"/>
                  <a:pt x="15" y="24"/>
                </a:cubicBezTo>
                <a:cubicBezTo>
                  <a:pt x="6" y="24"/>
                  <a:pt x="0" y="18"/>
                  <a:pt x="0" y="13"/>
                </a:cubicBezTo>
                <a:cubicBezTo>
                  <a:pt x="0" y="10"/>
                  <a:pt x="0" y="10"/>
                  <a:pt x="0" y="10"/>
                </a:cubicBezTo>
                <a:cubicBezTo>
                  <a:pt x="0" y="8"/>
                  <a:pt x="1" y="7"/>
                  <a:pt x="3" y="7"/>
                </a:cubicBezTo>
                <a:cubicBezTo>
                  <a:pt x="11" y="7"/>
                  <a:pt x="11" y="7"/>
                  <a:pt x="11" y="7"/>
                </a:cubicBezTo>
                <a:cubicBezTo>
                  <a:pt x="11" y="5"/>
                  <a:pt x="11" y="5"/>
                  <a:pt x="11" y="5"/>
                </a:cubicBezTo>
                <a:cubicBezTo>
                  <a:pt x="11" y="2"/>
                  <a:pt x="12" y="0"/>
                  <a:pt x="15" y="0"/>
                </a:cubicBezTo>
                <a:cubicBezTo>
                  <a:pt x="30" y="0"/>
                  <a:pt x="30" y="0"/>
                  <a:pt x="30" y="0"/>
                </a:cubicBezTo>
                <a:cubicBezTo>
                  <a:pt x="33" y="0"/>
                  <a:pt x="35" y="2"/>
                  <a:pt x="35" y="5"/>
                </a:cubicBezTo>
                <a:cubicBezTo>
                  <a:pt x="35" y="7"/>
                  <a:pt x="35" y="7"/>
                  <a:pt x="35" y="7"/>
                </a:cubicBezTo>
                <a:cubicBezTo>
                  <a:pt x="42" y="7"/>
                  <a:pt x="42" y="7"/>
                  <a:pt x="42" y="7"/>
                </a:cubicBezTo>
                <a:cubicBezTo>
                  <a:pt x="44" y="7"/>
                  <a:pt x="45" y="8"/>
                  <a:pt x="45" y="10"/>
                </a:cubicBezTo>
                <a:lnTo>
                  <a:pt x="45" y="13"/>
                </a:lnTo>
                <a:close/>
                <a:moveTo>
                  <a:pt x="11" y="11"/>
                </a:moveTo>
                <a:cubicBezTo>
                  <a:pt x="4" y="11"/>
                  <a:pt x="4" y="11"/>
                  <a:pt x="4" y="11"/>
                </a:cubicBezTo>
                <a:cubicBezTo>
                  <a:pt x="4" y="13"/>
                  <a:pt x="4" y="13"/>
                  <a:pt x="4" y="13"/>
                </a:cubicBezTo>
                <a:cubicBezTo>
                  <a:pt x="4" y="16"/>
                  <a:pt x="7" y="20"/>
                  <a:pt x="13" y="21"/>
                </a:cubicBezTo>
                <a:cubicBezTo>
                  <a:pt x="11" y="18"/>
                  <a:pt x="11" y="15"/>
                  <a:pt x="11" y="11"/>
                </a:cubicBezTo>
                <a:close/>
                <a:moveTo>
                  <a:pt x="41" y="11"/>
                </a:moveTo>
                <a:cubicBezTo>
                  <a:pt x="35" y="11"/>
                  <a:pt x="35" y="11"/>
                  <a:pt x="35" y="11"/>
                </a:cubicBezTo>
                <a:cubicBezTo>
                  <a:pt x="35" y="15"/>
                  <a:pt x="34" y="18"/>
                  <a:pt x="33" y="21"/>
                </a:cubicBezTo>
                <a:cubicBezTo>
                  <a:pt x="38" y="20"/>
                  <a:pt x="41" y="16"/>
                  <a:pt x="41" y="13"/>
                </a:cubicBezTo>
                <a:lnTo>
                  <a:pt x="41" y="1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9" name="稻壳儿小白白(http://dwz.cn/Wu2UP)"/>
          <p:cNvSpPr>
            <a:spLocks noEditPoints="1"/>
          </p:cNvSpPr>
          <p:nvPr/>
        </p:nvSpPr>
        <p:spPr>
          <a:xfrm>
            <a:off x="10005917" y="5767388"/>
            <a:ext cx="339471" cy="269176"/>
          </a:xfrm>
          <a:custGeom>
            <a:avLst/>
            <a:gdLst>
              <a:gd name="T0" fmla="*/ 2102132035 w 47"/>
              <a:gd name="T1" fmla="*/ 1315890526 h 37"/>
              <a:gd name="T2" fmla="*/ 1923227607 w 47"/>
              <a:gd name="T3" fmla="*/ 1361265133 h 37"/>
              <a:gd name="T4" fmla="*/ 1610146532 w 47"/>
              <a:gd name="T5" fmla="*/ 1678894113 h 37"/>
              <a:gd name="T6" fmla="*/ 1297058769 w 47"/>
              <a:gd name="T7" fmla="*/ 1361265133 h 37"/>
              <a:gd name="T8" fmla="*/ 849801045 w 47"/>
              <a:gd name="T9" fmla="*/ 1361265133 h 37"/>
              <a:gd name="T10" fmla="*/ 536713281 w 47"/>
              <a:gd name="T11" fmla="*/ 1678894113 h 37"/>
              <a:gd name="T12" fmla="*/ 223632206 w 47"/>
              <a:gd name="T13" fmla="*/ 1361265133 h 37"/>
              <a:gd name="T14" fmla="*/ 178904427 w 47"/>
              <a:gd name="T15" fmla="*/ 1361265133 h 37"/>
              <a:gd name="T16" fmla="*/ 0 w 47"/>
              <a:gd name="T17" fmla="*/ 1315890526 h 37"/>
              <a:gd name="T18" fmla="*/ 89455557 w 47"/>
              <a:gd name="T19" fmla="*/ 1225141314 h 37"/>
              <a:gd name="T20" fmla="*/ 89455557 w 47"/>
              <a:gd name="T21" fmla="*/ 816756385 h 37"/>
              <a:gd name="T22" fmla="*/ 134176648 w 47"/>
              <a:gd name="T23" fmla="*/ 589883354 h 37"/>
              <a:gd name="T24" fmla="*/ 357808854 w 47"/>
              <a:gd name="T25" fmla="*/ 363003586 h 37"/>
              <a:gd name="T26" fmla="*/ 491985503 w 47"/>
              <a:gd name="T27" fmla="*/ 272254374 h 37"/>
              <a:gd name="T28" fmla="*/ 715617709 w 47"/>
              <a:gd name="T29" fmla="*/ 272254374 h 37"/>
              <a:gd name="T30" fmla="*/ 715617709 w 47"/>
              <a:gd name="T31" fmla="*/ 45374606 h 37"/>
              <a:gd name="T32" fmla="*/ 760345487 w 47"/>
              <a:gd name="T33" fmla="*/ 0 h 37"/>
              <a:gd name="T34" fmla="*/ 2012676477 w 47"/>
              <a:gd name="T35" fmla="*/ 0 h 37"/>
              <a:gd name="T36" fmla="*/ 2102132035 w 47"/>
              <a:gd name="T37" fmla="*/ 45374606 h 37"/>
              <a:gd name="T38" fmla="*/ 2102132035 w 47"/>
              <a:gd name="T39" fmla="*/ 1315890526 h 37"/>
              <a:gd name="T40" fmla="*/ 715617709 w 47"/>
              <a:gd name="T41" fmla="*/ 771381779 h 37"/>
              <a:gd name="T42" fmla="*/ 715617709 w 47"/>
              <a:gd name="T43" fmla="*/ 453752799 h 37"/>
              <a:gd name="T44" fmla="*/ 491985503 w 47"/>
              <a:gd name="T45" fmla="*/ 453752799 h 37"/>
              <a:gd name="T46" fmla="*/ 491985503 w 47"/>
              <a:gd name="T47" fmla="*/ 453752799 h 37"/>
              <a:gd name="T48" fmla="*/ 268359985 w 47"/>
              <a:gd name="T49" fmla="*/ 680632566 h 37"/>
              <a:gd name="T50" fmla="*/ 223632206 w 47"/>
              <a:gd name="T51" fmla="*/ 726007173 h 37"/>
              <a:gd name="T52" fmla="*/ 223632206 w 47"/>
              <a:gd name="T53" fmla="*/ 771381779 h 37"/>
              <a:gd name="T54" fmla="*/ 715617709 w 47"/>
              <a:gd name="T55" fmla="*/ 771381779 h 37"/>
              <a:gd name="T56" fmla="*/ 536713281 w 47"/>
              <a:gd name="T57" fmla="*/ 1225141314 h 37"/>
              <a:gd name="T58" fmla="*/ 402536633 w 47"/>
              <a:gd name="T59" fmla="*/ 1361265133 h 37"/>
              <a:gd name="T60" fmla="*/ 536713281 w 47"/>
              <a:gd name="T61" fmla="*/ 1542770294 h 37"/>
              <a:gd name="T62" fmla="*/ 715617709 w 47"/>
              <a:gd name="T63" fmla="*/ 1361265133 h 37"/>
              <a:gd name="T64" fmla="*/ 536713281 w 47"/>
              <a:gd name="T65" fmla="*/ 1225141314 h 37"/>
              <a:gd name="T66" fmla="*/ 1610146532 w 47"/>
              <a:gd name="T67" fmla="*/ 1225141314 h 37"/>
              <a:gd name="T68" fmla="*/ 1475963196 w 47"/>
              <a:gd name="T69" fmla="*/ 1361265133 h 37"/>
              <a:gd name="T70" fmla="*/ 1610146532 w 47"/>
              <a:gd name="T71" fmla="*/ 1542770294 h 37"/>
              <a:gd name="T72" fmla="*/ 1789050959 w 47"/>
              <a:gd name="T73" fmla="*/ 1361265133 h 37"/>
              <a:gd name="T74" fmla="*/ 1610146532 w 47"/>
              <a:gd name="T75" fmla="*/ 1225141314 h 37"/>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 h="37">
                <a:moveTo>
                  <a:pt x="47" y="29"/>
                </a:moveTo>
                <a:cubicBezTo>
                  <a:pt x="47" y="31"/>
                  <a:pt x="44" y="30"/>
                  <a:pt x="43" y="30"/>
                </a:cubicBezTo>
                <a:cubicBezTo>
                  <a:pt x="43" y="34"/>
                  <a:pt x="40" y="37"/>
                  <a:pt x="36" y="37"/>
                </a:cubicBezTo>
                <a:cubicBezTo>
                  <a:pt x="32" y="37"/>
                  <a:pt x="29" y="34"/>
                  <a:pt x="29" y="30"/>
                </a:cubicBezTo>
                <a:cubicBezTo>
                  <a:pt x="19" y="30"/>
                  <a:pt x="19" y="30"/>
                  <a:pt x="19" y="30"/>
                </a:cubicBezTo>
                <a:cubicBezTo>
                  <a:pt x="19" y="34"/>
                  <a:pt x="16" y="37"/>
                  <a:pt x="12" y="37"/>
                </a:cubicBezTo>
                <a:cubicBezTo>
                  <a:pt x="8" y="37"/>
                  <a:pt x="5" y="34"/>
                  <a:pt x="5" y="30"/>
                </a:cubicBezTo>
                <a:cubicBezTo>
                  <a:pt x="4" y="30"/>
                  <a:pt x="4" y="30"/>
                  <a:pt x="4" y="30"/>
                </a:cubicBezTo>
                <a:cubicBezTo>
                  <a:pt x="2" y="30"/>
                  <a:pt x="0" y="31"/>
                  <a:pt x="0" y="29"/>
                </a:cubicBezTo>
                <a:cubicBezTo>
                  <a:pt x="0" y="28"/>
                  <a:pt x="1" y="27"/>
                  <a:pt x="2" y="27"/>
                </a:cubicBezTo>
                <a:cubicBezTo>
                  <a:pt x="2" y="18"/>
                  <a:pt x="2" y="18"/>
                  <a:pt x="2" y="18"/>
                </a:cubicBezTo>
                <a:cubicBezTo>
                  <a:pt x="2" y="16"/>
                  <a:pt x="2" y="14"/>
                  <a:pt x="3" y="13"/>
                </a:cubicBezTo>
                <a:cubicBezTo>
                  <a:pt x="8" y="8"/>
                  <a:pt x="8" y="8"/>
                  <a:pt x="8" y="8"/>
                </a:cubicBezTo>
                <a:cubicBezTo>
                  <a:pt x="9" y="7"/>
                  <a:pt x="10" y="6"/>
                  <a:pt x="11" y="6"/>
                </a:cubicBezTo>
                <a:cubicBezTo>
                  <a:pt x="16" y="6"/>
                  <a:pt x="16" y="6"/>
                  <a:pt x="16" y="6"/>
                </a:cubicBezTo>
                <a:cubicBezTo>
                  <a:pt x="16" y="1"/>
                  <a:pt x="16" y="1"/>
                  <a:pt x="16" y="1"/>
                </a:cubicBezTo>
                <a:cubicBezTo>
                  <a:pt x="16" y="0"/>
                  <a:pt x="16" y="0"/>
                  <a:pt x="17" y="0"/>
                </a:cubicBezTo>
                <a:cubicBezTo>
                  <a:pt x="45" y="0"/>
                  <a:pt x="45" y="0"/>
                  <a:pt x="45" y="0"/>
                </a:cubicBezTo>
                <a:cubicBezTo>
                  <a:pt x="46" y="0"/>
                  <a:pt x="47" y="0"/>
                  <a:pt x="47" y="1"/>
                </a:cubicBezTo>
                <a:lnTo>
                  <a:pt x="47" y="29"/>
                </a:lnTo>
                <a:close/>
                <a:moveTo>
                  <a:pt x="16" y="17"/>
                </a:moveTo>
                <a:cubicBezTo>
                  <a:pt x="16" y="10"/>
                  <a:pt x="16" y="10"/>
                  <a:pt x="16" y="10"/>
                </a:cubicBezTo>
                <a:cubicBezTo>
                  <a:pt x="11" y="10"/>
                  <a:pt x="11" y="10"/>
                  <a:pt x="11" y="10"/>
                </a:cubicBezTo>
                <a:cubicBezTo>
                  <a:pt x="11" y="10"/>
                  <a:pt x="11" y="10"/>
                  <a:pt x="11" y="10"/>
                </a:cubicBezTo>
                <a:cubicBezTo>
                  <a:pt x="6" y="15"/>
                  <a:pt x="6" y="15"/>
                  <a:pt x="6" y="15"/>
                </a:cubicBezTo>
                <a:cubicBezTo>
                  <a:pt x="6" y="15"/>
                  <a:pt x="5" y="16"/>
                  <a:pt x="5" y="16"/>
                </a:cubicBezTo>
                <a:cubicBezTo>
                  <a:pt x="5" y="17"/>
                  <a:pt x="5" y="17"/>
                  <a:pt x="5" y="17"/>
                </a:cubicBezTo>
                <a:lnTo>
                  <a:pt x="16" y="17"/>
                </a:lnTo>
                <a:close/>
                <a:moveTo>
                  <a:pt x="12" y="27"/>
                </a:moveTo>
                <a:cubicBezTo>
                  <a:pt x="10" y="27"/>
                  <a:pt x="9" y="28"/>
                  <a:pt x="9" y="30"/>
                </a:cubicBezTo>
                <a:cubicBezTo>
                  <a:pt x="9" y="32"/>
                  <a:pt x="10" y="34"/>
                  <a:pt x="12" y="34"/>
                </a:cubicBezTo>
                <a:cubicBezTo>
                  <a:pt x="14" y="34"/>
                  <a:pt x="16" y="32"/>
                  <a:pt x="16" y="30"/>
                </a:cubicBezTo>
                <a:cubicBezTo>
                  <a:pt x="16" y="28"/>
                  <a:pt x="14" y="27"/>
                  <a:pt x="12" y="27"/>
                </a:cubicBezTo>
                <a:close/>
                <a:moveTo>
                  <a:pt x="36" y="27"/>
                </a:moveTo>
                <a:cubicBezTo>
                  <a:pt x="34" y="27"/>
                  <a:pt x="33" y="28"/>
                  <a:pt x="33" y="30"/>
                </a:cubicBezTo>
                <a:cubicBezTo>
                  <a:pt x="33" y="32"/>
                  <a:pt x="34" y="34"/>
                  <a:pt x="36" y="34"/>
                </a:cubicBezTo>
                <a:cubicBezTo>
                  <a:pt x="38" y="34"/>
                  <a:pt x="40" y="32"/>
                  <a:pt x="40" y="30"/>
                </a:cubicBezTo>
                <a:cubicBezTo>
                  <a:pt x="40" y="28"/>
                  <a:pt x="38" y="27"/>
                  <a:pt x="36" y="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0" name="稻壳儿小白白(http://dwz.cn/Wu2UP)"/>
          <p:cNvSpPr>
            <a:spLocks noEditPoints="1"/>
          </p:cNvSpPr>
          <p:nvPr/>
        </p:nvSpPr>
        <p:spPr>
          <a:xfrm>
            <a:off x="10912888" y="1470851"/>
            <a:ext cx="317182" cy="318897"/>
          </a:xfrm>
          <a:custGeom>
            <a:avLst/>
            <a:gdLst>
              <a:gd name="T0" fmla="*/ 400962851 w 44"/>
              <a:gd name="T1" fmla="*/ 1936493980 h 44"/>
              <a:gd name="T2" fmla="*/ 311862220 w 44"/>
              <a:gd name="T3" fmla="*/ 1981530128 h 44"/>
              <a:gd name="T4" fmla="*/ 178207937 w 44"/>
              <a:gd name="T5" fmla="*/ 1936493980 h 44"/>
              <a:gd name="T6" fmla="*/ 44553653 w 44"/>
              <a:gd name="T7" fmla="*/ 1801392245 h 44"/>
              <a:gd name="T8" fmla="*/ 0 w 44"/>
              <a:gd name="T9" fmla="*/ 1711319949 h 44"/>
              <a:gd name="T10" fmla="*/ 44553653 w 44"/>
              <a:gd name="T11" fmla="*/ 1621254363 h 44"/>
              <a:gd name="T12" fmla="*/ 891033009 w 44"/>
              <a:gd name="T13" fmla="*/ 765594389 h 44"/>
              <a:gd name="T14" fmla="*/ 1202895229 w 44"/>
              <a:gd name="T15" fmla="*/ 1125870153 h 44"/>
              <a:gd name="T16" fmla="*/ 400962851 w 44"/>
              <a:gd name="T17" fmla="*/ 1936493980 h 44"/>
              <a:gd name="T18" fmla="*/ 356415873 w 44"/>
              <a:gd name="T19" fmla="*/ 1576218215 h 44"/>
              <a:gd name="T20" fmla="*/ 311862220 w 44"/>
              <a:gd name="T21" fmla="*/ 1621254363 h 44"/>
              <a:gd name="T22" fmla="*/ 356415873 w 44"/>
              <a:gd name="T23" fmla="*/ 1711319949 h 44"/>
              <a:gd name="T24" fmla="*/ 445516504 w 44"/>
              <a:gd name="T25" fmla="*/ 1621254363 h 44"/>
              <a:gd name="T26" fmla="*/ 356415873 w 44"/>
              <a:gd name="T27" fmla="*/ 1576218215 h 44"/>
              <a:gd name="T28" fmla="*/ 1960273954 w 44"/>
              <a:gd name="T29" fmla="*/ 720558240 h 44"/>
              <a:gd name="T30" fmla="*/ 1425656819 w 44"/>
              <a:gd name="T31" fmla="*/ 1080834005 h 44"/>
              <a:gd name="T32" fmla="*/ 891033009 w 44"/>
              <a:gd name="T33" fmla="*/ 540420358 h 44"/>
              <a:gd name="T34" fmla="*/ 1425656819 w 44"/>
              <a:gd name="T35" fmla="*/ 0 h 44"/>
              <a:gd name="T36" fmla="*/ 1737512364 w 44"/>
              <a:gd name="T37" fmla="*/ 90072297 h 44"/>
              <a:gd name="T38" fmla="*/ 1737512364 w 44"/>
              <a:gd name="T39" fmla="*/ 135101734 h 44"/>
              <a:gd name="T40" fmla="*/ 1737512364 w 44"/>
              <a:gd name="T41" fmla="*/ 135101734 h 44"/>
              <a:gd name="T42" fmla="*/ 1381103166 w 44"/>
              <a:gd name="T43" fmla="*/ 360275765 h 44"/>
              <a:gd name="T44" fmla="*/ 1381103166 w 44"/>
              <a:gd name="T45" fmla="*/ 630485944 h 44"/>
              <a:gd name="T46" fmla="*/ 1603858081 w 44"/>
              <a:gd name="T47" fmla="*/ 765594389 h 44"/>
              <a:gd name="T48" fmla="*/ 1915720301 w 44"/>
              <a:gd name="T49" fmla="*/ 540420358 h 44"/>
              <a:gd name="T50" fmla="*/ 1960273954 w 44"/>
              <a:gd name="T51" fmla="*/ 585449795 h 44"/>
              <a:gd name="T52" fmla="*/ 1960273954 w 44"/>
              <a:gd name="T53" fmla="*/ 720558240 h 44"/>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4" h="44">
                <a:moveTo>
                  <a:pt x="9" y="43"/>
                </a:moveTo>
                <a:cubicBezTo>
                  <a:pt x="8" y="44"/>
                  <a:pt x="8" y="44"/>
                  <a:pt x="7" y="44"/>
                </a:cubicBezTo>
                <a:cubicBezTo>
                  <a:pt x="6" y="44"/>
                  <a:pt x="5" y="44"/>
                  <a:pt x="4" y="43"/>
                </a:cubicBezTo>
                <a:cubicBezTo>
                  <a:pt x="1" y="40"/>
                  <a:pt x="1" y="40"/>
                  <a:pt x="1" y="40"/>
                </a:cubicBezTo>
                <a:cubicBezTo>
                  <a:pt x="1" y="40"/>
                  <a:pt x="0" y="39"/>
                  <a:pt x="0" y="38"/>
                </a:cubicBezTo>
                <a:cubicBezTo>
                  <a:pt x="0" y="37"/>
                  <a:pt x="1" y="36"/>
                  <a:pt x="1" y="36"/>
                </a:cubicBezTo>
                <a:cubicBezTo>
                  <a:pt x="20" y="17"/>
                  <a:pt x="20" y="17"/>
                  <a:pt x="20" y="17"/>
                </a:cubicBezTo>
                <a:cubicBezTo>
                  <a:pt x="21" y="21"/>
                  <a:pt x="24" y="24"/>
                  <a:pt x="27" y="25"/>
                </a:cubicBezTo>
                <a:lnTo>
                  <a:pt x="9" y="43"/>
                </a:lnTo>
                <a:close/>
                <a:moveTo>
                  <a:pt x="8" y="35"/>
                </a:moveTo>
                <a:cubicBezTo>
                  <a:pt x="7" y="35"/>
                  <a:pt x="7" y="35"/>
                  <a:pt x="7" y="36"/>
                </a:cubicBezTo>
                <a:cubicBezTo>
                  <a:pt x="7" y="37"/>
                  <a:pt x="7" y="38"/>
                  <a:pt x="8" y="38"/>
                </a:cubicBezTo>
                <a:cubicBezTo>
                  <a:pt x="9" y="38"/>
                  <a:pt x="10" y="37"/>
                  <a:pt x="10" y="36"/>
                </a:cubicBezTo>
                <a:cubicBezTo>
                  <a:pt x="10" y="35"/>
                  <a:pt x="9" y="35"/>
                  <a:pt x="8" y="35"/>
                </a:cubicBezTo>
                <a:close/>
                <a:moveTo>
                  <a:pt x="44" y="16"/>
                </a:moveTo>
                <a:cubicBezTo>
                  <a:pt x="42" y="21"/>
                  <a:pt x="37" y="24"/>
                  <a:pt x="32" y="24"/>
                </a:cubicBezTo>
                <a:cubicBezTo>
                  <a:pt x="26" y="24"/>
                  <a:pt x="20" y="19"/>
                  <a:pt x="20" y="12"/>
                </a:cubicBezTo>
                <a:cubicBezTo>
                  <a:pt x="20" y="6"/>
                  <a:pt x="26" y="0"/>
                  <a:pt x="32" y="0"/>
                </a:cubicBezTo>
                <a:cubicBezTo>
                  <a:pt x="34" y="0"/>
                  <a:pt x="37" y="1"/>
                  <a:pt x="39" y="2"/>
                </a:cubicBezTo>
                <a:cubicBezTo>
                  <a:pt x="39" y="2"/>
                  <a:pt x="39" y="2"/>
                  <a:pt x="39" y="3"/>
                </a:cubicBezTo>
                <a:cubicBezTo>
                  <a:pt x="39" y="3"/>
                  <a:pt x="39" y="3"/>
                  <a:pt x="39" y="3"/>
                </a:cubicBezTo>
                <a:cubicBezTo>
                  <a:pt x="31" y="8"/>
                  <a:pt x="31" y="8"/>
                  <a:pt x="31" y="8"/>
                </a:cubicBezTo>
                <a:cubicBezTo>
                  <a:pt x="31" y="14"/>
                  <a:pt x="31" y="14"/>
                  <a:pt x="31" y="14"/>
                </a:cubicBezTo>
                <a:cubicBezTo>
                  <a:pt x="36" y="17"/>
                  <a:pt x="36" y="17"/>
                  <a:pt x="36" y="17"/>
                </a:cubicBezTo>
                <a:cubicBezTo>
                  <a:pt x="37" y="16"/>
                  <a:pt x="43" y="12"/>
                  <a:pt x="43" y="12"/>
                </a:cubicBezTo>
                <a:cubicBezTo>
                  <a:pt x="44" y="12"/>
                  <a:pt x="44" y="13"/>
                  <a:pt x="44" y="13"/>
                </a:cubicBezTo>
                <a:cubicBezTo>
                  <a:pt x="44" y="14"/>
                  <a:pt x="44" y="15"/>
                  <a:pt x="44" y="1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1" name="稻壳儿小白白(http://dwz.cn/Wu2UP)"/>
          <p:cNvSpPr>
            <a:spLocks noEditPoints="1"/>
          </p:cNvSpPr>
          <p:nvPr/>
        </p:nvSpPr>
        <p:spPr>
          <a:xfrm>
            <a:off x="10933462" y="1983486"/>
            <a:ext cx="276034" cy="322326"/>
          </a:xfrm>
          <a:custGeom>
            <a:avLst/>
            <a:gdLst>
              <a:gd name="T0" fmla="*/ 407150091 w 38"/>
              <a:gd name="T1" fmla="*/ 1380256638 h 44"/>
              <a:gd name="T2" fmla="*/ 361911192 w 38"/>
              <a:gd name="T3" fmla="*/ 1426265418 h 44"/>
              <a:gd name="T4" fmla="*/ 45238899 w 38"/>
              <a:gd name="T5" fmla="*/ 1426265418 h 44"/>
              <a:gd name="T6" fmla="*/ 0 w 38"/>
              <a:gd name="T7" fmla="*/ 1380256638 h 44"/>
              <a:gd name="T8" fmla="*/ 0 w 38"/>
              <a:gd name="T9" fmla="*/ 1334247857 h 44"/>
              <a:gd name="T10" fmla="*/ 316672293 w 38"/>
              <a:gd name="T11" fmla="*/ 782142489 h 44"/>
              <a:gd name="T12" fmla="*/ 316672293 w 38"/>
              <a:gd name="T13" fmla="*/ 782142489 h 44"/>
              <a:gd name="T14" fmla="*/ 135716697 w 38"/>
              <a:gd name="T15" fmla="*/ 460087807 h 44"/>
              <a:gd name="T16" fmla="*/ 135716697 w 38"/>
              <a:gd name="T17" fmla="*/ 414079026 h 44"/>
              <a:gd name="T18" fmla="*/ 180955596 w 38"/>
              <a:gd name="T19" fmla="*/ 368070245 h 44"/>
              <a:gd name="T20" fmla="*/ 452388990 w 38"/>
              <a:gd name="T21" fmla="*/ 368070245 h 44"/>
              <a:gd name="T22" fmla="*/ 542866788 w 38"/>
              <a:gd name="T23" fmla="*/ 460087807 h 44"/>
              <a:gd name="T24" fmla="*/ 723822384 w 38"/>
              <a:gd name="T25" fmla="*/ 782142489 h 44"/>
              <a:gd name="T26" fmla="*/ 407150091 w 38"/>
              <a:gd name="T27" fmla="*/ 1380256638 h 44"/>
              <a:gd name="T28" fmla="*/ 1719071436 w 38"/>
              <a:gd name="T29" fmla="*/ 46008781 h 44"/>
              <a:gd name="T30" fmla="*/ 1085726850 w 38"/>
              <a:gd name="T31" fmla="*/ 1196221515 h 44"/>
              <a:gd name="T32" fmla="*/ 1085726850 w 38"/>
              <a:gd name="T33" fmla="*/ 1196221515 h 44"/>
              <a:gd name="T34" fmla="*/ 1492876941 w 38"/>
              <a:gd name="T35" fmla="*/ 1978364003 h 44"/>
              <a:gd name="T36" fmla="*/ 1492876941 w 38"/>
              <a:gd name="T37" fmla="*/ 2024372784 h 44"/>
              <a:gd name="T38" fmla="*/ 1447638042 w 38"/>
              <a:gd name="T39" fmla="*/ 2024372784 h 44"/>
              <a:gd name="T40" fmla="*/ 1130965749 w 38"/>
              <a:gd name="T41" fmla="*/ 2024372784 h 44"/>
              <a:gd name="T42" fmla="*/ 1085726850 w 38"/>
              <a:gd name="T43" fmla="*/ 1978364003 h 44"/>
              <a:gd name="T44" fmla="*/ 678583485 w 38"/>
              <a:gd name="T45" fmla="*/ 1196221515 h 44"/>
              <a:gd name="T46" fmla="*/ 1311921345 w 38"/>
              <a:gd name="T47" fmla="*/ 46008781 h 44"/>
              <a:gd name="T48" fmla="*/ 1402399143 w 38"/>
              <a:gd name="T49" fmla="*/ 0 h 44"/>
              <a:gd name="T50" fmla="*/ 1673832537 w 38"/>
              <a:gd name="T51" fmla="*/ 0 h 44"/>
              <a:gd name="T52" fmla="*/ 1719071436 w 38"/>
              <a:gd name="T53" fmla="*/ 0 h 44"/>
              <a:gd name="T54" fmla="*/ 1719071436 w 38"/>
              <a:gd name="T55" fmla="*/ 46008781 h 4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38" h="44">
                <a:moveTo>
                  <a:pt x="9" y="30"/>
                </a:moveTo>
                <a:cubicBezTo>
                  <a:pt x="9" y="30"/>
                  <a:pt x="9" y="31"/>
                  <a:pt x="8" y="31"/>
                </a:cubicBezTo>
                <a:cubicBezTo>
                  <a:pt x="1" y="31"/>
                  <a:pt x="1" y="31"/>
                  <a:pt x="1" y="31"/>
                </a:cubicBezTo>
                <a:cubicBezTo>
                  <a:pt x="1" y="31"/>
                  <a:pt x="1" y="31"/>
                  <a:pt x="0" y="30"/>
                </a:cubicBezTo>
                <a:cubicBezTo>
                  <a:pt x="0" y="30"/>
                  <a:pt x="0" y="30"/>
                  <a:pt x="0" y="29"/>
                </a:cubicBezTo>
                <a:cubicBezTo>
                  <a:pt x="7" y="17"/>
                  <a:pt x="7" y="17"/>
                  <a:pt x="7" y="17"/>
                </a:cubicBezTo>
                <a:cubicBezTo>
                  <a:pt x="7" y="17"/>
                  <a:pt x="7" y="17"/>
                  <a:pt x="7" y="17"/>
                </a:cubicBezTo>
                <a:cubicBezTo>
                  <a:pt x="3" y="10"/>
                  <a:pt x="3" y="10"/>
                  <a:pt x="3" y="10"/>
                </a:cubicBezTo>
                <a:cubicBezTo>
                  <a:pt x="3" y="9"/>
                  <a:pt x="3" y="9"/>
                  <a:pt x="3" y="9"/>
                </a:cubicBezTo>
                <a:cubicBezTo>
                  <a:pt x="3" y="9"/>
                  <a:pt x="3" y="8"/>
                  <a:pt x="4" y="8"/>
                </a:cubicBezTo>
                <a:cubicBezTo>
                  <a:pt x="10" y="8"/>
                  <a:pt x="10" y="8"/>
                  <a:pt x="10" y="8"/>
                </a:cubicBezTo>
                <a:cubicBezTo>
                  <a:pt x="11" y="8"/>
                  <a:pt x="12" y="9"/>
                  <a:pt x="12" y="10"/>
                </a:cubicBezTo>
                <a:cubicBezTo>
                  <a:pt x="16" y="17"/>
                  <a:pt x="16" y="17"/>
                  <a:pt x="16" y="17"/>
                </a:cubicBezTo>
                <a:cubicBezTo>
                  <a:pt x="16" y="17"/>
                  <a:pt x="16" y="18"/>
                  <a:pt x="9" y="30"/>
                </a:cubicBezTo>
                <a:close/>
                <a:moveTo>
                  <a:pt x="38" y="1"/>
                </a:moveTo>
                <a:cubicBezTo>
                  <a:pt x="24" y="26"/>
                  <a:pt x="24" y="26"/>
                  <a:pt x="24" y="26"/>
                </a:cubicBezTo>
                <a:cubicBezTo>
                  <a:pt x="24" y="26"/>
                  <a:pt x="24" y="26"/>
                  <a:pt x="24" y="26"/>
                </a:cubicBezTo>
                <a:cubicBezTo>
                  <a:pt x="33" y="43"/>
                  <a:pt x="33" y="43"/>
                  <a:pt x="33" y="43"/>
                </a:cubicBezTo>
                <a:cubicBezTo>
                  <a:pt x="33" y="43"/>
                  <a:pt x="33" y="43"/>
                  <a:pt x="33" y="44"/>
                </a:cubicBezTo>
                <a:cubicBezTo>
                  <a:pt x="33" y="44"/>
                  <a:pt x="32" y="44"/>
                  <a:pt x="32" y="44"/>
                </a:cubicBezTo>
                <a:cubicBezTo>
                  <a:pt x="25" y="44"/>
                  <a:pt x="25" y="44"/>
                  <a:pt x="25" y="44"/>
                </a:cubicBezTo>
                <a:cubicBezTo>
                  <a:pt x="24" y="44"/>
                  <a:pt x="24" y="43"/>
                  <a:pt x="24" y="43"/>
                </a:cubicBezTo>
                <a:cubicBezTo>
                  <a:pt x="15" y="26"/>
                  <a:pt x="15" y="26"/>
                  <a:pt x="15" y="26"/>
                </a:cubicBezTo>
                <a:cubicBezTo>
                  <a:pt x="15" y="26"/>
                  <a:pt x="15" y="25"/>
                  <a:pt x="29" y="1"/>
                </a:cubicBezTo>
                <a:cubicBezTo>
                  <a:pt x="29" y="0"/>
                  <a:pt x="30" y="0"/>
                  <a:pt x="31" y="0"/>
                </a:cubicBezTo>
                <a:cubicBezTo>
                  <a:pt x="37" y="0"/>
                  <a:pt x="37" y="0"/>
                  <a:pt x="37" y="0"/>
                </a:cubicBezTo>
                <a:cubicBezTo>
                  <a:pt x="37" y="0"/>
                  <a:pt x="38" y="0"/>
                  <a:pt x="38" y="0"/>
                </a:cubicBezTo>
                <a:cubicBezTo>
                  <a:pt x="38" y="0"/>
                  <a:pt x="38" y="1"/>
                  <a:pt x="38" y="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2" name="稻壳儿小白白(http://dwz.cn/Wu2UP)"/>
          <p:cNvSpPr/>
          <p:nvPr/>
        </p:nvSpPr>
        <p:spPr>
          <a:xfrm>
            <a:off x="10940320" y="2513267"/>
            <a:ext cx="260604" cy="327469"/>
          </a:xfrm>
          <a:custGeom>
            <a:avLst/>
            <a:gdLst>
              <a:gd name="T0" fmla="*/ 943469594 w 36"/>
              <a:gd name="T1" fmla="*/ 2043055932 h 45"/>
              <a:gd name="T2" fmla="*/ 808690139 w 36"/>
              <a:gd name="T3" fmla="*/ 1997654989 h 45"/>
              <a:gd name="T4" fmla="*/ 673910683 w 36"/>
              <a:gd name="T5" fmla="*/ 2043055932 h 45"/>
              <a:gd name="T6" fmla="*/ 718832700 w 36"/>
              <a:gd name="T7" fmla="*/ 1180431268 h 45"/>
              <a:gd name="T8" fmla="*/ 0 w 36"/>
              <a:gd name="T9" fmla="*/ 0 h 45"/>
              <a:gd name="T10" fmla="*/ 134779456 w 36"/>
              <a:gd name="T11" fmla="*/ 0 h 45"/>
              <a:gd name="T12" fmla="*/ 269565614 w 36"/>
              <a:gd name="T13" fmla="*/ 0 h 45"/>
              <a:gd name="T14" fmla="*/ 808690139 w 36"/>
              <a:gd name="T15" fmla="*/ 908025607 h 45"/>
              <a:gd name="T16" fmla="*/ 1347814664 w 36"/>
              <a:gd name="T17" fmla="*/ 0 h 45"/>
              <a:gd name="T18" fmla="*/ 1482600822 w 36"/>
              <a:gd name="T19" fmla="*/ 0 h 45"/>
              <a:gd name="T20" fmla="*/ 1617380278 w 36"/>
              <a:gd name="T21" fmla="*/ 0 h 45"/>
              <a:gd name="T22" fmla="*/ 1347814664 w 36"/>
              <a:gd name="T23" fmla="*/ 408608491 h 45"/>
              <a:gd name="T24" fmla="*/ 943469594 w 36"/>
              <a:gd name="T25" fmla="*/ 1180431268 h 45"/>
              <a:gd name="T26" fmla="*/ 943469594 w 36"/>
              <a:gd name="T27" fmla="*/ 2043055932 h 45"/>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36" h="45">
                <a:moveTo>
                  <a:pt x="21" y="45"/>
                </a:moveTo>
                <a:cubicBezTo>
                  <a:pt x="20" y="44"/>
                  <a:pt x="19" y="44"/>
                  <a:pt x="18" y="44"/>
                </a:cubicBezTo>
                <a:cubicBezTo>
                  <a:pt x="17" y="44"/>
                  <a:pt x="16" y="44"/>
                  <a:pt x="15" y="45"/>
                </a:cubicBezTo>
                <a:cubicBezTo>
                  <a:pt x="16" y="26"/>
                  <a:pt x="16" y="26"/>
                  <a:pt x="16" y="26"/>
                </a:cubicBezTo>
                <a:cubicBezTo>
                  <a:pt x="11" y="17"/>
                  <a:pt x="6" y="8"/>
                  <a:pt x="0" y="0"/>
                </a:cubicBezTo>
                <a:cubicBezTo>
                  <a:pt x="1" y="0"/>
                  <a:pt x="2" y="0"/>
                  <a:pt x="3" y="0"/>
                </a:cubicBezTo>
                <a:cubicBezTo>
                  <a:pt x="4" y="0"/>
                  <a:pt x="5" y="0"/>
                  <a:pt x="6" y="0"/>
                </a:cubicBezTo>
                <a:cubicBezTo>
                  <a:pt x="10" y="7"/>
                  <a:pt x="14" y="13"/>
                  <a:pt x="18" y="20"/>
                </a:cubicBezTo>
                <a:cubicBezTo>
                  <a:pt x="22" y="13"/>
                  <a:pt x="26" y="7"/>
                  <a:pt x="30" y="0"/>
                </a:cubicBezTo>
                <a:cubicBezTo>
                  <a:pt x="31" y="0"/>
                  <a:pt x="32" y="0"/>
                  <a:pt x="33" y="0"/>
                </a:cubicBezTo>
                <a:cubicBezTo>
                  <a:pt x="34" y="0"/>
                  <a:pt x="35" y="0"/>
                  <a:pt x="36" y="0"/>
                </a:cubicBezTo>
                <a:cubicBezTo>
                  <a:pt x="34" y="3"/>
                  <a:pt x="32" y="6"/>
                  <a:pt x="30" y="9"/>
                </a:cubicBezTo>
                <a:cubicBezTo>
                  <a:pt x="27" y="15"/>
                  <a:pt x="24" y="20"/>
                  <a:pt x="21" y="26"/>
                </a:cubicBezTo>
                <a:lnTo>
                  <a:pt x="21" y="4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3" name="稻壳儿小白白(http://dwz.cn/Wu2UP)"/>
          <p:cNvSpPr/>
          <p:nvPr/>
        </p:nvSpPr>
        <p:spPr>
          <a:xfrm>
            <a:off x="10971181" y="3072194"/>
            <a:ext cx="200596" cy="276034"/>
          </a:xfrm>
          <a:custGeom>
            <a:avLst/>
            <a:gdLst>
              <a:gd name="T0" fmla="*/ 528037024 w 28"/>
              <a:gd name="T1" fmla="*/ 1719071436 h 38"/>
              <a:gd name="T2" fmla="*/ 484030622 w 28"/>
              <a:gd name="T3" fmla="*/ 1673832537 h 38"/>
              <a:gd name="T4" fmla="*/ 484030622 w 28"/>
              <a:gd name="T5" fmla="*/ 1266682446 h 38"/>
              <a:gd name="T6" fmla="*/ 132005939 w 28"/>
              <a:gd name="T7" fmla="*/ 1266682446 h 38"/>
              <a:gd name="T8" fmla="*/ 88006171 w 28"/>
              <a:gd name="T9" fmla="*/ 1221443547 h 38"/>
              <a:gd name="T10" fmla="*/ 88006171 w 28"/>
              <a:gd name="T11" fmla="*/ 1085726850 h 38"/>
              <a:gd name="T12" fmla="*/ 132005939 w 28"/>
              <a:gd name="T13" fmla="*/ 1085726850 h 38"/>
              <a:gd name="T14" fmla="*/ 484030622 w 28"/>
              <a:gd name="T15" fmla="*/ 1085726850 h 38"/>
              <a:gd name="T16" fmla="*/ 484030622 w 28"/>
              <a:gd name="T17" fmla="*/ 950010153 h 38"/>
              <a:gd name="T18" fmla="*/ 132005939 w 28"/>
              <a:gd name="T19" fmla="*/ 950010153 h 38"/>
              <a:gd name="T20" fmla="*/ 88006171 w 28"/>
              <a:gd name="T21" fmla="*/ 904771254 h 38"/>
              <a:gd name="T22" fmla="*/ 88006171 w 28"/>
              <a:gd name="T23" fmla="*/ 814300182 h 38"/>
              <a:gd name="T24" fmla="*/ 132005939 w 28"/>
              <a:gd name="T25" fmla="*/ 769061283 h 38"/>
              <a:gd name="T26" fmla="*/ 396024451 w 28"/>
              <a:gd name="T27" fmla="*/ 769061283 h 38"/>
              <a:gd name="T28" fmla="*/ 0 w 28"/>
              <a:gd name="T29" fmla="*/ 45238899 h 38"/>
              <a:gd name="T30" fmla="*/ 0 w 28"/>
              <a:gd name="T31" fmla="*/ 45238899 h 38"/>
              <a:gd name="T32" fmla="*/ 43999769 w 28"/>
              <a:gd name="T33" fmla="*/ 0 h 38"/>
              <a:gd name="T34" fmla="*/ 264018512 w 28"/>
              <a:gd name="T35" fmla="*/ 0 h 38"/>
              <a:gd name="T36" fmla="*/ 308018281 w 28"/>
              <a:gd name="T37" fmla="*/ 45238899 h 38"/>
              <a:gd name="T38" fmla="*/ 572036793 w 28"/>
              <a:gd name="T39" fmla="*/ 542866788 h 38"/>
              <a:gd name="T40" fmla="*/ 616043195 w 28"/>
              <a:gd name="T41" fmla="*/ 678583485 h 38"/>
              <a:gd name="T42" fmla="*/ 704042732 w 28"/>
              <a:gd name="T43" fmla="*/ 542866788 h 38"/>
              <a:gd name="T44" fmla="*/ 924061475 w 28"/>
              <a:gd name="T45" fmla="*/ 45238899 h 38"/>
              <a:gd name="T46" fmla="*/ 968061244 w 28"/>
              <a:gd name="T47" fmla="*/ 0 h 38"/>
              <a:gd name="T48" fmla="*/ 1188079987 w 28"/>
              <a:gd name="T49" fmla="*/ 0 h 38"/>
              <a:gd name="T50" fmla="*/ 1232079756 w 28"/>
              <a:gd name="T51" fmla="*/ 45238899 h 38"/>
              <a:gd name="T52" fmla="*/ 1232079756 w 28"/>
              <a:gd name="T53" fmla="*/ 45238899 h 38"/>
              <a:gd name="T54" fmla="*/ 836055305 w 28"/>
              <a:gd name="T55" fmla="*/ 769061283 h 38"/>
              <a:gd name="T56" fmla="*/ 1100073817 w 28"/>
              <a:gd name="T57" fmla="*/ 769061283 h 38"/>
              <a:gd name="T58" fmla="*/ 1144073585 w 28"/>
              <a:gd name="T59" fmla="*/ 814300182 h 38"/>
              <a:gd name="T60" fmla="*/ 1144073585 w 28"/>
              <a:gd name="T61" fmla="*/ 904771254 h 38"/>
              <a:gd name="T62" fmla="*/ 1100073817 w 28"/>
              <a:gd name="T63" fmla="*/ 950010153 h 38"/>
              <a:gd name="T64" fmla="*/ 748049134 w 28"/>
              <a:gd name="T65" fmla="*/ 950010153 h 38"/>
              <a:gd name="T66" fmla="*/ 748049134 w 28"/>
              <a:gd name="T67" fmla="*/ 1085726850 h 38"/>
              <a:gd name="T68" fmla="*/ 1100073817 w 28"/>
              <a:gd name="T69" fmla="*/ 1085726850 h 38"/>
              <a:gd name="T70" fmla="*/ 1144073585 w 28"/>
              <a:gd name="T71" fmla="*/ 1085726850 h 38"/>
              <a:gd name="T72" fmla="*/ 1144073585 w 28"/>
              <a:gd name="T73" fmla="*/ 1221443547 h 38"/>
              <a:gd name="T74" fmla="*/ 1100073817 w 28"/>
              <a:gd name="T75" fmla="*/ 1266682446 h 38"/>
              <a:gd name="T76" fmla="*/ 748049134 w 28"/>
              <a:gd name="T77" fmla="*/ 1266682446 h 38"/>
              <a:gd name="T78" fmla="*/ 748049134 w 28"/>
              <a:gd name="T79" fmla="*/ 1673832537 h 38"/>
              <a:gd name="T80" fmla="*/ 704042732 w 28"/>
              <a:gd name="T81" fmla="*/ 1719071436 h 38"/>
              <a:gd name="T82" fmla="*/ 528037024 w 28"/>
              <a:gd name="T83" fmla="*/ 1719071436 h 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28" h="38">
                <a:moveTo>
                  <a:pt x="12" y="38"/>
                </a:moveTo>
                <a:cubicBezTo>
                  <a:pt x="11" y="38"/>
                  <a:pt x="11" y="37"/>
                  <a:pt x="11" y="37"/>
                </a:cubicBezTo>
                <a:cubicBezTo>
                  <a:pt x="11" y="28"/>
                  <a:pt x="11" y="28"/>
                  <a:pt x="11" y="28"/>
                </a:cubicBezTo>
                <a:cubicBezTo>
                  <a:pt x="3" y="28"/>
                  <a:pt x="3" y="28"/>
                  <a:pt x="3" y="28"/>
                </a:cubicBezTo>
                <a:cubicBezTo>
                  <a:pt x="3" y="28"/>
                  <a:pt x="2" y="28"/>
                  <a:pt x="2" y="27"/>
                </a:cubicBezTo>
                <a:cubicBezTo>
                  <a:pt x="2" y="24"/>
                  <a:pt x="2" y="24"/>
                  <a:pt x="2" y="24"/>
                </a:cubicBezTo>
                <a:cubicBezTo>
                  <a:pt x="2" y="24"/>
                  <a:pt x="3" y="24"/>
                  <a:pt x="3" y="24"/>
                </a:cubicBezTo>
                <a:cubicBezTo>
                  <a:pt x="11" y="24"/>
                  <a:pt x="11" y="24"/>
                  <a:pt x="11" y="24"/>
                </a:cubicBezTo>
                <a:cubicBezTo>
                  <a:pt x="11" y="21"/>
                  <a:pt x="11" y="21"/>
                  <a:pt x="11" y="21"/>
                </a:cubicBezTo>
                <a:cubicBezTo>
                  <a:pt x="3" y="21"/>
                  <a:pt x="3" y="21"/>
                  <a:pt x="3" y="21"/>
                </a:cubicBezTo>
                <a:cubicBezTo>
                  <a:pt x="3" y="21"/>
                  <a:pt x="2" y="21"/>
                  <a:pt x="2" y="20"/>
                </a:cubicBezTo>
                <a:cubicBezTo>
                  <a:pt x="2" y="18"/>
                  <a:pt x="2" y="18"/>
                  <a:pt x="2" y="18"/>
                </a:cubicBezTo>
                <a:cubicBezTo>
                  <a:pt x="2" y="17"/>
                  <a:pt x="3" y="17"/>
                  <a:pt x="3" y="17"/>
                </a:cubicBezTo>
                <a:cubicBezTo>
                  <a:pt x="9" y="17"/>
                  <a:pt x="9" y="17"/>
                  <a:pt x="9" y="17"/>
                </a:cubicBezTo>
                <a:cubicBezTo>
                  <a:pt x="0" y="1"/>
                  <a:pt x="0" y="1"/>
                  <a:pt x="0" y="1"/>
                </a:cubicBezTo>
                <a:cubicBezTo>
                  <a:pt x="0" y="1"/>
                  <a:pt x="0" y="1"/>
                  <a:pt x="0" y="1"/>
                </a:cubicBezTo>
                <a:cubicBezTo>
                  <a:pt x="1" y="0"/>
                  <a:pt x="1" y="0"/>
                  <a:pt x="1" y="0"/>
                </a:cubicBezTo>
                <a:cubicBezTo>
                  <a:pt x="6" y="0"/>
                  <a:pt x="6" y="0"/>
                  <a:pt x="6" y="0"/>
                </a:cubicBezTo>
                <a:cubicBezTo>
                  <a:pt x="7" y="0"/>
                  <a:pt x="7" y="0"/>
                  <a:pt x="7" y="1"/>
                </a:cubicBezTo>
                <a:cubicBezTo>
                  <a:pt x="13" y="12"/>
                  <a:pt x="13" y="12"/>
                  <a:pt x="13" y="12"/>
                </a:cubicBezTo>
                <a:cubicBezTo>
                  <a:pt x="14" y="13"/>
                  <a:pt x="14" y="14"/>
                  <a:pt x="14" y="15"/>
                </a:cubicBezTo>
                <a:cubicBezTo>
                  <a:pt x="15" y="14"/>
                  <a:pt x="15" y="13"/>
                  <a:pt x="16" y="12"/>
                </a:cubicBezTo>
                <a:cubicBezTo>
                  <a:pt x="21" y="1"/>
                  <a:pt x="21" y="1"/>
                  <a:pt x="21" y="1"/>
                </a:cubicBezTo>
                <a:cubicBezTo>
                  <a:pt x="21" y="0"/>
                  <a:pt x="22" y="0"/>
                  <a:pt x="22" y="0"/>
                </a:cubicBezTo>
                <a:cubicBezTo>
                  <a:pt x="27" y="0"/>
                  <a:pt x="27" y="0"/>
                  <a:pt x="27" y="0"/>
                </a:cubicBezTo>
                <a:cubicBezTo>
                  <a:pt x="27" y="0"/>
                  <a:pt x="28" y="0"/>
                  <a:pt x="28" y="1"/>
                </a:cubicBezTo>
                <a:cubicBezTo>
                  <a:pt x="28" y="1"/>
                  <a:pt x="28" y="1"/>
                  <a:pt x="28" y="1"/>
                </a:cubicBezTo>
                <a:cubicBezTo>
                  <a:pt x="19" y="17"/>
                  <a:pt x="19" y="17"/>
                  <a:pt x="19" y="17"/>
                </a:cubicBezTo>
                <a:cubicBezTo>
                  <a:pt x="25" y="17"/>
                  <a:pt x="25" y="17"/>
                  <a:pt x="25" y="17"/>
                </a:cubicBezTo>
                <a:cubicBezTo>
                  <a:pt x="26" y="17"/>
                  <a:pt x="26" y="17"/>
                  <a:pt x="26" y="18"/>
                </a:cubicBezTo>
                <a:cubicBezTo>
                  <a:pt x="26" y="20"/>
                  <a:pt x="26" y="20"/>
                  <a:pt x="26" y="20"/>
                </a:cubicBezTo>
                <a:cubicBezTo>
                  <a:pt x="26" y="21"/>
                  <a:pt x="26" y="21"/>
                  <a:pt x="25" y="21"/>
                </a:cubicBezTo>
                <a:cubicBezTo>
                  <a:pt x="17" y="21"/>
                  <a:pt x="17" y="21"/>
                  <a:pt x="17" y="21"/>
                </a:cubicBezTo>
                <a:cubicBezTo>
                  <a:pt x="17" y="24"/>
                  <a:pt x="17" y="24"/>
                  <a:pt x="17" y="24"/>
                </a:cubicBezTo>
                <a:cubicBezTo>
                  <a:pt x="25" y="24"/>
                  <a:pt x="25" y="24"/>
                  <a:pt x="25" y="24"/>
                </a:cubicBezTo>
                <a:cubicBezTo>
                  <a:pt x="26" y="24"/>
                  <a:pt x="26" y="24"/>
                  <a:pt x="26" y="24"/>
                </a:cubicBezTo>
                <a:cubicBezTo>
                  <a:pt x="26" y="27"/>
                  <a:pt x="26" y="27"/>
                  <a:pt x="26" y="27"/>
                </a:cubicBezTo>
                <a:cubicBezTo>
                  <a:pt x="26" y="28"/>
                  <a:pt x="26" y="28"/>
                  <a:pt x="25" y="28"/>
                </a:cubicBezTo>
                <a:cubicBezTo>
                  <a:pt x="17" y="28"/>
                  <a:pt x="17" y="28"/>
                  <a:pt x="17" y="28"/>
                </a:cubicBezTo>
                <a:cubicBezTo>
                  <a:pt x="17" y="37"/>
                  <a:pt x="17" y="37"/>
                  <a:pt x="17" y="37"/>
                </a:cubicBezTo>
                <a:cubicBezTo>
                  <a:pt x="17" y="37"/>
                  <a:pt x="17" y="38"/>
                  <a:pt x="16" y="38"/>
                </a:cubicBezTo>
                <a:lnTo>
                  <a:pt x="12" y="3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4" name="稻壳儿小白白(http://dwz.cn/Wu2UP)"/>
          <p:cNvSpPr>
            <a:spLocks noEditPoints="1"/>
          </p:cNvSpPr>
          <p:nvPr/>
        </p:nvSpPr>
        <p:spPr>
          <a:xfrm>
            <a:off x="10924889" y="3579686"/>
            <a:ext cx="289751" cy="346329"/>
          </a:xfrm>
          <a:custGeom>
            <a:avLst/>
            <a:gdLst>
              <a:gd name="T0" fmla="*/ 1574528614 w 40"/>
              <a:gd name="T1" fmla="*/ 2142342826 h 48"/>
              <a:gd name="T2" fmla="*/ 224932659 w 40"/>
              <a:gd name="T3" fmla="*/ 2142342826 h 48"/>
              <a:gd name="T4" fmla="*/ 0 w 40"/>
              <a:gd name="T5" fmla="*/ 1517494227 h 48"/>
              <a:gd name="T6" fmla="*/ 224932659 w 40"/>
              <a:gd name="T7" fmla="*/ 937272898 h 48"/>
              <a:gd name="T8" fmla="*/ 1574528614 w 40"/>
              <a:gd name="T9" fmla="*/ 937272898 h 48"/>
              <a:gd name="T10" fmla="*/ 1799461274 w 40"/>
              <a:gd name="T11" fmla="*/ 1517494227 h 48"/>
              <a:gd name="T12" fmla="*/ 539835699 w 40"/>
              <a:gd name="T13" fmla="*/ 1249697198 h 48"/>
              <a:gd name="T14" fmla="*/ 134962278 w 40"/>
              <a:gd name="T15" fmla="*/ 1115802024 h 48"/>
              <a:gd name="T16" fmla="*/ 269917850 w 40"/>
              <a:gd name="T17" fmla="*/ 1249697198 h 48"/>
              <a:gd name="T18" fmla="*/ 404880128 w 40"/>
              <a:gd name="T19" fmla="*/ 1919179748 h 48"/>
              <a:gd name="T20" fmla="*/ 539835699 w 40"/>
              <a:gd name="T21" fmla="*/ 1249697198 h 48"/>
              <a:gd name="T22" fmla="*/ 584827597 w 40"/>
              <a:gd name="T23" fmla="*/ 490953425 h 48"/>
              <a:gd name="T24" fmla="*/ 449865318 w 40"/>
              <a:gd name="T25" fmla="*/ 803377724 h 48"/>
              <a:gd name="T26" fmla="*/ 359894938 w 40"/>
              <a:gd name="T27" fmla="*/ 223163077 h 48"/>
              <a:gd name="T28" fmla="*/ 404880128 w 40"/>
              <a:gd name="T29" fmla="*/ 0 h 48"/>
              <a:gd name="T30" fmla="*/ 584827597 w 40"/>
              <a:gd name="T31" fmla="*/ 0 h 48"/>
              <a:gd name="T32" fmla="*/ 854745446 w 40"/>
              <a:gd name="T33" fmla="*/ 1919179748 h 48"/>
              <a:gd name="T34" fmla="*/ 719783168 w 40"/>
              <a:gd name="T35" fmla="*/ 1338965101 h 48"/>
              <a:gd name="T36" fmla="*/ 674797978 w 40"/>
              <a:gd name="T37" fmla="*/ 1829918526 h 48"/>
              <a:gd name="T38" fmla="*/ 629812787 w 40"/>
              <a:gd name="T39" fmla="*/ 1785284574 h 48"/>
              <a:gd name="T40" fmla="*/ 539835699 w 40"/>
              <a:gd name="T41" fmla="*/ 1338965101 h 48"/>
              <a:gd name="T42" fmla="*/ 539835699 w 40"/>
              <a:gd name="T43" fmla="*/ 1874552478 h 48"/>
              <a:gd name="T44" fmla="*/ 719783168 w 40"/>
              <a:gd name="T45" fmla="*/ 1874552478 h 48"/>
              <a:gd name="T46" fmla="*/ 854745446 w 40"/>
              <a:gd name="T47" fmla="*/ 1919179748 h 48"/>
              <a:gd name="T48" fmla="*/ 989701018 w 40"/>
              <a:gd name="T49" fmla="*/ 758743773 h 48"/>
              <a:gd name="T50" fmla="*/ 764768358 w 40"/>
              <a:gd name="T51" fmla="*/ 758743773 h 48"/>
              <a:gd name="T52" fmla="*/ 719783168 w 40"/>
              <a:gd name="T53" fmla="*/ 401692203 h 48"/>
              <a:gd name="T54" fmla="*/ 899730637 w 40"/>
              <a:gd name="T55" fmla="*/ 223163077 h 48"/>
              <a:gd name="T56" fmla="*/ 1034692915 w 40"/>
              <a:gd name="T57" fmla="*/ 401692203 h 48"/>
              <a:gd name="T58" fmla="*/ 944715827 w 40"/>
              <a:gd name="T59" fmla="*/ 401692203 h 48"/>
              <a:gd name="T60" fmla="*/ 809760256 w 40"/>
              <a:gd name="T61" fmla="*/ 401692203 h 48"/>
              <a:gd name="T62" fmla="*/ 899730637 w 40"/>
              <a:gd name="T63" fmla="*/ 714116502 h 48"/>
              <a:gd name="T64" fmla="*/ 944715827 w 40"/>
              <a:gd name="T65" fmla="*/ 401692203 h 48"/>
              <a:gd name="T66" fmla="*/ 1259625574 w 40"/>
              <a:gd name="T67" fmla="*/ 1383599053 h 48"/>
              <a:gd name="T68" fmla="*/ 1034692915 w 40"/>
              <a:gd name="T69" fmla="*/ 1383599053 h 48"/>
              <a:gd name="T70" fmla="*/ 944715827 w 40"/>
              <a:gd name="T71" fmla="*/ 1115802024 h 48"/>
              <a:gd name="T72" fmla="*/ 1034692915 w 40"/>
              <a:gd name="T73" fmla="*/ 1919179748 h 48"/>
              <a:gd name="T74" fmla="*/ 1169648486 w 40"/>
              <a:gd name="T75" fmla="*/ 1919179748 h 48"/>
              <a:gd name="T76" fmla="*/ 1259625574 w 40"/>
              <a:gd name="T77" fmla="*/ 1740650623 h 48"/>
              <a:gd name="T78" fmla="*/ 1169648486 w 40"/>
              <a:gd name="T79" fmla="*/ 1740650623 h 48"/>
              <a:gd name="T80" fmla="*/ 1034692915 w 40"/>
              <a:gd name="T81" fmla="*/ 1785284574 h 48"/>
              <a:gd name="T82" fmla="*/ 1079678106 w 40"/>
              <a:gd name="T83" fmla="*/ 1428226323 h 48"/>
              <a:gd name="T84" fmla="*/ 1169648486 w 40"/>
              <a:gd name="T85" fmla="*/ 1740650623 h 48"/>
              <a:gd name="T86" fmla="*/ 1349595955 w 40"/>
              <a:gd name="T87" fmla="*/ 803377724 h 48"/>
              <a:gd name="T88" fmla="*/ 1214633677 w 40"/>
              <a:gd name="T89" fmla="*/ 803377724 h 48"/>
              <a:gd name="T90" fmla="*/ 1124663296 w 40"/>
              <a:gd name="T91" fmla="*/ 669482551 h 48"/>
              <a:gd name="T92" fmla="*/ 1259625574 w 40"/>
              <a:gd name="T93" fmla="*/ 223163077 h 48"/>
              <a:gd name="T94" fmla="*/ 1259625574 w 40"/>
              <a:gd name="T95" fmla="*/ 714116502 h 48"/>
              <a:gd name="T96" fmla="*/ 1349595955 w 40"/>
              <a:gd name="T97" fmla="*/ 669482551 h 48"/>
              <a:gd name="T98" fmla="*/ 1439566336 w 40"/>
              <a:gd name="T99" fmla="*/ 223163077 h 48"/>
              <a:gd name="T100" fmla="*/ 1664498995 w 40"/>
              <a:gd name="T101" fmla="*/ 1696023352 h 48"/>
              <a:gd name="T102" fmla="*/ 1529543424 w 40"/>
              <a:gd name="T103" fmla="*/ 1785284574 h 48"/>
              <a:gd name="T104" fmla="*/ 1439566336 w 40"/>
              <a:gd name="T105" fmla="*/ 1740650623 h 48"/>
              <a:gd name="T106" fmla="*/ 1664498995 w 40"/>
              <a:gd name="T107" fmla="*/ 1651389401 h 48"/>
              <a:gd name="T108" fmla="*/ 1619513805 w 40"/>
              <a:gd name="T109" fmla="*/ 1383599053 h 48"/>
              <a:gd name="T110" fmla="*/ 1394581146 w 40"/>
              <a:gd name="T111" fmla="*/ 1383599053 h 48"/>
              <a:gd name="T112" fmla="*/ 1349595955 w 40"/>
              <a:gd name="T113" fmla="*/ 1740650623 h 48"/>
              <a:gd name="T114" fmla="*/ 1484558234 w 40"/>
              <a:gd name="T115" fmla="*/ 1919179748 h 48"/>
              <a:gd name="T116" fmla="*/ 1664498995 w 40"/>
              <a:gd name="T117" fmla="*/ 1785284574 h 48"/>
              <a:gd name="T118" fmla="*/ 1664498995 w 40"/>
              <a:gd name="T119" fmla="*/ 1696023352 h 48"/>
              <a:gd name="T120" fmla="*/ 1439566336 w 40"/>
              <a:gd name="T121" fmla="*/ 1562128178 h 48"/>
              <a:gd name="T122" fmla="*/ 1484558234 w 40"/>
              <a:gd name="T123" fmla="*/ 1428226323 h 48"/>
              <a:gd name="T124" fmla="*/ 1574528614 w 40"/>
              <a:gd name="T125" fmla="*/ 1562128178 h 4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0" t="0" r="r" b="b"/>
            <a:pathLst>
              <a:path w="40" h="48">
                <a:moveTo>
                  <a:pt x="39" y="44"/>
                </a:moveTo>
                <a:cubicBezTo>
                  <a:pt x="39" y="46"/>
                  <a:pt x="37" y="47"/>
                  <a:pt x="35" y="48"/>
                </a:cubicBezTo>
                <a:cubicBezTo>
                  <a:pt x="30" y="48"/>
                  <a:pt x="25" y="48"/>
                  <a:pt x="20" y="48"/>
                </a:cubicBezTo>
                <a:cubicBezTo>
                  <a:pt x="15" y="48"/>
                  <a:pt x="10" y="48"/>
                  <a:pt x="5" y="48"/>
                </a:cubicBezTo>
                <a:cubicBezTo>
                  <a:pt x="3" y="47"/>
                  <a:pt x="1" y="46"/>
                  <a:pt x="1" y="44"/>
                </a:cubicBezTo>
                <a:cubicBezTo>
                  <a:pt x="0" y="41"/>
                  <a:pt x="0" y="38"/>
                  <a:pt x="0" y="34"/>
                </a:cubicBezTo>
                <a:cubicBezTo>
                  <a:pt x="0" y="31"/>
                  <a:pt x="0" y="28"/>
                  <a:pt x="1" y="25"/>
                </a:cubicBezTo>
                <a:cubicBezTo>
                  <a:pt x="1" y="23"/>
                  <a:pt x="3" y="21"/>
                  <a:pt x="5" y="21"/>
                </a:cubicBezTo>
                <a:cubicBezTo>
                  <a:pt x="10" y="21"/>
                  <a:pt x="15" y="21"/>
                  <a:pt x="20" y="21"/>
                </a:cubicBezTo>
                <a:cubicBezTo>
                  <a:pt x="25" y="21"/>
                  <a:pt x="30" y="21"/>
                  <a:pt x="35" y="21"/>
                </a:cubicBezTo>
                <a:cubicBezTo>
                  <a:pt x="37" y="21"/>
                  <a:pt x="39" y="23"/>
                  <a:pt x="39" y="25"/>
                </a:cubicBezTo>
                <a:cubicBezTo>
                  <a:pt x="40" y="28"/>
                  <a:pt x="40" y="31"/>
                  <a:pt x="40" y="34"/>
                </a:cubicBezTo>
                <a:cubicBezTo>
                  <a:pt x="40" y="38"/>
                  <a:pt x="40" y="41"/>
                  <a:pt x="39" y="44"/>
                </a:cubicBezTo>
                <a:close/>
                <a:moveTo>
                  <a:pt x="12" y="28"/>
                </a:moveTo>
                <a:cubicBezTo>
                  <a:pt x="12" y="25"/>
                  <a:pt x="12" y="25"/>
                  <a:pt x="12" y="25"/>
                </a:cubicBezTo>
                <a:cubicBezTo>
                  <a:pt x="3" y="25"/>
                  <a:pt x="3" y="25"/>
                  <a:pt x="3" y="25"/>
                </a:cubicBezTo>
                <a:cubicBezTo>
                  <a:pt x="3" y="28"/>
                  <a:pt x="3" y="28"/>
                  <a:pt x="3" y="28"/>
                </a:cubicBezTo>
                <a:cubicBezTo>
                  <a:pt x="6" y="28"/>
                  <a:pt x="6" y="28"/>
                  <a:pt x="6" y="28"/>
                </a:cubicBezTo>
                <a:cubicBezTo>
                  <a:pt x="6" y="43"/>
                  <a:pt x="6" y="43"/>
                  <a:pt x="6" y="43"/>
                </a:cubicBezTo>
                <a:cubicBezTo>
                  <a:pt x="9" y="43"/>
                  <a:pt x="9" y="43"/>
                  <a:pt x="9" y="43"/>
                </a:cubicBezTo>
                <a:cubicBezTo>
                  <a:pt x="9" y="28"/>
                  <a:pt x="9" y="28"/>
                  <a:pt x="9" y="28"/>
                </a:cubicBezTo>
                <a:lnTo>
                  <a:pt x="12" y="28"/>
                </a:lnTo>
                <a:close/>
                <a:moveTo>
                  <a:pt x="16" y="0"/>
                </a:moveTo>
                <a:cubicBezTo>
                  <a:pt x="13" y="11"/>
                  <a:pt x="13" y="11"/>
                  <a:pt x="13" y="11"/>
                </a:cubicBezTo>
                <a:cubicBezTo>
                  <a:pt x="13" y="18"/>
                  <a:pt x="13" y="18"/>
                  <a:pt x="13" y="18"/>
                </a:cubicBezTo>
                <a:cubicBezTo>
                  <a:pt x="10" y="18"/>
                  <a:pt x="10" y="18"/>
                  <a:pt x="10" y="18"/>
                </a:cubicBezTo>
                <a:cubicBezTo>
                  <a:pt x="10" y="11"/>
                  <a:pt x="10" y="11"/>
                  <a:pt x="10" y="11"/>
                </a:cubicBezTo>
                <a:cubicBezTo>
                  <a:pt x="10" y="10"/>
                  <a:pt x="9" y="8"/>
                  <a:pt x="8" y="5"/>
                </a:cubicBezTo>
                <a:cubicBezTo>
                  <a:pt x="8" y="4"/>
                  <a:pt x="7" y="2"/>
                  <a:pt x="7" y="0"/>
                </a:cubicBezTo>
                <a:cubicBezTo>
                  <a:pt x="9" y="0"/>
                  <a:pt x="9" y="0"/>
                  <a:pt x="9" y="0"/>
                </a:cubicBezTo>
                <a:cubicBezTo>
                  <a:pt x="11" y="7"/>
                  <a:pt x="11" y="7"/>
                  <a:pt x="11" y="7"/>
                </a:cubicBezTo>
                <a:cubicBezTo>
                  <a:pt x="13" y="0"/>
                  <a:pt x="13" y="0"/>
                  <a:pt x="13" y="0"/>
                </a:cubicBezTo>
                <a:lnTo>
                  <a:pt x="16" y="0"/>
                </a:lnTo>
                <a:close/>
                <a:moveTo>
                  <a:pt x="19" y="43"/>
                </a:moveTo>
                <a:cubicBezTo>
                  <a:pt x="19" y="30"/>
                  <a:pt x="19" y="30"/>
                  <a:pt x="19" y="30"/>
                </a:cubicBezTo>
                <a:cubicBezTo>
                  <a:pt x="16" y="30"/>
                  <a:pt x="16" y="30"/>
                  <a:pt x="16" y="30"/>
                </a:cubicBezTo>
                <a:cubicBezTo>
                  <a:pt x="16" y="40"/>
                  <a:pt x="16" y="40"/>
                  <a:pt x="16" y="40"/>
                </a:cubicBezTo>
                <a:cubicBezTo>
                  <a:pt x="16" y="41"/>
                  <a:pt x="15" y="41"/>
                  <a:pt x="15" y="41"/>
                </a:cubicBezTo>
                <a:cubicBezTo>
                  <a:pt x="15" y="41"/>
                  <a:pt x="14" y="41"/>
                  <a:pt x="14" y="40"/>
                </a:cubicBezTo>
                <a:cubicBezTo>
                  <a:pt x="14" y="40"/>
                  <a:pt x="14" y="40"/>
                  <a:pt x="14" y="40"/>
                </a:cubicBezTo>
                <a:cubicBezTo>
                  <a:pt x="14" y="30"/>
                  <a:pt x="14" y="30"/>
                  <a:pt x="14" y="30"/>
                </a:cubicBezTo>
                <a:cubicBezTo>
                  <a:pt x="12" y="30"/>
                  <a:pt x="12" y="30"/>
                  <a:pt x="12" y="30"/>
                </a:cubicBezTo>
                <a:cubicBezTo>
                  <a:pt x="12" y="40"/>
                  <a:pt x="12" y="40"/>
                  <a:pt x="12" y="40"/>
                </a:cubicBezTo>
                <a:cubicBezTo>
                  <a:pt x="12" y="41"/>
                  <a:pt x="12" y="42"/>
                  <a:pt x="12" y="42"/>
                </a:cubicBezTo>
                <a:cubicBezTo>
                  <a:pt x="12" y="43"/>
                  <a:pt x="13" y="43"/>
                  <a:pt x="14" y="43"/>
                </a:cubicBezTo>
                <a:cubicBezTo>
                  <a:pt x="15" y="43"/>
                  <a:pt x="15" y="43"/>
                  <a:pt x="16" y="42"/>
                </a:cubicBezTo>
                <a:cubicBezTo>
                  <a:pt x="16" y="43"/>
                  <a:pt x="16" y="43"/>
                  <a:pt x="16" y="43"/>
                </a:cubicBezTo>
                <a:lnTo>
                  <a:pt x="19" y="43"/>
                </a:lnTo>
                <a:close/>
                <a:moveTo>
                  <a:pt x="23" y="14"/>
                </a:moveTo>
                <a:cubicBezTo>
                  <a:pt x="23" y="15"/>
                  <a:pt x="23" y="16"/>
                  <a:pt x="22" y="17"/>
                </a:cubicBezTo>
                <a:cubicBezTo>
                  <a:pt x="22" y="18"/>
                  <a:pt x="21" y="18"/>
                  <a:pt x="20" y="18"/>
                </a:cubicBezTo>
                <a:cubicBezTo>
                  <a:pt x="18" y="18"/>
                  <a:pt x="17" y="18"/>
                  <a:pt x="17" y="17"/>
                </a:cubicBezTo>
                <a:cubicBezTo>
                  <a:pt x="16" y="16"/>
                  <a:pt x="16" y="15"/>
                  <a:pt x="16" y="14"/>
                </a:cubicBezTo>
                <a:cubicBezTo>
                  <a:pt x="16" y="9"/>
                  <a:pt x="16" y="9"/>
                  <a:pt x="16" y="9"/>
                </a:cubicBezTo>
                <a:cubicBezTo>
                  <a:pt x="16" y="8"/>
                  <a:pt x="16" y="7"/>
                  <a:pt x="17" y="6"/>
                </a:cubicBezTo>
                <a:cubicBezTo>
                  <a:pt x="17" y="5"/>
                  <a:pt x="18" y="5"/>
                  <a:pt x="20" y="5"/>
                </a:cubicBezTo>
                <a:cubicBezTo>
                  <a:pt x="21" y="5"/>
                  <a:pt x="22" y="5"/>
                  <a:pt x="22" y="6"/>
                </a:cubicBezTo>
                <a:cubicBezTo>
                  <a:pt x="23" y="7"/>
                  <a:pt x="23" y="8"/>
                  <a:pt x="23" y="9"/>
                </a:cubicBezTo>
                <a:lnTo>
                  <a:pt x="23" y="14"/>
                </a:lnTo>
                <a:close/>
                <a:moveTo>
                  <a:pt x="21" y="9"/>
                </a:moveTo>
                <a:cubicBezTo>
                  <a:pt x="21" y="7"/>
                  <a:pt x="20" y="7"/>
                  <a:pt x="20" y="7"/>
                </a:cubicBezTo>
                <a:cubicBezTo>
                  <a:pt x="19" y="7"/>
                  <a:pt x="18" y="7"/>
                  <a:pt x="18" y="9"/>
                </a:cubicBezTo>
                <a:cubicBezTo>
                  <a:pt x="18" y="14"/>
                  <a:pt x="18" y="14"/>
                  <a:pt x="18" y="14"/>
                </a:cubicBezTo>
                <a:cubicBezTo>
                  <a:pt x="18" y="16"/>
                  <a:pt x="19" y="16"/>
                  <a:pt x="20" y="16"/>
                </a:cubicBezTo>
                <a:cubicBezTo>
                  <a:pt x="20" y="16"/>
                  <a:pt x="21" y="16"/>
                  <a:pt x="21" y="14"/>
                </a:cubicBezTo>
                <a:lnTo>
                  <a:pt x="21" y="9"/>
                </a:lnTo>
                <a:close/>
                <a:moveTo>
                  <a:pt x="28" y="34"/>
                </a:moveTo>
                <a:cubicBezTo>
                  <a:pt x="28" y="33"/>
                  <a:pt x="28" y="32"/>
                  <a:pt x="28" y="31"/>
                </a:cubicBezTo>
                <a:cubicBezTo>
                  <a:pt x="27" y="30"/>
                  <a:pt x="27" y="30"/>
                  <a:pt x="26" y="30"/>
                </a:cubicBezTo>
                <a:cubicBezTo>
                  <a:pt x="25" y="30"/>
                  <a:pt x="24" y="30"/>
                  <a:pt x="23" y="31"/>
                </a:cubicBezTo>
                <a:cubicBezTo>
                  <a:pt x="23" y="25"/>
                  <a:pt x="23" y="25"/>
                  <a:pt x="23" y="25"/>
                </a:cubicBezTo>
                <a:cubicBezTo>
                  <a:pt x="21" y="25"/>
                  <a:pt x="21" y="25"/>
                  <a:pt x="21" y="25"/>
                </a:cubicBezTo>
                <a:cubicBezTo>
                  <a:pt x="21" y="43"/>
                  <a:pt x="21" y="43"/>
                  <a:pt x="21" y="43"/>
                </a:cubicBezTo>
                <a:cubicBezTo>
                  <a:pt x="23" y="43"/>
                  <a:pt x="23" y="43"/>
                  <a:pt x="23" y="43"/>
                </a:cubicBezTo>
                <a:cubicBezTo>
                  <a:pt x="23" y="42"/>
                  <a:pt x="23" y="42"/>
                  <a:pt x="23" y="42"/>
                </a:cubicBezTo>
                <a:cubicBezTo>
                  <a:pt x="24" y="43"/>
                  <a:pt x="25" y="43"/>
                  <a:pt x="26" y="43"/>
                </a:cubicBezTo>
                <a:cubicBezTo>
                  <a:pt x="27" y="43"/>
                  <a:pt x="27" y="43"/>
                  <a:pt x="28" y="42"/>
                </a:cubicBezTo>
                <a:cubicBezTo>
                  <a:pt x="28" y="41"/>
                  <a:pt x="28" y="40"/>
                  <a:pt x="28" y="39"/>
                </a:cubicBezTo>
                <a:lnTo>
                  <a:pt x="28" y="34"/>
                </a:lnTo>
                <a:close/>
                <a:moveTo>
                  <a:pt x="26" y="39"/>
                </a:moveTo>
                <a:cubicBezTo>
                  <a:pt x="26" y="40"/>
                  <a:pt x="25" y="41"/>
                  <a:pt x="24" y="41"/>
                </a:cubicBezTo>
                <a:cubicBezTo>
                  <a:pt x="24" y="41"/>
                  <a:pt x="24" y="41"/>
                  <a:pt x="23" y="40"/>
                </a:cubicBezTo>
                <a:cubicBezTo>
                  <a:pt x="23" y="32"/>
                  <a:pt x="23" y="32"/>
                  <a:pt x="23" y="32"/>
                </a:cubicBezTo>
                <a:cubicBezTo>
                  <a:pt x="24" y="32"/>
                  <a:pt x="24" y="32"/>
                  <a:pt x="24" y="32"/>
                </a:cubicBezTo>
                <a:cubicBezTo>
                  <a:pt x="25" y="32"/>
                  <a:pt x="26" y="32"/>
                  <a:pt x="26" y="34"/>
                </a:cubicBezTo>
                <a:lnTo>
                  <a:pt x="26" y="39"/>
                </a:lnTo>
                <a:close/>
                <a:moveTo>
                  <a:pt x="32" y="18"/>
                </a:moveTo>
                <a:cubicBezTo>
                  <a:pt x="30" y="18"/>
                  <a:pt x="30" y="18"/>
                  <a:pt x="30" y="18"/>
                </a:cubicBezTo>
                <a:cubicBezTo>
                  <a:pt x="30" y="17"/>
                  <a:pt x="30" y="17"/>
                  <a:pt x="30" y="17"/>
                </a:cubicBezTo>
                <a:cubicBezTo>
                  <a:pt x="29" y="18"/>
                  <a:pt x="28" y="18"/>
                  <a:pt x="27" y="18"/>
                </a:cubicBezTo>
                <a:cubicBezTo>
                  <a:pt x="26" y="18"/>
                  <a:pt x="26" y="18"/>
                  <a:pt x="25" y="17"/>
                </a:cubicBezTo>
                <a:cubicBezTo>
                  <a:pt x="25" y="17"/>
                  <a:pt x="25" y="16"/>
                  <a:pt x="25" y="15"/>
                </a:cubicBezTo>
                <a:cubicBezTo>
                  <a:pt x="25" y="5"/>
                  <a:pt x="25" y="5"/>
                  <a:pt x="25" y="5"/>
                </a:cubicBezTo>
                <a:cubicBezTo>
                  <a:pt x="28" y="5"/>
                  <a:pt x="28" y="5"/>
                  <a:pt x="28" y="5"/>
                </a:cubicBezTo>
                <a:cubicBezTo>
                  <a:pt x="28" y="15"/>
                  <a:pt x="28" y="15"/>
                  <a:pt x="28" y="15"/>
                </a:cubicBezTo>
                <a:cubicBezTo>
                  <a:pt x="28" y="15"/>
                  <a:pt x="28" y="16"/>
                  <a:pt x="28" y="16"/>
                </a:cubicBezTo>
                <a:cubicBezTo>
                  <a:pt x="28" y="16"/>
                  <a:pt x="28" y="16"/>
                  <a:pt x="28" y="16"/>
                </a:cubicBezTo>
                <a:cubicBezTo>
                  <a:pt x="29" y="16"/>
                  <a:pt x="29" y="16"/>
                  <a:pt x="30" y="15"/>
                </a:cubicBezTo>
                <a:cubicBezTo>
                  <a:pt x="30" y="5"/>
                  <a:pt x="30" y="5"/>
                  <a:pt x="30" y="5"/>
                </a:cubicBezTo>
                <a:cubicBezTo>
                  <a:pt x="32" y="5"/>
                  <a:pt x="32" y="5"/>
                  <a:pt x="32" y="5"/>
                </a:cubicBezTo>
                <a:lnTo>
                  <a:pt x="32" y="18"/>
                </a:lnTo>
                <a:close/>
                <a:moveTo>
                  <a:pt x="37" y="38"/>
                </a:moveTo>
                <a:cubicBezTo>
                  <a:pt x="35" y="38"/>
                  <a:pt x="35" y="38"/>
                  <a:pt x="35" y="38"/>
                </a:cubicBezTo>
                <a:cubicBezTo>
                  <a:pt x="35" y="39"/>
                  <a:pt x="35" y="40"/>
                  <a:pt x="34" y="40"/>
                </a:cubicBezTo>
                <a:cubicBezTo>
                  <a:pt x="34" y="41"/>
                  <a:pt x="34" y="41"/>
                  <a:pt x="33" y="41"/>
                </a:cubicBezTo>
                <a:cubicBezTo>
                  <a:pt x="33" y="41"/>
                  <a:pt x="32" y="40"/>
                  <a:pt x="32" y="39"/>
                </a:cubicBezTo>
                <a:cubicBezTo>
                  <a:pt x="32" y="37"/>
                  <a:pt x="32" y="37"/>
                  <a:pt x="32" y="37"/>
                </a:cubicBezTo>
                <a:cubicBezTo>
                  <a:pt x="37" y="37"/>
                  <a:pt x="37" y="37"/>
                  <a:pt x="37" y="37"/>
                </a:cubicBezTo>
                <a:cubicBezTo>
                  <a:pt x="37" y="34"/>
                  <a:pt x="37" y="34"/>
                  <a:pt x="37" y="34"/>
                </a:cubicBezTo>
                <a:cubicBezTo>
                  <a:pt x="37" y="33"/>
                  <a:pt x="37" y="32"/>
                  <a:pt x="36" y="31"/>
                </a:cubicBezTo>
                <a:cubicBezTo>
                  <a:pt x="36" y="30"/>
                  <a:pt x="35" y="30"/>
                  <a:pt x="33" y="30"/>
                </a:cubicBezTo>
                <a:cubicBezTo>
                  <a:pt x="32" y="30"/>
                  <a:pt x="31" y="30"/>
                  <a:pt x="31" y="31"/>
                </a:cubicBezTo>
                <a:cubicBezTo>
                  <a:pt x="30" y="32"/>
                  <a:pt x="30" y="33"/>
                  <a:pt x="30" y="34"/>
                </a:cubicBezTo>
                <a:cubicBezTo>
                  <a:pt x="30" y="39"/>
                  <a:pt x="30" y="39"/>
                  <a:pt x="30" y="39"/>
                </a:cubicBezTo>
                <a:cubicBezTo>
                  <a:pt x="30" y="40"/>
                  <a:pt x="30" y="41"/>
                  <a:pt x="31" y="42"/>
                </a:cubicBezTo>
                <a:cubicBezTo>
                  <a:pt x="31" y="43"/>
                  <a:pt x="32" y="43"/>
                  <a:pt x="33" y="43"/>
                </a:cubicBezTo>
                <a:cubicBezTo>
                  <a:pt x="35" y="43"/>
                  <a:pt x="36" y="43"/>
                  <a:pt x="36" y="42"/>
                </a:cubicBezTo>
                <a:cubicBezTo>
                  <a:pt x="37" y="41"/>
                  <a:pt x="37" y="41"/>
                  <a:pt x="37" y="40"/>
                </a:cubicBezTo>
                <a:cubicBezTo>
                  <a:pt x="37" y="40"/>
                  <a:pt x="37" y="40"/>
                  <a:pt x="37" y="39"/>
                </a:cubicBezTo>
                <a:lnTo>
                  <a:pt x="37" y="38"/>
                </a:lnTo>
                <a:close/>
                <a:moveTo>
                  <a:pt x="35" y="35"/>
                </a:moveTo>
                <a:cubicBezTo>
                  <a:pt x="32" y="35"/>
                  <a:pt x="32" y="35"/>
                  <a:pt x="32" y="35"/>
                </a:cubicBezTo>
                <a:cubicBezTo>
                  <a:pt x="32" y="34"/>
                  <a:pt x="32" y="34"/>
                  <a:pt x="32" y="34"/>
                </a:cubicBezTo>
                <a:cubicBezTo>
                  <a:pt x="32" y="32"/>
                  <a:pt x="33" y="32"/>
                  <a:pt x="33" y="32"/>
                </a:cubicBezTo>
                <a:cubicBezTo>
                  <a:pt x="34" y="32"/>
                  <a:pt x="35" y="32"/>
                  <a:pt x="35" y="34"/>
                </a:cubicBezTo>
                <a:lnTo>
                  <a:pt x="35"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5" name="稻壳儿小白白(http://dwz.cn/Wu2UP)"/>
          <p:cNvSpPr>
            <a:spLocks noEditPoints="1"/>
          </p:cNvSpPr>
          <p:nvPr/>
        </p:nvSpPr>
        <p:spPr>
          <a:xfrm>
            <a:off x="10897457" y="4167759"/>
            <a:ext cx="346329" cy="245174"/>
          </a:xfrm>
          <a:custGeom>
            <a:avLst/>
            <a:gdLst>
              <a:gd name="T0" fmla="*/ 2097708874 w 48"/>
              <a:gd name="T1" fmla="*/ 1248251011 h 34"/>
              <a:gd name="T2" fmla="*/ 1874552478 w 48"/>
              <a:gd name="T3" fmla="*/ 1471151070 h 34"/>
              <a:gd name="T4" fmla="*/ 1071174753 w 48"/>
              <a:gd name="T5" fmla="*/ 1515732417 h 34"/>
              <a:gd name="T6" fmla="*/ 267790348 w 48"/>
              <a:gd name="T7" fmla="*/ 1471151070 h 34"/>
              <a:gd name="T8" fmla="*/ 44633952 w 48"/>
              <a:gd name="T9" fmla="*/ 1248251011 h 34"/>
              <a:gd name="T10" fmla="*/ 0 w 48"/>
              <a:gd name="T11" fmla="*/ 757869547 h 34"/>
              <a:gd name="T12" fmla="*/ 44633952 w 48"/>
              <a:gd name="T13" fmla="*/ 222900059 h 34"/>
              <a:gd name="T14" fmla="*/ 267790348 w 48"/>
              <a:gd name="T15" fmla="*/ 0 h 34"/>
              <a:gd name="T16" fmla="*/ 1071174753 w 48"/>
              <a:gd name="T17" fmla="*/ 0 h 34"/>
              <a:gd name="T18" fmla="*/ 1874552478 w 48"/>
              <a:gd name="T19" fmla="*/ 0 h 34"/>
              <a:gd name="T20" fmla="*/ 2097708874 w 48"/>
              <a:gd name="T21" fmla="*/ 222900059 h 34"/>
              <a:gd name="T22" fmla="*/ 2142342826 w 48"/>
              <a:gd name="T23" fmla="*/ 757869547 h 34"/>
              <a:gd name="T24" fmla="*/ 2097708874 w 48"/>
              <a:gd name="T25" fmla="*/ 1248251011 h 34"/>
              <a:gd name="T26" fmla="*/ 1517494227 w 48"/>
              <a:gd name="T27" fmla="*/ 668706853 h 34"/>
              <a:gd name="T28" fmla="*/ 892645628 w 48"/>
              <a:gd name="T29" fmla="*/ 312062753 h 34"/>
              <a:gd name="T30" fmla="*/ 803377724 w 48"/>
              <a:gd name="T31" fmla="*/ 312062753 h 34"/>
              <a:gd name="T32" fmla="*/ 758743773 w 48"/>
              <a:gd name="T33" fmla="*/ 356644100 h 34"/>
              <a:gd name="T34" fmla="*/ 758743773 w 48"/>
              <a:gd name="T35" fmla="*/ 1114506970 h 34"/>
              <a:gd name="T36" fmla="*/ 803377724 w 48"/>
              <a:gd name="T37" fmla="*/ 1203669664 h 34"/>
              <a:gd name="T38" fmla="*/ 848011676 w 48"/>
              <a:gd name="T39" fmla="*/ 1203669664 h 34"/>
              <a:gd name="T40" fmla="*/ 892645628 w 48"/>
              <a:gd name="T41" fmla="*/ 1203669664 h 34"/>
              <a:gd name="T42" fmla="*/ 1517494227 w 48"/>
              <a:gd name="T43" fmla="*/ 802444217 h 34"/>
              <a:gd name="T44" fmla="*/ 1517494227 w 48"/>
              <a:gd name="T45" fmla="*/ 757869547 h 34"/>
              <a:gd name="T46" fmla="*/ 1517494227 w 48"/>
              <a:gd name="T47" fmla="*/ 668706853 h 3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48" h="34">
                <a:moveTo>
                  <a:pt x="47" y="28"/>
                </a:moveTo>
                <a:cubicBezTo>
                  <a:pt x="47" y="31"/>
                  <a:pt x="45" y="33"/>
                  <a:pt x="42" y="33"/>
                </a:cubicBezTo>
                <a:cubicBezTo>
                  <a:pt x="36" y="34"/>
                  <a:pt x="30" y="34"/>
                  <a:pt x="24" y="34"/>
                </a:cubicBezTo>
                <a:cubicBezTo>
                  <a:pt x="18" y="34"/>
                  <a:pt x="12" y="34"/>
                  <a:pt x="6" y="33"/>
                </a:cubicBezTo>
                <a:cubicBezTo>
                  <a:pt x="4" y="33"/>
                  <a:pt x="2" y="31"/>
                  <a:pt x="1" y="28"/>
                </a:cubicBezTo>
                <a:cubicBezTo>
                  <a:pt x="0" y="25"/>
                  <a:pt x="0" y="21"/>
                  <a:pt x="0" y="17"/>
                </a:cubicBezTo>
                <a:cubicBezTo>
                  <a:pt x="0" y="13"/>
                  <a:pt x="0" y="9"/>
                  <a:pt x="1" y="5"/>
                </a:cubicBezTo>
                <a:cubicBezTo>
                  <a:pt x="2" y="3"/>
                  <a:pt x="4" y="1"/>
                  <a:pt x="6" y="0"/>
                </a:cubicBezTo>
                <a:cubicBezTo>
                  <a:pt x="12" y="0"/>
                  <a:pt x="18" y="0"/>
                  <a:pt x="24" y="0"/>
                </a:cubicBezTo>
                <a:cubicBezTo>
                  <a:pt x="30" y="0"/>
                  <a:pt x="36" y="0"/>
                  <a:pt x="42" y="0"/>
                </a:cubicBezTo>
                <a:cubicBezTo>
                  <a:pt x="45" y="1"/>
                  <a:pt x="47" y="3"/>
                  <a:pt x="47" y="5"/>
                </a:cubicBezTo>
                <a:cubicBezTo>
                  <a:pt x="48" y="9"/>
                  <a:pt x="48" y="13"/>
                  <a:pt x="48" y="17"/>
                </a:cubicBezTo>
                <a:cubicBezTo>
                  <a:pt x="48" y="21"/>
                  <a:pt x="48" y="25"/>
                  <a:pt x="47" y="28"/>
                </a:cubicBezTo>
                <a:close/>
                <a:moveTo>
                  <a:pt x="34" y="15"/>
                </a:moveTo>
                <a:cubicBezTo>
                  <a:pt x="20" y="7"/>
                  <a:pt x="20" y="7"/>
                  <a:pt x="20" y="7"/>
                </a:cubicBezTo>
                <a:cubicBezTo>
                  <a:pt x="19" y="6"/>
                  <a:pt x="19" y="6"/>
                  <a:pt x="18" y="7"/>
                </a:cubicBezTo>
                <a:cubicBezTo>
                  <a:pt x="18" y="7"/>
                  <a:pt x="17" y="8"/>
                  <a:pt x="17" y="8"/>
                </a:cubicBezTo>
                <a:cubicBezTo>
                  <a:pt x="17" y="25"/>
                  <a:pt x="17" y="25"/>
                  <a:pt x="17" y="25"/>
                </a:cubicBezTo>
                <a:cubicBezTo>
                  <a:pt x="17" y="26"/>
                  <a:pt x="18" y="27"/>
                  <a:pt x="18" y="27"/>
                </a:cubicBezTo>
                <a:cubicBezTo>
                  <a:pt x="18" y="27"/>
                  <a:pt x="19" y="27"/>
                  <a:pt x="19" y="27"/>
                </a:cubicBezTo>
                <a:cubicBezTo>
                  <a:pt x="19" y="27"/>
                  <a:pt x="20" y="27"/>
                  <a:pt x="20" y="27"/>
                </a:cubicBezTo>
                <a:cubicBezTo>
                  <a:pt x="34" y="18"/>
                  <a:pt x="34" y="18"/>
                  <a:pt x="34" y="18"/>
                </a:cubicBezTo>
                <a:cubicBezTo>
                  <a:pt x="34" y="18"/>
                  <a:pt x="34" y="17"/>
                  <a:pt x="34" y="17"/>
                </a:cubicBezTo>
                <a:cubicBezTo>
                  <a:pt x="34" y="16"/>
                  <a:pt x="34" y="16"/>
                  <a:pt x="34" y="1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6" name="稻壳儿小白白(http://dwz.cn/Wu2UP)"/>
          <p:cNvSpPr>
            <a:spLocks noEditPoints="1"/>
          </p:cNvSpPr>
          <p:nvPr/>
        </p:nvSpPr>
        <p:spPr>
          <a:xfrm>
            <a:off x="10924889" y="4675251"/>
            <a:ext cx="296609" cy="296609"/>
          </a:xfrm>
          <a:custGeom>
            <a:avLst/>
            <a:gdLst>
              <a:gd name="T0" fmla="*/ 314085395 w 41"/>
              <a:gd name="T1" fmla="*/ 1839659294 h 41"/>
              <a:gd name="T2" fmla="*/ 314085395 w 41"/>
              <a:gd name="T3" fmla="*/ 0 h 41"/>
              <a:gd name="T4" fmla="*/ 1839659294 w 41"/>
              <a:gd name="T5" fmla="*/ 1480700729 h 41"/>
              <a:gd name="T6" fmla="*/ 897396411 w 41"/>
              <a:gd name="T7" fmla="*/ 807656770 h 41"/>
              <a:gd name="T8" fmla="*/ 224345754 w 41"/>
              <a:gd name="T9" fmla="*/ 1256354976 h 41"/>
              <a:gd name="T10" fmla="*/ 897396411 w 41"/>
              <a:gd name="T11" fmla="*/ 1705053181 h 41"/>
              <a:gd name="T12" fmla="*/ 1570440370 w 41"/>
              <a:gd name="T13" fmla="*/ 1256354976 h 41"/>
              <a:gd name="T14" fmla="*/ 538437847 w 41"/>
              <a:gd name="T15" fmla="*/ 1032002524 h 41"/>
              <a:gd name="T16" fmla="*/ 448698206 w 41"/>
              <a:gd name="T17" fmla="*/ 1032002524 h 41"/>
              <a:gd name="T18" fmla="*/ 628177488 w 41"/>
              <a:gd name="T19" fmla="*/ 942262883 h 41"/>
              <a:gd name="T20" fmla="*/ 673043959 w 41"/>
              <a:gd name="T21" fmla="*/ 89739641 h 41"/>
              <a:gd name="T22" fmla="*/ 448698206 w 41"/>
              <a:gd name="T23" fmla="*/ 89739641 h 41"/>
              <a:gd name="T24" fmla="*/ 583304318 w 41"/>
              <a:gd name="T25" fmla="*/ 717917129 h 41"/>
              <a:gd name="T26" fmla="*/ 762783600 w 41"/>
              <a:gd name="T27" fmla="*/ 89739641 h 41"/>
              <a:gd name="T28" fmla="*/ 762783600 w 41"/>
              <a:gd name="T29" fmla="*/ 1480700729 h 41"/>
              <a:gd name="T30" fmla="*/ 628177488 w 41"/>
              <a:gd name="T31" fmla="*/ 1435834258 h 41"/>
              <a:gd name="T32" fmla="*/ 717917129 w 41"/>
              <a:gd name="T33" fmla="*/ 1435834258 h 41"/>
              <a:gd name="T34" fmla="*/ 762783600 w 41"/>
              <a:gd name="T35" fmla="*/ 1435834258 h 41"/>
              <a:gd name="T36" fmla="*/ 852523241 w 41"/>
              <a:gd name="T37" fmla="*/ 1525573899 h 41"/>
              <a:gd name="T38" fmla="*/ 897396411 w 41"/>
              <a:gd name="T39" fmla="*/ 269218923 h 41"/>
              <a:gd name="T40" fmla="*/ 762783600 w 41"/>
              <a:gd name="T41" fmla="*/ 583304318 h 41"/>
              <a:gd name="T42" fmla="*/ 987136052 w 41"/>
              <a:gd name="T43" fmla="*/ 673043959 h 41"/>
              <a:gd name="T44" fmla="*/ 942262883 w 41"/>
              <a:gd name="T45" fmla="*/ 583304318 h 41"/>
              <a:gd name="T46" fmla="*/ 852523241 w 41"/>
              <a:gd name="T47" fmla="*/ 403825036 h 41"/>
              <a:gd name="T48" fmla="*/ 942262883 w 41"/>
              <a:gd name="T49" fmla="*/ 583304318 h 41"/>
              <a:gd name="T50" fmla="*/ 1076875693 w 41"/>
              <a:gd name="T51" fmla="*/ 1525573899 h 41"/>
              <a:gd name="T52" fmla="*/ 942262883 w 41"/>
              <a:gd name="T53" fmla="*/ 1525573899 h 41"/>
              <a:gd name="T54" fmla="*/ 987136052 w 41"/>
              <a:gd name="T55" fmla="*/ 1121742165 h 41"/>
              <a:gd name="T56" fmla="*/ 1166615335 w 41"/>
              <a:gd name="T57" fmla="*/ 1211481806 h 41"/>
              <a:gd name="T58" fmla="*/ 1032002524 w 41"/>
              <a:gd name="T59" fmla="*/ 1166615335 h 41"/>
              <a:gd name="T60" fmla="*/ 1032002524 w 41"/>
              <a:gd name="T61" fmla="*/ 1480700729 h 41"/>
              <a:gd name="T62" fmla="*/ 1301221447 w 41"/>
              <a:gd name="T63" fmla="*/ 717917129 h 41"/>
              <a:gd name="T64" fmla="*/ 1211481806 w 41"/>
              <a:gd name="T65" fmla="*/ 583304318 h 41"/>
              <a:gd name="T66" fmla="*/ 1166615335 w 41"/>
              <a:gd name="T67" fmla="*/ 583304318 h 41"/>
              <a:gd name="T68" fmla="*/ 1076875693 w 41"/>
              <a:gd name="T69" fmla="*/ 628177488 h 41"/>
              <a:gd name="T70" fmla="*/ 1211481806 w 41"/>
              <a:gd name="T71" fmla="*/ 673043959 h 41"/>
              <a:gd name="T72" fmla="*/ 1480700729 w 41"/>
              <a:gd name="T73" fmla="*/ 1390961088 h 41"/>
              <a:gd name="T74" fmla="*/ 1346094617 w 41"/>
              <a:gd name="T75" fmla="*/ 1525573899 h 41"/>
              <a:gd name="T76" fmla="*/ 1211481806 w 41"/>
              <a:gd name="T77" fmla="*/ 1256354976 h 41"/>
              <a:gd name="T78" fmla="*/ 1435834258 w 41"/>
              <a:gd name="T79" fmla="*/ 1121742165 h 41"/>
              <a:gd name="T80" fmla="*/ 1301221447 w 41"/>
              <a:gd name="T81" fmla="*/ 1346094617 h 41"/>
              <a:gd name="T82" fmla="*/ 1390961088 w 41"/>
              <a:gd name="T83" fmla="*/ 1435834258 h 41"/>
              <a:gd name="T84" fmla="*/ 1390961088 w 41"/>
              <a:gd name="T85" fmla="*/ 1256354976 h 41"/>
              <a:gd name="T86" fmla="*/ 1301221447 w 41"/>
              <a:gd name="T87" fmla="*/ 1211481806 h 4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1" h="41">
                <a:moveTo>
                  <a:pt x="41" y="33"/>
                </a:moveTo>
                <a:cubicBezTo>
                  <a:pt x="41" y="38"/>
                  <a:pt x="37" y="41"/>
                  <a:pt x="33" y="41"/>
                </a:cubicBezTo>
                <a:cubicBezTo>
                  <a:pt x="7" y="41"/>
                  <a:pt x="7" y="41"/>
                  <a:pt x="7" y="41"/>
                </a:cubicBezTo>
                <a:cubicBezTo>
                  <a:pt x="3" y="41"/>
                  <a:pt x="0" y="38"/>
                  <a:pt x="0" y="33"/>
                </a:cubicBezTo>
                <a:cubicBezTo>
                  <a:pt x="0" y="8"/>
                  <a:pt x="0" y="8"/>
                  <a:pt x="0" y="8"/>
                </a:cubicBezTo>
                <a:cubicBezTo>
                  <a:pt x="0" y="3"/>
                  <a:pt x="3" y="0"/>
                  <a:pt x="7" y="0"/>
                </a:cubicBezTo>
                <a:cubicBezTo>
                  <a:pt x="33" y="0"/>
                  <a:pt x="33" y="0"/>
                  <a:pt x="33" y="0"/>
                </a:cubicBezTo>
                <a:cubicBezTo>
                  <a:pt x="37" y="0"/>
                  <a:pt x="41" y="3"/>
                  <a:pt x="41" y="8"/>
                </a:cubicBezTo>
                <a:lnTo>
                  <a:pt x="41" y="33"/>
                </a:lnTo>
                <a:close/>
                <a:moveTo>
                  <a:pt x="34" y="21"/>
                </a:moveTo>
                <a:cubicBezTo>
                  <a:pt x="34" y="19"/>
                  <a:pt x="33" y="18"/>
                  <a:pt x="31" y="18"/>
                </a:cubicBezTo>
                <a:cubicBezTo>
                  <a:pt x="27" y="18"/>
                  <a:pt x="24" y="18"/>
                  <a:pt x="20" y="18"/>
                </a:cubicBezTo>
                <a:cubicBezTo>
                  <a:pt x="16" y="18"/>
                  <a:pt x="13" y="18"/>
                  <a:pt x="9" y="18"/>
                </a:cubicBezTo>
                <a:cubicBezTo>
                  <a:pt x="8" y="18"/>
                  <a:pt x="6" y="19"/>
                  <a:pt x="6" y="21"/>
                </a:cubicBezTo>
                <a:cubicBezTo>
                  <a:pt x="5" y="23"/>
                  <a:pt x="5" y="25"/>
                  <a:pt x="5" y="28"/>
                </a:cubicBezTo>
                <a:cubicBezTo>
                  <a:pt x="5" y="30"/>
                  <a:pt x="5" y="33"/>
                  <a:pt x="6" y="35"/>
                </a:cubicBezTo>
                <a:cubicBezTo>
                  <a:pt x="6" y="36"/>
                  <a:pt x="8" y="37"/>
                  <a:pt x="9" y="38"/>
                </a:cubicBezTo>
                <a:cubicBezTo>
                  <a:pt x="13" y="38"/>
                  <a:pt x="16" y="38"/>
                  <a:pt x="20" y="38"/>
                </a:cubicBezTo>
                <a:cubicBezTo>
                  <a:pt x="24" y="38"/>
                  <a:pt x="27" y="38"/>
                  <a:pt x="31" y="38"/>
                </a:cubicBezTo>
                <a:cubicBezTo>
                  <a:pt x="33" y="37"/>
                  <a:pt x="34" y="36"/>
                  <a:pt x="34" y="35"/>
                </a:cubicBezTo>
                <a:cubicBezTo>
                  <a:pt x="35" y="33"/>
                  <a:pt x="35" y="30"/>
                  <a:pt x="35" y="28"/>
                </a:cubicBezTo>
                <a:cubicBezTo>
                  <a:pt x="35" y="25"/>
                  <a:pt x="35" y="23"/>
                  <a:pt x="34" y="21"/>
                </a:cubicBezTo>
                <a:close/>
                <a:moveTo>
                  <a:pt x="14" y="23"/>
                </a:moveTo>
                <a:cubicBezTo>
                  <a:pt x="12" y="23"/>
                  <a:pt x="12" y="23"/>
                  <a:pt x="12" y="23"/>
                </a:cubicBezTo>
                <a:cubicBezTo>
                  <a:pt x="12" y="34"/>
                  <a:pt x="12" y="34"/>
                  <a:pt x="12" y="34"/>
                </a:cubicBezTo>
                <a:cubicBezTo>
                  <a:pt x="10" y="34"/>
                  <a:pt x="10" y="34"/>
                  <a:pt x="10" y="34"/>
                </a:cubicBezTo>
                <a:cubicBezTo>
                  <a:pt x="10" y="23"/>
                  <a:pt x="10" y="23"/>
                  <a:pt x="10" y="23"/>
                </a:cubicBezTo>
                <a:cubicBezTo>
                  <a:pt x="8" y="23"/>
                  <a:pt x="8" y="23"/>
                  <a:pt x="8" y="23"/>
                </a:cubicBezTo>
                <a:cubicBezTo>
                  <a:pt x="8" y="21"/>
                  <a:pt x="8" y="21"/>
                  <a:pt x="8" y="21"/>
                </a:cubicBezTo>
                <a:cubicBezTo>
                  <a:pt x="14" y="21"/>
                  <a:pt x="14" y="21"/>
                  <a:pt x="14" y="21"/>
                </a:cubicBezTo>
                <a:lnTo>
                  <a:pt x="14" y="23"/>
                </a:lnTo>
                <a:close/>
                <a:moveTo>
                  <a:pt x="17" y="2"/>
                </a:moveTo>
                <a:cubicBezTo>
                  <a:pt x="15" y="2"/>
                  <a:pt x="15" y="2"/>
                  <a:pt x="15" y="2"/>
                </a:cubicBezTo>
                <a:cubicBezTo>
                  <a:pt x="14" y="8"/>
                  <a:pt x="14" y="8"/>
                  <a:pt x="14" y="8"/>
                </a:cubicBezTo>
                <a:cubicBezTo>
                  <a:pt x="12" y="2"/>
                  <a:pt x="12" y="2"/>
                  <a:pt x="12" y="2"/>
                </a:cubicBezTo>
                <a:cubicBezTo>
                  <a:pt x="10" y="2"/>
                  <a:pt x="10" y="2"/>
                  <a:pt x="10" y="2"/>
                </a:cubicBezTo>
                <a:cubicBezTo>
                  <a:pt x="11" y="4"/>
                  <a:pt x="11" y="5"/>
                  <a:pt x="11" y="6"/>
                </a:cubicBezTo>
                <a:cubicBezTo>
                  <a:pt x="12" y="8"/>
                  <a:pt x="12" y="9"/>
                  <a:pt x="13" y="10"/>
                </a:cubicBezTo>
                <a:cubicBezTo>
                  <a:pt x="13" y="16"/>
                  <a:pt x="13" y="16"/>
                  <a:pt x="13" y="16"/>
                </a:cubicBezTo>
                <a:cubicBezTo>
                  <a:pt x="15" y="16"/>
                  <a:pt x="15" y="16"/>
                  <a:pt x="15" y="16"/>
                </a:cubicBezTo>
                <a:cubicBezTo>
                  <a:pt x="15" y="10"/>
                  <a:pt x="15" y="10"/>
                  <a:pt x="15" y="10"/>
                </a:cubicBezTo>
                <a:lnTo>
                  <a:pt x="17" y="2"/>
                </a:lnTo>
                <a:close/>
                <a:moveTo>
                  <a:pt x="19" y="34"/>
                </a:moveTo>
                <a:cubicBezTo>
                  <a:pt x="17" y="34"/>
                  <a:pt x="17" y="34"/>
                  <a:pt x="17" y="34"/>
                </a:cubicBezTo>
                <a:cubicBezTo>
                  <a:pt x="17" y="33"/>
                  <a:pt x="17" y="33"/>
                  <a:pt x="17" y="33"/>
                </a:cubicBezTo>
                <a:cubicBezTo>
                  <a:pt x="17" y="34"/>
                  <a:pt x="16" y="34"/>
                  <a:pt x="15" y="34"/>
                </a:cubicBezTo>
                <a:cubicBezTo>
                  <a:pt x="15" y="34"/>
                  <a:pt x="14" y="34"/>
                  <a:pt x="14" y="34"/>
                </a:cubicBezTo>
                <a:cubicBezTo>
                  <a:pt x="14" y="33"/>
                  <a:pt x="14" y="33"/>
                  <a:pt x="14" y="32"/>
                </a:cubicBezTo>
                <a:cubicBezTo>
                  <a:pt x="14" y="24"/>
                  <a:pt x="14" y="24"/>
                  <a:pt x="14" y="24"/>
                </a:cubicBezTo>
                <a:cubicBezTo>
                  <a:pt x="16" y="24"/>
                  <a:pt x="16" y="24"/>
                  <a:pt x="16" y="24"/>
                </a:cubicBezTo>
                <a:cubicBezTo>
                  <a:pt x="16" y="32"/>
                  <a:pt x="16" y="32"/>
                  <a:pt x="16" y="32"/>
                </a:cubicBezTo>
                <a:cubicBezTo>
                  <a:pt x="16" y="32"/>
                  <a:pt x="16" y="32"/>
                  <a:pt x="16" y="32"/>
                </a:cubicBezTo>
                <a:cubicBezTo>
                  <a:pt x="16" y="33"/>
                  <a:pt x="16" y="33"/>
                  <a:pt x="16" y="33"/>
                </a:cubicBezTo>
                <a:cubicBezTo>
                  <a:pt x="17" y="33"/>
                  <a:pt x="17" y="32"/>
                  <a:pt x="17" y="32"/>
                </a:cubicBezTo>
                <a:cubicBezTo>
                  <a:pt x="17" y="24"/>
                  <a:pt x="17" y="24"/>
                  <a:pt x="17" y="24"/>
                </a:cubicBezTo>
                <a:cubicBezTo>
                  <a:pt x="19" y="24"/>
                  <a:pt x="19" y="24"/>
                  <a:pt x="19" y="24"/>
                </a:cubicBezTo>
                <a:lnTo>
                  <a:pt x="19" y="34"/>
                </a:lnTo>
                <a:close/>
                <a:moveTo>
                  <a:pt x="22" y="9"/>
                </a:moveTo>
                <a:cubicBezTo>
                  <a:pt x="22" y="8"/>
                  <a:pt x="22" y="7"/>
                  <a:pt x="22" y="7"/>
                </a:cubicBezTo>
                <a:cubicBezTo>
                  <a:pt x="21" y="6"/>
                  <a:pt x="21" y="6"/>
                  <a:pt x="20" y="6"/>
                </a:cubicBezTo>
                <a:cubicBezTo>
                  <a:pt x="19" y="6"/>
                  <a:pt x="18" y="6"/>
                  <a:pt x="18" y="7"/>
                </a:cubicBezTo>
                <a:cubicBezTo>
                  <a:pt x="17" y="7"/>
                  <a:pt x="17" y="8"/>
                  <a:pt x="17" y="9"/>
                </a:cubicBezTo>
                <a:cubicBezTo>
                  <a:pt x="17" y="13"/>
                  <a:pt x="17" y="13"/>
                  <a:pt x="17" y="13"/>
                </a:cubicBezTo>
                <a:cubicBezTo>
                  <a:pt x="17" y="14"/>
                  <a:pt x="17" y="14"/>
                  <a:pt x="18" y="15"/>
                </a:cubicBezTo>
                <a:cubicBezTo>
                  <a:pt x="18" y="16"/>
                  <a:pt x="19" y="16"/>
                  <a:pt x="20" y="16"/>
                </a:cubicBezTo>
                <a:cubicBezTo>
                  <a:pt x="21" y="16"/>
                  <a:pt x="21" y="16"/>
                  <a:pt x="22" y="15"/>
                </a:cubicBezTo>
                <a:cubicBezTo>
                  <a:pt x="22" y="14"/>
                  <a:pt x="22" y="14"/>
                  <a:pt x="22" y="13"/>
                </a:cubicBezTo>
                <a:lnTo>
                  <a:pt x="22" y="9"/>
                </a:lnTo>
                <a:close/>
                <a:moveTo>
                  <a:pt x="21" y="13"/>
                </a:moveTo>
                <a:cubicBezTo>
                  <a:pt x="21" y="14"/>
                  <a:pt x="20" y="14"/>
                  <a:pt x="20" y="14"/>
                </a:cubicBezTo>
                <a:cubicBezTo>
                  <a:pt x="19" y="14"/>
                  <a:pt x="19" y="14"/>
                  <a:pt x="19" y="13"/>
                </a:cubicBezTo>
                <a:cubicBezTo>
                  <a:pt x="19" y="9"/>
                  <a:pt x="19" y="9"/>
                  <a:pt x="19" y="9"/>
                </a:cubicBezTo>
                <a:cubicBezTo>
                  <a:pt x="19" y="8"/>
                  <a:pt x="19" y="7"/>
                  <a:pt x="20" y="7"/>
                </a:cubicBezTo>
                <a:cubicBezTo>
                  <a:pt x="20" y="7"/>
                  <a:pt x="21" y="8"/>
                  <a:pt x="21" y="9"/>
                </a:cubicBezTo>
                <a:lnTo>
                  <a:pt x="21" y="13"/>
                </a:lnTo>
                <a:close/>
                <a:moveTo>
                  <a:pt x="26" y="31"/>
                </a:moveTo>
                <a:cubicBezTo>
                  <a:pt x="26" y="32"/>
                  <a:pt x="26" y="33"/>
                  <a:pt x="26" y="33"/>
                </a:cubicBezTo>
                <a:cubicBezTo>
                  <a:pt x="26" y="34"/>
                  <a:pt x="25" y="34"/>
                  <a:pt x="24" y="34"/>
                </a:cubicBezTo>
                <a:cubicBezTo>
                  <a:pt x="24" y="34"/>
                  <a:pt x="23" y="34"/>
                  <a:pt x="22" y="33"/>
                </a:cubicBezTo>
                <a:cubicBezTo>
                  <a:pt x="22" y="34"/>
                  <a:pt x="22" y="34"/>
                  <a:pt x="22" y="34"/>
                </a:cubicBezTo>
                <a:cubicBezTo>
                  <a:pt x="21" y="34"/>
                  <a:pt x="21" y="34"/>
                  <a:pt x="21" y="34"/>
                </a:cubicBezTo>
                <a:cubicBezTo>
                  <a:pt x="21" y="21"/>
                  <a:pt x="21" y="21"/>
                  <a:pt x="21" y="21"/>
                </a:cubicBezTo>
                <a:cubicBezTo>
                  <a:pt x="22" y="21"/>
                  <a:pt x="22" y="21"/>
                  <a:pt x="22" y="21"/>
                </a:cubicBezTo>
                <a:cubicBezTo>
                  <a:pt x="22" y="25"/>
                  <a:pt x="22" y="25"/>
                  <a:pt x="22" y="25"/>
                </a:cubicBezTo>
                <a:cubicBezTo>
                  <a:pt x="23" y="25"/>
                  <a:pt x="24" y="24"/>
                  <a:pt x="24" y="24"/>
                </a:cubicBezTo>
                <a:cubicBezTo>
                  <a:pt x="25" y="24"/>
                  <a:pt x="26" y="25"/>
                  <a:pt x="26" y="25"/>
                </a:cubicBezTo>
                <a:cubicBezTo>
                  <a:pt x="26" y="26"/>
                  <a:pt x="26" y="26"/>
                  <a:pt x="26" y="27"/>
                </a:cubicBezTo>
                <a:lnTo>
                  <a:pt x="26" y="31"/>
                </a:lnTo>
                <a:close/>
                <a:moveTo>
                  <a:pt x="24" y="27"/>
                </a:moveTo>
                <a:cubicBezTo>
                  <a:pt x="24" y="26"/>
                  <a:pt x="24" y="26"/>
                  <a:pt x="23" y="26"/>
                </a:cubicBezTo>
                <a:cubicBezTo>
                  <a:pt x="23" y="26"/>
                  <a:pt x="23" y="26"/>
                  <a:pt x="22" y="26"/>
                </a:cubicBezTo>
                <a:cubicBezTo>
                  <a:pt x="22" y="32"/>
                  <a:pt x="22" y="32"/>
                  <a:pt x="22" y="32"/>
                </a:cubicBezTo>
                <a:cubicBezTo>
                  <a:pt x="23" y="33"/>
                  <a:pt x="23" y="33"/>
                  <a:pt x="23" y="33"/>
                </a:cubicBezTo>
                <a:cubicBezTo>
                  <a:pt x="24" y="33"/>
                  <a:pt x="24" y="32"/>
                  <a:pt x="24" y="31"/>
                </a:cubicBezTo>
                <a:lnTo>
                  <a:pt x="24" y="27"/>
                </a:lnTo>
                <a:close/>
                <a:moveTo>
                  <a:pt x="29" y="16"/>
                </a:moveTo>
                <a:cubicBezTo>
                  <a:pt x="29" y="6"/>
                  <a:pt x="29" y="6"/>
                  <a:pt x="29" y="6"/>
                </a:cubicBezTo>
                <a:cubicBezTo>
                  <a:pt x="27" y="6"/>
                  <a:pt x="27" y="6"/>
                  <a:pt x="27" y="6"/>
                </a:cubicBezTo>
                <a:cubicBezTo>
                  <a:pt x="27" y="13"/>
                  <a:pt x="27" y="13"/>
                  <a:pt x="27" y="13"/>
                </a:cubicBezTo>
                <a:cubicBezTo>
                  <a:pt x="27" y="14"/>
                  <a:pt x="26" y="14"/>
                  <a:pt x="26" y="14"/>
                </a:cubicBezTo>
                <a:cubicBezTo>
                  <a:pt x="26" y="14"/>
                  <a:pt x="26" y="14"/>
                  <a:pt x="26" y="14"/>
                </a:cubicBezTo>
                <a:cubicBezTo>
                  <a:pt x="26" y="14"/>
                  <a:pt x="26" y="14"/>
                  <a:pt x="26" y="13"/>
                </a:cubicBezTo>
                <a:cubicBezTo>
                  <a:pt x="26" y="6"/>
                  <a:pt x="26" y="6"/>
                  <a:pt x="26" y="6"/>
                </a:cubicBezTo>
                <a:cubicBezTo>
                  <a:pt x="24" y="6"/>
                  <a:pt x="24" y="6"/>
                  <a:pt x="24" y="6"/>
                </a:cubicBezTo>
                <a:cubicBezTo>
                  <a:pt x="24" y="14"/>
                  <a:pt x="24" y="14"/>
                  <a:pt x="24" y="14"/>
                </a:cubicBezTo>
                <a:cubicBezTo>
                  <a:pt x="24" y="14"/>
                  <a:pt x="24" y="15"/>
                  <a:pt x="24" y="15"/>
                </a:cubicBezTo>
                <a:cubicBezTo>
                  <a:pt x="24" y="16"/>
                  <a:pt x="25" y="16"/>
                  <a:pt x="25" y="16"/>
                </a:cubicBezTo>
                <a:cubicBezTo>
                  <a:pt x="26" y="16"/>
                  <a:pt x="26" y="15"/>
                  <a:pt x="27" y="15"/>
                </a:cubicBezTo>
                <a:cubicBezTo>
                  <a:pt x="27" y="16"/>
                  <a:pt x="27" y="16"/>
                  <a:pt x="27" y="16"/>
                </a:cubicBezTo>
                <a:lnTo>
                  <a:pt x="29" y="16"/>
                </a:lnTo>
                <a:close/>
                <a:moveTo>
                  <a:pt x="33" y="31"/>
                </a:moveTo>
                <a:cubicBezTo>
                  <a:pt x="33" y="32"/>
                  <a:pt x="33" y="32"/>
                  <a:pt x="33" y="32"/>
                </a:cubicBezTo>
                <a:cubicBezTo>
                  <a:pt x="33" y="33"/>
                  <a:pt x="32" y="33"/>
                  <a:pt x="32" y="33"/>
                </a:cubicBezTo>
                <a:cubicBezTo>
                  <a:pt x="32" y="34"/>
                  <a:pt x="31" y="34"/>
                  <a:pt x="30" y="34"/>
                </a:cubicBezTo>
                <a:cubicBezTo>
                  <a:pt x="29" y="34"/>
                  <a:pt x="28" y="34"/>
                  <a:pt x="28" y="33"/>
                </a:cubicBezTo>
                <a:cubicBezTo>
                  <a:pt x="27" y="33"/>
                  <a:pt x="27" y="32"/>
                  <a:pt x="27" y="31"/>
                </a:cubicBezTo>
                <a:cubicBezTo>
                  <a:pt x="27" y="28"/>
                  <a:pt x="27" y="28"/>
                  <a:pt x="27" y="28"/>
                </a:cubicBezTo>
                <a:cubicBezTo>
                  <a:pt x="27" y="26"/>
                  <a:pt x="27" y="26"/>
                  <a:pt x="28" y="25"/>
                </a:cubicBezTo>
                <a:cubicBezTo>
                  <a:pt x="28" y="25"/>
                  <a:pt x="29" y="24"/>
                  <a:pt x="30" y="24"/>
                </a:cubicBezTo>
                <a:cubicBezTo>
                  <a:pt x="31" y="24"/>
                  <a:pt x="32" y="25"/>
                  <a:pt x="32" y="25"/>
                </a:cubicBezTo>
                <a:cubicBezTo>
                  <a:pt x="32" y="26"/>
                  <a:pt x="33" y="26"/>
                  <a:pt x="33" y="28"/>
                </a:cubicBezTo>
                <a:cubicBezTo>
                  <a:pt x="33" y="30"/>
                  <a:pt x="33" y="30"/>
                  <a:pt x="33" y="30"/>
                </a:cubicBezTo>
                <a:cubicBezTo>
                  <a:pt x="29" y="30"/>
                  <a:pt x="29" y="30"/>
                  <a:pt x="29" y="30"/>
                </a:cubicBezTo>
                <a:cubicBezTo>
                  <a:pt x="29" y="31"/>
                  <a:pt x="29" y="31"/>
                  <a:pt x="29" y="31"/>
                </a:cubicBezTo>
                <a:cubicBezTo>
                  <a:pt x="29" y="32"/>
                  <a:pt x="29" y="33"/>
                  <a:pt x="30" y="33"/>
                </a:cubicBezTo>
                <a:cubicBezTo>
                  <a:pt x="30" y="33"/>
                  <a:pt x="31" y="32"/>
                  <a:pt x="31" y="32"/>
                </a:cubicBezTo>
                <a:cubicBezTo>
                  <a:pt x="31" y="32"/>
                  <a:pt x="31" y="31"/>
                  <a:pt x="31" y="31"/>
                </a:cubicBezTo>
                <a:cubicBezTo>
                  <a:pt x="33" y="31"/>
                  <a:pt x="33" y="31"/>
                  <a:pt x="33" y="31"/>
                </a:cubicBezTo>
                <a:close/>
                <a:moveTo>
                  <a:pt x="31" y="28"/>
                </a:moveTo>
                <a:cubicBezTo>
                  <a:pt x="31" y="27"/>
                  <a:pt x="31" y="27"/>
                  <a:pt x="31" y="27"/>
                </a:cubicBezTo>
                <a:cubicBezTo>
                  <a:pt x="31" y="26"/>
                  <a:pt x="31" y="26"/>
                  <a:pt x="30" y="26"/>
                </a:cubicBezTo>
                <a:cubicBezTo>
                  <a:pt x="29" y="26"/>
                  <a:pt x="29" y="26"/>
                  <a:pt x="29" y="27"/>
                </a:cubicBezTo>
                <a:cubicBezTo>
                  <a:pt x="29" y="28"/>
                  <a:pt x="29" y="28"/>
                  <a:pt x="29" y="28"/>
                </a:cubicBezTo>
                <a:lnTo>
                  <a:pt x="31" y="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7" name="稻壳儿小白白(http://dwz.cn/Wu2UP)"/>
          <p:cNvSpPr>
            <a:spLocks noEditPoints="1"/>
          </p:cNvSpPr>
          <p:nvPr/>
        </p:nvSpPr>
        <p:spPr>
          <a:xfrm>
            <a:off x="10912888" y="5179314"/>
            <a:ext cx="317182" cy="349758"/>
          </a:xfrm>
          <a:custGeom>
            <a:avLst/>
            <a:gdLst>
              <a:gd name="T0" fmla="*/ 801932378 w 44"/>
              <a:gd name="T1" fmla="*/ 819367488 h 48"/>
              <a:gd name="T2" fmla="*/ 490070157 w 44"/>
              <a:gd name="T3" fmla="*/ 1320086816 h 48"/>
              <a:gd name="T4" fmla="*/ 846479356 w 44"/>
              <a:gd name="T5" fmla="*/ 1820812891 h 48"/>
              <a:gd name="T6" fmla="*/ 0 w 44"/>
              <a:gd name="T7" fmla="*/ 1866334056 h 48"/>
              <a:gd name="T8" fmla="*/ 222761590 w 44"/>
              <a:gd name="T9" fmla="*/ 1593213809 h 48"/>
              <a:gd name="T10" fmla="*/ 222761590 w 44"/>
              <a:gd name="T11" fmla="*/ 1274572397 h 48"/>
              <a:gd name="T12" fmla="*/ 0 w 44"/>
              <a:gd name="T13" fmla="*/ 910409819 h 48"/>
              <a:gd name="T14" fmla="*/ 623724441 w 44"/>
              <a:gd name="T15" fmla="*/ 591761659 h 48"/>
              <a:gd name="T16" fmla="*/ 891033009 w 44"/>
              <a:gd name="T17" fmla="*/ 773846322 h 48"/>
              <a:gd name="T18" fmla="*/ 222761590 w 44"/>
              <a:gd name="T19" fmla="*/ 1866334056 h 48"/>
              <a:gd name="T20" fmla="*/ 623724441 w 44"/>
              <a:gd name="T21" fmla="*/ 1866334056 h 48"/>
              <a:gd name="T22" fmla="*/ 400962851 w 44"/>
              <a:gd name="T23" fmla="*/ 773846322 h 48"/>
              <a:gd name="T24" fmla="*/ 400962851 w 44"/>
              <a:gd name="T25" fmla="*/ 1092487734 h 48"/>
              <a:gd name="T26" fmla="*/ 400962851 w 44"/>
              <a:gd name="T27" fmla="*/ 773846322 h 48"/>
              <a:gd name="T28" fmla="*/ 980140314 w 44"/>
              <a:gd name="T29" fmla="*/ 182084663 h 48"/>
              <a:gd name="T30" fmla="*/ 1291995860 w 44"/>
              <a:gd name="T31" fmla="*/ 182084663 h 48"/>
              <a:gd name="T32" fmla="*/ 980140314 w 44"/>
              <a:gd name="T33" fmla="*/ 1593213809 h 48"/>
              <a:gd name="T34" fmla="*/ 980140314 w 44"/>
              <a:gd name="T35" fmla="*/ 682803991 h 48"/>
              <a:gd name="T36" fmla="*/ 1247448882 w 44"/>
              <a:gd name="T37" fmla="*/ 546247241 h 48"/>
              <a:gd name="T38" fmla="*/ 1247448882 w 44"/>
              <a:gd name="T39" fmla="*/ 1456650313 h 48"/>
              <a:gd name="T40" fmla="*/ 980140314 w 44"/>
              <a:gd name="T41" fmla="*/ 1593213809 h 48"/>
              <a:gd name="T42" fmla="*/ 1782066017 w 44"/>
              <a:gd name="T43" fmla="*/ 1638734975 h 48"/>
              <a:gd name="T44" fmla="*/ 1470203797 w 44"/>
              <a:gd name="T45" fmla="*/ 773846322 h 48"/>
              <a:gd name="T46" fmla="*/ 1470203797 w 44"/>
              <a:gd name="T47" fmla="*/ 773846322 h 48"/>
              <a:gd name="T48" fmla="*/ 1381103166 w 44"/>
              <a:gd name="T49" fmla="*/ 773846322 h 48"/>
              <a:gd name="T50" fmla="*/ 1470203797 w 44"/>
              <a:gd name="T51" fmla="*/ 546247241 h 48"/>
              <a:gd name="T52" fmla="*/ 1470203797 w 44"/>
              <a:gd name="T53" fmla="*/ 364162578 h 48"/>
              <a:gd name="T54" fmla="*/ 1737512364 w 44"/>
              <a:gd name="T55" fmla="*/ 546247241 h 48"/>
              <a:gd name="T56" fmla="*/ 1960273954 w 44"/>
              <a:gd name="T57" fmla="*/ 773846322 h 48"/>
              <a:gd name="T58" fmla="*/ 1737512364 w 44"/>
              <a:gd name="T59" fmla="*/ 773846322 h 48"/>
              <a:gd name="T60" fmla="*/ 1826619670 w 44"/>
              <a:gd name="T61" fmla="*/ 1365607981 h 48"/>
              <a:gd name="T62" fmla="*/ 1960273954 w 44"/>
              <a:gd name="T63" fmla="*/ 1593213809 h 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44" h="48">
                <a:moveTo>
                  <a:pt x="20" y="17"/>
                </a:moveTo>
                <a:cubicBezTo>
                  <a:pt x="19" y="17"/>
                  <a:pt x="18" y="18"/>
                  <a:pt x="18" y="18"/>
                </a:cubicBezTo>
                <a:cubicBezTo>
                  <a:pt x="18" y="18"/>
                  <a:pt x="18" y="19"/>
                  <a:pt x="18" y="20"/>
                </a:cubicBezTo>
                <a:cubicBezTo>
                  <a:pt x="18" y="24"/>
                  <a:pt x="15" y="28"/>
                  <a:pt x="11" y="29"/>
                </a:cubicBezTo>
                <a:cubicBezTo>
                  <a:pt x="9" y="29"/>
                  <a:pt x="9" y="30"/>
                  <a:pt x="9" y="31"/>
                </a:cubicBezTo>
                <a:cubicBezTo>
                  <a:pt x="9" y="35"/>
                  <a:pt x="19" y="32"/>
                  <a:pt x="19" y="40"/>
                </a:cubicBezTo>
                <a:cubicBezTo>
                  <a:pt x="19" y="46"/>
                  <a:pt x="15" y="48"/>
                  <a:pt x="10" y="48"/>
                </a:cubicBezTo>
                <a:cubicBezTo>
                  <a:pt x="5" y="48"/>
                  <a:pt x="0" y="47"/>
                  <a:pt x="0" y="41"/>
                </a:cubicBezTo>
                <a:cubicBezTo>
                  <a:pt x="0" y="38"/>
                  <a:pt x="2" y="36"/>
                  <a:pt x="5" y="35"/>
                </a:cubicBezTo>
                <a:cubicBezTo>
                  <a:pt x="5" y="35"/>
                  <a:pt x="5" y="35"/>
                  <a:pt x="5" y="35"/>
                </a:cubicBezTo>
                <a:cubicBezTo>
                  <a:pt x="4" y="34"/>
                  <a:pt x="3" y="33"/>
                  <a:pt x="3" y="32"/>
                </a:cubicBezTo>
                <a:cubicBezTo>
                  <a:pt x="3" y="30"/>
                  <a:pt x="3" y="28"/>
                  <a:pt x="5" y="28"/>
                </a:cubicBezTo>
                <a:cubicBezTo>
                  <a:pt x="5" y="28"/>
                  <a:pt x="5" y="28"/>
                  <a:pt x="5" y="28"/>
                </a:cubicBezTo>
                <a:cubicBezTo>
                  <a:pt x="2" y="27"/>
                  <a:pt x="0" y="23"/>
                  <a:pt x="0" y="20"/>
                </a:cubicBezTo>
                <a:cubicBezTo>
                  <a:pt x="0" y="15"/>
                  <a:pt x="4" y="12"/>
                  <a:pt x="9" y="12"/>
                </a:cubicBezTo>
                <a:cubicBezTo>
                  <a:pt x="11" y="12"/>
                  <a:pt x="12" y="12"/>
                  <a:pt x="14" y="13"/>
                </a:cubicBezTo>
                <a:cubicBezTo>
                  <a:pt x="16" y="13"/>
                  <a:pt x="18" y="12"/>
                  <a:pt x="20" y="12"/>
                </a:cubicBezTo>
                <a:lnTo>
                  <a:pt x="20" y="17"/>
                </a:lnTo>
                <a:close/>
                <a:moveTo>
                  <a:pt x="10" y="38"/>
                </a:moveTo>
                <a:cubicBezTo>
                  <a:pt x="8" y="38"/>
                  <a:pt x="5" y="38"/>
                  <a:pt x="5" y="41"/>
                </a:cubicBezTo>
                <a:cubicBezTo>
                  <a:pt x="5" y="43"/>
                  <a:pt x="8" y="43"/>
                  <a:pt x="10" y="43"/>
                </a:cubicBezTo>
                <a:cubicBezTo>
                  <a:pt x="12" y="43"/>
                  <a:pt x="14" y="43"/>
                  <a:pt x="14" y="41"/>
                </a:cubicBezTo>
                <a:cubicBezTo>
                  <a:pt x="14" y="38"/>
                  <a:pt x="11" y="38"/>
                  <a:pt x="10" y="38"/>
                </a:cubicBezTo>
                <a:close/>
                <a:moveTo>
                  <a:pt x="9" y="17"/>
                </a:moveTo>
                <a:cubicBezTo>
                  <a:pt x="7" y="17"/>
                  <a:pt x="6" y="18"/>
                  <a:pt x="6" y="20"/>
                </a:cubicBezTo>
                <a:cubicBezTo>
                  <a:pt x="6" y="23"/>
                  <a:pt x="7" y="24"/>
                  <a:pt x="9" y="24"/>
                </a:cubicBezTo>
                <a:cubicBezTo>
                  <a:pt x="12" y="24"/>
                  <a:pt x="12" y="23"/>
                  <a:pt x="12" y="20"/>
                </a:cubicBezTo>
                <a:cubicBezTo>
                  <a:pt x="12" y="18"/>
                  <a:pt x="11" y="17"/>
                  <a:pt x="9" y="17"/>
                </a:cubicBezTo>
                <a:close/>
                <a:moveTo>
                  <a:pt x="25" y="8"/>
                </a:moveTo>
                <a:cubicBezTo>
                  <a:pt x="23" y="8"/>
                  <a:pt x="22" y="6"/>
                  <a:pt x="22" y="4"/>
                </a:cubicBezTo>
                <a:cubicBezTo>
                  <a:pt x="22" y="2"/>
                  <a:pt x="23" y="0"/>
                  <a:pt x="25" y="0"/>
                </a:cubicBezTo>
                <a:cubicBezTo>
                  <a:pt x="27" y="0"/>
                  <a:pt x="29" y="2"/>
                  <a:pt x="29" y="4"/>
                </a:cubicBezTo>
                <a:cubicBezTo>
                  <a:pt x="29" y="6"/>
                  <a:pt x="27" y="8"/>
                  <a:pt x="25" y="8"/>
                </a:cubicBezTo>
                <a:close/>
                <a:moveTo>
                  <a:pt x="22" y="35"/>
                </a:moveTo>
                <a:cubicBezTo>
                  <a:pt x="22" y="34"/>
                  <a:pt x="22" y="33"/>
                  <a:pt x="22" y="32"/>
                </a:cubicBezTo>
                <a:cubicBezTo>
                  <a:pt x="22" y="15"/>
                  <a:pt x="22" y="15"/>
                  <a:pt x="22" y="15"/>
                </a:cubicBezTo>
                <a:cubicBezTo>
                  <a:pt x="22" y="14"/>
                  <a:pt x="22" y="13"/>
                  <a:pt x="22" y="12"/>
                </a:cubicBezTo>
                <a:cubicBezTo>
                  <a:pt x="28" y="12"/>
                  <a:pt x="28" y="12"/>
                  <a:pt x="28" y="12"/>
                </a:cubicBezTo>
                <a:cubicBezTo>
                  <a:pt x="28" y="13"/>
                  <a:pt x="28" y="14"/>
                  <a:pt x="28" y="15"/>
                </a:cubicBezTo>
                <a:cubicBezTo>
                  <a:pt x="28" y="32"/>
                  <a:pt x="28" y="32"/>
                  <a:pt x="28" y="32"/>
                </a:cubicBezTo>
                <a:cubicBezTo>
                  <a:pt x="28" y="33"/>
                  <a:pt x="28" y="34"/>
                  <a:pt x="28" y="35"/>
                </a:cubicBezTo>
                <a:lnTo>
                  <a:pt x="22" y="35"/>
                </a:lnTo>
                <a:close/>
                <a:moveTo>
                  <a:pt x="44" y="35"/>
                </a:moveTo>
                <a:cubicBezTo>
                  <a:pt x="43" y="35"/>
                  <a:pt x="41" y="36"/>
                  <a:pt x="40" y="36"/>
                </a:cubicBezTo>
                <a:cubicBezTo>
                  <a:pt x="34" y="36"/>
                  <a:pt x="33" y="31"/>
                  <a:pt x="33" y="26"/>
                </a:cubicBezTo>
                <a:cubicBezTo>
                  <a:pt x="33" y="17"/>
                  <a:pt x="33" y="17"/>
                  <a:pt x="33" y="17"/>
                </a:cubicBezTo>
                <a:cubicBezTo>
                  <a:pt x="33" y="17"/>
                  <a:pt x="33" y="17"/>
                  <a:pt x="33" y="17"/>
                </a:cubicBezTo>
                <a:cubicBezTo>
                  <a:pt x="33" y="17"/>
                  <a:pt x="33" y="17"/>
                  <a:pt x="33" y="17"/>
                </a:cubicBezTo>
                <a:cubicBezTo>
                  <a:pt x="33" y="17"/>
                  <a:pt x="33" y="17"/>
                  <a:pt x="32" y="17"/>
                </a:cubicBezTo>
                <a:cubicBezTo>
                  <a:pt x="32" y="17"/>
                  <a:pt x="31" y="17"/>
                  <a:pt x="31" y="17"/>
                </a:cubicBezTo>
                <a:cubicBezTo>
                  <a:pt x="31" y="12"/>
                  <a:pt x="31" y="12"/>
                  <a:pt x="31" y="12"/>
                </a:cubicBezTo>
                <a:cubicBezTo>
                  <a:pt x="33" y="12"/>
                  <a:pt x="33" y="12"/>
                  <a:pt x="33" y="12"/>
                </a:cubicBezTo>
                <a:cubicBezTo>
                  <a:pt x="33" y="10"/>
                  <a:pt x="33" y="10"/>
                  <a:pt x="33" y="10"/>
                </a:cubicBezTo>
                <a:cubicBezTo>
                  <a:pt x="33" y="9"/>
                  <a:pt x="33" y="8"/>
                  <a:pt x="33" y="8"/>
                </a:cubicBezTo>
                <a:cubicBezTo>
                  <a:pt x="39" y="8"/>
                  <a:pt x="39" y="8"/>
                  <a:pt x="39" y="8"/>
                </a:cubicBezTo>
                <a:cubicBezTo>
                  <a:pt x="39" y="9"/>
                  <a:pt x="39" y="10"/>
                  <a:pt x="39" y="12"/>
                </a:cubicBezTo>
                <a:cubicBezTo>
                  <a:pt x="44" y="12"/>
                  <a:pt x="44" y="12"/>
                  <a:pt x="44" y="12"/>
                </a:cubicBezTo>
                <a:cubicBezTo>
                  <a:pt x="44" y="17"/>
                  <a:pt x="44" y="17"/>
                  <a:pt x="44" y="17"/>
                </a:cubicBezTo>
                <a:cubicBezTo>
                  <a:pt x="43" y="17"/>
                  <a:pt x="42" y="17"/>
                  <a:pt x="41" y="17"/>
                </a:cubicBezTo>
                <a:cubicBezTo>
                  <a:pt x="39" y="17"/>
                  <a:pt x="39" y="17"/>
                  <a:pt x="39" y="17"/>
                </a:cubicBezTo>
                <a:cubicBezTo>
                  <a:pt x="39" y="27"/>
                  <a:pt x="39" y="27"/>
                  <a:pt x="39" y="27"/>
                </a:cubicBezTo>
                <a:cubicBezTo>
                  <a:pt x="39" y="28"/>
                  <a:pt x="39" y="30"/>
                  <a:pt x="41" y="30"/>
                </a:cubicBezTo>
                <a:cubicBezTo>
                  <a:pt x="42" y="30"/>
                  <a:pt x="43" y="30"/>
                  <a:pt x="44" y="29"/>
                </a:cubicBezTo>
                <a:lnTo>
                  <a:pt x="44"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8" name="稻壳儿小白白(http://dwz.cn/Wu2UP)"/>
          <p:cNvSpPr>
            <a:spLocks noEditPoints="1"/>
          </p:cNvSpPr>
          <p:nvPr/>
        </p:nvSpPr>
        <p:spPr>
          <a:xfrm>
            <a:off x="10924889" y="5739956"/>
            <a:ext cx="296609" cy="296608"/>
          </a:xfrm>
          <a:custGeom>
            <a:avLst/>
            <a:gdLst>
              <a:gd name="T0" fmla="*/ 897396411 w 41"/>
              <a:gd name="T1" fmla="*/ 1839645897 h 41"/>
              <a:gd name="T2" fmla="*/ 0 w 41"/>
              <a:gd name="T3" fmla="*/ 942259452 h 41"/>
              <a:gd name="T4" fmla="*/ 897396411 w 41"/>
              <a:gd name="T5" fmla="*/ 0 h 41"/>
              <a:gd name="T6" fmla="*/ 1839659294 w 41"/>
              <a:gd name="T7" fmla="*/ 942259452 h 41"/>
              <a:gd name="T8" fmla="*/ 897396411 w 41"/>
              <a:gd name="T9" fmla="*/ 1839645897 h 41"/>
              <a:gd name="T10" fmla="*/ 269218923 w 41"/>
              <a:gd name="T11" fmla="*/ 942259452 h 41"/>
              <a:gd name="T12" fmla="*/ 897396411 w 41"/>
              <a:gd name="T13" fmla="*/ 1570427954 h 41"/>
              <a:gd name="T14" fmla="*/ 1570440370 w 41"/>
              <a:gd name="T15" fmla="*/ 942259452 h 41"/>
              <a:gd name="T16" fmla="*/ 897396411 w 41"/>
              <a:gd name="T17" fmla="*/ 269217943 h 41"/>
              <a:gd name="T18" fmla="*/ 269218923 w 41"/>
              <a:gd name="T19" fmla="*/ 942259452 h 41"/>
              <a:gd name="T20" fmla="*/ 897396411 w 41"/>
              <a:gd name="T21" fmla="*/ 1256343703 h 41"/>
              <a:gd name="T22" fmla="*/ 583304318 w 41"/>
              <a:gd name="T23" fmla="*/ 942259452 h 41"/>
              <a:gd name="T24" fmla="*/ 897396411 w 41"/>
              <a:gd name="T25" fmla="*/ 628168502 h 41"/>
              <a:gd name="T26" fmla="*/ 1211481806 w 41"/>
              <a:gd name="T27" fmla="*/ 942259452 h 41"/>
              <a:gd name="T28" fmla="*/ 897396411 w 41"/>
              <a:gd name="T29" fmla="*/ 1256343703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1" h="41">
                <a:moveTo>
                  <a:pt x="20" y="41"/>
                </a:moveTo>
                <a:cubicBezTo>
                  <a:pt x="9" y="41"/>
                  <a:pt x="0" y="32"/>
                  <a:pt x="0" y="21"/>
                </a:cubicBezTo>
                <a:cubicBezTo>
                  <a:pt x="0" y="9"/>
                  <a:pt x="9" y="0"/>
                  <a:pt x="20" y="0"/>
                </a:cubicBezTo>
                <a:cubicBezTo>
                  <a:pt x="31" y="0"/>
                  <a:pt x="41" y="9"/>
                  <a:pt x="41" y="21"/>
                </a:cubicBezTo>
                <a:cubicBezTo>
                  <a:pt x="41" y="32"/>
                  <a:pt x="31" y="41"/>
                  <a:pt x="20" y="41"/>
                </a:cubicBezTo>
                <a:close/>
                <a:moveTo>
                  <a:pt x="6" y="21"/>
                </a:moveTo>
                <a:cubicBezTo>
                  <a:pt x="6" y="29"/>
                  <a:pt x="12" y="35"/>
                  <a:pt x="20" y="35"/>
                </a:cubicBezTo>
                <a:cubicBezTo>
                  <a:pt x="28" y="35"/>
                  <a:pt x="35" y="29"/>
                  <a:pt x="35" y="21"/>
                </a:cubicBezTo>
                <a:cubicBezTo>
                  <a:pt x="35" y="13"/>
                  <a:pt x="28" y="6"/>
                  <a:pt x="20" y="6"/>
                </a:cubicBezTo>
                <a:cubicBezTo>
                  <a:pt x="12" y="6"/>
                  <a:pt x="6" y="13"/>
                  <a:pt x="6" y="21"/>
                </a:cubicBezTo>
                <a:close/>
                <a:moveTo>
                  <a:pt x="20" y="28"/>
                </a:moveTo>
                <a:cubicBezTo>
                  <a:pt x="16" y="28"/>
                  <a:pt x="13" y="24"/>
                  <a:pt x="13" y="21"/>
                </a:cubicBezTo>
                <a:cubicBezTo>
                  <a:pt x="13" y="17"/>
                  <a:pt x="16" y="14"/>
                  <a:pt x="20" y="14"/>
                </a:cubicBezTo>
                <a:cubicBezTo>
                  <a:pt x="24" y="14"/>
                  <a:pt x="27" y="17"/>
                  <a:pt x="27" y="21"/>
                </a:cubicBezTo>
                <a:cubicBezTo>
                  <a:pt x="27" y="24"/>
                  <a:pt x="24" y="28"/>
                  <a:pt x="20"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Tree>
    <p:extLst>
      <p:ext uri="{BB962C8B-B14F-4D97-AF65-F5344CB8AC3E}">
        <p14:creationId xmlns:p14="http://schemas.microsoft.com/office/powerpoint/2010/main" val="1851778670"/>
      </p:ext>
    </p:extLst>
  </p:cSld>
  <p:clrMapOvr>
    <a:masterClrMapping/>
  </p:clrMapOvr>
</p:sld>
</file>

<file path=ppt/slides/vr_icons_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I02 实心通用图标二（结构示例）</a:t>
            </a:r>
          </a:p>
        </p:txBody>
      </p:sp>
      <p:sp>
        <p:nvSpPr>
          <p:cNvPr id="101" name="稻壳儿小白白(http://dwz.cn/Wu2UP)"/>
          <p:cNvSpPr/>
          <p:nvPr/>
        </p:nvSpPr>
        <p:spPr>
          <a:xfrm>
            <a:off x="1557314" y="1259471"/>
            <a:ext cx="197511" cy="269333"/>
          </a:xfrm>
          <a:custGeom>
            <a:avLst/>
            <a:gdLst>
              <a:gd name="T0" fmla="*/ 941260601 w 28"/>
              <a:gd name="T1" fmla="*/ 0 h 38"/>
              <a:gd name="T2" fmla="*/ 988321916 w 28"/>
              <a:gd name="T3" fmla="*/ 47513993 h 38"/>
              <a:gd name="T4" fmla="*/ 988321916 w 28"/>
              <a:gd name="T5" fmla="*/ 1140349623 h 38"/>
              <a:gd name="T6" fmla="*/ 1223642212 w 28"/>
              <a:gd name="T7" fmla="*/ 1140349623 h 38"/>
              <a:gd name="T8" fmla="*/ 1317764842 w 28"/>
              <a:gd name="T9" fmla="*/ 1187863616 h 38"/>
              <a:gd name="T10" fmla="*/ 1270703527 w 28"/>
              <a:gd name="T11" fmla="*/ 1282891602 h 38"/>
              <a:gd name="T12" fmla="*/ 894199286 w 28"/>
              <a:gd name="T13" fmla="*/ 1758038427 h 38"/>
              <a:gd name="T14" fmla="*/ 753008481 w 28"/>
              <a:gd name="T15" fmla="*/ 1758038427 h 38"/>
              <a:gd name="T16" fmla="*/ 329442926 w 28"/>
              <a:gd name="T17" fmla="*/ 1282891602 h 38"/>
              <a:gd name="T18" fmla="*/ 329442926 w 28"/>
              <a:gd name="T19" fmla="*/ 1187863616 h 38"/>
              <a:gd name="T20" fmla="*/ 423565556 w 28"/>
              <a:gd name="T21" fmla="*/ 1140349623 h 38"/>
              <a:gd name="T22" fmla="*/ 658885851 w 28"/>
              <a:gd name="T23" fmla="*/ 1140349623 h 38"/>
              <a:gd name="T24" fmla="*/ 658885851 w 28"/>
              <a:gd name="T25" fmla="*/ 332604845 h 38"/>
              <a:gd name="T26" fmla="*/ 235313435 w 28"/>
              <a:gd name="T27" fmla="*/ 332604845 h 38"/>
              <a:gd name="T28" fmla="*/ 235313435 w 28"/>
              <a:gd name="T29" fmla="*/ 332604845 h 38"/>
              <a:gd name="T30" fmla="*/ 0 w 28"/>
              <a:gd name="T31" fmla="*/ 95027986 h 38"/>
              <a:gd name="T32" fmla="*/ 0 w 28"/>
              <a:gd name="T33" fmla="*/ 47513993 h 38"/>
              <a:gd name="T34" fmla="*/ 47061315 w 28"/>
              <a:gd name="T35" fmla="*/ 0 h 38"/>
              <a:gd name="T36" fmla="*/ 941260601 w 28"/>
              <a:gd name="T37" fmla="*/ 0 h 3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28" h="38">
                <a:moveTo>
                  <a:pt x="20" y="0"/>
                </a:moveTo>
                <a:cubicBezTo>
                  <a:pt x="20" y="0"/>
                  <a:pt x="21" y="1"/>
                  <a:pt x="21" y="1"/>
                </a:cubicBezTo>
                <a:cubicBezTo>
                  <a:pt x="21" y="24"/>
                  <a:pt x="21" y="24"/>
                  <a:pt x="21" y="24"/>
                </a:cubicBezTo>
                <a:cubicBezTo>
                  <a:pt x="26" y="24"/>
                  <a:pt x="26" y="24"/>
                  <a:pt x="26" y="24"/>
                </a:cubicBezTo>
                <a:cubicBezTo>
                  <a:pt x="27" y="24"/>
                  <a:pt x="27" y="25"/>
                  <a:pt x="28" y="25"/>
                </a:cubicBezTo>
                <a:cubicBezTo>
                  <a:pt x="28" y="26"/>
                  <a:pt x="28" y="26"/>
                  <a:pt x="27" y="27"/>
                </a:cubicBezTo>
                <a:cubicBezTo>
                  <a:pt x="19" y="37"/>
                  <a:pt x="19" y="37"/>
                  <a:pt x="19" y="37"/>
                </a:cubicBezTo>
                <a:cubicBezTo>
                  <a:pt x="18" y="38"/>
                  <a:pt x="17" y="38"/>
                  <a:pt x="16" y="37"/>
                </a:cubicBezTo>
                <a:cubicBezTo>
                  <a:pt x="7" y="27"/>
                  <a:pt x="7" y="27"/>
                  <a:pt x="7" y="27"/>
                </a:cubicBezTo>
                <a:cubicBezTo>
                  <a:pt x="7" y="26"/>
                  <a:pt x="7" y="26"/>
                  <a:pt x="7" y="25"/>
                </a:cubicBezTo>
                <a:cubicBezTo>
                  <a:pt x="8" y="25"/>
                  <a:pt x="8" y="24"/>
                  <a:pt x="9" y="24"/>
                </a:cubicBezTo>
                <a:cubicBezTo>
                  <a:pt x="14" y="24"/>
                  <a:pt x="14" y="24"/>
                  <a:pt x="14" y="24"/>
                </a:cubicBezTo>
                <a:cubicBezTo>
                  <a:pt x="14" y="7"/>
                  <a:pt x="14" y="7"/>
                  <a:pt x="14" y="7"/>
                </a:cubicBezTo>
                <a:cubicBezTo>
                  <a:pt x="5" y="7"/>
                  <a:pt x="5" y="7"/>
                  <a:pt x="5" y="7"/>
                </a:cubicBezTo>
                <a:cubicBezTo>
                  <a:pt x="5" y="7"/>
                  <a:pt x="5" y="7"/>
                  <a:pt x="5" y="7"/>
                </a:cubicBezTo>
                <a:cubicBezTo>
                  <a:pt x="0" y="2"/>
                  <a:pt x="0" y="2"/>
                  <a:pt x="0" y="2"/>
                </a:cubicBezTo>
                <a:cubicBezTo>
                  <a:pt x="0" y="1"/>
                  <a:pt x="0" y="1"/>
                  <a:pt x="0" y="1"/>
                </a:cubicBezTo>
                <a:cubicBezTo>
                  <a:pt x="0" y="0"/>
                  <a:pt x="1" y="0"/>
                  <a:pt x="1" y="0"/>
                </a:cubicBezTo>
                <a:lnTo>
                  <a:pt x="20" y="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2" name="稻壳儿小白白(http://dwz.cn/Wu2UP)"/>
          <p:cNvSpPr/>
          <p:nvPr/>
        </p:nvSpPr>
        <p:spPr>
          <a:xfrm>
            <a:off x="1557314" y="1757330"/>
            <a:ext cx="197511" cy="270966"/>
          </a:xfrm>
          <a:custGeom>
            <a:avLst/>
            <a:gdLst>
              <a:gd name="T0" fmla="*/ 1223642212 w 28"/>
              <a:gd name="T1" fmla="*/ 673292505 h 38"/>
              <a:gd name="T2" fmla="*/ 988321916 w 28"/>
              <a:gd name="T3" fmla="*/ 673292505 h 38"/>
              <a:gd name="T4" fmla="*/ 988321916 w 28"/>
              <a:gd name="T5" fmla="*/ 1779417888 h 38"/>
              <a:gd name="T6" fmla="*/ 941260601 w 28"/>
              <a:gd name="T7" fmla="*/ 1827511201 h 38"/>
              <a:gd name="T8" fmla="*/ 47061315 w 28"/>
              <a:gd name="T9" fmla="*/ 1827511201 h 38"/>
              <a:gd name="T10" fmla="*/ 0 w 28"/>
              <a:gd name="T11" fmla="*/ 1827511201 h 38"/>
              <a:gd name="T12" fmla="*/ 0 w 28"/>
              <a:gd name="T13" fmla="*/ 1779417888 h 38"/>
              <a:gd name="T14" fmla="*/ 235313435 w 28"/>
              <a:gd name="T15" fmla="*/ 1490864948 h 38"/>
              <a:gd name="T16" fmla="*/ 235313435 w 28"/>
              <a:gd name="T17" fmla="*/ 1490864948 h 38"/>
              <a:gd name="T18" fmla="*/ 658885851 w 28"/>
              <a:gd name="T19" fmla="*/ 1490864948 h 38"/>
              <a:gd name="T20" fmla="*/ 658885851 w 28"/>
              <a:gd name="T21" fmla="*/ 673292505 h 38"/>
              <a:gd name="T22" fmla="*/ 423565556 w 28"/>
              <a:gd name="T23" fmla="*/ 673292505 h 38"/>
              <a:gd name="T24" fmla="*/ 329442926 w 28"/>
              <a:gd name="T25" fmla="*/ 625199193 h 38"/>
              <a:gd name="T26" fmla="*/ 329442926 w 28"/>
              <a:gd name="T27" fmla="*/ 529019503 h 38"/>
              <a:gd name="T28" fmla="*/ 753008481 w 28"/>
              <a:gd name="T29" fmla="*/ 48093313 h 38"/>
              <a:gd name="T30" fmla="*/ 894199286 w 28"/>
              <a:gd name="T31" fmla="*/ 48093313 h 38"/>
              <a:gd name="T32" fmla="*/ 1270703527 w 28"/>
              <a:gd name="T33" fmla="*/ 529019503 h 38"/>
              <a:gd name="T34" fmla="*/ 1317764842 w 28"/>
              <a:gd name="T35" fmla="*/ 625199193 h 38"/>
              <a:gd name="T36" fmla="*/ 1223642212 w 28"/>
              <a:gd name="T37" fmla="*/ 673292505 h 3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28" h="38">
                <a:moveTo>
                  <a:pt x="26" y="14"/>
                </a:moveTo>
                <a:cubicBezTo>
                  <a:pt x="21" y="14"/>
                  <a:pt x="21" y="14"/>
                  <a:pt x="21" y="14"/>
                </a:cubicBezTo>
                <a:cubicBezTo>
                  <a:pt x="21" y="37"/>
                  <a:pt x="21" y="37"/>
                  <a:pt x="21" y="37"/>
                </a:cubicBezTo>
                <a:cubicBezTo>
                  <a:pt x="21" y="38"/>
                  <a:pt x="20" y="38"/>
                  <a:pt x="20" y="38"/>
                </a:cubicBezTo>
                <a:cubicBezTo>
                  <a:pt x="1" y="38"/>
                  <a:pt x="1" y="38"/>
                  <a:pt x="1" y="38"/>
                </a:cubicBezTo>
                <a:cubicBezTo>
                  <a:pt x="1" y="38"/>
                  <a:pt x="0" y="38"/>
                  <a:pt x="0" y="38"/>
                </a:cubicBezTo>
                <a:cubicBezTo>
                  <a:pt x="0" y="37"/>
                  <a:pt x="0" y="37"/>
                  <a:pt x="0" y="37"/>
                </a:cubicBezTo>
                <a:cubicBezTo>
                  <a:pt x="5" y="31"/>
                  <a:pt x="5" y="31"/>
                  <a:pt x="5" y="31"/>
                </a:cubicBezTo>
                <a:cubicBezTo>
                  <a:pt x="5" y="31"/>
                  <a:pt x="5" y="31"/>
                  <a:pt x="5" y="31"/>
                </a:cubicBezTo>
                <a:cubicBezTo>
                  <a:pt x="14" y="31"/>
                  <a:pt x="14" y="31"/>
                  <a:pt x="14" y="31"/>
                </a:cubicBezTo>
                <a:cubicBezTo>
                  <a:pt x="14" y="14"/>
                  <a:pt x="14" y="14"/>
                  <a:pt x="14" y="14"/>
                </a:cubicBezTo>
                <a:cubicBezTo>
                  <a:pt x="9" y="14"/>
                  <a:pt x="9" y="14"/>
                  <a:pt x="9" y="14"/>
                </a:cubicBezTo>
                <a:cubicBezTo>
                  <a:pt x="8" y="14"/>
                  <a:pt x="8" y="14"/>
                  <a:pt x="7" y="13"/>
                </a:cubicBezTo>
                <a:cubicBezTo>
                  <a:pt x="7" y="12"/>
                  <a:pt x="7" y="12"/>
                  <a:pt x="7" y="11"/>
                </a:cubicBezTo>
                <a:cubicBezTo>
                  <a:pt x="16" y="1"/>
                  <a:pt x="16" y="1"/>
                  <a:pt x="16" y="1"/>
                </a:cubicBezTo>
                <a:cubicBezTo>
                  <a:pt x="17" y="0"/>
                  <a:pt x="18" y="0"/>
                  <a:pt x="19" y="1"/>
                </a:cubicBezTo>
                <a:cubicBezTo>
                  <a:pt x="27" y="11"/>
                  <a:pt x="27" y="11"/>
                  <a:pt x="27" y="11"/>
                </a:cubicBezTo>
                <a:cubicBezTo>
                  <a:pt x="28" y="12"/>
                  <a:pt x="28" y="12"/>
                  <a:pt x="28" y="13"/>
                </a:cubicBezTo>
                <a:cubicBezTo>
                  <a:pt x="27" y="14"/>
                  <a:pt x="27" y="14"/>
                  <a:pt x="26" y="1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3" name="稻壳儿小白白(http://dwz.cn/Wu2UP)"/>
          <p:cNvSpPr>
            <a:spLocks noEditPoints="1"/>
          </p:cNvSpPr>
          <p:nvPr/>
        </p:nvSpPr>
        <p:spPr>
          <a:xfrm>
            <a:off x="1485492" y="2255190"/>
            <a:ext cx="342789" cy="342789"/>
          </a:xfrm>
          <a:custGeom>
            <a:avLst/>
            <a:gdLst>
              <a:gd name="T0" fmla="*/ 2147483646 w 48"/>
              <a:gd name="T1" fmla="*/ 1157700250 h 48"/>
              <a:gd name="T2" fmla="*/ 1157700250 w 48"/>
              <a:gd name="T3" fmla="*/ 2147483646 h 48"/>
              <a:gd name="T4" fmla="*/ 0 w 48"/>
              <a:gd name="T5" fmla="*/ 1157700250 h 48"/>
              <a:gd name="T6" fmla="*/ 1157700250 w 48"/>
              <a:gd name="T7" fmla="*/ 0 h 48"/>
              <a:gd name="T8" fmla="*/ 2147483646 w 48"/>
              <a:gd name="T9" fmla="*/ 1157700250 h 48"/>
              <a:gd name="T10" fmla="*/ 530607984 w 48"/>
              <a:gd name="T11" fmla="*/ 1398883172 h 48"/>
              <a:gd name="T12" fmla="*/ 482372789 w 48"/>
              <a:gd name="T13" fmla="*/ 1157700250 h 48"/>
              <a:gd name="T14" fmla="*/ 530607984 w 48"/>
              <a:gd name="T15" fmla="*/ 964745578 h 48"/>
              <a:gd name="T16" fmla="*/ 289425063 w 48"/>
              <a:gd name="T17" fmla="*/ 723562656 h 48"/>
              <a:gd name="T18" fmla="*/ 144712531 w 48"/>
              <a:gd name="T19" fmla="*/ 1157700250 h 48"/>
              <a:gd name="T20" fmla="*/ 289425063 w 48"/>
              <a:gd name="T21" fmla="*/ 1640073039 h 48"/>
              <a:gd name="T22" fmla="*/ 530607984 w 48"/>
              <a:gd name="T23" fmla="*/ 1398883172 h 48"/>
              <a:gd name="T24" fmla="*/ 1640073039 w 48"/>
              <a:gd name="T25" fmla="*/ 1157700250 h 48"/>
              <a:gd name="T26" fmla="*/ 1157700250 w 48"/>
              <a:gd name="T27" fmla="*/ 675320516 h 48"/>
              <a:gd name="T28" fmla="*/ 675320516 w 48"/>
              <a:gd name="T29" fmla="*/ 1157700250 h 48"/>
              <a:gd name="T30" fmla="*/ 1157700250 w 48"/>
              <a:gd name="T31" fmla="*/ 1688308234 h 48"/>
              <a:gd name="T32" fmla="*/ 1640073039 w 48"/>
              <a:gd name="T33" fmla="*/ 1157700250 h 48"/>
              <a:gd name="T34" fmla="*/ 675320516 w 48"/>
              <a:gd name="T35" fmla="*/ 289425063 h 48"/>
              <a:gd name="T36" fmla="*/ 916510383 w 48"/>
              <a:gd name="T37" fmla="*/ 530607984 h 48"/>
              <a:gd name="T38" fmla="*/ 1157700250 w 48"/>
              <a:gd name="T39" fmla="*/ 530607984 h 48"/>
              <a:gd name="T40" fmla="*/ 1350647977 w 48"/>
              <a:gd name="T41" fmla="*/ 530607984 h 48"/>
              <a:gd name="T42" fmla="*/ 1640073039 w 48"/>
              <a:gd name="T43" fmla="*/ 289425063 h 48"/>
              <a:gd name="T44" fmla="*/ 1157700250 w 48"/>
              <a:gd name="T45" fmla="*/ 192947727 h 48"/>
              <a:gd name="T46" fmla="*/ 675320516 w 48"/>
              <a:gd name="T47" fmla="*/ 289425063 h 48"/>
              <a:gd name="T48" fmla="*/ 1640073039 w 48"/>
              <a:gd name="T49" fmla="*/ 2074203688 h 48"/>
              <a:gd name="T50" fmla="*/ 1350647977 w 48"/>
              <a:gd name="T51" fmla="*/ 1784785570 h 48"/>
              <a:gd name="T52" fmla="*/ 1157700250 w 48"/>
              <a:gd name="T53" fmla="*/ 1833020766 h 48"/>
              <a:gd name="T54" fmla="*/ 916510383 w 48"/>
              <a:gd name="T55" fmla="*/ 1784785570 h 48"/>
              <a:gd name="T56" fmla="*/ 675320516 w 48"/>
              <a:gd name="T57" fmla="*/ 2074203688 h 48"/>
              <a:gd name="T58" fmla="*/ 1157700250 w 48"/>
              <a:gd name="T59" fmla="*/ 2147483646 h 48"/>
              <a:gd name="T60" fmla="*/ 1640073039 w 48"/>
              <a:gd name="T61" fmla="*/ 2074203688 h 48"/>
              <a:gd name="T62" fmla="*/ 2025968492 w 48"/>
              <a:gd name="T63" fmla="*/ 1640073039 h 48"/>
              <a:gd name="T64" fmla="*/ 2147483646 w 48"/>
              <a:gd name="T65" fmla="*/ 1157700250 h 48"/>
              <a:gd name="T66" fmla="*/ 2025968492 w 48"/>
              <a:gd name="T67" fmla="*/ 723562656 h 48"/>
              <a:gd name="T68" fmla="*/ 1784785570 w 48"/>
              <a:gd name="T69" fmla="*/ 964745578 h 48"/>
              <a:gd name="T70" fmla="*/ 1833020766 w 48"/>
              <a:gd name="T71" fmla="*/ 1157700250 h 48"/>
              <a:gd name="T72" fmla="*/ 1784785570 w 48"/>
              <a:gd name="T73" fmla="*/ 1398883172 h 48"/>
              <a:gd name="T74" fmla="*/ 2025968492 w 48"/>
              <a:gd name="T75" fmla="*/ 1640073039 h 4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8" h="48">
                <a:moveTo>
                  <a:pt x="48" y="24"/>
                </a:moveTo>
                <a:cubicBezTo>
                  <a:pt x="48" y="38"/>
                  <a:pt x="37" y="48"/>
                  <a:pt x="24" y="48"/>
                </a:cubicBezTo>
                <a:cubicBezTo>
                  <a:pt x="11" y="48"/>
                  <a:pt x="0" y="38"/>
                  <a:pt x="0" y="24"/>
                </a:cubicBezTo>
                <a:cubicBezTo>
                  <a:pt x="0" y="11"/>
                  <a:pt x="11" y="0"/>
                  <a:pt x="24" y="0"/>
                </a:cubicBezTo>
                <a:cubicBezTo>
                  <a:pt x="37" y="0"/>
                  <a:pt x="48" y="11"/>
                  <a:pt x="48" y="24"/>
                </a:cubicBezTo>
                <a:close/>
                <a:moveTo>
                  <a:pt x="11" y="29"/>
                </a:moveTo>
                <a:cubicBezTo>
                  <a:pt x="11" y="28"/>
                  <a:pt x="10" y="26"/>
                  <a:pt x="10" y="24"/>
                </a:cubicBezTo>
                <a:cubicBezTo>
                  <a:pt x="10" y="23"/>
                  <a:pt x="11" y="21"/>
                  <a:pt x="11" y="20"/>
                </a:cubicBezTo>
                <a:cubicBezTo>
                  <a:pt x="6" y="15"/>
                  <a:pt x="6" y="15"/>
                  <a:pt x="6" y="15"/>
                </a:cubicBezTo>
                <a:cubicBezTo>
                  <a:pt x="4" y="18"/>
                  <a:pt x="3" y="21"/>
                  <a:pt x="3" y="24"/>
                </a:cubicBezTo>
                <a:cubicBezTo>
                  <a:pt x="3" y="28"/>
                  <a:pt x="4" y="31"/>
                  <a:pt x="6" y="34"/>
                </a:cubicBezTo>
                <a:lnTo>
                  <a:pt x="11" y="29"/>
                </a:lnTo>
                <a:close/>
                <a:moveTo>
                  <a:pt x="34" y="24"/>
                </a:moveTo>
                <a:cubicBezTo>
                  <a:pt x="34" y="19"/>
                  <a:pt x="30" y="14"/>
                  <a:pt x="24" y="14"/>
                </a:cubicBezTo>
                <a:cubicBezTo>
                  <a:pt x="18" y="14"/>
                  <a:pt x="14" y="19"/>
                  <a:pt x="14" y="24"/>
                </a:cubicBezTo>
                <a:cubicBezTo>
                  <a:pt x="14" y="30"/>
                  <a:pt x="18" y="35"/>
                  <a:pt x="24" y="35"/>
                </a:cubicBezTo>
                <a:cubicBezTo>
                  <a:pt x="30" y="35"/>
                  <a:pt x="34" y="30"/>
                  <a:pt x="34" y="24"/>
                </a:cubicBezTo>
                <a:close/>
                <a:moveTo>
                  <a:pt x="14" y="6"/>
                </a:moveTo>
                <a:cubicBezTo>
                  <a:pt x="19" y="11"/>
                  <a:pt x="19" y="11"/>
                  <a:pt x="19" y="11"/>
                </a:cubicBezTo>
                <a:cubicBezTo>
                  <a:pt x="21" y="11"/>
                  <a:pt x="22" y="11"/>
                  <a:pt x="24" y="11"/>
                </a:cubicBezTo>
                <a:cubicBezTo>
                  <a:pt x="26" y="11"/>
                  <a:pt x="27" y="11"/>
                  <a:pt x="28" y="11"/>
                </a:cubicBezTo>
                <a:cubicBezTo>
                  <a:pt x="34" y="6"/>
                  <a:pt x="34" y="6"/>
                  <a:pt x="34" y="6"/>
                </a:cubicBezTo>
                <a:cubicBezTo>
                  <a:pt x="31" y="5"/>
                  <a:pt x="27" y="4"/>
                  <a:pt x="24" y="4"/>
                </a:cubicBezTo>
                <a:cubicBezTo>
                  <a:pt x="20" y="4"/>
                  <a:pt x="17" y="5"/>
                  <a:pt x="14" y="6"/>
                </a:cubicBezTo>
                <a:close/>
                <a:moveTo>
                  <a:pt x="34" y="43"/>
                </a:moveTo>
                <a:cubicBezTo>
                  <a:pt x="28" y="37"/>
                  <a:pt x="28" y="37"/>
                  <a:pt x="28" y="37"/>
                </a:cubicBezTo>
                <a:cubicBezTo>
                  <a:pt x="27" y="38"/>
                  <a:pt x="26" y="38"/>
                  <a:pt x="24" y="38"/>
                </a:cubicBezTo>
                <a:cubicBezTo>
                  <a:pt x="22" y="38"/>
                  <a:pt x="21" y="38"/>
                  <a:pt x="19" y="37"/>
                </a:cubicBezTo>
                <a:cubicBezTo>
                  <a:pt x="14" y="43"/>
                  <a:pt x="14" y="43"/>
                  <a:pt x="14" y="43"/>
                </a:cubicBezTo>
                <a:cubicBezTo>
                  <a:pt x="17" y="44"/>
                  <a:pt x="20" y="45"/>
                  <a:pt x="24" y="45"/>
                </a:cubicBezTo>
                <a:cubicBezTo>
                  <a:pt x="27" y="45"/>
                  <a:pt x="31" y="44"/>
                  <a:pt x="34" y="43"/>
                </a:cubicBezTo>
                <a:close/>
                <a:moveTo>
                  <a:pt x="42" y="34"/>
                </a:moveTo>
                <a:cubicBezTo>
                  <a:pt x="44" y="31"/>
                  <a:pt x="45" y="28"/>
                  <a:pt x="45" y="24"/>
                </a:cubicBezTo>
                <a:cubicBezTo>
                  <a:pt x="45" y="21"/>
                  <a:pt x="44" y="18"/>
                  <a:pt x="42" y="15"/>
                </a:cubicBezTo>
                <a:cubicBezTo>
                  <a:pt x="37" y="20"/>
                  <a:pt x="37" y="20"/>
                  <a:pt x="37" y="20"/>
                </a:cubicBezTo>
                <a:cubicBezTo>
                  <a:pt x="37" y="21"/>
                  <a:pt x="38" y="23"/>
                  <a:pt x="38" y="24"/>
                </a:cubicBezTo>
                <a:cubicBezTo>
                  <a:pt x="38" y="26"/>
                  <a:pt x="37" y="28"/>
                  <a:pt x="37" y="29"/>
                </a:cubicBezTo>
                <a:lnTo>
                  <a:pt x="42" y="3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4" name="稻壳儿小白白(http://dwz.cn/Wu2UP)"/>
          <p:cNvSpPr>
            <a:spLocks noEditPoints="1"/>
          </p:cNvSpPr>
          <p:nvPr/>
        </p:nvSpPr>
        <p:spPr>
          <a:xfrm>
            <a:off x="1557314" y="2803652"/>
            <a:ext cx="197511" cy="298715"/>
          </a:xfrm>
          <a:custGeom>
            <a:avLst/>
            <a:gdLst>
              <a:gd name="T0" fmla="*/ 1176574037 w 28"/>
              <a:gd name="T1" fmla="*/ 956884275 h 42"/>
              <a:gd name="T2" fmla="*/ 941260601 w 28"/>
              <a:gd name="T3" fmla="*/ 1291796193 h 42"/>
              <a:gd name="T4" fmla="*/ 1035390092 w 28"/>
              <a:gd name="T5" fmla="*/ 1435329872 h 42"/>
              <a:gd name="T6" fmla="*/ 988321916 w 28"/>
              <a:gd name="T7" fmla="*/ 1483174431 h 42"/>
              <a:gd name="T8" fmla="*/ 1035390092 w 28"/>
              <a:gd name="T9" fmla="*/ 1578856634 h 42"/>
              <a:gd name="T10" fmla="*/ 941260601 w 28"/>
              <a:gd name="T11" fmla="*/ 1674545753 h 42"/>
              <a:gd name="T12" fmla="*/ 988321916 w 28"/>
              <a:gd name="T13" fmla="*/ 1722390312 h 42"/>
              <a:gd name="T14" fmla="*/ 847137971 w 28"/>
              <a:gd name="T15" fmla="*/ 1865923991 h 42"/>
              <a:gd name="T16" fmla="*/ 658885851 w 28"/>
              <a:gd name="T17" fmla="*/ 2009457670 h 42"/>
              <a:gd name="T18" fmla="*/ 470633731 w 28"/>
              <a:gd name="T19" fmla="*/ 1865923991 h 42"/>
              <a:gd name="T20" fmla="*/ 329442926 w 28"/>
              <a:gd name="T21" fmla="*/ 1722390312 h 42"/>
              <a:gd name="T22" fmla="*/ 329442926 w 28"/>
              <a:gd name="T23" fmla="*/ 1674545753 h 42"/>
              <a:gd name="T24" fmla="*/ 282381611 w 28"/>
              <a:gd name="T25" fmla="*/ 1578856634 h 42"/>
              <a:gd name="T26" fmla="*/ 329442926 w 28"/>
              <a:gd name="T27" fmla="*/ 1483174431 h 42"/>
              <a:gd name="T28" fmla="*/ 282381611 w 28"/>
              <a:gd name="T29" fmla="*/ 1435329872 h 42"/>
              <a:gd name="T30" fmla="*/ 329442926 w 28"/>
              <a:gd name="T31" fmla="*/ 1291796193 h 42"/>
              <a:gd name="T32" fmla="*/ 141190805 w 28"/>
              <a:gd name="T33" fmla="*/ 956884275 h 42"/>
              <a:gd name="T34" fmla="*/ 0 w 28"/>
              <a:gd name="T35" fmla="*/ 574127798 h 42"/>
              <a:gd name="T36" fmla="*/ 658885851 w 28"/>
              <a:gd name="T37" fmla="*/ 0 h 42"/>
              <a:gd name="T38" fmla="*/ 1317764842 w 28"/>
              <a:gd name="T39" fmla="*/ 574127798 h 42"/>
              <a:gd name="T40" fmla="*/ 1176574037 w 28"/>
              <a:gd name="T41" fmla="*/ 956884275 h 42"/>
              <a:gd name="T42" fmla="*/ 658885851 w 28"/>
              <a:gd name="T43" fmla="*/ 191378238 h 42"/>
              <a:gd name="T44" fmla="*/ 188252120 w 28"/>
              <a:gd name="T45" fmla="*/ 574127798 h 42"/>
              <a:gd name="T46" fmla="*/ 235313435 w 28"/>
              <a:gd name="T47" fmla="*/ 813350597 h 42"/>
              <a:gd name="T48" fmla="*/ 329442926 w 28"/>
              <a:gd name="T49" fmla="*/ 909039716 h 42"/>
              <a:gd name="T50" fmla="*/ 517695046 w 28"/>
              <a:gd name="T51" fmla="*/ 1291796193 h 42"/>
              <a:gd name="T52" fmla="*/ 800069796 w 28"/>
              <a:gd name="T53" fmla="*/ 1291796193 h 42"/>
              <a:gd name="T54" fmla="*/ 988321916 w 28"/>
              <a:gd name="T55" fmla="*/ 909039716 h 42"/>
              <a:gd name="T56" fmla="*/ 1035390092 w 28"/>
              <a:gd name="T57" fmla="*/ 813350597 h 42"/>
              <a:gd name="T58" fmla="*/ 1129512722 w 28"/>
              <a:gd name="T59" fmla="*/ 574127798 h 42"/>
              <a:gd name="T60" fmla="*/ 658885851 w 28"/>
              <a:gd name="T61" fmla="*/ 191378238 h 42"/>
              <a:gd name="T62" fmla="*/ 894199286 w 28"/>
              <a:gd name="T63" fmla="*/ 621972358 h 42"/>
              <a:gd name="T64" fmla="*/ 847137971 w 28"/>
              <a:gd name="T65" fmla="*/ 574127798 h 42"/>
              <a:gd name="T66" fmla="*/ 658885851 w 28"/>
              <a:gd name="T67" fmla="*/ 478445596 h 42"/>
              <a:gd name="T68" fmla="*/ 611817676 w 28"/>
              <a:gd name="T69" fmla="*/ 430601037 h 42"/>
              <a:gd name="T70" fmla="*/ 658885851 w 28"/>
              <a:gd name="T71" fmla="*/ 382756477 h 42"/>
              <a:gd name="T72" fmla="*/ 941260601 w 28"/>
              <a:gd name="T73" fmla="*/ 574127798 h 42"/>
              <a:gd name="T74" fmla="*/ 894199286 w 28"/>
              <a:gd name="T75" fmla="*/ 621972358 h 42"/>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28" h="42">
                <a:moveTo>
                  <a:pt x="25" y="20"/>
                </a:moveTo>
                <a:cubicBezTo>
                  <a:pt x="23" y="22"/>
                  <a:pt x="21" y="25"/>
                  <a:pt x="20" y="27"/>
                </a:cubicBezTo>
                <a:cubicBezTo>
                  <a:pt x="21" y="28"/>
                  <a:pt x="22" y="29"/>
                  <a:pt x="22" y="30"/>
                </a:cubicBezTo>
                <a:cubicBezTo>
                  <a:pt x="22" y="30"/>
                  <a:pt x="21" y="31"/>
                  <a:pt x="21" y="31"/>
                </a:cubicBezTo>
                <a:cubicBezTo>
                  <a:pt x="21" y="32"/>
                  <a:pt x="22" y="32"/>
                  <a:pt x="22" y="33"/>
                </a:cubicBezTo>
                <a:cubicBezTo>
                  <a:pt x="22" y="34"/>
                  <a:pt x="21" y="35"/>
                  <a:pt x="20" y="35"/>
                </a:cubicBezTo>
                <a:cubicBezTo>
                  <a:pt x="21" y="36"/>
                  <a:pt x="21" y="36"/>
                  <a:pt x="21" y="36"/>
                </a:cubicBezTo>
                <a:cubicBezTo>
                  <a:pt x="21" y="38"/>
                  <a:pt x="19" y="39"/>
                  <a:pt x="18" y="39"/>
                </a:cubicBezTo>
                <a:cubicBezTo>
                  <a:pt x="17" y="41"/>
                  <a:pt x="16" y="42"/>
                  <a:pt x="14" y="42"/>
                </a:cubicBezTo>
                <a:cubicBezTo>
                  <a:pt x="12" y="42"/>
                  <a:pt x="11" y="41"/>
                  <a:pt x="10" y="39"/>
                </a:cubicBezTo>
                <a:cubicBezTo>
                  <a:pt x="8" y="39"/>
                  <a:pt x="7" y="38"/>
                  <a:pt x="7" y="36"/>
                </a:cubicBezTo>
                <a:cubicBezTo>
                  <a:pt x="7" y="36"/>
                  <a:pt x="7" y="36"/>
                  <a:pt x="7" y="35"/>
                </a:cubicBezTo>
                <a:cubicBezTo>
                  <a:pt x="7" y="35"/>
                  <a:pt x="6" y="34"/>
                  <a:pt x="6" y="33"/>
                </a:cubicBezTo>
                <a:cubicBezTo>
                  <a:pt x="6" y="32"/>
                  <a:pt x="6" y="32"/>
                  <a:pt x="7" y="31"/>
                </a:cubicBezTo>
                <a:cubicBezTo>
                  <a:pt x="6" y="31"/>
                  <a:pt x="6" y="30"/>
                  <a:pt x="6" y="30"/>
                </a:cubicBezTo>
                <a:cubicBezTo>
                  <a:pt x="6" y="29"/>
                  <a:pt x="7" y="28"/>
                  <a:pt x="7" y="27"/>
                </a:cubicBezTo>
                <a:cubicBezTo>
                  <a:pt x="7" y="25"/>
                  <a:pt x="5" y="22"/>
                  <a:pt x="3" y="20"/>
                </a:cubicBezTo>
                <a:cubicBezTo>
                  <a:pt x="1" y="18"/>
                  <a:pt x="0" y="15"/>
                  <a:pt x="0" y="12"/>
                </a:cubicBezTo>
                <a:cubicBezTo>
                  <a:pt x="0" y="5"/>
                  <a:pt x="7" y="0"/>
                  <a:pt x="14" y="0"/>
                </a:cubicBezTo>
                <a:cubicBezTo>
                  <a:pt x="21" y="0"/>
                  <a:pt x="28" y="5"/>
                  <a:pt x="28" y="12"/>
                </a:cubicBezTo>
                <a:cubicBezTo>
                  <a:pt x="28" y="15"/>
                  <a:pt x="27" y="18"/>
                  <a:pt x="25" y="20"/>
                </a:cubicBezTo>
                <a:close/>
                <a:moveTo>
                  <a:pt x="14" y="4"/>
                </a:moveTo>
                <a:cubicBezTo>
                  <a:pt x="9" y="4"/>
                  <a:pt x="4" y="7"/>
                  <a:pt x="4" y="12"/>
                </a:cubicBezTo>
                <a:cubicBezTo>
                  <a:pt x="4" y="14"/>
                  <a:pt x="4" y="16"/>
                  <a:pt x="5" y="17"/>
                </a:cubicBezTo>
                <a:cubicBezTo>
                  <a:pt x="6" y="18"/>
                  <a:pt x="7" y="18"/>
                  <a:pt x="7" y="19"/>
                </a:cubicBezTo>
                <a:cubicBezTo>
                  <a:pt x="9" y="21"/>
                  <a:pt x="11" y="24"/>
                  <a:pt x="11" y="27"/>
                </a:cubicBezTo>
                <a:cubicBezTo>
                  <a:pt x="17" y="27"/>
                  <a:pt x="17" y="27"/>
                  <a:pt x="17" y="27"/>
                </a:cubicBezTo>
                <a:cubicBezTo>
                  <a:pt x="17" y="24"/>
                  <a:pt x="19" y="21"/>
                  <a:pt x="21" y="19"/>
                </a:cubicBezTo>
                <a:cubicBezTo>
                  <a:pt x="21" y="18"/>
                  <a:pt x="22" y="18"/>
                  <a:pt x="22" y="17"/>
                </a:cubicBezTo>
                <a:cubicBezTo>
                  <a:pt x="24" y="16"/>
                  <a:pt x="24" y="14"/>
                  <a:pt x="24" y="12"/>
                </a:cubicBezTo>
                <a:cubicBezTo>
                  <a:pt x="24" y="7"/>
                  <a:pt x="19" y="4"/>
                  <a:pt x="14" y="4"/>
                </a:cubicBezTo>
                <a:close/>
                <a:moveTo>
                  <a:pt x="19" y="13"/>
                </a:moveTo>
                <a:cubicBezTo>
                  <a:pt x="19" y="13"/>
                  <a:pt x="18" y="13"/>
                  <a:pt x="18" y="12"/>
                </a:cubicBezTo>
                <a:cubicBezTo>
                  <a:pt x="18" y="11"/>
                  <a:pt x="15" y="10"/>
                  <a:pt x="14" y="10"/>
                </a:cubicBezTo>
                <a:cubicBezTo>
                  <a:pt x="13" y="10"/>
                  <a:pt x="13" y="10"/>
                  <a:pt x="13" y="9"/>
                </a:cubicBezTo>
                <a:cubicBezTo>
                  <a:pt x="13" y="9"/>
                  <a:pt x="13" y="8"/>
                  <a:pt x="14" y="8"/>
                </a:cubicBezTo>
                <a:cubicBezTo>
                  <a:pt x="16" y="8"/>
                  <a:pt x="20" y="10"/>
                  <a:pt x="20" y="12"/>
                </a:cubicBezTo>
                <a:cubicBezTo>
                  <a:pt x="20" y="13"/>
                  <a:pt x="20" y="13"/>
                  <a:pt x="19" y="1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5" name="稻壳儿小白白(http://dwz.cn/Wu2UP)"/>
          <p:cNvSpPr>
            <a:spLocks noEditPoints="1"/>
          </p:cNvSpPr>
          <p:nvPr/>
        </p:nvSpPr>
        <p:spPr>
          <a:xfrm>
            <a:off x="1500182" y="3308041"/>
            <a:ext cx="311775" cy="313407"/>
          </a:xfrm>
          <a:custGeom>
            <a:avLst/>
            <a:gdLst>
              <a:gd name="T0" fmla="*/ 1994528223 w 44"/>
              <a:gd name="T1" fmla="*/ 1823507564 h 44"/>
              <a:gd name="T2" fmla="*/ 1804572170 w 44"/>
              <a:gd name="T3" fmla="*/ 2015455364 h 44"/>
              <a:gd name="T4" fmla="*/ 1519641535 w 44"/>
              <a:gd name="T5" fmla="*/ 2111432727 h 44"/>
              <a:gd name="T6" fmla="*/ 1282198191 w 44"/>
              <a:gd name="T7" fmla="*/ 2015455364 h 44"/>
              <a:gd name="T8" fmla="*/ 997260666 w 44"/>
              <a:gd name="T9" fmla="*/ 1727537127 h 44"/>
              <a:gd name="T10" fmla="*/ 902286085 w 44"/>
              <a:gd name="T11" fmla="*/ 1487597182 h 44"/>
              <a:gd name="T12" fmla="*/ 997260666 w 44"/>
              <a:gd name="T13" fmla="*/ 1199678945 h 44"/>
              <a:gd name="T14" fmla="*/ 902286085 w 44"/>
              <a:gd name="T15" fmla="*/ 1103701582 h 44"/>
              <a:gd name="T16" fmla="*/ 617355450 w 44"/>
              <a:gd name="T17" fmla="*/ 1199678945 h 44"/>
              <a:gd name="T18" fmla="*/ 379912107 w 44"/>
              <a:gd name="T19" fmla="*/ 1103701582 h 44"/>
              <a:gd name="T20" fmla="*/ 94974581 w 44"/>
              <a:gd name="T21" fmla="*/ 815783345 h 44"/>
              <a:gd name="T22" fmla="*/ 0 w 44"/>
              <a:gd name="T23" fmla="*/ 575843400 h 44"/>
              <a:gd name="T24" fmla="*/ 94974581 w 44"/>
              <a:gd name="T25" fmla="*/ 287925164 h 44"/>
              <a:gd name="T26" fmla="*/ 284930634 w 44"/>
              <a:gd name="T27" fmla="*/ 95977364 h 44"/>
              <a:gd name="T28" fmla="*/ 569861269 w 44"/>
              <a:gd name="T29" fmla="*/ 0 h 44"/>
              <a:gd name="T30" fmla="*/ 807304613 w 44"/>
              <a:gd name="T31" fmla="*/ 95977364 h 44"/>
              <a:gd name="T32" fmla="*/ 1092242138 w 44"/>
              <a:gd name="T33" fmla="*/ 383895600 h 44"/>
              <a:gd name="T34" fmla="*/ 1187216719 w 44"/>
              <a:gd name="T35" fmla="*/ 623835545 h 44"/>
              <a:gd name="T36" fmla="*/ 1092242138 w 44"/>
              <a:gd name="T37" fmla="*/ 911753782 h 44"/>
              <a:gd name="T38" fmla="*/ 1187216719 w 44"/>
              <a:gd name="T39" fmla="*/ 1007731145 h 44"/>
              <a:gd name="T40" fmla="*/ 1472147353 w 44"/>
              <a:gd name="T41" fmla="*/ 911753782 h 44"/>
              <a:gd name="T42" fmla="*/ 1709590697 w 44"/>
              <a:gd name="T43" fmla="*/ 1007731145 h 44"/>
              <a:gd name="T44" fmla="*/ 1994528223 w 44"/>
              <a:gd name="T45" fmla="*/ 1295649382 h 44"/>
              <a:gd name="T46" fmla="*/ 2089502804 w 44"/>
              <a:gd name="T47" fmla="*/ 1535589327 h 44"/>
              <a:gd name="T48" fmla="*/ 1994528223 w 44"/>
              <a:gd name="T49" fmla="*/ 1823507564 h 44"/>
              <a:gd name="T50" fmla="*/ 902286085 w 44"/>
              <a:gd name="T51" fmla="*/ 575843400 h 44"/>
              <a:gd name="T52" fmla="*/ 664842741 w 44"/>
              <a:gd name="T53" fmla="*/ 287925164 h 44"/>
              <a:gd name="T54" fmla="*/ 569861269 w 44"/>
              <a:gd name="T55" fmla="*/ 239933018 h 44"/>
              <a:gd name="T56" fmla="*/ 474886688 w 44"/>
              <a:gd name="T57" fmla="*/ 287925164 h 44"/>
              <a:gd name="T58" fmla="*/ 284930634 w 44"/>
              <a:gd name="T59" fmla="*/ 479872964 h 44"/>
              <a:gd name="T60" fmla="*/ 237443344 w 44"/>
              <a:gd name="T61" fmla="*/ 575843400 h 44"/>
              <a:gd name="T62" fmla="*/ 284930634 w 44"/>
              <a:gd name="T63" fmla="*/ 623835545 h 44"/>
              <a:gd name="T64" fmla="*/ 569861269 w 44"/>
              <a:gd name="T65" fmla="*/ 911753782 h 44"/>
              <a:gd name="T66" fmla="*/ 617355450 w 44"/>
              <a:gd name="T67" fmla="*/ 959739000 h 44"/>
              <a:gd name="T68" fmla="*/ 712330031 w 44"/>
              <a:gd name="T69" fmla="*/ 911753782 h 44"/>
              <a:gd name="T70" fmla="*/ 617355450 w 44"/>
              <a:gd name="T71" fmla="*/ 767791200 h 44"/>
              <a:gd name="T72" fmla="*/ 759817322 w 44"/>
              <a:gd name="T73" fmla="*/ 623835545 h 44"/>
              <a:gd name="T74" fmla="*/ 902286085 w 44"/>
              <a:gd name="T75" fmla="*/ 719805982 h 44"/>
              <a:gd name="T76" fmla="*/ 949773375 w 44"/>
              <a:gd name="T77" fmla="*/ 623835545 h 44"/>
              <a:gd name="T78" fmla="*/ 902286085 w 44"/>
              <a:gd name="T79" fmla="*/ 575843400 h 44"/>
              <a:gd name="T80" fmla="*/ 1804572170 w 44"/>
              <a:gd name="T81" fmla="*/ 1439611964 h 44"/>
              <a:gd name="T82" fmla="*/ 1519641535 w 44"/>
              <a:gd name="T83" fmla="*/ 1199678945 h 44"/>
              <a:gd name="T84" fmla="*/ 1472147353 w 44"/>
              <a:gd name="T85" fmla="*/ 1151693727 h 44"/>
              <a:gd name="T86" fmla="*/ 1377172772 w 44"/>
              <a:gd name="T87" fmla="*/ 1199678945 h 44"/>
              <a:gd name="T88" fmla="*/ 1472147353 w 44"/>
              <a:gd name="T89" fmla="*/ 1343641527 h 44"/>
              <a:gd name="T90" fmla="*/ 1329685482 w 44"/>
              <a:gd name="T91" fmla="*/ 1487597182 h 44"/>
              <a:gd name="T92" fmla="*/ 1187216719 w 44"/>
              <a:gd name="T93" fmla="*/ 1391626745 h 44"/>
              <a:gd name="T94" fmla="*/ 1139729429 w 44"/>
              <a:gd name="T95" fmla="*/ 1487597182 h 44"/>
              <a:gd name="T96" fmla="*/ 1187216719 w 44"/>
              <a:gd name="T97" fmla="*/ 1535589327 h 44"/>
              <a:gd name="T98" fmla="*/ 1424660063 w 44"/>
              <a:gd name="T99" fmla="*/ 1823507564 h 44"/>
              <a:gd name="T100" fmla="*/ 1519641535 w 44"/>
              <a:gd name="T101" fmla="*/ 1871499709 h 44"/>
              <a:gd name="T102" fmla="*/ 1614616116 w 44"/>
              <a:gd name="T103" fmla="*/ 1823507564 h 44"/>
              <a:gd name="T104" fmla="*/ 1804572170 w 44"/>
              <a:gd name="T105" fmla="*/ 1631559764 h 44"/>
              <a:gd name="T106" fmla="*/ 1852059460 w 44"/>
              <a:gd name="T107" fmla="*/ 1535589327 h 44"/>
              <a:gd name="T108" fmla="*/ 1804572170 w 44"/>
              <a:gd name="T109" fmla="*/ 1439611964 h 44"/>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0" t="0" r="r" b="b"/>
            <a:pathLst>
              <a:path w="44" h="44">
                <a:moveTo>
                  <a:pt x="42" y="38"/>
                </a:moveTo>
                <a:cubicBezTo>
                  <a:pt x="38" y="42"/>
                  <a:pt x="38" y="42"/>
                  <a:pt x="38" y="42"/>
                </a:cubicBezTo>
                <a:cubicBezTo>
                  <a:pt x="36" y="43"/>
                  <a:pt x="34" y="44"/>
                  <a:pt x="32" y="44"/>
                </a:cubicBezTo>
                <a:cubicBezTo>
                  <a:pt x="30" y="44"/>
                  <a:pt x="28" y="43"/>
                  <a:pt x="27" y="42"/>
                </a:cubicBezTo>
                <a:cubicBezTo>
                  <a:pt x="21" y="36"/>
                  <a:pt x="21" y="36"/>
                  <a:pt x="21" y="36"/>
                </a:cubicBezTo>
                <a:cubicBezTo>
                  <a:pt x="20" y="35"/>
                  <a:pt x="19" y="33"/>
                  <a:pt x="19" y="31"/>
                </a:cubicBezTo>
                <a:cubicBezTo>
                  <a:pt x="19" y="28"/>
                  <a:pt x="20" y="26"/>
                  <a:pt x="21" y="25"/>
                </a:cubicBezTo>
                <a:cubicBezTo>
                  <a:pt x="19" y="23"/>
                  <a:pt x="19" y="23"/>
                  <a:pt x="19" y="23"/>
                </a:cubicBezTo>
                <a:cubicBezTo>
                  <a:pt x="17" y="24"/>
                  <a:pt x="15" y="25"/>
                  <a:pt x="13" y="25"/>
                </a:cubicBezTo>
                <a:cubicBezTo>
                  <a:pt x="11" y="25"/>
                  <a:pt x="9" y="24"/>
                  <a:pt x="8" y="23"/>
                </a:cubicBezTo>
                <a:cubicBezTo>
                  <a:pt x="2" y="17"/>
                  <a:pt x="2" y="17"/>
                  <a:pt x="2" y="17"/>
                </a:cubicBezTo>
                <a:cubicBezTo>
                  <a:pt x="1" y="16"/>
                  <a:pt x="0" y="14"/>
                  <a:pt x="0" y="12"/>
                </a:cubicBezTo>
                <a:cubicBezTo>
                  <a:pt x="0" y="10"/>
                  <a:pt x="1" y="8"/>
                  <a:pt x="2" y="6"/>
                </a:cubicBezTo>
                <a:cubicBezTo>
                  <a:pt x="6" y="2"/>
                  <a:pt x="6" y="2"/>
                  <a:pt x="6" y="2"/>
                </a:cubicBezTo>
                <a:cubicBezTo>
                  <a:pt x="8" y="1"/>
                  <a:pt x="10" y="0"/>
                  <a:pt x="12" y="0"/>
                </a:cubicBezTo>
                <a:cubicBezTo>
                  <a:pt x="14" y="0"/>
                  <a:pt x="16" y="1"/>
                  <a:pt x="17" y="2"/>
                </a:cubicBezTo>
                <a:cubicBezTo>
                  <a:pt x="23" y="8"/>
                  <a:pt x="23" y="8"/>
                  <a:pt x="23" y="8"/>
                </a:cubicBezTo>
                <a:cubicBezTo>
                  <a:pt x="24" y="9"/>
                  <a:pt x="25" y="11"/>
                  <a:pt x="25" y="13"/>
                </a:cubicBezTo>
                <a:cubicBezTo>
                  <a:pt x="25" y="15"/>
                  <a:pt x="24" y="17"/>
                  <a:pt x="23" y="19"/>
                </a:cubicBezTo>
                <a:cubicBezTo>
                  <a:pt x="25" y="21"/>
                  <a:pt x="25" y="21"/>
                  <a:pt x="25" y="21"/>
                </a:cubicBezTo>
                <a:cubicBezTo>
                  <a:pt x="26" y="20"/>
                  <a:pt x="28" y="19"/>
                  <a:pt x="31" y="19"/>
                </a:cubicBezTo>
                <a:cubicBezTo>
                  <a:pt x="33" y="19"/>
                  <a:pt x="35" y="20"/>
                  <a:pt x="36" y="21"/>
                </a:cubicBezTo>
                <a:cubicBezTo>
                  <a:pt x="42" y="27"/>
                  <a:pt x="42" y="27"/>
                  <a:pt x="42" y="27"/>
                </a:cubicBezTo>
                <a:cubicBezTo>
                  <a:pt x="43" y="28"/>
                  <a:pt x="44" y="30"/>
                  <a:pt x="44" y="32"/>
                </a:cubicBezTo>
                <a:cubicBezTo>
                  <a:pt x="44" y="34"/>
                  <a:pt x="43" y="36"/>
                  <a:pt x="42" y="38"/>
                </a:cubicBezTo>
                <a:close/>
                <a:moveTo>
                  <a:pt x="19" y="12"/>
                </a:moveTo>
                <a:cubicBezTo>
                  <a:pt x="14" y="6"/>
                  <a:pt x="14" y="6"/>
                  <a:pt x="14" y="6"/>
                </a:cubicBezTo>
                <a:cubicBezTo>
                  <a:pt x="13" y="5"/>
                  <a:pt x="12" y="5"/>
                  <a:pt x="12" y="5"/>
                </a:cubicBezTo>
                <a:cubicBezTo>
                  <a:pt x="11" y="5"/>
                  <a:pt x="10" y="5"/>
                  <a:pt x="10" y="6"/>
                </a:cubicBezTo>
                <a:cubicBezTo>
                  <a:pt x="6" y="10"/>
                  <a:pt x="6" y="10"/>
                  <a:pt x="6" y="10"/>
                </a:cubicBezTo>
                <a:cubicBezTo>
                  <a:pt x="5" y="10"/>
                  <a:pt x="5" y="11"/>
                  <a:pt x="5" y="12"/>
                </a:cubicBezTo>
                <a:cubicBezTo>
                  <a:pt x="5" y="12"/>
                  <a:pt x="5" y="13"/>
                  <a:pt x="6" y="13"/>
                </a:cubicBezTo>
                <a:cubicBezTo>
                  <a:pt x="12" y="19"/>
                  <a:pt x="12" y="19"/>
                  <a:pt x="12" y="19"/>
                </a:cubicBezTo>
                <a:cubicBezTo>
                  <a:pt x="12" y="20"/>
                  <a:pt x="13" y="20"/>
                  <a:pt x="13" y="20"/>
                </a:cubicBezTo>
                <a:cubicBezTo>
                  <a:pt x="14" y="20"/>
                  <a:pt x="15" y="20"/>
                  <a:pt x="15" y="19"/>
                </a:cubicBezTo>
                <a:cubicBezTo>
                  <a:pt x="14" y="18"/>
                  <a:pt x="13" y="17"/>
                  <a:pt x="13" y="16"/>
                </a:cubicBezTo>
                <a:cubicBezTo>
                  <a:pt x="13" y="15"/>
                  <a:pt x="15" y="13"/>
                  <a:pt x="16" y="13"/>
                </a:cubicBezTo>
                <a:cubicBezTo>
                  <a:pt x="17" y="13"/>
                  <a:pt x="18" y="14"/>
                  <a:pt x="19" y="15"/>
                </a:cubicBezTo>
                <a:cubicBezTo>
                  <a:pt x="20" y="15"/>
                  <a:pt x="20" y="14"/>
                  <a:pt x="20" y="13"/>
                </a:cubicBezTo>
                <a:cubicBezTo>
                  <a:pt x="20" y="13"/>
                  <a:pt x="20" y="12"/>
                  <a:pt x="19" y="12"/>
                </a:cubicBezTo>
                <a:close/>
                <a:moveTo>
                  <a:pt x="38" y="30"/>
                </a:moveTo>
                <a:cubicBezTo>
                  <a:pt x="32" y="25"/>
                  <a:pt x="32" y="25"/>
                  <a:pt x="32" y="25"/>
                </a:cubicBezTo>
                <a:cubicBezTo>
                  <a:pt x="32" y="24"/>
                  <a:pt x="31" y="24"/>
                  <a:pt x="31" y="24"/>
                </a:cubicBezTo>
                <a:cubicBezTo>
                  <a:pt x="30" y="24"/>
                  <a:pt x="29" y="24"/>
                  <a:pt x="29" y="25"/>
                </a:cubicBezTo>
                <a:cubicBezTo>
                  <a:pt x="29" y="26"/>
                  <a:pt x="31" y="27"/>
                  <a:pt x="31" y="28"/>
                </a:cubicBezTo>
                <a:cubicBezTo>
                  <a:pt x="31" y="29"/>
                  <a:pt x="29" y="31"/>
                  <a:pt x="28" y="31"/>
                </a:cubicBezTo>
                <a:cubicBezTo>
                  <a:pt x="27" y="31"/>
                  <a:pt x="26" y="29"/>
                  <a:pt x="25" y="29"/>
                </a:cubicBezTo>
                <a:cubicBezTo>
                  <a:pt x="24" y="29"/>
                  <a:pt x="24" y="30"/>
                  <a:pt x="24" y="31"/>
                </a:cubicBezTo>
                <a:cubicBezTo>
                  <a:pt x="24" y="31"/>
                  <a:pt x="24" y="32"/>
                  <a:pt x="25" y="32"/>
                </a:cubicBezTo>
                <a:cubicBezTo>
                  <a:pt x="30" y="38"/>
                  <a:pt x="30" y="38"/>
                  <a:pt x="30" y="38"/>
                </a:cubicBezTo>
                <a:cubicBezTo>
                  <a:pt x="31" y="38"/>
                  <a:pt x="31" y="39"/>
                  <a:pt x="32" y="39"/>
                </a:cubicBezTo>
                <a:cubicBezTo>
                  <a:pt x="33" y="39"/>
                  <a:pt x="33" y="38"/>
                  <a:pt x="34" y="38"/>
                </a:cubicBezTo>
                <a:cubicBezTo>
                  <a:pt x="38" y="34"/>
                  <a:pt x="38" y="34"/>
                  <a:pt x="38" y="34"/>
                </a:cubicBezTo>
                <a:cubicBezTo>
                  <a:pt x="38" y="34"/>
                  <a:pt x="39" y="33"/>
                  <a:pt x="39" y="32"/>
                </a:cubicBezTo>
                <a:cubicBezTo>
                  <a:pt x="39" y="32"/>
                  <a:pt x="38" y="31"/>
                  <a:pt x="38" y="3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6" name="稻壳儿小白白(http://dwz.cn/Wu2UP)"/>
          <p:cNvSpPr>
            <a:spLocks noEditPoints="1"/>
          </p:cNvSpPr>
          <p:nvPr/>
        </p:nvSpPr>
        <p:spPr>
          <a:xfrm>
            <a:off x="1508345" y="3854871"/>
            <a:ext cx="298715" cy="285657"/>
          </a:xfrm>
          <a:custGeom>
            <a:avLst/>
            <a:gdLst>
              <a:gd name="T0" fmla="*/ 239222798 w 42"/>
              <a:gd name="T1" fmla="*/ 434136812 h 40"/>
              <a:gd name="T2" fmla="*/ 239222798 w 42"/>
              <a:gd name="T3" fmla="*/ 434136812 h 40"/>
              <a:gd name="T4" fmla="*/ 0 w 42"/>
              <a:gd name="T5" fmla="*/ 241189433 h 40"/>
              <a:gd name="T6" fmla="*/ 239222798 w 42"/>
              <a:gd name="T7" fmla="*/ 0 h 40"/>
              <a:gd name="T8" fmla="*/ 478445596 w 42"/>
              <a:gd name="T9" fmla="*/ 241189433 h 40"/>
              <a:gd name="T10" fmla="*/ 239222798 w 42"/>
              <a:gd name="T11" fmla="*/ 434136812 h 40"/>
              <a:gd name="T12" fmla="*/ 478445596 w 42"/>
              <a:gd name="T13" fmla="*/ 1929487684 h 40"/>
              <a:gd name="T14" fmla="*/ 47844560 w 42"/>
              <a:gd name="T15" fmla="*/ 1929487684 h 40"/>
              <a:gd name="T16" fmla="*/ 47844560 w 42"/>
              <a:gd name="T17" fmla="*/ 627084192 h 40"/>
              <a:gd name="T18" fmla="*/ 478445596 w 42"/>
              <a:gd name="T19" fmla="*/ 627084192 h 40"/>
              <a:gd name="T20" fmla="*/ 478445596 w 42"/>
              <a:gd name="T21" fmla="*/ 1929487684 h 40"/>
              <a:gd name="T22" fmla="*/ 2009457670 w 42"/>
              <a:gd name="T23" fmla="*/ 1929487684 h 40"/>
              <a:gd name="T24" fmla="*/ 1578856634 w 42"/>
              <a:gd name="T25" fmla="*/ 1929487684 h 40"/>
              <a:gd name="T26" fmla="*/ 1578856634 w 42"/>
              <a:gd name="T27" fmla="*/ 1205933275 h 40"/>
              <a:gd name="T28" fmla="*/ 1339640752 w 42"/>
              <a:gd name="T29" fmla="*/ 916508733 h 40"/>
              <a:gd name="T30" fmla="*/ 1148262514 w 42"/>
              <a:gd name="T31" fmla="*/ 1109456113 h 40"/>
              <a:gd name="T32" fmla="*/ 1100417954 w 42"/>
              <a:gd name="T33" fmla="*/ 1205933275 h 40"/>
              <a:gd name="T34" fmla="*/ 1100417954 w 42"/>
              <a:gd name="T35" fmla="*/ 1929487684 h 40"/>
              <a:gd name="T36" fmla="*/ 717661477 w 42"/>
              <a:gd name="T37" fmla="*/ 1929487684 h 40"/>
              <a:gd name="T38" fmla="*/ 717661477 w 42"/>
              <a:gd name="T39" fmla="*/ 627084192 h 40"/>
              <a:gd name="T40" fmla="*/ 1100417954 w 42"/>
              <a:gd name="T41" fmla="*/ 627084192 h 40"/>
              <a:gd name="T42" fmla="*/ 1100417954 w 42"/>
              <a:gd name="T43" fmla="*/ 820031571 h 40"/>
              <a:gd name="T44" fmla="*/ 1100417954 w 42"/>
              <a:gd name="T45" fmla="*/ 820031571 h 40"/>
              <a:gd name="T46" fmla="*/ 1483174431 w 42"/>
              <a:gd name="T47" fmla="*/ 578849083 h 40"/>
              <a:gd name="T48" fmla="*/ 2009457670 w 42"/>
              <a:gd name="T49" fmla="*/ 1157691221 h 40"/>
              <a:gd name="T50" fmla="*/ 2009457670 w 42"/>
              <a:gd name="T51" fmla="*/ 1929487684 h 4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0" t="0" r="r" b="b"/>
            <a:pathLst>
              <a:path w="42" h="40">
                <a:moveTo>
                  <a:pt x="5" y="9"/>
                </a:moveTo>
                <a:cubicBezTo>
                  <a:pt x="5" y="9"/>
                  <a:pt x="5" y="9"/>
                  <a:pt x="5" y="9"/>
                </a:cubicBezTo>
                <a:cubicBezTo>
                  <a:pt x="2" y="9"/>
                  <a:pt x="0" y="7"/>
                  <a:pt x="0" y="5"/>
                </a:cubicBezTo>
                <a:cubicBezTo>
                  <a:pt x="0" y="2"/>
                  <a:pt x="2" y="0"/>
                  <a:pt x="5" y="0"/>
                </a:cubicBezTo>
                <a:cubicBezTo>
                  <a:pt x="8" y="0"/>
                  <a:pt x="10" y="2"/>
                  <a:pt x="10" y="5"/>
                </a:cubicBezTo>
                <a:cubicBezTo>
                  <a:pt x="10" y="7"/>
                  <a:pt x="8" y="9"/>
                  <a:pt x="5" y="9"/>
                </a:cubicBezTo>
                <a:close/>
                <a:moveTo>
                  <a:pt x="10" y="40"/>
                </a:moveTo>
                <a:cubicBezTo>
                  <a:pt x="1" y="40"/>
                  <a:pt x="1" y="40"/>
                  <a:pt x="1" y="40"/>
                </a:cubicBezTo>
                <a:cubicBezTo>
                  <a:pt x="1" y="13"/>
                  <a:pt x="1" y="13"/>
                  <a:pt x="1" y="13"/>
                </a:cubicBezTo>
                <a:cubicBezTo>
                  <a:pt x="10" y="13"/>
                  <a:pt x="10" y="13"/>
                  <a:pt x="10" y="13"/>
                </a:cubicBezTo>
                <a:lnTo>
                  <a:pt x="10" y="40"/>
                </a:lnTo>
                <a:close/>
                <a:moveTo>
                  <a:pt x="42" y="40"/>
                </a:moveTo>
                <a:cubicBezTo>
                  <a:pt x="33" y="40"/>
                  <a:pt x="33" y="40"/>
                  <a:pt x="33" y="40"/>
                </a:cubicBezTo>
                <a:cubicBezTo>
                  <a:pt x="33" y="25"/>
                  <a:pt x="33" y="25"/>
                  <a:pt x="33" y="25"/>
                </a:cubicBezTo>
                <a:cubicBezTo>
                  <a:pt x="33" y="22"/>
                  <a:pt x="31" y="19"/>
                  <a:pt x="28" y="19"/>
                </a:cubicBezTo>
                <a:cubicBezTo>
                  <a:pt x="26" y="19"/>
                  <a:pt x="24" y="21"/>
                  <a:pt x="24" y="23"/>
                </a:cubicBezTo>
                <a:cubicBezTo>
                  <a:pt x="23" y="23"/>
                  <a:pt x="23" y="24"/>
                  <a:pt x="23" y="25"/>
                </a:cubicBezTo>
                <a:cubicBezTo>
                  <a:pt x="23" y="40"/>
                  <a:pt x="23" y="40"/>
                  <a:pt x="23" y="40"/>
                </a:cubicBezTo>
                <a:cubicBezTo>
                  <a:pt x="15" y="40"/>
                  <a:pt x="15" y="40"/>
                  <a:pt x="15" y="40"/>
                </a:cubicBezTo>
                <a:cubicBezTo>
                  <a:pt x="15" y="15"/>
                  <a:pt x="15" y="13"/>
                  <a:pt x="15" y="13"/>
                </a:cubicBezTo>
                <a:cubicBezTo>
                  <a:pt x="23" y="13"/>
                  <a:pt x="23" y="13"/>
                  <a:pt x="23" y="13"/>
                </a:cubicBezTo>
                <a:cubicBezTo>
                  <a:pt x="23" y="17"/>
                  <a:pt x="23" y="17"/>
                  <a:pt x="23" y="17"/>
                </a:cubicBezTo>
                <a:cubicBezTo>
                  <a:pt x="23" y="17"/>
                  <a:pt x="23" y="17"/>
                  <a:pt x="23" y="17"/>
                </a:cubicBezTo>
                <a:cubicBezTo>
                  <a:pt x="25" y="15"/>
                  <a:pt x="27" y="12"/>
                  <a:pt x="31" y="12"/>
                </a:cubicBezTo>
                <a:cubicBezTo>
                  <a:pt x="37" y="12"/>
                  <a:pt x="42" y="16"/>
                  <a:pt x="42" y="24"/>
                </a:cubicBezTo>
                <a:lnTo>
                  <a:pt x="42" y="4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7" name="稻壳儿小白白(http://dwz.cn/Wu2UP)"/>
          <p:cNvSpPr>
            <a:spLocks noEditPoints="1"/>
          </p:cNvSpPr>
          <p:nvPr/>
        </p:nvSpPr>
        <p:spPr>
          <a:xfrm>
            <a:off x="1508345" y="4373951"/>
            <a:ext cx="298715" cy="290554"/>
          </a:xfrm>
          <a:custGeom>
            <a:avLst/>
            <a:gdLst>
              <a:gd name="T0" fmla="*/ 2009457670 w 42"/>
              <a:gd name="T1" fmla="*/ 1615019506 h 41"/>
              <a:gd name="T2" fmla="*/ 1626701193 w 42"/>
              <a:gd name="T3" fmla="*/ 1947527576 h 41"/>
              <a:gd name="T4" fmla="*/ 382756477 w 42"/>
              <a:gd name="T5" fmla="*/ 1947527576 h 41"/>
              <a:gd name="T6" fmla="*/ 0 w 42"/>
              <a:gd name="T7" fmla="*/ 1615019506 h 41"/>
              <a:gd name="T8" fmla="*/ 0 w 42"/>
              <a:gd name="T9" fmla="*/ 380008238 h 41"/>
              <a:gd name="T10" fmla="*/ 382756477 w 42"/>
              <a:gd name="T11" fmla="*/ 0 h 41"/>
              <a:gd name="T12" fmla="*/ 1626701193 w 42"/>
              <a:gd name="T13" fmla="*/ 0 h 41"/>
              <a:gd name="T14" fmla="*/ 2009457670 w 42"/>
              <a:gd name="T15" fmla="*/ 380008238 h 41"/>
              <a:gd name="T16" fmla="*/ 2009457670 w 42"/>
              <a:gd name="T17" fmla="*/ 1615019506 h 41"/>
              <a:gd name="T18" fmla="*/ 478445596 w 42"/>
              <a:gd name="T19" fmla="*/ 332508070 h 41"/>
              <a:gd name="T20" fmla="*/ 287067358 w 42"/>
              <a:gd name="T21" fmla="*/ 475008575 h 41"/>
              <a:gd name="T22" fmla="*/ 478445596 w 42"/>
              <a:gd name="T23" fmla="*/ 665009248 h 41"/>
              <a:gd name="T24" fmla="*/ 478445596 w 42"/>
              <a:gd name="T25" fmla="*/ 665009248 h 41"/>
              <a:gd name="T26" fmla="*/ 621972358 w 42"/>
              <a:gd name="T27" fmla="*/ 475008575 h 41"/>
              <a:gd name="T28" fmla="*/ 478445596 w 42"/>
              <a:gd name="T29" fmla="*/ 332508070 h 41"/>
              <a:gd name="T30" fmla="*/ 621972358 w 42"/>
              <a:gd name="T31" fmla="*/ 1662526566 h 41"/>
              <a:gd name="T32" fmla="*/ 621972358 w 42"/>
              <a:gd name="T33" fmla="*/ 760009585 h 41"/>
              <a:gd name="T34" fmla="*/ 334911917 w 42"/>
              <a:gd name="T35" fmla="*/ 760009585 h 41"/>
              <a:gd name="T36" fmla="*/ 334911917 w 42"/>
              <a:gd name="T37" fmla="*/ 1662526566 h 41"/>
              <a:gd name="T38" fmla="*/ 621972358 w 42"/>
              <a:gd name="T39" fmla="*/ 1662526566 h 41"/>
              <a:gd name="T40" fmla="*/ 1674545753 w 42"/>
              <a:gd name="T41" fmla="*/ 1662526566 h 41"/>
              <a:gd name="T42" fmla="*/ 1674545753 w 42"/>
              <a:gd name="T43" fmla="*/ 1140017823 h 41"/>
              <a:gd name="T44" fmla="*/ 1339640752 w 42"/>
              <a:gd name="T45" fmla="*/ 760009585 h 41"/>
              <a:gd name="T46" fmla="*/ 1052573395 w 42"/>
              <a:gd name="T47" fmla="*/ 902510090 h 41"/>
              <a:gd name="T48" fmla="*/ 1100417954 w 42"/>
              <a:gd name="T49" fmla="*/ 902510090 h 41"/>
              <a:gd name="T50" fmla="*/ 1100417954 w 42"/>
              <a:gd name="T51" fmla="*/ 760009585 h 41"/>
              <a:gd name="T52" fmla="*/ 765506037 w 42"/>
              <a:gd name="T53" fmla="*/ 760009585 h 41"/>
              <a:gd name="T54" fmla="*/ 765506037 w 42"/>
              <a:gd name="T55" fmla="*/ 1662526566 h 41"/>
              <a:gd name="T56" fmla="*/ 1100417954 w 42"/>
              <a:gd name="T57" fmla="*/ 1662526566 h 41"/>
              <a:gd name="T58" fmla="*/ 1100417954 w 42"/>
              <a:gd name="T59" fmla="*/ 1140017823 h 41"/>
              <a:gd name="T60" fmla="*/ 1100417954 w 42"/>
              <a:gd name="T61" fmla="*/ 1092517655 h 41"/>
              <a:gd name="T62" fmla="*/ 1243951633 w 42"/>
              <a:gd name="T63" fmla="*/ 997517318 h 41"/>
              <a:gd name="T64" fmla="*/ 1387485312 w 42"/>
              <a:gd name="T65" fmla="*/ 1187517991 h 41"/>
              <a:gd name="T66" fmla="*/ 1387485312 w 42"/>
              <a:gd name="T67" fmla="*/ 1662526566 h 41"/>
              <a:gd name="T68" fmla="*/ 1674545753 w 42"/>
              <a:gd name="T69" fmla="*/ 1662526566 h 4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42" h="41">
                <a:moveTo>
                  <a:pt x="42" y="34"/>
                </a:moveTo>
                <a:cubicBezTo>
                  <a:pt x="42" y="38"/>
                  <a:pt x="38" y="41"/>
                  <a:pt x="34" y="41"/>
                </a:cubicBezTo>
                <a:cubicBezTo>
                  <a:pt x="8" y="41"/>
                  <a:pt x="8" y="41"/>
                  <a:pt x="8" y="41"/>
                </a:cubicBezTo>
                <a:cubicBezTo>
                  <a:pt x="4" y="41"/>
                  <a:pt x="0" y="38"/>
                  <a:pt x="0" y="34"/>
                </a:cubicBezTo>
                <a:cubicBezTo>
                  <a:pt x="0" y="8"/>
                  <a:pt x="0" y="8"/>
                  <a:pt x="0" y="8"/>
                </a:cubicBezTo>
                <a:cubicBezTo>
                  <a:pt x="0" y="4"/>
                  <a:pt x="4" y="0"/>
                  <a:pt x="8" y="0"/>
                </a:cubicBezTo>
                <a:cubicBezTo>
                  <a:pt x="34" y="0"/>
                  <a:pt x="34" y="0"/>
                  <a:pt x="34" y="0"/>
                </a:cubicBezTo>
                <a:cubicBezTo>
                  <a:pt x="38" y="0"/>
                  <a:pt x="42" y="4"/>
                  <a:pt x="42" y="8"/>
                </a:cubicBezTo>
                <a:lnTo>
                  <a:pt x="42" y="34"/>
                </a:lnTo>
                <a:close/>
                <a:moveTo>
                  <a:pt x="10" y="7"/>
                </a:moveTo>
                <a:cubicBezTo>
                  <a:pt x="8" y="7"/>
                  <a:pt x="6" y="9"/>
                  <a:pt x="6" y="10"/>
                </a:cubicBezTo>
                <a:cubicBezTo>
                  <a:pt x="6" y="12"/>
                  <a:pt x="8" y="14"/>
                  <a:pt x="10" y="14"/>
                </a:cubicBezTo>
                <a:cubicBezTo>
                  <a:pt x="10" y="14"/>
                  <a:pt x="10" y="14"/>
                  <a:pt x="10" y="14"/>
                </a:cubicBezTo>
                <a:cubicBezTo>
                  <a:pt x="12" y="14"/>
                  <a:pt x="13" y="12"/>
                  <a:pt x="13" y="10"/>
                </a:cubicBezTo>
                <a:cubicBezTo>
                  <a:pt x="13" y="9"/>
                  <a:pt x="12" y="7"/>
                  <a:pt x="10" y="7"/>
                </a:cubicBezTo>
                <a:close/>
                <a:moveTo>
                  <a:pt x="13" y="35"/>
                </a:moveTo>
                <a:cubicBezTo>
                  <a:pt x="13" y="16"/>
                  <a:pt x="13" y="16"/>
                  <a:pt x="13" y="16"/>
                </a:cubicBezTo>
                <a:cubicBezTo>
                  <a:pt x="7" y="16"/>
                  <a:pt x="7" y="16"/>
                  <a:pt x="7" y="16"/>
                </a:cubicBezTo>
                <a:cubicBezTo>
                  <a:pt x="7" y="35"/>
                  <a:pt x="7" y="35"/>
                  <a:pt x="7" y="35"/>
                </a:cubicBezTo>
                <a:lnTo>
                  <a:pt x="13" y="35"/>
                </a:lnTo>
                <a:close/>
                <a:moveTo>
                  <a:pt x="35" y="35"/>
                </a:moveTo>
                <a:cubicBezTo>
                  <a:pt x="35" y="24"/>
                  <a:pt x="35" y="24"/>
                  <a:pt x="35" y="24"/>
                </a:cubicBezTo>
                <a:cubicBezTo>
                  <a:pt x="35" y="18"/>
                  <a:pt x="32" y="16"/>
                  <a:pt x="28" y="16"/>
                </a:cubicBezTo>
                <a:cubicBezTo>
                  <a:pt x="25" y="16"/>
                  <a:pt x="23" y="18"/>
                  <a:pt x="22" y="19"/>
                </a:cubicBezTo>
                <a:cubicBezTo>
                  <a:pt x="23" y="19"/>
                  <a:pt x="23" y="19"/>
                  <a:pt x="23" y="19"/>
                </a:cubicBezTo>
                <a:cubicBezTo>
                  <a:pt x="23" y="16"/>
                  <a:pt x="23" y="16"/>
                  <a:pt x="23" y="16"/>
                </a:cubicBezTo>
                <a:cubicBezTo>
                  <a:pt x="16" y="16"/>
                  <a:pt x="16" y="16"/>
                  <a:pt x="16" y="16"/>
                </a:cubicBezTo>
                <a:cubicBezTo>
                  <a:pt x="16" y="16"/>
                  <a:pt x="16" y="18"/>
                  <a:pt x="16" y="35"/>
                </a:cubicBezTo>
                <a:cubicBezTo>
                  <a:pt x="23" y="35"/>
                  <a:pt x="23" y="35"/>
                  <a:pt x="23" y="35"/>
                </a:cubicBezTo>
                <a:cubicBezTo>
                  <a:pt x="23" y="24"/>
                  <a:pt x="23" y="24"/>
                  <a:pt x="23" y="24"/>
                </a:cubicBezTo>
                <a:cubicBezTo>
                  <a:pt x="23" y="24"/>
                  <a:pt x="23" y="23"/>
                  <a:pt x="23" y="23"/>
                </a:cubicBezTo>
                <a:cubicBezTo>
                  <a:pt x="23" y="22"/>
                  <a:pt x="24" y="21"/>
                  <a:pt x="26" y="21"/>
                </a:cubicBezTo>
                <a:cubicBezTo>
                  <a:pt x="28" y="21"/>
                  <a:pt x="29" y="22"/>
                  <a:pt x="29" y="25"/>
                </a:cubicBezTo>
                <a:cubicBezTo>
                  <a:pt x="29" y="35"/>
                  <a:pt x="29" y="35"/>
                  <a:pt x="29" y="35"/>
                </a:cubicBezTo>
                <a:lnTo>
                  <a:pt x="35"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8" name="稻壳儿小白白(http://dwz.cn/Wu2UP)"/>
          <p:cNvSpPr>
            <a:spLocks noEditPoints="1"/>
          </p:cNvSpPr>
          <p:nvPr/>
        </p:nvSpPr>
        <p:spPr>
          <a:xfrm>
            <a:off x="1508345" y="4871810"/>
            <a:ext cx="303613" cy="347686"/>
          </a:xfrm>
          <a:custGeom>
            <a:avLst/>
            <a:gdLst>
              <a:gd name="T0" fmla="*/ 1320304995 w 43"/>
              <a:gd name="T1" fmla="*/ 2147483646 h 49"/>
              <a:gd name="T2" fmla="*/ 895919285 w 43"/>
              <a:gd name="T3" fmla="*/ 2147483646 h 49"/>
              <a:gd name="T4" fmla="*/ 47154731 w 43"/>
              <a:gd name="T5" fmla="*/ 2142932323 h 49"/>
              <a:gd name="T6" fmla="*/ 188612056 w 43"/>
              <a:gd name="T7" fmla="*/ 1761968110 h 49"/>
              <a:gd name="T8" fmla="*/ 141464192 w 43"/>
              <a:gd name="T9" fmla="*/ 1809583461 h 49"/>
              <a:gd name="T10" fmla="*/ 94309462 w 43"/>
              <a:gd name="T11" fmla="*/ 2000072468 h 49"/>
              <a:gd name="T12" fmla="*/ 330076249 w 43"/>
              <a:gd name="T13" fmla="*/ 2147483646 h 49"/>
              <a:gd name="T14" fmla="*/ 330076249 w 43"/>
              <a:gd name="T15" fmla="*/ 1619101355 h 49"/>
              <a:gd name="T16" fmla="*/ 518688305 w 43"/>
              <a:gd name="T17" fmla="*/ 1000032784 h 49"/>
              <a:gd name="T18" fmla="*/ 801616690 w 43"/>
              <a:gd name="T19" fmla="*/ 47622252 h 49"/>
              <a:gd name="T20" fmla="*/ 1367459726 w 43"/>
              <a:gd name="T21" fmla="*/ 428586465 h 49"/>
              <a:gd name="T22" fmla="*/ 1744690706 w 43"/>
              <a:gd name="T23" fmla="*/ 1428619248 h 49"/>
              <a:gd name="T24" fmla="*/ 1414614457 w 43"/>
              <a:gd name="T25" fmla="*/ 1666723607 h 49"/>
              <a:gd name="T26" fmla="*/ 1320304995 w 43"/>
              <a:gd name="T27" fmla="*/ 2095310071 h 49"/>
              <a:gd name="T28" fmla="*/ 1839000167 w 43"/>
              <a:gd name="T29" fmla="*/ 1904827965 h 49"/>
              <a:gd name="T30" fmla="*/ 1744690706 w 43"/>
              <a:gd name="T31" fmla="*/ 2142932323 h 49"/>
              <a:gd name="T32" fmla="*/ 1367459726 w 43"/>
              <a:gd name="T33" fmla="*/ 1000032784 h 49"/>
              <a:gd name="T34" fmla="*/ 1461769188 w 43"/>
              <a:gd name="T35" fmla="*/ 1523863752 h 49"/>
              <a:gd name="T36" fmla="*/ 1178847670 w 43"/>
              <a:gd name="T37" fmla="*/ 761928426 h 49"/>
              <a:gd name="T38" fmla="*/ 1037383477 w 43"/>
              <a:gd name="T39" fmla="*/ 428586465 h 49"/>
              <a:gd name="T40" fmla="*/ 1178847670 w 43"/>
              <a:gd name="T41" fmla="*/ 476208716 h 49"/>
              <a:gd name="T42" fmla="*/ 848764554 w 43"/>
              <a:gd name="T43" fmla="*/ 523830968 h 49"/>
              <a:gd name="T44" fmla="*/ 754461959 w 43"/>
              <a:gd name="T45" fmla="*/ 571446319 h 49"/>
              <a:gd name="T46" fmla="*/ 801616690 w 43"/>
              <a:gd name="T47" fmla="*/ 428586465 h 49"/>
              <a:gd name="T48" fmla="*/ 707307228 w 43"/>
              <a:gd name="T49" fmla="*/ 619068571 h 49"/>
              <a:gd name="T50" fmla="*/ 990228747 w 43"/>
              <a:gd name="T51" fmla="*/ 714313075 h 49"/>
              <a:gd name="T52" fmla="*/ 1131692939 w 43"/>
              <a:gd name="T53" fmla="*/ 714313075 h 49"/>
              <a:gd name="T54" fmla="*/ 801616690 w 43"/>
              <a:gd name="T55" fmla="*/ 809550677 h 49"/>
              <a:gd name="T56" fmla="*/ 1084538208 w 43"/>
              <a:gd name="T57" fmla="*/ 809550677 h 49"/>
              <a:gd name="T58" fmla="*/ 660152498 w 43"/>
              <a:gd name="T59" fmla="*/ 1095277287 h 49"/>
              <a:gd name="T60" fmla="*/ 424385710 w 43"/>
              <a:gd name="T61" fmla="*/ 1380996997 h 49"/>
              <a:gd name="T62" fmla="*/ 518688305 w 43"/>
              <a:gd name="T63" fmla="*/ 1619101355 h 49"/>
              <a:gd name="T64" fmla="*/ 754461959 w 43"/>
              <a:gd name="T65" fmla="*/ 2147483646 h 49"/>
              <a:gd name="T66" fmla="*/ 801616690 w 43"/>
              <a:gd name="T67" fmla="*/ 2000072468 h 49"/>
              <a:gd name="T68" fmla="*/ 1273150265 w 43"/>
              <a:gd name="T69" fmla="*/ 1904827965 h 49"/>
              <a:gd name="T70" fmla="*/ 1273150265 w 43"/>
              <a:gd name="T71" fmla="*/ 2142932323 h 49"/>
              <a:gd name="T72" fmla="*/ 1367459726 w 43"/>
              <a:gd name="T73" fmla="*/ 1619101355 h 49"/>
              <a:gd name="T74" fmla="*/ 518688305 w 43"/>
              <a:gd name="T75" fmla="*/ 1142899539 h 49"/>
              <a:gd name="T76" fmla="*/ 518688305 w 43"/>
              <a:gd name="T77" fmla="*/ 1095277287 h 49"/>
              <a:gd name="T78" fmla="*/ 801616690 w 43"/>
              <a:gd name="T79" fmla="*/ 476208716 h 49"/>
              <a:gd name="T80" fmla="*/ 801616690 w 43"/>
              <a:gd name="T81" fmla="*/ 523830968 h 49"/>
              <a:gd name="T82" fmla="*/ 848764554 w 43"/>
              <a:gd name="T83" fmla="*/ 523830968 h 49"/>
              <a:gd name="T84" fmla="*/ 943074016 w 43"/>
              <a:gd name="T85" fmla="*/ 571446319 h 49"/>
              <a:gd name="T86" fmla="*/ 1084538208 w 43"/>
              <a:gd name="T87" fmla="*/ 476208716 h 49"/>
              <a:gd name="T88" fmla="*/ 1084538208 w 43"/>
              <a:gd name="T89" fmla="*/ 428586465 h 49"/>
              <a:gd name="T90" fmla="*/ 1084538208 w 43"/>
              <a:gd name="T91" fmla="*/ 190482106 h 49"/>
              <a:gd name="T92" fmla="*/ 1178847670 w 43"/>
              <a:gd name="T93" fmla="*/ 190482106 h 49"/>
              <a:gd name="T94" fmla="*/ 1273150265 w 43"/>
              <a:gd name="T95" fmla="*/ 714313075 h 49"/>
              <a:gd name="T96" fmla="*/ 1273150265 w 43"/>
              <a:gd name="T97" fmla="*/ 714313075 h 49"/>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43" h="49">
                <a:moveTo>
                  <a:pt x="37" y="45"/>
                </a:moveTo>
                <a:cubicBezTo>
                  <a:pt x="35" y="45"/>
                  <a:pt x="33" y="47"/>
                  <a:pt x="33" y="48"/>
                </a:cubicBezTo>
                <a:cubicBezTo>
                  <a:pt x="32" y="48"/>
                  <a:pt x="30" y="49"/>
                  <a:pt x="28" y="48"/>
                </a:cubicBezTo>
                <a:cubicBezTo>
                  <a:pt x="27" y="47"/>
                  <a:pt x="28" y="46"/>
                  <a:pt x="25" y="46"/>
                </a:cubicBezTo>
                <a:cubicBezTo>
                  <a:pt x="24" y="46"/>
                  <a:pt x="23" y="46"/>
                  <a:pt x="22" y="46"/>
                </a:cubicBezTo>
                <a:cubicBezTo>
                  <a:pt x="21" y="46"/>
                  <a:pt x="20" y="46"/>
                  <a:pt x="19" y="46"/>
                </a:cubicBezTo>
                <a:cubicBezTo>
                  <a:pt x="15" y="46"/>
                  <a:pt x="15" y="48"/>
                  <a:pt x="13" y="48"/>
                </a:cubicBezTo>
                <a:cubicBezTo>
                  <a:pt x="11" y="48"/>
                  <a:pt x="9" y="47"/>
                  <a:pt x="6" y="46"/>
                </a:cubicBezTo>
                <a:cubicBezTo>
                  <a:pt x="3" y="46"/>
                  <a:pt x="1" y="46"/>
                  <a:pt x="1" y="45"/>
                </a:cubicBezTo>
                <a:cubicBezTo>
                  <a:pt x="0" y="44"/>
                  <a:pt x="1" y="42"/>
                  <a:pt x="1" y="41"/>
                </a:cubicBezTo>
                <a:cubicBezTo>
                  <a:pt x="1" y="40"/>
                  <a:pt x="0" y="38"/>
                  <a:pt x="1" y="38"/>
                </a:cubicBezTo>
                <a:cubicBezTo>
                  <a:pt x="2" y="37"/>
                  <a:pt x="3" y="37"/>
                  <a:pt x="4" y="37"/>
                </a:cubicBezTo>
                <a:cubicBezTo>
                  <a:pt x="5" y="36"/>
                  <a:pt x="6" y="36"/>
                  <a:pt x="6" y="35"/>
                </a:cubicBezTo>
                <a:cubicBezTo>
                  <a:pt x="6" y="36"/>
                  <a:pt x="6" y="37"/>
                  <a:pt x="5" y="37"/>
                </a:cubicBezTo>
                <a:cubicBezTo>
                  <a:pt x="4" y="38"/>
                  <a:pt x="3" y="38"/>
                  <a:pt x="3" y="38"/>
                </a:cubicBezTo>
                <a:cubicBezTo>
                  <a:pt x="2" y="38"/>
                  <a:pt x="2" y="38"/>
                  <a:pt x="1" y="38"/>
                </a:cubicBezTo>
                <a:cubicBezTo>
                  <a:pt x="1" y="38"/>
                  <a:pt x="1" y="39"/>
                  <a:pt x="2" y="40"/>
                </a:cubicBezTo>
                <a:cubicBezTo>
                  <a:pt x="2" y="40"/>
                  <a:pt x="2" y="41"/>
                  <a:pt x="2" y="42"/>
                </a:cubicBezTo>
                <a:cubicBezTo>
                  <a:pt x="2" y="42"/>
                  <a:pt x="1" y="43"/>
                  <a:pt x="1" y="44"/>
                </a:cubicBezTo>
                <a:cubicBezTo>
                  <a:pt x="1" y="44"/>
                  <a:pt x="2" y="45"/>
                  <a:pt x="2" y="45"/>
                </a:cubicBezTo>
                <a:cubicBezTo>
                  <a:pt x="3" y="45"/>
                  <a:pt x="5" y="45"/>
                  <a:pt x="7" y="46"/>
                </a:cubicBezTo>
                <a:cubicBezTo>
                  <a:pt x="9" y="46"/>
                  <a:pt x="12" y="47"/>
                  <a:pt x="13" y="47"/>
                </a:cubicBezTo>
                <a:cubicBezTo>
                  <a:pt x="17" y="47"/>
                  <a:pt x="15" y="42"/>
                  <a:pt x="14" y="41"/>
                </a:cubicBezTo>
                <a:cubicBezTo>
                  <a:pt x="11" y="36"/>
                  <a:pt x="8" y="32"/>
                  <a:pt x="7" y="34"/>
                </a:cubicBezTo>
                <a:cubicBezTo>
                  <a:pt x="6" y="34"/>
                  <a:pt x="6" y="33"/>
                  <a:pt x="6" y="32"/>
                </a:cubicBezTo>
                <a:cubicBezTo>
                  <a:pt x="6" y="31"/>
                  <a:pt x="7" y="30"/>
                  <a:pt x="8" y="29"/>
                </a:cubicBezTo>
                <a:cubicBezTo>
                  <a:pt x="9" y="26"/>
                  <a:pt x="9" y="23"/>
                  <a:pt x="11" y="21"/>
                </a:cubicBezTo>
                <a:cubicBezTo>
                  <a:pt x="12" y="20"/>
                  <a:pt x="14" y="17"/>
                  <a:pt x="14" y="16"/>
                </a:cubicBezTo>
                <a:cubicBezTo>
                  <a:pt x="14" y="13"/>
                  <a:pt x="14" y="10"/>
                  <a:pt x="14" y="8"/>
                </a:cubicBezTo>
                <a:cubicBezTo>
                  <a:pt x="14" y="5"/>
                  <a:pt x="14" y="3"/>
                  <a:pt x="17" y="1"/>
                </a:cubicBezTo>
                <a:cubicBezTo>
                  <a:pt x="18" y="1"/>
                  <a:pt x="19" y="0"/>
                  <a:pt x="20" y="0"/>
                </a:cubicBezTo>
                <a:cubicBezTo>
                  <a:pt x="22" y="0"/>
                  <a:pt x="24" y="1"/>
                  <a:pt x="25" y="2"/>
                </a:cubicBezTo>
                <a:cubicBezTo>
                  <a:pt x="27" y="3"/>
                  <a:pt x="29" y="7"/>
                  <a:pt x="29" y="9"/>
                </a:cubicBezTo>
                <a:cubicBezTo>
                  <a:pt x="28" y="11"/>
                  <a:pt x="29" y="13"/>
                  <a:pt x="29" y="15"/>
                </a:cubicBezTo>
                <a:cubicBezTo>
                  <a:pt x="30" y="17"/>
                  <a:pt x="31" y="19"/>
                  <a:pt x="33" y="21"/>
                </a:cubicBezTo>
                <a:cubicBezTo>
                  <a:pt x="35" y="23"/>
                  <a:pt x="37" y="27"/>
                  <a:pt x="37" y="30"/>
                </a:cubicBezTo>
                <a:cubicBezTo>
                  <a:pt x="38" y="33"/>
                  <a:pt x="37" y="34"/>
                  <a:pt x="36" y="35"/>
                </a:cubicBezTo>
                <a:cubicBezTo>
                  <a:pt x="36" y="35"/>
                  <a:pt x="35" y="37"/>
                  <a:pt x="32" y="37"/>
                </a:cubicBezTo>
                <a:cubicBezTo>
                  <a:pt x="31" y="37"/>
                  <a:pt x="30" y="36"/>
                  <a:pt x="30" y="35"/>
                </a:cubicBezTo>
                <a:cubicBezTo>
                  <a:pt x="29" y="34"/>
                  <a:pt x="28" y="34"/>
                  <a:pt x="28" y="36"/>
                </a:cubicBezTo>
                <a:cubicBezTo>
                  <a:pt x="28" y="37"/>
                  <a:pt x="28" y="38"/>
                  <a:pt x="28" y="38"/>
                </a:cubicBezTo>
                <a:cubicBezTo>
                  <a:pt x="29" y="40"/>
                  <a:pt x="29" y="42"/>
                  <a:pt x="28" y="44"/>
                </a:cubicBezTo>
                <a:cubicBezTo>
                  <a:pt x="28" y="47"/>
                  <a:pt x="31" y="48"/>
                  <a:pt x="33" y="46"/>
                </a:cubicBezTo>
                <a:cubicBezTo>
                  <a:pt x="35" y="44"/>
                  <a:pt x="36" y="44"/>
                  <a:pt x="38" y="43"/>
                </a:cubicBezTo>
                <a:cubicBezTo>
                  <a:pt x="42" y="42"/>
                  <a:pt x="41" y="41"/>
                  <a:pt x="39" y="40"/>
                </a:cubicBezTo>
                <a:cubicBezTo>
                  <a:pt x="37" y="39"/>
                  <a:pt x="37" y="36"/>
                  <a:pt x="37" y="36"/>
                </a:cubicBezTo>
                <a:cubicBezTo>
                  <a:pt x="38" y="39"/>
                  <a:pt x="39" y="40"/>
                  <a:pt x="40" y="40"/>
                </a:cubicBezTo>
                <a:cubicBezTo>
                  <a:pt x="43" y="42"/>
                  <a:pt x="39" y="44"/>
                  <a:pt x="37" y="45"/>
                </a:cubicBezTo>
                <a:close/>
                <a:moveTo>
                  <a:pt x="32" y="32"/>
                </a:moveTo>
                <a:cubicBezTo>
                  <a:pt x="33" y="29"/>
                  <a:pt x="33" y="28"/>
                  <a:pt x="32" y="26"/>
                </a:cubicBezTo>
                <a:cubicBezTo>
                  <a:pt x="32" y="24"/>
                  <a:pt x="30" y="22"/>
                  <a:pt x="29" y="21"/>
                </a:cubicBezTo>
                <a:cubicBezTo>
                  <a:pt x="30" y="22"/>
                  <a:pt x="30" y="22"/>
                  <a:pt x="31" y="24"/>
                </a:cubicBezTo>
                <a:cubicBezTo>
                  <a:pt x="32" y="26"/>
                  <a:pt x="33" y="29"/>
                  <a:pt x="32" y="31"/>
                </a:cubicBezTo>
                <a:cubicBezTo>
                  <a:pt x="32" y="32"/>
                  <a:pt x="31" y="32"/>
                  <a:pt x="31" y="32"/>
                </a:cubicBezTo>
                <a:cubicBezTo>
                  <a:pt x="29" y="32"/>
                  <a:pt x="30" y="30"/>
                  <a:pt x="29" y="27"/>
                </a:cubicBezTo>
                <a:cubicBezTo>
                  <a:pt x="28" y="23"/>
                  <a:pt x="28" y="23"/>
                  <a:pt x="27" y="22"/>
                </a:cubicBezTo>
                <a:cubicBezTo>
                  <a:pt x="26" y="17"/>
                  <a:pt x="25" y="18"/>
                  <a:pt x="25" y="16"/>
                </a:cubicBezTo>
                <a:cubicBezTo>
                  <a:pt x="24" y="14"/>
                  <a:pt x="26" y="13"/>
                  <a:pt x="24" y="13"/>
                </a:cubicBezTo>
                <a:cubicBezTo>
                  <a:pt x="23" y="12"/>
                  <a:pt x="22" y="12"/>
                  <a:pt x="22" y="12"/>
                </a:cubicBezTo>
                <a:cubicBezTo>
                  <a:pt x="21" y="12"/>
                  <a:pt x="21" y="9"/>
                  <a:pt x="22" y="9"/>
                </a:cubicBezTo>
                <a:cubicBezTo>
                  <a:pt x="24" y="9"/>
                  <a:pt x="24" y="11"/>
                  <a:pt x="24" y="11"/>
                </a:cubicBezTo>
                <a:cubicBezTo>
                  <a:pt x="24" y="12"/>
                  <a:pt x="24" y="12"/>
                  <a:pt x="25" y="12"/>
                </a:cubicBezTo>
                <a:cubicBezTo>
                  <a:pt x="25" y="12"/>
                  <a:pt x="25" y="10"/>
                  <a:pt x="25" y="10"/>
                </a:cubicBezTo>
                <a:cubicBezTo>
                  <a:pt x="25" y="8"/>
                  <a:pt x="24" y="7"/>
                  <a:pt x="23" y="7"/>
                </a:cubicBezTo>
                <a:cubicBezTo>
                  <a:pt x="19" y="8"/>
                  <a:pt x="21" y="12"/>
                  <a:pt x="20" y="11"/>
                </a:cubicBezTo>
                <a:cubicBezTo>
                  <a:pt x="20" y="11"/>
                  <a:pt x="18" y="11"/>
                  <a:pt x="18" y="11"/>
                </a:cubicBezTo>
                <a:cubicBezTo>
                  <a:pt x="18" y="9"/>
                  <a:pt x="18" y="8"/>
                  <a:pt x="17" y="8"/>
                </a:cubicBezTo>
                <a:cubicBezTo>
                  <a:pt x="16" y="7"/>
                  <a:pt x="15" y="9"/>
                  <a:pt x="15" y="10"/>
                </a:cubicBezTo>
                <a:cubicBezTo>
                  <a:pt x="15" y="11"/>
                  <a:pt x="16" y="12"/>
                  <a:pt x="16" y="12"/>
                </a:cubicBezTo>
                <a:cubicBezTo>
                  <a:pt x="16" y="12"/>
                  <a:pt x="17" y="12"/>
                  <a:pt x="16" y="12"/>
                </a:cubicBezTo>
                <a:cubicBezTo>
                  <a:pt x="16" y="12"/>
                  <a:pt x="16" y="11"/>
                  <a:pt x="16" y="10"/>
                </a:cubicBezTo>
                <a:cubicBezTo>
                  <a:pt x="15" y="10"/>
                  <a:pt x="16" y="9"/>
                  <a:pt x="17" y="9"/>
                </a:cubicBezTo>
                <a:cubicBezTo>
                  <a:pt x="18" y="9"/>
                  <a:pt x="18" y="11"/>
                  <a:pt x="18" y="11"/>
                </a:cubicBezTo>
                <a:cubicBezTo>
                  <a:pt x="17" y="11"/>
                  <a:pt x="17" y="12"/>
                  <a:pt x="17" y="12"/>
                </a:cubicBezTo>
                <a:cubicBezTo>
                  <a:pt x="16" y="13"/>
                  <a:pt x="16" y="13"/>
                  <a:pt x="15" y="13"/>
                </a:cubicBezTo>
                <a:cubicBezTo>
                  <a:pt x="15" y="13"/>
                  <a:pt x="15" y="14"/>
                  <a:pt x="15" y="14"/>
                </a:cubicBezTo>
                <a:cubicBezTo>
                  <a:pt x="17" y="15"/>
                  <a:pt x="16" y="16"/>
                  <a:pt x="18" y="16"/>
                </a:cubicBezTo>
                <a:cubicBezTo>
                  <a:pt x="19" y="16"/>
                  <a:pt x="20" y="16"/>
                  <a:pt x="21" y="15"/>
                </a:cubicBezTo>
                <a:cubicBezTo>
                  <a:pt x="21" y="15"/>
                  <a:pt x="23" y="15"/>
                  <a:pt x="23" y="14"/>
                </a:cubicBezTo>
                <a:cubicBezTo>
                  <a:pt x="24" y="14"/>
                  <a:pt x="24" y="14"/>
                  <a:pt x="24" y="14"/>
                </a:cubicBezTo>
                <a:cubicBezTo>
                  <a:pt x="24" y="14"/>
                  <a:pt x="24" y="14"/>
                  <a:pt x="24" y="15"/>
                </a:cubicBezTo>
                <a:cubicBezTo>
                  <a:pt x="23" y="15"/>
                  <a:pt x="22" y="15"/>
                  <a:pt x="21" y="16"/>
                </a:cubicBezTo>
                <a:cubicBezTo>
                  <a:pt x="20" y="16"/>
                  <a:pt x="20" y="16"/>
                  <a:pt x="19" y="16"/>
                </a:cubicBezTo>
                <a:cubicBezTo>
                  <a:pt x="17" y="17"/>
                  <a:pt x="16" y="16"/>
                  <a:pt x="17" y="17"/>
                </a:cubicBezTo>
                <a:cubicBezTo>
                  <a:pt x="18" y="17"/>
                  <a:pt x="18" y="17"/>
                  <a:pt x="19" y="17"/>
                </a:cubicBezTo>
                <a:cubicBezTo>
                  <a:pt x="21" y="17"/>
                  <a:pt x="24" y="15"/>
                  <a:pt x="24" y="16"/>
                </a:cubicBezTo>
                <a:cubicBezTo>
                  <a:pt x="24" y="16"/>
                  <a:pt x="23" y="16"/>
                  <a:pt x="23" y="17"/>
                </a:cubicBezTo>
                <a:cubicBezTo>
                  <a:pt x="21" y="18"/>
                  <a:pt x="19" y="20"/>
                  <a:pt x="18" y="19"/>
                </a:cubicBezTo>
                <a:cubicBezTo>
                  <a:pt x="17" y="18"/>
                  <a:pt x="15" y="15"/>
                  <a:pt x="15" y="17"/>
                </a:cubicBezTo>
                <a:cubicBezTo>
                  <a:pt x="15" y="19"/>
                  <a:pt x="13" y="21"/>
                  <a:pt x="14" y="23"/>
                </a:cubicBezTo>
                <a:cubicBezTo>
                  <a:pt x="13" y="23"/>
                  <a:pt x="11" y="27"/>
                  <a:pt x="11" y="29"/>
                </a:cubicBezTo>
                <a:cubicBezTo>
                  <a:pt x="11" y="30"/>
                  <a:pt x="11" y="32"/>
                  <a:pt x="11" y="33"/>
                </a:cubicBezTo>
                <a:cubicBezTo>
                  <a:pt x="10" y="34"/>
                  <a:pt x="9" y="32"/>
                  <a:pt x="9" y="29"/>
                </a:cubicBezTo>
                <a:cubicBezTo>
                  <a:pt x="9" y="28"/>
                  <a:pt x="9" y="28"/>
                  <a:pt x="9" y="28"/>
                </a:cubicBezTo>
                <a:cubicBezTo>
                  <a:pt x="8" y="30"/>
                  <a:pt x="9" y="32"/>
                  <a:pt x="9" y="33"/>
                </a:cubicBezTo>
                <a:cubicBezTo>
                  <a:pt x="9" y="33"/>
                  <a:pt x="10" y="34"/>
                  <a:pt x="11" y="34"/>
                </a:cubicBezTo>
                <a:cubicBezTo>
                  <a:pt x="11" y="35"/>
                  <a:pt x="15" y="38"/>
                  <a:pt x="16" y="39"/>
                </a:cubicBezTo>
                <a:cubicBezTo>
                  <a:pt x="17" y="39"/>
                  <a:pt x="16" y="41"/>
                  <a:pt x="15" y="41"/>
                </a:cubicBezTo>
                <a:cubicBezTo>
                  <a:pt x="16" y="43"/>
                  <a:pt x="16" y="43"/>
                  <a:pt x="16" y="46"/>
                </a:cubicBezTo>
                <a:cubicBezTo>
                  <a:pt x="17" y="45"/>
                  <a:pt x="17" y="44"/>
                  <a:pt x="17" y="43"/>
                </a:cubicBezTo>
                <a:cubicBezTo>
                  <a:pt x="16" y="43"/>
                  <a:pt x="16" y="43"/>
                  <a:pt x="16" y="42"/>
                </a:cubicBezTo>
                <a:cubicBezTo>
                  <a:pt x="16" y="42"/>
                  <a:pt x="17" y="42"/>
                  <a:pt x="17" y="42"/>
                </a:cubicBezTo>
                <a:cubicBezTo>
                  <a:pt x="18" y="43"/>
                  <a:pt x="20" y="44"/>
                  <a:pt x="21" y="43"/>
                </a:cubicBezTo>
                <a:cubicBezTo>
                  <a:pt x="23" y="43"/>
                  <a:pt x="25" y="42"/>
                  <a:pt x="26" y="41"/>
                </a:cubicBezTo>
                <a:cubicBezTo>
                  <a:pt x="27" y="40"/>
                  <a:pt x="27" y="40"/>
                  <a:pt x="27" y="40"/>
                </a:cubicBezTo>
                <a:cubicBezTo>
                  <a:pt x="27" y="40"/>
                  <a:pt x="27" y="41"/>
                  <a:pt x="27" y="42"/>
                </a:cubicBezTo>
                <a:cubicBezTo>
                  <a:pt x="27" y="42"/>
                  <a:pt x="27" y="43"/>
                  <a:pt x="27" y="44"/>
                </a:cubicBezTo>
                <a:cubicBezTo>
                  <a:pt x="26" y="45"/>
                  <a:pt x="26" y="45"/>
                  <a:pt x="27" y="45"/>
                </a:cubicBezTo>
                <a:cubicBezTo>
                  <a:pt x="27" y="44"/>
                  <a:pt x="28" y="42"/>
                  <a:pt x="28" y="41"/>
                </a:cubicBezTo>
                <a:cubicBezTo>
                  <a:pt x="28" y="39"/>
                  <a:pt x="27" y="36"/>
                  <a:pt x="28" y="34"/>
                </a:cubicBezTo>
                <a:cubicBezTo>
                  <a:pt x="28" y="34"/>
                  <a:pt x="29" y="34"/>
                  <a:pt x="29" y="34"/>
                </a:cubicBezTo>
                <a:cubicBezTo>
                  <a:pt x="30" y="32"/>
                  <a:pt x="33" y="32"/>
                  <a:pt x="34" y="33"/>
                </a:cubicBezTo>
                <a:cubicBezTo>
                  <a:pt x="34" y="32"/>
                  <a:pt x="33" y="32"/>
                  <a:pt x="32" y="32"/>
                </a:cubicBezTo>
                <a:close/>
                <a:moveTo>
                  <a:pt x="11" y="24"/>
                </a:moveTo>
                <a:cubicBezTo>
                  <a:pt x="10" y="24"/>
                  <a:pt x="10" y="25"/>
                  <a:pt x="10" y="25"/>
                </a:cubicBezTo>
                <a:cubicBezTo>
                  <a:pt x="10" y="25"/>
                  <a:pt x="11" y="24"/>
                  <a:pt x="11" y="24"/>
                </a:cubicBezTo>
                <a:cubicBezTo>
                  <a:pt x="11" y="24"/>
                  <a:pt x="11" y="23"/>
                  <a:pt x="11" y="23"/>
                </a:cubicBezTo>
                <a:cubicBezTo>
                  <a:pt x="11" y="23"/>
                  <a:pt x="11" y="24"/>
                  <a:pt x="11" y="24"/>
                </a:cubicBezTo>
                <a:close/>
                <a:moveTo>
                  <a:pt x="17" y="10"/>
                </a:moveTo>
                <a:cubicBezTo>
                  <a:pt x="16" y="9"/>
                  <a:pt x="17" y="10"/>
                  <a:pt x="17" y="10"/>
                </a:cubicBezTo>
                <a:cubicBezTo>
                  <a:pt x="17" y="10"/>
                  <a:pt x="17" y="10"/>
                  <a:pt x="17" y="10"/>
                </a:cubicBezTo>
                <a:cubicBezTo>
                  <a:pt x="17" y="11"/>
                  <a:pt x="17" y="11"/>
                  <a:pt x="17" y="11"/>
                </a:cubicBezTo>
                <a:cubicBezTo>
                  <a:pt x="17" y="11"/>
                  <a:pt x="17" y="11"/>
                  <a:pt x="17" y="11"/>
                </a:cubicBezTo>
                <a:cubicBezTo>
                  <a:pt x="17" y="10"/>
                  <a:pt x="17" y="10"/>
                  <a:pt x="17" y="10"/>
                </a:cubicBezTo>
                <a:close/>
                <a:moveTo>
                  <a:pt x="17" y="12"/>
                </a:moveTo>
                <a:cubicBezTo>
                  <a:pt x="17" y="12"/>
                  <a:pt x="17" y="11"/>
                  <a:pt x="18" y="11"/>
                </a:cubicBezTo>
                <a:cubicBezTo>
                  <a:pt x="18" y="12"/>
                  <a:pt x="18" y="12"/>
                  <a:pt x="17" y="12"/>
                </a:cubicBezTo>
                <a:close/>
                <a:moveTo>
                  <a:pt x="20" y="12"/>
                </a:moveTo>
                <a:cubicBezTo>
                  <a:pt x="20" y="11"/>
                  <a:pt x="21" y="12"/>
                  <a:pt x="20" y="12"/>
                </a:cubicBezTo>
                <a:cubicBezTo>
                  <a:pt x="20" y="12"/>
                  <a:pt x="20" y="11"/>
                  <a:pt x="20" y="12"/>
                </a:cubicBezTo>
                <a:close/>
                <a:moveTo>
                  <a:pt x="23" y="9"/>
                </a:moveTo>
                <a:cubicBezTo>
                  <a:pt x="23" y="9"/>
                  <a:pt x="23" y="10"/>
                  <a:pt x="23" y="10"/>
                </a:cubicBezTo>
                <a:cubicBezTo>
                  <a:pt x="23" y="10"/>
                  <a:pt x="23" y="10"/>
                  <a:pt x="23" y="10"/>
                </a:cubicBezTo>
                <a:cubicBezTo>
                  <a:pt x="23" y="10"/>
                  <a:pt x="24" y="10"/>
                  <a:pt x="24" y="10"/>
                </a:cubicBezTo>
                <a:cubicBezTo>
                  <a:pt x="24" y="10"/>
                  <a:pt x="23" y="9"/>
                  <a:pt x="23" y="9"/>
                </a:cubicBezTo>
                <a:close/>
                <a:moveTo>
                  <a:pt x="24" y="4"/>
                </a:moveTo>
                <a:cubicBezTo>
                  <a:pt x="24" y="3"/>
                  <a:pt x="24" y="3"/>
                  <a:pt x="24" y="3"/>
                </a:cubicBezTo>
                <a:cubicBezTo>
                  <a:pt x="23" y="3"/>
                  <a:pt x="24" y="4"/>
                  <a:pt x="23" y="4"/>
                </a:cubicBezTo>
                <a:cubicBezTo>
                  <a:pt x="23" y="4"/>
                  <a:pt x="23" y="5"/>
                  <a:pt x="23" y="5"/>
                </a:cubicBezTo>
                <a:cubicBezTo>
                  <a:pt x="23" y="5"/>
                  <a:pt x="24" y="5"/>
                  <a:pt x="24" y="4"/>
                </a:cubicBezTo>
                <a:cubicBezTo>
                  <a:pt x="24" y="4"/>
                  <a:pt x="25" y="4"/>
                  <a:pt x="25" y="4"/>
                </a:cubicBezTo>
                <a:cubicBezTo>
                  <a:pt x="25" y="4"/>
                  <a:pt x="25" y="4"/>
                  <a:pt x="24" y="4"/>
                </a:cubicBezTo>
                <a:close/>
                <a:moveTo>
                  <a:pt x="27" y="15"/>
                </a:moveTo>
                <a:cubicBezTo>
                  <a:pt x="27" y="15"/>
                  <a:pt x="27" y="15"/>
                  <a:pt x="27" y="15"/>
                </a:cubicBezTo>
                <a:cubicBezTo>
                  <a:pt x="26" y="15"/>
                  <a:pt x="27" y="17"/>
                  <a:pt x="28" y="17"/>
                </a:cubicBezTo>
                <a:cubicBezTo>
                  <a:pt x="28" y="17"/>
                  <a:pt x="28" y="16"/>
                  <a:pt x="28" y="16"/>
                </a:cubicBezTo>
                <a:cubicBezTo>
                  <a:pt x="28" y="16"/>
                  <a:pt x="28" y="16"/>
                  <a:pt x="27" y="1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09" name="稻壳儿小白白(http://dwz.cn/Wu2UP)"/>
          <p:cNvSpPr>
            <a:spLocks noEditPoints="1"/>
          </p:cNvSpPr>
          <p:nvPr/>
        </p:nvSpPr>
        <p:spPr>
          <a:xfrm>
            <a:off x="1485492" y="5420272"/>
            <a:ext cx="342789" cy="270966"/>
          </a:xfrm>
          <a:custGeom>
            <a:avLst/>
            <a:gdLst>
              <a:gd name="T0" fmla="*/ 289425063 w 48"/>
              <a:gd name="T1" fmla="*/ 336646253 h 38"/>
              <a:gd name="T2" fmla="*/ 0 w 48"/>
              <a:gd name="T3" fmla="*/ 288552940 h 38"/>
              <a:gd name="T4" fmla="*/ 48235195 w 48"/>
              <a:gd name="T5" fmla="*/ 0 h 38"/>
              <a:gd name="T6" fmla="*/ 337660258 w 48"/>
              <a:gd name="T7" fmla="*/ 48093313 h 38"/>
              <a:gd name="T8" fmla="*/ 337660258 w 48"/>
              <a:gd name="T9" fmla="*/ 817572443 h 38"/>
              <a:gd name="T10" fmla="*/ 48235195 w 48"/>
              <a:gd name="T11" fmla="*/ 865665755 h 38"/>
              <a:gd name="T12" fmla="*/ 0 w 48"/>
              <a:gd name="T13" fmla="*/ 577105880 h 38"/>
              <a:gd name="T14" fmla="*/ 289425063 w 48"/>
              <a:gd name="T15" fmla="*/ 529019503 h 38"/>
              <a:gd name="T16" fmla="*/ 337660258 w 48"/>
              <a:gd name="T17" fmla="*/ 817572443 h 38"/>
              <a:gd name="T18" fmla="*/ 289425063 w 48"/>
              <a:gd name="T19" fmla="*/ 1346585011 h 38"/>
              <a:gd name="T20" fmla="*/ 0 w 48"/>
              <a:gd name="T21" fmla="*/ 1298491698 h 38"/>
              <a:gd name="T22" fmla="*/ 48235195 w 48"/>
              <a:gd name="T23" fmla="*/ 1009938758 h 38"/>
              <a:gd name="T24" fmla="*/ 337660258 w 48"/>
              <a:gd name="T25" fmla="*/ 1058032070 h 38"/>
              <a:gd name="T26" fmla="*/ 337660258 w 48"/>
              <a:gd name="T27" fmla="*/ 1779417888 h 38"/>
              <a:gd name="T28" fmla="*/ 48235195 w 48"/>
              <a:gd name="T29" fmla="*/ 1827511201 h 38"/>
              <a:gd name="T30" fmla="*/ 0 w 48"/>
              <a:gd name="T31" fmla="*/ 1538958261 h 38"/>
              <a:gd name="T32" fmla="*/ 289425063 w 48"/>
              <a:gd name="T33" fmla="*/ 1490864948 h 38"/>
              <a:gd name="T34" fmla="*/ 337660258 w 48"/>
              <a:gd name="T35" fmla="*/ 1779417888 h 38"/>
              <a:gd name="T36" fmla="*/ 2147483646 w 48"/>
              <a:gd name="T37" fmla="*/ 336646253 h 38"/>
              <a:gd name="T38" fmla="*/ 482372789 w 48"/>
              <a:gd name="T39" fmla="*/ 288552940 h 38"/>
              <a:gd name="T40" fmla="*/ 530607984 w 48"/>
              <a:gd name="T41" fmla="*/ 0 h 38"/>
              <a:gd name="T42" fmla="*/ 2147483646 w 48"/>
              <a:gd name="T43" fmla="*/ 48093313 h 38"/>
              <a:gd name="T44" fmla="*/ 2147483646 w 48"/>
              <a:gd name="T45" fmla="*/ 817572443 h 38"/>
              <a:gd name="T46" fmla="*/ 530607984 w 48"/>
              <a:gd name="T47" fmla="*/ 865665755 h 38"/>
              <a:gd name="T48" fmla="*/ 482372789 w 48"/>
              <a:gd name="T49" fmla="*/ 577105880 h 38"/>
              <a:gd name="T50" fmla="*/ 2147483646 w 48"/>
              <a:gd name="T51" fmla="*/ 529019503 h 38"/>
              <a:gd name="T52" fmla="*/ 2147483646 w 48"/>
              <a:gd name="T53" fmla="*/ 817572443 h 38"/>
              <a:gd name="T54" fmla="*/ 2147483646 w 48"/>
              <a:gd name="T55" fmla="*/ 1346585011 h 38"/>
              <a:gd name="T56" fmla="*/ 482372789 w 48"/>
              <a:gd name="T57" fmla="*/ 1298491698 h 38"/>
              <a:gd name="T58" fmla="*/ 530607984 w 48"/>
              <a:gd name="T59" fmla="*/ 1009938758 h 38"/>
              <a:gd name="T60" fmla="*/ 2147483646 w 48"/>
              <a:gd name="T61" fmla="*/ 1058032070 h 38"/>
              <a:gd name="T62" fmla="*/ 2147483646 w 48"/>
              <a:gd name="T63" fmla="*/ 1779417888 h 38"/>
              <a:gd name="T64" fmla="*/ 530607984 w 48"/>
              <a:gd name="T65" fmla="*/ 1827511201 h 38"/>
              <a:gd name="T66" fmla="*/ 482372789 w 48"/>
              <a:gd name="T67" fmla="*/ 1538958261 h 38"/>
              <a:gd name="T68" fmla="*/ 2147483646 w 48"/>
              <a:gd name="T69" fmla="*/ 1490864948 h 38"/>
              <a:gd name="T70" fmla="*/ 2147483646 w 48"/>
              <a:gd name="T71" fmla="*/ 1779417888 h 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8" h="38">
                <a:moveTo>
                  <a:pt x="7" y="6"/>
                </a:moveTo>
                <a:cubicBezTo>
                  <a:pt x="7" y="7"/>
                  <a:pt x="6" y="7"/>
                  <a:pt x="6" y="7"/>
                </a:cubicBezTo>
                <a:cubicBezTo>
                  <a:pt x="1" y="7"/>
                  <a:pt x="1" y="7"/>
                  <a:pt x="1" y="7"/>
                </a:cubicBezTo>
                <a:cubicBezTo>
                  <a:pt x="0" y="7"/>
                  <a:pt x="0" y="7"/>
                  <a:pt x="0" y="6"/>
                </a:cubicBezTo>
                <a:cubicBezTo>
                  <a:pt x="0" y="1"/>
                  <a:pt x="0" y="1"/>
                  <a:pt x="0" y="1"/>
                </a:cubicBezTo>
                <a:cubicBezTo>
                  <a:pt x="0" y="1"/>
                  <a:pt x="0" y="0"/>
                  <a:pt x="1" y="0"/>
                </a:cubicBezTo>
                <a:cubicBezTo>
                  <a:pt x="6" y="0"/>
                  <a:pt x="6" y="0"/>
                  <a:pt x="6" y="0"/>
                </a:cubicBezTo>
                <a:cubicBezTo>
                  <a:pt x="6" y="0"/>
                  <a:pt x="7" y="1"/>
                  <a:pt x="7" y="1"/>
                </a:cubicBezTo>
                <a:lnTo>
                  <a:pt x="7" y="6"/>
                </a:lnTo>
                <a:close/>
                <a:moveTo>
                  <a:pt x="7" y="17"/>
                </a:moveTo>
                <a:cubicBezTo>
                  <a:pt x="7" y="17"/>
                  <a:pt x="6" y="18"/>
                  <a:pt x="6" y="18"/>
                </a:cubicBezTo>
                <a:cubicBezTo>
                  <a:pt x="1" y="18"/>
                  <a:pt x="1" y="18"/>
                  <a:pt x="1" y="18"/>
                </a:cubicBezTo>
                <a:cubicBezTo>
                  <a:pt x="0" y="18"/>
                  <a:pt x="0" y="17"/>
                  <a:pt x="0" y="17"/>
                </a:cubicBezTo>
                <a:cubicBezTo>
                  <a:pt x="0" y="12"/>
                  <a:pt x="0" y="12"/>
                  <a:pt x="0" y="12"/>
                </a:cubicBezTo>
                <a:cubicBezTo>
                  <a:pt x="0" y="11"/>
                  <a:pt x="0" y="11"/>
                  <a:pt x="1" y="11"/>
                </a:cubicBezTo>
                <a:cubicBezTo>
                  <a:pt x="6" y="11"/>
                  <a:pt x="6" y="11"/>
                  <a:pt x="6" y="11"/>
                </a:cubicBezTo>
                <a:cubicBezTo>
                  <a:pt x="6" y="11"/>
                  <a:pt x="7" y="11"/>
                  <a:pt x="7" y="12"/>
                </a:cubicBezTo>
                <a:lnTo>
                  <a:pt x="7" y="17"/>
                </a:lnTo>
                <a:close/>
                <a:moveTo>
                  <a:pt x="7" y="27"/>
                </a:moveTo>
                <a:cubicBezTo>
                  <a:pt x="7" y="28"/>
                  <a:pt x="6" y="28"/>
                  <a:pt x="6" y="28"/>
                </a:cubicBezTo>
                <a:cubicBezTo>
                  <a:pt x="1" y="28"/>
                  <a:pt x="1" y="28"/>
                  <a:pt x="1" y="28"/>
                </a:cubicBezTo>
                <a:cubicBezTo>
                  <a:pt x="0" y="28"/>
                  <a:pt x="0" y="28"/>
                  <a:pt x="0" y="27"/>
                </a:cubicBezTo>
                <a:cubicBezTo>
                  <a:pt x="0" y="22"/>
                  <a:pt x="0" y="22"/>
                  <a:pt x="0" y="22"/>
                </a:cubicBezTo>
                <a:cubicBezTo>
                  <a:pt x="0" y="21"/>
                  <a:pt x="0" y="21"/>
                  <a:pt x="1" y="21"/>
                </a:cubicBezTo>
                <a:cubicBezTo>
                  <a:pt x="6" y="21"/>
                  <a:pt x="6" y="21"/>
                  <a:pt x="6" y="21"/>
                </a:cubicBezTo>
                <a:cubicBezTo>
                  <a:pt x="6" y="21"/>
                  <a:pt x="7" y="21"/>
                  <a:pt x="7" y="22"/>
                </a:cubicBezTo>
                <a:lnTo>
                  <a:pt x="7" y="27"/>
                </a:lnTo>
                <a:close/>
                <a:moveTo>
                  <a:pt x="7" y="37"/>
                </a:moveTo>
                <a:cubicBezTo>
                  <a:pt x="7" y="38"/>
                  <a:pt x="6" y="38"/>
                  <a:pt x="6" y="38"/>
                </a:cubicBezTo>
                <a:cubicBezTo>
                  <a:pt x="1" y="38"/>
                  <a:pt x="1" y="38"/>
                  <a:pt x="1" y="38"/>
                </a:cubicBezTo>
                <a:cubicBezTo>
                  <a:pt x="0" y="38"/>
                  <a:pt x="0" y="38"/>
                  <a:pt x="0" y="37"/>
                </a:cubicBezTo>
                <a:cubicBezTo>
                  <a:pt x="0" y="32"/>
                  <a:pt x="0" y="32"/>
                  <a:pt x="0" y="32"/>
                </a:cubicBezTo>
                <a:cubicBezTo>
                  <a:pt x="0" y="32"/>
                  <a:pt x="0" y="31"/>
                  <a:pt x="1" y="31"/>
                </a:cubicBezTo>
                <a:cubicBezTo>
                  <a:pt x="6" y="31"/>
                  <a:pt x="6" y="31"/>
                  <a:pt x="6" y="31"/>
                </a:cubicBezTo>
                <a:cubicBezTo>
                  <a:pt x="6" y="31"/>
                  <a:pt x="7" y="32"/>
                  <a:pt x="7" y="32"/>
                </a:cubicBezTo>
                <a:lnTo>
                  <a:pt x="7" y="37"/>
                </a:lnTo>
                <a:close/>
                <a:moveTo>
                  <a:pt x="48" y="6"/>
                </a:moveTo>
                <a:cubicBezTo>
                  <a:pt x="48" y="7"/>
                  <a:pt x="48" y="7"/>
                  <a:pt x="47" y="7"/>
                </a:cubicBezTo>
                <a:cubicBezTo>
                  <a:pt x="11" y="7"/>
                  <a:pt x="11" y="7"/>
                  <a:pt x="11" y="7"/>
                </a:cubicBezTo>
                <a:cubicBezTo>
                  <a:pt x="11" y="7"/>
                  <a:pt x="10" y="7"/>
                  <a:pt x="10" y="6"/>
                </a:cubicBezTo>
                <a:cubicBezTo>
                  <a:pt x="10" y="1"/>
                  <a:pt x="10" y="1"/>
                  <a:pt x="10" y="1"/>
                </a:cubicBezTo>
                <a:cubicBezTo>
                  <a:pt x="10" y="1"/>
                  <a:pt x="11" y="0"/>
                  <a:pt x="11" y="0"/>
                </a:cubicBezTo>
                <a:cubicBezTo>
                  <a:pt x="47" y="0"/>
                  <a:pt x="47" y="0"/>
                  <a:pt x="47" y="0"/>
                </a:cubicBezTo>
                <a:cubicBezTo>
                  <a:pt x="48" y="0"/>
                  <a:pt x="48" y="1"/>
                  <a:pt x="48" y="1"/>
                </a:cubicBezTo>
                <a:lnTo>
                  <a:pt x="48" y="6"/>
                </a:lnTo>
                <a:close/>
                <a:moveTo>
                  <a:pt x="48" y="17"/>
                </a:moveTo>
                <a:cubicBezTo>
                  <a:pt x="48" y="17"/>
                  <a:pt x="48" y="18"/>
                  <a:pt x="47" y="18"/>
                </a:cubicBezTo>
                <a:cubicBezTo>
                  <a:pt x="11" y="18"/>
                  <a:pt x="11" y="18"/>
                  <a:pt x="11" y="18"/>
                </a:cubicBezTo>
                <a:cubicBezTo>
                  <a:pt x="11" y="18"/>
                  <a:pt x="10" y="17"/>
                  <a:pt x="10" y="17"/>
                </a:cubicBezTo>
                <a:cubicBezTo>
                  <a:pt x="10" y="12"/>
                  <a:pt x="10" y="12"/>
                  <a:pt x="10" y="12"/>
                </a:cubicBezTo>
                <a:cubicBezTo>
                  <a:pt x="10" y="11"/>
                  <a:pt x="11" y="11"/>
                  <a:pt x="11" y="11"/>
                </a:cubicBezTo>
                <a:cubicBezTo>
                  <a:pt x="47" y="11"/>
                  <a:pt x="47" y="11"/>
                  <a:pt x="47" y="11"/>
                </a:cubicBezTo>
                <a:cubicBezTo>
                  <a:pt x="48" y="11"/>
                  <a:pt x="48" y="11"/>
                  <a:pt x="48" y="12"/>
                </a:cubicBezTo>
                <a:lnTo>
                  <a:pt x="48" y="17"/>
                </a:lnTo>
                <a:close/>
                <a:moveTo>
                  <a:pt x="48" y="27"/>
                </a:moveTo>
                <a:cubicBezTo>
                  <a:pt x="48" y="28"/>
                  <a:pt x="48" y="28"/>
                  <a:pt x="47" y="28"/>
                </a:cubicBezTo>
                <a:cubicBezTo>
                  <a:pt x="11" y="28"/>
                  <a:pt x="11" y="28"/>
                  <a:pt x="11" y="28"/>
                </a:cubicBezTo>
                <a:cubicBezTo>
                  <a:pt x="11" y="28"/>
                  <a:pt x="10" y="28"/>
                  <a:pt x="10" y="27"/>
                </a:cubicBezTo>
                <a:cubicBezTo>
                  <a:pt x="10" y="22"/>
                  <a:pt x="10" y="22"/>
                  <a:pt x="10" y="22"/>
                </a:cubicBezTo>
                <a:cubicBezTo>
                  <a:pt x="10" y="21"/>
                  <a:pt x="11" y="21"/>
                  <a:pt x="11" y="21"/>
                </a:cubicBezTo>
                <a:cubicBezTo>
                  <a:pt x="47" y="21"/>
                  <a:pt x="47" y="21"/>
                  <a:pt x="47" y="21"/>
                </a:cubicBezTo>
                <a:cubicBezTo>
                  <a:pt x="48" y="21"/>
                  <a:pt x="48" y="21"/>
                  <a:pt x="48" y="22"/>
                </a:cubicBezTo>
                <a:lnTo>
                  <a:pt x="48" y="27"/>
                </a:lnTo>
                <a:close/>
                <a:moveTo>
                  <a:pt x="48" y="37"/>
                </a:moveTo>
                <a:cubicBezTo>
                  <a:pt x="48" y="38"/>
                  <a:pt x="48" y="38"/>
                  <a:pt x="47" y="38"/>
                </a:cubicBezTo>
                <a:cubicBezTo>
                  <a:pt x="11" y="38"/>
                  <a:pt x="11" y="38"/>
                  <a:pt x="11" y="38"/>
                </a:cubicBezTo>
                <a:cubicBezTo>
                  <a:pt x="11" y="38"/>
                  <a:pt x="10" y="38"/>
                  <a:pt x="10" y="37"/>
                </a:cubicBezTo>
                <a:cubicBezTo>
                  <a:pt x="10" y="32"/>
                  <a:pt x="10" y="32"/>
                  <a:pt x="10" y="32"/>
                </a:cubicBezTo>
                <a:cubicBezTo>
                  <a:pt x="10" y="32"/>
                  <a:pt x="11" y="31"/>
                  <a:pt x="11" y="31"/>
                </a:cubicBezTo>
                <a:cubicBezTo>
                  <a:pt x="47" y="31"/>
                  <a:pt x="47" y="31"/>
                  <a:pt x="47" y="31"/>
                </a:cubicBezTo>
                <a:cubicBezTo>
                  <a:pt x="48" y="31"/>
                  <a:pt x="48" y="32"/>
                  <a:pt x="48" y="32"/>
                </a:cubicBezTo>
                <a:lnTo>
                  <a:pt x="48" y="3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0" name="稻壳儿小白白(http://dwz.cn/Wu2UP)"/>
          <p:cNvSpPr>
            <a:spLocks noEditPoints="1"/>
          </p:cNvSpPr>
          <p:nvPr/>
        </p:nvSpPr>
        <p:spPr>
          <a:xfrm>
            <a:off x="1485492" y="5945881"/>
            <a:ext cx="342789" cy="270966"/>
          </a:xfrm>
          <a:custGeom>
            <a:avLst/>
            <a:gdLst>
              <a:gd name="T0" fmla="*/ 2122445828 w 48"/>
              <a:gd name="T1" fmla="*/ 1827511201 h 38"/>
              <a:gd name="T2" fmla="*/ 0 w 48"/>
              <a:gd name="T3" fmla="*/ 1635144886 h 38"/>
              <a:gd name="T4" fmla="*/ 192947727 w 48"/>
              <a:gd name="T5" fmla="*/ 0 h 38"/>
              <a:gd name="T6" fmla="*/ 2147483646 w 48"/>
              <a:gd name="T7" fmla="*/ 192366315 h 38"/>
              <a:gd name="T8" fmla="*/ 2147483646 w 48"/>
              <a:gd name="T9" fmla="*/ 529019503 h 38"/>
              <a:gd name="T10" fmla="*/ 192947727 w 48"/>
              <a:gd name="T11" fmla="*/ 480926190 h 38"/>
              <a:gd name="T12" fmla="*/ 144712531 w 48"/>
              <a:gd name="T13" fmla="*/ 1635144886 h 38"/>
              <a:gd name="T14" fmla="*/ 2122445828 w 48"/>
              <a:gd name="T15" fmla="*/ 1635144886 h 38"/>
              <a:gd name="T16" fmla="*/ 2147483646 w 48"/>
              <a:gd name="T17" fmla="*/ 529019503 h 38"/>
              <a:gd name="T18" fmla="*/ 434137594 w 48"/>
              <a:gd name="T19" fmla="*/ 817572443 h 38"/>
              <a:gd name="T20" fmla="*/ 337660258 w 48"/>
              <a:gd name="T21" fmla="*/ 769479130 h 38"/>
              <a:gd name="T22" fmla="*/ 385902398 w 48"/>
              <a:gd name="T23" fmla="*/ 673292505 h 38"/>
              <a:gd name="T24" fmla="*/ 482372789 w 48"/>
              <a:gd name="T25" fmla="*/ 721385818 h 38"/>
              <a:gd name="T26" fmla="*/ 482372789 w 48"/>
              <a:gd name="T27" fmla="*/ 1106125383 h 38"/>
              <a:gd name="T28" fmla="*/ 385902398 w 48"/>
              <a:gd name="T29" fmla="*/ 1154218695 h 38"/>
              <a:gd name="T30" fmla="*/ 337660258 w 48"/>
              <a:gd name="T31" fmla="*/ 1058032070 h 38"/>
              <a:gd name="T32" fmla="*/ 434137594 w 48"/>
              <a:gd name="T33" fmla="*/ 1009938758 h 38"/>
              <a:gd name="T34" fmla="*/ 482372789 w 48"/>
              <a:gd name="T35" fmla="*/ 1106125383 h 38"/>
              <a:gd name="T36" fmla="*/ 434137594 w 48"/>
              <a:gd name="T37" fmla="*/ 1490864948 h 38"/>
              <a:gd name="T38" fmla="*/ 337660258 w 48"/>
              <a:gd name="T39" fmla="*/ 1442771636 h 38"/>
              <a:gd name="T40" fmla="*/ 385902398 w 48"/>
              <a:gd name="T41" fmla="*/ 1346585011 h 38"/>
              <a:gd name="T42" fmla="*/ 482372789 w 48"/>
              <a:gd name="T43" fmla="*/ 1346585011 h 38"/>
              <a:gd name="T44" fmla="*/ 1977733297 w 48"/>
              <a:gd name="T45" fmla="*/ 769479130 h 38"/>
              <a:gd name="T46" fmla="*/ 723562656 w 48"/>
              <a:gd name="T47" fmla="*/ 817572443 h 38"/>
              <a:gd name="T48" fmla="*/ 675320516 w 48"/>
              <a:gd name="T49" fmla="*/ 721385818 h 38"/>
              <a:gd name="T50" fmla="*/ 1929498102 w 48"/>
              <a:gd name="T51" fmla="*/ 673292505 h 38"/>
              <a:gd name="T52" fmla="*/ 1977733297 w 48"/>
              <a:gd name="T53" fmla="*/ 769479130 h 38"/>
              <a:gd name="T54" fmla="*/ 1929498102 w 48"/>
              <a:gd name="T55" fmla="*/ 1154218695 h 38"/>
              <a:gd name="T56" fmla="*/ 675320516 w 48"/>
              <a:gd name="T57" fmla="*/ 1106125383 h 38"/>
              <a:gd name="T58" fmla="*/ 723562656 w 48"/>
              <a:gd name="T59" fmla="*/ 1009938758 h 38"/>
              <a:gd name="T60" fmla="*/ 1977733297 w 48"/>
              <a:gd name="T61" fmla="*/ 1058032070 h 38"/>
              <a:gd name="T62" fmla="*/ 1977733297 w 48"/>
              <a:gd name="T63" fmla="*/ 1442771636 h 38"/>
              <a:gd name="T64" fmla="*/ 723562656 w 48"/>
              <a:gd name="T65" fmla="*/ 1490864948 h 38"/>
              <a:gd name="T66" fmla="*/ 675320516 w 48"/>
              <a:gd name="T67" fmla="*/ 1346585011 h 38"/>
              <a:gd name="T68" fmla="*/ 1929498102 w 48"/>
              <a:gd name="T69" fmla="*/ 1346585011 h 38"/>
              <a:gd name="T70" fmla="*/ 1977733297 w 48"/>
              <a:gd name="T71" fmla="*/ 1442771636 h 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8" h="38">
                <a:moveTo>
                  <a:pt x="48" y="34"/>
                </a:moveTo>
                <a:cubicBezTo>
                  <a:pt x="48" y="36"/>
                  <a:pt x="46" y="38"/>
                  <a:pt x="44" y="38"/>
                </a:cubicBezTo>
                <a:cubicBezTo>
                  <a:pt x="4" y="38"/>
                  <a:pt x="4" y="38"/>
                  <a:pt x="4" y="38"/>
                </a:cubicBezTo>
                <a:cubicBezTo>
                  <a:pt x="2" y="38"/>
                  <a:pt x="0" y="36"/>
                  <a:pt x="0" y="34"/>
                </a:cubicBezTo>
                <a:cubicBezTo>
                  <a:pt x="0" y="4"/>
                  <a:pt x="0" y="4"/>
                  <a:pt x="0" y="4"/>
                </a:cubicBezTo>
                <a:cubicBezTo>
                  <a:pt x="0" y="2"/>
                  <a:pt x="2" y="0"/>
                  <a:pt x="4" y="0"/>
                </a:cubicBezTo>
                <a:cubicBezTo>
                  <a:pt x="44" y="0"/>
                  <a:pt x="44" y="0"/>
                  <a:pt x="44" y="0"/>
                </a:cubicBezTo>
                <a:cubicBezTo>
                  <a:pt x="46" y="0"/>
                  <a:pt x="48" y="2"/>
                  <a:pt x="48" y="4"/>
                </a:cubicBezTo>
                <a:lnTo>
                  <a:pt x="48" y="34"/>
                </a:lnTo>
                <a:close/>
                <a:moveTo>
                  <a:pt x="45" y="11"/>
                </a:moveTo>
                <a:cubicBezTo>
                  <a:pt x="45" y="11"/>
                  <a:pt x="44" y="10"/>
                  <a:pt x="44" y="10"/>
                </a:cubicBezTo>
                <a:cubicBezTo>
                  <a:pt x="4" y="10"/>
                  <a:pt x="4" y="10"/>
                  <a:pt x="4" y="10"/>
                </a:cubicBezTo>
                <a:cubicBezTo>
                  <a:pt x="4" y="10"/>
                  <a:pt x="3" y="11"/>
                  <a:pt x="3" y="11"/>
                </a:cubicBezTo>
                <a:cubicBezTo>
                  <a:pt x="3" y="34"/>
                  <a:pt x="3" y="34"/>
                  <a:pt x="3" y="34"/>
                </a:cubicBezTo>
                <a:cubicBezTo>
                  <a:pt x="3" y="34"/>
                  <a:pt x="4" y="34"/>
                  <a:pt x="4" y="34"/>
                </a:cubicBezTo>
                <a:cubicBezTo>
                  <a:pt x="44" y="34"/>
                  <a:pt x="44" y="34"/>
                  <a:pt x="44" y="34"/>
                </a:cubicBezTo>
                <a:cubicBezTo>
                  <a:pt x="44" y="34"/>
                  <a:pt x="45" y="34"/>
                  <a:pt x="45" y="34"/>
                </a:cubicBezTo>
                <a:lnTo>
                  <a:pt x="45" y="11"/>
                </a:lnTo>
                <a:close/>
                <a:moveTo>
                  <a:pt x="10" y="16"/>
                </a:moveTo>
                <a:cubicBezTo>
                  <a:pt x="10" y="17"/>
                  <a:pt x="10" y="17"/>
                  <a:pt x="9" y="17"/>
                </a:cubicBezTo>
                <a:cubicBezTo>
                  <a:pt x="8" y="17"/>
                  <a:pt x="8" y="17"/>
                  <a:pt x="8" y="17"/>
                </a:cubicBezTo>
                <a:cubicBezTo>
                  <a:pt x="7" y="17"/>
                  <a:pt x="7" y="17"/>
                  <a:pt x="7" y="16"/>
                </a:cubicBezTo>
                <a:cubicBezTo>
                  <a:pt x="7" y="15"/>
                  <a:pt x="7" y="15"/>
                  <a:pt x="7" y="15"/>
                </a:cubicBezTo>
                <a:cubicBezTo>
                  <a:pt x="7" y="14"/>
                  <a:pt x="7" y="14"/>
                  <a:pt x="8" y="14"/>
                </a:cubicBezTo>
                <a:cubicBezTo>
                  <a:pt x="9" y="14"/>
                  <a:pt x="9" y="14"/>
                  <a:pt x="9" y="14"/>
                </a:cubicBezTo>
                <a:cubicBezTo>
                  <a:pt x="10" y="14"/>
                  <a:pt x="10" y="14"/>
                  <a:pt x="10" y="15"/>
                </a:cubicBezTo>
                <a:lnTo>
                  <a:pt x="10" y="16"/>
                </a:lnTo>
                <a:close/>
                <a:moveTo>
                  <a:pt x="10" y="23"/>
                </a:moveTo>
                <a:cubicBezTo>
                  <a:pt x="10" y="24"/>
                  <a:pt x="10" y="24"/>
                  <a:pt x="9" y="24"/>
                </a:cubicBezTo>
                <a:cubicBezTo>
                  <a:pt x="8" y="24"/>
                  <a:pt x="8" y="24"/>
                  <a:pt x="8" y="24"/>
                </a:cubicBezTo>
                <a:cubicBezTo>
                  <a:pt x="7" y="24"/>
                  <a:pt x="7" y="24"/>
                  <a:pt x="7" y="23"/>
                </a:cubicBezTo>
                <a:cubicBezTo>
                  <a:pt x="7" y="22"/>
                  <a:pt x="7" y="22"/>
                  <a:pt x="7" y="22"/>
                </a:cubicBezTo>
                <a:cubicBezTo>
                  <a:pt x="7" y="21"/>
                  <a:pt x="7" y="21"/>
                  <a:pt x="8" y="21"/>
                </a:cubicBezTo>
                <a:cubicBezTo>
                  <a:pt x="9" y="21"/>
                  <a:pt x="9" y="21"/>
                  <a:pt x="9" y="21"/>
                </a:cubicBezTo>
                <a:cubicBezTo>
                  <a:pt x="10" y="21"/>
                  <a:pt x="10" y="21"/>
                  <a:pt x="10" y="22"/>
                </a:cubicBezTo>
                <a:lnTo>
                  <a:pt x="10" y="23"/>
                </a:lnTo>
                <a:close/>
                <a:moveTo>
                  <a:pt x="10" y="30"/>
                </a:moveTo>
                <a:cubicBezTo>
                  <a:pt x="10" y="31"/>
                  <a:pt x="10" y="31"/>
                  <a:pt x="9" y="31"/>
                </a:cubicBezTo>
                <a:cubicBezTo>
                  <a:pt x="8" y="31"/>
                  <a:pt x="8" y="31"/>
                  <a:pt x="8" y="31"/>
                </a:cubicBezTo>
                <a:cubicBezTo>
                  <a:pt x="7" y="31"/>
                  <a:pt x="7" y="31"/>
                  <a:pt x="7" y="30"/>
                </a:cubicBezTo>
                <a:cubicBezTo>
                  <a:pt x="7" y="28"/>
                  <a:pt x="7" y="28"/>
                  <a:pt x="7" y="28"/>
                </a:cubicBezTo>
                <a:cubicBezTo>
                  <a:pt x="7" y="28"/>
                  <a:pt x="7" y="28"/>
                  <a:pt x="8" y="28"/>
                </a:cubicBezTo>
                <a:cubicBezTo>
                  <a:pt x="9" y="28"/>
                  <a:pt x="9" y="28"/>
                  <a:pt x="9" y="28"/>
                </a:cubicBezTo>
                <a:cubicBezTo>
                  <a:pt x="10" y="28"/>
                  <a:pt x="10" y="28"/>
                  <a:pt x="10" y="28"/>
                </a:cubicBezTo>
                <a:lnTo>
                  <a:pt x="10" y="30"/>
                </a:lnTo>
                <a:close/>
                <a:moveTo>
                  <a:pt x="41" y="16"/>
                </a:moveTo>
                <a:cubicBezTo>
                  <a:pt x="41" y="17"/>
                  <a:pt x="41" y="17"/>
                  <a:pt x="40" y="17"/>
                </a:cubicBezTo>
                <a:cubicBezTo>
                  <a:pt x="15" y="17"/>
                  <a:pt x="15" y="17"/>
                  <a:pt x="15" y="17"/>
                </a:cubicBezTo>
                <a:cubicBezTo>
                  <a:pt x="14" y="17"/>
                  <a:pt x="14" y="17"/>
                  <a:pt x="14" y="16"/>
                </a:cubicBezTo>
                <a:cubicBezTo>
                  <a:pt x="14" y="15"/>
                  <a:pt x="14" y="15"/>
                  <a:pt x="14" y="15"/>
                </a:cubicBezTo>
                <a:cubicBezTo>
                  <a:pt x="14" y="14"/>
                  <a:pt x="14" y="14"/>
                  <a:pt x="15" y="14"/>
                </a:cubicBezTo>
                <a:cubicBezTo>
                  <a:pt x="40" y="14"/>
                  <a:pt x="40" y="14"/>
                  <a:pt x="40" y="14"/>
                </a:cubicBezTo>
                <a:cubicBezTo>
                  <a:pt x="41" y="14"/>
                  <a:pt x="41" y="14"/>
                  <a:pt x="41" y="15"/>
                </a:cubicBezTo>
                <a:lnTo>
                  <a:pt x="41" y="16"/>
                </a:lnTo>
                <a:close/>
                <a:moveTo>
                  <a:pt x="41" y="23"/>
                </a:moveTo>
                <a:cubicBezTo>
                  <a:pt x="41" y="24"/>
                  <a:pt x="41" y="24"/>
                  <a:pt x="40" y="24"/>
                </a:cubicBezTo>
                <a:cubicBezTo>
                  <a:pt x="15" y="24"/>
                  <a:pt x="15" y="24"/>
                  <a:pt x="15" y="24"/>
                </a:cubicBezTo>
                <a:cubicBezTo>
                  <a:pt x="14" y="24"/>
                  <a:pt x="14" y="24"/>
                  <a:pt x="14" y="23"/>
                </a:cubicBezTo>
                <a:cubicBezTo>
                  <a:pt x="14" y="22"/>
                  <a:pt x="14" y="22"/>
                  <a:pt x="14" y="22"/>
                </a:cubicBezTo>
                <a:cubicBezTo>
                  <a:pt x="14" y="21"/>
                  <a:pt x="14" y="21"/>
                  <a:pt x="15" y="21"/>
                </a:cubicBezTo>
                <a:cubicBezTo>
                  <a:pt x="40" y="21"/>
                  <a:pt x="40" y="21"/>
                  <a:pt x="40" y="21"/>
                </a:cubicBezTo>
                <a:cubicBezTo>
                  <a:pt x="41" y="21"/>
                  <a:pt x="41" y="21"/>
                  <a:pt x="41" y="22"/>
                </a:cubicBezTo>
                <a:lnTo>
                  <a:pt x="41" y="23"/>
                </a:lnTo>
                <a:close/>
                <a:moveTo>
                  <a:pt x="41" y="30"/>
                </a:moveTo>
                <a:cubicBezTo>
                  <a:pt x="41" y="31"/>
                  <a:pt x="41" y="31"/>
                  <a:pt x="40" y="31"/>
                </a:cubicBezTo>
                <a:cubicBezTo>
                  <a:pt x="15" y="31"/>
                  <a:pt x="15" y="31"/>
                  <a:pt x="15" y="31"/>
                </a:cubicBezTo>
                <a:cubicBezTo>
                  <a:pt x="14" y="31"/>
                  <a:pt x="14" y="31"/>
                  <a:pt x="14" y="30"/>
                </a:cubicBezTo>
                <a:cubicBezTo>
                  <a:pt x="14" y="28"/>
                  <a:pt x="14" y="28"/>
                  <a:pt x="14" y="28"/>
                </a:cubicBezTo>
                <a:cubicBezTo>
                  <a:pt x="14" y="28"/>
                  <a:pt x="14" y="28"/>
                  <a:pt x="15" y="28"/>
                </a:cubicBezTo>
                <a:cubicBezTo>
                  <a:pt x="40" y="28"/>
                  <a:pt x="40" y="28"/>
                  <a:pt x="40" y="28"/>
                </a:cubicBezTo>
                <a:cubicBezTo>
                  <a:pt x="41" y="28"/>
                  <a:pt x="41" y="28"/>
                  <a:pt x="41" y="28"/>
                </a:cubicBezTo>
                <a:lnTo>
                  <a:pt x="41" y="3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1" name="稻壳儿小白白(http://dwz.cn/Wu2UP)"/>
          <p:cNvSpPr>
            <a:spLocks noEditPoints="1"/>
          </p:cNvSpPr>
          <p:nvPr/>
        </p:nvSpPr>
        <p:spPr>
          <a:xfrm>
            <a:off x="2396330" y="1238250"/>
            <a:ext cx="290554" cy="290554"/>
          </a:xfrm>
          <a:custGeom>
            <a:avLst/>
            <a:gdLst>
              <a:gd name="T0" fmla="*/ 665009248 w 41"/>
              <a:gd name="T1" fmla="*/ 570008912 h 41"/>
              <a:gd name="T2" fmla="*/ 570008912 w 41"/>
              <a:gd name="T3" fmla="*/ 617509080 h 41"/>
              <a:gd name="T4" fmla="*/ 95000337 w 41"/>
              <a:gd name="T5" fmla="*/ 617509080 h 41"/>
              <a:gd name="T6" fmla="*/ 0 w 41"/>
              <a:gd name="T7" fmla="*/ 570008912 h 41"/>
              <a:gd name="T8" fmla="*/ 0 w 41"/>
              <a:gd name="T9" fmla="*/ 47500168 h 41"/>
              <a:gd name="T10" fmla="*/ 95000337 w 41"/>
              <a:gd name="T11" fmla="*/ 0 h 41"/>
              <a:gd name="T12" fmla="*/ 570008912 w 41"/>
              <a:gd name="T13" fmla="*/ 0 h 41"/>
              <a:gd name="T14" fmla="*/ 665009248 w 41"/>
              <a:gd name="T15" fmla="*/ 47500168 h 41"/>
              <a:gd name="T16" fmla="*/ 665009248 w 41"/>
              <a:gd name="T17" fmla="*/ 570008912 h 41"/>
              <a:gd name="T18" fmla="*/ 1947527576 w 41"/>
              <a:gd name="T19" fmla="*/ 1045017487 h 41"/>
              <a:gd name="T20" fmla="*/ 997517318 w 41"/>
              <a:gd name="T21" fmla="*/ 1947527576 h 41"/>
              <a:gd name="T22" fmla="*/ 0 w 41"/>
              <a:gd name="T23" fmla="*/ 1045017487 h 41"/>
              <a:gd name="T24" fmla="*/ 0 w 41"/>
              <a:gd name="T25" fmla="*/ 902510090 h 41"/>
              <a:gd name="T26" fmla="*/ 95000337 w 41"/>
              <a:gd name="T27" fmla="*/ 807509753 h 41"/>
              <a:gd name="T28" fmla="*/ 570008912 w 41"/>
              <a:gd name="T29" fmla="*/ 807509753 h 41"/>
              <a:gd name="T30" fmla="*/ 665009248 w 41"/>
              <a:gd name="T31" fmla="*/ 902510090 h 41"/>
              <a:gd name="T32" fmla="*/ 665009248 w 41"/>
              <a:gd name="T33" fmla="*/ 1045017487 h 41"/>
              <a:gd name="T34" fmla="*/ 997517318 w 41"/>
              <a:gd name="T35" fmla="*/ 1282518328 h 41"/>
              <a:gd name="T36" fmla="*/ 1282518328 w 41"/>
              <a:gd name="T37" fmla="*/ 1045017487 h 41"/>
              <a:gd name="T38" fmla="*/ 1282518328 w 41"/>
              <a:gd name="T39" fmla="*/ 902510090 h 41"/>
              <a:gd name="T40" fmla="*/ 1377518665 w 41"/>
              <a:gd name="T41" fmla="*/ 807509753 h 41"/>
              <a:gd name="T42" fmla="*/ 1852527240 w 41"/>
              <a:gd name="T43" fmla="*/ 807509753 h 41"/>
              <a:gd name="T44" fmla="*/ 1947527576 w 41"/>
              <a:gd name="T45" fmla="*/ 902510090 h 41"/>
              <a:gd name="T46" fmla="*/ 1947527576 w 41"/>
              <a:gd name="T47" fmla="*/ 1045017487 h 41"/>
              <a:gd name="T48" fmla="*/ 1947527576 w 41"/>
              <a:gd name="T49" fmla="*/ 570008912 h 41"/>
              <a:gd name="T50" fmla="*/ 1852527240 w 41"/>
              <a:gd name="T51" fmla="*/ 617509080 h 41"/>
              <a:gd name="T52" fmla="*/ 1377518665 w 41"/>
              <a:gd name="T53" fmla="*/ 617509080 h 41"/>
              <a:gd name="T54" fmla="*/ 1282518328 w 41"/>
              <a:gd name="T55" fmla="*/ 570008912 h 41"/>
              <a:gd name="T56" fmla="*/ 1282518328 w 41"/>
              <a:gd name="T57" fmla="*/ 47500168 h 41"/>
              <a:gd name="T58" fmla="*/ 1377518665 w 41"/>
              <a:gd name="T59" fmla="*/ 0 h 41"/>
              <a:gd name="T60" fmla="*/ 1852527240 w 41"/>
              <a:gd name="T61" fmla="*/ 0 h 41"/>
              <a:gd name="T62" fmla="*/ 1947527576 w 41"/>
              <a:gd name="T63" fmla="*/ 47500168 h 41"/>
              <a:gd name="T64" fmla="*/ 1947527576 w 41"/>
              <a:gd name="T65" fmla="*/ 570008912 h 4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1" h="41">
                <a:moveTo>
                  <a:pt x="14" y="12"/>
                </a:moveTo>
                <a:cubicBezTo>
                  <a:pt x="14" y="13"/>
                  <a:pt x="13" y="13"/>
                  <a:pt x="12" y="13"/>
                </a:cubicBezTo>
                <a:cubicBezTo>
                  <a:pt x="2" y="13"/>
                  <a:pt x="2" y="13"/>
                  <a:pt x="2" y="13"/>
                </a:cubicBezTo>
                <a:cubicBezTo>
                  <a:pt x="1" y="13"/>
                  <a:pt x="0" y="13"/>
                  <a:pt x="0" y="12"/>
                </a:cubicBezTo>
                <a:cubicBezTo>
                  <a:pt x="0" y="1"/>
                  <a:pt x="0" y="1"/>
                  <a:pt x="0" y="1"/>
                </a:cubicBezTo>
                <a:cubicBezTo>
                  <a:pt x="0" y="0"/>
                  <a:pt x="1" y="0"/>
                  <a:pt x="2" y="0"/>
                </a:cubicBezTo>
                <a:cubicBezTo>
                  <a:pt x="12" y="0"/>
                  <a:pt x="12" y="0"/>
                  <a:pt x="12" y="0"/>
                </a:cubicBezTo>
                <a:cubicBezTo>
                  <a:pt x="13" y="0"/>
                  <a:pt x="14" y="0"/>
                  <a:pt x="14" y="1"/>
                </a:cubicBezTo>
                <a:lnTo>
                  <a:pt x="14" y="12"/>
                </a:lnTo>
                <a:close/>
                <a:moveTo>
                  <a:pt x="41" y="22"/>
                </a:moveTo>
                <a:cubicBezTo>
                  <a:pt x="41" y="33"/>
                  <a:pt x="32" y="41"/>
                  <a:pt x="21" y="41"/>
                </a:cubicBezTo>
                <a:cubicBezTo>
                  <a:pt x="9" y="41"/>
                  <a:pt x="0" y="33"/>
                  <a:pt x="0" y="22"/>
                </a:cubicBezTo>
                <a:cubicBezTo>
                  <a:pt x="0" y="19"/>
                  <a:pt x="0" y="19"/>
                  <a:pt x="0" y="19"/>
                </a:cubicBezTo>
                <a:cubicBezTo>
                  <a:pt x="0" y="18"/>
                  <a:pt x="1" y="17"/>
                  <a:pt x="2" y="17"/>
                </a:cubicBezTo>
                <a:cubicBezTo>
                  <a:pt x="12" y="17"/>
                  <a:pt x="12" y="17"/>
                  <a:pt x="12" y="17"/>
                </a:cubicBezTo>
                <a:cubicBezTo>
                  <a:pt x="13" y="17"/>
                  <a:pt x="14" y="18"/>
                  <a:pt x="14" y="19"/>
                </a:cubicBezTo>
                <a:cubicBezTo>
                  <a:pt x="14" y="22"/>
                  <a:pt x="14" y="22"/>
                  <a:pt x="14" y="22"/>
                </a:cubicBezTo>
                <a:cubicBezTo>
                  <a:pt x="14" y="27"/>
                  <a:pt x="19" y="27"/>
                  <a:pt x="21" y="27"/>
                </a:cubicBezTo>
                <a:cubicBezTo>
                  <a:pt x="22" y="27"/>
                  <a:pt x="27" y="27"/>
                  <a:pt x="27" y="22"/>
                </a:cubicBezTo>
                <a:cubicBezTo>
                  <a:pt x="27" y="19"/>
                  <a:pt x="27" y="19"/>
                  <a:pt x="27" y="19"/>
                </a:cubicBezTo>
                <a:cubicBezTo>
                  <a:pt x="27" y="18"/>
                  <a:pt x="28" y="17"/>
                  <a:pt x="29" y="17"/>
                </a:cubicBezTo>
                <a:cubicBezTo>
                  <a:pt x="39" y="17"/>
                  <a:pt x="39" y="17"/>
                  <a:pt x="39" y="17"/>
                </a:cubicBezTo>
                <a:cubicBezTo>
                  <a:pt x="40" y="17"/>
                  <a:pt x="41" y="18"/>
                  <a:pt x="41" y="19"/>
                </a:cubicBezTo>
                <a:lnTo>
                  <a:pt x="41" y="22"/>
                </a:lnTo>
                <a:close/>
                <a:moveTo>
                  <a:pt x="41" y="12"/>
                </a:moveTo>
                <a:cubicBezTo>
                  <a:pt x="41" y="13"/>
                  <a:pt x="40" y="13"/>
                  <a:pt x="39" y="13"/>
                </a:cubicBezTo>
                <a:cubicBezTo>
                  <a:pt x="29" y="13"/>
                  <a:pt x="29" y="13"/>
                  <a:pt x="29" y="13"/>
                </a:cubicBezTo>
                <a:cubicBezTo>
                  <a:pt x="28" y="13"/>
                  <a:pt x="27" y="13"/>
                  <a:pt x="27" y="12"/>
                </a:cubicBezTo>
                <a:cubicBezTo>
                  <a:pt x="27" y="1"/>
                  <a:pt x="27" y="1"/>
                  <a:pt x="27" y="1"/>
                </a:cubicBezTo>
                <a:cubicBezTo>
                  <a:pt x="27" y="0"/>
                  <a:pt x="28" y="0"/>
                  <a:pt x="29" y="0"/>
                </a:cubicBezTo>
                <a:cubicBezTo>
                  <a:pt x="39" y="0"/>
                  <a:pt x="39" y="0"/>
                  <a:pt x="39" y="0"/>
                </a:cubicBezTo>
                <a:cubicBezTo>
                  <a:pt x="40" y="0"/>
                  <a:pt x="41" y="0"/>
                  <a:pt x="41" y="1"/>
                </a:cubicBezTo>
                <a:lnTo>
                  <a:pt x="41" y="1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2" name="稻壳儿小白白(http://dwz.cn/Wu2UP)"/>
          <p:cNvSpPr/>
          <p:nvPr/>
        </p:nvSpPr>
        <p:spPr>
          <a:xfrm>
            <a:off x="2375110" y="1750801"/>
            <a:ext cx="342789" cy="297084"/>
          </a:xfrm>
          <a:custGeom>
            <a:avLst/>
            <a:gdLst>
              <a:gd name="T0" fmla="*/ 2147483646 w 48"/>
              <a:gd name="T1" fmla="*/ 757169238 h 42"/>
              <a:gd name="T2" fmla="*/ 1591830898 w 48"/>
              <a:gd name="T3" fmla="*/ 1419688021 h 42"/>
              <a:gd name="T4" fmla="*/ 1543595703 w 48"/>
              <a:gd name="T5" fmla="*/ 1419688021 h 42"/>
              <a:gd name="T6" fmla="*/ 1447118367 w 48"/>
              <a:gd name="T7" fmla="*/ 1372366233 h 42"/>
              <a:gd name="T8" fmla="*/ 1447118367 w 48"/>
              <a:gd name="T9" fmla="*/ 1041106842 h 42"/>
              <a:gd name="T10" fmla="*/ 1157700250 w 48"/>
              <a:gd name="T11" fmla="*/ 1041106842 h 42"/>
              <a:gd name="T12" fmla="*/ 241189867 w 48"/>
              <a:gd name="T13" fmla="*/ 1750947413 h 42"/>
              <a:gd name="T14" fmla="*/ 241189867 w 48"/>
              <a:gd name="T15" fmla="*/ 1892919654 h 42"/>
              <a:gd name="T16" fmla="*/ 289425063 w 48"/>
              <a:gd name="T17" fmla="*/ 1940241442 h 42"/>
              <a:gd name="T18" fmla="*/ 241189867 w 48"/>
              <a:gd name="T19" fmla="*/ 1987563229 h 42"/>
              <a:gd name="T20" fmla="*/ 192947727 w 48"/>
              <a:gd name="T21" fmla="*/ 1987563229 h 42"/>
              <a:gd name="T22" fmla="*/ 144712531 w 48"/>
              <a:gd name="T23" fmla="*/ 1892919654 h 42"/>
              <a:gd name="T24" fmla="*/ 0 w 48"/>
              <a:gd name="T25" fmla="*/ 1325044446 h 42"/>
              <a:gd name="T26" fmla="*/ 48235195 w 48"/>
              <a:gd name="T27" fmla="*/ 899134600 h 42"/>
              <a:gd name="T28" fmla="*/ 1157700250 w 48"/>
              <a:gd name="T29" fmla="*/ 378581179 h 42"/>
              <a:gd name="T30" fmla="*/ 1447118367 w 48"/>
              <a:gd name="T31" fmla="*/ 378581179 h 42"/>
              <a:gd name="T32" fmla="*/ 1447118367 w 48"/>
              <a:gd name="T33" fmla="*/ 47321788 h 42"/>
              <a:gd name="T34" fmla="*/ 1543595703 w 48"/>
              <a:gd name="T35" fmla="*/ 0 h 42"/>
              <a:gd name="T36" fmla="*/ 1591830898 w 48"/>
              <a:gd name="T37" fmla="*/ 0 h 42"/>
              <a:gd name="T38" fmla="*/ 2147483646 w 48"/>
              <a:gd name="T39" fmla="*/ 662518783 h 42"/>
              <a:gd name="T40" fmla="*/ 2147483646 w 48"/>
              <a:gd name="T41" fmla="*/ 709847450 h 42"/>
              <a:gd name="T42" fmla="*/ 2147483646 w 48"/>
              <a:gd name="T43" fmla="*/ 757169238 h 42"/>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8" h="42">
                <a:moveTo>
                  <a:pt x="47" y="16"/>
                </a:moveTo>
                <a:cubicBezTo>
                  <a:pt x="33" y="30"/>
                  <a:pt x="33" y="30"/>
                  <a:pt x="33" y="30"/>
                </a:cubicBezTo>
                <a:cubicBezTo>
                  <a:pt x="33" y="30"/>
                  <a:pt x="33" y="30"/>
                  <a:pt x="32" y="30"/>
                </a:cubicBezTo>
                <a:cubicBezTo>
                  <a:pt x="31" y="30"/>
                  <a:pt x="30" y="30"/>
                  <a:pt x="30" y="29"/>
                </a:cubicBezTo>
                <a:cubicBezTo>
                  <a:pt x="30" y="22"/>
                  <a:pt x="30" y="22"/>
                  <a:pt x="30" y="22"/>
                </a:cubicBezTo>
                <a:cubicBezTo>
                  <a:pt x="24" y="22"/>
                  <a:pt x="24" y="22"/>
                  <a:pt x="24" y="22"/>
                </a:cubicBezTo>
                <a:cubicBezTo>
                  <a:pt x="13" y="22"/>
                  <a:pt x="5" y="24"/>
                  <a:pt x="5" y="37"/>
                </a:cubicBezTo>
                <a:cubicBezTo>
                  <a:pt x="5" y="38"/>
                  <a:pt x="5" y="39"/>
                  <a:pt x="5" y="40"/>
                </a:cubicBezTo>
                <a:cubicBezTo>
                  <a:pt x="5" y="41"/>
                  <a:pt x="6" y="41"/>
                  <a:pt x="6" y="41"/>
                </a:cubicBezTo>
                <a:cubicBezTo>
                  <a:pt x="6" y="42"/>
                  <a:pt x="5" y="42"/>
                  <a:pt x="5" y="42"/>
                </a:cubicBezTo>
                <a:cubicBezTo>
                  <a:pt x="4" y="42"/>
                  <a:pt x="4" y="42"/>
                  <a:pt x="4" y="42"/>
                </a:cubicBezTo>
                <a:cubicBezTo>
                  <a:pt x="3" y="41"/>
                  <a:pt x="3" y="41"/>
                  <a:pt x="3" y="40"/>
                </a:cubicBezTo>
                <a:cubicBezTo>
                  <a:pt x="1" y="37"/>
                  <a:pt x="0" y="32"/>
                  <a:pt x="0" y="28"/>
                </a:cubicBezTo>
                <a:cubicBezTo>
                  <a:pt x="0" y="25"/>
                  <a:pt x="0" y="22"/>
                  <a:pt x="1" y="19"/>
                </a:cubicBezTo>
                <a:cubicBezTo>
                  <a:pt x="5" y="10"/>
                  <a:pt x="16" y="8"/>
                  <a:pt x="24" y="8"/>
                </a:cubicBezTo>
                <a:cubicBezTo>
                  <a:pt x="30" y="8"/>
                  <a:pt x="30" y="8"/>
                  <a:pt x="30" y="8"/>
                </a:cubicBezTo>
                <a:cubicBezTo>
                  <a:pt x="30" y="1"/>
                  <a:pt x="30" y="1"/>
                  <a:pt x="30" y="1"/>
                </a:cubicBezTo>
                <a:cubicBezTo>
                  <a:pt x="30" y="0"/>
                  <a:pt x="31" y="0"/>
                  <a:pt x="32" y="0"/>
                </a:cubicBezTo>
                <a:cubicBezTo>
                  <a:pt x="33" y="0"/>
                  <a:pt x="33" y="0"/>
                  <a:pt x="33" y="0"/>
                </a:cubicBezTo>
                <a:cubicBezTo>
                  <a:pt x="47" y="14"/>
                  <a:pt x="47" y="14"/>
                  <a:pt x="47" y="14"/>
                </a:cubicBezTo>
                <a:cubicBezTo>
                  <a:pt x="47" y="14"/>
                  <a:pt x="48" y="15"/>
                  <a:pt x="48" y="15"/>
                </a:cubicBezTo>
                <a:cubicBezTo>
                  <a:pt x="48" y="15"/>
                  <a:pt x="47" y="16"/>
                  <a:pt x="47" y="1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3" name="稻壳儿小白白(http://dwz.cn/Wu2UP)"/>
          <p:cNvSpPr/>
          <p:nvPr/>
        </p:nvSpPr>
        <p:spPr>
          <a:xfrm>
            <a:off x="2375110" y="2269881"/>
            <a:ext cx="342789" cy="306877"/>
          </a:xfrm>
          <a:custGeom>
            <a:avLst/>
            <a:gdLst>
              <a:gd name="T0" fmla="*/ 2122445828 w 48"/>
              <a:gd name="T1" fmla="*/ 1975107397 h 43"/>
              <a:gd name="T2" fmla="*/ 2074203688 w 48"/>
              <a:gd name="T3" fmla="*/ 2071451221 h 43"/>
              <a:gd name="T4" fmla="*/ 2025968492 w 48"/>
              <a:gd name="T5" fmla="*/ 2071451221 h 43"/>
              <a:gd name="T6" fmla="*/ 2025968492 w 48"/>
              <a:gd name="T7" fmla="*/ 2023275838 h 43"/>
              <a:gd name="T8" fmla="*/ 2025968492 w 48"/>
              <a:gd name="T9" fmla="*/ 1975107397 h 43"/>
              <a:gd name="T10" fmla="*/ 2025968492 w 48"/>
              <a:gd name="T11" fmla="*/ 1782412807 h 43"/>
              <a:gd name="T12" fmla="*/ 1109458109 w 48"/>
              <a:gd name="T13" fmla="*/ 1059809831 h 43"/>
              <a:gd name="T14" fmla="*/ 820033047 w 48"/>
              <a:gd name="T15" fmla="*/ 1059809831 h 43"/>
              <a:gd name="T16" fmla="*/ 820033047 w 48"/>
              <a:gd name="T17" fmla="*/ 1397023628 h 43"/>
              <a:gd name="T18" fmla="*/ 723562656 w 48"/>
              <a:gd name="T19" fmla="*/ 1493374393 h 43"/>
              <a:gd name="T20" fmla="*/ 675320516 w 48"/>
              <a:gd name="T21" fmla="*/ 1493374393 h 43"/>
              <a:gd name="T22" fmla="*/ 0 w 48"/>
              <a:gd name="T23" fmla="*/ 818946800 h 43"/>
              <a:gd name="T24" fmla="*/ 0 w 48"/>
              <a:gd name="T25" fmla="*/ 770771417 h 43"/>
              <a:gd name="T26" fmla="*/ 0 w 48"/>
              <a:gd name="T27" fmla="*/ 674427593 h 43"/>
              <a:gd name="T28" fmla="*/ 675320516 w 48"/>
              <a:gd name="T29" fmla="*/ 48175383 h 43"/>
              <a:gd name="T30" fmla="*/ 723562656 w 48"/>
              <a:gd name="T31" fmla="*/ 0 h 43"/>
              <a:gd name="T32" fmla="*/ 820033047 w 48"/>
              <a:gd name="T33" fmla="*/ 96343824 h 43"/>
              <a:gd name="T34" fmla="*/ 820033047 w 48"/>
              <a:gd name="T35" fmla="*/ 433557621 h 43"/>
              <a:gd name="T36" fmla="*/ 1109458109 w 48"/>
              <a:gd name="T37" fmla="*/ 433557621 h 43"/>
              <a:gd name="T38" fmla="*/ 2147483646 w 48"/>
              <a:gd name="T39" fmla="*/ 963466007 h 43"/>
              <a:gd name="T40" fmla="*/ 2147483646 w 48"/>
              <a:gd name="T41" fmla="*/ 1348855186 h 43"/>
              <a:gd name="T42" fmla="*/ 2122445828 w 48"/>
              <a:gd name="T43" fmla="*/ 1975107397 h 43"/>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8" h="43">
                <a:moveTo>
                  <a:pt x="44" y="41"/>
                </a:moveTo>
                <a:cubicBezTo>
                  <a:pt x="44" y="41"/>
                  <a:pt x="44" y="42"/>
                  <a:pt x="43" y="43"/>
                </a:cubicBezTo>
                <a:cubicBezTo>
                  <a:pt x="43" y="43"/>
                  <a:pt x="43" y="43"/>
                  <a:pt x="42" y="43"/>
                </a:cubicBezTo>
                <a:cubicBezTo>
                  <a:pt x="42" y="43"/>
                  <a:pt x="42" y="43"/>
                  <a:pt x="42" y="42"/>
                </a:cubicBezTo>
                <a:cubicBezTo>
                  <a:pt x="42" y="42"/>
                  <a:pt x="42" y="41"/>
                  <a:pt x="42" y="41"/>
                </a:cubicBezTo>
                <a:cubicBezTo>
                  <a:pt x="42" y="40"/>
                  <a:pt x="42" y="39"/>
                  <a:pt x="42" y="37"/>
                </a:cubicBezTo>
                <a:cubicBezTo>
                  <a:pt x="42" y="25"/>
                  <a:pt x="34" y="22"/>
                  <a:pt x="23" y="22"/>
                </a:cubicBezTo>
                <a:cubicBezTo>
                  <a:pt x="17" y="22"/>
                  <a:pt x="17" y="22"/>
                  <a:pt x="17" y="22"/>
                </a:cubicBezTo>
                <a:cubicBezTo>
                  <a:pt x="17" y="29"/>
                  <a:pt x="17" y="29"/>
                  <a:pt x="17" y="29"/>
                </a:cubicBezTo>
                <a:cubicBezTo>
                  <a:pt x="17" y="30"/>
                  <a:pt x="16" y="31"/>
                  <a:pt x="15" y="31"/>
                </a:cubicBezTo>
                <a:cubicBezTo>
                  <a:pt x="14" y="31"/>
                  <a:pt x="14" y="31"/>
                  <a:pt x="14" y="31"/>
                </a:cubicBezTo>
                <a:cubicBezTo>
                  <a:pt x="0" y="17"/>
                  <a:pt x="0" y="17"/>
                  <a:pt x="0" y="17"/>
                </a:cubicBezTo>
                <a:cubicBezTo>
                  <a:pt x="0" y="16"/>
                  <a:pt x="0" y="16"/>
                  <a:pt x="0" y="16"/>
                </a:cubicBezTo>
                <a:cubicBezTo>
                  <a:pt x="0" y="15"/>
                  <a:pt x="0" y="15"/>
                  <a:pt x="0" y="14"/>
                </a:cubicBezTo>
                <a:cubicBezTo>
                  <a:pt x="14" y="1"/>
                  <a:pt x="14" y="1"/>
                  <a:pt x="14" y="1"/>
                </a:cubicBezTo>
                <a:cubicBezTo>
                  <a:pt x="14" y="0"/>
                  <a:pt x="14" y="0"/>
                  <a:pt x="15" y="0"/>
                </a:cubicBezTo>
                <a:cubicBezTo>
                  <a:pt x="16" y="0"/>
                  <a:pt x="17" y="1"/>
                  <a:pt x="17" y="2"/>
                </a:cubicBezTo>
                <a:cubicBezTo>
                  <a:pt x="17" y="9"/>
                  <a:pt x="17" y="9"/>
                  <a:pt x="17" y="9"/>
                </a:cubicBezTo>
                <a:cubicBezTo>
                  <a:pt x="23" y="9"/>
                  <a:pt x="23" y="9"/>
                  <a:pt x="23" y="9"/>
                </a:cubicBezTo>
                <a:cubicBezTo>
                  <a:pt x="31" y="9"/>
                  <a:pt x="42" y="10"/>
                  <a:pt x="46" y="20"/>
                </a:cubicBezTo>
                <a:cubicBezTo>
                  <a:pt x="47" y="22"/>
                  <a:pt x="48" y="25"/>
                  <a:pt x="48" y="28"/>
                </a:cubicBezTo>
                <a:cubicBezTo>
                  <a:pt x="48" y="32"/>
                  <a:pt x="46" y="37"/>
                  <a:pt x="44"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4" name="稻壳儿小白白(http://dwz.cn/Wu2UP)"/>
          <p:cNvSpPr>
            <a:spLocks noEditPoints="1"/>
          </p:cNvSpPr>
          <p:nvPr/>
        </p:nvSpPr>
        <p:spPr>
          <a:xfrm>
            <a:off x="2368580" y="2795490"/>
            <a:ext cx="349318" cy="306877"/>
          </a:xfrm>
          <a:custGeom>
            <a:avLst/>
            <a:gdLst>
              <a:gd name="T0" fmla="*/ 865237976 w 49"/>
              <a:gd name="T1" fmla="*/ 1397023628 h 43"/>
              <a:gd name="T2" fmla="*/ 817170355 w 49"/>
              <a:gd name="T3" fmla="*/ 1445199010 h 43"/>
              <a:gd name="T4" fmla="*/ 769102734 w 49"/>
              <a:gd name="T5" fmla="*/ 1493374393 h 43"/>
              <a:gd name="T6" fmla="*/ 721028180 w 49"/>
              <a:gd name="T7" fmla="*/ 1445199010 h 43"/>
              <a:gd name="T8" fmla="*/ 48067621 w 49"/>
              <a:gd name="T9" fmla="*/ 770771417 h 43"/>
              <a:gd name="T10" fmla="*/ 48067621 w 49"/>
              <a:gd name="T11" fmla="*/ 674427593 h 43"/>
              <a:gd name="T12" fmla="*/ 721028180 w 49"/>
              <a:gd name="T13" fmla="*/ 0 h 43"/>
              <a:gd name="T14" fmla="*/ 817170355 w 49"/>
              <a:gd name="T15" fmla="*/ 0 h 43"/>
              <a:gd name="T16" fmla="*/ 865237976 w 49"/>
              <a:gd name="T17" fmla="*/ 48175383 h 43"/>
              <a:gd name="T18" fmla="*/ 865237976 w 49"/>
              <a:gd name="T19" fmla="*/ 144519207 h 43"/>
              <a:gd name="T20" fmla="*/ 336480280 w 49"/>
              <a:gd name="T21" fmla="*/ 674427593 h 43"/>
              <a:gd name="T22" fmla="*/ 336480280 w 49"/>
              <a:gd name="T23" fmla="*/ 770771417 h 43"/>
              <a:gd name="T24" fmla="*/ 865237976 w 49"/>
              <a:gd name="T25" fmla="*/ 1300679803 h 43"/>
              <a:gd name="T26" fmla="*/ 865237976 w 49"/>
              <a:gd name="T27" fmla="*/ 1397023628 h 43"/>
              <a:gd name="T28" fmla="*/ 2115023853 w 49"/>
              <a:gd name="T29" fmla="*/ 2023275838 h 43"/>
              <a:gd name="T30" fmla="*/ 2066956232 w 49"/>
              <a:gd name="T31" fmla="*/ 2071451221 h 43"/>
              <a:gd name="T32" fmla="*/ 2066956232 w 49"/>
              <a:gd name="T33" fmla="*/ 2071451221 h 43"/>
              <a:gd name="T34" fmla="*/ 2066956232 w 49"/>
              <a:gd name="T35" fmla="*/ 2023275838 h 43"/>
              <a:gd name="T36" fmla="*/ 1922753369 w 49"/>
              <a:gd name="T37" fmla="*/ 1300679803 h 43"/>
              <a:gd name="T38" fmla="*/ 1345928052 w 49"/>
              <a:gd name="T39" fmla="*/ 1059809831 h 43"/>
              <a:gd name="T40" fmla="*/ 1345928052 w 49"/>
              <a:gd name="T41" fmla="*/ 1397023628 h 43"/>
              <a:gd name="T42" fmla="*/ 1297853497 w 49"/>
              <a:gd name="T43" fmla="*/ 1445199010 h 43"/>
              <a:gd name="T44" fmla="*/ 1249785877 w 49"/>
              <a:gd name="T45" fmla="*/ 1493374393 h 43"/>
              <a:gd name="T46" fmla="*/ 1201718256 w 49"/>
              <a:gd name="T47" fmla="*/ 1445199010 h 43"/>
              <a:gd name="T48" fmla="*/ 528757696 w 49"/>
              <a:gd name="T49" fmla="*/ 770771417 h 43"/>
              <a:gd name="T50" fmla="*/ 528757696 w 49"/>
              <a:gd name="T51" fmla="*/ 674427593 h 43"/>
              <a:gd name="T52" fmla="*/ 1201718256 w 49"/>
              <a:gd name="T53" fmla="*/ 0 h 43"/>
              <a:gd name="T54" fmla="*/ 1297853497 w 49"/>
              <a:gd name="T55" fmla="*/ 0 h 43"/>
              <a:gd name="T56" fmla="*/ 1345928052 w 49"/>
              <a:gd name="T57" fmla="*/ 48175383 h 43"/>
              <a:gd name="T58" fmla="*/ 1345928052 w 49"/>
              <a:gd name="T59" fmla="*/ 385389179 h 43"/>
              <a:gd name="T60" fmla="*/ 2115023853 w 49"/>
              <a:gd name="T61" fmla="*/ 674427593 h 43"/>
              <a:gd name="T62" fmla="*/ 2147483646 w 49"/>
              <a:gd name="T63" fmla="*/ 1348855186 h 43"/>
              <a:gd name="T64" fmla="*/ 2115023853 w 49"/>
              <a:gd name="T65" fmla="*/ 2023275838 h 43"/>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9" h="43">
                <a:moveTo>
                  <a:pt x="18" y="29"/>
                </a:moveTo>
                <a:cubicBezTo>
                  <a:pt x="18" y="30"/>
                  <a:pt x="17" y="30"/>
                  <a:pt x="17" y="30"/>
                </a:cubicBezTo>
                <a:cubicBezTo>
                  <a:pt x="16" y="31"/>
                  <a:pt x="16" y="31"/>
                  <a:pt x="16" y="31"/>
                </a:cubicBezTo>
                <a:cubicBezTo>
                  <a:pt x="15" y="31"/>
                  <a:pt x="15" y="30"/>
                  <a:pt x="15" y="30"/>
                </a:cubicBezTo>
                <a:cubicBezTo>
                  <a:pt x="1" y="16"/>
                  <a:pt x="1" y="16"/>
                  <a:pt x="1" y="16"/>
                </a:cubicBezTo>
                <a:cubicBezTo>
                  <a:pt x="0" y="16"/>
                  <a:pt x="0" y="15"/>
                  <a:pt x="1" y="14"/>
                </a:cubicBezTo>
                <a:cubicBezTo>
                  <a:pt x="15" y="0"/>
                  <a:pt x="15" y="0"/>
                  <a:pt x="15" y="0"/>
                </a:cubicBezTo>
                <a:cubicBezTo>
                  <a:pt x="15" y="0"/>
                  <a:pt x="16" y="0"/>
                  <a:pt x="17" y="0"/>
                </a:cubicBezTo>
                <a:cubicBezTo>
                  <a:pt x="17" y="0"/>
                  <a:pt x="18" y="1"/>
                  <a:pt x="18" y="1"/>
                </a:cubicBezTo>
                <a:cubicBezTo>
                  <a:pt x="18" y="3"/>
                  <a:pt x="18" y="3"/>
                  <a:pt x="18" y="3"/>
                </a:cubicBezTo>
                <a:cubicBezTo>
                  <a:pt x="7" y="14"/>
                  <a:pt x="7" y="14"/>
                  <a:pt x="7" y="14"/>
                </a:cubicBezTo>
                <a:cubicBezTo>
                  <a:pt x="6" y="15"/>
                  <a:pt x="6" y="16"/>
                  <a:pt x="7" y="16"/>
                </a:cubicBezTo>
                <a:cubicBezTo>
                  <a:pt x="18" y="27"/>
                  <a:pt x="18" y="27"/>
                  <a:pt x="18" y="27"/>
                </a:cubicBezTo>
                <a:lnTo>
                  <a:pt x="18" y="29"/>
                </a:lnTo>
                <a:close/>
                <a:moveTo>
                  <a:pt x="44" y="42"/>
                </a:moveTo>
                <a:cubicBezTo>
                  <a:pt x="44" y="42"/>
                  <a:pt x="44" y="43"/>
                  <a:pt x="43" y="43"/>
                </a:cubicBezTo>
                <a:cubicBezTo>
                  <a:pt x="43" y="43"/>
                  <a:pt x="43" y="43"/>
                  <a:pt x="43" y="43"/>
                </a:cubicBezTo>
                <a:cubicBezTo>
                  <a:pt x="43" y="42"/>
                  <a:pt x="42" y="42"/>
                  <a:pt x="43" y="42"/>
                </a:cubicBezTo>
                <a:cubicBezTo>
                  <a:pt x="43" y="34"/>
                  <a:pt x="42" y="30"/>
                  <a:pt x="40" y="27"/>
                </a:cubicBezTo>
                <a:cubicBezTo>
                  <a:pt x="37" y="24"/>
                  <a:pt x="34" y="23"/>
                  <a:pt x="28" y="22"/>
                </a:cubicBezTo>
                <a:cubicBezTo>
                  <a:pt x="28" y="29"/>
                  <a:pt x="28" y="29"/>
                  <a:pt x="28" y="29"/>
                </a:cubicBezTo>
                <a:cubicBezTo>
                  <a:pt x="28" y="30"/>
                  <a:pt x="28" y="30"/>
                  <a:pt x="27" y="30"/>
                </a:cubicBezTo>
                <a:cubicBezTo>
                  <a:pt x="27" y="31"/>
                  <a:pt x="26" y="31"/>
                  <a:pt x="26" y="31"/>
                </a:cubicBezTo>
                <a:cubicBezTo>
                  <a:pt x="26" y="31"/>
                  <a:pt x="25" y="30"/>
                  <a:pt x="25" y="30"/>
                </a:cubicBezTo>
                <a:cubicBezTo>
                  <a:pt x="11" y="16"/>
                  <a:pt x="11" y="16"/>
                  <a:pt x="11" y="16"/>
                </a:cubicBezTo>
                <a:cubicBezTo>
                  <a:pt x="11" y="16"/>
                  <a:pt x="11" y="15"/>
                  <a:pt x="11" y="14"/>
                </a:cubicBezTo>
                <a:cubicBezTo>
                  <a:pt x="25" y="0"/>
                  <a:pt x="25" y="0"/>
                  <a:pt x="25" y="0"/>
                </a:cubicBezTo>
                <a:cubicBezTo>
                  <a:pt x="26" y="0"/>
                  <a:pt x="26" y="0"/>
                  <a:pt x="27" y="0"/>
                </a:cubicBezTo>
                <a:cubicBezTo>
                  <a:pt x="28" y="0"/>
                  <a:pt x="28" y="1"/>
                  <a:pt x="28" y="1"/>
                </a:cubicBezTo>
                <a:cubicBezTo>
                  <a:pt x="28" y="8"/>
                  <a:pt x="28" y="8"/>
                  <a:pt x="28" y="8"/>
                </a:cubicBezTo>
                <a:cubicBezTo>
                  <a:pt x="35" y="9"/>
                  <a:pt x="41" y="11"/>
                  <a:pt x="44" y="14"/>
                </a:cubicBezTo>
                <a:cubicBezTo>
                  <a:pt x="48" y="19"/>
                  <a:pt x="49" y="24"/>
                  <a:pt x="49" y="28"/>
                </a:cubicBezTo>
                <a:cubicBezTo>
                  <a:pt x="49" y="34"/>
                  <a:pt x="44" y="42"/>
                  <a:pt x="44" y="4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5" name="稻壳儿小白白(http://dwz.cn/Wu2UP)"/>
          <p:cNvSpPr>
            <a:spLocks noEditPoints="1"/>
          </p:cNvSpPr>
          <p:nvPr/>
        </p:nvSpPr>
        <p:spPr>
          <a:xfrm>
            <a:off x="2446932" y="3314570"/>
            <a:ext cx="189350" cy="336259"/>
          </a:xfrm>
          <a:custGeom>
            <a:avLst/>
            <a:gdLst>
              <a:gd name="T0" fmla="*/ 1255971204 w 27"/>
              <a:gd name="T1" fmla="*/ 1403987905 h 47"/>
              <a:gd name="T2" fmla="*/ 1162934531 w 27"/>
              <a:gd name="T3" fmla="*/ 1500815137 h 47"/>
              <a:gd name="T4" fmla="*/ 1023382933 w 27"/>
              <a:gd name="T5" fmla="*/ 1403987905 h 47"/>
              <a:gd name="T6" fmla="*/ 1023382933 w 27"/>
              <a:gd name="T7" fmla="*/ 919858703 h 47"/>
              <a:gd name="T8" fmla="*/ 930346261 w 27"/>
              <a:gd name="T9" fmla="*/ 919858703 h 47"/>
              <a:gd name="T10" fmla="*/ 930346261 w 27"/>
              <a:gd name="T11" fmla="*/ 2130192144 h 47"/>
              <a:gd name="T12" fmla="*/ 790794663 w 27"/>
              <a:gd name="T13" fmla="*/ 2147483646 h 47"/>
              <a:gd name="T14" fmla="*/ 651243065 w 27"/>
              <a:gd name="T15" fmla="*/ 2130192144 h 47"/>
              <a:gd name="T16" fmla="*/ 651243065 w 27"/>
              <a:gd name="T17" fmla="*/ 1500815137 h 47"/>
              <a:gd name="T18" fmla="*/ 604728139 w 27"/>
              <a:gd name="T19" fmla="*/ 1500815137 h 47"/>
              <a:gd name="T20" fmla="*/ 604728139 w 27"/>
              <a:gd name="T21" fmla="*/ 2130192144 h 47"/>
              <a:gd name="T22" fmla="*/ 465176541 w 27"/>
              <a:gd name="T23" fmla="*/ 2147483646 h 47"/>
              <a:gd name="T24" fmla="*/ 325624943 w 27"/>
              <a:gd name="T25" fmla="*/ 2130192144 h 47"/>
              <a:gd name="T26" fmla="*/ 325624943 w 27"/>
              <a:gd name="T27" fmla="*/ 919858703 h 47"/>
              <a:gd name="T28" fmla="*/ 232588270 w 27"/>
              <a:gd name="T29" fmla="*/ 919858703 h 47"/>
              <a:gd name="T30" fmla="*/ 232588270 w 27"/>
              <a:gd name="T31" fmla="*/ 1403987905 h 47"/>
              <a:gd name="T32" fmla="*/ 93036672 w 27"/>
              <a:gd name="T33" fmla="*/ 1500815137 h 47"/>
              <a:gd name="T34" fmla="*/ 0 w 27"/>
              <a:gd name="T35" fmla="*/ 1403987905 h 47"/>
              <a:gd name="T36" fmla="*/ 0 w 27"/>
              <a:gd name="T37" fmla="*/ 871445087 h 47"/>
              <a:gd name="T38" fmla="*/ 232588270 w 27"/>
              <a:gd name="T39" fmla="*/ 580963391 h 47"/>
              <a:gd name="T40" fmla="*/ 1023382933 w 27"/>
              <a:gd name="T41" fmla="*/ 580963391 h 47"/>
              <a:gd name="T42" fmla="*/ 1255971204 w 27"/>
              <a:gd name="T43" fmla="*/ 871445087 h 47"/>
              <a:gd name="T44" fmla="*/ 1255971204 w 27"/>
              <a:gd name="T45" fmla="*/ 1403987905 h 47"/>
              <a:gd name="T46" fmla="*/ 651243065 w 27"/>
              <a:gd name="T47" fmla="*/ 580963391 h 47"/>
              <a:gd name="T48" fmla="*/ 372139869 w 27"/>
              <a:gd name="T49" fmla="*/ 290481696 h 47"/>
              <a:gd name="T50" fmla="*/ 651243065 w 27"/>
              <a:gd name="T51" fmla="*/ 0 h 47"/>
              <a:gd name="T52" fmla="*/ 930346261 w 27"/>
              <a:gd name="T53" fmla="*/ 290481696 h 47"/>
              <a:gd name="T54" fmla="*/ 651243065 w 27"/>
              <a:gd name="T55" fmla="*/ 580963391 h 47"/>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7" h="47">
                <a:moveTo>
                  <a:pt x="27" y="29"/>
                </a:moveTo>
                <a:cubicBezTo>
                  <a:pt x="27" y="30"/>
                  <a:pt x="26" y="31"/>
                  <a:pt x="25" y="31"/>
                </a:cubicBezTo>
                <a:cubicBezTo>
                  <a:pt x="23" y="31"/>
                  <a:pt x="22" y="30"/>
                  <a:pt x="22" y="29"/>
                </a:cubicBezTo>
                <a:cubicBezTo>
                  <a:pt x="22" y="19"/>
                  <a:pt x="22" y="19"/>
                  <a:pt x="22" y="19"/>
                </a:cubicBezTo>
                <a:cubicBezTo>
                  <a:pt x="20" y="19"/>
                  <a:pt x="20" y="19"/>
                  <a:pt x="20" y="19"/>
                </a:cubicBezTo>
                <a:cubicBezTo>
                  <a:pt x="20" y="44"/>
                  <a:pt x="20" y="44"/>
                  <a:pt x="20" y="44"/>
                </a:cubicBezTo>
                <a:cubicBezTo>
                  <a:pt x="20" y="45"/>
                  <a:pt x="19" y="47"/>
                  <a:pt x="17" y="47"/>
                </a:cubicBezTo>
                <a:cubicBezTo>
                  <a:pt x="16" y="47"/>
                  <a:pt x="14" y="45"/>
                  <a:pt x="14" y="44"/>
                </a:cubicBezTo>
                <a:cubicBezTo>
                  <a:pt x="14" y="31"/>
                  <a:pt x="14" y="31"/>
                  <a:pt x="14" y="31"/>
                </a:cubicBezTo>
                <a:cubicBezTo>
                  <a:pt x="13" y="31"/>
                  <a:pt x="13" y="31"/>
                  <a:pt x="13" y="31"/>
                </a:cubicBezTo>
                <a:cubicBezTo>
                  <a:pt x="13" y="44"/>
                  <a:pt x="13" y="44"/>
                  <a:pt x="13" y="44"/>
                </a:cubicBezTo>
                <a:cubicBezTo>
                  <a:pt x="13" y="45"/>
                  <a:pt x="11" y="47"/>
                  <a:pt x="10" y="47"/>
                </a:cubicBezTo>
                <a:cubicBezTo>
                  <a:pt x="8" y="47"/>
                  <a:pt x="7" y="45"/>
                  <a:pt x="7" y="44"/>
                </a:cubicBezTo>
                <a:cubicBezTo>
                  <a:pt x="7" y="19"/>
                  <a:pt x="7" y="19"/>
                  <a:pt x="7" y="19"/>
                </a:cubicBezTo>
                <a:cubicBezTo>
                  <a:pt x="5" y="19"/>
                  <a:pt x="5" y="19"/>
                  <a:pt x="5" y="19"/>
                </a:cubicBezTo>
                <a:cubicBezTo>
                  <a:pt x="5" y="29"/>
                  <a:pt x="5" y="29"/>
                  <a:pt x="5" y="29"/>
                </a:cubicBezTo>
                <a:cubicBezTo>
                  <a:pt x="5" y="30"/>
                  <a:pt x="4" y="31"/>
                  <a:pt x="2" y="31"/>
                </a:cubicBezTo>
                <a:cubicBezTo>
                  <a:pt x="1" y="31"/>
                  <a:pt x="0" y="30"/>
                  <a:pt x="0" y="29"/>
                </a:cubicBezTo>
                <a:cubicBezTo>
                  <a:pt x="0" y="18"/>
                  <a:pt x="0" y="18"/>
                  <a:pt x="0" y="18"/>
                </a:cubicBezTo>
                <a:cubicBezTo>
                  <a:pt x="0" y="15"/>
                  <a:pt x="2" y="12"/>
                  <a:pt x="5" y="12"/>
                </a:cubicBezTo>
                <a:cubicBezTo>
                  <a:pt x="22" y="12"/>
                  <a:pt x="22" y="12"/>
                  <a:pt x="22" y="12"/>
                </a:cubicBezTo>
                <a:cubicBezTo>
                  <a:pt x="25" y="12"/>
                  <a:pt x="27" y="15"/>
                  <a:pt x="27" y="18"/>
                </a:cubicBezTo>
                <a:lnTo>
                  <a:pt x="27" y="29"/>
                </a:lnTo>
                <a:close/>
                <a:moveTo>
                  <a:pt x="14" y="12"/>
                </a:moveTo>
                <a:cubicBezTo>
                  <a:pt x="10" y="12"/>
                  <a:pt x="8" y="9"/>
                  <a:pt x="8" y="6"/>
                </a:cubicBezTo>
                <a:cubicBezTo>
                  <a:pt x="8" y="2"/>
                  <a:pt x="10" y="0"/>
                  <a:pt x="14" y="0"/>
                </a:cubicBezTo>
                <a:cubicBezTo>
                  <a:pt x="17" y="0"/>
                  <a:pt x="20" y="2"/>
                  <a:pt x="20" y="6"/>
                </a:cubicBezTo>
                <a:cubicBezTo>
                  <a:pt x="20" y="9"/>
                  <a:pt x="17" y="12"/>
                  <a:pt x="14" y="1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6" name="稻壳儿小白白(http://dwz.cn/Wu2UP)"/>
          <p:cNvSpPr>
            <a:spLocks noEditPoints="1"/>
          </p:cNvSpPr>
          <p:nvPr/>
        </p:nvSpPr>
        <p:spPr>
          <a:xfrm>
            <a:off x="2446932" y="3854871"/>
            <a:ext cx="189350" cy="290554"/>
          </a:xfrm>
          <a:custGeom>
            <a:avLst/>
            <a:gdLst>
              <a:gd name="T0" fmla="*/ 1209456278 w 27"/>
              <a:gd name="T1" fmla="*/ 855009921 h 41"/>
              <a:gd name="T2" fmla="*/ 790794663 w 27"/>
              <a:gd name="T3" fmla="*/ 1852527240 h 41"/>
              <a:gd name="T4" fmla="*/ 651243065 w 27"/>
              <a:gd name="T5" fmla="*/ 1947527576 h 41"/>
              <a:gd name="T6" fmla="*/ 465176541 w 27"/>
              <a:gd name="T7" fmla="*/ 1852527240 h 41"/>
              <a:gd name="T8" fmla="*/ 46514926 w 27"/>
              <a:gd name="T9" fmla="*/ 855009921 h 41"/>
              <a:gd name="T10" fmla="*/ 0 w 27"/>
              <a:gd name="T11" fmla="*/ 617509080 h 41"/>
              <a:gd name="T12" fmla="*/ 651243065 w 27"/>
              <a:gd name="T13" fmla="*/ 0 h 41"/>
              <a:gd name="T14" fmla="*/ 1255971204 w 27"/>
              <a:gd name="T15" fmla="*/ 617509080 h 41"/>
              <a:gd name="T16" fmla="*/ 1209456278 w 27"/>
              <a:gd name="T17" fmla="*/ 855009921 h 41"/>
              <a:gd name="T18" fmla="*/ 651243065 w 27"/>
              <a:gd name="T19" fmla="*/ 332508070 h 41"/>
              <a:gd name="T20" fmla="*/ 325624943 w 27"/>
              <a:gd name="T21" fmla="*/ 617509080 h 41"/>
              <a:gd name="T22" fmla="*/ 651243065 w 27"/>
              <a:gd name="T23" fmla="*/ 950010258 h 41"/>
              <a:gd name="T24" fmla="*/ 930346261 w 27"/>
              <a:gd name="T25" fmla="*/ 617509080 h 41"/>
              <a:gd name="T26" fmla="*/ 651243065 w 27"/>
              <a:gd name="T27" fmla="*/ 332508070 h 41"/>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7" h="41">
                <a:moveTo>
                  <a:pt x="26" y="18"/>
                </a:moveTo>
                <a:cubicBezTo>
                  <a:pt x="17" y="39"/>
                  <a:pt x="17" y="39"/>
                  <a:pt x="17" y="39"/>
                </a:cubicBezTo>
                <a:cubicBezTo>
                  <a:pt x="16" y="40"/>
                  <a:pt x="15" y="41"/>
                  <a:pt x="14" y="41"/>
                </a:cubicBezTo>
                <a:cubicBezTo>
                  <a:pt x="12" y="41"/>
                  <a:pt x="11" y="40"/>
                  <a:pt x="10" y="39"/>
                </a:cubicBezTo>
                <a:cubicBezTo>
                  <a:pt x="1" y="18"/>
                  <a:pt x="1" y="18"/>
                  <a:pt x="1" y="18"/>
                </a:cubicBezTo>
                <a:cubicBezTo>
                  <a:pt x="0" y="17"/>
                  <a:pt x="0" y="15"/>
                  <a:pt x="0" y="13"/>
                </a:cubicBezTo>
                <a:cubicBezTo>
                  <a:pt x="0" y="6"/>
                  <a:pt x="6" y="0"/>
                  <a:pt x="14" y="0"/>
                </a:cubicBezTo>
                <a:cubicBezTo>
                  <a:pt x="21" y="0"/>
                  <a:pt x="27" y="6"/>
                  <a:pt x="27" y="13"/>
                </a:cubicBezTo>
                <a:cubicBezTo>
                  <a:pt x="27" y="15"/>
                  <a:pt x="27" y="17"/>
                  <a:pt x="26" y="18"/>
                </a:cubicBezTo>
                <a:close/>
                <a:moveTo>
                  <a:pt x="14" y="7"/>
                </a:moveTo>
                <a:cubicBezTo>
                  <a:pt x="10" y="7"/>
                  <a:pt x="7" y="10"/>
                  <a:pt x="7" y="13"/>
                </a:cubicBezTo>
                <a:cubicBezTo>
                  <a:pt x="7" y="17"/>
                  <a:pt x="10" y="20"/>
                  <a:pt x="14" y="20"/>
                </a:cubicBezTo>
                <a:cubicBezTo>
                  <a:pt x="17" y="20"/>
                  <a:pt x="20" y="17"/>
                  <a:pt x="20" y="13"/>
                </a:cubicBezTo>
                <a:cubicBezTo>
                  <a:pt x="20" y="10"/>
                  <a:pt x="17" y="7"/>
                  <a:pt x="14" y="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7" name="稻壳儿小白白(http://dwz.cn/Wu2UP)"/>
          <p:cNvSpPr/>
          <p:nvPr/>
        </p:nvSpPr>
        <p:spPr>
          <a:xfrm>
            <a:off x="2375110" y="4403333"/>
            <a:ext cx="332995" cy="239952"/>
          </a:xfrm>
          <a:custGeom>
            <a:avLst/>
            <a:gdLst>
              <a:gd name="T0" fmla="*/ 1994075368 w 47"/>
              <a:gd name="T1" fmla="*/ 1601700678 h 34"/>
              <a:gd name="T2" fmla="*/ 1566772519 w 47"/>
              <a:gd name="T3" fmla="*/ 1601700678 h 34"/>
              <a:gd name="T4" fmla="*/ 1804161460 w 47"/>
              <a:gd name="T5" fmla="*/ 565305718 h 34"/>
              <a:gd name="T6" fmla="*/ 1756686428 w 47"/>
              <a:gd name="T7" fmla="*/ 423977572 h 34"/>
              <a:gd name="T8" fmla="*/ 1661729473 w 47"/>
              <a:gd name="T9" fmla="*/ 376872766 h 34"/>
              <a:gd name="T10" fmla="*/ 1471815565 w 47"/>
              <a:gd name="T11" fmla="*/ 376872766 h 34"/>
              <a:gd name="T12" fmla="*/ 1186951593 w 47"/>
              <a:gd name="T13" fmla="*/ 1601700678 h 34"/>
              <a:gd name="T14" fmla="*/ 759648744 w 47"/>
              <a:gd name="T15" fmla="*/ 1601700678 h 34"/>
              <a:gd name="T16" fmla="*/ 1044512716 w 47"/>
              <a:gd name="T17" fmla="*/ 376872766 h 34"/>
              <a:gd name="T18" fmla="*/ 664691789 w 47"/>
              <a:gd name="T19" fmla="*/ 376872766 h 34"/>
              <a:gd name="T20" fmla="*/ 379820927 w 47"/>
              <a:gd name="T21" fmla="*/ 1601700678 h 34"/>
              <a:gd name="T22" fmla="*/ 0 w 47"/>
              <a:gd name="T23" fmla="*/ 1601700678 h 34"/>
              <a:gd name="T24" fmla="*/ 237388940 w 47"/>
              <a:gd name="T25" fmla="*/ 376872766 h 34"/>
              <a:gd name="T26" fmla="*/ 47475032 w 47"/>
              <a:gd name="T27" fmla="*/ 0 h 34"/>
              <a:gd name="T28" fmla="*/ 1661729473 w 47"/>
              <a:gd name="T29" fmla="*/ 0 h 34"/>
              <a:gd name="T30" fmla="*/ 2089032322 w 47"/>
              <a:gd name="T31" fmla="*/ 188432951 h 34"/>
              <a:gd name="T32" fmla="*/ 2147483646 w 47"/>
              <a:gd name="T33" fmla="*/ 659522194 h 34"/>
              <a:gd name="T34" fmla="*/ 1994075368 w 47"/>
              <a:gd name="T35" fmla="*/ 1601700678 h 3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7" h="34">
                <a:moveTo>
                  <a:pt x="42" y="34"/>
                </a:moveTo>
                <a:cubicBezTo>
                  <a:pt x="33" y="34"/>
                  <a:pt x="33" y="34"/>
                  <a:pt x="33" y="34"/>
                </a:cubicBezTo>
                <a:cubicBezTo>
                  <a:pt x="38" y="12"/>
                  <a:pt x="38" y="12"/>
                  <a:pt x="38" y="12"/>
                </a:cubicBezTo>
                <a:cubicBezTo>
                  <a:pt x="38" y="11"/>
                  <a:pt x="38" y="10"/>
                  <a:pt x="37" y="9"/>
                </a:cubicBezTo>
                <a:cubicBezTo>
                  <a:pt x="37" y="9"/>
                  <a:pt x="36" y="8"/>
                  <a:pt x="35" y="8"/>
                </a:cubicBezTo>
                <a:cubicBezTo>
                  <a:pt x="31" y="8"/>
                  <a:pt x="31" y="8"/>
                  <a:pt x="31" y="8"/>
                </a:cubicBezTo>
                <a:cubicBezTo>
                  <a:pt x="25" y="34"/>
                  <a:pt x="25" y="34"/>
                  <a:pt x="25" y="34"/>
                </a:cubicBezTo>
                <a:cubicBezTo>
                  <a:pt x="16" y="34"/>
                  <a:pt x="16" y="34"/>
                  <a:pt x="16" y="34"/>
                </a:cubicBezTo>
                <a:cubicBezTo>
                  <a:pt x="22" y="8"/>
                  <a:pt x="22" y="8"/>
                  <a:pt x="22" y="8"/>
                </a:cubicBezTo>
                <a:cubicBezTo>
                  <a:pt x="14" y="8"/>
                  <a:pt x="14" y="8"/>
                  <a:pt x="14" y="8"/>
                </a:cubicBezTo>
                <a:cubicBezTo>
                  <a:pt x="8" y="34"/>
                  <a:pt x="8" y="34"/>
                  <a:pt x="8" y="34"/>
                </a:cubicBezTo>
                <a:cubicBezTo>
                  <a:pt x="0" y="34"/>
                  <a:pt x="0" y="34"/>
                  <a:pt x="0" y="34"/>
                </a:cubicBezTo>
                <a:cubicBezTo>
                  <a:pt x="5" y="8"/>
                  <a:pt x="5" y="8"/>
                  <a:pt x="5" y="8"/>
                </a:cubicBezTo>
                <a:cubicBezTo>
                  <a:pt x="1" y="0"/>
                  <a:pt x="1" y="0"/>
                  <a:pt x="1" y="0"/>
                </a:cubicBezTo>
                <a:cubicBezTo>
                  <a:pt x="35" y="0"/>
                  <a:pt x="35" y="0"/>
                  <a:pt x="35" y="0"/>
                </a:cubicBezTo>
                <a:cubicBezTo>
                  <a:pt x="39" y="0"/>
                  <a:pt x="42" y="1"/>
                  <a:pt x="44" y="4"/>
                </a:cubicBezTo>
                <a:cubicBezTo>
                  <a:pt x="46" y="6"/>
                  <a:pt x="47" y="10"/>
                  <a:pt x="46" y="14"/>
                </a:cubicBezTo>
                <a:lnTo>
                  <a:pt x="42" y="3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8" name="稻壳儿小白白(http://dwz.cn/Wu2UP)"/>
          <p:cNvSpPr>
            <a:spLocks noEditPoints="1"/>
          </p:cNvSpPr>
          <p:nvPr/>
        </p:nvSpPr>
        <p:spPr>
          <a:xfrm>
            <a:off x="2375110" y="4901192"/>
            <a:ext cx="342789" cy="292187"/>
          </a:xfrm>
          <a:custGeom>
            <a:avLst/>
            <a:gdLst>
              <a:gd name="T0" fmla="*/ 289425063 w 48"/>
              <a:gd name="T1" fmla="*/ 1969478307 h 41"/>
              <a:gd name="T2" fmla="*/ 289425063 w 48"/>
              <a:gd name="T3" fmla="*/ 1969478307 h 41"/>
              <a:gd name="T4" fmla="*/ 0 w 48"/>
              <a:gd name="T5" fmla="*/ 1681260786 h 41"/>
              <a:gd name="T6" fmla="*/ 0 w 48"/>
              <a:gd name="T7" fmla="*/ 624465520 h 41"/>
              <a:gd name="T8" fmla="*/ 289425063 w 48"/>
              <a:gd name="T9" fmla="*/ 336254929 h 41"/>
              <a:gd name="T10" fmla="*/ 289425063 w 48"/>
              <a:gd name="T11" fmla="*/ 336254929 h 41"/>
              <a:gd name="T12" fmla="*/ 289425063 w 48"/>
              <a:gd name="T13" fmla="*/ 1969478307 h 41"/>
              <a:gd name="T14" fmla="*/ 1833020766 w 48"/>
              <a:gd name="T15" fmla="*/ 1969478307 h 41"/>
              <a:gd name="T16" fmla="*/ 434137594 w 48"/>
              <a:gd name="T17" fmla="*/ 1969478307 h 41"/>
              <a:gd name="T18" fmla="*/ 434137594 w 48"/>
              <a:gd name="T19" fmla="*/ 336254929 h 41"/>
              <a:gd name="T20" fmla="*/ 627085320 w 48"/>
              <a:gd name="T21" fmla="*/ 336254929 h 41"/>
              <a:gd name="T22" fmla="*/ 627085320 w 48"/>
              <a:gd name="T23" fmla="*/ 96074817 h 41"/>
              <a:gd name="T24" fmla="*/ 771797852 w 48"/>
              <a:gd name="T25" fmla="*/ 0 h 41"/>
              <a:gd name="T26" fmla="*/ 1495360508 w 48"/>
              <a:gd name="T27" fmla="*/ 0 h 41"/>
              <a:gd name="T28" fmla="*/ 1640073039 w 48"/>
              <a:gd name="T29" fmla="*/ 96074817 h 41"/>
              <a:gd name="T30" fmla="*/ 1640073039 w 48"/>
              <a:gd name="T31" fmla="*/ 336254929 h 41"/>
              <a:gd name="T32" fmla="*/ 1833020766 w 48"/>
              <a:gd name="T33" fmla="*/ 336254929 h 41"/>
              <a:gd name="T34" fmla="*/ 1833020766 w 48"/>
              <a:gd name="T35" fmla="*/ 1969478307 h 41"/>
              <a:gd name="T36" fmla="*/ 1640073039 w 48"/>
              <a:gd name="T37" fmla="*/ 1008757858 h 41"/>
              <a:gd name="T38" fmla="*/ 1591830898 w 48"/>
              <a:gd name="T39" fmla="*/ 960720449 h 41"/>
              <a:gd name="T40" fmla="*/ 1302405836 w 48"/>
              <a:gd name="T41" fmla="*/ 960720449 h 41"/>
              <a:gd name="T42" fmla="*/ 1302405836 w 48"/>
              <a:gd name="T43" fmla="*/ 672502928 h 41"/>
              <a:gd name="T44" fmla="*/ 1254170641 w 48"/>
              <a:gd name="T45" fmla="*/ 672502928 h 41"/>
              <a:gd name="T46" fmla="*/ 1012987719 w 48"/>
              <a:gd name="T47" fmla="*/ 672502928 h 41"/>
              <a:gd name="T48" fmla="*/ 964745578 w 48"/>
              <a:gd name="T49" fmla="*/ 672502928 h 41"/>
              <a:gd name="T50" fmla="*/ 964745578 w 48"/>
              <a:gd name="T51" fmla="*/ 960720449 h 41"/>
              <a:gd name="T52" fmla="*/ 675320516 w 48"/>
              <a:gd name="T53" fmla="*/ 960720449 h 41"/>
              <a:gd name="T54" fmla="*/ 627085320 w 48"/>
              <a:gd name="T55" fmla="*/ 1008757858 h 41"/>
              <a:gd name="T56" fmla="*/ 627085320 w 48"/>
              <a:gd name="T57" fmla="*/ 1248937970 h 41"/>
              <a:gd name="T58" fmla="*/ 675320516 w 48"/>
              <a:gd name="T59" fmla="*/ 1296975378 h 41"/>
              <a:gd name="T60" fmla="*/ 964745578 w 48"/>
              <a:gd name="T61" fmla="*/ 1296975378 h 41"/>
              <a:gd name="T62" fmla="*/ 964745578 w 48"/>
              <a:gd name="T63" fmla="*/ 1585192899 h 41"/>
              <a:gd name="T64" fmla="*/ 1012987719 w 48"/>
              <a:gd name="T65" fmla="*/ 1633223377 h 41"/>
              <a:gd name="T66" fmla="*/ 1254170641 w 48"/>
              <a:gd name="T67" fmla="*/ 1633223377 h 41"/>
              <a:gd name="T68" fmla="*/ 1302405836 w 48"/>
              <a:gd name="T69" fmla="*/ 1585192899 h 41"/>
              <a:gd name="T70" fmla="*/ 1302405836 w 48"/>
              <a:gd name="T71" fmla="*/ 1296975378 h 41"/>
              <a:gd name="T72" fmla="*/ 1591830898 w 48"/>
              <a:gd name="T73" fmla="*/ 1296975378 h 41"/>
              <a:gd name="T74" fmla="*/ 1640073039 w 48"/>
              <a:gd name="T75" fmla="*/ 1248937970 h 41"/>
              <a:gd name="T76" fmla="*/ 1640073039 w 48"/>
              <a:gd name="T77" fmla="*/ 1008757858 h 41"/>
              <a:gd name="T78" fmla="*/ 1447118367 w 48"/>
              <a:gd name="T79" fmla="*/ 336254929 h 41"/>
              <a:gd name="T80" fmla="*/ 1447118367 w 48"/>
              <a:gd name="T81" fmla="*/ 144105295 h 41"/>
              <a:gd name="T82" fmla="*/ 820033047 w 48"/>
              <a:gd name="T83" fmla="*/ 144105295 h 41"/>
              <a:gd name="T84" fmla="*/ 820033047 w 48"/>
              <a:gd name="T85" fmla="*/ 336254929 h 41"/>
              <a:gd name="T86" fmla="*/ 1447118367 w 48"/>
              <a:gd name="T87" fmla="*/ 336254929 h 41"/>
              <a:gd name="T88" fmla="*/ 2147483646 w 48"/>
              <a:gd name="T89" fmla="*/ 1681260786 h 41"/>
              <a:gd name="T90" fmla="*/ 2025968492 w 48"/>
              <a:gd name="T91" fmla="*/ 1969478307 h 41"/>
              <a:gd name="T92" fmla="*/ 1977733297 w 48"/>
              <a:gd name="T93" fmla="*/ 1969478307 h 41"/>
              <a:gd name="T94" fmla="*/ 1977733297 w 48"/>
              <a:gd name="T95" fmla="*/ 336254929 h 41"/>
              <a:gd name="T96" fmla="*/ 2025968492 w 48"/>
              <a:gd name="T97" fmla="*/ 336254929 h 41"/>
              <a:gd name="T98" fmla="*/ 2147483646 w 48"/>
              <a:gd name="T99" fmla="*/ 624465520 h 41"/>
              <a:gd name="T100" fmla="*/ 2147483646 w 48"/>
              <a:gd name="T101" fmla="*/ 1681260786 h 41"/>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48" h="41">
                <a:moveTo>
                  <a:pt x="6" y="41"/>
                </a:moveTo>
                <a:cubicBezTo>
                  <a:pt x="6" y="41"/>
                  <a:pt x="6" y="41"/>
                  <a:pt x="6" y="41"/>
                </a:cubicBezTo>
                <a:cubicBezTo>
                  <a:pt x="2" y="41"/>
                  <a:pt x="0" y="38"/>
                  <a:pt x="0" y="35"/>
                </a:cubicBezTo>
                <a:cubicBezTo>
                  <a:pt x="0" y="13"/>
                  <a:pt x="0" y="13"/>
                  <a:pt x="0" y="13"/>
                </a:cubicBezTo>
                <a:cubicBezTo>
                  <a:pt x="0" y="9"/>
                  <a:pt x="2" y="7"/>
                  <a:pt x="6" y="7"/>
                </a:cubicBezTo>
                <a:cubicBezTo>
                  <a:pt x="6" y="7"/>
                  <a:pt x="6" y="7"/>
                  <a:pt x="6" y="7"/>
                </a:cubicBezTo>
                <a:lnTo>
                  <a:pt x="6" y="41"/>
                </a:lnTo>
                <a:close/>
                <a:moveTo>
                  <a:pt x="38" y="41"/>
                </a:moveTo>
                <a:cubicBezTo>
                  <a:pt x="9" y="41"/>
                  <a:pt x="9" y="41"/>
                  <a:pt x="9" y="41"/>
                </a:cubicBezTo>
                <a:cubicBezTo>
                  <a:pt x="9" y="7"/>
                  <a:pt x="9" y="7"/>
                  <a:pt x="9" y="7"/>
                </a:cubicBezTo>
                <a:cubicBezTo>
                  <a:pt x="13" y="7"/>
                  <a:pt x="13" y="7"/>
                  <a:pt x="13" y="7"/>
                </a:cubicBezTo>
                <a:cubicBezTo>
                  <a:pt x="13" y="2"/>
                  <a:pt x="13" y="2"/>
                  <a:pt x="13" y="2"/>
                </a:cubicBezTo>
                <a:cubicBezTo>
                  <a:pt x="13" y="1"/>
                  <a:pt x="14" y="0"/>
                  <a:pt x="16" y="0"/>
                </a:cubicBezTo>
                <a:cubicBezTo>
                  <a:pt x="31" y="0"/>
                  <a:pt x="31" y="0"/>
                  <a:pt x="31" y="0"/>
                </a:cubicBezTo>
                <a:cubicBezTo>
                  <a:pt x="33" y="0"/>
                  <a:pt x="34" y="1"/>
                  <a:pt x="34" y="2"/>
                </a:cubicBezTo>
                <a:cubicBezTo>
                  <a:pt x="34" y="7"/>
                  <a:pt x="34" y="7"/>
                  <a:pt x="34" y="7"/>
                </a:cubicBezTo>
                <a:cubicBezTo>
                  <a:pt x="38" y="7"/>
                  <a:pt x="38" y="7"/>
                  <a:pt x="38" y="7"/>
                </a:cubicBezTo>
                <a:lnTo>
                  <a:pt x="38" y="41"/>
                </a:lnTo>
                <a:close/>
                <a:moveTo>
                  <a:pt x="34" y="21"/>
                </a:moveTo>
                <a:cubicBezTo>
                  <a:pt x="34" y="21"/>
                  <a:pt x="33" y="20"/>
                  <a:pt x="33" y="20"/>
                </a:cubicBezTo>
                <a:cubicBezTo>
                  <a:pt x="27" y="20"/>
                  <a:pt x="27" y="20"/>
                  <a:pt x="27" y="20"/>
                </a:cubicBezTo>
                <a:cubicBezTo>
                  <a:pt x="27" y="14"/>
                  <a:pt x="27" y="14"/>
                  <a:pt x="27" y="14"/>
                </a:cubicBezTo>
                <a:cubicBezTo>
                  <a:pt x="27" y="14"/>
                  <a:pt x="27" y="14"/>
                  <a:pt x="26" y="14"/>
                </a:cubicBezTo>
                <a:cubicBezTo>
                  <a:pt x="21" y="14"/>
                  <a:pt x="21" y="14"/>
                  <a:pt x="21" y="14"/>
                </a:cubicBezTo>
                <a:cubicBezTo>
                  <a:pt x="20" y="14"/>
                  <a:pt x="20" y="14"/>
                  <a:pt x="20" y="14"/>
                </a:cubicBezTo>
                <a:cubicBezTo>
                  <a:pt x="20" y="20"/>
                  <a:pt x="20" y="20"/>
                  <a:pt x="20" y="20"/>
                </a:cubicBezTo>
                <a:cubicBezTo>
                  <a:pt x="14" y="20"/>
                  <a:pt x="14" y="20"/>
                  <a:pt x="14" y="20"/>
                </a:cubicBezTo>
                <a:cubicBezTo>
                  <a:pt x="14" y="20"/>
                  <a:pt x="13" y="21"/>
                  <a:pt x="13" y="21"/>
                </a:cubicBezTo>
                <a:cubicBezTo>
                  <a:pt x="13" y="26"/>
                  <a:pt x="13" y="26"/>
                  <a:pt x="13" y="26"/>
                </a:cubicBezTo>
                <a:cubicBezTo>
                  <a:pt x="13" y="27"/>
                  <a:pt x="14" y="27"/>
                  <a:pt x="14" y="27"/>
                </a:cubicBezTo>
                <a:cubicBezTo>
                  <a:pt x="20" y="27"/>
                  <a:pt x="20" y="27"/>
                  <a:pt x="20" y="27"/>
                </a:cubicBezTo>
                <a:cubicBezTo>
                  <a:pt x="20" y="33"/>
                  <a:pt x="20" y="33"/>
                  <a:pt x="20" y="33"/>
                </a:cubicBezTo>
                <a:cubicBezTo>
                  <a:pt x="20" y="34"/>
                  <a:pt x="20" y="34"/>
                  <a:pt x="21" y="34"/>
                </a:cubicBezTo>
                <a:cubicBezTo>
                  <a:pt x="26" y="34"/>
                  <a:pt x="26" y="34"/>
                  <a:pt x="26" y="34"/>
                </a:cubicBezTo>
                <a:cubicBezTo>
                  <a:pt x="27" y="34"/>
                  <a:pt x="27" y="34"/>
                  <a:pt x="27" y="33"/>
                </a:cubicBezTo>
                <a:cubicBezTo>
                  <a:pt x="27" y="27"/>
                  <a:pt x="27" y="27"/>
                  <a:pt x="27" y="27"/>
                </a:cubicBezTo>
                <a:cubicBezTo>
                  <a:pt x="33" y="27"/>
                  <a:pt x="33" y="27"/>
                  <a:pt x="33" y="27"/>
                </a:cubicBezTo>
                <a:cubicBezTo>
                  <a:pt x="33" y="27"/>
                  <a:pt x="34" y="27"/>
                  <a:pt x="34" y="26"/>
                </a:cubicBezTo>
                <a:lnTo>
                  <a:pt x="34" y="21"/>
                </a:lnTo>
                <a:close/>
                <a:moveTo>
                  <a:pt x="30" y="7"/>
                </a:moveTo>
                <a:cubicBezTo>
                  <a:pt x="30" y="3"/>
                  <a:pt x="30" y="3"/>
                  <a:pt x="30" y="3"/>
                </a:cubicBezTo>
                <a:cubicBezTo>
                  <a:pt x="17" y="3"/>
                  <a:pt x="17" y="3"/>
                  <a:pt x="17" y="3"/>
                </a:cubicBezTo>
                <a:cubicBezTo>
                  <a:pt x="17" y="7"/>
                  <a:pt x="17" y="7"/>
                  <a:pt x="17" y="7"/>
                </a:cubicBezTo>
                <a:lnTo>
                  <a:pt x="30" y="7"/>
                </a:lnTo>
                <a:close/>
                <a:moveTo>
                  <a:pt x="48" y="35"/>
                </a:moveTo>
                <a:cubicBezTo>
                  <a:pt x="48" y="38"/>
                  <a:pt x="45" y="41"/>
                  <a:pt x="42" y="41"/>
                </a:cubicBezTo>
                <a:cubicBezTo>
                  <a:pt x="41" y="41"/>
                  <a:pt x="41" y="41"/>
                  <a:pt x="41" y="41"/>
                </a:cubicBezTo>
                <a:cubicBezTo>
                  <a:pt x="41" y="7"/>
                  <a:pt x="41" y="7"/>
                  <a:pt x="41" y="7"/>
                </a:cubicBezTo>
                <a:cubicBezTo>
                  <a:pt x="42" y="7"/>
                  <a:pt x="42" y="7"/>
                  <a:pt x="42" y="7"/>
                </a:cubicBezTo>
                <a:cubicBezTo>
                  <a:pt x="45" y="7"/>
                  <a:pt x="48" y="9"/>
                  <a:pt x="48" y="13"/>
                </a:cubicBezTo>
                <a:lnTo>
                  <a:pt x="48"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19" name="稻壳儿小白白(http://dwz.cn/Wu2UP)"/>
          <p:cNvSpPr>
            <a:spLocks noEditPoints="1"/>
          </p:cNvSpPr>
          <p:nvPr/>
        </p:nvSpPr>
        <p:spPr>
          <a:xfrm>
            <a:off x="2396330" y="5420272"/>
            <a:ext cx="290554" cy="297084"/>
          </a:xfrm>
          <a:custGeom>
            <a:avLst/>
            <a:gdLst>
              <a:gd name="T0" fmla="*/ 997517318 w 41"/>
              <a:gd name="T1" fmla="*/ 1987563229 h 42"/>
              <a:gd name="T2" fmla="*/ 0 w 41"/>
              <a:gd name="T3" fmla="*/ 993785054 h 42"/>
              <a:gd name="T4" fmla="*/ 997517318 w 41"/>
              <a:gd name="T5" fmla="*/ 0 h 42"/>
              <a:gd name="T6" fmla="*/ 1947527576 w 41"/>
              <a:gd name="T7" fmla="*/ 993785054 h 42"/>
              <a:gd name="T8" fmla="*/ 997517318 w 41"/>
              <a:gd name="T9" fmla="*/ 1987563229 h 42"/>
              <a:gd name="T10" fmla="*/ 997517318 w 41"/>
              <a:gd name="T11" fmla="*/ 189294029 h 42"/>
              <a:gd name="T12" fmla="*/ 142500505 w 41"/>
              <a:gd name="T13" fmla="*/ 993785054 h 42"/>
              <a:gd name="T14" fmla="*/ 997517318 w 41"/>
              <a:gd name="T15" fmla="*/ 1798269200 h 42"/>
              <a:gd name="T16" fmla="*/ 1805027071 w 41"/>
              <a:gd name="T17" fmla="*/ 993785054 h 42"/>
              <a:gd name="T18" fmla="*/ 997517318 w 41"/>
              <a:gd name="T19" fmla="*/ 189294029 h 42"/>
              <a:gd name="T20" fmla="*/ 665009248 w 41"/>
              <a:gd name="T21" fmla="*/ 851812813 h 42"/>
              <a:gd name="T22" fmla="*/ 475008575 w 41"/>
              <a:gd name="T23" fmla="*/ 662518783 h 42"/>
              <a:gd name="T24" fmla="*/ 665009248 w 41"/>
              <a:gd name="T25" fmla="*/ 520553421 h 42"/>
              <a:gd name="T26" fmla="*/ 807509753 w 41"/>
              <a:gd name="T27" fmla="*/ 662518783 h 42"/>
              <a:gd name="T28" fmla="*/ 665009248 w 41"/>
              <a:gd name="T29" fmla="*/ 851812813 h 42"/>
              <a:gd name="T30" fmla="*/ 1377518665 w 41"/>
              <a:gd name="T31" fmla="*/ 1325044446 h 42"/>
              <a:gd name="T32" fmla="*/ 570008912 w 41"/>
              <a:gd name="T33" fmla="*/ 1325044446 h 42"/>
              <a:gd name="T34" fmla="*/ 475008575 w 41"/>
              <a:gd name="T35" fmla="*/ 1230393992 h 42"/>
              <a:gd name="T36" fmla="*/ 570008912 w 41"/>
              <a:gd name="T37" fmla="*/ 1135750417 h 42"/>
              <a:gd name="T38" fmla="*/ 1377518665 w 41"/>
              <a:gd name="T39" fmla="*/ 1135750417 h 42"/>
              <a:gd name="T40" fmla="*/ 1472519001 w 41"/>
              <a:gd name="T41" fmla="*/ 1230393992 h 42"/>
              <a:gd name="T42" fmla="*/ 1377518665 w 41"/>
              <a:gd name="T43" fmla="*/ 1325044446 h 42"/>
              <a:gd name="T44" fmla="*/ 1282518328 w 41"/>
              <a:gd name="T45" fmla="*/ 851812813 h 42"/>
              <a:gd name="T46" fmla="*/ 1140017823 w 41"/>
              <a:gd name="T47" fmla="*/ 662518783 h 42"/>
              <a:gd name="T48" fmla="*/ 1282518328 w 41"/>
              <a:gd name="T49" fmla="*/ 520553421 h 42"/>
              <a:gd name="T50" fmla="*/ 1472519001 w 41"/>
              <a:gd name="T51" fmla="*/ 662518783 h 42"/>
              <a:gd name="T52" fmla="*/ 1282518328 w 41"/>
              <a:gd name="T53" fmla="*/ 851812813 h 4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1" h="42">
                <a:moveTo>
                  <a:pt x="21" y="42"/>
                </a:moveTo>
                <a:cubicBezTo>
                  <a:pt x="9" y="42"/>
                  <a:pt x="0" y="32"/>
                  <a:pt x="0" y="21"/>
                </a:cubicBezTo>
                <a:cubicBezTo>
                  <a:pt x="0" y="10"/>
                  <a:pt x="9" y="0"/>
                  <a:pt x="21" y="0"/>
                </a:cubicBezTo>
                <a:cubicBezTo>
                  <a:pt x="32" y="0"/>
                  <a:pt x="41" y="10"/>
                  <a:pt x="41" y="21"/>
                </a:cubicBezTo>
                <a:cubicBezTo>
                  <a:pt x="41" y="32"/>
                  <a:pt x="32" y="42"/>
                  <a:pt x="21" y="42"/>
                </a:cubicBezTo>
                <a:close/>
                <a:moveTo>
                  <a:pt x="21" y="4"/>
                </a:moveTo>
                <a:cubicBezTo>
                  <a:pt x="11" y="4"/>
                  <a:pt x="3" y="12"/>
                  <a:pt x="3" y="21"/>
                </a:cubicBezTo>
                <a:cubicBezTo>
                  <a:pt x="3" y="31"/>
                  <a:pt x="11" y="38"/>
                  <a:pt x="21" y="38"/>
                </a:cubicBezTo>
                <a:cubicBezTo>
                  <a:pt x="30" y="38"/>
                  <a:pt x="38" y="31"/>
                  <a:pt x="38" y="21"/>
                </a:cubicBezTo>
                <a:cubicBezTo>
                  <a:pt x="38" y="12"/>
                  <a:pt x="30" y="4"/>
                  <a:pt x="21" y="4"/>
                </a:cubicBezTo>
                <a:close/>
                <a:moveTo>
                  <a:pt x="14" y="18"/>
                </a:moveTo>
                <a:cubicBezTo>
                  <a:pt x="12" y="18"/>
                  <a:pt x="10" y="16"/>
                  <a:pt x="10" y="14"/>
                </a:cubicBezTo>
                <a:cubicBezTo>
                  <a:pt x="10" y="12"/>
                  <a:pt x="12" y="11"/>
                  <a:pt x="14" y="11"/>
                </a:cubicBezTo>
                <a:cubicBezTo>
                  <a:pt x="16" y="11"/>
                  <a:pt x="17" y="12"/>
                  <a:pt x="17" y="14"/>
                </a:cubicBezTo>
                <a:cubicBezTo>
                  <a:pt x="17" y="16"/>
                  <a:pt x="16" y="18"/>
                  <a:pt x="14" y="18"/>
                </a:cubicBezTo>
                <a:close/>
                <a:moveTo>
                  <a:pt x="29" y="28"/>
                </a:moveTo>
                <a:cubicBezTo>
                  <a:pt x="12" y="28"/>
                  <a:pt x="12" y="28"/>
                  <a:pt x="12" y="28"/>
                </a:cubicBezTo>
                <a:cubicBezTo>
                  <a:pt x="11" y="28"/>
                  <a:pt x="10" y="27"/>
                  <a:pt x="10" y="26"/>
                </a:cubicBezTo>
                <a:cubicBezTo>
                  <a:pt x="10" y="25"/>
                  <a:pt x="11" y="24"/>
                  <a:pt x="12" y="24"/>
                </a:cubicBezTo>
                <a:cubicBezTo>
                  <a:pt x="29" y="24"/>
                  <a:pt x="29" y="24"/>
                  <a:pt x="29" y="24"/>
                </a:cubicBezTo>
                <a:cubicBezTo>
                  <a:pt x="30" y="24"/>
                  <a:pt x="31" y="25"/>
                  <a:pt x="31" y="26"/>
                </a:cubicBezTo>
                <a:cubicBezTo>
                  <a:pt x="31" y="27"/>
                  <a:pt x="30" y="28"/>
                  <a:pt x="29" y="28"/>
                </a:cubicBezTo>
                <a:close/>
                <a:moveTo>
                  <a:pt x="27" y="18"/>
                </a:moveTo>
                <a:cubicBezTo>
                  <a:pt x="25" y="18"/>
                  <a:pt x="24" y="16"/>
                  <a:pt x="24" y="14"/>
                </a:cubicBezTo>
                <a:cubicBezTo>
                  <a:pt x="24" y="12"/>
                  <a:pt x="25" y="11"/>
                  <a:pt x="27" y="11"/>
                </a:cubicBezTo>
                <a:cubicBezTo>
                  <a:pt x="29" y="11"/>
                  <a:pt x="31" y="12"/>
                  <a:pt x="31" y="14"/>
                </a:cubicBezTo>
                <a:cubicBezTo>
                  <a:pt x="31" y="16"/>
                  <a:pt x="29" y="18"/>
                  <a:pt x="27"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0" name="稻壳儿小白白(http://dwz.cn/Wu2UP)"/>
          <p:cNvSpPr>
            <a:spLocks noEditPoints="1"/>
          </p:cNvSpPr>
          <p:nvPr/>
        </p:nvSpPr>
        <p:spPr>
          <a:xfrm>
            <a:off x="2432242" y="5924661"/>
            <a:ext cx="218732" cy="311774"/>
          </a:xfrm>
          <a:custGeom>
            <a:avLst/>
            <a:gdLst>
              <a:gd name="T0" fmla="*/ 1459739536 w 31"/>
              <a:gd name="T1" fmla="*/ 1044744511 h 44"/>
              <a:gd name="T2" fmla="*/ 800504761 w 31"/>
              <a:gd name="T3" fmla="*/ 1757072193 h 44"/>
              <a:gd name="T4" fmla="*/ 800504761 w 31"/>
              <a:gd name="T5" fmla="*/ 1947020729 h 44"/>
              <a:gd name="T6" fmla="*/ 1130118718 w 31"/>
              <a:gd name="T7" fmla="*/ 1947020729 h 44"/>
              <a:gd name="T8" fmla="*/ 1224300996 w 31"/>
              <a:gd name="T9" fmla="*/ 2042001888 h 44"/>
              <a:gd name="T10" fmla="*/ 1130118718 w 31"/>
              <a:gd name="T11" fmla="*/ 2089489021 h 44"/>
              <a:gd name="T12" fmla="*/ 329620819 w 31"/>
              <a:gd name="T13" fmla="*/ 2089489021 h 44"/>
              <a:gd name="T14" fmla="*/ 235438540 w 31"/>
              <a:gd name="T15" fmla="*/ 2042001888 h 44"/>
              <a:gd name="T16" fmla="*/ 329620819 w 31"/>
              <a:gd name="T17" fmla="*/ 1947020729 h 44"/>
              <a:gd name="T18" fmla="*/ 659234775 w 31"/>
              <a:gd name="T19" fmla="*/ 1947020729 h 44"/>
              <a:gd name="T20" fmla="*/ 659234775 w 31"/>
              <a:gd name="T21" fmla="*/ 1757072193 h 44"/>
              <a:gd name="T22" fmla="*/ 0 w 31"/>
              <a:gd name="T23" fmla="*/ 1044744511 h 44"/>
              <a:gd name="T24" fmla="*/ 0 w 31"/>
              <a:gd name="T25" fmla="*/ 902276218 h 44"/>
              <a:gd name="T26" fmla="*/ 94175416 w 31"/>
              <a:gd name="T27" fmla="*/ 807301950 h 44"/>
              <a:gd name="T28" fmla="*/ 188350832 w 31"/>
              <a:gd name="T29" fmla="*/ 902276218 h 44"/>
              <a:gd name="T30" fmla="*/ 188350832 w 31"/>
              <a:gd name="T31" fmla="*/ 1044744511 h 44"/>
              <a:gd name="T32" fmla="*/ 753417053 w 31"/>
              <a:gd name="T33" fmla="*/ 1614603900 h 44"/>
              <a:gd name="T34" fmla="*/ 1318476412 w 31"/>
              <a:gd name="T35" fmla="*/ 1044744511 h 44"/>
              <a:gd name="T36" fmla="*/ 1318476412 w 31"/>
              <a:gd name="T37" fmla="*/ 902276218 h 44"/>
              <a:gd name="T38" fmla="*/ 1365564120 w 31"/>
              <a:gd name="T39" fmla="*/ 807301950 h 44"/>
              <a:gd name="T40" fmla="*/ 1459739536 w 31"/>
              <a:gd name="T41" fmla="*/ 902276218 h 44"/>
              <a:gd name="T42" fmla="*/ 1459739536 w 31"/>
              <a:gd name="T43" fmla="*/ 1044744511 h 44"/>
              <a:gd name="T44" fmla="*/ 1130118718 w 31"/>
              <a:gd name="T45" fmla="*/ 1044744511 h 44"/>
              <a:gd name="T46" fmla="*/ 753417053 w 31"/>
              <a:gd name="T47" fmla="*/ 1472142498 h 44"/>
              <a:gd name="T48" fmla="*/ 329620819 w 31"/>
              <a:gd name="T49" fmla="*/ 1044744511 h 44"/>
              <a:gd name="T50" fmla="*/ 329620819 w 31"/>
              <a:gd name="T51" fmla="*/ 379903962 h 44"/>
              <a:gd name="T52" fmla="*/ 753417053 w 31"/>
              <a:gd name="T53" fmla="*/ 0 h 44"/>
              <a:gd name="T54" fmla="*/ 1130118718 w 31"/>
              <a:gd name="T55" fmla="*/ 379903962 h 44"/>
              <a:gd name="T56" fmla="*/ 1130118718 w 31"/>
              <a:gd name="T57" fmla="*/ 1044744511 h 4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1" h="44">
                <a:moveTo>
                  <a:pt x="31" y="22"/>
                </a:moveTo>
                <a:cubicBezTo>
                  <a:pt x="31" y="30"/>
                  <a:pt x="25" y="36"/>
                  <a:pt x="17" y="37"/>
                </a:cubicBezTo>
                <a:cubicBezTo>
                  <a:pt x="17" y="41"/>
                  <a:pt x="17" y="41"/>
                  <a:pt x="17" y="41"/>
                </a:cubicBezTo>
                <a:cubicBezTo>
                  <a:pt x="24" y="41"/>
                  <a:pt x="24" y="41"/>
                  <a:pt x="24" y="41"/>
                </a:cubicBezTo>
                <a:cubicBezTo>
                  <a:pt x="25" y="41"/>
                  <a:pt x="26" y="42"/>
                  <a:pt x="26" y="43"/>
                </a:cubicBezTo>
                <a:cubicBezTo>
                  <a:pt x="26" y="43"/>
                  <a:pt x="25" y="44"/>
                  <a:pt x="24" y="44"/>
                </a:cubicBezTo>
                <a:cubicBezTo>
                  <a:pt x="7" y="44"/>
                  <a:pt x="7" y="44"/>
                  <a:pt x="7" y="44"/>
                </a:cubicBezTo>
                <a:cubicBezTo>
                  <a:pt x="6" y="44"/>
                  <a:pt x="5" y="43"/>
                  <a:pt x="5" y="43"/>
                </a:cubicBezTo>
                <a:cubicBezTo>
                  <a:pt x="5" y="42"/>
                  <a:pt x="6" y="41"/>
                  <a:pt x="7" y="41"/>
                </a:cubicBezTo>
                <a:cubicBezTo>
                  <a:pt x="14" y="41"/>
                  <a:pt x="14" y="41"/>
                  <a:pt x="14" y="41"/>
                </a:cubicBezTo>
                <a:cubicBezTo>
                  <a:pt x="14" y="37"/>
                  <a:pt x="14" y="37"/>
                  <a:pt x="14" y="37"/>
                </a:cubicBezTo>
                <a:cubicBezTo>
                  <a:pt x="6" y="36"/>
                  <a:pt x="0" y="30"/>
                  <a:pt x="0" y="22"/>
                </a:cubicBezTo>
                <a:cubicBezTo>
                  <a:pt x="0" y="19"/>
                  <a:pt x="0" y="19"/>
                  <a:pt x="0" y="19"/>
                </a:cubicBezTo>
                <a:cubicBezTo>
                  <a:pt x="0" y="18"/>
                  <a:pt x="1" y="17"/>
                  <a:pt x="2" y="17"/>
                </a:cubicBezTo>
                <a:cubicBezTo>
                  <a:pt x="3" y="17"/>
                  <a:pt x="4" y="18"/>
                  <a:pt x="4" y="19"/>
                </a:cubicBezTo>
                <a:cubicBezTo>
                  <a:pt x="4" y="22"/>
                  <a:pt x="4" y="22"/>
                  <a:pt x="4" y="22"/>
                </a:cubicBezTo>
                <a:cubicBezTo>
                  <a:pt x="4" y="29"/>
                  <a:pt x="9" y="34"/>
                  <a:pt x="16" y="34"/>
                </a:cubicBezTo>
                <a:cubicBezTo>
                  <a:pt x="22" y="34"/>
                  <a:pt x="28" y="29"/>
                  <a:pt x="28" y="22"/>
                </a:cubicBezTo>
                <a:cubicBezTo>
                  <a:pt x="28" y="19"/>
                  <a:pt x="28" y="19"/>
                  <a:pt x="28" y="19"/>
                </a:cubicBezTo>
                <a:cubicBezTo>
                  <a:pt x="28" y="18"/>
                  <a:pt x="28" y="17"/>
                  <a:pt x="29" y="17"/>
                </a:cubicBezTo>
                <a:cubicBezTo>
                  <a:pt x="30" y="17"/>
                  <a:pt x="31" y="18"/>
                  <a:pt x="31" y="19"/>
                </a:cubicBezTo>
                <a:lnTo>
                  <a:pt x="31" y="22"/>
                </a:lnTo>
                <a:close/>
                <a:moveTo>
                  <a:pt x="24" y="22"/>
                </a:moveTo>
                <a:cubicBezTo>
                  <a:pt x="24" y="27"/>
                  <a:pt x="20" y="31"/>
                  <a:pt x="16" y="31"/>
                </a:cubicBezTo>
                <a:cubicBezTo>
                  <a:pt x="11" y="31"/>
                  <a:pt x="7" y="27"/>
                  <a:pt x="7" y="22"/>
                </a:cubicBezTo>
                <a:cubicBezTo>
                  <a:pt x="7" y="8"/>
                  <a:pt x="7" y="8"/>
                  <a:pt x="7" y="8"/>
                </a:cubicBezTo>
                <a:cubicBezTo>
                  <a:pt x="7" y="4"/>
                  <a:pt x="11" y="0"/>
                  <a:pt x="16" y="0"/>
                </a:cubicBezTo>
                <a:cubicBezTo>
                  <a:pt x="20" y="0"/>
                  <a:pt x="24" y="4"/>
                  <a:pt x="24" y="8"/>
                </a:cubicBezTo>
                <a:lnTo>
                  <a:pt x="24" y="2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1" name="稻壳儿小白白(http://dwz.cn/Wu2UP)"/>
          <p:cNvSpPr/>
          <p:nvPr/>
        </p:nvSpPr>
        <p:spPr>
          <a:xfrm>
            <a:off x="3276154" y="1238250"/>
            <a:ext cx="301981" cy="311775"/>
          </a:xfrm>
          <a:custGeom>
            <a:avLst/>
            <a:gdLst>
              <a:gd name="T0" fmla="*/ 2053634318 w 42"/>
              <a:gd name="T1" fmla="*/ 1519641535 h 44"/>
              <a:gd name="T2" fmla="*/ 1613570820 w 42"/>
              <a:gd name="T3" fmla="*/ 1757084879 h 44"/>
              <a:gd name="T4" fmla="*/ 1173507322 w 42"/>
              <a:gd name="T5" fmla="*/ 1519641535 h 44"/>
              <a:gd name="T6" fmla="*/ 1613570820 w 42"/>
              <a:gd name="T7" fmla="*/ 1282198191 h 44"/>
              <a:gd name="T8" fmla="*/ 1858052095 w 42"/>
              <a:gd name="T9" fmla="*/ 1329685482 h 44"/>
              <a:gd name="T10" fmla="*/ 1858052095 w 42"/>
              <a:gd name="T11" fmla="*/ 664842741 h 44"/>
              <a:gd name="T12" fmla="*/ 880126995 w 42"/>
              <a:gd name="T13" fmla="*/ 949773375 h 44"/>
              <a:gd name="T14" fmla="*/ 880126995 w 42"/>
              <a:gd name="T15" fmla="*/ 1852059460 h 44"/>
              <a:gd name="T16" fmla="*/ 440063498 w 42"/>
              <a:gd name="T17" fmla="*/ 2089502804 h 44"/>
              <a:gd name="T18" fmla="*/ 0 w 42"/>
              <a:gd name="T19" fmla="*/ 1852059460 h 44"/>
              <a:gd name="T20" fmla="*/ 440063498 w 42"/>
              <a:gd name="T21" fmla="*/ 1614616116 h 44"/>
              <a:gd name="T22" fmla="*/ 684544773 w 42"/>
              <a:gd name="T23" fmla="*/ 1662103407 h 44"/>
              <a:gd name="T24" fmla="*/ 684544773 w 42"/>
              <a:gd name="T25" fmla="*/ 427399397 h 44"/>
              <a:gd name="T26" fmla="*/ 782335884 w 42"/>
              <a:gd name="T27" fmla="*/ 332417925 h 44"/>
              <a:gd name="T28" fmla="*/ 1858052095 w 42"/>
              <a:gd name="T29" fmla="*/ 0 h 44"/>
              <a:gd name="T30" fmla="*/ 1906944154 w 42"/>
              <a:gd name="T31" fmla="*/ 0 h 44"/>
              <a:gd name="T32" fmla="*/ 2053634318 w 42"/>
              <a:gd name="T33" fmla="*/ 94974581 h 44"/>
              <a:gd name="T34" fmla="*/ 2053634318 w 42"/>
              <a:gd name="T35" fmla="*/ 1519641535 h 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2" h="44">
                <a:moveTo>
                  <a:pt x="42" y="32"/>
                </a:moveTo>
                <a:cubicBezTo>
                  <a:pt x="42" y="36"/>
                  <a:pt x="36" y="37"/>
                  <a:pt x="33" y="37"/>
                </a:cubicBezTo>
                <a:cubicBezTo>
                  <a:pt x="30" y="37"/>
                  <a:pt x="24" y="36"/>
                  <a:pt x="24" y="32"/>
                </a:cubicBezTo>
                <a:cubicBezTo>
                  <a:pt x="24" y="28"/>
                  <a:pt x="30" y="27"/>
                  <a:pt x="33" y="27"/>
                </a:cubicBezTo>
                <a:cubicBezTo>
                  <a:pt x="35" y="27"/>
                  <a:pt x="37" y="27"/>
                  <a:pt x="38" y="28"/>
                </a:cubicBezTo>
                <a:cubicBezTo>
                  <a:pt x="38" y="14"/>
                  <a:pt x="38" y="14"/>
                  <a:pt x="38" y="14"/>
                </a:cubicBezTo>
                <a:cubicBezTo>
                  <a:pt x="18" y="20"/>
                  <a:pt x="18" y="20"/>
                  <a:pt x="18" y="20"/>
                </a:cubicBezTo>
                <a:cubicBezTo>
                  <a:pt x="18" y="39"/>
                  <a:pt x="18" y="39"/>
                  <a:pt x="18" y="39"/>
                </a:cubicBezTo>
                <a:cubicBezTo>
                  <a:pt x="18" y="43"/>
                  <a:pt x="12" y="44"/>
                  <a:pt x="9" y="44"/>
                </a:cubicBezTo>
                <a:cubicBezTo>
                  <a:pt x="6" y="44"/>
                  <a:pt x="0" y="43"/>
                  <a:pt x="0" y="39"/>
                </a:cubicBezTo>
                <a:cubicBezTo>
                  <a:pt x="0" y="35"/>
                  <a:pt x="6" y="34"/>
                  <a:pt x="9" y="34"/>
                </a:cubicBezTo>
                <a:cubicBezTo>
                  <a:pt x="11" y="34"/>
                  <a:pt x="13" y="34"/>
                  <a:pt x="14" y="35"/>
                </a:cubicBezTo>
                <a:cubicBezTo>
                  <a:pt x="14" y="9"/>
                  <a:pt x="14" y="9"/>
                  <a:pt x="14" y="9"/>
                </a:cubicBezTo>
                <a:cubicBezTo>
                  <a:pt x="14" y="8"/>
                  <a:pt x="15" y="7"/>
                  <a:pt x="16" y="7"/>
                </a:cubicBezTo>
                <a:cubicBezTo>
                  <a:pt x="38" y="0"/>
                  <a:pt x="38" y="0"/>
                  <a:pt x="38" y="0"/>
                </a:cubicBezTo>
                <a:cubicBezTo>
                  <a:pt x="39" y="0"/>
                  <a:pt x="39" y="0"/>
                  <a:pt x="39" y="0"/>
                </a:cubicBezTo>
                <a:cubicBezTo>
                  <a:pt x="40" y="0"/>
                  <a:pt x="42" y="1"/>
                  <a:pt x="42" y="2"/>
                </a:cubicBezTo>
                <a:lnTo>
                  <a:pt x="42" y="3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2" name="稻壳儿小白白(http://dwz.cn/Wu2UP)"/>
          <p:cNvSpPr>
            <a:spLocks noEditPoints="1"/>
          </p:cNvSpPr>
          <p:nvPr/>
        </p:nvSpPr>
        <p:spPr>
          <a:xfrm>
            <a:off x="3276154" y="1786712"/>
            <a:ext cx="301981" cy="241584"/>
          </a:xfrm>
          <a:custGeom>
            <a:avLst/>
            <a:gdLst>
              <a:gd name="T0" fmla="*/ 2053634318 w 42"/>
              <a:gd name="T1" fmla="*/ 238757572 h 34"/>
              <a:gd name="T2" fmla="*/ 1955843206 w 42"/>
              <a:gd name="T3" fmla="*/ 334264747 h 34"/>
              <a:gd name="T4" fmla="*/ 97791111 w 42"/>
              <a:gd name="T5" fmla="*/ 334264747 h 34"/>
              <a:gd name="T6" fmla="*/ 0 w 42"/>
              <a:gd name="T7" fmla="*/ 238757572 h 34"/>
              <a:gd name="T8" fmla="*/ 0 w 42"/>
              <a:gd name="T9" fmla="*/ 47750132 h 34"/>
              <a:gd name="T10" fmla="*/ 97791111 w 42"/>
              <a:gd name="T11" fmla="*/ 0 h 34"/>
              <a:gd name="T12" fmla="*/ 1955843206 w 42"/>
              <a:gd name="T13" fmla="*/ 0 h 34"/>
              <a:gd name="T14" fmla="*/ 2053634318 w 42"/>
              <a:gd name="T15" fmla="*/ 47750132 h 34"/>
              <a:gd name="T16" fmla="*/ 2053634318 w 42"/>
              <a:gd name="T17" fmla="*/ 238757572 h 34"/>
              <a:gd name="T18" fmla="*/ 2053634318 w 42"/>
              <a:gd name="T19" fmla="*/ 907293976 h 34"/>
              <a:gd name="T20" fmla="*/ 1955843206 w 42"/>
              <a:gd name="T21" fmla="*/ 955044109 h 34"/>
              <a:gd name="T22" fmla="*/ 97791111 w 42"/>
              <a:gd name="T23" fmla="*/ 955044109 h 34"/>
              <a:gd name="T24" fmla="*/ 0 w 42"/>
              <a:gd name="T25" fmla="*/ 907293976 h 34"/>
              <a:gd name="T26" fmla="*/ 0 w 42"/>
              <a:gd name="T27" fmla="*/ 716279626 h 34"/>
              <a:gd name="T28" fmla="*/ 97791111 w 42"/>
              <a:gd name="T29" fmla="*/ 620779362 h 34"/>
              <a:gd name="T30" fmla="*/ 1955843206 w 42"/>
              <a:gd name="T31" fmla="*/ 620779362 h 34"/>
              <a:gd name="T32" fmla="*/ 2053634318 w 42"/>
              <a:gd name="T33" fmla="*/ 716279626 h 34"/>
              <a:gd name="T34" fmla="*/ 2053634318 w 42"/>
              <a:gd name="T35" fmla="*/ 907293976 h 34"/>
              <a:gd name="T36" fmla="*/ 2053634318 w 42"/>
              <a:gd name="T37" fmla="*/ 1528066428 h 34"/>
              <a:gd name="T38" fmla="*/ 1955843206 w 42"/>
              <a:gd name="T39" fmla="*/ 1623573603 h 34"/>
              <a:gd name="T40" fmla="*/ 97791111 w 42"/>
              <a:gd name="T41" fmla="*/ 1623573603 h 34"/>
              <a:gd name="T42" fmla="*/ 0 w 42"/>
              <a:gd name="T43" fmla="*/ 1528066428 h 34"/>
              <a:gd name="T44" fmla="*/ 0 w 42"/>
              <a:gd name="T45" fmla="*/ 1384816031 h 34"/>
              <a:gd name="T46" fmla="*/ 97791111 w 42"/>
              <a:gd name="T47" fmla="*/ 1289308856 h 34"/>
              <a:gd name="T48" fmla="*/ 1955843206 w 42"/>
              <a:gd name="T49" fmla="*/ 1289308856 h 34"/>
              <a:gd name="T50" fmla="*/ 2053634318 w 42"/>
              <a:gd name="T51" fmla="*/ 1384816031 h 34"/>
              <a:gd name="T52" fmla="*/ 2053634318 w 42"/>
              <a:gd name="T53" fmla="*/ 1528066428 h 34"/>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2" h="34">
                <a:moveTo>
                  <a:pt x="42" y="5"/>
                </a:moveTo>
                <a:cubicBezTo>
                  <a:pt x="42" y="6"/>
                  <a:pt x="41" y="7"/>
                  <a:pt x="40" y="7"/>
                </a:cubicBezTo>
                <a:cubicBezTo>
                  <a:pt x="2" y="7"/>
                  <a:pt x="2" y="7"/>
                  <a:pt x="2" y="7"/>
                </a:cubicBezTo>
                <a:cubicBezTo>
                  <a:pt x="1" y="7"/>
                  <a:pt x="0" y="6"/>
                  <a:pt x="0" y="5"/>
                </a:cubicBezTo>
                <a:cubicBezTo>
                  <a:pt x="0" y="1"/>
                  <a:pt x="0" y="1"/>
                  <a:pt x="0" y="1"/>
                </a:cubicBezTo>
                <a:cubicBezTo>
                  <a:pt x="0" y="0"/>
                  <a:pt x="1" y="0"/>
                  <a:pt x="2" y="0"/>
                </a:cubicBezTo>
                <a:cubicBezTo>
                  <a:pt x="40" y="0"/>
                  <a:pt x="40" y="0"/>
                  <a:pt x="40" y="0"/>
                </a:cubicBezTo>
                <a:cubicBezTo>
                  <a:pt x="41" y="0"/>
                  <a:pt x="42" y="0"/>
                  <a:pt x="42" y="1"/>
                </a:cubicBezTo>
                <a:lnTo>
                  <a:pt x="42" y="5"/>
                </a:lnTo>
                <a:close/>
                <a:moveTo>
                  <a:pt x="42" y="19"/>
                </a:moveTo>
                <a:cubicBezTo>
                  <a:pt x="42" y="20"/>
                  <a:pt x="41" y="20"/>
                  <a:pt x="40" y="20"/>
                </a:cubicBezTo>
                <a:cubicBezTo>
                  <a:pt x="2" y="20"/>
                  <a:pt x="2" y="20"/>
                  <a:pt x="2" y="20"/>
                </a:cubicBezTo>
                <a:cubicBezTo>
                  <a:pt x="1" y="20"/>
                  <a:pt x="0" y="20"/>
                  <a:pt x="0" y="19"/>
                </a:cubicBezTo>
                <a:cubicBezTo>
                  <a:pt x="0" y="15"/>
                  <a:pt x="0" y="15"/>
                  <a:pt x="0" y="15"/>
                </a:cubicBezTo>
                <a:cubicBezTo>
                  <a:pt x="0" y="14"/>
                  <a:pt x="1" y="13"/>
                  <a:pt x="2" y="13"/>
                </a:cubicBezTo>
                <a:cubicBezTo>
                  <a:pt x="40" y="13"/>
                  <a:pt x="40" y="13"/>
                  <a:pt x="40" y="13"/>
                </a:cubicBezTo>
                <a:cubicBezTo>
                  <a:pt x="41" y="13"/>
                  <a:pt x="42" y="14"/>
                  <a:pt x="42" y="15"/>
                </a:cubicBezTo>
                <a:lnTo>
                  <a:pt x="42" y="19"/>
                </a:lnTo>
                <a:close/>
                <a:moveTo>
                  <a:pt x="42" y="32"/>
                </a:moveTo>
                <a:cubicBezTo>
                  <a:pt x="42" y="33"/>
                  <a:pt x="41" y="34"/>
                  <a:pt x="40" y="34"/>
                </a:cubicBezTo>
                <a:cubicBezTo>
                  <a:pt x="2" y="34"/>
                  <a:pt x="2" y="34"/>
                  <a:pt x="2" y="34"/>
                </a:cubicBezTo>
                <a:cubicBezTo>
                  <a:pt x="1" y="34"/>
                  <a:pt x="0" y="33"/>
                  <a:pt x="0" y="32"/>
                </a:cubicBezTo>
                <a:cubicBezTo>
                  <a:pt x="0" y="29"/>
                  <a:pt x="0" y="29"/>
                  <a:pt x="0" y="29"/>
                </a:cubicBezTo>
                <a:cubicBezTo>
                  <a:pt x="0" y="28"/>
                  <a:pt x="1" y="27"/>
                  <a:pt x="2" y="27"/>
                </a:cubicBezTo>
                <a:cubicBezTo>
                  <a:pt x="40" y="27"/>
                  <a:pt x="40" y="27"/>
                  <a:pt x="40" y="27"/>
                </a:cubicBezTo>
                <a:cubicBezTo>
                  <a:pt x="41" y="27"/>
                  <a:pt x="42" y="28"/>
                  <a:pt x="42" y="29"/>
                </a:cubicBezTo>
                <a:lnTo>
                  <a:pt x="42" y="3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3" name="稻壳儿小白白(http://dwz.cn/Wu2UP)"/>
          <p:cNvSpPr>
            <a:spLocks noEditPoints="1"/>
          </p:cNvSpPr>
          <p:nvPr/>
        </p:nvSpPr>
        <p:spPr>
          <a:xfrm>
            <a:off x="3256566" y="2255190"/>
            <a:ext cx="342789" cy="321568"/>
          </a:xfrm>
          <a:custGeom>
            <a:avLst/>
            <a:gdLst>
              <a:gd name="T0" fmla="*/ 1398883172 w 48"/>
              <a:gd name="T1" fmla="*/ 2028537277 h 45"/>
              <a:gd name="T2" fmla="*/ 1061222914 w 48"/>
              <a:gd name="T3" fmla="*/ 2147483646 h 45"/>
              <a:gd name="T4" fmla="*/ 0 w 48"/>
              <a:gd name="T5" fmla="*/ 1400658677 h 45"/>
              <a:gd name="T6" fmla="*/ 1012987719 w 48"/>
              <a:gd name="T7" fmla="*/ 676179092 h 45"/>
              <a:gd name="T8" fmla="*/ 1012987719 w 48"/>
              <a:gd name="T9" fmla="*/ 917674604 h 45"/>
              <a:gd name="T10" fmla="*/ 337660258 w 48"/>
              <a:gd name="T11" fmla="*/ 1400658677 h 45"/>
              <a:gd name="T12" fmla="*/ 1061222914 w 48"/>
              <a:gd name="T13" fmla="*/ 1931936292 h 45"/>
              <a:gd name="T14" fmla="*/ 1061222914 w 48"/>
              <a:gd name="T15" fmla="*/ 193195019 h 45"/>
              <a:gd name="T16" fmla="*/ 1398883172 w 48"/>
              <a:gd name="T17" fmla="*/ 0 h 45"/>
              <a:gd name="T18" fmla="*/ 1398883172 w 48"/>
              <a:gd name="T19" fmla="*/ 2028537277 h 45"/>
              <a:gd name="T20" fmla="*/ 2147483646 w 48"/>
              <a:gd name="T21" fmla="*/ 1255757200 h 45"/>
              <a:gd name="T22" fmla="*/ 1640073039 w 48"/>
              <a:gd name="T23" fmla="*/ 1110862673 h 45"/>
              <a:gd name="T24" fmla="*/ 1833020766 w 48"/>
              <a:gd name="T25" fmla="*/ 1014268638 h 45"/>
              <a:gd name="T26" fmla="*/ 1447118367 w 48"/>
              <a:gd name="T27" fmla="*/ 917674604 h 45"/>
              <a:gd name="T28" fmla="*/ 1447118367 w 48"/>
              <a:gd name="T29" fmla="*/ 676179092 h 45"/>
              <a:gd name="T30" fmla="*/ 2074203688 w 48"/>
              <a:gd name="T31" fmla="*/ 869374111 h 45"/>
              <a:gd name="T32" fmla="*/ 2147483646 w 48"/>
              <a:gd name="T33" fmla="*/ 772773127 h 45"/>
              <a:gd name="T34" fmla="*/ 2147483646 w 48"/>
              <a:gd name="T35" fmla="*/ 1255757200 h 45"/>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8" h="45">
                <a:moveTo>
                  <a:pt x="29" y="42"/>
                </a:moveTo>
                <a:cubicBezTo>
                  <a:pt x="22" y="45"/>
                  <a:pt x="22" y="45"/>
                  <a:pt x="22" y="45"/>
                </a:cubicBezTo>
                <a:cubicBezTo>
                  <a:pt x="10" y="44"/>
                  <a:pt x="0" y="37"/>
                  <a:pt x="0" y="29"/>
                </a:cubicBezTo>
                <a:cubicBezTo>
                  <a:pt x="0" y="22"/>
                  <a:pt x="9" y="15"/>
                  <a:pt x="21" y="14"/>
                </a:cubicBezTo>
                <a:cubicBezTo>
                  <a:pt x="21" y="19"/>
                  <a:pt x="21" y="19"/>
                  <a:pt x="21" y="19"/>
                </a:cubicBezTo>
                <a:cubicBezTo>
                  <a:pt x="13" y="20"/>
                  <a:pt x="7" y="24"/>
                  <a:pt x="7" y="29"/>
                </a:cubicBezTo>
                <a:cubicBezTo>
                  <a:pt x="7" y="35"/>
                  <a:pt x="14" y="39"/>
                  <a:pt x="22" y="40"/>
                </a:cubicBezTo>
                <a:cubicBezTo>
                  <a:pt x="22" y="4"/>
                  <a:pt x="22" y="4"/>
                  <a:pt x="22" y="4"/>
                </a:cubicBezTo>
                <a:cubicBezTo>
                  <a:pt x="29" y="0"/>
                  <a:pt x="29" y="0"/>
                  <a:pt x="29" y="0"/>
                </a:cubicBezTo>
                <a:lnTo>
                  <a:pt x="29" y="42"/>
                </a:lnTo>
                <a:close/>
                <a:moveTo>
                  <a:pt x="48" y="26"/>
                </a:moveTo>
                <a:cubicBezTo>
                  <a:pt x="34" y="23"/>
                  <a:pt x="34" y="23"/>
                  <a:pt x="34" y="23"/>
                </a:cubicBezTo>
                <a:cubicBezTo>
                  <a:pt x="38" y="21"/>
                  <a:pt x="38" y="21"/>
                  <a:pt x="38" y="21"/>
                </a:cubicBezTo>
                <a:cubicBezTo>
                  <a:pt x="36" y="20"/>
                  <a:pt x="33" y="19"/>
                  <a:pt x="30" y="19"/>
                </a:cubicBezTo>
                <a:cubicBezTo>
                  <a:pt x="30" y="14"/>
                  <a:pt x="30" y="14"/>
                  <a:pt x="30" y="14"/>
                </a:cubicBezTo>
                <a:cubicBezTo>
                  <a:pt x="35" y="15"/>
                  <a:pt x="40" y="16"/>
                  <a:pt x="43" y="18"/>
                </a:cubicBezTo>
                <a:cubicBezTo>
                  <a:pt x="47" y="16"/>
                  <a:pt x="47" y="16"/>
                  <a:pt x="47" y="16"/>
                </a:cubicBezTo>
                <a:lnTo>
                  <a:pt x="48" y="2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4" name="稻壳儿小白白(http://dwz.cn/Wu2UP)"/>
          <p:cNvSpPr>
            <a:spLocks noEditPoints="1"/>
          </p:cNvSpPr>
          <p:nvPr/>
        </p:nvSpPr>
        <p:spPr>
          <a:xfrm>
            <a:off x="3256566" y="2803652"/>
            <a:ext cx="342789" cy="270966"/>
          </a:xfrm>
          <a:custGeom>
            <a:avLst/>
            <a:gdLst>
              <a:gd name="T0" fmla="*/ 2147483646 w 48"/>
              <a:gd name="T1" fmla="*/ 288552940 h 38"/>
              <a:gd name="T2" fmla="*/ 2147483646 w 48"/>
              <a:gd name="T3" fmla="*/ 336646253 h 38"/>
              <a:gd name="T4" fmla="*/ 48235195 w 48"/>
              <a:gd name="T5" fmla="*/ 336646253 h 38"/>
              <a:gd name="T6" fmla="*/ 0 w 48"/>
              <a:gd name="T7" fmla="*/ 288552940 h 38"/>
              <a:gd name="T8" fmla="*/ 0 w 48"/>
              <a:gd name="T9" fmla="*/ 48093313 h 38"/>
              <a:gd name="T10" fmla="*/ 48235195 w 48"/>
              <a:gd name="T11" fmla="*/ 0 h 38"/>
              <a:gd name="T12" fmla="*/ 2147483646 w 48"/>
              <a:gd name="T13" fmla="*/ 0 h 38"/>
              <a:gd name="T14" fmla="*/ 2147483646 w 48"/>
              <a:gd name="T15" fmla="*/ 48093313 h 38"/>
              <a:gd name="T16" fmla="*/ 2147483646 w 48"/>
              <a:gd name="T17" fmla="*/ 288552940 h 38"/>
              <a:gd name="T18" fmla="*/ 2147483646 w 48"/>
              <a:gd name="T19" fmla="*/ 1779417888 h 38"/>
              <a:gd name="T20" fmla="*/ 2147483646 w 48"/>
              <a:gd name="T21" fmla="*/ 1827511201 h 38"/>
              <a:gd name="T22" fmla="*/ 48235195 w 48"/>
              <a:gd name="T23" fmla="*/ 1827511201 h 38"/>
              <a:gd name="T24" fmla="*/ 0 w 48"/>
              <a:gd name="T25" fmla="*/ 1779417888 h 38"/>
              <a:gd name="T26" fmla="*/ 0 w 48"/>
              <a:gd name="T27" fmla="*/ 1538958261 h 38"/>
              <a:gd name="T28" fmla="*/ 48235195 w 48"/>
              <a:gd name="T29" fmla="*/ 1490864948 h 38"/>
              <a:gd name="T30" fmla="*/ 2147483646 w 48"/>
              <a:gd name="T31" fmla="*/ 1490864948 h 38"/>
              <a:gd name="T32" fmla="*/ 2147483646 w 48"/>
              <a:gd name="T33" fmla="*/ 1538958261 h 38"/>
              <a:gd name="T34" fmla="*/ 2147483646 w 48"/>
              <a:gd name="T35" fmla="*/ 1779417888 h 38"/>
              <a:gd name="T36" fmla="*/ 482372789 w 48"/>
              <a:gd name="T37" fmla="*/ 1298491698 h 38"/>
              <a:gd name="T38" fmla="*/ 434137594 w 48"/>
              <a:gd name="T39" fmla="*/ 1346585011 h 38"/>
              <a:gd name="T40" fmla="*/ 434137594 w 48"/>
              <a:gd name="T41" fmla="*/ 1346585011 h 38"/>
              <a:gd name="T42" fmla="*/ 48235195 w 48"/>
              <a:gd name="T43" fmla="*/ 961845445 h 38"/>
              <a:gd name="T44" fmla="*/ 48235195 w 48"/>
              <a:gd name="T45" fmla="*/ 913759068 h 38"/>
              <a:gd name="T46" fmla="*/ 48235195 w 48"/>
              <a:gd name="T47" fmla="*/ 913759068 h 38"/>
              <a:gd name="T48" fmla="*/ 434137594 w 48"/>
              <a:gd name="T49" fmla="*/ 529019503 h 38"/>
              <a:gd name="T50" fmla="*/ 434137594 w 48"/>
              <a:gd name="T51" fmla="*/ 529019503 h 38"/>
              <a:gd name="T52" fmla="*/ 482372789 w 48"/>
              <a:gd name="T53" fmla="*/ 577105880 h 38"/>
              <a:gd name="T54" fmla="*/ 482372789 w 48"/>
              <a:gd name="T55" fmla="*/ 1298491698 h 38"/>
              <a:gd name="T56" fmla="*/ 2147483646 w 48"/>
              <a:gd name="T57" fmla="*/ 817572443 h 38"/>
              <a:gd name="T58" fmla="*/ 2147483646 w 48"/>
              <a:gd name="T59" fmla="*/ 865665755 h 38"/>
              <a:gd name="T60" fmla="*/ 868275188 w 48"/>
              <a:gd name="T61" fmla="*/ 865665755 h 38"/>
              <a:gd name="T62" fmla="*/ 820033047 w 48"/>
              <a:gd name="T63" fmla="*/ 817572443 h 38"/>
              <a:gd name="T64" fmla="*/ 820033047 w 48"/>
              <a:gd name="T65" fmla="*/ 577105880 h 38"/>
              <a:gd name="T66" fmla="*/ 868275188 w 48"/>
              <a:gd name="T67" fmla="*/ 529019503 h 38"/>
              <a:gd name="T68" fmla="*/ 2147483646 w 48"/>
              <a:gd name="T69" fmla="*/ 529019503 h 38"/>
              <a:gd name="T70" fmla="*/ 2147483646 w 48"/>
              <a:gd name="T71" fmla="*/ 577105880 h 38"/>
              <a:gd name="T72" fmla="*/ 2147483646 w 48"/>
              <a:gd name="T73" fmla="*/ 817572443 h 38"/>
              <a:gd name="T74" fmla="*/ 2147483646 w 48"/>
              <a:gd name="T75" fmla="*/ 1298491698 h 38"/>
              <a:gd name="T76" fmla="*/ 2147483646 w 48"/>
              <a:gd name="T77" fmla="*/ 1346585011 h 38"/>
              <a:gd name="T78" fmla="*/ 868275188 w 48"/>
              <a:gd name="T79" fmla="*/ 1346585011 h 38"/>
              <a:gd name="T80" fmla="*/ 820033047 w 48"/>
              <a:gd name="T81" fmla="*/ 1298491698 h 38"/>
              <a:gd name="T82" fmla="*/ 820033047 w 48"/>
              <a:gd name="T83" fmla="*/ 1058032070 h 38"/>
              <a:gd name="T84" fmla="*/ 868275188 w 48"/>
              <a:gd name="T85" fmla="*/ 1009938758 h 38"/>
              <a:gd name="T86" fmla="*/ 2147483646 w 48"/>
              <a:gd name="T87" fmla="*/ 1009938758 h 38"/>
              <a:gd name="T88" fmla="*/ 2147483646 w 48"/>
              <a:gd name="T89" fmla="*/ 1058032070 h 38"/>
              <a:gd name="T90" fmla="*/ 2147483646 w 48"/>
              <a:gd name="T91" fmla="*/ 1298491698 h 38"/>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48" h="38">
                <a:moveTo>
                  <a:pt x="48" y="6"/>
                </a:moveTo>
                <a:cubicBezTo>
                  <a:pt x="48" y="7"/>
                  <a:pt x="48" y="7"/>
                  <a:pt x="47" y="7"/>
                </a:cubicBezTo>
                <a:cubicBezTo>
                  <a:pt x="1" y="7"/>
                  <a:pt x="1" y="7"/>
                  <a:pt x="1" y="7"/>
                </a:cubicBezTo>
                <a:cubicBezTo>
                  <a:pt x="0" y="7"/>
                  <a:pt x="0" y="7"/>
                  <a:pt x="0" y="6"/>
                </a:cubicBezTo>
                <a:cubicBezTo>
                  <a:pt x="0" y="1"/>
                  <a:pt x="0" y="1"/>
                  <a:pt x="0" y="1"/>
                </a:cubicBezTo>
                <a:cubicBezTo>
                  <a:pt x="0" y="1"/>
                  <a:pt x="0" y="0"/>
                  <a:pt x="1" y="0"/>
                </a:cubicBezTo>
                <a:cubicBezTo>
                  <a:pt x="47" y="0"/>
                  <a:pt x="47" y="0"/>
                  <a:pt x="47" y="0"/>
                </a:cubicBezTo>
                <a:cubicBezTo>
                  <a:pt x="48" y="0"/>
                  <a:pt x="48" y="1"/>
                  <a:pt x="48" y="1"/>
                </a:cubicBezTo>
                <a:lnTo>
                  <a:pt x="48" y="6"/>
                </a:lnTo>
                <a:close/>
                <a:moveTo>
                  <a:pt x="48" y="37"/>
                </a:moveTo>
                <a:cubicBezTo>
                  <a:pt x="48" y="38"/>
                  <a:pt x="48" y="38"/>
                  <a:pt x="47" y="38"/>
                </a:cubicBezTo>
                <a:cubicBezTo>
                  <a:pt x="1" y="38"/>
                  <a:pt x="1" y="38"/>
                  <a:pt x="1" y="38"/>
                </a:cubicBezTo>
                <a:cubicBezTo>
                  <a:pt x="0" y="38"/>
                  <a:pt x="0" y="38"/>
                  <a:pt x="0" y="37"/>
                </a:cubicBezTo>
                <a:cubicBezTo>
                  <a:pt x="0" y="32"/>
                  <a:pt x="0" y="32"/>
                  <a:pt x="0" y="32"/>
                </a:cubicBezTo>
                <a:cubicBezTo>
                  <a:pt x="0" y="32"/>
                  <a:pt x="0" y="31"/>
                  <a:pt x="1" y="31"/>
                </a:cubicBezTo>
                <a:cubicBezTo>
                  <a:pt x="47" y="31"/>
                  <a:pt x="47" y="31"/>
                  <a:pt x="47" y="31"/>
                </a:cubicBezTo>
                <a:cubicBezTo>
                  <a:pt x="48" y="31"/>
                  <a:pt x="48" y="32"/>
                  <a:pt x="48" y="32"/>
                </a:cubicBezTo>
                <a:lnTo>
                  <a:pt x="48" y="37"/>
                </a:lnTo>
                <a:close/>
                <a:moveTo>
                  <a:pt x="10" y="27"/>
                </a:moveTo>
                <a:cubicBezTo>
                  <a:pt x="10" y="28"/>
                  <a:pt x="10" y="28"/>
                  <a:pt x="9" y="28"/>
                </a:cubicBezTo>
                <a:cubicBezTo>
                  <a:pt x="9" y="28"/>
                  <a:pt x="9" y="28"/>
                  <a:pt x="9" y="28"/>
                </a:cubicBezTo>
                <a:cubicBezTo>
                  <a:pt x="1" y="20"/>
                  <a:pt x="1" y="20"/>
                  <a:pt x="1" y="20"/>
                </a:cubicBezTo>
                <a:cubicBezTo>
                  <a:pt x="1" y="20"/>
                  <a:pt x="1" y="20"/>
                  <a:pt x="1" y="19"/>
                </a:cubicBezTo>
                <a:cubicBezTo>
                  <a:pt x="1" y="19"/>
                  <a:pt x="1" y="19"/>
                  <a:pt x="1" y="19"/>
                </a:cubicBezTo>
                <a:cubicBezTo>
                  <a:pt x="9" y="11"/>
                  <a:pt x="9" y="11"/>
                  <a:pt x="9" y="11"/>
                </a:cubicBezTo>
                <a:cubicBezTo>
                  <a:pt x="9" y="11"/>
                  <a:pt x="9" y="11"/>
                  <a:pt x="9" y="11"/>
                </a:cubicBezTo>
                <a:cubicBezTo>
                  <a:pt x="10" y="11"/>
                  <a:pt x="10" y="11"/>
                  <a:pt x="10" y="12"/>
                </a:cubicBezTo>
                <a:lnTo>
                  <a:pt x="10" y="27"/>
                </a:lnTo>
                <a:close/>
                <a:moveTo>
                  <a:pt x="48" y="17"/>
                </a:moveTo>
                <a:cubicBezTo>
                  <a:pt x="48" y="17"/>
                  <a:pt x="48" y="18"/>
                  <a:pt x="47" y="18"/>
                </a:cubicBezTo>
                <a:cubicBezTo>
                  <a:pt x="18" y="18"/>
                  <a:pt x="18" y="18"/>
                  <a:pt x="18" y="18"/>
                </a:cubicBezTo>
                <a:cubicBezTo>
                  <a:pt x="18" y="18"/>
                  <a:pt x="17" y="17"/>
                  <a:pt x="17" y="17"/>
                </a:cubicBezTo>
                <a:cubicBezTo>
                  <a:pt x="17" y="12"/>
                  <a:pt x="17" y="12"/>
                  <a:pt x="17" y="12"/>
                </a:cubicBezTo>
                <a:cubicBezTo>
                  <a:pt x="17" y="11"/>
                  <a:pt x="18" y="11"/>
                  <a:pt x="18" y="11"/>
                </a:cubicBezTo>
                <a:cubicBezTo>
                  <a:pt x="47" y="11"/>
                  <a:pt x="47" y="11"/>
                  <a:pt x="47" y="11"/>
                </a:cubicBezTo>
                <a:cubicBezTo>
                  <a:pt x="48" y="11"/>
                  <a:pt x="48" y="11"/>
                  <a:pt x="48" y="12"/>
                </a:cubicBezTo>
                <a:lnTo>
                  <a:pt x="48" y="17"/>
                </a:lnTo>
                <a:close/>
                <a:moveTo>
                  <a:pt x="48" y="27"/>
                </a:moveTo>
                <a:cubicBezTo>
                  <a:pt x="48" y="28"/>
                  <a:pt x="48" y="28"/>
                  <a:pt x="47" y="28"/>
                </a:cubicBezTo>
                <a:cubicBezTo>
                  <a:pt x="18" y="28"/>
                  <a:pt x="18" y="28"/>
                  <a:pt x="18" y="28"/>
                </a:cubicBezTo>
                <a:cubicBezTo>
                  <a:pt x="18" y="28"/>
                  <a:pt x="17" y="28"/>
                  <a:pt x="17" y="27"/>
                </a:cubicBezTo>
                <a:cubicBezTo>
                  <a:pt x="17" y="22"/>
                  <a:pt x="17" y="22"/>
                  <a:pt x="17" y="22"/>
                </a:cubicBezTo>
                <a:cubicBezTo>
                  <a:pt x="17" y="21"/>
                  <a:pt x="18" y="21"/>
                  <a:pt x="18" y="21"/>
                </a:cubicBezTo>
                <a:cubicBezTo>
                  <a:pt x="47" y="21"/>
                  <a:pt x="47" y="21"/>
                  <a:pt x="47" y="21"/>
                </a:cubicBezTo>
                <a:cubicBezTo>
                  <a:pt x="48" y="21"/>
                  <a:pt x="48" y="21"/>
                  <a:pt x="48" y="22"/>
                </a:cubicBezTo>
                <a:lnTo>
                  <a:pt x="48" y="2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5" name="稻壳儿小白白(http://dwz.cn/Wu2UP)"/>
          <p:cNvSpPr/>
          <p:nvPr/>
        </p:nvSpPr>
        <p:spPr>
          <a:xfrm>
            <a:off x="3292477" y="3308041"/>
            <a:ext cx="269334" cy="342789"/>
          </a:xfrm>
          <a:custGeom>
            <a:avLst/>
            <a:gdLst>
              <a:gd name="T0" fmla="*/ 902783103 w 38"/>
              <a:gd name="T1" fmla="*/ 1640073039 h 48"/>
              <a:gd name="T2" fmla="*/ 47514175 w 38"/>
              <a:gd name="T3" fmla="*/ 2147483646 h 48"/>
              <a:gd name="T4" fmla="*/ 0 w 38"/>
              <a:gd name="T5" fmla="*/ 2147483646 h 48"/>
              <a:gd name="T6" fmla="*/ 47514175 w 38"/>
              <a:gd name="T7" fmla="*/ 2147483646 h 48"/>
              <a:gd name="T8" fmla="*/ 807754754 w 38"/>
              <a:gd name="T9" fmla="*/ 1688308234 h 48"/>
              <a:gd name="T10" fmla="*/ 47514175 w 38"/>
              <a:gd name="T11" fmla="*/ 1254170641 h 48"/>
              <a:gd name="T12" fmla="*/ 855268929 w 38"/>
              <a:gd name="T13" fmla="*/ 1495360508 h 48"/>
              <a:gd name="T14" fmla="*/ 997811452 w 38"/>
              <a:gd name="T15" fmla="*/ 1109458109 h 48"/>
              <a:gd name="T16" fmla="*/ 285091941 w 38"/>
              <a:gd name="T17" fmla="*/ 675320516 h 48"/>
              <a:gd name="T18" fmla="*/ 997811452 w 38"/>
              <a:gd name="T19" fmla="*/ 1012987719 h 48"/>
              <a:gd name="T20" fmla="*/ 997811452 w 38"/>
              <a:gd name="T21" fmla="*/ 771797852 h 48"/>
              <a:gd name="T22" fmla="*/ 807754754 w 38"/>
              <a:gd name="T23" fmla="*/ 0 h 48"/>
              <a:gd name="T24" fmla="*/ 1092839802 w 38"/>
              <a:gd name="T25" fmla="*/ 771797852 h 48"/>
              <a:gd name="T26" fmla="*/ 1092839802 w 38"/>
              <a:gd name="T27" fmla="*/ 916510383 h 48"/>
              <a:gd name="T28" fmla="*/ 1758052032 w 38"/>
              <a:gd name="T29" fmla="*/ 627085320 h 48"/>
              <a:gd name="T30" fmla="*/ 1092839802 w 38"/>
              <a:gd name="T31" fmla="*/ 1157700250 h 48"/>
              <a:gd name="T32" fmla="*/ 997811452 w 38"/>
              <a:gd name="T33" fmla="*/ 1495360508 h 48"/>
              <a:gd name="T34" fmla="*/ 1805566206 w 38"/>
              <a:gd name="T35" fmla="*/ 1398883172 h 48"/>
              <a:gd name="T36" fmla="*/ 902783103 w 38"/>
              <a:gd name="T37" fmla="*/ 1640073039 h 4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38" h="48">
                <a:moveTo>
                  <a:pt x="19" y="34"/>
                </a:moveTo>
                <a:cubicBezTo>
                  <a:pt x="16" y="42"/>
                  <a:pt x="9" y="48"/>
                  <a:pt x="1" y="48"/>
                </a:cubicBezTo>
                <a:cubicBezTo>
                  <a:pt x="1" y="48"/>
                  <a:pt x="0" y="47"/>
                  <a:pt x="0" y="46"/>
                </a:cubicBezTo>
                <a:cubicBezTo>
                  <a:pt x="0" y="46"/>
                  <a:pt x="1" y="45"/>
                  <a:pt x="1" y="45"/>
                </a:cubicBezTo>
                <a:cubicBezTo>
                  <a:pt x="8" y="45"/>
                  <a:pt x="13" y="41"/>
                  <a:pt x="17" y="35"/>
                </a:cubicBezTo>
                <a:cubicBezTo>
                  <a:pt x="13" y="36"/>
                  <a:pt x="5" y="37"/>
                  <a:pt x="1" y="26"/>
                </a:cubicBezTo>
                <a:cubicBezTo>
                  <a:pt x="12" y="22"/>
                  <a:pt x="17" y="28"/>
                  <a:pt x="18" y="31"/>
                </a:cubicBezTo>
                <a:cubicBezTo>
                  <a:pt x="19" y="29"/>
                  <a:pt x="20" y="26"/>
                  <a:pt x="21" y="23"/>
                </a:cubicBezTo>
                <a:cubicBezTo>
                  <a:pt x="21" y="23"/>
                  <a:pt x="7" y="25"/>
                  <a:pt x="6" y="14"/>
                </a:cubicBezTo>
                <a:cubicBezTo>
                  <a:pt x="18" y="9"/>
                  <a:pt x="21" y="21"/>
                  <a:pt x="21" y="21"/>
                </a:cubicBezTo>
                <a:cubicBezTo>
                  <a:pt x="21" y="19"/>
                  <a:pt x="21" y="16"/>
                  <a:pt x="21" y="16"/>
                </a:cubicBezTo>
                <a:cubicBezTo>
                  <a:pt x="21" y="16"/>
                  <a:pt x="11" y="9"/>
                  <a:pt x="17" y="0"/>
                </a:cubicBezTo>
                <a:cubicBezTo>
                  <a:pt x="30" y="4"/>
                  <a:pt x="23" y="16"/>
                  <a:pt x="23" y="16"/>
                </a:cubicBezTo>
                <a:cubicBezTo>
                  <a:pt x="23" y="16"/>
                  <a:pt x="23" y="18"/>
                  <a:pt x="23" y="19"/>
                </a:cubicBezTo>
                <a:cubicBezTo>
                  <a:pt x="23" y="19"/>
                  <a:pt x="28" y="10"/>
                  <a:pt x="37" y="13"/>
                </a:cubicBezTo>
                <a:cubicBezTo>
                  <a:pt x="36" y="26"/>
                  <a:pt x="23" y="24"/>
                  <a:pt x="23" y="24"/>
                </a:cubicBezTo>
                <a:cubicBezTo>
                  <a:pt x="22" y="26"/>
                  <a:pt x="22" y="29"/>
                  <a:pt x="21" y="31"/>
                </a:cubicBezTo>
                <a:cubicBezTo>
                  <a:pt x="21" y="31"/>
                  <a:pt x="29" y="22"/>
                  <a:pt x="38" y="29"/>
                </a:cubicBezTo>
                <a:cubicBezTo>
                  <a:pt x="32" y="43"/>
                  <a:pt x="19" y="34"/>
                  <a:pt x="19" y="3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6" name="稻壳儿小白白(http://dwz.cn/Wu2UP)"/>
          <p:cNvSpPr/>
          <p:nvPr/>
        </p:nvSpPr>
        <p:spPr>
          <a:xfrm>
            <a:off x="3256566" y="3827121"/>
            <a:ext cx="342789" cy="342789"/>
          </a:xfrm>
          <a:custGeom>
            <a:avLst/>
            <a:gdLst>
              <a:gd name="T0" fmla="*/ 2147483646 w 48"/>
              <a:gd name="T1" fmla="*/ 96477336 h 48"/>
              <a:gd name="T2" fmla="*/ 1977733297 w 48"/>
              <a:gd name="T3" fmla="*/ 2074203688 h 48"/>
              <a:gd name="T4" fmla="*/ 1929498102 w 48"/>
              <a:gd name="T5" fmla="*/ 2147483646 h 48"/>
              <a:gd name="T6" fmla="*/ 1929498102 w 48"/>
              <a:gd name="T7" fmla="*/ 2147483646 h 48"/>
              <a:gd name="T8" fmla="*/ 1881255961 w 48"/>
              <a:gd name="T9" fmla="*/ 2147483646 h 48"/>
              <a:gd name="T10" fmla="*/ 1302405836 w 48"/>
              <a:gd name="T11" fmla="*/ 1929498102 h 48"/>
              <a:gd name="T12" fmla="*/ 964745578 w 48"/>
              <a:gd name="T13" fmla="*/ 2147483646 h 48"/>
              <a:gd name="T14" fmla="*/ 916510383 w 48"/>
              <a:gd name="T15" fmla="*/ 2147483646 h 48"/>
              <a:gd name="T16" fmla="*/ 868275188 w 48"/>
              <a:gd name="T17" fmla="*/ 2147483646 h 48"/>
              <a:gd name="T18" fmla="*/ 820033047 w 48"/>
              <a:gd name="T19" fmla="*/ 2147483646 h 48"/>
              <a:gd name="T20" fmla="*/ 820033047 w 48"/>
              <a:gd name="T21" fmla="*/ 1784785570 h 48"/>
              <a:gd name="T22" fmla="*/ 1929498102 w 48"/>
              <a:gd name="T23" fmla="*/ 434137594 h 48"/>
              <a:gd name="T24" fmla="*/ 578850125 w 48"/>
              <a:gd name="T25" fmla="*/ 1640073039 h 48"/>
              <a:gd name="T26" fmla="*/ 48235195 w 48"/>
              <a:gd name="T27" fmla="*/ 1398883172 h 48"/>
              <a:gd name="T28" fmla="*/ 0 w 48"/>
              <a:gd name="T29" fmla="*/ 1350647977 h 48"/>
              <a:gd name="T30" fmla="*/ 48235195 w 48"/>
              <a:gd name="T31" fmla="*/ 1254170641 h 48"/>
              <a:gd name="T32" fmla="*/ 2147483646 w 48"/>
              <a:gd name="T33" fmla="*/ 0 h 48"/>
              <a:gd name="T34" fmla="*/ 2147483646 w 48"/>
              <a:gd name="T35" fmla="*/ 0 h 48"/>
              <a:gd name="T36" fmla="*/ 2147483646 w 48"/>
              <a:gd name="T37" fmla="*/ 48235195 h 48"/>
              <a:gd name="T38" fmla="*/ 2147483646 w 48"/>
              <a:gd name="T39" fmla="*/ 96477336 h 4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48" h="48">
                <a:moveTo>
                  <a:pt x="48" y="2"/>
                </a:moveTo>
                <a:cubicBezTo>
                  <a:pt x="41" y="43"/>
                  <a:pt x="41" y="43"/>
                  <a:pt x="41" y="43"/>
                </a:cubicBezTo>
                <a:cubicBezTo>
                  <a:pt x="41" y="44"/>
                  <a:pt x="41" y="44"/>
                  <a:pt x="40" y="45"/>
                </a:cubicBezTo>
                <a:cubicBezTo>
                  <a:pt x="40" y="45"/>
                  <a:pt x="40" y="45"/>
                  <a:pt x="40" y="45"/>
                </a:cubicBezTo>
                <a:cubicBezTo>
                  <a:pt x="39" y="45"/>
                  <a:pt x="39" y="45"/>
                  <a:pt x="39" y="45"/>
                </a:cubicBezTo>
                <a:cubicBezTo>
                  <a:pt x="27" y="40"/>
                  <a:pt x="27" y="40"/>
                  <a:pt x="27" y="40"/>
                </a:cubicBezTo>
                <a:cubicBezTo>
                  <a:pt x="20" y="48"/>
                  <a:pt x="20" y="48"/>
                  <a:pt x="20" y="48"/>
                </a:cubicBezTo>
                <a:cubicBezTo>
                  <a:pt x="20" y="48"/>
                  <a:pt x="19" y="48"/>
                  <a:pt x="19" y="48"/>
                </a:cubicBezTo>
                <a:cubicBezTo>
                  <a:pt x="19" y="48"/>
                  <a:pt x="19" y="48"/>
                  <a:pt x="18" y="48"/>
                </a:cubicBezTo>
                <a:cubicBezTo>
                  <a:pt x="18" y="48"/>
                  <a:pt x="17" y="47"/>
                  <a:pt x="17" y="47"/>
                </a:cubicBezTo>
                <a:cubicBezTo>
                  <a:pt x="17" y="37"/>
                  <a:pt x="17" y="37"/>
                  <a:pt x="17" y="37"/>
                </a:cubicBezTo>
                <a:cubicBezTo>
                  <a:pt x="40" y="9"/>
                  <a:pt x="40" y="9"/>
                  <a:pt x="40" y="9"/>
                </a:cubicBezTo>
                <a:cubicBezTo>
                  <a:pt x="12" y="34"/>
                  <a:pt x="12" y="34"/>
                  <a:pt x="12" y="34"/>
                </a:cubicBezTo>
                <a:cubicBezTo>
                  <a:pt x="1" y="29"/>
                  <a:pt x="1" y="29"/>
                  <a:pt x="1" y="29"/>
                </a:cubicBezTo>
                <a:cubicBezTo>
                  <a:pt x="1" y="29"/>
                  <a:pt x="0" y="28"/>
                  <a:pt x="0" y="28"/>
                </a:cubicBezTo>
                <a:cubicBezTo>
                  <a:pt x="0" y="27"/>
                  <a:pt x="0" y="27"/>
                  <a:pt x="1" y="26"/>
                </a:cubicBezTo>
                <a:cubicBezTo>
                  <a:pt x="46" y="0"/>
                  <a:pt x="46" y="0"/>
                  <a:pt x="46" y="0"/>
                </a:cubicBezTo>
                <a:cubicBezTo>
                  <a:pt x="46" y="0"/>
                  <a:pt x="46" y="0"/>
                  <a:pt x="46" y="0"/>
                </a:cubicBezTo>
                <a:cubicBezTo>
                  <a:pt x="47" y="0"/>
                  <a:pt x="47" y="0"/>
                  <a:pt x="47" y="1"/>
                </a:cubicBezTo>
                <a:cubicBezTo>
                  <a:pt x="48" y="1"/>
                  <a:pt x="48" y="2"/>
                  <a:pt x="48" y="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7" name="稻壳儿小白白(http://dwz.cn/Wu2UP)"/>
          <p:cNvSpPr>
            <a:spLocks noEditPoints="1"/>
          </p:cNvSpPr>
          <p:nvPr/>
        </p:nvSpPr>
        <p:spPr>
          <a:xfrm>
            <a:off x="3256566" y="4352730"/>
            <a:ext cx="342789" cy="342789"/>
          </a:xfrm>
          <a:custGeom>
            <a:avLst/>
            <a:gdLst>
              <a:gd name="T0" fmla="*/ 2147483646 w 48"/>
              <a:gd name="T1" fmla="*/ 96477336 h 48"/>
              <a:gd name="T2" fmla="*/ 1977733297 w 48"/>
              <a:gd name="T3" fmla="*/ 2074203688 h 48"/>
              <a:gd name="T4" fmla="*/ 1929498102 w 48"/>
              <a:gd name="T5" fmla="*/ 2122445828 h 48"/>
              <a:gd name="T6" fmla="*/ 1929498102 w 48"/>
              <a:gd name="T7" fmla="*/ 2122445828 h 48"/>
              <a:gd name="T8" fmla="*/ 1881255961 w 48"/>
              <a:gd name="T9" fmla="*/ 2122445828 h 48"/>
              <a:gd name="T10" fmla="*/ 1205935445 w 48"/>
              <a:gd name="T11" fmla="*/ 1881255961 h 48"/>
              <a:gd name="T12" fmla="*/ 820033047 w 48"/>
              <a:gd name="T13" fmla="*/ 2147483646 h 48"/>
              <a:gd name="T14" fmla="*/ 723562656 w 48"/>
              <a:gd name="T15" fmla="*/ 2147483646 h 48"/>
              <a:gd name="T16" fmla="*/ 723562656 w 48"/>
              <a:gd name="T17" fmla="*/ 2147483646 h 48"/>
              <a:gd name="T18" fmla="*/ 675320516 w 48"/>
              <a:gd name="T19" fmla="*/ 2147483646 h 48"/>
              <a:gd name="T20" fmla="*/ 675320516 w 48"/>
              <a:gd name="T21" fmla="*/ 1640073039 h 48"/>
              <a:gd name="T22" fmla="*/ 48235195 w 48"/>
              <a:gd name="T23" fmla="*/ 1398883172 h 48"/>
              <a:gd name="T24" fmla="*/ 0 w 48"/>
              <a:gd name="T25" fmla="*/ 1302405836 h 48"/>
              <a:gd name="T26" fmla="*/ 48235195 w 48"/>
              <a:gd name="T27" fmla="*/ 1254170641 h 48"/>
              <a:gd name="T28" fmla="*/ 2147483646 w 48"/>
              <a:gd name="T29" fmla="*/ 0 h 48"/>
              <a:gd name="T30" fmla="*/ 2147483646 w 48"/>
              <a:gd name="T31" fmla="*/ 0 h 48"/>
              <a:gd name="T32" fmla="*/ 2147483646 w 48"/>
              <a:gd name="T33" fmla="*/ 96477336 h 48"/>
              <a:gd name="T34" fmla="*/ 2122445828 w 48"/>
              <a:gd name="T35" fmla="*/ 241189867 h 48"/>
              <a:gd name="T36" fmla="*/ 289425063 w 48"/>
              <a:gd name="T37" fmla="*/ 1302405836 h 48"/>
              <a:gd name="T38" fmla="*/ 723562656 w 48"/>
              <a:gd name="T39" fmla="*/ 1495360508 h 48"/>
              <a:gd name="T40" fmla="*/ 1833020766 w 48"/>
              <a:gd name="T41" fmla="*/ 675320516 h 48"/>
              <a:gd name="T42" fmla="*/ 1205935445 w 48"/>
              <a:gd name="T43" fmla="*/ 1688308234 h 48"/>
              <a:gd name="T44" fmla="*/ 1833020766 w 48"/>
              <a:gd name="T45" fmla="*/ 1929498102 h 48"/>
              <a:gd name="T46" fmla="*/ 2122445828 w 48"/>
              <a:gd name="T47" fmla="*/ 241189867 h 4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48" h="48">
                <a:moveTo>
                  <a:pt x="48" y="2"/>
                </a:moveTo>
                <a:cubicBezTo>
                  <a:pt x="41" y="43"/>
                  <a:pt x="41" y="43"/>
                  <a:pt x="41" y="43"/>
                </a:cubicBezTo>
                <a:cubicBezTo>
                  <a:pt x="41" y="44"/>
                  <a:pt x="41" y="44"/>
                  <a:pt x="40" y="44"/>
                </a:cubicBezTo>
                <a:cubicBezTo>
                  <a:pt x="40" y="44"/>
                  <a:pt x="40" y="44"/>
                  <a:pt x="40" y="44"/>
                </a:cubicBezTo>
                <a:cubicBezTo>
                  <a:pt x="39" y="44"/>
                  <a:pt x="39" y="44"/>
                  <a:pt x="39" y="44"/>
                </a:cubicBezTo>
                <a:cubicBezTo>
                  <a:pt x="25" y="39"/>
                  <a:pt x="25" y="39"/>
                  <a:pt x="25" y="39"/>
                </a:cubicBezTo>
                <a:cubicBezTo>
                  <a:pt x="17" y="47"/>
                  <a:pt x="17" y="47"/>
                  <a:pt x="17" y="47"/>
                </a:cubicBezTo>
                <a:cubicBezTo>
                  <a:pt x="16" y="48"/>
                  <a:pt x="16" y="48"/>
                  <a:pt x="15" y="48"/>
                </a:cubicBezTo>
                <a:cubicBezTo>
                  <a:pt x="15" y="48"/>
                  <a:pt x="15" y="48"/>
                  <a:pt x="15" y="48"/>
                </a:cubicBezTo>
                <a:cubicBezTo>
                  <a:pt x="14" y="47"/>
                  <a:pt x="14" y="47"/>
                  <a:pt x="14" y="46"/>
                </a:cubicBezTo>
                <a:cubicBezTo>
                  <a:pt x="14" y="34"/>
                  <a:pt x="14" y="34"/>
                  <a:pt x="14" y="34"/>
                </a:cubicBezTo>
                <a:cubicBezTo>
                  <a:pt x="1" y="29"/>
                  <a:pt x="1" y="29"/>
                  <a:pt x="1" y="29"/>
                </a:cubicBezTo>
                <a:cubicBezTo>
                  <a:pt x="1" y="29"/>
                  <a:pt x="0" y="28"/>
                  <a:pt x="0" y="27"/>
                </a:cubicBezTo>
                <a:cubicBezTo>
                  <a:pt x="0" y="27"/>
                  <a:pt x="0" y="26"/>
                  <a:pt x="1" y="26"/>
                </a:cubicBezTo>
                <a:cubicBezTo>
                  <a:pt x="46" y="0"/>
                  <a:pt x="46" y="0"/>
                  <a:pt x="46" y="0"/>
                </a:cubicBezTo>
                <a:cubicBezTo>
                  <a:pt x="46" y="0"/>
                  <a:pt x="47" y="0"/>
                  <a:pt x="47" y="0"/>
                </a:cubicBezTo>
                <a:cubicBezTo>
                  <a:pt x="48" y="1"/>
                  <a:pt x="48" y="1"/>
                  <a:pt x="48" y="2"/>
                </a:cubicBezTo>
                <a:close/>
                <a:moveTo>
                  <a:pt x="44" y="5"/>
                </a:moveTo>
                <a:cubicBezTo>
                  <a:pt x="6" y="27"/>
                  <a:pt x="6" y="27"/>
                  <a:pt x="6" y="27"/>
                </a:cubicBezTo>
                <a:cubicBezTo>
                  <a:pt x="15" y="31"/>
                  <a:pt x="15" y="31"/>
                  <a:pt x="15" y="31"/>
                </a:cubicBezTo>
                <a:cubicBezTo>
                  <a:pt x="38" y="14"/>
                  <a:pt x="38" y="14"/>
                  <a:pt x="38" y="14"/>
                </a:cubicBezTo>
                <a:cubicBezTo>
                  <a:pt x="25" y="35"/>
                  <a:pt x="25" y="35"/>
                  <a:pt x="25" y="35"/>
                </a:cubicBezTo>
                <a:cubicBezTo>
                  <a:pt x="38" y="40"/>
                  <a:pt x="38" y="40"/>
                  <a:pt x="38" y="40"/>
                </a:cubicBezTo>
                <a:lnTo>
                  <a:pt x="44" y="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8" name="稻壳儿小白白(http://dwz.cn/Wu2UP)"/>
          <p:cNvSpPr/>
          <p:nvPr/>
        </p:nvSpPr>
        <p:spPr>
          <a:xfrm>
            <a:off x="3292477" y="4901192"/>
            <a:ext cx="269334" cy="292187"/>
          </a:xfrm>
          <a:custGeom>
            <a:avLst/>
            <a:gdLst>
              <a:gd name="T0" fmla="*/ 1425445917 w 38"/>
              <a:gd name="T1" fmla="*/ 1969478307 h 41"/>
              <a:gd name="T2" fmla="*/ 1140360869 w 38"/>
              <a:gd name="T3" fmla="*/ 1825373012 h 41"/>
              <a:gd name="T4" fmla="*/ 142542524 w 38"/>
              <a:gd name="T5" fmla="*/ 816615154 h 41"/>
              <a:gd name="T6" fmla="*/ 0 w 38"/>
              <a:gd name="T7" fmla="*/ 480360224 h 41"/>
              <a:gd name="T8" fmla="*/ 475148639 w 38"/>
              <a:gd name="T9" fmla="*/ 0 h 41"/>
              <a:gd name="T10" fmla="*/ 855268929 w 38"/>
              <a:gd name="T11" fmla="*/ 144105295 h 41"/>
              <a:gd name="T12" fmla="*/ 1615509508 w 38"/>
              <a:gd name="T13" fmla="*/ 912683040 h 41"/>
              <a:gd name="T14" fmla="*/ 1615509508 w 38"/>
              <a:gd name="T15" fmla="*/ 960720449 h 41"/>
              <a:gd name="T16" fmla="*/ 1520474266 w 38"/>
              <a:gd name="T17" fmla="*/ 1056795266 h 41"/>
              <a:gd name="T18" fmla="*/ 1520474266 w 38"/>
              <a:gd name="T19" fmla="*/ 1056795266 h 41"/>
              <a:gd name="T20" fmla="*/ 712726405 w 38"/>
              <a:gd name="T21" fmla="*/ 240180112 h 41"/>
              <a:gd name="T22" fmla="*/ 475148639 w 38"/>
              <a:gd name="T23" fmla="*/ 144105295 h 41"/>
              <a:gd name="T24" fmla="*/ 190056698 w 38"/>
              <a:gd name="T25" fmla="*/ 480360224 h 41"/>
              <a:gd name="T26" fmla="*/ 285091941 w 38"/>
              <a:gd name="T27" fmla="*/ 720540337 h 41"/>
              <a:gd name="T28" fmla="*/ 1282903393 w 38"/>
              <a:gd name="T29" fmla="*/ 1729298194 h 41"/>
              <a:gd name="T30" fmla="*/ 1425445917 w 38"/>
              <a:gd name="T31" fmla="*/ 1825373012 h 41"/>
              <a:gd name="T32" fmla="*/ 1615509508 w 38"/>
              <a:gd name="T33" fmla="*/ 1633223377 h 41"/>
              <a:gd name="T34" fmla="*/ 1567988440 w 38"/>
              <a:gd name="T35" fmla="*/ 1441080673 h 41"/>
              <a:gd name="T36" fmla="*/ 807754754 w 38"/>
              <a:gd name="T37" fmla="*/ 672502928 h 41"/>
              <a:gd name="T38" fmla="*/ 760240579 w 38"/>
              <a:gd name="T39" fmla="*/ 624465520 h 41"/>
              <a:gd name="T40" fmla="*/ 665205337 w 38"/>
              <a:gd name="T41" fmla="*/ 720540337 h 41"/>
              <a:gd name="T42" fmla="*/ 665205337 w 38"/>
              <a:gd name="T43" fmla="*/ 816615154 h 41"/>
              <a:gd name="T44" fmla="*/ 1187875044 w 38"/>
              <a:gd name="T45" fmla="*/ 1345012787 h 41"/>
              <a:gd name="T46" fmla="*/ 1235389218 w 38"/>
              <a:gd name="T47" fmla="*/ 1345012787 h 41"/>
              <a:gd name="T48" fmla="*/ 1140360869 w 38"/>
              <a:gd name="T49" fmla="*/ 1489118082 h 41"/>
              <a:gd name="T50" fmla="*/ 1092839802 w 38"/>
              <a:gd name="T51" fmla="*/ 1441080673 h 41"/>
              <a:gd name="T52" fmla="*/ 570176988 w 38"/>
              <a:gd name="T53" fmla="*/ 912683040 h 41"/>
              <a:gd name="T54" fmla="*/ 475148639 w 38"/>
              <a:gd name="T55" fmla="*/ 720540337 h 41"/>
              <a:gd name="T56" fmla="*/ 760240579 w 38"/>
              <a:gd name="T57" fmla="*/ 480360224 h 41"/>
              <a:gd name="T58" fmla="*/ 950297278 w 38"/>
              <a:gd name="T59" fmla="*/ 576435042 h 41"/>
              <a:gd name="T60" fmla="*/ 1663023683 w 38"/>
              <a:gd name="T61" fmla="*/ 1296975378 h 41"/>
              <a:gd name="T62" fmla="*/ 1805566206 w 38"/>
              <a:gd name="T63" fmla="*/ 1633223377 h 41"/>
              <a:gd name="T64" fmla="*/ 1425445917 w 38"/>
              <a:gd name="T65" fmla="*/ 1969478307 h 4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8" h="41">
                <a:moveTo>
                  <a:pt x="30" y="41"/>
                </a:moveTo>
                <a:cubicBezTo>
                  <a:pt x="28" y="41"/>
                  <a:pt x="26" y="40"/>
                  <a:pt x="24" y="38"/>
                </a:cubicBezTo>
                <a:cubicBezTo>
                  <a:pt x="3" y="17"/>
                  <a:pt x="3" y="17"/>
                  <a:pt x="3" y="17"/>
                </a:cubicBezTo>
                <a:cubicBezTo>
                  <a:pt x="1" y="16"/>
                  <a:pt x="0" y="13"/>
                  <a:pt x="0" y="10"/>
                </a:cubicBezTo>
                <a:cubicBezTo>
                  <a:pt x="0" y="5"/>
                  <a:pt x="5" y="0"/>
                  <a:pt x="10" y="0"/>
                </a:cubicBezTo>
                <a:cubicBezTo>
                  <a:pt x="13" y="0"/>
                  <a:pt x="16" y="1"/>
                  <a:pt x="18" y="3"/>
                </a:cubicBezTo>
                <a:cubicBezTo>
                  <a:pt x="34" y="19"/>
                  <a:pt x="34" y="19"/>
                  <a:pt x="34" y="19"/>
                </a:cubicBezTo>
                <a:cubicBezTo>
                  <a:pt x="34" y="19"/>
                  <a:pt x="34" y="20"/>
                  <a:pt x="34" y="20"/>
                </a:cubicBezTo>
                <a:cubicBezTo>
                  <a:pt x="34" y="20"/>
                  <a:pt x="33" y="22"/>
                  <a:pt x="32" y="22"/>
                </a:cubicBezTo>
                <a:cubicBezTo>
                  <a:pt x="32" y="22"/>
                  <a:pt x="32" y="22"/>
                  <a:pt x="32" y="22"/>
                </a:cubicBezTo>
                <a:cubicBezTo>
                  <a:pt x="15" y="5"/>
                  <a:pt x="15" y="5"/>
                  <a:pt x="15" y="5"/>
                </a:cubicBezTo>
                <a:cubicBezTo>
                  <a:pt x="14" y="4"/>
                  <a:pt x="12" y="3"/>
                  <a:pt x="10" y="3"/>
                </a:cubicBezTo>
                <a:cubicBezTo>
                  <a:pt x="7" y="3"/>
                  <a:pt x="4" y="6"/>
                  <a:pt x="4" y="10"/>
                </a:cubicBezTo>
                <a:cubicBezTo>
                  <a:pt x="4" y="12"/>
                  <a:pt x="4" y="14"/>
                  <a:pt x="6" y="15"/>
                </a:cubicBezTo>
                <a:cubicBezTo>
                  <a:pt x="27" y="36"/>
                  <a:pt x="27" y="36"/>
                  <a:pt x="27" y="36"/>
                </a:cubicBezTo>
                <a:cubicBezTo>
                  <a:pt x="28" y="37"/>
                  <a:pt x="29" y="38"/>
                  <a:pt x="30" y="38"/>
                </a:cubicBezTo>
                <a:cubicBezTo>
                  <a:pt x="33" y="38"/>
                  <a:pt x="34" y="36"/>
                  <a:pt x="34" y="34"/>
                </a:cubicBezTo>
                <a:cubicBezTo>
                  <a:pt x="34" y="32"/>
                  <a:pt x="34" y="31"/>
                  <a:pt x="33" y="30"/>
                </a:cubicBezTo>
                <a:cubicBezTo>
                  <a:pt x="17" y="14"/>
                  <a:pt x="17" y="14"/>
                  <a:pt x="17" y="14"/>
                </a:cubicBezTo>
                <a:cubicBezTo>
                  <a:pt x="17" y="14"/>
                  <a:pt x="16" y="13"/>
                  <a:pt x="16" y="13"/>
                </a:cubicBezTo>
                <a:cubicBezTo>
                  <a:pt x="15" y="13"/>
                  <a:pt x="14" y="14"/>
                  <a:pt x="14" y="15"/>
                </a:cubicBezTo>
                <a:cubicBezTo>
                  <a:pt x="14" y="16"/>
                  <a:pt x="14" y="16"/>
                  <a:pt x="14" y="17"/>
                </a:cubicBezTo>
                <a:cubicBezTo>
                  <a:pt x="25" y="28"/>
                  <a:pt x="25" y="28"/>
                  <a:pt x="25" y="28"/>
                </a:cubicBezTo>
                <a:cubicBezTo>
                  <a:pt x="26" y="28"/>
                  <a:pt x="26" y="28"/>
                  <a:pt x="26" y="28"/>
                </a:cubicBezTo>
                <a:cubicBezTo>
                  <a:pt x="26" y="29"/>
                  <a:pt x="24" y="31"/>
                  <a:pt x="24" y="31"/>
                </a:cubicBezTo>
                <a:cubicBezTo>
                  <a:pt x="23" y="31"/>
                  <a:pt x="23" y="30"/>
                  <a:pt x="23" y="30"/>
                </a:cubicBezTo>
                <a:cubicBezTo>
                  <a:pt x="12" y="19"/>
                  <a:pt x="12" y="19"/>
                  <a:pt x="12" y="19"/>
                </a:cubicBezTo>
                <a:cubicBezTo>
                  <a:pt x="11" y="18"/>
                  <a:pt x="10" y="17"/>
                  <a:pt x="10" y="15"/>
                </a:cubicBezTo>
                <a:cubicBezTo>
                  <a:pt x="10" y="12"/>
                  <a:pt x="13" y="10"/>
                  <a:pt x="16" y="10"/>
                </a:cubicBezTo>
                <a:cubicBezTo>
                  <a:pt x="17" y="10"/>
                  <a:pt x="19" y="11"/>
                  <a:pt x="20" y="12"/>
                </a:cubicBezTo>
                <a:cubicBezTo>
                  <a:pt x="35" y="27"/>
                  <a:pt x="35" y="27"/>
                  <a:pt x="35" y="27"/>
                </a:cubicBezTo>
                <a:cubicBezTo>
                  <a:pt x="37" y="29"/>
                  <a:pt x="38" y="31"/>
                  <a:pt x="38" y="34"/>
                </a:cubicBezTo>
                <a:cubicBezTo>
                  <a:pt x="38" y="38"/>
                  <a:pt x="35" y="41"/>
                  <a:pt x="30"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29" name="稻壳儿小白白(http://dwz.cn/Wu2UP)"/>
          <p:cNvSpPr/>
          <p:nvPr/>
        </p:nvSpPr>
        <p:spPr>
          <a:xfrm>
            <a:off x="3313698" y="5420272"/>
            <a:ext cx="233422" cy="297084"/>
          </a:xfrm>
          <a:custGeom>
            <a:avLst/>
            <a:gdLst>
              <a:gd name="T0" fmla="*/ 1561649944 w 33"/>
              <a:gd name="T1" fmla="*/ 189294029 h 42"/>
              <a:gd name="T2" fmla="*/ 1514328260 w 33"/>
              <a:gd name="T3" fmla="*/ 331259392 h 42"/>
              <a:gd name="T4" fmla="*/ 1419684894 w 33"/>
              <a:gd name="T5" fmla="*/ 331259392 h 42"/>
              <a:gd name="T6" fmla="*/ 1372356332 w 33"/>
              <a:gd name="T7" fmla="*/ 331259392 h 42"/>
              <a:gd name="T8" fmla="*/ 1372356332 w 33"/>
              <a:gd name="T9" fmla="*/ 425909846 h 42"/>
              <a:gd name="T10" fmla="*/ 1372356332 w 33"/>
              <a:gd name="T11" fmla="*/ 1892919654 h 42"/>
              <a:gd name="T12" fmla="*/ 1325034648 w 33"/>
              <a:gd name="T13" fmla="*/ 1987563229 h 42"/>
              <a:gd name="T14" fmla="*/ 1183069598 w 33"/>
              <a:gd name="T15" fmla="*/ 1987563229 h 42"/>
              <a:gd name="T16" fmla="*/ 1088419353 w 33"/>
              <a:gd name="T17" fmla="*/ 1892919654 h 42"/>
              <a:gd name="T18" fmla="*/ 1088419353 w 33"/>
              <a:gd name="T19" fmla="*/ 331259392 h 42"/>
              <a:gd name="T20" fmla="*/ 899132620 w 33"/>
              <a:gd name="T21" fmla="*/ 331259392 h 42"/>
              <a:gd name="T22" fmla="*/ 899132620 w 33"/>
              <a:gd name="T23" fmla="*/ 1892919654 h 42"/>
              <a:gd name="T24" fmla="*/ 851810936 w 33"/>
              <a:gd name="T25" fmla="*/ 1987563229 h 42"/>
              <a:gd name="T26" fmla="*/ 709839007 w 33"/>
              <a:gd name="T27" fmla="*/ 1987563229 h 42"/>
              <a:gd name="T28" fmla="*/ 615195641 w 33"/>
              <a:gd name="T29" fmla="*/ 1892919654 h 42"/>
              <a:gd name="T30" fmla="*/ 615195641 w 33"/>
              <a:gd name="T31" fmla="*/ 1277722658 h 42"/>
              <a:gd name="T32" fmla="*/ 283936979 w 33"/>
              <a:gd name="T33" fmla="*/ 1183072204 h 42"/>
              <a:gd name="T34" fmla="*/ 47321683 w 33"/>
              <a:gd name="T35" fmla="*/ 946456388 h 42"/>
              <a:gd name="T36" fmla="*/ 0 w 33"/>
              <a:gd name="T37" fmla="*/ 615196996 h 42"/>
              <a:gd name="T38" fmla="*/ 94643367 w 33"/>
              <a:gd name="T39" fmla="*/ 283937604 h 42"/>
              <a:gd name="T40" fmla="*/ 378580345 w 33"/>
              <a:gd name="T41" fmla="*/ 47321788 h 42"/>
              <a:gd name="T42" fmla="*/ 899132620 w 33"/>
              <a:gd name="T43" fmla="*/ 0 h 42"/>
              <a:gd name="T44" fmla="*/ 1514328260 w 33"/>
              <a:gd name="T45" fmla="*/ 0 h 42"/>
              <a:gd name="T46" fmla="*/ 1561649944 w 33"/>
              <a:gd name="T47" fmla="*/ 94643575 h 42"/>
              <a:gd name="T48" fmla="*/ 1561649944 w 33"/>
              <a:gd name="T49" fmla="*/ 189294029 h 42"/>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33" h="42">
                <a:moveTo>
                  <a:pt x="33" y="4"/>
                </a:moveTo>
                <a:cubicBezTo>
                  <a:pt x="33" y="5"/>
                  <a:pt x="32" y="7"/>
                  <a:pt x="32" y="7"/>
                </a:cubicBezTo>
                <a:cubicBezTo>
                  <a:pt x="31" y="7"/>
                  <a:pt x="31" y="6"/>
                  <a:pt x="30" y="7"/>
                </a:cubicBezTo>
                <a:cubicBezTo>
                  <a:pt x="30" y="7"/>
                  <a:pt x="29" y="7"/>
                  <a:pt x="29" y="7"/>
                </a:cubicBezTo>
                <a:cubicBezTo>
                  <a:pt x="29" y="8"/>
                  <a:pt x="29" y="9"/>
                  <a:pt x="29" y="9"/>
                </a:cubicBezTo>
                <a:cubicBezTo>
                  <a:pt x="29" y="40"/>
                  <a:pt x="29" y="40"/>
                  <a:pt x="29" y="40"/>
                </a:cubicBezTo>
                <a:cubicBezTo>
                  <a:pt x="29" y="41"/>
                  <a:pt x="28" y="42"/>
                  <a:pt x="28" y="42"/>
                </a:cubicBezTo>
                <a:cubicBezTo>
                  <a:pt x="25" y="42"/>
                  <a:pt x="25" y="42"/>
                  <a:pt x="25" y="42"/>
                </a:cubicBezTo>
                <a:cubicBezTo>
                  <a:pt x="24" y="42"/>
                  <a:pt x="23" y="41"/>
                  <a:pt x="23" y="40"/>
                </a:cubicBezTo>
                <a:cubicBezTo>
                  <a:pt x="23" y="7"/>
                  <a:pt x="23" y="7"/>
                  <a:pt x="23" y="7"/>
                </a:cubicBezTo>
                <a:cubicBezTo>
                  <a:pt x="19" y="7"/>
                  <a:pt x="19" y="7"/>
                  <a:pt x="19" y="7"/>
                </a:cubicBezTo>
                <a:cubicBezTo>
                  <a:pt x="19" y="40"/>
                  <a:pt x="19" y="40"/>
                  <a:pt x="19" y="40"/>
                </a:cubicBezTo>
                <a:cubicBezTo>
                  <a:pt x="19" y="41"/>
                  <a:pt x="18" y="42"/>
                  <a:pt x="18" y="42"/>
                </a:cubicBezTo>
                <a:cubicBezTo>
                  <a:pt x="15" y="42"/>
                  <a:pt x="15" y="42"/>
                  <a:pt x="15" y="42"/>
                </a:cubicBezTo>
                <a:cubicBezTo>
                  <a:pt x="14" y="42"/>
                  <a:pt x="13" y="41"/>
                  <a:pt x="13" y="40"/>
                </a:cubicBezTo>
                <a:cubicBezTo>
                  <a:pt x="13" y="27"/>
                  <a:pt x="13" y="27"/>
                  <a:pt x="13" y="27"/>
                </a:cubicBezTo>
                <a:cubicBezTo>
                  <a:pt x="10" y="26"/>
                  <a:pt x="8" y="26"/>
                  <a:pt x="6" y="25"/>
                </a:cubicBezTo>
                <a:cubicBezTo>
                  <a:pt x="4" y="24"/>
                  <a:pt x="2" y="22"/>
                  <a:pt x="1" y="20"/>
                </a:cubicBezTo>
                <a:cubicBezTo>
                  <a:pt x="0" y="18"/>
                  <a:pt x="0" y="16"/>
                  <a:pt x="0" y="13"/>
                </a:cubicBezTo>
                <a:cubicBezTo>
                  <a:pt x="0" y="10"/>
                  <a:pt x="0" y="8"/>
                  <a:pt x="2" y="6"/>
                </a:cubicBezTo>
                <a:cubicBezTo>
                  <a:pt x="4" y="4"/>
                  <a:pt x="5" y="2"/>
                  <a:pt x="8" y="1"/>
                </a:cubicBezTo>
                <a:cubicBezTo>
                  <a:pt x="10" y="1"/>
                  <a:pt x="14" y="0"/>
                  <a:pt x="19" y="0"/>
                </a:cubicBezTo>
                <a:cubicBezTo>
                  <a:pt x="32" y="0"/>
                  <a:pt x="32" y="0"/>
                  <a:pt x="32" y="0"/>
                </a:cubicBezTo>
                <a:cubicBezTo>
                  <a:pt x="32" y="0"/>
                  <a:pt x="33" y="1"/>
                  <a:pt x="33" y="2"/>
                </a:cubicBezTo>
                <a:lnTo>
                  <a:pt x="33" y="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0" name="稻壳儿小白白(http://dwz.cn/Wu2UP)"/>
          <p:cNvSpPr>
            <a:spLocks noEditPoints="1"/>
          </p:cNvSpPr>
          <p:nvPr/>
        </p:nvSpPr>
        <p:spPr>
          <a:xfrm>
            <a:off x="3256566" y="5924661"/>
            <a:ext cx="342789" cy="342789"/>
          </a:xfrm>
          <a:custGeom>
            <a:avLst/>
            <a:gdLst>
              <a:gd name="T0" fmla="*/ 2147483646 w 48"/>
              <a:gd name="T1" fmla="*/ 2147483646 h 48"/>
              <a:gd name="T2" fmla="*/ 2147483646 w 48"/>
              <a:gd name="T3" fmla="*/ 2147483646 h 48"/>
              <a:gd name="T4" fmla="*/ 964745578 w 48"/>
              <a:gd name="T5" fmla="*/ 2147483646 h 48"/>
              <a:gd name="T6" fmla="*/ 820033047 w 48"/>
              <a:gd name="T7" fmla="*/ 2147483646 h 48"/>
              <a:gd name="T8" fmla="*/ 820033047 w 48"/>
              <a:gd name="T9" fmla="*/ 1977733297 h 48"/>
              <a:gd name="T10" fmla="*/ 144712531 w 48"/>
              <a:gd name="T11" fmla="*/ 1977733297 h 48"/>
              <a:gd name="T12" fmla="*/ 0 w 48"/>
              <a:gd name="T13" fmla="*/ 1833020766 h 48"/>
              <a:gd name="T14" fmla="*/ 0 w 48"/>
              <a:gd name="T15" fmla="*/ 96477336 h 48"/>
              <a:gd name="T16" fmla="*/ 144712531 w 48"/>
              <a:gd name="T17" fmla="*/ 0 h 48"/>
              <a:gd name="T18" fmla="*/ 1543595703 w 48"/>
              <a:gd name="T19" fmla="*/ 0 h 48"/>
              <a:gd name="T20" fmla="*/ 1640073039 w 48"/>
              <a:gd name="T21" fmla="*/ 96477336 h 48"/>
              <a:gd name="T22" fmla="*/ 1640073039 w 48"/>
              <a:gd name="T23" fmla="*/ 530607984 h 48"/>
              <a:gd name="T24" fmla="*/ 1688308234 w 48"/>
              <a:gd name="T25" fmla="*/ 578850125 h 48"/>
              <a:gd name="T26" fmla="*/ 2147483646 w 48"/>
              <a:gd name="T27" fmla="*/ 1109458109 h 48"/>
              <a:gd name="T28" fmla="*/ 2147483646 w 48"/>
              <a:gd name="T29" fmla="*/ 1302405836 h 48"/>
              <a:gd name="T30" fmla="*/ 2147483646 w 48"/>
              <a:gd name="T31" fmla="*/ 2147483646 h 48"/>
              <a:gd name="T32" fmla="*/ 1302405836 w 48"/>
              <a:gd name="T33" fmla="*/ 192947727 h 48"/>
              <a:gd name="T34" fmla="*/ 1302405836 w 48"/>
              <a:gd name="T35" fmla="*/ 144712531 h 48"/>
              <a:gd name="T36" fmla="*/ 385902398 w 48"/>
              <a:gd name="T37" fmla="*/ 144712531 h 48"/>
              <a:gd name="T38" fmla="*/ 337660258 w 48"/>
              <a:gd name="T39" fmla="*/ 192947727 h 48"/>
              <a:gd name="T40" fmla="*/ 337660258 w 48"/>
              <a:gd name="T41" fmla="*/ 289425063 h 48"/>
              <a:gd name="T42" fmla="*/ 385902398 w 48"/>
              <a:gd name="T43" fmla="*/ 337660258 h 48"/>
              <a:gd name="T44" fmla="*/ 1302405836 w 48"/>
              <a:gd name="T45" fmla="*/ 337660258 h 48"/>
              <a:gd name="T46" fmla="*/ 1302405836 w 48"/>
              <a:gd name="T47" fmla="*/ 289425063 h 48"/>
              <a:gd name="T48" fmla="*/ 1302405836 w 48"/>
              <a:gd name="T49" fmla="*/ 192947727 h 48"/>
              <a:gd name="T50" fmla="*/ 2147483646 w 48"/>
              <a:gd name="T51" fmla="*/ 2122445828 h 48"/>
              <a:gd name="T52" fmla="*/ 2147483646 w 48"/>
              <a:gd name="T53" fmla="*/ 1302405836 h 48"/>
              <a:gd name="T54" fmla="*/ 1591830898 w 48"/>
              <a:gd name="T55" fmla="*/ 1302405836 h 48"/>
              <a:gd name="T56" fmla="*/ 1495360508 w 48"/>
              <a:gd name="T57" fmla="*/ 1205935445 h 48"/>
              <a:gd name="T58" fmla="*/ 1495360508 w 48"/>
              <a:gd name="T59" fmla="*/ 627085320 h 48"/>
              <a:gd name="T60" fmla="*/ 1012987719 w 48"/>
              <a:gd name="T61" fmla="*/ 627085320 h 48"/>
              <a:gd name="T62" fmla="*/ 1012987719 w 48"/>
              <a:gd name="T63" fmla="*/ 2122445828 h 48"/>
              <a:gd name="T64" fmla="*/ 2147483646 w 48"/>
              <a:gd name="T65" fmla="*/ 2122445828 h 48"/>
              <a:gd name="T66" fmla="*/ 2025968492 w 48"/>
              <a:gd name="T67" fmla="*/ 1157700250 h 48"/>
              <a:gd name="T68" fmla="*/ 1640073039 w 48"/>
              <a:gd name="T69" fmla="*/ 771797852 h 48"/>
              <a:gd name="T70" fmla="*/ 1640073039 w 48"/>
              <a:gd name="T71" fmla="*/ 1157700250 h 48"/>
              <a:gd name="T72" fmla="*/ 2025968492 w 48"/>
              <a:gd name="T73" fmla="*/ 1157700250 h 48"/>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8" h="48">
                <a:moveTo>
                  <a:pt x="48" y="45"/>
                </a:moveTo>
                <a:cubicBezTo>
                  <a:pt x="48" y="47"/>
                  <a:pt x="47" y="48"/>
                  <a:pt x="46" y="48"/>
                </a:cubicBezTo>
                <a:cubicBezTo>
                  <a:pt x="20" y="48"/>
                  <a:pt x="20" y="48"/>
                  <a:pt x="20" y="48"/>
                </a:cubicBezTo>
                <a:cubicBezTo>
                  <a:pt x="18" y="48"/>
                  <a:pt x="17" y="47"/>
                  <a:pt x="17" y="45"/>
                </a:cubicBezTo>
                <a:cubicBezTo>
                  <a:pt x="17" y="41"/>
                  <a:pt x="17" y="41"/>
                  <a:pt x="17" y="41"/>
                </a:cubicBezTo>
                <a:cubicBezTo>
                  <a:pt x="3" y="41"/>
                  <a:pt x="3" y="41"/>
                  <a:pt x="3" y="41"/>
                </a:cubicBezTo>
                <a:cubicBezTo>
                  <a:pt x="1" y="41"/>
                  <a:pt x="0" y="40"/>
                  <a:pt x="0" y="38"/>
                </a:cubicBezTo>
                <a:cubicBezTo>
                  <a:pt x="0" y="2"/>
                  <a:pt x="0" y="2"/>
                  <a:pt x="0" y="2"/>
                </a:cubicBezTo>
                <a:cubicBezTo>
                  <a:pt x="0" y="1"/>
                  <a:pt x="1" y="0"/>
                  <a:pt x="3" y="0"/>
                </a:cubicBezTo>
                <a:cubicBezTo>
                  <a:pt x="32" y="0"/>
                  <a:pt x="32" y="0"/>
                  <a:pt x="32" y="0"/>
                </a:cubicBezTo>
                <a:cubicBezTo>
                  <a:pt x="33" y="0"/>
                  <a:pt x="34" y="1"/>
                  <a:pt x="34" y="2"/>
                </a:cubicBezTo>
                <a:cubicBezTo>
                  <a:pt x="34" y="11"/>
                  <a:pt x="34" y="11"/>
                  <a:pt x="34" y="11"/>
                </a:cubicBezTo>
                <a:cubicBezTo>
                  <a:pt x="35" y="11"/>
                  <a:pt x="35" y="11"/>
                  <a:pt x="35" y="12"/>
                </a:cubicBezTo>
                <a:cubicBezTo>
                  <a:pt x="46" y="23"/>
                  <a:pt x="46" y="23"/>
                  <a:pt x="46" y="23"/>
                </a:cubicBezTo>
                <a:cubicBezTo>
                  <a:pt x="47" y="24"/>
                  <a:pt x="48" y="26"/>
                  <a:pt x="48" y="27"/>
                </a:cubicBezTo>
                <a:lnTo>
                  <a:pt x="48" y="45"/>
                </a:lnTo>
                <a:close/>
                <a:moveTo>
                  <a:pt x="27" y="4"/>
                </a:moveTo>
                <a:cubicBezTo>
                  <a:pt x="27" y="3"/>
                  <a:pt x="27" y="3"/>
                  <a:pt x="27" y="3"/>
                </a:cubicBezTo>
                <a:cubicBezTo>
                  <a:pt x="8" y="3"/>
                  <a:pt x="8" y="3"/>
                  <a:pt x="8" y="3"/>
                </a:cubicBezTo>
                <a:cubicBezTo>
                  <a:pt x="7" y="3"/>
                  <a:pt x="7" y="3"/>
                  <a:pt x="7" y="4"/>
                </a:cubicBezTo>
                <a:cubicBezTo>
                  <a:pt x="7" y="6"/>
                  <a:pt x="7" y="6"/>
                  <a:pt x="7" y="6"/>
                </a:cubicBezTo>
                <a:cubicBezTo>
                  <a:pt x="7" y="6"/>
                  <a:pt x="7" y="7"/>
                  <a:pt x="8" y="7"/>
                </a:cubicBezTo>
                <a:cubicBezTo>
                  <a:pt x="27" y="7"/>
                  <a:pt x="27" y="7"/>
                  <a:pt x="27" y="7"/>
                </a:cubicBezTo>
                <a:cubicBezTo>
                  <a:pt x="27" y="7"/>
                  <a:pt x="27" y="6"/>
                  <a:pt x="27" y="6"/>
                </a:cubicBezTo>
                <a:lnTo>
                  <a:pt x="27" y="4"/>
                </a:lnTo>
                <a:close/>
                <a:moveTo>
                  <a:pt x="45" y="44"/>
                </a:moveTo>
                <a:cubicBezTo>
                  <a:pt x="45" y="27"/>
                  <a:pt x="45" y="27"/>
                  <a:pt x="45" y="27"/>
                </a:cubicBezTo>
                <a:cubicBezTo>
                  <a:pt x="33" y="27"/>
                  <a:pt x="33" y="27"/>
                  <a:pt x="33" y="27"/>
                </a:cubicBezTo>
                <a:cubicBezTo>
                  <a:pt x="32" y="27"/>
                  <a:pt x="31" y="26"/>
                  <a:pt x="31" y="25"/>
                </a:cubicBezTo>
                <a:cubicBezTo>
                  <a:pt x="31" y="13"/>
                  <a:pt x="31" y="13"/>
                  <a:pt x="31" y="13"/>
                </a:cubicBezTo>
                <a:cubicBezTo>
                  <a:pt x="21" y="13"/>
                  <a:pt x="21" y="13"/>
                  <a:pt x="21" y="13"/>
                </a:cubicBezTo>
                <a:cubicBezTo>
                  <a:pt x="21" y="44"/>
                  <a:pt x="21" y="44"/>
                  <a:pt x="21" y="44"/>
                </a:cubicBezTo>
                <a:lnTo>
                  <a:pt x="45" y="44"/>
                </a:lnTo>
                <a:close/>
                <a:moveTo>
                  <a:pt x="42" y="24"/>
                </a:moveTo>
                <a:cubicBezTo>
                  <a:pt x="34" y="16"/>
                  <a:pt x="34" y="16"/>
                  <a:pt x="34" y="16"/>
                </a:cubicBezTo>
                <a:cubicBezTo>
                  <a:pt x="34" y="24"/>
                  <a:pt x="34" y="24"/>
                  <a:pt x="34" y="24"/>
                </a:cubicBezTo>
                <a:lnTo>
                  <a:pt x="42" y="2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1" name="稻壳儿小白白(http://dwz.cn/Wu2UP)"/>
          <p:cNvSpPr>
            <a:spLocks noEditPoints="1"/>
          </p:cNvSpPr>
          <p:nvPr/>
        </p:nvSpPr>
        <p:spPr>
          <a:xfrm>
            <a:off x="4167405" y="1238250"/>
            <a:ext cx="290554" cy="290554"/>
          </a:xfrm>
          <a:custGeom>
            <a:avLst/>
            <a:gdLst>
              <a:gd name="T0" fmla="*/ 1947527576 w 41"/>
              <a:gd name="T1" fmla="*/ 1567519338 h 41"/>
              <a:gd name="T2" fmla="*/ 1567519338 w 41"/>
              <a:gd name="T3" fmla="*/ 1947527576 h 41"/>
              <a:gd name="T4" fmla="*/ 380008238 w 41"/>
              <a:gd name="T5" fmla="*/ 1947527576 h 41"/>
              <a:gd name="T6" fmla="*/ 0 w 41"/>
              <a:gd name="T7" fmla="*/ 1567519338 h 41"/>
              <a:gd name="T8" fmla="*/ 0 w 41"/>
              <a:gd name="T9" fmla="*/ 332508070 h 41"/>
              <a:gd name="T10" fmla="*/ 380008238 w 41"/>
              <a:gd name="T11" fmla="*/ 0 h 41"/>
              <a:gd name="T12" fmla="*/ 1567519338 w 41"/>
              <a:gd name="T13" fmla="*/ 0 h 41"/>
              <a:gd name="T14" fmla="*/ 1947527576 w 41"/>
              <a:gd name="T15" fmla="*/ 332508070 h 41"/>
              <a:gd name="T16" fmla="*/ 1947527576 w 41"/>
              <a:gd name="T17" fmla="*/ 1567519338 h 41"/>
              <a:gd name="T18" fmla="*/ 807509753 w 41"/>
              <a:gd name="T19" fmla="*/ 190000673 h 41"/>
              <a:gd name="T20" fmla="*/ 617509080 w 41"/>
              <a:gd name="T21" fmla="*/ 190000673 h 41"/>
              <a:gd name="T22" fmla="*/ 380008238 w 41"/>
              <a:gd name="T23" fmla="*/ 190000673 h 41"/>
              <a:gd name="T24" fmla="*/ 380008238 w 41"/>
              <a:gd name="T25" fmla="*/ 1282518328 h 41"/>
              <a:gd name="T26" fmla="*/ 665009248 w 41"/>
              <a:gd name="T27" fmla="*/ 1235018160 h 41"/>
              <a:gd name="T28" fmla="*/ 665009248 w 41"/>
              <a:gd name="T29" fmla="*/ 950010258 h 41"/>
              <a:gd name="T30" fmla="*/ 807509753 w 41"/>
              <a:gd name="T31" fmla="*/ 997517318 h 41"/>
              <a:gd name="T32" fmla="*/ 1187517991 w 41"/>
              <a:gd name="T33" fmla="*/ 570008912 h 41"/>
              <a:gd name="T34" fmla="*/ 807509753 w 41"/>
              <a:gd name="T35" fmla="*/ 190000673 h 41"/>
              <a:gd name="T36" fmla="*/ 712509416 w 41"/>
              <a:gd name="T37" fmla="*/ 760009585 h 41"/>
              <a:gd name="T38" fmla="*/ 665009248 w 41"/>
              <a:gd name="T39" fmla="*/ 760009585 h 41"/>
              <a:gd name="T40" fmla="*/ 665009248 w 41"/>
              <a:gd name="T41" fmla="*/ 380008238 h 41"/>
              <a:gd name="T42" fmla="*/ 712509416 w 41"/>
              <a:gd name="T43" fmla="*/ 380008238 h 41"/>
              <a:gd name="T44" fmla="*/ 902510090 w 41"/>
              <a:gd name="T45" fmla="*/ 570008912 h 41"/>
              <a:gd name="T46" fmla="*/ 712509416 w 41"/>
              <a:gd name="T47" fmla="*/ 760009585 h 41"/>
              <a:gd name="T48" fmla="*/ 1235018160 w 41"/>
              <a:gd name="T49" fmla="*/ 712509416 h 41"/>
              <a:gd name="T50" fmla="*/ 1187517991 w 41"/>
              <a:gd name="T51" fmla="*/ 712509416 h 41"/>
              <a:gd name="T52" fmla="*/ 1092517655 w 41"/>
              <a:gd name="T53" fmla="*/ 902510090 h 41"/>
              <a:gd name="T54" fmla="*/ 807509753 w 41"/>
              <a:gd name="T55" fmla="*/ 997517318 h 41"/>
              <a:gd name="T56" fmla="*/ 807509753 w 41"/>
              <a:gd name="T57" fmla="*/ 1805027071 h 41"/>
              <a:gd name="T58" fmla="*/ 1092517655 w 41"/>
              <a:gd name="T59" fmla="*/ 1757526903 h 41"/>
              <a:gd name="T60" fmla="*/ 1092517655 w 41"/>
              <a:gd name="T61" fmla="*/ 1520019170 h 41"/>
              <a:gd name="T62" fmla="*/ 1235018160 w 41"/>
              <a:gd name="T63" fmla="*/ 1520019170 h 41"/>
              <a:gd name="T64" fmla="*/ 1615019506 w 41"/>
              <a:gd name="T65" fmla="*/ 1140017823 h 41"/>
              <a:gd name="T66" fmla="*/ 1235018160 w 41"/>
              <a:gd name="T67" fmla="*/ 712509416 h 41"/>
              <a:gd name="T68" fmla="*/ 1187517991 w 41"/>
              <a:gd name="T69" fmla="*/ 1330018496 h 41"/>
              <a:gd name="T70" fmla="*/ 1092517655 w 41"/>
              <a:gd name="T71" fmla="*/ 1282518328 h 41"/>
              <a:gd name="T72" fmla="*/ 1092517655 w 41"/>
              <a:gd name="T73" fmla="*/ 950010258 h 41"/>
              <a:gd name="T74" fmla="*/ 1187517991 w 41"/>
              <a:gd name="T75" fmla="*/ 902510090 h 41"/>
              <a:gd name="T76" fmla="*/ 1330018496 w 41"/>
              <a:gd name="T77" fmla="*/ 1140017823 h 41"/>
              <a:gd name="T78" fmla="*/ 1187517991 w 41"/>
              <a:gd name="T79" fmla="*/ 1330018496 h 4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1" h="41">
                <a:moveTo>
                  <a:pt x="41" y="33"/>
                </a:moveTo>
                <a:cubicBezTo>
                  <a:pt x="41" y="37"/>
                  <a:pt x="38" y="41"/>
                  <a:pt x="33" y="41"/>
                </a:cubicBezTo>
                <a:cubicBezTo>
                  <a:pt x="8" y="41"/>
                  <a:pt x="8" y="41"/>
                  <a:pt x="8" y="41"/>
                </a:cubicBezTo>
                <a:cubicBezTo>
                  <a:pt x="4" y="41"/>
                  <a:pt x="0" y="37"/>
                  <a:pt x="0" y="33"/>
                </a:cubicBezTo>
                <a:cubicBezTo>
                  <a:pt x="0" y="7"/>
                  <a:pt x="0" y="7"/>
                  <a:pt x="0" y="7"/>
                </a:cubicBezTo>
                <a:cubicBezTo>
                  <a:pt x="0" y="3"/>
                  <a:pt x="4" y="0"/>
                  <a:pt x="8" y="0"/>
                </a:cubicBezTo>
                <a:cubicBezTo>
                  <a:pt x="33" y="0"/>
                  <a:pt x="33" y="0"/>
                  <a:pt x="33" y="0"/>
                </a:cubicBezTo>
                <a:cubicBezTo>
                  <a:pt x="38" y="0"/>
                  <a:pt x="41" y="3"/>
                  <a:pt x="41" y="7"/>
                </a:cubicBezTo>
                <a:lnTo>
                  <a:pt x="41" y="33"/>
                </a:lnTo>
                <a:close/>
                <a:moveTo>
                  <a:pt x="17" y="4"/>
                </a:moveTo>
                <a:cubicBezTo>
                  <a:pt x="15" y="4"/>
                  <a:pt x="14" y="4"/>
                  <a:pt x="13" y="4"/>
                </a:cubicBezTo>
                <a:cubicBezTo>
                  <a:pt x="8" y="4"/>
                  <a:pt x="8" y="4"/>
                  <a:pt x="8" y="4"/>
                </a:cubicBezTo>
                <a:cubicBezTo>
                  <a:pt x="8" y="27"/>
                  <a:pt x="8" y="27"/>
                  <a:pt x="8" y="27"/>
                </a:cubicBezTo>
                <a:cubicBezTo>
                  <a:pt x="14" y="26"/>
                  <a:pt x="14" y="26"/>
                  <a:pt x="14" y="26"/>
                </a:cubicBezTo>
                <a:cubicBezTo>
                  <a:pt x="14" y="20"/>
                  <a:pt x="14" y="20"/>
                  <a:pt x="14" y="20"/>
                </a:cubicBezTo>
                <a:cubicBezTo>
                  <a:pt x="14" y="21"/>
                  <a:pt x="16" y="21"/>
                  <a:pt x="17" y="21"/>
                </a:cubicBezTo>
                <a:cubicBezTo>
                  <a:pt x="21" y="21"/>
                  <a:pt x="25" y="17"/>
                  <a:pt x="25" y="12"/>
                </a:cubicBezTo>
                <a:cubicBezTo>
                  <a:pt x="25" y="7"/>
                  <a:pt x="21" y="4"/>
                  <a:pt x="17" y="4"/>
                </a:cubicBezTo>
                <a:close/>
                <a:moveTo>
                  <a:pt x="15" y="16"/>
                </a:moveTo>
                <a:cubicBezTo>
                  <a:pt x="15" y="16"/>
                  <a:pt x="14" y="16"/>
                  <a:pt x="14" y="16"/>
                </a:cubicBezTo>
                <a:cubicBezTo>
                  <a:pt x="14" y="8"/>
                  <a:pt x="14" y="8"/>
                  <a:pt x="14" y="8"/>
                </a:cubicBezTo>
                <a:cubicBezTo>
                  <a:pt x="14" y="8"/>
                  <a:pt x="15" y="8"/>
                  <a:pt x="15" y="8"/>
                </a:cubicBezTo>
                <a:cubicBezTo>
                  <a:pt x="17" y="8"/>
                  <a:pt x="19" y="10"/>
                  <a:pt x="19" y="12"/>
                </a:cubicBezTo>
                <a:cubicBezTo>
                  <a:pt x="19" y="14"/>
                  <a:pt x="17" y="16"/>
                  <a:pt x="15" y="16"/>
                </a:cubicBezTo>
                <a:close/>
                <a:moveTo>
                  <a:pt x="26" y="15"/>
                </a:moveTo>
                <a:cubicBezTo>
                  <a:pt x="26" y="15"/>
                  <a:pt x="25" y="15"/>
                  <a:pt x="25" y="15"/>
                </a:cubicBezTo>
                <a:cubicBezTo>
                  <a:pt x="24" y="16"/>
                  <a:pt x="24" y="18"/>
                  <a:pt x="23" y="19"/>
                </a:cubicBezTo>
                <a:cubicBezTo>
                  <a:pt x="21" y="20"/>
                  <a:pt x="19" y="21"/>
                  <a:pt x="17" y="21"/>
                </a:cubicBezTo>
                <a:cubicBezTo>
                  <a:pt x="17" y="38"/>
                  <a:pt x="17" y="38"/>
                  <a:pt x="17" y="38"/>
                </a:cubicBezTo>
                <a:cubicBezTo>
                  <a:pt x="23" y="37"/>
                  <a:pt x="23" y="37"/>
                  <a:pt x="23" y="37"/>
                </a:cubicBezTo>
                <a:cubicBezTo>
                  <a:pt x="23" y="32"/>
                  <a:pt x="23" y="32"/>
                  <a:pt x="23" y="32"/>
                </a:cubicBezTo>
                <a:cubicBezTo>
                  <a:pt x="24" y="32"/>
                  <a:pt x="25" y="32"/>
                  <a:pt x="26" y="32"/>
                </a:cubicBezTo>
                <a:cubicBezTo>
                  <a:pt x="30" y="32"/>
                  <a:pt x="34" y="28"/>
                  <a:pt x="34" y="24"/>
                </a:cubicBezTo>
                <a:cubicBezTo>
                  <a:pt x="34" y="19"/>
                  <a:pt x="30" y="15"/>
                  <a:pt x="26" y="15"/>
                </a:cubicBezTo>
                <a:close/>
                <a:moveTo>
                  <a:pt x="25" y="28"/>
                </a:moveTo>
                <a:cubicBezTo>
                  <a:pt x="24" y="28"/>
                  <a:pt x="23" y="28"/>
                  <a:pt x="23" y="27"/>
                </a:cubicBezTo>
                <a:cubicBezTo>
                  <a:pt x="23" y="20"/>
                  <a:pt x="23" y="20"/>
                  <a:pt x="23" y="20"/>
                </a:cubicBezTo>
                <a:cubicBezTo>
                  <a:pt x="23" y="20"/>
                  <a:pt x="24" y="19"/>
                  <a:pt x="25" y="19"/>
                </a:cubicBezTo>
                <a:cubicBezTo>
                  <a:pt x="27" y="19"/>
                  <a:pt x="28" y="21"/>
                  <a:pt x="28" y="24"/>
                </a:cubicBezTo>
                <a:cubicBezTo>
                  <a:pt x="28" y="26"/>
                  <a:pt x="27" y="28"/>
                  <a:pt x="25"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2" name="稻壳儿小白白(http://dwz.cn/Wu2UP)"/>
          <p:cNvSpPr/>
          <p:nvPr/>
        </p:nvSpPr>
        <p:spPr>
          <a:xfrm>
            <a:off x="4167405" y="1757330"/>
            <a:ext cx="290554" cy="290554"/>
          </a:xfrm>
          <a:custGeom>
            <a:avLst/>
            <a:gdLst>
              <a:gd name="T0" fmla="*/ 997517318 w 41"/>
              <a:gd name="T1" fmla="*/ 1947527576 h 41"/>
              <a:gd name="T2" fmla="*/ 712509416 w 41"/>
              <a:gd name="T3" fmla="*/ 1947527576 h 41"/>
              <a:gd name="T4" fmla="*/ 807509753 w 41"/>
              <a:gd name="T5" fmla="*/ 1710026735 h 41"/>
              <a:gd name="T6" fmla="*/ 855009921 w 41"/>
              <a:gd name="T7" fmla="*/ 1472519001 h 41"/>
              <a:gd name="T8" fmla="*/ 1092517655 w 41"/>
              <a:gd name="T9" fmla="*/ 1567519338 h 41"/>
              <a:gd name="T10" fmla="*/ 1615019506 w 41"/>
              <a:gd name="T11" fmla="*/ 902510090 h 41"/>
              <a:gd name="T12" fmla="*/ 997517318 w 41"/>
              <a:gd name="T13" fmla="*/ 332508070 h 41"/>
              <a:gd name="T14" fmla="*/ 332508070 w 41"/>
              <a:gd name="T15" fmla="*/ 950010258 h 41"/>
              <a:gd name="T16" fmla="*/ 522508743 w 41"/>
              <a:gd name="T17" fmla="*/ 1330018496 h 41"/>
              <a:gd name="T18" fmla="*/ 570008912 w 41"/>
              <a:gd name="T19" fmla="*/ 1282518328 h 41"/>
              <a:gd name="T20" fmla="*/ 570008912 w 41"/>
              <a:gd name="T21" fmla="*/ 1235018160 h 41"/>
              <a:gd name="T22" fmla="*/ 570008912 w 41"/>
              <a:gd name="T23" fmla="*/ 1187517991 h 41"/>
              <a:gd name="T24" fmla="*/ 522508743 w 41"/>
              <a:gd name="T25" fmla="*/ 997517318 h 41"/>
              <a:gd name="T26" fmla="*/ 997517318 w 41"/>
              <a:gd name="T27" fmla="*/ 522508743 h 41"/>
              <a:gd name="T28" fmla="*/ 1377518665 w 41"/>
              <a:gd name="T29" fmla="*/ 902510090 h 41"/>
              <a:gd name="T30" fmla="*/ 1092517655 w 41"/>
              <a:gd name="T31" fmla="*/ 1425018833 h 41"/>
              <a:gd name="T32" fmla="*/ 950010258 w 41"/>
              <a:gd name="T33" fmla="*/ 1235018160 h 41"/>
              <a:gd name="T34" fmla="*/ 997517318 w 41"/>
              <a:gd name="T35" fmla="*/ 855009921 h 41"/>
              <a:gd name="T36" fmla="*/ 902510090 w 41"/>
              <a:gd name="T37" fmla="*/ 712509416 h 41"/>
              <a:gd name="T38" fmla="*/ 712509416 w 41"/>
              <a:gd name="T39" fmla="*/ 997517318 h 41"/>
              <a:gd name="T40" fmla="*/ 712509416 w 41"/>
              <a:gd name="T41" fmla="*/ 1140017823 h 41"/>
              <a:gd name="T42" fmla="*/ 617509080 w 41"/>
              <a:gd name="T43" fmla="*/ 1662526566 h 41"/>
              <a:gd name="T44" fmla="*/ 570008912 w 41"/>
              <a:gd name="T45" fmla="*/ 1900027408 h 41"/>
              <a:gd name="T46" fmla="*/ 0 w 41"/>
              <a:gd name="T47" fmla="*/ 997517318 h 41"/>
              <a:gd name="T48" fmla="*/ 997517318 w 41"/>
              <a:gd name="T49" fmla="*/ 0 h 41"/>
              <a:gd name="T50" fmla="*/ 1947527576 w 41"/>
              <a:gd name="T51" fmla="*/ 997517318 h 41"/>
              <a:gd name="T52" fmla="*/ 997517318 w 41"/>
              <a:gd name="T53" fmla="*/ 1947527576 h 4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1" h="41">
                <a:moveTo>
                  <a:pt x="21" y="41"/>
                </a:moveTo>
                <a:cubicBezTo>
                  <a:pt x="19" y="41"/>
                  <a:pt x="17" y="41"/>
                  <a:pt x="15" y="41"/>
                </a:cubicBezTo>
                <a:cubicBezTo>
                  <a:pt x="16" y="39"/>
                  <a:pt x="16" y="38"/>
                  <a:pt x="17" y="36"/>
                </a:cubicBezTo>
                <a:cubicBezTo>
                  <a:pt x="17" y="36"/>
                  <a:pt x="17" y="35"/>
                  <a:pt x="18" y="31"/>
                </a:cubicBezTo>
                <a:cubicBezTo>
                  <a:pt x="19" y="32"/>
                  <a:pt x="21" y="33"/>
                  <a:pt x="23" y="33"/>
                </a:cubicBezTo>
                <a:cubicBezTo>
                  <a:pt x="30" y="33"/>
                  <a:pt x="34" y="27"/>
                  <a:pt x="34" y="19"/>
                </a:cubicBezTo>
                <a:cubicBezTo>
                  <a:pt x="34" y="13"/>
                  <a:pt x="29" y="7"/>
                  <a:pt x="21" y="7"/>
                </a:cubicBezTo>
                <a:cubicBezTo>
                  <a:pt x="12" y="7"/>
                  <a:pt x="7" y="14"/>
                  <a:pt x="7" y="20"/>
                </a:cubicBezTo>
                <a:cubicBezTo>
                  <a:pt x="7" y="24"/>
                  <a:pt x="8" y="27"/>
                  <a:pt x="11" y="28"/>
                </a:cubicBezTo>
                <a:cubicBezTo>
                  <a:pt x="11" y="28"/>
                  <a:pt x="12" y="28"/>
                  <a:pt x="12" y="27"/>
                </a:cubicBezTo>
                <a:cubicBezTo>
                  <a:pt x="12" y="27"/>
                  <a:pt x="12" y="26"/>
                  <a:pt x="12" y="26"/>
                </a:cubicBezTo>
                <a:cubicBezTo>
                  <a:pt x="13" y="25"/>
                  <a:pt x="12" y="25"/>
                  <a:pt x="12" y="25"/>
                </a:cubicBezTo>
                <a:cubicBezTo>
                  <a:pt x="11" y="24"/>
                  <a:pt x="11" y="22"/>
                  <a:pt x="11" y="21"/>
                </a:cubicBezTo>
                <a:cubicBezTo>
                  <a:pt x="11" y="15"/>
                  <a:pt x="15" y="11"/>
                  <a:pt x="21" y="11"/>
                </a:cubicBezTo>
                <a:cubicBezTo>
                  <a:pt x="26" y="11"/>
                  <a:pt x="29" y="14"/>
                  <a:pt x="29" y="19"/>
                </a:cubicBezTo>
                <a:cubicBezTo>
                  <a:pt x="29" y="25"/>
                  <a:pt x="27" y="30"/>
                  <a:pt x="23" y="30"/>
                </a:cubicBezTo>
                <a:cubicBezTo>
                  <a:pt x="21" y="30"/>
                  <a:pt x="19" y="28"/>
                  <a:pt x="20" y="26"/>
                </a:cubicBezTo>
                <a:cubicBezTo>
                  <a:pt x="20" y="23"/>
                  <a:pt x="21" y="20"/>
                  <a:pt x="21" y="18"/>
                </a:cubicBezTo>
                <a:cubicBezTo>
                  <a:pt x="21" y="17"/>
                  <a:pt x="21" y="15"/>
                  <a:pt x="19" y="15"/>
                </a:cubicBezTo>
                <a:cubicBezTo>
                  <a:pt x="16" y="15"/>
                  <a:pt x="15" y="17"/>
                  <a:pt x="15" y="21"/>
                </a:cubicBezTo>
                <a:cubicBezTo>
                  <a:pt x="15" y="21"/>
                  <a:pt x="15" y="22"/>
                  <a:pt x="15" y="24"/>
                </a:cubicBezTo>
                <a:cubicBezTo>
                  <a:pt x="13" y="33"/>
                  <a:pt x="13" y="35"/>
                  <a:pt x="13" y="35"/>
                </a:cubicBezTo>
                <a:cubicBezTo>
                  <a:pt x="12" y="37"/>
                  <a:pt x="12" y="38"/>
                  <a:pt x="12" y="40"/>
                </a:cubicBezTo>
                <a:cubicBezTo>
                  <a:pt x="5" y="37"/>
                  <a:pt x="0" y="29"/>
                  <a:pt x="0" y="21"/>
                </a:cubicBezTo>
                <a:cubicBezTo>
                  <a:pt x="0" y="9"/>
                  <a:pt x="9" y="0"/>
                  <a:pt x="21" y="0"/>
                </a:cubicBezTo>
                <a:cubicBezTo>
                  <a:pt x="32" y="0"/>
                  <a:pt x="41" y="9"/>
                  <a:pt x="41" y="21"/>
                </a:cubicBezTo>
                <a:cubicBezTo>
                  <a:pt x="41" y="32"/>
                  <a:pt x="32" y="41"/>
                  <a:pt x="21" y="4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3" name="稻壳儿小白白(http://dwz.cn/Wu2UP)"/>
          <p:cNvSpPr/>
          <p:nvPr/>
        </p:nvSpPr>
        <p:spPr>
          <a:xfrm>
            <a:off x="4167405" y="2284572"/>
            <a:ext cx="290554" cy="292186"/>
          </a:xfrm>
          <a:custGeom>
            <a:avLst/>
            <a:gdLst>
              <a:gd name="T0" fmla="*/ 1947527576 w 41"/>
              <a:gd name="T1" fmla="*/ 384284055 h 41"/>
              <a:gd name="T2" fmla="*/ 1947527576 w 41"/>
              <a:gd name="T3" fmla="*/ 1585180390 h 41"/>
              <a:gd name="T4" fmla="*/ 1567519338 w 41"/>
              <a:gd name="T5" fmla="*/ 1969464445 h 41"/>
              <a:gd name="T6" fmla="*/ 665009248 w 41"/>
              <a:gd name="T7" fmla="*/ 1969464445 h 41"/>
              <a:gd name="T8" fmla="*/ 807509753 w 41"/>
              <a:gd name="T9" fmla="*/ 1681247938 h 41"/>
              <a:gd name="T10" fmla="*/ 855009921 w 41"/>
              <a:gd name="T11" fmla="*/ 1441068671 h 41"/>
              <a:gd name="T12" fmla="*/ 1092517655 w 41"/>
              <a:gd name="T13" fmla="*/ 1537143150 h 41"/>
              <a:gd name="T14" fmla="*/ 1615019506 w 41"/>
              <a:gd name="T15" fmla="*/ 864642589 h 41"/>
              <a:gd name="T16" fmla="*/ 997517318 w 41"/>
              <a:gd name="T17" fmla="*/ 336246815 h 41"/>
              <a:gd name="T18" fmla="*/ 332508070 w 41"/>
              <a:gd name="T19" fmla="*/ 912679829 h 41"/>
              <a:gd name="T20" fmla="*/ 522508743 w 41"/>
              <a:gd name="T21" fmla="*/ 1296963883 h 41"/>
              <a:gd name="T22" fmla="*/ 570008912 w 41"/>
              <a:gd name="T23" fmla="*/ 1296963883 h 41"/>
              <a:gd name="T24" fmla="*/ 617509080 w 41"/>
              <a:gd name="T25" fmla="*/ 1200896335 h 41"/>
              <a:gd name="T26" fmla="*/ 570008912 w 41"/>
              <a:gd name="T27" fmla="*/ 1152859096 h 41"/>
              <a:gd name="T28" fmla="*/ 522508743 w 41"/>
              <a:gd name="T29" fmla="*/ 960717068 h 41"/>
              <a:gd name="T30" fmla="*/ 997517318 w 41"/>
              <a:gd name="T31" fmla="*/ 480358534 h 41"/>
              <a:gd name="T32" fmla="*/ 1377518665 w 41"/>
              <a:gd name="T33" fmla="*/ 864642589 h 41"/>
              <a:gd name="T34" fmla="*/ 1092517655 w 41"/>
              <a:gd name="T35" fmla="*/ 1393038363 h 41"/>
              <a:gd name="T36" fmla="*/ 950010258 w 41"/>
              <a:gd name="T37" fmla="*/ 1200896335 h 41"/>
              <a:gd name="T38" fmla="*/ 997517318 w 41"/>
              <a:gd name="T39" fmla="*/ 864642589 h 41"/>
              <a:gd name="T40" fmla="*/ 902510090 w 41"/>
              <a:gd name="T41" fmla="*/ 720537801 h 41"/>
              <a:gd name="T42" fmla="*/ 712509416 w 41"/>
              <a:gd name="T43" fmla="*/ 960717068 h 41"/>
              <a:gd name="T44" fmla="*/ 712509416 w 41"/>
              <a:gd name="T45" fmla="*/ 1104821856 h 41"/>
              <a:gd name="T46" fmla="*/ 617509080 w 41"/>
              <a:gd name="T47" fmla="*/ 1633217630 h 41"/>
              <a:gd name="T48" fmla="*/ 617509080 w 41"/>
              <a:gd name="T49" fmla="*/ 1969464445 h 41"/>
              <a:gd name="T50" fmla="*/ 380008238 w 41"/>
              <a:gd name="T51" fmla="*/ 1969464445 h 41"/>
              <a:gd name="T52" fmla="*/ 0 w 41"/>
              <a:gd name="T53" fmla="*/ 1585180390 h 41"/>
              <a:gd name="T54" fmla="*/ 0 w 41"/>
              <a:gd name="T55" fmla="*/ 384284055 h 41"/>
              <a:gd name="T56" fmla="*/ 380008238 w 41"/>
              <a:gd name="T57" fmla="*/ 0 h 41"/>
              <a:gd name="T58" fmla="*/ 1567519338 w 41"/>
              <a:gd name="T59" fmla="*/ 0 h 41"/>
              <a:gd name="T60" fmla="*/ 1947527576 w 41"/>
              <a:gd name="T61" fmla="*/ 384284055 h 41"/>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1" h="41">
                <a:moveTo>
                  <a:pt x="41" y="8"/>
                </a:moveTo>
                <a:cubicBezTo>
                  <a:pt x="41" y="33"/>
                  <a:pt x="41" y="33"/>
                  <a:pt x="41" y="33"/>
                </a:cubicBezTo>
                <a:cubicBezTo>
                  <a:pt x="41" y="38"/>
                  <a:pt x="38" y="41"/>
                  <a:pt x="33" y="41"/>
                </a:cubicBezTo>
                <a:cubicBezTo>
                  <a:pt x="14" y="41"/>
                  <a:pt x="14" y="41"/>
                  <a:pt x="14" y="41"/>
                </a:cubicBezTo>
                <a:cubicBezTo>
                  <a:pt x="15" y="40"/>
                  <a:pt x="16" y="38"/>
                  <a:pt x="17" y="35"/>
                </a:cubicBezTo>
                <a:cubicBezTo>
                  <a:pt x="17" y="35"/>
                  <a:pt x="17" y="34"/>
                  <a:pt x="18" y="30"/>
                </a:cubicBezTo>
                <a:cubicBezTo>
                  <a:pt x="19" y="31"/>
                  <a:pt x="21" y="32"/>
                  <a:pt x="23" y="32"/>
                </a:cubicBezTo>
                <a:cubicBezTo>
                  <a:pt x="30" y="32"/>
                  <a:pt x="34" y="26"/>
                  <a:pt x="34" y="18"/>
                </a:cubicBezTo>
                <a:cubicBezTo>
                  <a:pt x="34" y="12"/>
                  <a:pt x="29" y="7"/>
                  <a:pt x="21" y="7"/>
                </a:cubicBezTo>
                <a:cubicBezTo>
                  <a:pt x="12" y="7"/>
                  <a:pt x="7" y="14"/>
                  <a:pt x="7" y="19"/>
                </a:cubicBezTo>
                <a:cubicBezTo>
                  <a:pt x="7" y="23"/>
                  <a:pt x="8" y="26"/>
                  <a:pt x="11" y="27"/>
                </a:cubicBezTo>
                <a:cubicBezTo>
                  <a:pt x="12" y="27"/>
                  <a:pt x="12" y="27"/>
                  <a:pt x="12" y="27"/>
                </a:cubicBezTo>
                <a:cubicBezTo>
                  <a:pt x="12" y="26"/>
                  <a:pt x="12" y="25"/>
                  <a:pt x="13" y="25"/>
                </a:cubicBezTo>
                <a:cubicBezTo>
                  <a:pt x="13" y="25"/>
                  <a:pt x="13" y="24"/>
                  <a:pt x="12" y="24"/>
                </a:cubicBezTo>
                <a:cubicBezTo>
                  <a:pt x="11" y="23"/>
                  <a:pt x="11" y="22"/>
                  <a:pt x="11" y="20"/>
                </a:cubicBezTo>
                <a:cubicBezTo>
                  <a:pt x="11" y="15"/>
                  <a:pt x="15" y="10"/>
                  <a:pt x="21" y="10"/>
                </a:cubicBezTo>
                <a:cubicBezTo>
                  <a:pt x="26" y="10"/>
                  <a:pt x="29" y="14"/>
                  <a:pt x="29" y="18"/>
                </a:cubicBezTo>
                <a:cubicBezTo>
                  <a:pt x="29" y="24"/>
                  <a:pt x="27" y="29"/>
                  <a:pt x="23" y="29"/>
                </a:cubicBezTo>
                <a:cubicBezTo>
                  <a:pt x="21" y="29"/>
                  <a:pt x="19" y="27"/>
                  <a:pt x="20" y="25"/>
                </a:cubicBezTo>
                <a:cubicBezTo>
                  <a:pt x="20" y="22"/>
                  <a:pt x="21" y="20"/>
                  <a:pt x="21" y="18"/>
                </a:cubicBezTo>
                <a:cubicBezTo>
                  <a:pt x="21" y="16"/>
                  <a:pt x="21" y="15"/>
                  <a:pt x="19" y="15"/>
                </a:cubicBezTo>
                <a:cubicBezTo>
                  <a:pt x="17" y="15"/>
                  <a:pt x="15" y="17"/>
                  <a:pt x="15" y="20"/>
                </a:cubicBezTo>
                <a:cubicBezTo>
                  <a:pt x="15" y="20"/>
                  <a:pt x="15" y="22"/>
                  <a:pt x="15" y="23"/>
                </a:cubicBezTo>
                <a:cubicBezTo>
                  <a:pt x="13" y="33"/>
                  <a:pt x="13" y="34"/>
                  <a:pt x="13" y="34"/>
                </a:cubicBezTo>
                <a:cubicBezTo>
                  <a:pt x="12" y="37"/>
                  <a:pt x="13" y="40"/>
                  <a:pt x="13" y="41"/>
                </a:cubicBezTo>
                <a:cubicBezTo>
                  <a:pt x="8" y="41"/>
                  <a:pt x="8" y="41"/>
                  <a:pt x="8" y="41"/>
                </a:cubicBezTo>
                <a:cubicBezTo>
                  <a:pt x="4" y="41"/>
                  <a:pt x="0" y="38"/>
                  <a:pt x="0" y="33"/>
                </a:cubicBezTo>
                <a:cubicBezTo>
                  <a:pt x="0" y="8"/>
                  <a:pt x="0" y="8"/>
                  <a:pt x="0" y="8"/>
                </a:cubicBezTo>
                <a:cubicBezTo>
                  <a:pt x="0" y="3"/>
                  <a:pt x="4" y="0"/>
                  <a:pt x="8" y="0"/>
                </a:cubicBezTo>
                <a:cubicBezTo>
                  <a:pt x="33" y="0"/>
                  <a:pt x="33" y="0"/>
                  <a:pt x="33" y="0"/>
                </a:cubicBezTo>
                <a:cubicBezTo>
                  <a:pt x="38" y="0"/>
                  <a:pt x="41" y="3"/>
                  <a:pt x="41" y="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4" name="稻壳儿小白白(http://dwz.cn/Wu2UP)"/>
          <p:cNvSpPr/>
          <p:nvPr/>
        </p:nvSpPr>
        <p:spPr>
          <a:xfrm>
            <a:off x="4182096" y="2803652"/>
            <a:ext cx="267702" cy="270966"/>
          </a:xfrm>
          <a:custGeom>
            <a:avLst/>
            <a:gdLst>
              <a:gd name="T0" fmla="*/ 1595979757 w 38"/>
              <a:gd name="T1" fmla="*/ 480926190 h 38"/>
              <a:gd name="T2" fmla="*/ 1408212596 w 38"/>
              <a:gd name="T3" fmla="*/ 673292505 h 38"/>
              <a:gd name="T4" fmla="*/ 1595979757 w 38"/>
              <a:gd name="T5" fmla="*/ 1587051573 h 38"/>
              <a:gd name="T6" fmla="*/ 1595979757 w 38"/>
              <a:gd name="T7" fmla="*/ 1635144886 h 38"/>
              <a:gd name="T8" fmla="*/ 1408212596 w 38"/>
              <a:gd name="T9" fmla="*/ 1731324576 h 38"/>
              <a:gd name="T10" fmla="*/ 1408212596 w 38"/>
              <a:gd name="T11" fmla="*/ 1731324576 h 38"/>
              <a:gd name="T12" fmla="*/ 1408212596 w 38"/>
              <a:gd name="T13" fmla="*/ 1731324576 h 38"/>
              <a:gd name="T14" fmla="*/ 1361274232 w 38"/>
              <a:gd name="T15" fmla="*/ 1731324576 h 38"/>
              <a:gd name="T16" fmla="*/ 1032691978 w 38"/>
              <a:gd name="T17" fmla="*/ 1058032070 h 38"/>
              <a:gd name="T18" fmla="*/ 704109724 w 38"/>
              <a:gd name="T19" fmla="*/ 1394678323 h 38"/>
              <a:gd name="T20" fmla="*/ 751048088 w 38"/>
              <a:gd name="T21" fmla="*/ 1683231263 h 38"/>
              <a:gd name="T22" fmla="*/ 751048088 w 38"/>
              <a:gd name="T23" fmla="*/ 1683231263 h 38"/>
              <a:gd name="T24" fmla="*/ 610226143 w 38"/>
              <a:gd name="T25" fmla="*/ 1827511201 h 38"/>
              <a:gd name="T26" fmla="*/ 610226143 w 38"/>
              <a:gd name="T27" fmla="*/ 1827511201 h 38"/>
              <a:gd name="T28" fmla="*/ 610226143 w 38"/>
              <a:gd name="T29" fmla="*/ 1827511201 h 38"/>
              <a:gd name="T30" fmla="*/ 563287779 w 38"/>
              <a:gd name="T31" fmla="*/ 1827511201 h 38"/>
              <a:gd name="T32" fmla="*/ 328582254 w 38"/>
              <a:gd name="T33" fmla="*/ 1490864948 h 38"/>
              <a:gd name="T34" fmla="*/ 0 w 38"/>
              <a:gd name="T35" fmla="*/ 1250405320 h 38"/>
              <a:gd name="T36" fmla="*/ 0 w 38"/>
              <a:gd name="T37" fmla="*/ 1202312008 h 38"/>
              <a:gd name="T38" fmla="*/ 0 w 38"/>
              <a:gd name="T39" fmla="*/ 1202312008 h 38"/>
              <a:gd name="T40" fmla="*/ 140821945 w 38"/>
              <a:gd name="T41" fmla="*/ 1058032070 h 38"/>
              <a:gd name="T42" fmla="*/ 140821945 w 38"/>
              <a:gd name="T43" fmla="*/ 1058032070 h 38"/>
              <a:gd name="T44" fmla="*/ 140821945 w 38"/>
              <a:gd name="T45" fmla="*/ 1058032070 h 38"/>
              <a:gd name="T46" fmla="*/ 422465834 w 38"/>
              <a:gd name="T47" fmla="*/ 1106125383 h 38"/>
              <a:gd name="T48" fmla="*/ 751048088 w 38"/>
              <a:gd name="T49" fmla="*/ 769479130 h 38"/>
              <a:gd name="T50" fmla="*/ 93883580 w 38"/>
              <a:gd name="T51" fmla="*/ 432832878 h 38"/>
              <a:gd name="T52" fmla="*/ 46938364 w 38"/>
              <a:gd name="T53" fmla="*/ 384739565 h 38"/>
              <a:gd name="T54" fmla="*/ 93883580 w 38"/>
              <a:gd name="T55" fmla="*/ 384739565 h 38"/>
              <a:gd name="T56" fmla="*/ 234705525 w 38"/>
              <a:gd name="T57" fmla="*/ 192366315 h 38"/>
              <a:gd name="T58" fmla="*/ 281643889 w 38"/>
              <a:gd name="T59" fmla="*/ 192366315 h 38"/>
              <a:gd name="T60" fmla="*/ 1126575558 w 38"/>
              <a:gd name="T61" fmla="*/ 384739565 h 38"/>
              <a:gd name="T62" fmla="*/ 1314335867 w 38"/>
              <a:gd name="T63" fmla="*/ 192366315 h 38"/>
              <a:gd name="T64" fmla="*/ 1736801701 w 38"/>
              <a:gd name="T65" fmla="*/ 48093313 h 38"/>
              <a:gd name="T66" fmla="*/ 1595979757 w 38"/>
              <a:gd name="T67" fmla="*/ 480926190 h 3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8" h="38">
                <a:moveTo>
                  <a:pt x="34" y="10"/>
                </a:moveTo>
                <a:cubicBezTo>
                  <a:pt x="30" y="14"/>
                  <a:pt x="30" y="14"/>
                  <a:pt x="30" y="14"/>
                </a:cubicBezTo>
                <a:cubicBezTo>
                  <a:pt x="34" y="33"/>
                  <a:pt x="34" y="33"/>
                  <a:pt x="34" y="33"/>
                </a:cubicBezTo>
                <a:cubicBezTo>
                  <a:pt x="34" y="33"/>
                  <a:pt x="34" y="34"/>
                  <a:pt x="34" y="34"/>
                </a:cubicBezTo>
                <a:cubicBezTo>
                  <a:pt x="30" y="36"/>
                  <a:pt x="30" y="36"/>
                  <a:pt x="30" y="36"/>
                </a:cubicBezTo>
                <a:cubicBezTo>
                  <a:pt x="30" y="36"/>
                  <a:pt x="30" y="36"/>
                  <a:pt x="30" y="36"/>
                </a:cubicBezTo>
                <a:cubicBezTo>
                  <a:pt x="30" y="36"/>
                  <a:pt x="30" y="36"/>
                  <a:pt x="30" y="36"/>
                </a:cubicBezTo>
                <a:cubicBezTo>
                  <a:pt x="29" y="36"/>
                  <a:pt x="29" y="36"/>
                  <a:pt x="29" y="36"/>
                </a:cubicBezTo>
                <a:cubicBezTo>
                  <a:pt x="22" y="22"/>
                  <a:pt x="22" y="22"/>
                  <a:pt x="22" y="22"/>
                </a:cubicBezTo>
                <a:cubicBezTo>
                  <a:pt x="15" y="29"/>
                  <a:pt x="15" y="29"/>
                  <a:pt x="15" y="29"/>
                </a:cubicBezTo>
                <a:cubicBezTo>
                  <a:pt x="16" y="35"/>
                  <a:pt x="16" y="35"/>
                  <a:pt x="16" y="35"/>
                </a:cubicBezTo>
                <a:cubicBezTo>
                  <a:pt x="16" y="35"/>
                  <a:pt x="16" y="35"/>
                  <a:pt x="16" y="35"/>
                </a:cubicBezTo>
                <a:cubicBezTo>
                  <a:pt x="13" y="38"/>
                  <a:pt x="13" y="38"/>
                  <a:pt x="13" y="38"/>
                </a:cubicBezTo>
                <a:cubicBezTo>
                  <a:pt x="13" y="38"/>
                  <a:pt x="13" y="38"/>
                  <a:pt x="13" y="38"/>
                </a:cubicBezTo>
                <a:cubicBezTo>
                  <a:pt x="13" y="38"/>
                  <a:pt x="13" y="38"/>
                  <a:pt x="13" y="38"/>
                </a:cubicBezTo>
                <a:cubicBezTo>
                  <a:pt x="12" y="38"/>
                  <a:pt x="12" y="38"/>
                  <a:pt x="12" y="38"/>
                </a:cubicBezTo>
                <a:cubicBezTo>
                  <a:pt x="7" y="31"/>
                  <a:pt x="7" y="31"/>
                  <a:pt x="7" y="31"/>
                </a:cubicBezTo>
                <a:cubicBezTo>
                  <a:pt x="0" y="26"/>
                  <a:pt x="0" y="26"/>
                  <a:pt x="0" y="26"/>
                </a:cubicBezTo>
                <a:cubicBezTo>
                  <a:pt x="0" y="26"/>
                  <a:pt x="0" y="26"/>
                  <a:pt x="0" y="25"/>
                </a:cubicBezTo>
                <a:cubicBezTo>
                  <a:pt x="0" y="25"/>
                  <a:pt x="0" y="25"/>
                  <a:pt x="0" y="25"/>
                </a:cubicBezTo>
                <a:cubicBezTo>
                  <a:pt x="3" y="22"/>
                  <a:pt x="3" y="22"/>
                  <a:pt x="3" y="22"/>
                </a:cubicBezTo>
                <a:cubicBezTo>
                  <a:pt x="3" y="22"/>
                  <a:pt x="3" y="22"/>
                  <a:pt x="3" y="22"/>
                </a:cubicBezTo>
                <a:cubicBezTo>
                  <a:pt x="3" y="22"/>
                  <a:pt x="3" y="22"/>
                  <a:pt x="3" y="22"/>
                </a:cubicBezTo>
                <a:cubicBezTo>
                  <a:pt x="9" y="23"/>
                  <a:pt x="9" y="23"/>
                  <a:pt x="9" y="23"/>
                </a:cubicBezTo>
                <a:cubicBezTo>
                  <a:pt x="16" y="16"/>
                  <a:pt x="16" y="16"/>
                  <a:pt x="16" y="16"/>
                </a:cubicBezTo>
                <a:cubicBezTo>
                  <a:pt x="2" y="9"/>
                  <a:pt x="2" y="9"/>
                  <a:pt x="2" y="9"/>
                </a:cubicBezTo>
                <a:cubicBezTo>
                  <a:pt x="2" y="9"/>
                  <a:pt x="2" y="9"/>
                  <a:pt x="1" y="8"/>
                </a:cubicBezTo>
                <a:cubicBezTo>
                  <a:pt x="1" y="8"/>
                  <a:pt x="2" y="8"/>
                  <a:pt x="2" y="8"/>
                </a:cubicBezTo>
                <a:cubicBezTo>
                  <a:pt x="5" y="4"/>
                  <a:pt x="5" y="4"/>
                  <a:pt x="5" y="4"/>
                </a:cubicBezTo>
                <a:cubicBezTo>
                  <a:pt x="5" y="4"/>
                  <a:pt x="6" y="4"/>
                  <a:pt x="6" y="4"/>
                </a:cubicBezTo>
                <a:cubicBezTo>
                  <a:pt x="24" y="8"/>
                  <a:pt x="24" y="8"/>
                  <a:pt x="24" y="8"/>
                </a:cubicBezTo>
                <a:cubicBezTo>
                  <a:pt x="28" y="4"/>
                  <a:pt x="28" y="4"/>
                  <a:pt x="28" y="4"/>
                </a:cubicBezTo>
                <a:cubicBezTo>
                  <a:pt x="31" y="1"/>
                  <a:pt x="35" y="0"/>
                  <a:pt x="37" y="1"/>
                </a:cubicBezTo>
                <a:cubicBezTo>
                  <a:pt x="38" y="3"/>
                  <a:pt x="37" y="7"/>
                  <a:pt x="34" y="1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5" name="稻壳儿小白白(http://dwz.cn/Wu2UP)"/>
          <p:cNvSpPr/>
          <p:nvPr/>
        </p:nvSpPr>
        <p:spPr>
          <a:xfrm>
            <a:off x="4182096" y="3329261"/>
            <a:ext cx="267702" cy="297084"/>
          </a:xfrm>
          <a:custGeom>
            <a:avLst/>
            <a:gdLst>
              <a:gd name="T0" fmla="*/ 46938364 w 38"/>
              <a:gd name="T1" fmla="*/ 1940241442 h 42"/>
              <a:gd name="T2" fmla="*/ 0 w 38"/>
              <a:gd name="T3" fmla="*/ 1892919654 h 42"/>
              <a:gd name="T4" fmla="*/ 0 w 38"/>
              <a:gd name="T5" fmla="*/ 47321788 h 42"/>
              <a:gd name="T6" fmla="*/ 46938364 w 38"/>
              <a:gd name="T7" fmla="*/ 0 h 42"/>
              <a:gd name="T8" fmla="*/ 1736801701 w 38"/>
              <a:gd name="T9" fmla="*/ 946456388 h 42"/>
              <a:gd name="T10" fmla="*/ 1736801701 w 38"/>
              <a:gd name="T11" fmla="*/ 993785054 h 42"/>
              <a:gd name="T12" fmla="*/ 46938364 w 38"/>
              <a:gd name="T13" fmla="*/ 1940241442 h 4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8" h="42">
                <a:moveTo>
                  <a:pt x="1" y="41"/>
                </a:moveTo>
                <a:cubicBezTo>
                  <a:pt x="0" y="42"/>
                  <a:pt x="0" y="41"/>
                  <a:pt x="0" y="40"/>
                </a:cubicBezTo>
                <a:cubicBezTo>
                  <a:pt x="0" y="1"/>
                  <a:pt x="0" y="1"/>
                  <a:pt x="0" y="1"/>
                </a:cubicBezTo>
                <a:cubicBezTo>
                  <a:pt x="0" y="0"/>
                  <a:pt x="0" y="0"/>
                  <a:pt x="1" y="0"/>
                </a:cubicBezTo>
                <a:cubicBezTo>
                  <a:pt x="37" y="20"/>
                  <a:pt x="37" y="20"/>
                  <a:pt x="37" y="20"/>
                </a:cubicBezTo>
                <a:cubicBezTo>
                  <a:pt x="38" y="20"/>
                  <a:pt x="38" y="21"/>
                  <a:pt x="37" y="21"/>
                </a:cubicBezTo>
                <a:lnTo>
                  <a:pt x="1" y="4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6" name="稻壳儿小白白(http://dwz.cn/Wu2UP)"/>
          <p:cNvSpPr>
            <a:spLocks noEditPoints="1"/>
          </p:cNvSpPr>
          <p:nvPr/>
        </p:nvSpPr>
        <p:spPr>
          <a:xfrm>
            <a:off x="4167405" y="3854871"/>
            <a:ext cx="290554" cy="290554"/>
          </a:xfrm>
          <a:custGeom>
            <a:avLst/>
            <a:gdLst>
              <a:gd name="T0" fmla="*/ 1947527576 w 41"/>
              <a:gd name="T1" fmla="*/ 950010258 h 41"/>
              <a:gd name="T2" fmla="*/ 997517318 w 41"/>
              <a:gd name="T3" fmla="*/ 1947527576 h 41"/>
              <a:gd name="T4" fmla="*/ 0 w 41"/>
              <a:gd name="T5" fmla="*/ 950010258 h 41"/>
              <a:gd name="T6" fmla="*/ 997517318 w 41"/>
              <a:gd name="T7" fmla="*/ 0 h 41"/>
              <a:gd name="T8" fmla="*/ 1947527576 w 41"/>
              <a:gd name="T9" fmla="*/ 950010258 h 41"/>
              <a:gd name="T10" fmla="*/ 1520019170 w 41"/>
              <a:gd name="T11" fmla="*/ 950010258 h 41"/>
              <a:gd name="T12" fmla="*/ 1472519001 w 41"/>
              <a:gd name="T13" fmla="*/ 902510090 h 41"/>
              <a:gd name="T14" fmla="*/ 760009585 w 41"/>
              <a:gd name="T15" fmla="*/ 475008575 h 41"/>
              <a:gd name="T16" fmla="*/ 712509416 w 41"/>
              <a:gd name="T17" fmla="*/ 475008575 h 41"/>
              <a:gd name="T18" fmla="*/ 665009248 w 41"/>
              <a:gd name="T19" fmla="*/ 570008912 h 41"/>
              <a:gd name="T20" fmla="*/ 665009248 w 41"/>
              <a:gd name="T21" fmla="*/ 1377518665 h 41"/>
              <a:gd name="T22" fmla="*/ 712509416 w 41"/>
              <a:gd name="T23" fmla="*/ 1425018833 h 41"/>
              <a:gd name="T24" fmla="*/ 712509416 w 41"/>
              <a:gd name="T25" fmla="*/ 1472519001 h 41"/>
              <a:gd name="T26" fmla="*/ 760009585 w 41"/>
              <a:gd name="T27" fmla="*/ 1425018833 h 41"/>
              <a:gd name="T28" fmla="*/ 1472519001 w 41"/>
              <a:gd name="T29" fmla="*/ 1045017487 h 41"/>
              <a:gd name="T30" fmla="*/ 1520019170 w 41"/>
              <a:gd name="T31" fmla="*/ 950010258 h 4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1" h="41">
                <a:moveTo>
                  <a:pt x="41" y="20"/>
                </a:moveTo>
                <a:cubicBezTo>
                  <a:pt x="41" y="32"/>
                  <a:pt x="32" y="41"/>
                  <a:pt x="21" y="41"/>
                </a:cubicBezTo>
                <a:cubicBezTo>
                  <a:pt x="9" y="41"/>
                  <a:pt x="0" y="32"/>
                  <a:pt x="0" y="20"/>
                </a:cubicBezTo>
                <a:cubicBezTo>
                  <a:pt x="0" y="9"/>
                  <a:pt x="9" y="0"/>
                  <a:pt x="21" y="0"/>
                </a:cubicBezTo>
                <a:cubicBezTo>
                  <a:pt x="32" y="0"/>
                  <a:pt x="41" y="9"/>
                  <a:pt x="41" y="20"/>
                </a:cubicBezTo>
                <a:close/>
                <a:moveTo>
                  <a:pt x="32" y="20"/>
                </a:moveTo>
                <a:cubicBezTo>
                  <a:pt x="32" y="20"/>
                  <a:pt x="31" y="19"/>
                  <a:pt x="31" y="19"/>
                </a:cubicBezTo>
                <a:cubicBezTo>
                  <a:pt x="16" y="10"/>
                  <a:pt x="16" y="10"/>
                  <a:pt x="16" y="10"/>
                </a:cubicBezTo>
                <a:cubicBezTo>
                  <a:pt x="16" y="10"/>
                  <a:pt x="15" y="10"/>
                  <a:pt x="15" y="10"/>
                </a:cubicBezTo>
                <a:cubicBezTo>
                  <a:pt x="14" y="10"/>
                  <a:pt x="14" y="11"/>
                  <a:pt x="14" y="12"/>
                </a:cubicBezTo>
                <a:cubicBezTo>
                  <a:pt x="14" y="29"/>
                  <a:pt x="14" y="29"/>
                  <a:pt x="14" y="29"/>
                </a:cubicBezTo>
                <a:cubicBezTo>
                  <a:pt x="14" y="29"/>
                  <a:pt x="14" y="30"/>
                  <a:pt x="15" y="30"/>
                </a:cubicBezTo>
                <a:cubicBezTo>
                  <a:pt x="15" y="30"/>
                  <a:pt x="15" y="31"/>
                  <a:pt x="15" y="31"/>
                </a:cubicBezTo>
                <a:cubicBezTo>
                  <a:pt x="16" y="31"/>
                  <a:pt x="16" y="30"/>
                  <a:pt x="16" y="30"/>
                </a:cubicBezTo>
                <a:cubicBezTo>
                  <a:pt x="31" y="22"/>
                  <a:pt x="31" y="22"/>
                  <a:pt x="31" y="22"/>
                </a:cubicBezTo>
                <a:cubicBezTo>
                  <a:pt x="31" y="21"/>
                  <a:pt x="32" y="21"/>
                  <a:pt x="32" y="2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7" name="稻壳儿小白白(http://dwz.cn/Wu2UP)"/>
          <p:cNvSpPr>
            <a:spLocks noEditPoints="1"/>
          </p:cNvSpPr>
          <p:nvPr/>
        </p:nvSpPr>
        <p:spPr>
          <a:xfrm>
            <a:off x="4167405" y="4373951"/>
            <a:ext cx="290554" cy="290554"/>
          </a:xfrm>
          <a:custGeom>
            <a:avLst/>
            <a:gdLst>
              <a:gd name="T0" fmla="*/ 997517318 w 41"/>
              <a:gd name="T1" fmla="*/ 1947527576 h 41"/>
              <a:gd name="T2" fmla="*/ 0 w 41"/>
              <a:gd name="T3" fmla="*/ 997517318 h 41"/>
              <a:gd name="T4" fmla="*/ 997517318 w 41"/>
              <a:gd name="T5" fmla="*/ 0 h 41"/>
              <a:gd name="T6" fmla="*/ 1947527576 w 41"/>
              <a:gd name="T7" fmla="*/ 997517318 h 41"/>
              <a:gd name="T8" fmla="*/ 997517318 w 41"/>
              <a:gd name="T9" fmla="*/ 1947527576 h 41"/>
              <a:gd name="T10" fmla="*/ 997517318 w 41"/>
              <a:gd name="T11" fmla="*/ 285001010 h 41"/>
              <a:gd name="T12" fmla="*/ 285001010 w 41"/>
              <a:gd name="T13" fmla="*/ 997517318 h 41"/>
              <a:gd name="T14" fmla="*/ 997517318 w 41"/>
              <a:gd name="T15" fmla="*/ 1662526566 h 41"/>
              <a:gd name="T16" fmla="*/ 1662526566 w 41"/>
              <a:gd name="T17" fmla="*/ 997517318 h 41"/>
              <a:gd name="T18" fmla="*/ 997517318 w 41"/>
              <a:gd name="T19" fmla="*/ 285001010 h 41"/>
              <a:gd name="T20" fmla="*/ 1472519001 w 41"/>
              <a:gd name="T21" fmla="*/ 1045017487 h 41"/>
              <a:gd name="T22" fmla="*/ 760009585 w 41"/>
              <a:gd name="T23" fmla="*/ 1472519001 h 41"/>
              <a:gd name="T24" fmla="*/ 712509416 w 41"/>
              <a:gd name="T25" fmla="*/ 1472519001 h 41"/>
              <a:gd name="T26" fmla="*/ 712509416 w 41"/>
              <a:gd name="T27" fmla="*/ 1472519001 h 41"/>
              <a:gd name="T28" fmla="*/ 665009248 w 41"/>
              <a:gd name="T29" fmla="*/ 1377518665 h 41"/>
              <a:gd name="T30" fmla="*/ 665009248 w 41"/>
              <a:gd name="T31" fmla="*/ 570008912 h 41"/>
              <a:gd name="T32" fmla="*/ 712509416 w 41"/>
              <a:gd name="T33" fmla="*/ 522508743 h 41"/>
              <a:gd name="T34" fmla="*/ 760009585 w 41"/>
              <a:gd name="T35" fmla="*/ 522508743 h 41"/>
              <a:gd name="T36" fmla="*/ 1472519001 w 41"/>
              <a:gd name="T37" fmla="*/ 902510090 h 41"/>
              <a:gd name="T38" fmla="*/ 1520019170 w 41"/>
              <a:gd name="T39" fmla="*/ 997517318 h 41"/>
              <a:gd name="T40" fmla="*/ 1472519001 w 41"/>
              <a:gd name="T41" fmla="*/ 1045017487 h 41"/>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1" h="41">
                <a:moveTo>
                  <a:pt x="21" y="41"/>
                </a:moveTo>
                <a:cubicBezTo>
                  <a:pt x="9" y="41"/>
                  <a:pt x="0" y="32"/>
                  <a:pt x="0" y="21"/>
                </a:cubicBezTo>
                <a:cubicBezTo>
                  <a:pt x="0" y="9"/>
                  <a:pt x="9" y="0"/>
                  <a:pt x="21" y="0"/>
                </a:cubicBezTo>
                <a:cubicBezTo>
                  <a:pt x="32" y="0"/>
                  <a:pt x="41" y="9"/>
                  <a:pt x="41" y="21"/>
                </a:cubicBezTo>
                <a:cubicBezTo>
                  <a:pt x="41" y="32"/>
                  <a:pt x="32" y="41"/>
                  <a:pt x="21" y="41"/>
                </a:cubicBezTo>
                <a:close/>
                <a:moveTo>
                  <a:pt x="21" y="6"/>
                </a:moveTo>
                <a:cubicBezTo>
                  <a:pt x="13" y="6"/>
                  <a:pt x="6" y="13"/>
                  <a:pt x="6" y="21"/>
                </a:cubicBezTo>
                <a:cubicBezTo>
                  <a:pt x="6" y="29"/>
                  <a:pt x="13" y="35"/>
                  <a:pt x="21" y="35"/>
                </a:cubicBezTo>
                <a:cubicBezTo>
                  <a:pt x="29" y="35"/>
                  <a:pt x="35" y="29"/>
                  <a:pt x="35" y="21"/>
                </a:cubicBezTo>
                <a:cubicBezTo>
                  <a:pt x="35" y="13"/>
                  <a:pt x="29" y="6"/>
                  <a:pt x="21" y="6"/>
                </a:cubicBezTo>
                <a:close/>
                <a:moveTo>
                  <a:pt x="31" y="22"/>
                </a:moveTo>
                <a:cubicBezTo>
                  <a:pt x="16" y="31"/>
                  <a:pt x="16" y="31"/>
                  <a:pt x="16" y="31"/>
                </a:cubicBezTo>
                <a:cubicBezTo>
                  <a:pt x="16" y="31"/>
                  <a:pt x="16" y="31"/>
                  <a:pt x="15" y="31"/>
                </a:cubicBezTo>
                <a:cubicBezTo>
                  <a:pt x="15" y="31"/>
                  <a:pt x="15" y="31"/>
                  <a:pt x="15" y="31"/>
                </a:cubicBezTo>
                <a:cubicBezTo>
                  <a:pt x="14" y="31"/>
                  <a:pt x="14" y="30"/>
                  <a:pt x="14" y="29"/>
                </a:cubicBezTo>
                <a:cubicBezTo>
                  <a:pt x="14" y="12"/>
                  <a:pt x="14" y="12"/>
                  <a:pt x="14" y="12"/>
                </a:cubicBezTo>
                <a:cubicBezTo>
                  <a:pt x="14" y="12"/>
                  <a:pt x="14" y="11"/>
                  <a:pt x="15" y="11"/>
                </a:cubicBezTo>
                <a:cubicBezTo>
                  <a:pt x="15" y="10"/>
                  <a:pt x="16" y="10"/>
                  <a:pt x="16" y="11"/>
                </a:cubicBezTo>
                <a:cubicBezTo>
                  <a:pt x="31" y="19"/>
                  <a:pt x="31" y="19"/>
                  <a:pt x="31" y="19"/>
                </a:cubicBezTo>
                <a:cubicBezTo>
                  <a:pt x="31" y="20"/>
                  <a:pt x="32" y="20"/>
                  <a:pt x="32" y="21"/>
                </a:cubicBezTo>
                <a:cubicBezTo>
                  <a:pt x="32" y="21"/>
                  <a:pt x="31" y="22"/>
                  <a:pt x="31" y="2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8" name="稻壳儿小白白(http://dwz.cn/Wu2UP)"/>
          <p:cNvSpPr/>
          <p:nvPr/>
        </p:nvSpPr>
        <p:spPr>
          <a:xfrm>
            <a:off x="4182096" y="4901192"/>
            <a:ext cx="261172" cy="270966"/>
          </a:xfrm>
          <a:custGeom>
            <a:avLst/>
            <a:gdLst>
              <a:gd name="T0" fmla="*/ 1743675676 w 37"/>
              <a:gd name="T1" fmla="*/ 1009938758 h 38"/>
              <a:gd name="T2" fmla="*/ 1649421081 w 37"/>
              <a:gd name="T3" fmla="*/ 1154218695 h 38"/>
              <a:gd name="T4" fmla="*/ 1131034541 w 37"/>
              <a:gd name="T5" fmla="*/ 1154218695 h 38"/>
              <a:gd name="T6" fmla="*/ 1131034541 w 37"/>
              <a:gd name="T7" fmla="*/ 1683231263 h 38"/>
              <a:gd name="T8" fmla="*/ 989652649 w 37"/>
              <a:gd name="T9" fmla="*/ 1827511201 h 38"/>
              <a:gd name="T10" fmla="*/ 754023027 w 37"/>
              <a:gd name="T11" fmla="*/ 1827511201 h 38"/>
              <a:gd name="T12" fmla="*/ 612641135 w 37"/>
              <a:gd name="T13" fmla="*/ 1683231263 h 38"/>
              <a:gd name="T14" fmla="*/ 612641135 w 37"/>
              <a:gd name="T15" fmla="*/ 1154218695 h 38"/>
              <a:gd name="T16" fmla="*/ 94254595 w 37"/>
              <a:gd name="T17" fmla="*/ 1154218695 h 38"/>
              <a:gd name="T18" fmla="*/ 0 w 37"/>
              <a:gd name="T19" fmla="*/ 1009938758 h 38"/>
              <a:gd name="T20" fmla="*/ 0 w 37"/>
              <a:gd name="T21" fmla="*/ 769479130 h 38"/>
              <a:gd name="T22" fmla="*/ 94254595 w 37"/>
              <a:gd name="T23" fmla="*/ 673292505 h 38"/>
              <a:gd name="T24" fmla="*/ 612641135 w 37"/>
              <a:gd name="T25" fmla="*/ 673292505 h 38"/>
              <a:gd name="T26" fmla="*/ 612641135 w 37"/>
              <a:gd name="T27" fmla="*/ 96186625 h 38"/>
              <a:gd name="T28" fmla="*/ 754023027 w 37"/>
              <a:gd name="T29" fmla="*/ 0 h 38"/>
              <a:gd name="T30" fmla="*/ 989652649 w 37"/>
              <a:gd name="T31" fmla="*/ 0 h 38"/>
              <a:gd name="T32" fmla="*/ 1131034541 w 37"/>
              <a:gd name="T33" fmla="*/ 96186625 h 38"/>
              <a:gd name="T34" fmla="*/ 1131034541 w 37"/>
              <a:gd name="T35" fmla="*/ 673292505 h 38"/>
              <a:gd name="T36" fmla="*/ 1649421081 w 37"/>
              <a:gd name="T37" fmla="*/ 673292505 h 38"/>
              <a:gd name="T38" fmla="*/ 1743675676 w 37"/>
              <a:gd name="T39" fmla="*/ 769479130 h 38"/>
              <a:gd name="T40" fmla="*/ 1743675676 w 37"/>
              <a:gd name="T41" fmla="*/ 1009938758 h 3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37" h="38">
                <a:moveTo>
                  <a:pt x="37" y="21"/>
                </a:moveTo>
                <a:cubicBezTo>
                  <a:pt x="37" y="23"/>
                  <a:pt x="36" y="24"/>
                  <a:pt x="35" y="24"/>
                </a:cubicBezTo>
                <a:cubicBezTo>
                  <a:pt x="24" y="24"/>
                  <a:pt x="24" y="24"/>
                  <a:pt x="24" y="24"/>
                </a:cubicBezTo>
                <a:cubicBezTo>
                  <a:pt x="24" y="35"/>
                  <a:pt x="24" y="35"/>
                  <a:pt x="24" y="35"/>
                </a:cubicBezTo>
                <a:cubicBezTo>
                  <a:pt x="24" y="36"/>
                  <a:pt x="23" y="38"/>
                  <a:pt x="21" y="38"/>
                </a:cubicBezTo>
                <a:cubicBezTo>
                  <a:pt x="16" y="38"/>
                  <a:pt x="16" y="38"/>
                  <a:pt x="16" y="38"/>
                </a:cubicBezTo>
                <a:cubicBezTo>
                  <a:pt x="15" y="38"/>
                  <a:pt x="13" y="36"/>
                  <a:pt x="13" y="35"/>
                </a:cubicBezTo>
                <a:cubicBezTo>
                  <a:pt x="13" y="24"/>
                  <a:pt x="13" y="24"/>
                  <a:pt x="13" y="24"/>
                </a:cubicBezTo>
                <a:cubicBezTo>
                  <a:pt x="2" y="24"/>
                  <a:pt x="2" y="24"/>
                  <a:pt x="2" y="24"/>
                </a:cubicBezTo>
                <a:cubicBezTo>
                  <a:pt x="1" y="24"/>
                  <a:pt x="0" y="23"/>
                  <a:pt x="0" y="21"/>
                </a:cubicBezTo>
                <a:cubicBezTo>
                  <a:pt x="0" y="16"/>
                  <a:pt x="0" y="16"/>
                  <a:pt x="0" y="16"/>
                </a:cubicBezTo>
                <a:cubicBezTo>
                  <a:pt x="0" y="15"/>
                  <a:pt x="1" y="14"/>
                  <a:pt x="2" y="14"/>
                </a:cubicBezTo>
                <a:cubicBezTo>
                  <a:pt x="13" y="14"/>
                  <a:pt x="13" y="14"/>
                  <a:pt x="13" y="14"/>
                </a:cubicBezTo>
                <a:cubicBezTo>
                  <a:pt x="13" y="2"/>
                  <a:pt x="13" y="2"/>
                  <a:pt x="13" y="2"/>
                </a:cubicBezTo>
                <a:cubicBezTo>
                  <a:pt x="13" y="1"/>
                  <a:pt x="15" y="0"/>
                  <a:pt x="16" y="0"/>
                </a:cubicBezTo>
                <a:cubicBezTo>
                  <a:pt x="21" y="0"/>
                  <a:pt x="21" y="0"/>
                  <a:pt x="21" y="0"/>
                </a:cubicBezTo>
                <a:cubicBezTo>
                  <a:pt x="23" y="0"/>
                  <a:pt x="24" y="1"/>
                  <a:pt x="24" y="2"/>
                </a:cubicBezTo>
                <a:cubicBezTo>
                  <a:pt x="24" y="14"/>
                  <a:pt x="24" y="14"/>
                  <a:pt x="24" y="14"/>
                </a:cubicBezTo>
                <a:cubicBezTo>
                  <a:pt x="35" y="14"/>
                  <a:pt x="35" y="14"/>
                  <a:pt x="35" y="14"/>
                </a:cubicBezTo>
                <a:cubicBezTo>
                  <a:pt x="36" y="14"/>
                  <a:pt x="37" y="15"/>
                  <a:pt x="37" y="16"/>
                </a:cubicBezTo>
                <a:lnTo>
                  <a:pt x="37" y="2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39" name="稻壳儿小白白(http://dwz.cn/Wu2UP)"/>
          <p:cNvSpPr>
            <a:spLocks noEditPoints="1"/>
          </p:cNvSpPr>
          <p:nvPr/>
        </p:nvSpPr>
        <p:spPr>
          <a:xfrm>
            <a:off x="4167405" y="5420272"/>
            <a:ext cx="290554" cy="297084"/>
          </a:xfrm>
          <a:custGeom>
            <a:avLst/>
            <a:gdLst>
              <a:gd name="T0" fmla="*/ 997517318 w 41"/>
              <a:gd name="T1" fmla="*/ 1987563229 h 42"/>
              <a:gd name="T2" fmla="*/ 0 w 41"/>
              <a:gd name="T3" fmla="*/ 993785054 h 42"/>
              <a:gd name="T4" fmla="*/ 997517318 w 41"/>
              <a:gd name="T5" fmla="*/ 0 h 42"/>
              <a:gd name="T6" fmla="*/ 1947527576 w 41"/>
              <a:gd name="T7" fmla="*/ 993785054 h 42"/>
              <a:gd name="T8" fmla="*/ 997517318 w 41"/>
              <a:gd name="T9" fmla="*/ 1987563229 h 42"/>
              <a:gd name="T10" fmla="*/ 1567519338 w 41"/>
              <a:gd name="T11" fmla="*/ 899134600 h 42"/>
              <a:gd name="T12" fmla="*/ 1472519001 w 41"/>
              <a:gd name="T13" fmla="*/ 851812813 h 42"/>
              <a:gd name="T14" fmla="*/ 1140017823 w 41"/>
              <a:gd name="T15" fmla="*/ 851812813 h 42"/>
              <a:gd name="T16" fmla="*/ 1140017823 w 41"/>
              <a:gd name="T17" fmla="*/ 520553421 h 42"/>
              <a:gd name="T18" fmla="*/ 1045017487 w 41"/>
              <a:gd name="T19" fmla="*/ 425909846 h 42"/>
              <a:gd name="T20" fmla="*/ 902510090 w 41"/>
              <a:gd name="T21" fmla="*/ 425909846 h 42"/>
              <a:gd name="T22" fmla="*/ 807509753 w 41"/>
              <a:gd name="T23" fmla="*/ 520553421 h 42"/>
              <a:gd name="T24" fmla="*/ 807509753 w 41"/>
              <a:gd name="T25" fmla="*/ 851812813 h 42"/>
              <a:gd name="T26" fmla="*/ 475008575 w 41"/>
              <a:gd name="T27" fmla="*/ 851812813 h 42"/>
              <a:gd name="T28" fmla="*/ 427508407 w 41"/>
              <a:gd name="T29" fmla="*/ 899134600 h 42"/>
              <a:gd name="T30" fmla="*/ 427508407 w 41"/>
              <a:gd name="T31" fmla="*/ 1088428629 h 42"/>
              <a:gd name="T32" fmla="*/ 475008575 w 41"/>
              <a:gd name="T33" fmla="*/ 1135750417 h 42"/>
              <a:gd name="T34" fmla="*/ 807509753 w 41"/>
              <a:gd name="T35" fmla="*/ 1135750417 h 42"/>
              <a:gd name="T36" fmla="*/ 807509753 w 41"/>
              <a:gd name="T37" fmla="*/ 1467009808 h 42"/>
              <a:gd name="T38" fmla="*/ 902510090 w 41"/>
              <a:gd name="T39" fmla="*/ 1561660263 h 42"/>
              <a:gd name="T40" fmla="*/ 1045017487 w 41"/>
              <a:gd name="T41" fmla="*/ 1561660263 h 42"/>
              <a:gd name="T42" fmla="*/ 1140017823 w 41"/>
              <a:gd name="T43" fmla="*/ 1467009808 h 42"/>
              <a:gd name="T44" fmla="*/ 1140017823 w 41"/>
              <a:gd name="T45" fmla="*/ 1135750417 h 42"/>
              <a:gd name="T46" fmla="*/ 1472519001 w 41"/>
              <a:gd name="T47" fmla="*/ 1135750417 h 42"/>
              <a:gd name="T48" fmla="*/ 1567519338 w 41"/>
              <a:gd name="T49" fmla="*/ 1088428629 h 42"/>
              <a:gd name="T50" fmla="*/ 1567519338 w 41"/>
              <a:gd name="T51" fmla="*/ 899134600 h 42"/>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0" t="0" r="r" b="b"/>
            <a:pathLst>
              <a:path w="41" h="42">
                <a:moveTo>
                  <a:pt x="21" y="42"/>
                </a:moveTo>
                <a:cubicBezTo>
                  <a:pt x="9" y="42"/>
                  <a:pt x="0" y="32"/>
                  <a:pt x="0" y="21"/>
                </a:cubicBezTo>
                <a:cubicBezTo>
                  <a:pt x="0" y="10"/>
                  <a:pt x="9" y="0"/>
                  <a:pt x="21" y="0"/>
                </a:cubicBezTo>
                <a:cubicBezTo>
                  <a:pt x="32" y="0"/>
                  <a:pt x="41" y="10"/>
                  <a:pt x="41" y="21"/>
                </a:cubicBezTo>
                <a:cubicBezTo>
                  <a:pt x="41" y="32"/>
                  <a:pt x="32" y="42"/>
                  <a:pt x="21" y="42"/>
                </a:cubicBezTo>
                <a:close/>
                <a:moveTo>
                  <a:pt x="33" y="19"/>
                </a:moveTo>
                <a:cubicBezTo>
                  <a:pt x="33" y="18"/>
                  <a:pt x="32" y="18"/>
                  <a:pt x="31" y="18"/>
                </a:cubicBezTo>
                <a:cubicBezTo>
                  <a:pt x="24" y="18"/>
                  <a:pt x="24" y="18"/>
                  <a:pt x="24" y="18"/>
                </a:cubicBezTo>
                <a:cubicBezTo>
                  <a:pt x="24" y="11"/>
                  <a:pt x="24" y="11"/>
                  <a:pt x="24" y="11"/>
                </a:cubicBezTo>
                <a:cubicBezTo>
                  <a:pt x="24" y="10"/>
                  <a:pt x="23" y="9"/>
                  <a:pt x="22" y="9"/>
                </a:cubicBezTo>
                <a:cubicBezTo>
                  <a:pt x="19" y="9"/>
                  <a:pt x="19" y="9"/>
                  <a:pt x="19" y="9"/>
                </a:cubicBezTo>
                <a:cubicBezTo>
                  <a:pt x="18" y="9"/>
                  <a:pt x="17" y="10"/>
                  <a:pt x="17" y="11"/>
                </a:cubicBezTo>
                <a:cubicBezTo>
                  <a:pt x="17" y="18"/>
                  <a:pt x="17" y="18"/>
                  <a:pt x="17" y="18"/>
                </a:cubicBezTo>
                <a:cubicBezTo>
                  <a:pt x="10" y="18"/>
                  <a:pt x="10" y="18"/>
                  <a:pt x="10" y="18"/>
                </a:cubicBezTo>
                <a:cubicBezTo>
                  <a:pt x="9" y="18"/>
                  <a:pt x="9" y="18"/>
                  <a:pt x="9" y="19"/>
                </a:cubicBezTo>
                <a:cubicBezTo>
                  <a:pt x="9" y="23"/>
                  <a:pt x="9" y="23"/>
                  <a:pt x="9" y="23"/>
                </a:cubicBezTo>
                <a:cubicBezTo>
                  <a:pt x="9" y="24"/>
                  <a:pt x="9" y="24"/>
                  <a:pt x="10" y="24"/>
                </a:cubicBezTo>
                <a:cubicBezTo>
                  <a:pt x="17" y="24"/>
                  <a:pt x="17" y="24"/>
                  <a:pt x="17" y="24"/>
                </a:cubicBezTo>
                <a:cubicBezTo>
                  <a:pt x="17" y="31"/>
                  <a:pt x="17" y="31"/>
                  <a:pt x="17" y="31"/>
                </a:cubicBezTo>
                <a:cubicBezTo>
                  <a:pt x="17" y="32"/>
                  <a:pt x="18" y="33"/>
                  <a:pt x="19" y="33"/>
                </a:cubicBezTo>
                <a:cubicBezTo>
                  <a:pt x="22" y="33"/>
                  <a:pt x="22" y="33"/>
                  <a:pt x="22" y="33"/>
                </a:cubicBezTo>
                <a:cubicBezTo>
                  <a:pt x="23" y="33"/>
                  <a:pt x="24" y="32"/>
                  <a:pt x="24" y="31"/>
                </a:cubicBezTo>
                <a:cubicBezTo>
                  <a:pt x="24" y="24"/>
                  <a:pt x="24" y="24"/>
                  <a:pt x="24" y="24"/>
                </a:cubicBezTo>
                <a:cubicBezTo>
                  <a:pt x="31" y="24"/>
                  <a:pt x="31" y="24"/>
                  <a:pt x="31" y="24"/>
                </a:cubicBezTo>
                <a:cubicBezTo>
                  <a:pt x="32" y="24"/>
                  <a:pt x="33" y="24"/>
                  <a:pt x="33" y="23"/>
                </a:cubicBezTo>
                <a:lnTo>
                  <a:pt x="33"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0" name="稻壳儿小白白(http://dwz.cn/Wu2UP)"/>
          <p:cNvSpPr>
            <a:spLocks noEditPoints="1"/>
          </p:cNvSpPr>
          <p:nvPr/>
        </p:nvSpPr>
        <p:spPr>
          <a:xfrm>
            <a:off x="4167405" y="5945881"/>
            <a:ext cx="290554" cy="290554"/>
          </a:xfrm>
          <a:custGeom>
            <a:avLst/>
            <a:gdLst>
              <a:gd name="T0" fmla="*/ 1947527576 w 41"/>
              <a:gd name="T1" fmla="*/ 1615019506 h 41"/>
              <a:gd name="T2" fmla="*/ 1567519338 w 41"/>
              <a:gd name="T3" fmla="*/ 1947527576 h 41"/>
              <a:gd name="T4" fmla="*/ 380008238 w 41"/>
              <a:gd name="T5" fmla="*/ 1947527576 h 41"/>
              <a:gd name="T6" fmla="*/ 0 w 41"/>
              <a:gd name="T7" fmla="*/ 1615019506 h 41"/>
              <a:gd name="T8" fmla="*/ 0 w 41"/>
              <a:gd name="T9" fmla="*/ 380008238 h 41"/>
              <a:gd name="T10" fmla="*/ 380008238 w 41"/>
              <a:gd name="T11" fmla="*/ 0 h 41"/>
              <a:gd name="T12" fmla="*/ 1567519338 w 41"/>
              <a:gd name="T13" fmla="*/ 0 h 41"/>
              <a:gd name="T14" fmla="*/ 1947527576 w 41"/>
              <a:gd name="T15" fmla="*/ 380008238 h 41"/>
              <a:gd name="T16" fmla="*/ 1947527576 w 41"/>
              <a:gd name="T17" fmla="*/ 1615019506 h 41"/>
              <a:gd name="T18" fmla="*/ 1615019506 w 41"/>
              <a:gd name="T19" fmla="*/ 902510090 h 41"/>
              <a:gd name="T20" fmla="*/ 1567519338 w 41"/>
              <a:gd name="T21" fmla="*/ 807509753 h 41"/>
              <a:gd name="T22" fmla="*/ 1140017823 w 41"/>
              <a:gd name="T23" fmla="*/ 807509753 h 41"/>
              <a:gd name="T24" fmla="*/ 1140017823 w 41"/>
              <a:gd name="T25" fmla="*/ 427508407 h 41"/>
              <a:gd name="T26" fmla="*/ 1045017487 w 41"/>
              <a:gd name="T27" fmla="*/ 332508070 h 41"/>
              <a:gd name="T28" fmla="*/ 902510090 w 41"/>
              <a:gd name="T29" fmla="*/ 332508070 h 41"/>
              <a:gd name="T30" fmla="*/ 807509753 w 41"/>
              <a:gd name="T31" fmla="*/ 427508407 h 41"/>
              <a:gd name="T32" fmla="*/ 807509753 w 41"/>
              <a:gd name="T33" fmla="*/ 807509753 h 41"/>
              <a:gd name="T34" fmla="*/ 427508407 w 41"/>
              <a:gd name="T35" fmla="*/ 807509753 h 41"/>
              <a:gd name="T36" fmla="*/ 332508070 w 41"/>
              <a:gd name="T37" fmla="*/ 902510090 h 41"/>
              <a:gd name="T38" fmla="*/ 332508070 w 41"/>
              <a:gd name="T39" fmla="*/ 1045017487 h 41"/>
              <a:gd name="T40" fmla="*/ 427508407 w 41"/>
              <a:gd name="T41" fmla="*/ 1140017823 h 41"/>
              <a:gd name="T42" fmla="*/ 807509753 w 41"/>
              <a:gd name="T43" fmla="*/ 1140017823 h 41"/>
              <a:gd name="T44" fmla="*/ 807509753 w 41"/>
              <a:gd name="T45" fmla="*/ 1567519338 h 41"/>
              <a:gd name="T46" fmla="*/ 902510090 w 41"/>
              <a:gd name="T47" fmla="*/ 1615019506 h 41"/>
              <a:gd name="T48" fmla="*/ 1045017487 w 41"/>
              <a:gd name="T49" fmla="*/ 1615019506 h 41"/>
              <a:gd name="T50" fmla="*/ 1140017823 w 41"/>
              <a:gd name="T51" fmla="*/ 1567519338 h 41"/>
              <a:gd name="T52" fmla="*/ 1140017823 w 41"/>
              <a:gd name="T53" fmla="*/ 1140017823 h 41"/>
              <a:gd name="T54" fmla="*/ 1567519338 w 41"/>
              <a:gd name="T55" fmla="*/ 1140017823 h 41"/>
              <a:gd name="T56" fmla="*/ 1615019506 w 41"/>
              <a:gd name="T57" fmla="*/ 1045017487 h 41"/>
              <a:gd name="T58" fmla="*/ 1615019506 w 41"/>
              <a:gd name="T59" fmla="*/ 902510090 h 41"/>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1" h="41">
                <a:moveTo>
                  <a:pt x="41" y="34"/>
                </a:moveTo>
                <a:cubicBezTo>
                  <a:pt x="41" y="38"/>
                  <a:pt x="38" y="41"/>
                  <a:pt x="33" y="41"/>
                </a:cubicBezTo>
                <a:cubicBezTo>
                  <a:pt x="8" y="41"/>
                  <a:pt x="8" y="41"/>
                  <a:pt x="8" y="41"/>
                </a:cubicBezTo>
                <a:cubicBezTo>
                  <a:pt x="4" y="41"/>
                  <a:pt x="0" y="38"/>
                  <a:pt x="0" y="34"/>
                </a:cubicBezTo>
                <a:cubicBezTo>
                  <a:pt x="0" y="8"/>
                  <a:pt x="0" y="8"/>
                  <a:pt x="0" y="8"/>
                </a:cubicBezTo>
                <a:cubicBezTo>
                  <a:pt x="0" y="4"/>
                  <a:pt x="4" y="0"/>
                  <a:pt x="8" y="0"/>
                </a:cubicBezTo>
                <a:cubicBezTo>
                  <a:pt x="33" y="0"/>
                  <a:pt x="33" y="0"/>
                  <a:pt x="33" y="0"/>
                </a:cubicBezTo>
                <a:cubicBezTo>
                  <a:pt x="38" y="0"/>
                  <a:pt x="41" y="4"/>
                  <a:pt x="41" y="8"/>
                </a:cubicBezTo>
                <a:lnTo>
                  <a:pt x="41" y="34"/>
                </a:lnTo>
                <a:close/>
                <a:moveTo>
                  <a:pt x="34" y="19"/>
                </a:moveTo>
                <a:cubicBezTo>
                  <a:pt x="34" y="18"/>
                  <a:pt x="34" y="17"/>
                  <a:pt x="33" y="17"/>
                </a:cubicBezTo>
                <a:cubicBezTo>
                  <a:pt x="24" y="17"/>
                  <a:pt x="24" y="17"/>
                  <a:pt x="24" y="17"/>
                </a:cubicBezTo>
                <a:cubicBezTo>
                  <a:pt x="24" y="9"/>
                  <a:pt x="24" y="9"/>
                  <a:pt x="24" y="9"/>
                </a:cubicBezTo>
                <a:cubicBezTo>
                  <a:pt x="24" y="8"/>
                  <a:pt x="23" y="7"/>
                  <a:pt x="22" y="7"/>
                </a:cubicBezTo>
                <a:cubicBezTo>
                  <a:pt x="19" y="7"/>
                  <a:pt x="19" y="7"/>
                  <a:pt x="19" y="7"/>
                </a:cubicBezTo>
                <a:cubicBezTo>
                  <a:pt x="18" y="7"/>
                  <a:pt x="17" y="8"/>
                  <a:pt x="17" y="9"/>
                </a:cubicBezTo>
                <a:cubicBezTo>
                  <a:pt x="17" y="17"/>
                  <a:pt x="17" y="17"/>
                  <a:pt x="17" y="17"/>
                </a:cubicBezTo>
                <a:cubicBezTo>
                  <a:pt x="9" y="17"/>
                  <a:pt x="9" y="17"/>
                  <a:pt x="9" y="17"/>
                </a:cubicBezTo>
                <a:cubicBezTo>
                  <a:pt x="8" y="17"/>
                  <a:pt x="7" y="18"/>
                  <a:pt x="7" y="19"/>
                </a:cubicBezTo>
                <a:cubicBezTo>
                  <a:pt x="7" y="22"/>
                  <a:pt x="7" y="22"/>
                  <a:pt x="7" y="22"/>
                </a:cubicBezTo>
                <a:cubicBezTo>
                  <a:pt x="7" y="23"/>
                  <a:pt x="8" y="24"/>
                  <a:pt x="9" y="24"/>
                </a:cubicBezTo>
                <a:cubicBezTo>
                  <a:pt x="17" y="24"/>
                  <a:pt x="17" y="24"/>
                  <a:pt x="17" y="24"/>
                </a:cubicBezTo>
                <a:cubicBezTo>
                  <a:pt x="17" y="33"/>
                  <a:pt x="17" y="33"/>
                  <a:pt x="17" y="33"/>
                </a:cubicBezTo>
                <a:cubicBezTo>
                  <a:pt x="17" y="34"/>
                  <a:pt x="18" y="34"/>
                  <a:pt x="19" y="34"/>
                </a:cubicBezTo>
                <a:cubicBezTo>
                  <a:pt x="22" y="34"/>
                  <a:pt x="22" y="34"/>
                  <a:pt x="22" y="34"/>
                </a:cubicBezTo>
                <a:cubicBezTo>
                  <a:pt x="23" y="34"/>
                  <a:pt x="24" y="34"/>
                  <a:pt x="24" y="33"/>
                </a:cubicBezTo>
                <a:cubicBezTo>
                  <a:pt x="24" y="24"/>
                  <a:pt x="24" y="24"/>
                  <a:pt x="24" y="24"/>
                </a:cubicBezTo>
                <a:cubicBezTo>
                  <a:pt x="33" y="24"/>
                  <a:pt x="33" y="24"/>
                  <a:pt x="33" y="24"/>
                </a:cubicBezTo>
                <a:cubicBezTo>
                  <a:pt x="34" y="24"/>
                  <a:pt x="34" y="23"/>
                  <a:pt x="34" y="22"/>
                </a:cubicBezTo>
                <a:lnTo>
                  <a:pt x="34"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1" name="稻壳儿小白白(http://dwz.cn/Wu2UP)"/>
          <p:cNvSpPr>
            <a:spLocks noEditPoints="1"/>
          </p:cNvSpPr>
          <p:nvPr/>
        </p:nvSpPr>
        <p:spPr>
          <a:xfrm>
            <a:off x="5042332" y="1238250"/>
            <a:ext cx="311775" cy="264437"/>
          </a:xfrm>
          <a:custGeom>
            <a:avLst/>
            <a:gdLst>
              <a:gd name="T0" fmla="*/ 949773375 w 44"/>
              <a:gd name="T1" fmla="*/ 1159483914 h 37"/>
              <a:gd name="T2" fmla="*/ 332417925 w 44"/>
              <a:gd name="T3" fmla="*/ 1787540017 h 37"/>
              <a:gd name="T4" fmla="*/ 237443344 w 44"/>
              <a:gd name="T5" fmla="*/ 1787540017 h 37"/>
              <a:gd name="T6" fmla="*/ 142468763 w 44"/>
              <a:gd name="T7" fmla="*/ 1739225870 h 37"/>
              <a:gd name="T8" fmla="*/ 142468763 w 44"/>
              <a:gd name="T9" fmla="*/ 1545983185 h 37"/>
              <a:gd name="T10" fmla="*/ 237443344 w 44"/>
              <a:gd name="T11" fmla="*/ 1497669039 h 37"/>
              <a:gd name="T12" fmla="*/ 332417925 w 44"/>
              <a:gd name="T13" fmla="*/ 1497669039 h 37"/>
              <a:gd name="T14" fmla="*/ 664842741 w 44"/>
              <a:gd name="T15" fmla="*/ 1159483914 h 37"/>
              <a:gd name="T16" fmla="*/ 664842741 w 44"/>
              <a:gd name="T17" fmla="*/ 1111176718 h 37"/>
              <a:gd name="T18" fmla="*/ 522373978 w 44"/>
              <a:gd name="T19" fmla="*/ 966241228 h 37"/>
              <a:gd name="T20" fmla="*/ 237443344 w 44"/>
              <a:gd name="T21" fmla="*/ 966241228 h 37"/>
              <a:gd name="T22" fmla="*/ 0 w 44"/>
              <a:gd name="T23" fmla="*/ 724677446 h 37"/>
              <a:gd name="T24" fmla="*/ 0 w 44"/>
              <a:gd name="T25" fmla="*/ 241556832 h 37"/>
              <a:gd name="T26" fmla="*/ 237443344 w 44"/>
              <a:gd name="T27" fmla="*/ 0 h 37"/>
              <a:gd name="T28" fmla="*/ 712330031 w 44"/>
              <a:gd name="T29" fmla="*/ 0 h 37"/>
              <a:gd name="T30" fmla="*/ 949773375 w 44"/>
              <a:gd name="T31" fmla="*/ 241556832 h 37"/>
              <a:gd name="T32" fmla="*/ 949773375 w 44"/>
              <a:gd name="T33" fmla="*/ 1159483914 h 37"/>
              <a:gd name="T34" fmla="*/ 2089502804 w 44"/>
              <a:gd name="T35" fmla="*/ 1159483914 h 37"/>
              <a:gd name="T36" fmla="*/ 1472147353 w 44"/>
              <a:gd name="T37" fmla="*/ 1787540017 h 37"/>
              <a:gd name="T38" fmla="*/ 1377172772 w 44"/>
              <a:gd name="T39" fmla="*/ 1787540017 h 37"/>
              <a:gd name="T40" fmla="*/ 1282198191 w 44"/>
              <a:gd name="T41" fmla="*/ 1739225870 h 37"/>
              <a:gd name="T42" fmla="*/ 1282198191 w 44"/>
              <a:gd name="T43" fmla="*/ 1545983185 h 37"/>
              <a:gd name="T44" fmla="*/ 1377172772 w 44"/>
              <a:gd name="T45" fmla="*/ 1497669039 h 37"/>
              <a:gd name="T46" fmla="*/ 1472147353 w 44"/>
              <a:gd name="T47" fmla="*/ 1497669039 h 37"/>
              <a:gd name="T48" fmla="*/ 1804572170 w 44"/>
              <a:gd name="T49" fmla="*/ 1159483914 h 37"/>
              <a:gd name="T50" fmla="*/ 1804572170 w 44"/>
              <a:gd name="T51" fmla="*/ 1111176718 h 37"/>
              <a:gd name="T52" fmla="*/ 1662103407 w 44"/>
              <a:gd name="T53" fmla="*/ 966241228 h 37"/>
              <a:gd name="T54" fmla="*/ 1377172772 w 44"/>
              <a:gd name="T55" fmla="*/ 966241228 h 37"/>
              <a:gd name="T56" fmla="*/ 1139729429 w 44"/>
              <a:gd name="T57" fmla="*/ 724677446 h 37"/>
              <a:gd name="T58" fmla="*/ 1139729429 w 44"/>
              <a:gd name="T59" fmla="*/ 241556832 h 37"/>
              <a:gd name="T60" fmla="*/ 1377172772 w 44"/>
              <a:gd name="T61" fmla="*/ 0 h 37"/>
              <a:gd name="T62" fmla="*/ 1852059460 w 44"/>
              <a:gd name="T63" fmla="*/ 0 h 37"/>
              <a:gd name="T64" fmla="*/ 2089502804 w 44"/>
              <a:gd name="T65" fmla="*/ 241556832 h 37"/>
              <a:gd name="T66" fmla="*/ 2089502804 w 44"/>
              <a:gd name="T67" fmla="*/ 1159483914 h 37"/>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44" h="37">
                <a:moveTo>
                  <a:pt x="20" y="24"/>
                </a:moveTo>
                <a:cubicBezTo>
                  <a:pt x="20" y="31"/>
                  <a:pt x="14" y="37"/>
                  <a:pt x="7" y="37"/>
                </a:cubicBezTo>
                <a:cubicBezTo>
                  <a:pt x="5" y="37"/>
                  <a:pt x="5" y="37"/>
                  <a:pt x="5" y="37"/>
                </a:cubicBezTo>
                <a:cubicBezTo>
                  <a:pt x="4" y="37"/>
                  <a:pt x="3" y="37"/>
                  <a:pt x="3" y="36"/>
                </a:cubicBezTo>
                <a:cubicBezTo>
                  <a:pt x="3" y="32"/>
                  <a:pt x="3" y="32"/>
                  <a:pt x="3" y="32"/>
                </a:cubicBezTo>
                <a:cubicBezTo>
                  <a:pt x="3" y="31"/>
                  <a:pt x="4" y="31"/>
                  <a:pt x="5" y="31"/>
                </a:cubicBezTo>
                <a:cubicBezTo>
                  <a:pt x="7" y="31"/>
                  <a:pt x="7" y="31"/>
                  <a:pt x="7" y="31"/>
                </a:cubicBezTo>
                <a:cubicBezTo>
                  <a:pt x="11" y="31"/>
                  <a:pt x="14" y="27"/>
                  <a:pt x="14" y="24"/>
                </a:cubicBezTo>
                <a:cubicBezTo>
                  <a:pt x="14" y="23"/>
                  <a:pt x="14" y="23"/>
                  <a:pt x="14" y="23"/>
                </a:cubicBezTo>
                <a:cubicBezTo>
                  <a:pt x="14" y="21"/>
                  <a:pt x="12" y="20"/>
                  <a:pt x="11" y="20"/>
                </a:cubicBezTo>
                <a:cubicBezTo>
                  <a:pt x="5" y="20"/>
                  <a:pt x="5" y="20"/>
                  <a:pt x="5" y="20"/>
                </a:cubicBezTo>
                <a:cubicBezTo>
                  <a:pt x="2" y="20"/>
                  <a:pt x="0" y="18"/>
                  <a:pt x="0" y="15"/>
                </a:cubicBezTo>
                <a:cubicBezTo>
                  <a:pt x="0" y="5"/>
                  <a:pt x="0" y="5"/>
                  <a:pt x="0" y="5"/>
                </a:cubicBezTo>
                <a:cubicBezTo>
                  <a:pt x="0" y="2"/>
                  <a:pt x="2" y="0"/>
                  <a:pt x="5" y="0"/>
                </a:cubicBezTo>
                <a:cubicBezTo>
                  <a:pt x="15" y="0"/>
                  <a:pt x="15" y="0"/>
                  <a:pt x="15" y="0"/>
                </a:cubicBezTo>
                <a:cubicBezTo>
                  <a:pt x="18" y="0"/>
                  <a:pt x="20" y="2"/>
                  <a:pt x="20" y="5"/>
                </a:cubicBezTo>
                <a:lnTo>
                  <a:pt x="20" y="24"/>
                </a:lnTo>
                <a:close/>
                <a:moveTo>
                  <a:pt x="44" y="24"/>
                </a:moveTo>
                <a:cubicBezTo>
                  <a:pt x="44" y="31"/>
                  <a:pt x="38" y="37"/>
                  <a:pt x="31" y="37"/>
                </a:cubicBezTo>
                <a:cubicBezTo>
                  <a:pt x="29" y="37"/>
                  <a:pt x="29" y="37"/>
                  <a:pt x="29" y="37"/>
                </a:cubicBezTo>
                <a:cubicBezTo>
                  <a:pt x="28" y="37"/>
                  <a:pt x="27" y="37"/>
                  <a:pt x="27" y="36"/>
                </a:cubicBezTo>
                <a:cubicBezTo>
                  <a:pt x="27" y="32"/>
                  <a:pt x="27" y="32"/>
                  <a:pt x="27" y="32"/>
                </a:cubicBezTo>
                <a:cubicBezTo>
                  <a:pt x="27" y="31"/>
                  <a:pt x="28" y="31"/>
                  <a:pt x="29" y="31"/>
                </a:cubicBezTo>
                <a:cubicBezTo>
                  <a:pt x="31" y="31"/>
                  <a:pt x="31" y="31"/>
                  <a:pt x="31" y="31"/>
                </a:cubicBezTo>
                <a:cubicBezTo>
                  <a:pt x="35" y="31"/>
                  <a:pt x="38" y="27"/>
                  <a:pt x="38" y="24"/>
                </a:cubicBezTo>
                <a:cubicBezTo>
                  <a:pt x="38" y="23"/>
                  <a:pt x="38" y="23"/>
                  <a:pt x="38" y="23"/>
                </a:cubicBezTo>
                <a:cubicBezTo>
                  <a:pt x="38" y="21"/>
                  <a:pt x="36" y="20"/>
                  <a:pt x="35" y="20"/>
                </a:cubicBezTo>
                <a:cubicBezTo>
                  <a:pt x="29" y="20"/>
                  <a:pt x="29" y="20"/>
                  <a:pt x="29" y="20"/>
                </a:cubicBezTo>
                <a:cubicBezTo>
                  <a:pt x="26" y="20"/>
                  <a:pt x="24" y="18"/>
                  <a:pt x="24" y="15"/>
                </a:cubicBezTo>
                <a:cubicBezTo>
                  <a:pt x="24" y="5"/>
                  <a:pt x="24" y="5"/>
                  <a:pt x="24" y="5"/>
                </a:cubicBezTo>
                <a:cubicBezTo>
                  <a:pt x="24" y="2"/>
                  <a:pt x="26" y="0"/>
                  <a:pt x="29" y="0"/>
                </a:cubicBezTo>
                <a:cubicBezTo>
                  <a:pt x="39" y="0"/>
                  <a:pt x="39" y="0"/>
                  <a:pt x="39" y="0"/>
                </a:cubicBezTo>
                <a:cubicBezTo>
                  <a:pt x="42" y="0"/>
                  <a:pt x="44" y="2"/>
                  <a:pt x="44" y="5"/>
                </a:cubicBezTo>
                <a:lnTo>
                  <a:pt x="44" y="2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2" name="稻壳儿小白白(http://dwz.cn/Wu2UP)"/>
          <p:cNvSpPr/>
          <p:nvPr/>
        </p:nvSpPr>
        <p:spPr>
          <a:xfrm>
            <a:off x="5026009" y="1736110"/>
            <a:ext cx="342789" cy="342789"/>
          </a:xfrm>
          <a:custGeom>
            <a:avLst/>
            <a:gdLst>
              <a:gd name="T0" fmla="*/ 578850125 w 48"/>
              <a:gd name="T1" fmla="*/ 192947727 h 48"/>
              <a:gd name="T2" fmla="*/ 578850125 w 48"/>
              <a:gd name="T3" fmla="*/ 192947727 h 48"/>
              <a:gd name="T4" fmla="*/ 530607984 w 48"/>
              <a:gd name="T5" fmla="*/ 1254170641 h 48"/>
              <a:gd name="T6" fmla="*/ 916510383 w 48"/>
              <a:gd name="T7" fmla="*/ 1254170641 h 48"/>
              <a:gd name="T8" fmla="*/ 916510383 w 48"/>
              <a:gd name="T9" fmla="*/ 675320516 h 48"/>
              <a:gd name="T10" fmla="*/ 723562656 w 48"/>
              <a:gd name="T11" fmla="*/ 482372789 h 48"/>
              <a:gd name="T12" fmla="*/ 868275188 w 48"/>
              <a:gd name="T13" fmla="*/ 337660258 h 48"/>
              <a:gd name="T14" fmla="*/ 1061222914 w 48"/>
              <a:gd name="T15" fmla="*/ 530607984 h 48"/>
              <a:gd name="T16" fmla="*/ 964745578 w 48"/>
              <a:gd name="T17" fmla="*/ 241189867 h 48"/>
              <a:gd name="T18" fmla="*/ 1157700250 w 48"/>
              <a:gd name="T19" fmla="*/ 0 h 48"/>
              <a:gd name="T20" fmla="*/ 1350647977 w 48"/>
              <a:gd name="T21" fmla="*/ 241189867 h 48"/>
              <a:gd name="T22" fmla="*/ 1254170641 w 48"/>
              <a:gd name="T23" fmla="*/ 530607984 h 48"/>
              <a:gd name="T24" fmla="*/ 1447118367 w 48"/>
              <a:gd name="T25" fmla="*/ 337660258 h 48"/>
              <a:gd name="T26" fmla="*/ 1591830898 w 48"/>
              <a:gd name="T27" fmla="*/ 482372789 h 48"/>
              <a:gd name="T28" fmla="*/ 1398883172 w 48"/>
              <a:gd name="T29" fmla="*/ 675320516 h 48"/>
              <a:gd name="T30" fmla="*/ 1398883172 w 48"/>
              <a:gd name="T31" fmla="*/ 1254170641 h 48"/>
              <a:gd name="T32" fmla="*/ 1784785570 w 48"/>
              <a:gd name="T33" fmla="*/ 1254170641 h 48"/>
              <a:gd name="T34" fmla="*/ 1736543430 w 48"/>
              <a:gd name="T35" fmla="*/ 192947727 h 48"/>
              <a:gd name="T36" fmla="*/ 1736543430 w 48"/>
              <a:gd name="T37" fmla="*/ 192947727 h 48"/>
              <a:gd name="T38" fmla="*/ 2147483646 w 48"/>
              <a:gd name="T39" fmla="*/ 1157700250 h 48"/>
              <a:gd name="T40" fmla="*/ 1157700250 w 48"/>
              <a:gd name="T41" fmla="*/ 2147483646 h 48"/>
              <a:gd name="T42" fmla="*/ 48235195 w 48"/>
              <a:gd name="T43" fmla="*/ 1109458109 h 48"/>
              <a:gd name="T44" fmla="*/ 578850125 w 48"/>
              <a:gd name="T45" fmla="*/ 192947727 h 4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8" h="48">
                <a:moveTo>
                  <a:pt x="12" y="4"/>
                </a:moveTo>
                <a:cubicBezTo>
                  <a:pt x="12" y="4"/>
                  <a:pt x="12" y="4"/>
                  <a:pt x="12" y="4"/>
                </a:cubicBezTo>
                <a:cubicBezTo>
                  <a:pt x="12" y="4"/>
                  <a:pt x="1" y="17"/>
                  <a:pt x="11" y="26"/>
                </a:cubicBezTo>
                <a:cubicBezTo>
                  <a:pt x="16" y="31"/>
                  <a:pt x="19" y="26"/>
                  <a:pt x="19" y="26"/>
                </a:cubicBezTo>
                <a:cubicBezTo>
                  <a:pt x="23" y="21"/>
                  <a:pt x="19" y="14"/>
                  <a:pt x="19" y="14"/>
                </a:cubicBezTo>
                <a:cubicBezTo>
                  <a:pt x="18" y="12"/>
                  <a:pt x="15" y="10"/>
                  <a:pt x="15" y="10"/>
                </a:cubicBezTo>
                <a:cubicBezTo>
                  <a:pt x="18" y="7"/>
                  <a:pt x="18" y="7"/>
                  <a:pt x="18" y="7"/>
                </a:cubicBezTo>
                <a:cubicBezTo>
                  <a:pt x="20" y="8"/>
                  <a:pt x="22" y="11"/>
                  <a:pt x="22" y="11"/>
                </a:cubicBezTo>
                <a:cubicBezTo>
                  <a:pt x="22" y="8"/>
                  <a:pt x="20" y="5"/>
                  <a:pt x="20" y="5"/>
                </a:cubicBezTo>
                <a:cubicBezTo>
                  <a:pt x="24" y="0"/>
                  <a:pt x="24" y="0"/>
                  <a:pt x="24" y="0"/>
                </a:cubicBezTo>
                <a:cubicBezTo>
                  <a:pt x="28" y="5"/>
                  <a:pt x="28" y="5"/>
                  <a:pt x="28" y="5"/>
                </a:cubicBezTo>
                <a:cubicBezTo>
                  <a:pt x="26" y="7"/>
                  <a:pt x="26" y="11"/>
                  <a:pt x="26" y="11"/>
                </a:cubicBezTo>
                <a:cubicBezTo>
                  <a:pt x="28" y="9"/>
                  <a:pt x="30" y="7"/>
                  <a:pt x="30" y="7"/>
                </a:cubicBezTo>
                <a:cubicBezTo>
                  <a:pt x="33" y="10"/>
                  <a:pt x="33" y="10"/>
                  <a:pt x="33" y="10"/>
                </a:cubicBezTo>
                <a:cubicBezTo>
                  <a:pt x="31" y="11"/>
                  <a:pt x="29" y="14"/>
                  <a:pt x="29" y="14"/>
                </a:cubicBezTo>
                <a:cubicBezTo>
                  <a:pt x="27" y="17"/>
                  <a:pt x="26" y="23"/>
                  <a:pt x="29" y="26"/>
                </a:cubicBezTo>
                <a:cubicBezTo>
                  <a:pt x="32" y="31"/>
                  <a:pt x="37" y="26"/>
                  <a:pt x="37" y="26"/>
                </a:cubicBezTo>
                <a:cubicBezTo>
                  <a:pt x="47" y="17"/>
                  <a:pt x="36" y="4"/>
                  <a:pt x="36" y="4"/>
                </a:cubicBezTo>
                <a:cubicBezTo>
                  <a:pt x="36" y="4"/>
                  <a:pt x="36" y="4"/>
                  <a:pt x="36" y="4"/>
                </a:cubicBezTo>
                <a:cubicBezTo>
                  <a:pt x="41" y="7"/>
                  <a:pt x="48" y="12"/>
                  <a:pt x="48" y="24"/>
                </a:cubicBezTo>
                <a:cubicBezTo>
                  <a:pt x="48" y="38"/>
                  <a:pt x="38" y="48"/>
                  <a:pt x="24" y="48"/>
                </a:cubicBezTo>
                <a:cubicBezTo>
                  <a:pt x="11" y="48"/>
                  <a:pt x="0" y="37"/>
                  <a:pt x="1" y="23"/>
                </a:cubicBezTo>
                <a:cubicBezTo>
                  <a:pt x="1" y="16"/>
                  <a:pt x="5" y="9"/>
                  <a:pt x="12" y="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3" name="稻壳儿小白白(http://dwz.cn/Wu2UP)"/>
          <p:cNvSpPr>
            <a:spLocks noEditPoints="1"/>
          </p:cNvSpPr>
          <p:nvPr/>
        </p:nvSpPr>
        <p:spPr>
          <a:xfrm>
            <a:off x="5026009" y="2263351"/>
            <a:ext cx="342789" cy="303613"/>
          </a:xfrm>
          <a:custGeom>
            <a:avLst/>
            <a:gdLst>
              <a:gd name="T0" fmla="*/ 2147483646 w 48"/>
              <a:gd name="T1" fmla="*/ 471540441 h 43"/>
              <a:gd name="T2" fmla="*/ 1881255961 w 48"/>
              <a:gd name="T3" fmla="*/ 895919285 h 43"/>
              <a:gd name="T4" fmla="*/ 1881255961 w 48"/>
              <a:gd name="T5" fmla="*/ 895919285 h 43"/>
              <a:gd name="T6" fmla="*/ 1833020766 w 48"/>
              <a:gd name="T7" fmla="*/ 848764554 h 43"/>
              <a:gd name="T8" fmla="*/ 1833020766 w 48"/>
              <a:gd name="T9" fmla="*/ 612997767 h 43"/>
              <a:gd name="T10" fmla="*/ 1495360508 w 48"/>
              <a:gd name="T11" fmla="*/ 612997767 h 43"/>
              <a:gd name="T12" fmla="*/ 1157700250 w 48"/>
              <a:gd name="T13" fmla="*/ 848764554 h 43"/>
              <a:gd name="T14" fmla="*/ 1061222914 w 48"/>
              <a:gd name="T15" fmla="*/ 1084538208 h 43"/>
              <a:gd name="T16" fmla="*/ 337660258 w 48"/>
              <a:gd name="T17" fmla="*/ 1744690706 h 43"/>
              <a:gd name="T18" fmla="*/ 48235195 w 48"/>
              <a:gd name="T19" fmla="*/ 1744690706 h 43"/>
              <a:gd name="T20" fmla="*/ 0 w 48"/>
              <a:gd name="T21" fmla="*/ 1697535975 h 43"/>
              <a:gd name="T22" fmla="*/ 0 w 48"/>
              <a:gd name="T23" fmla="*/ 1461769188 h 43"/>
              <a:gd name="T24" fmla="*/ 48235195 w 48"/>
              <a:gd name="T25" fmla="*/ 1414614457 h 43"/>
              <a:gd name="T26" fmla="*/ 337660258 w 48"/>
              <a:gd name="T27" fmla="*/ 1414614457 h 43"/>
              <a:gd name="T28" fmla="*/ 675320516 w 48"/>
              <a:gd name="T29" fmla="*/ 1178847670 h 43"/>
              <a:gd name="T30" fmla="*/ 771797852 w 48"/>
              <a:gd name="T31" fmla="*/ 943074016 h 43"/>
              <a:gd name="T32" fmla="*/ 1495360508 w 48"/>
              <a:gd name="T33" fmla="*/ 282921518 h 43"/>
              <a:gd name="T34" fmla="*/ 1833020766 w 48"/>
              <a:gd name="T35" fmla="*/ 282921518 h 43"/>
              <a:gd name="T36" fmla="*/ 1833020766 w 48"/>
              <a:gd name="T37" fmla="*/ 47154731 h 43"/>
              <a:gd name="T38" fmla="*/ 1881255961 w 48"/>
              <a:gd name="T39" fmla="*/ 0 h 43"/>
              <a:gd name="T40" fmla="*/ 1881255961 w 48"/>
              <a:gd name="T41" fmla="*/ 47154731 h 43"/>
              <a:gd name="T42" fmla="*/ 2147483646 w 48"/>
              <a:gd name="T43" fmla="*/ 424385710 h 43"/>
              <a:gd name="T44" fmla="*/ 2147483646 w 48"/>
              <a:gd name="T45" fmla="*/ 471540441 h 43"/>
              <a:gd name="T46" fmla="*/ 2147483646 w 48"/>
              <a:gd name="T47" fmla="*/ 471540441 h 43"/>
              <a:gd name="T48" fmla="*/ 675320516 w 48"/>
              <a:gd name="T49" fmla="*/ 943074016 h 43"/>
              <a:gd name="T50" fmla="*/ 337660258 w 48"/>
              <a:gd name="T51" fmla="*/ 612997767 h 43"/>
              <a:gd name="T52" fmla="*/ 48235195 w 48"/>
              <a:gd name="T53" fmla="*/ 612997767 h 43"/>
              <a:gd name="T54" fmla="*/ 0 w 48"/>
              <a:gd name="T55" fmla="*/ 565843036 h 43"/>
              <a:gd name="T56" fmla="*/ 0 w 48"/>
              <a:gd name="T57" fmla="*/ 330076249 h 43"/>
              <a:gd name="T58" fmla="*/ 48235195 w 48"/>
              <a:gd name="T59" fmla="*/ 282921518 h 43"/>
              <a:gd name="T60" fmla="*/ 337660258 w 48"/>
              <a:gd name="T61" fmla="*/ 282921518 h 43"/>
              <a:gd name="T62" fmla="*/ 868275188 w 48"/>
              <a:gd name="T63" fmla="*/ 565843036 h 43"/>
              <a:gd name="T64" fmla="*/ 675320516 w 48"/>
              <a:gd name="T65" fmla="*/ 943074016 h 43"/>
              <a:gd name="T66" fmla="*/ 2147483646 w 48"/>
              <a:gd name="T67" fmla="*/ 1603226513 h 43"/>
              <a:gd name="T68" fmla="*/ 1881255961 w 48"/>
              <a:gd name="T69" fmla="*/ 2027612224 h 43"/>
              <a:gd name="T70" fmla="*/ 1881255961 w 48"/>
              <a:gd name="T71" fmla="*/ 2027612224 h 43"/>
              <a:gd name="T72" fmla="*/ 1833020766 w 48"/>
              <a:gd name="T73" fmla="*/ 1980457493 h 43"/>
              <a:gd name="T74" fmla="*/ 1833020766 w 48"/>
              <a:gd name="T75" fmla="*/ 1744690706 h 43"/>
              <a:gd name="T76" fmla="*/ 964745578 w 48"/>
              <a:gd name="T77" fmla="*/ 1461769188 h 43"/>
              <a:gd name="T78" fmla="*/ 1157700250 w 48"/>
              <a:gd name="T79" fmla="*/ 1131692939 h 43"/>
              <a:gd name="T80" fmla="*/ 1495360508 w 48"/>
              <a:gd name="T81" fmla="*/ 1414614457 h 43"/>
              <a:gd name="T82" fmla="*/ 1833020766 w 48"/>
              <a:gd name="T83" fmla="*/ 1414614457 h 43"/>
              <a:gd name="T84" fmla="*/ 1833020766 w 48"/>
              <a:gd name="T85" fmla="*/ 1178847670 h 43"/>
              <a:gd name="T86" fmla="*/ 1881255961 w 48"/>
              <a:gd name="T87" fmla="*/ 1131692939 h 43"/>
              <a:gd name="T88" fmla="*/ 1881255961 w 48"/>
              <a:gd name="T89" fmla="*/ 1178847670 h 43"/>
              <a:gd name="T90" fmla="*/ 2147483646 w 48"/>
              <a:gd name="T91" fmla="*/ 1556071783 h 43"/>
              <a:gd name="T92" fmla="*/ 2147483646 w 48"/>
              <a:gd name="T93" fmla="*/ 1603226513 h 43"/>
              <a:gd name="T94" fmla="*/ 2147483646 w 48"/>
              <a:gd name="T95" fmla="*/ 1603226513 h 4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48" h="43">
                <a:moveTo>
                  <a:pt x="48" y="10"/>
                </a:moveTo>
                <a:cubicBezTo>
                  <a:pt x="39" y="19"/>
                  <a:pt x="39" y="19"/>
                  <a:pt x="39" y="19"/>
                </a:cubicBezTo>
                <a:cubicBezTo>
                  <a:pt x="39" y="19"/>
                  <a:pt x="39" y="19"/>
                  <a:pt x="39" y="19"/>
                </a:cubicBezTo>
                <a:cubicBezTo>
                  <a:pt x="38" y="19"/>
                  <a:pt x="38" y="19"/>
                  <a:pt x="38" y="18"/>
                </a:cubicBezTo>
                <a:cubicBezTo>
                  <a:pt x="38" y="13"/>
                  <a:pt x="38" y="13"/>
                  <a:pt x="38" y="13"/>
                </a:cubicBezTo>
                <a:cubicBezTo>
                  <a:pt x="31" y="13"/>
                  <a:pt x="31" y="13"/>
                  <a:pt x="31" y="13"/>
                </a:cubicBezTo>
                <a:cubicBezTo>
                  <a:pt x="27" y="13"/>
                  <a:pt x="26" y="16"/>
                  <a:pt x="24" y="18"/>
                </a:cubicBezTo>
                <a:cubicBezTo>
                  <a:pt x="24" y="20"/>
                  <a:pt x="23" y="22"/>
                  <a:pt x="22" y="23"/>
                </a:cubicBezTo>
                <a:cubicBezTo>
                  <a:pt x="19" y="30"/>
                  <a:pt x="16" y="37"/>
                  <a:pt x="7" y="37"/>
                </a:cubicBezTo>
                <a:cubicBezTo>
                  <a:pt x="1" y="37"/>
                  <a:pt x="1" y="37"/>
                  <a:pt x="1" y="37"/>
                </a:cubicBezTo>
                <a:cubicBezTo>
                  <a:pt x="1" y="37"/>
                  <a:pt x="0" y="37"/>
                  <a:pt x="0" y="36"/>
                </a:cubicBezTo>
                <a:cubicBezTo>
                  <a:pt x="0" y="31"/>
                  <a:pt x="0" y="31"/>
                  <a:pt x="0" y="31"/>
                </a:cubicBezTo>
                <a:cubicBezTo>
                  <a:pt x="0" y="31"/>
                  <a:pt x="1" y="30"/>
                  <a:pt x="1" y="30"/>
                </a:cubicBezTo>
                <a:cubicBezTo>
                  <a:pt x="7" y="30"/>
                  <a:pt x="7" y="30"/>
                  <a:pt x="7" y="30"/>
                </a:cubicBezTo>
                <a:cubicBezTo>
                  <a:pt x="11" y="30"/>
                  <a:pt x="12" y="28"/>
                  <a:pt x="14" y="25"/>
                </a:cubicBezTo>
                <a:cubicBezTo>
                  <a:pt x="15" y="23"/>
                  <a:pt x="15" y="22"/>
                  <a:pt x="16" y="20"/>
                </a:cubicBezTo>
                <a:cubicBezTo>
                  <a:pt x="19" y="13"/>
                  <a:pt x="22" y="6"/>
                  <a:pt x="31" y="6"/>
                </a:cubicBezTo>
                <a:cubicBezTo>
                  <a:pt x="38" y="6"/>
                  <a:pt x="38" y="6"/>
                  <a:pt x="38" y="6"/>
                </a:cubicBezTo>
                <a:cubicBezTo>
                  <a:pt x="38" y="1"/>
                  <a:pt x="38" y="1"/>
                  <a:pt x="38" y="1"/>
                </a:cubicBezTo>
                <a:cubicBezTo>
                  <a:pt x="38" y="1"/>
                  <a:pt x="38" y="0"/>
                  <a:pt x="39" y="0"/>
                </a:cubicBezTo>
                <a:cubicBezTo>
                  <a:pt x="39" y="0"/>
                  <a:pt x="39" y="0"/>
                  <a:pt x="39" y="1"/>
                </a:cubicBezTo>
                <a:cubicBezTo>
                  <a:pt x="48" y="9"/>
                  <a:pt x="48" y="9"/>
                  <a:pt x="48" y="9"/>
                </a:cubicBezTo>
                <a:cubicBezTo>
                  <a:pt x="48" y="9"/>
                  <a:pt x="48" y="10"/>
                  <a:pt x="48" y="10"/>
                </a:cubicBezTo>
                <a:cubicBezTo>
                  <a:pt x="48" y="10"/>
                  <a:pt x="48" y="10"/>
                  <a:pt x="48" y="10"/>
                </a:cubicBezTo>
                <a:close/>
                <a:moveTo>
                  <a:pt x="14" y="20"/>
                </a:moveTo>
                <a:cubicBezTo>
                  <a:pt x="13" y="16"/>
                  <a:pt x="11" y="13"/>
                  <a:pt x="7" y="13"/>
                </a:cubicBezTo>
                <a:cubicBezTo>
                  <a:pt x="1" y="13"/>
                  <a:pt x="1" y="13"/>
                  <a:pt x="1" y="13"/>
                </a:cubicBezTo>
                <a:cubicBezTo>
                  <a:pt x="1" y="13"/>
                  <a:pt x="0" y="13"/>
                  <a:pt x="0" y="12"/>
                </a:cubicBezTo>
                <a:cubicBezTo>
                  <a:pt x="0" y="7"/>
                  <a:pt x="0" y="7"/>
                  <a:pt x="0" y="7"/>
                </a:cubicBezTo>
                <a:cubicBezTo>
                  <a:pt x="0" y="7"/>
                  <a:pt x="1" y="6"/>
                  <a:pt x="1" y="6"/>
                </a:cubicBezTo>
                <a:cubicBezTo>
                  <a:pt x="7" y="6"/>
                  <a:pt x="7" y="6"/>
                  <a:pt x="7" y="6"/>
                </a:cubicBezTo>
                <a:cubicBezTo>
                  <a:pt x="12" y="6"/>
                  <a:pt x="15" y="9"/>
                  <a:pt x="18" y="12"/>
                </a:cubicBezTo>
                <a:cubicBezTo>
                  <a:pt x="17" y="15"/>
                  <a:pt x="15" y="17"/>
                  <a:pt x="14" y="20"/>
                </a:cubicBezTo>
                <a:close/>
                <a:moveTo>
                  <a:pt x="48" y="34"/>
                </a:moveTo>
                <a:cubicBezTo>
                  <a:pt x="39" y="43"/>
                  <a:pt x="39" y="43"/>
                  <a:pt x="39" y="43"/>
                </a:cubicBezTo>
                <a:cubicBezTo>
                  <a:pt x="39" y="43"/>
                  <a:pt x="39" y="43"/>
                  <a:pt x="39" y="43"/>
                </a:cubicBezTo>
                <a:cubicBezTo>
                  <a:pt x="38" y="43"/>
                  <a:pt x="38" y="43"/>
                  <a:pt x="38" y="42"/>
                </a:cubicBezTo>
                <a:cubicBezTo>
                  <a:pt x="38" y="37"/>
                  <a:pt x="38" y="37"/>
                  <a:pt x="38" y="37"/>
                </a:cubicBezTo>
                <a:cubicBezTo>
                  <a:pt x="30" y="37"/>
                  <a:pt x="25" y="38"/>
                  <a:pt x="20" y="31"/>
                </a:cubicBezTo>
                <a:cubicBezTo>
                  <a:pt x="22" y="29"/>
                  <a:pt x="23" y="26"/>
                  <a:pt x="24" y="24"/>
                </a:cubicBezTo>
                <a:cubicBezTo>
                  <a:pt x="25" y="27"/>
                  <a:pt x="27" y="30"/>
                  <a:pt x="31" y="30"/>
                </a:cubicBezTo>
                <a:cubicBezTo>
                  <a:pt x="38" y="30"/>
                  <a:pt x="38" y="30"/>
                  <a:pt x="38" y="30"/>
                </a:cubicBezTo>
                <a:cubicBezTo>
                  <a:pt x="38" y="25"/>
                  <a:pt x="38" y="25"/>
                  <a:pt x="38" y="25"/>
                </a:cubicBezTo>
                <a:cubicBezTo>
                  <a:pt x="38" y="25"/>
                  <a:pt x="38" y="24"/>
                  <a:pt x="39" y="24"/>
                </a:cubicBezTo>
                <a:cubicBezTo>
                  <a:pt x="39" y="24"/>
                  <a:pt x="39" y="24"/>
                  <a:pt x="39" y="25"/>
                </a:cubicBezTo>
                <a:cubicBezTo>
                  <a:pt x="48" y="33"/>
                  <a:pt x="48" y="33"/>
                  <a:pt x="48" y="33"/>
                </a:cubicBezTo>
                <a:cubicBezTo>
                  <a:pt x="48" y="33"/>
                  <a:pt x="48" y="34"/>
                  <a:pt x="48" y="34"/>
                </a:cubicBezTo>
                <a:cubicBezTo>
                  <a:pt x="48" y="34"/>
                  <a:pt x="48" y="34"/>
                  <a:pt x="48" y="3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4" name="稻壳儿小白白(http://dwz.cn/Wu2UP)"/>
          <p:cNvSpPr>
            <a:spLocks noEditPoints="1"/>
          </p:cNvSpPr>
          <p:nvPr/>
        </p:nvSpPr>
        <p:spPr>
          <a:xfrm>
            <a:off x="5026009" y="2780800"/>
            <a:ext cx="342789" cy="326465"/>
          </a:xfrm>
          <a:custGeom>
            <a:avLst/>
            <a:gdLst>
              <a:gd name="T0" fmla="*/ 820033047 w 48"/>
              <a:gd name="T1" fmla="*/ 1238643424 h 46"/>
              <a:gd name="T2" fmla="*/ 627085320 w 48"/>
              <a:gd name="T3" fmla="*/ 1095720109 h 46"/>
              <a:gd name="T4" fmla="*/ 337660258 w 48"/>
              <a:gd name="T5" fmla="*/ 1667399565 h 46"/>
              <a:gd name="T6" fmla="*/ 48235195 w 48"/>
              <a:gd name="T7" fmla="*/ 1238643424 h 46"/>
              <a:gd name="T8" fmla="*/ 48235195 w 48"/>
              <a:gd name="T9" fmla="*/ 1095720109 h 46"/>
              <a:gd name="T10" fmla="*/ 192947727 w 48"/>
              <a:gd name="T11" fmla="*/ 857519185 h 46"/>
              <a:gd name="T12" fmla="*/ 48235195 w 48"/>
              <a:gd name="T13" fmla="*/ 714602772 h 46"/>
              <a:gd name="T14" fmla="*/ 578850125 w 48"/>
              <a:gd name="T15" fmla="*/ 762241576 h 46"/>
              <a:gd name="T16" fmla="*/ 820033047 w 48"/>
              <a:gd name="T17" fmla="*/ 1238643424 h 46"/>
              <a:gd name="T18" fmla="*/ 1061222914 w 48"/>
              <a:gd name="T19" fmla="*/ 1953239293 h 46"/>
              <a:gd name="T20" fmla="*/ 1061222914 w 48"/>
              <a:gd name="T21" fmla="*/ 2000878098 h 46"/>
              <a:gd name="T22" fmla="*/ 530607984 w 48"/>
              <a:gd name="T23" fmla="*/ 1953239293 h 46"/>
              <a:gd name="T24" fmla="*/ 385902398 w 48"/>
              <a:gd name="T25" fmla="*/ 1810322880 h 46"/>
              <a:gd name="T26" fmla="*/ 434137594 w 48"/>
              <a:gd name="T27" fmla="*/ 1476837446 h 46"/>
              <a:gd name="T28" fmla="*/ 1109458109 w 48"/>
              <a:gd name="T29" fmla="*/ 1476837446 h 46"/>
              <a:gd name="T30" fmla="*/ 1061222914 w 48"/>
              <a:gd name="T31" fmla="*/ 1953239293 h 46"/>
              <a:gd name="T32" fmla="*/ 820033047 w 48"/>
              <a:gd name="T33" fmla="*/ 762241576 h 46"/>
              <a:gd name="T34" fmla="*/ 434137594 w 48"/>
              <a:gd name="T35" fmla="*/ 524040652 h 46"/>
              <a:gd name="T36" fmla="*/ 385902398 w 48"/>
              <a:gd name="T37" fmla="*/ 524040652 h 46"/>
              <a:gd name="T38" fmla="*/ 675320516 w 48"/>
              <a:gd name="T39" fmla="*/ 95277609 h 46"/>
              <a:gd name="T40" fmla="*/ 868275188 w 48"/>
              <a:gd name="T41" fmla="*/ 0 h 46"/>
              <a:gd name="T42" fmla="*/ 1157700250 w 48"/>
              <a:gd name="T43" fmla="*/ 238200924 h 46"/>
              <a:gd name="T44" fmla="*/ 820033047 w 48"/>
              <a:gd name="T45" fmla="*/ 762241576 h 46"/>
              <a:gd name="T46" fmla="*/ 2025968492 w 48"/>
              <a:gd name="T47" fmla="*/ 238200924 h 46"/>
              <a:gd name="T48" fmla="*/ 1736543430 w 48"/>
              <a:gd name="T49" fmla="*/ 714602772 h 46"/>
              <a:gd name="T50" fmla="*/ 1205935445 w 48"/>
              <a:gd name="T51" fmla="*/ 666957065 h 46"/>
              <a:gd name="T52" fmla="*/ 1398883172 w 48"/>
              <a:gd name="T53" fmla="*/ 571679457 h 46"/>
              <a:gd name="T54" fmla="*/ 1012987719 w 48"/>
              <a:gd name="T55" fmla="*/ 0 h 46"/>
              <a:gd name="T56" fmla="*/ 1543595703 w 48"/>
              <a:gd name="T57" fmla="*/ 0 h 46"/>
              <a:gd name="T58" fmla="*/ 1688308234 w 48"/>
              <a:gd name="T59" fmla="*/ 95277609 h 46"/>
              <a:gd name="T60" fmla="*/ 1833020766 w 48"/>
              <a:gd name="T61" fmla="*/ 333478533 h 46"/>
              <a:gd name="T62" fmla="*/ 2025968492 w 48"/>
              <a:gd name="T63" fmla="*/ 238200924 h 46"/>
              <a:gd name="T64" fmla="*/ 1929498102 w 48"/>
              <a:gd name="T65" fmla="*/ 1857961685 h 46"/>
              <a:gd name="T66" fmla="*/ 1833020766 w 48"/>
              <a:gd name="T67" fmla="*/ 1953239293 h 46"/>
              <a:gd name="T68" fmla="*/ 1543595703 w 48"/>
              <a:gd name="T69" fmla="*/ 1953239293 h 46"/>
              <a:gd name="T70" fmla="*/ 1543595703 w 48"/>
              <a:gd name="T71" fmla="*/ 2147483646 h 46"/>
              <a:gd name="T72" fmla="*/ 1254170641 w 48"/>
              <a:gd name="T73" fmla="*/ 1715038370 h 46"/>
              <a:gd name="T74" fmla="*/ 1495360508 w 48"/>
              <a:gd name="T75" fmla="*/ 1238643424 h 46"/>
              <a:gd name="T76" fmla="*/ 1543595703 w 48"/>
              <a:gd name="T77" fmla="*/ 1476837446 h 46"/>
              <a:gd name="T78" fmla="*/ 2147483646 w 48"/>
              <a:gd name="T79" fmla="*/ 1429198641 h 46"/>
              <a:gd name="T80" fmla="*/ 1929498102 w 48"/>
              <a:gd name="T81" fmla="*/ 1857961685 h 46"/>
              <a:gd name="T82" fmla="*/ 2147483646 w 48"/>
              <a:gd name="T83" fmla="*/ 1095720109 h 46"/>
              <a:gd name="T84" fmla="*/ 2147483646 w 48"/>
              <a:gd name="T85" fmla="*/ 1286282228 h 46"/>
              <a:gd name="T86" fmla="*/ 1929498102 w 48"/>
              <a:gd name="T87" fmla="*/ 1429198641 h 46"/>
              <a:gd name="T88" fmla="*/ 1591830898 w 48"/>
              <a:gd name="T89" fmla="*/ 905157989 h 46"/>
              <a:gd name="T90" fmla="*/ 1977733297 w 48"/>
              <a:gd name="T91" fmla="*/ 619318261 h 46"/>
              <a:gd name="T92" fmla="*/ 2025968492 w 48"/>
              <a:gd name="T93" fmla="*/ 619318261 h 46"/>
              <a:gd name="T94" fmla="*/ 2147483646 w 48"/>
              <a:gd name="T95" fmla="*/ 1095720109 h 4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48" h="46">
                <a:moveTo>
                  <a:pt x="17" y="26"/>
                </a:moveTo>
                <a:cubicBezTo>
                  <a:pt x="13" y="23"/>
                  <a:pt x="13" y="23"/>
                  <a:pt x="13" y="23"/>
                </a:cubicBezTo>
                <a:cubicBezTo>
                  <a:pt x="7" y="30"/>
                  <a:pt x="7" y="35"/>
                  <a:pt x="7" y="35"/>
                </a:cubicBezTo>
                <a:cubicBezTo>
                  <a:pt x="1" y="26"/>
                  <a:pt x="1" y="26"/>
                  <a:pt x="1" y="26"/>
                </a:cubicBezTo>
                <a:cubicBezTo>
                  <a:pt x="0" y="24"/>
                  <a:pt x="1" y="23"/>
                  <a:pt x="1" y="23"/>
                </a:cubicBezTo>
                <a:cubicBezTo>
                  <a:pt x="1" y="23"/>
                  <a:pt x="2" y="21"/>
                  <a:pt x="4" y="18"/>
                </a:cubicBezTo>
                <a:cubicBezTo>
                  <a:pt x="1" y="15"/>
                  <a:pt x="1" y="15"/>
                  <a:pt x="1" y="15"/>
                </a:cubicBezTo>
                <a:cubicBezTo>
                  <a:pt x="12" y="16"/>
                  <a:pt x="12" y="16"/>
                  <a:pt x="12" y="16"/>
                </a:cubicBezTo>
                <a:lnTo>
                  <a:pt x="17" y="26"/>
                </a:lnTo>
                <a:close/>
                <a:moveTo>
                  <a:pt x="22" y="41"/>
                </a:moveTo>
                <a:cubicBezTo>
                  <a:pt x="22" y="42"/>
                  <a:pt x="22" y="42"/>
                  <a:pt x="22" y="42"/>
                </a:cubicBezTo>
                <a:cubicBezTo>
                  <a:pt x="11" y="41"/>
                  <a:pt x="11" y="41"/>
                  <a:pt x="11" y="41"/>
                </a:cubicBezTo>
                <a:cubicBezTo>
                  <a:pt x="9" y="41"/>
                  <a:pt x="8" y="40"/>
                  <a:pt x="8" y="38"/>
                </a:cubicBezTo>
                <a:cubicBezTo>
                  <a:pt x="7" y="36"/>
                  <a:pt x="8" y="33"/>
                  <a:pt x="9" y="31"/>
                </a:cubicBezTo>
                <a:cubicBezTo>
                  <a:pt x="9" y="31"/>
                  <a:pt x="11" y="31"/>
                  <a:pt x="23" y="31"/>
                </a:cubicBezTo>
                <a:lnTo>
                  <a:pt x="22" y="41"/>
                </a:lnTo>
                <a:close/>
                <a:moveTo>
                  <a:pt x="17" y="16"/>
                </a:moveTo>
                <a:cubicBezTo>
                  <a:pt x="9" y="11"/>
                  <a:pt x="9" y="11"/>
                  <a:pt x="9" y="11"/>
                </a:cubicBezTo>
                <a:cubicBezTo>
                  <a:pt x="8" y="11"/>
                  <a:pt x="8" y="11"/>
                  <a:pt x="8" y="11"/>
                </a:cubicBezTo>
                <a:cubicBezTo>
                  <a:pt x="14" y="2"/>
                  <a:pt x="14" y="2"/>
                  <a:pt x="14" y="2"/>
                </a:cubicBezTo>
                <a:cubicBezTo>
                  <a:pt x="15" y="0"/>
                  <a:pt x="17" y="0"/>
                  <a:pt x="18" y="0"/>
                </a:cubicBezTo>
                <a:cubicBezTo>
                  <a:pt x="21" y="0"/>
                  <a:pt x="22" y="3"/>
                  <a:pt x="24" y="5"/>
                </a:cubicBezTo>
                <a:cubicBezTo>
                  <a:pt x="24" y="5"/>
                  <a:pt x="23" y="6"/>
                  <a:pt x="17" y="16"/>
                </a:cubicBezTo>
                <a:close/>
                <a:moveTo>
                  <a:pt x="42" y="5"/>
                </a:moveTo>
                <a:cubicBezTo>
                  <a:pt x="36" y="15"/>
                  <a:pt x="36" y="15"/>
                  <a:pt x="36" y="15"/>
                </a:cubicBezTo>
                <a:cubicBezTo>
                  <a:pt x="25" y="14"/>
                  <a:pt x="25" y="14"/>
                  <a:pt x="25" y="14"/>
                </a:cubicBezTo>
                <a:cubicBezTo>
                  <a:pt x="29" y="12"/>
                  <a:pt x="29" y="12"/>
                  <a:pt x="29" y="12"/>
                </a:cubicBezTo>
                <a:cubicBezTo>
                  <a:pt x="25" y="3"/>
                  <a:pt x="21" y="0"/>
                  <a:pt x="21" y="0"/>
                </a:cubicBezTo>
                <a:cubicBezTo>
                  <a:pt x="32" y="0"/>
                  <a:pt x="32" y="0"/>
                  <a:pt x="32" y="0"/>
                </a:cubicBezTo>
                <a:cubicBezTo>
                  <a:pt x="34" y="0"/>
                  <a:pt x="35" y="2"/>
                  <a:pt x="35" y="2"/>
                </a:cubicBezTo>
                <a:cubicBezTo>
                  <a:pt x="35" y="2"/>
                  <a:pt x="36" y="3"/>
                  <a:pt x="38" y="7"/>
                </a:cubicBezTo>
                <a:lnTo>
                  <a:pt x="42" y="5"/>
                </a:lnTo>
                <a:close/>
                <a:moveTo>
                  <a:pt x="40" y="39"/>
                </a:moveTo>
                <a:cubicBezTo>
                  <a:pt x="39" y="41"/>
                  <a:pt x="38" y="41"/>
                  <a:pt x="38" y="41"/>
                </a:cubicBezTo>
                <a:cubicBezTo>
                  <a:pt x="38" y="41"/>
                  <a:pt x="36" y="41"/>
                  <a:pt x="32" y="41"/>
                </a:cubicBezTo>
                <a:cubicBezTo>
                  <a:pt x="32" y="46"/>
                  <a:pt x="32" y="46"/>
                  <a:pt x="32" y="46"/>
                </a:cubicBezTo>
                <a:cubicBezTo>
                  <a:pt x="26" y="36"/>
                  <a:pt x="26" y="36"/>
                  <a:pt x="26" y="36"/>
                </a:cubicBezTo>
                <a:cubicBezTo>
                  <a:pt x="31" y="26"/>
                  <a:pt x="31" y="26"/>
                  <a:pt x="31" y="26"/>
                </a:cubicBezTo>
                <a:cubicBezTo>
                  <a:pt x="32" y="31"/>
                  <a:pt x="32" y="31"/>
                  <a:pt x="32" y="31"/>
                </a:cubicBezTo>
                <a:cubicBezTo>
                  <a:pt x="41" y="32"/>
                  <a:pt x="45" y="30"/>
                  <a:pt x="45" y="30"/>
                </a:cubicBezTo>
                <a:lnTo>
                  <a:pt x="40" y="39"/>
                </a:lnTo>
                <a:close/>
                <a:moveTo>
                  <a:pt x="47" y="23"/>
                </a:moveTo>
                <a:cubicBezTo>
                  <a:pt x="48" y="24"/>
                  <a:pt x="48" y="26"/>
                  <a:pt x="47" y="27"/>
                </a:cubicBezTo>
                <a:cubicBezTo>
                  <a:pt x="46" y="29"/>
                  <a:pt x="42" y="30"/>
                  <a:pt x="40" y="30"/>
                </a:cubicBezTo>
                <a:cubicBezTo>
                  <a:pt x="40" y="30"/>
                  <a:pt x="39" y="28"/>
                  <a:pt x="33" y="19"/>
                </a:cubicBezTo>
                <a:cubicBezTo>
                  <a:pt x="41" y="13"/>
                  <a:pt x="41" y="13"/>
                  <a:pt x="41" y="13"/>
                </a:cubicBezTo>
                <a:cubicBezTo>
                  <a:pt x="42" y="13"/>
                  <a:pt x="42" y="13"/>
                  <a:pt x="42" y="13"/>
                </a:cubicBezTo>
                <a:lnTo>
                  <a:pt x="47" y="23"/>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5" name="稻壳儿小白白(http://dwz.cn/Wu2UP)"/>
          <p:cNvSpPr>
            <a:spLocks noEditPoints="1"/>
          </p:cNvSpPr>
          <p:nvPr/>
        </p:nvSpPr>
        <p:spPr>
          <a:xfrm>
            <a:off x="5011318" y="3308041"/>
            <a:ext cx="378700" cy="313407"/>
          </a:xfrm>
          <a:custGeom>
            <a:avLst/>
            <a:gdLst>
              <a:gd name="T0" fmla="*/ 2147483646 w 53"/>
              <a:gd name="T1" fmla="*/ 1343641527 h 44"/>
              <a:gd name="T2" fmla="*/ 1255520802 w 53"/>
              <a:gd name="T3" fmla="*/ 2111432727 h 44"/>
              <a:gd name="T4" fmla="*/ 96577989 w 53"/>
              <a:gd name="T5" fmla="*/ 1343641527 h 44"/>
              <a:gd name="T6" fmla="*/ 0 w 53"/>
              <a:gd name="T7" fmla="*/ 1007731145 h 44"/>
              <a:gd name="T8" fmla="*/ 482896892 w 53"/>
              <a:gd name="T9" fmla="*/ 815783345 h 44"/>
              <a:gd name="T10" fmla="*/ 1400394734 w 53"/>
              <a:gd name="T11" fmla="*/ 47985218 h 44"/>
              <a:gd name="T12" fmla="*/ 1931573672 w 53"/>
              <a:gd name="T13" fmla="*/ 143962582 h 44"/>
              <a:gd name="T14" fmla="*/ 2147483646 w 53"/>
              <a:gd name="T15" fmla="*/ 239933018 h 44"/>
              <a:gd name="T16" fmla="*/ 1883284677 w 53"/>
              <a:gd name="T17" fmla="*/ 239933018 h 44"/>
              <a:gd name="T18" fmla="*/ 1352105740 w 53"/>
              <a:gd name="T19" fmla="*/ 623835545 h 44"/>
              <a:gd name="T20" fmla="*/ 2147483646 w 53"/>
              <a:gd name="T21" fmla="*/ 719805982 h 44"/>
              <a:gd name="T22" fmla="*/ 2147483646 w 53"/>
              <a:gd name="T23" fmla="*/ 1295649382 h 44"/>
              <a:gd name="T24" fmla="*/ 386311955 w 53"/>
              <a:gd name="T25" fmla="*/ 863768564 h 44"/>
              <a:gd name="T26" fmla="*/ 96577989 w 53"/>
              <a:gd name="T27" fmla="*/ 1007731145 h 44"/>
              <a:gd name="T28" fmla="*/ 2147483646 w 53"/>
              <a:gd name="T29" fmla="*/ 1343641527 h 44"/>
              <a:gd name="T30" fmla="*/ 1255520802 w 53"/>
              <a:gd name="T31" fmla="*/ 719805982 h 44"/>
              <a:gd name="T32" fmla="*/ 193155977 w 53"/>
              <a:gd name="T33" fmla="*/ 1343641527 h 44"/>
              <a:gd name="T34" fmla="*/ 1255520802 w 53"/>
              <a:gd name="T35" fmla="*/ 2015455364 h 44"/>
              <a:gd name="T36" fmla="*/ 2147483646 w 53"/>
              <a:gd name="T37" fmla="*/ 1343641527 h 44"/>
              <a:gd name="T38" fmla="*/ 676052870 w 53"/>
              <a:gd name="T39" fmla="*/ 1199678945 h 44"/>
              <a:gd name="T40" fmla="*/ 1062364825 w 53"/>
              <a:gd name="T41" fmla="*/ 1199678945 h 44"/>
              <a:gd name="T42" fmla="*/ 1690128700 w 53"/>
              <a:gd name="T43" fmla="*/ 1631559764 h 44"/>
              <a:gd name="T44" fmla="*/ 1255520802 w 53"/>
              <a:gd name="T45" fmla="*/ 1871499709 h 44"/>
              <a:gd name="T46" fmla="*/ 869208847 w 53"/>
              <a:gd name="T47" fmla="*/ 1727537127 h 44"/>
              <a:gd name="T48" fmla="*/ 917497842 w 53"/>
              <a:gd name="T49" fmla="*/ 1631559764 h 44"/>
              <a:gd name="T50" fmla="*/ 1255520802 w 53"/>
              <a:gd name="T51" fmla="*/ 1775522345 h 44"/>
              <a:gd name="T52" fmla="*/ 1690128700 w 53"/>
              <a:gd name="T53" fmla="*/ 1631559764 h 44"/>
              <a:gd name="T54" fmla="*/ 1641839706 w 53"/>
              <a:gd name="T55" fmla="*/ 1391626745 h 44"/>
              <a:gd name="T56" fmla="*/ 1641839706 w 53"/>
              <a:gd name="T57" fmla="*/ 1055716364 h 44"/>
              <a:gd name="T58" fmla="*/ 1979862666 w 53"/>
              <a:gd name="T59" fmla="*/ 239933018 h 44"/>
              <a:gd name="T60" fmla="*/ 2147483646 w 53"/>
              <a:gd name="T61" fmla="*/ 239933018 h 44"/>
              <a:gd name="T62" fmla="*/ 1979862666 w 53"/>
              <a:gd name="T63" fmla="*/ 239933018 h 44"/>
              <a:gd name="T64" fmla="*/ 2147483646 w 53"/>
              <a:gd name="T65" fmla="*/ 815783345 h 44"/>
              <a:gd name="T66" fmla="*/ 2147483646 w 53"/>
              <a:gd name="T67" fmla="*/ 1199678945 h 4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53" h="44">
                <a:moveTo>
                  <a:pt x="50" y="27"/>
                </a:moveTo>
                <a:cubicBezTo>
                  <a:pt x="50" y="27"/>
                  <a:pt x="50" y="28"/>
                  <a:pt x="50" y="28"/>
                </a:cubicBezTo>
                <a:cubicBezTo>
                  <a:pt x="50" y="33"/>
                  <a:pt x="47" y="37"/>
                  <a:pt x="43" y="40"/>
                </a:cubicBezTo>
                <a:cubicBezTo>
                  <a:pt x="38" y="43"/>
                  <a:pt x="32" y="44"/>
                  <a:pt x="26" y="44"/>
                </a:cubicBezTo>
                <a:cubicBezTo>
                  <a:pt x="20" y="44"/>
                  <a:pt x="14" y="43"/>
                  <a:pt x="9" y="40"/>
                </a:cubicBezTo>
                <a:cubicBezTo>
                  <a:pt x="5" y="37"/>
                  <a:pt x="2" y="33"/>
                  <a:pt x="2" y="28"/>
                </a:cubicBezTo>
                <a:cubicBezTo>
                  <a:pt x="2" y="28"/>
                  <a:pt x="2" y="27"/>
                  <a:pt x="2" y="27"/>
                </a:cubicBezTo>
                <a:cubicBezTo>
                  <a:pt x="1" y="26"/>
                  <a:pt x="0" y="24"/>
                  <a:pt x="0" y="21"/>
                </a:cubicBezTo>
                <a:cubicBezTo>
                  <a:pt x="0" y="18"/>
                  <a:pt x="2" y="15"/>
                  <a:pt x="6" y="15"/>
                </a:cubicBezTo>
                <a:cubicBezTo>
                  <a:pt x="7" y="15"/>
                  <a:pt x="9" y="16"/>
                  <a:pt x="10" y="17"/>
                </a:cubicBezTo>
                <a:cubicBezTo>
                  <a:pt x="14" y="14"/>
                  <a:pt x="20" y="13"/>
                  <a:pt x="25" y="12"/>
                </a:cubicBezTo>
                <a:cubicBezTo>
                  <a:pt x="29" y="1"/>
                  <a:pt x="29" y="1"/>
                  <a:pt x="29" y="1"/>
                </a:cubicBezTo>
                <a:cubicBezTo>
                  <a:pt x="29" y="1"/>
                  <a:pt x="30" y="0"/>
                  <a:pt x="30" y="0"/>
                </a:cubicBezTo>
                <a:cubicBezTo>
                  <a:pt x="40" y="3"/>
                  <a:pt x="40" y="3"/>
                  <a:pt x="40" y="3"/>
                </a:cubicBezTo>
                <a:cubicBezTo>
                  <a:pt x="40" y="1"/>
                  <a:pt x="42" y="0"/>
                  <a:pt x="44" y="0"/>
                </a:cubicBezTo>
                <a:cubicBezTo>
                  <a:pt x="47" y="0"/>
                  <a:pt x="49" y="2"/>
                  <a:pt x="49" y="5"/>
                </a:cubicBezTo>
                <a:cubicBezTo>
                  <a:pt x="49" y="7"/>
                  <a:pt x="47" y="10"/>
                  <a:pt x="44" y="10"/>
                </a:cubicBezTo>
                <a:cubicBezTo>
                  <a:pt x="41" y="10"/>
                  <a:pt x="39" y="7"/>
                  <a:pt x="39" y="5"/>
                </a:cubicBezTo>
                <a:cubicBezTo>
                  <a:pt x="31" y="3"/>
                  <a:pt x="31" y="3"/>
                  <a:pt x="31" y="3"/>
                </a:cubicBezTo>
                <a:cubicBezTo>
                  <a:pt x="28" y="13"/>
                  <a:pt x="28" y="13"/>
                  <a:pt x="28" y="13"/>
                </a:cubicBezTo>
                <a:cubicBezTo>
                  <a:pt x="33" y="13"/>
                  <a:pt x="39" y="14"/>
                  <a:pt x="43" y="17"/>
                </a:cubicBezTo>
                <a:cubicBezTo>
                  <a:pt x="44" y="16"/>
                  <a:pt x="45" y="15"/>
                  <a:pt x="47" y="15"/>
                </a:cubicBezTo>
                <a:cubicBezTo>
                  <a:pt x="50" y="15"/>
                  <a:pt x="53" y="18"/>
                  <a:pt x="53" y="21"/>
                </a:cubicBezTo>
                <a:cubicBezTo>
                  <a:pt x="53" y="24"/>
                  <a:pt x="52" y="26"/>
                  <a:pt x="50" y="27"/>
                </a:cubicBezTo>
                <a:close/>
                <a:moveTo>
                  <a:pt x="3" y="24"/>
                </a:moveTo>
                <a:cubicBezTo>
                  <a:pt x="4" y="22"/>
                  <a:pt x="6" y="20"/>
                  <a:pt x="8" y="18"/>
                </a:cubicBezTo>
                <a:cubicBezTo>
                  <a:pt x="7" y="18"/>
                  <a:pt x="6" y="17"/>
                  <a:pt x="6" y="17"/>
                </a:cubicBezTo>
                <a:cubicBezTo>
                  <a:pt x="3" y="17"/>
                  <a:pt x="2" y="19"/>
                  <a:pt x="2" y="21"/>
                </a:cubicBezTo>
                <a:cubicBezTo>
                  <a:pt x="2" y="23"/>
                  <a:pt x="2" y="24"/>
                  <a:pt x="3" y="24"/>
                </a:cubicBezTo>
                <a:close/>
                <a:moveTo>
                  <a:pt x="48" y="28"/>
                </a:moveTo>
                <a:cubicBezTo>
                  <a:pt x="48" y="25"/>
                  <a:pt x="46" y="21"/>
                  <a:pt x="42" y="19"/>
                </a:cubicBezTo>
                <a:cubicBezTo>
                  <a:pt x="37" y="16"/>
                  <a:pt x="32" y="15"/>
                  <a:pt x="26" y="15"/>
                </a:cubicBezTo>
                <a:cubicBezTo>
                  <a:pt x="20" y="15"/>
                  <a:pt x="15" y="16"/>
                  <a:pt x="11" y="19"/>
                </a:cubicBezTo>
                <a:cubicBezTo>
                  <a:pt x="7" y="21"/>
                  <a:pt x="4" y="25"/>
                  <a:pt x="4" y="28"/>
                </a:cubicBezTo>
                <a:cubicBezTo>
                  <a:pt x="4" y="32"/>
                  <a:pt x="7" y="35"/>
                  <a:pt x="11" y="38"/>
                </a:cubicBezTo>
                <a:cubicBezTo>
                  <a:pt x="15" y="41"/>
                  <a:pt x="20" y="42"/>
                  <a:pt x="26" y="42"/>
                </a:cubicBezTo>
                <a:cubicBezTo>
                  <a:pt x="32" y="42"/>
                  <a:pt x="37" y="41"/>
                  <a:pt x="42" y="38"/>
                </a:cubicBezTo>
                <a:cubicBezTo>
                  <a:pt x="46" y="35"/>
                  <a:pt x="48" y="32"/>
                  <a:pt x="48" y="28"/>
                </a:cubicBezTo>
                <a:close/>
                <a:moveTo>
                  <a:pt x="18" y="29"/>
                </a:moveTo>
                <a:cubicBezTo>
                  <a:pt x="16" y="29"/>
                  <a:pt x="14" y="27"/>
                  <a:pt x="14" y="25"/>
                </a:cubicBezTo>
                <a:cubicBezTo>
                  <a:pt x="14" y="23"/>
                  <a:pt x="16" y="22"/>
                  <a:pt x="18" y="22"/>
                </a:cubicBezTo>
                <a:cubicBezTo>
                  <a:pt x="20" y="22"/>
                  <a:pt x="22" y="23"/>
                  <a:pt x="22" y="25"/>
                </a:cubicBezTo>
                <a:cubicBezTo>
                  <a:pt x="22" y="27"/>
                  <a:pt x="20" y="29"/>
                  <a:pt x="18" y="29"/>
                </a:cubicBezTo>
                <a:close/>
                <a:moveTo>
                  <a:pt x="35" y="34"/>
                </a:moveTo>
                <a:cubicBezTo>
                  <a:pt x="35" y="35"/>
                  <a:pt x="35" y="36"/>
                  <a:pt x="35" y="36"/>
                </a:cubicBezTo>
                <a:cubicBezTo>
                  <a:pt x="33" y="38"/>
                  <a:pt x="30" y="39"/>
                  <a:pt x="26" y="39"/>
                </a:cubicBezTo>
                <a:cubicBezTo>
                  <a:pt x="26" y="39"/>
                  <a:pt x="26" y="39"/>
                  <a:pt x="26" y="39"/>
                </a:cubicBezTo>
                <a:cubicBezTo>
                  <a:pt x="22" y="39"/>
                  <a:pt x="19" y="38"/>
                  <a:pt x="18" y="36"/>
                </a:cubicBezTo>
                <a:cubicBezTo>
                  <a:pt x="17" y="36"/>
                  <a:pt x="17" y="35"/>
                  <a:pt x="18" y="34"/>
                </a:cubicBezTo>
                <a:cubicBezTo>
                  <a:pt x="18" y="34"/>
                  <a:pt x="19" y="34"/>
                  <a:pt x="19" y="34"/>
                </a:cubicBezTo>
                <a:cubicBezTo>
                  <a:pt x="20" y="36"/>
                  <a:pt x="23" y="37"/>
                  <a:pt x="26" y="37"/>
                </a:cubicBezTo>
                <a:cubicBezTo>
                  <a:pt x="26" y="37"/>
                  <a:pt x="26" y="37"/>
                  <a:pt x="26" y="37"/>
                </a:cubicBezTo>
                <a:cubicBezTo>
                  <a:pt x="30" y="37"/>
                  <a:pt x="32" y="36"/>
                  <a:pt x="33" y="34"/>
                </a:cubicBezTo>
                <a:cubicBezTo>
                  <a:pt x="34" y="34"/>
                  <a:pt x="34" y="34"/>
                  <a:pt x="35" y="34"/>
                </a:cubicBezTo>
                <a:close/>
                <a:moveTo>
                  <a:pt x="38" y="25"/>
                </a:moveTo>
                <a:cubicBezTo>
                  <a:pt x="38" y="27"/>
                  <a:pt x="36" y="29"/>
                  <a:pt x="34" y="29"/>
                </a:cubicBezTo>
                <a:cubicBezTo>
                  <a:pt x="32" y="29"/>
                  <a:pt x="31" y="27"/>
                  <a:pt x="31" y="25"/>
                </a:cubicBezTo>
                <a:cubicBezTo>
                  <a:pt x="31" y="23"/>
                  <a:pt x="32" y="22"/>
                  <a:pt x="34" y="22"/>
                </a:cubicBezTo>
                <a:cubicBezTo>
                  <a:pt x="36" y="22"/>
                  <a:pt x="38" y="23"/>
                  <a:pt x="38" y="25"/>
                </a:cubicBezTo>
                <a:close/>
                <a:moveTo>
                  <a:pt x="41" y="5"/>
                </a:moveTo>
                <a:cubicBezTo>
                  <a:pt x="41" y="6"/>
                  <a:pt x="43" y="8"/>
                  <a:pt x="44" y="8"/>
                </a:cubicBezTo>
                <a:cubicBezTo>
                  <a:pt x="46" y="8"/>
                  <a:pt x="47" y="6"/>
                  <a:pt x="47" y="5"/>
                </a:cubicBezTo>
                <a:cubicBezTo>
                  <a:pt x="47" y="3"/>
                  <a:pt x="46" y="2"/>
                  <a:pt x="44" y="2"/>
                </a:cubicBezTo>
                <a:cubicBezTo>
                  <a:pt x="43" y="2"/>
                  <a:pt x="41" y="3"/>
                  <a:pt x="41" y="5"/>
                </a:cubicBezTo>
                <a:close/>
                <a:moveTo>
                  <a:pt x="51" y="21"/>
                </a:moveTo>
                <a:cubicBezTo>
                  <a:pt x="51" y="19"/>
                  <a:pt x="49" y="17"/>
                  <a:pt x="47" y="17"/>
                </a:cubicBezTo>
                <a:cubicBezTo>
                  <a:pt x="46" y="17"/>
                  <a:pt x="45" y="18"/>
                  <a:pt x="44" y="18"/>
                </a:cubicBezTo>
                <a:cubicBezTo>
                  <a:pt x="47" y="20"/>
                  <a:pt x="48" y="22"/>
                  <a:pt x="49" y="25"/>
                </a:cubicBezTo>
                <a:cubicBezTo>
                  <a:pt x="50" y="24"/>
                  <a:pt x="51" y="23"/>
                  <a:pt x="51" y="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6" name="稻壳儿小白白(http://dwz.cn/Wu2UP)"/>
          <p:cNvSpPr>
            <a:spLocks noEditPoints="1"/>
          </p:cNvSpPr>
          <p:nvPr/>
        </p:nvSpPr>
        <p:spPr>
          <a:xfrm>
            <a:off x="5053759" y="3854871"/>
            <a:ext cx="292186" cy="290554"/>
          </a:xfrm>
          <a:custGeom>
            <a:avLst/>
            <a:gdLst>
              <a:gd name="T0" fmla="*/ 1969464445 w 41"/>
              <a:gd name="T1" fmla="*/ 380008238 h 41"/>
              <a:gd name="T2" fmla="*/ 1969464445 w 41"/>
              <a:gd name="T3" fmla="*/ 1520019170 h 41"/>
              <a:gd name="T4" fmla="*/ 1537143150 w 41"/>
              <a:gd name="T5" fmla="*/ 1947527576 h 41"/>
              <a:gd name="T6" fmla="*/ 384284055 w 41"/>
              <a:gd name="T7" fmla="*/ 1947527576 h 41"/>
              <a:gd name="T8" fmla="*/ 0 w 41"/>
              <a:gd name="T9" fmla="*/ 1520019170 h 41"/>
              <a:gd name="T10" fmla="*/ 0 w 41"/>
              <a:gd name="T11" fmla="*/ 380008238 h 41"/>
              <a:gd name="T12" fmla="*/ 384284055 w 41"/>
              <a:gd name="T13" fmla="*/ 0 h 41"/>
              <a:gd name="T14" fmla="*/ 1537143150 w 41"/>
              <a:gd name="T15" fmla="*/ 0 h 41"/>
              <a:gd name="T16" fmla="*/ 1969464445 w 41"/>
              <a:gd name="T17" fmla="*/ 380008238 h 41"/>
              <a:gd name="T18" fmla="*/ 1777322418 w 41"/>
              <a:gd name="T19" fmla="*/ 855009921 h 41"/>
              <a:gd name="T20" fmla="*/ 1633217630 w 41"/>
              <a:gd name="T21" fmla="*/ 712509416 h 41"/>
              <a:gd name="T22" fmla="*/ 1489105911 w 41"/>
              <a:gd name="T23" fmla="*/ 760009585 h 41"/>
              <a:gd name="T24" fmla="*/ 1008747377 w 41"/>
              <a:gd name="T25" fmla="*/ 617509080 h 41"/>
              <a:gd name="T26" fmla="*/ 1104821856 w 41"/>
              <a:gd name="T27" fmla="*/ 285001010 h 41"/>
              <a:gd name="T28" fmla="*/ 1393038363 w 41"/>
              <a:gd name="T29" fmla="*/ 332508070 h 41"/>
              <a:gd name="T30" fmla="*/ 1537143150 w 41"/>
              <a:gd name="T31" fmla="*/ 522508743 h 41"/>
              <a:gd name="T32" fmla="*/ 1681247938 w 41"/>
              <a:gd name="T33" fmla="*/ 332508070 h 41"/>
              <a:gd name="T34" fmla="*/ 1537143150 w 41"/>
              <a:gd name="T35" fmla="*/ 190000673 h 41"/>
              <a:gd name="T36" fmla="*/ 1393038363 w 41"/>
              <a:gd name="T37" fmla="*/ 285001010 h 41"/>
              <a:gd name="T38" fmla="*/ 1104821856 w 41"/>
              <a:gd name="T39" fmla="*/ 237500841 h 41"/>
              <a:gd name="T40" fmla="*/ 1056784616 w 41"/>
              <a:gd name="T41" fmla="*/ 237500841 h 41"/>
              <a:gd name="T42" fmla="*/ 960717068 w 41"/>
              <a:gd name="T43" fmla="*/ 617509080 h 41"/>
              <a:gd name="T44" fmla="*/ 480358534 w 41"/>
              <a:gd name="T45" fmla="*/ 760009585 h 41"/>
              <a:gd name="T46" fmla="*/ 336246815 w 41"/>
              <a:gd name="T47" fmla="*/ 712509416 h 41"/>
              <a:gd name="T48" fmla="*/ 192142027 w 41"/>
              <a:gd name="T49" fmla="*/ 855009921 h 41"/>
              <a:gd name="T50" fmla="*/ 288216507 w 41"/>
              <a:gd name="T51" fmla="*/ 997517318 h 41"/>
              <a:gd name="T52" fmla="*/ 288216507 w 41"/>
              <a:gd name="T53" fmla="*/ 1092517655 h 41"/>
              <a:gd name="T54" fmla="*/ 960717068 w 41"/>
              <a:gd name="T55" fmla="*/ 1567519338 h 41"/>
              <a:gd name="T56" fmla="*/ 1681247938 w 41"/>
              <a:gd name="T57" fmla="*/ 1092517655 h 41"/>
              <a:gd name="T58" fmla="*/ 1681247938 w 41"/>
              <a:gd name="T59" fmla="*/ 997517318 h 41"/>
              <a:gd name="T60" fmla="*/ 1777322418 w 41"/>
              <a:gd name="T61" fmla="*/ 855009921 h 41"/>
              <a:gd name="T62" fmla="*/ 720537801 w 41"/>
              <a:gd name="T63" fmla="*/ 1092517655 h 41"/>
              <a:gd name="T64" fmla="*/ 624463322 w 41"/>
              <a:gd name="T65" fmla="*/ 997517318 h 41"/>
              <a:gd name="T66" fmla="*/ 720537801 w 41"/>
              <a:gd name="T67" fmla="*/ 902510090 h 41"/>
              <a:gd name="T68" fmla="*/ 864642589 w 41"/>
              <a:gd name="T69" fmla="*/ 997517318 h 41"/>
              <a:gd name="T70" fmla="*/ 720537801 w 41"/>
              <a:gd name="T71" fmla="*/ 1092517655 h 41"/>
              <a:gd name="T72" fmla="*/ 1248926644 w 41"/>
              <a:gd name="T73" fmla="*/ 1282518328 h 41"/>
              <a:gd name="T74" fmla="*/ 1248926644 w 41"/>
              <a:gd name="T75" fmla="*/ 1330018496 h 41"/>
              <a:gd name="T76" fmla="*/ 960717068 w 41"/>
              <a:gd name="T77" fmla="*/ 1425018833 h 41"/>
              <a:gd name="T78" fmla="*/ 960717068 w 41"/>
              <a:gd name="T79" fmla="*/ 1425018833 h 41"/>
              <a:gd name="T80" fmla="*/ 960717068 w 41"/>
              <a:gd name="T81" fmla="*/ 1425018833 h 41"/>
              <a:gd name="T82" fmla="*/ 720537801 w 41"/>
              <a:gd name="T83" fmla="*/ 1330018496 h 41"/>
              <a:gd name="T84" fmla="*/ 720537801 w 41"/>
              <a:gd name="T85" fmla="*/ 1282518328 h 41"/>
              <a:gd name="T86" fmla="*/ 768568110 w 41"/>
              <a:gd name="T87" fmla="*/ 1282518328 h 41"/>
              <a:gd name="T88" fmla="*/ 960717068 w 41"/>
              <a:gd name="T89" fmla="*/ 1330018496 h 41"/>
              <a:gd name="T90" fmla="*/ 960717068 w 41"/>
              <a:gd name="T91" fmla="*/ 1330018496 h 41"/>
              <a:gd name="T92" fmla="*/ 960717068 w 41"/>
              <a:gd name="T93" fmla="*/ 1330018496 h 41"/>
              <a:gd name="T94" fmla="*/ 1200896335 w 41"/>
              <a:gd name="T95" fmla="*/ 1282518328 h 41"/>
              <a:gd name="T96" fmla="*/ 1248926644 w 41"/>
              <a:gd name="T97" fmla="*/ 1282518328 h 41"/>
              <a:gd name="T98" fmla="*/ 1345001123 w 41"/>
              <a:gd name="T99" fmla="*/ 997517318 h 41"/>
              <a:gd name="T100" fmla="*/ 1248926644 w 41"/>
              <a:gd name="T101" fmla="*/ 1092517655 h 41"/>
              <a:gd name="T102" fmla="*/ 1104821856 w 41"/>
              <a:gd name="T103" fmla="*/ 997517318 h 41"/>
              <a:gd name="T104" fmla="*/ 1248926644 w 41"/>
              <a:gd name="T105" fmla="*/ 902510090 h 41"/>
              <a:gd name="T106" fmla="*/ 1345001123 w 41"/>
              <a:gd name="T107" fmla="*/ 997517318 h 41"/>
              <a:gd name="T108" fmla="*/ 1441068671 w 41"/>
              <a:gd name="T109" fmla="*/ 332508070 h 41"/>
              <a:gd name="T110" fmla="*/ 1537143150 w 41"/>
              <a:gd name="T111" fmla="*/ 237500841 h 41"/>
              <a:gd name="T112" fmla="*/ 1633217630 w 41"/>
              <a:gd name="T113" fmla="*/ 332508070 h 41"/>
              <a:gd name="T114" fmla="*/ 1537143150 w 41"/>
              <a:gd name="T115" fmla="*/ 427508407 h 41"/>
              <a:gd name="T116" fmla="*/ 1441068671 w 41"/>
              <a:gd name="T117" fmla="*/ 332508070 h 41"/>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41" h="41">
                <a:moveTo>
                  <a:pt x="41" y="8"/>
                </a:moveTo>
                <a:cubicBezTo>
                  <a:pt x="41" y="32"/>
                  <a:pt x="41" y="32"/>
                  <a:pt x="41" y="32"/>
                </a:cubicBezTo>
                <a:cubicBezTo>
                  <a:pt x="41" y="37"/>
                  <a:pt x="37" y="41"/>
                  <a:pt x="32" y="41"/>
                </a:cubicBezTo>
                <a:cubicBezTo>
                  <a:pt x="8" y="41"/>
                  <a:pt x="8" y="41"/>
                  <a:pt x="8" y="41"/>
                </a:cubicBezTo>
                <a:cubicBezTo>
                  <a:pt x="3" y="41"/>
                  <a:pt x="0" y="37"/>
                  <a:pt x="0" y="32"/>
                </a:cubicBezTo>
                <a:cubicBezTo>
                  <a:pt x="0" y="8"/>
                  <a:pt x="0" y="8"/>
                  <a:pt x="0" y="8"/>
                </a:cubicBezTo>
                <a:cubicBezTo>
                  <a:pt x="0" y="4"/>
                  <a:pt x="3" y="0"/>
                  <a:pt x="8" y="0"/>
                </a:cubicBezTo>
                <a:cubicBezTo>
                  <a:pt x="32" y="0"/>
                  <a:pt x="32" y="0"/>
                  <a:pt x="32" y="0"/>
                </a:cubicBezTo>
                <a:cubicBezTo>
                  <a:pt x="37" y="0"/>
                  <a:pt x="41" y="4"/>
                  <a:pt x="41" y="8"/>
                </a:cubicBezTo>
                <a:close/>
                <a:moveTo>
                  <a:pt x="37" y="18"/>
                </a:moveTo>
                <a:cubicBezTo>
                  <a:pt x="37" y="17"/>
                  <a:pt x="36" y="15"/>
                  <a:pt x="34" y="15"/>
                </a:cubicBezTo>
                <a:cubicBezTo>
                  <a:pt x="33" y="15"/>
                  <a:pt x="32" y="16"/>
                  <a:pt x="31" y="16"/>
                </a:cubicBezTo>
                <a:cubicBezTo>
                  <a:pt x="29" y="14"/>
                  <a:pt x="25" y="13"/>
                  <a:pt x="21" y="13"/>
                </a:cubicBezTo>
                <a:cubicBezTo>
                  <a:pt x="23" y="6"/>
                  <a:pt x="23" y="6"/>
                  <a:pt x="23" y="6"/>
                </a:cubicBezTo>
                <a:cubicBezTo>
                  <a:pt x="29" y="7"/>
                  <a:pt x="29" y="7"/>
                  <a:pt x="29" y="7"/>
                </a:cubicBezTo>
                <a:cubicBezTo>
                  <a:pt x="29" y="9"/>
                  <a:pt x="30" y="11"/>
                  <a:pt x="32" y="11"/>
                </a:cubicBezTo>
                <a:cubicBezTo>
                  <a:pt x="34" y="11"/>
                  <a:pt x="35" y="9"/>
                  <a:pt x="35" y="7"/>
                </a:cubicBezTo>
                <a:cubicBezTo>
                  <a:pt x="35" y="6"/>
                  <a:pt x="34" y="4"/>
                  <a:pt x="32" y="4"/>
                </a:cubicBezTo>
                <a:cubicBezTo>
                  <a:pt x="31" y="4"/>
                  <a:pt x="30" y="5"/>
                  <a:pt x="29" y="6"/>
                </a:cubicBezTo>
                <a:cubicBezTo>
                  <a:pt x="23" y="5"/>
                  <a:pt x="23" y="5"/>
                  <a:pt x="23" y="5"/>
                </a:cubicBezTo>
                <a:cubicBezTo>
                  <a:pt x="23" y="5"/>
                  <a:pt x="22" y="5"/>
                  <a:pt x="22" y="5"/>
                </a:cubicBezTo>
                <a:cubicBezTo>
                  <a:pt x="20" y="13"/>
                  <a:pt x="20" y="13"/>
                  <a:pt x="20" y="13"/>
                </a:cubicBezTo>
                <a:cubicBezTo>
                  <a:pt x="16" y="13"/>
                  <a:pt x="12" y="14"/>
                  <a:pt x="10" y="16"/>
                </a:cubicBezTo>
                <a:cubicBezTo>
                  <a:pt x="9" y="16"/>
                  <a:pt x="8" y="15"/>
                  <a:pt x="7" y="15"/>
                </a:cubicBezTo>
                <a:cubicBezTo>
                  <a:pt x="5" y="15"/>
                  <a:pt x="4" y="17"/>
                  <a:pt x="4" y="18"/>
                </a:cubicBezTo>
                <a:cubicBezTo>
                  <a:pt x="4" y="20"/>
                  <a:pt x="5" y="21"/>
                  <a:pt x="6" y="21"/>
                </a:cubicBezTo>
                <a:cubicBezTo>
                  <a:pt x="6" y="22"/>
                  <a:pt x="6" y="22"/>
                  <a:pt x="6" y="23"/>
                </a:cubicBezTo>
                <a:cubicBezTo>
                  <a:pt x="6" y="28"/>
                  <a:pt x="12" y="33"/>
                  <a:pt x="20" y="33"/>
                </a:cubicBezTo>
                <a:cubicBezTo>
                  <a:pt x="29" y="33"/>
                  <a:pt x="35" y="28"/>
                  <a:pt x="35" y="23"/>
                </a:cubicBezTo>
                <a:cubicBezTo>
                  <a:pt x="35" y="22"/>
                  <a:pt x="35" y="22"/>
                  <a:pt x="35" y="21"/>
                </a:cubicBezTo>
                <a:cubicBezTo>
                  <a:pt x="36" y="21"/>
                  <a:pt x="37" y="20"/>
                  <a:pt x="37" y="18"/>
                </a:cubicBezTo>
                <a:close/>
                <a:moveTo>
                  <a:pt x="15" y="23"/>
                </a:moveTo>
                <a:cubicBezTo>
                  <a:pt x="14" y="23"/>
                  <a:pt x="13" y="22"/>
                  <a:pt x="13" y="21"/>
                </a:cubicBezTo>
                <a:cubicBezTo>
                  <a:pt x="13" y="20"/>
                  <a:pt x="14" y="19"/>
                  <a:pt x="15" y="19"/>
                </a:cubicBezTo>
                <a:cubicBezTo>
                  <a:pt x="17" y="19"/>
                  <a:pt x="18" y="20"/>
                  <a:pt x="18" y="21"/>
                </a:cubicBezTo>
                <a:cubicBezTo>
                  <a:pt x="18" y="22"/>
                  <a:pt x="17" y="23"/>
                  <a:pt x="15" y="23"/>
                </a:cubicBezTo>
                <a:close/>
                <a:moveTo>
                  <a:pt x="26" y="27"/>
                </a:moveTo>
                <a:cubicBezTo>
                  <a:pt x="26" y="27"/>
                  <a:pt x="26" y="28"/>
                  <a:pt x="26" y="28"/>
                </a:cubicBezTo>
                <a:cubicBezTo>
                  <a:pt x="25" y="29"/>
                  <a:pt x="23" y="30"/>
                  <a:pt x="20" y="30"/>
                </a:cubicBezTo>
                <a:cubicBezTo>
                  <a:pt x="20" y="30"/>
                  <a:pt x="20" y="30"/>
                  <a:pt x="20" y="30"/>
                </a:cubicBezTo>
                <a:cubicBezTo>
                  <a:pt x="20" y="30"/>
                  <a:pt x="20" y="30"/>
                  <a:pt x="20" y="30"/>
                </a:cubicBezTo>
                <a:cubicBezTo>
                  <a:pt x="18" y="30"/>
                  <a:pt x="16" y="29"/>
                  <a:pt x="15" y="28"/>
                </a:cubicBezTo>
                <a:cubicBezTo>
                  <a:pt x="15" y="28"/>
                  <a:pt x="15" y="27"/>
                  <a:pt x="15" y="27"/>
                </a:cubicBezTo>
                <a:cubicBezTo>
                  <a:pt x="15" y="27"/>
                  <a:pt x="15" y="27"/>
                  <a:pt x="16" y="27"/>
                </a:cubicBezTo>
                <a:cubicBezTo>
                  <a:pt x="17" y="28"/>
                  <a:pt x="18" y="28"/>
                  <a:pt x="20" y="28"/>
                </a:cubicBezTo>
                <a:cubicBezTo>
                  <a:pt x="20" y="28"/>
                  <a:pt x="20" y="28"/>
                  <a:pt x="20" y="28"/>
                </a:cubicBezTo>
                <a:cubicBezTo>
                  <a:pt x="20" y="28"/>
                  <a:pt x="20" y="28"/>
                  <a:pt x="20" y="28"/>
                </a:cubicBezTo>
                <a:cubicBezTo>
                  <a:pt x="23" y="28"/>
                  <a:pt x="24" y="28"/>
                  <a:pt x="25" y="27"/>
                </a:cubicBezTo>
                <a:cubicBezTo>
                  <a:pt x="25" y="27"/>
                  <a:pt x="26" y="27"/>
                  <a:pt x="26" y="27"/>
                </a:cubicBezTo>
                <a:close/>
                <a:moveTo>
                  <a:pt x="28" y="21"/>
                </a:moveTo>
                <a:cubicBezTo>
                  <a:pt x="28" y="22"/>
                  <a:pt x="27" y="23"/>
                  <a:pt x="26" y="23"/>
                </a:cubicBezTo>
                <a:cubicBezTo>
                  <a:pt x="24" y="23"/>
                  <a:pt x="23" y="22"/>
                  <a:pt x="23" y="21"/>
                </a:cubicBezTo>
                <a:cubicBezTo>
                  <a:pt x="23" y="20"/>
                  <a:pt x="24" y="19"/>
                  <a:pt x="26" y="19"/>
                </a:cubicBezTo>
                <a:cubicBezTo>
                  <a:pt x="27" y="19"/>
                  <a:pt x="28" y="20"/>
                  <a:pt x="28" y="21"/>
                </a:cubicBezTo>
                <a:close/>
                <a:moveTo>
                  <a:pt x="30" y="7"/>
                </a:moveTo>
                <a:cubicBezTo>
                  <a:pt x="30" y="6"/>
                  <a:pt x="31" y="5"/>
                  <a:pt x="32" y="5"/>
                </a:cubicBezTo>
                <a:cubicBezTo>
                  <a:pt x="33" y="5"/>
                  <a:pt x="34" y="6"/>
                  <a:pt x="34" y="7"/>
                </a:cubicBezTo>
                <a:cubicBezTo>
                  <a:pt x="34" y="8"/>
                  <a:pt x="33" y="9"/>
                  <a:pt x="32" y="9"/>
                </a:cubicBezTo>
                <a:cubicBezTo>
                  <a:pt x="31" y="9"/>
                  <a:pt x="30" y="8"/>
                  <a:pt x="30" y="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7" name="稻壳儿小白白(http://dwz.cn/Wu2UP)"/>
          <p:cNvSpPr>
            <a:spLocks noEditPoints="1"/>
          </p:cNvSpPr>
          <p:nvPr/>
        </p:nvSpPr>
        <p:spPr>
          <a:xfrm>
            <a:off x="5053759" y="4373951"/>
            <a:ext cx="292186" cy="290554"/>
          </a:xfrm>
          <a:custGeom>
            <a:avLst/>
            <a:gdLst>
              <a:gd name="T0" fmla="*/ 1921427205 w 41"/>
              <a:gd name="T1" fmla="*/ 1187517991 h 41"/>
              <a:gd name="T2" fmla="*/ 960717068 w 41"/>
              <a:gd name="T3" fmla="*/ 1947527576 h 41"/>
              <a:gd name="T4" fmla="*/ 288216507 w 41"/>
              <a:gd name="T5" fmla="*/ 1710026735 h 41"/>
              <a:gd name="T6" fmla="*/ 144104788 w 41"/>
              <a:gd name="T7" fmla="*/ 1852527240 h 41"/>
              <a:gd name="T8" fmla="*/ 48037240 w 41"/>
              <a:gd name="T9" fmla="*/ 1900027408 h 41"/>
              <a:gd name="T10" fmla="*/ 0 w 41"/>
              <a:gd name="T11" fmla="*/ 1805027071 h 41"/>
              <a:gd name="T12" fmla="*/ 0 w 41"/>
              <a:gd name="T13" fmla="*/ 1235018160 h 41"/>
              <a:gd name="T14" fmla="*/ 48037240 w 41"/>
              <a:gd name="T15" fmla="*/ 1140017823 h 41"/>
              <a:gd name="T16" fmla="*/ 624463322 w 41"/>
              <a:gd name="T17" fmla="*/ 1140017823 h 41"/>
              <a:gd name="T18" fmla="*/ 720537801 w 41"/>
              <a:gd name="T19" fmla="*/ 1235018160 h 41"/>
              <a:gd name="T20" fmla="*/ 720537801 w 41"/>
              <a:gd name="T21" fmla="*/ 1282518328 h 41"/>
              <a:gd name="T22" fmla="*/ 528395774 w 41"/>
              <a:gd name="T23" fmla="*/ 1472519001 h 41"/>
              <a:gd name="T24" fmla="*/ 960717068 w 41"/>
              <a:gd name="T25" fmla="*/ 1662526566 h 41"/>
              <a:gd name="T26" fmla="*/ 1537143150 w 41"/>
              <a:gd name="T27" fmla="*/ 1330018496 h 41"/>
              <a:gd name="T28" fmla="*/ 1585180390 w 41"/>
              <a:gd name="T29" fmla="*/ 1187517991 h 41"/>
              <a:gd name="T30" fmla="*/ 1633217630 w 41"/>
              <a:gd name="T31" fmla="*/ 1140017823 h 41"/>
              <a:gd name="T32" fmla="*/ 1873389966 w 41"/>
              <a:gd name="T33" fmla="*/ 1140017823 h 41"/>
              <a:gd name="T34" fmla="*/ 1921427205 w 41"/>
              <a:gd name="T35" fmla="*/ 1187517991 h 41"/>
              <a:gd name="T36" fmla="*/ 1921427205 w 41"/>
              <a:gd name="T37" fmla="*/ 1187517991 h 41"/>
              <a:gd name="T38" fmla="*/ 1969464445 w 41"/>
              <a:gd name="T39" fmla="*/ 760009585 h 41"/>
              <a:gd name="T40" fmla="*/ 1873389966 w 41"/>
              <a:gd name="T41" fmla="*/ 807509753 h 41"/>
              <a:gd name="T42" fmla="*/ 1296963883 w 41"/>
              <a:gd name="T43" fmla="*/ 807509753 h 41"/>
              <a:gd name="T44" fmla="*/ 1200896335 w 41"/>
              <a:gd name="T45" fmla="*/ 760009585 h 41"/>
              <a:gd name="T46" fmla="*/ 1248926644 w 41"/>
              <a:gd name="T47" fmla="*/ 712509416 h 41"/>
              <a:gd name="T48" fmla="*/ 1441068671 w 41"/>
              <a:gd name="T49" fmla="*/ 522508743 h 41"/>
              <a:gd name="T50" fmla="*/ 960717068 w 41"/>
              <a:gd name="T51" fmla="*/ 332508070 h 41"/>
              <a:gd name="T52" fmla="*/ 432321294 w 41"/>
              <a:gd name="T53" fmla="*/ 665009248 h 41"/>
              <a:gd name="T54" fmla="*/ 336246815 w 41"/>
              <a:gd name="T55" fmla="*/ 807509753 h 41"/>
              <a:gd name="T56" fmla="*/ 288216507 w 41"/>
              <a:gd name="T57" fmla="*/ 807509753 h 41"/>
              <a:gd name="T58" fmla="*/ 48037240 w 41"/>
              <a:gd name="T59" fmla="*/ 807509753 h 41"/>
              <a:gd name="T60" fmla="*/ 0 w 41"/>
              <a:gd name="T61" fmla="*/ 807509753 h 41"/>
              <a:gd name="T62" fmla="*/ 0 w 41"/>
              <a:gd name="T63" fmla="*/ 760009585 h 41"/>
              <a:gd name="T64" fmla="*/ 960717068 w 41"/>
              <a:gd name="T65" fmla="*/ 0 h 41"/>
              <a:gd name="T66" fmla="*/ 1633217630 w 41"/>
              <a:gd name="T67" fmla="*/ 285001010 h 41"/>
              <a:gd name="T68" fmla="*/ 1825359657 w 41"/>
              <a:gd name="T69" fmla="*/ 95000337 h 41"/>
              <a:gd name="T70" fmla="*/ 1873389966 w 41"/>
              <a:gd name="T71" fmla="*/ 95000337 h 41"/>
              <a:gd name="T72" fmla="*/ 1969464445 w 41"/>
              <a:gd name="T73" fmla="*/ 190000673 h 41"/>
              <a:gd name="T74" fmla="*/ 1969464445 w 41"/>
              <a:gd name="T75" fmla="*/ 760009585 h 4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1" h="41">
                <a:moveTo>
                  <a:pt x="40" y="25"/>
                </a:moveTo>
                <a:cubicBezTo>
                  <a:pt x="38" y="35"/>
                  <a:pt x="30" y="41"/>
                  <a:pt x="20" y="41"/>
                </a:cubicBezTo>
                <a:cubicBezTo>
                  <a:pt x="15" y="41"/>
                  <a:pt x="10" y="39"/>
                  <a:pt x="6" y="36"/>
                </a:cubicBezTo>
                <a:cubicBezTo>
                  <a:pt x="3" y="39"/>
                  <a:pt x="3" y="39"/>
                  <a:pt x="3" y="39"/>
                </a:cubicBezTo>
                <a:cubicBezTo>
                  <a:pt x="2" y="40"/>
                  <a:pt x="2" y="40"/>
                  <a:pt x="1" y="40"/>
                </a:cubicBezTo>
                <a:cubicBezTo>
                  <a:pt x="0" y="40"/>
                  <a:pt x="0" y="39"/>
                  <a:pt x="0" y="38"/>
                </a:cubicBezTo>
                <a:cubicBezTo>
                  <a:pt x="0" y="26"/>
                  <a:pt x="0" y="26"/>
                  <a:pt x="0" y="26"/>
                </a:cubicBezTo>
                <a:cubicBezTo>
                  <a:pt x="0" y="25"/>
                  <a:pt x="0" y="24"/>
                  <a:pt x="1" y="24"/>
                </a:cubicBezTo>
                <a:cubicBezTo>
                  <a:pt x="13" y="24"/>
                  <a:pt x="13" y="24"/>
                  <a:pt x="13" y="24"/>
                </a:cubicBezTo>
                <a:cubicBezTo>
                  <a:pt x="14" y="24"/>
                  <a:pt x="15" y="25"/>
                  <a:pt x="15" y="26"/>
                </a:cubicBezTo>
                <a:cubicBezTo>
                  <a:pt x="15" y="26"/>
                  <a:pt x="15" y="27"/>
                  <a:pt x="15" y="27"/>
                </a:cubicBezTo>
                <a:cubicBezTo>
                  <a:pt x="11" y="31"/>
                  <a:pt x="11" y="31"/>
                  <a:pt x="11" y="31"/>
                </a:cubicBezTo>
                <a:cubicBezTo>
                  <a:pt x="13" y="33"/>
                  <a:pt x="17" y="35"/>
                  <a:pt x="20" y="35"/>
                </a:cubicBezTo>
                <a:cubicBezTo>
                  <a:pt x="25" y="35"/>
                  <a:pt x="29" y="32"/>
                  <a:pt x="32" y="28"/>
                </a:cubicBezTo>
                <a:cubicBezTo>
                  <a:pt x="33" y="27"/>
                  <a:pt x="33" y="26"/>
                  <a:pt x="33" y="25"/>
                </a:cubicBezTo>
                <a:cubicBezTo>
                  <a:pt x="33" y="25"/>
                  <a:pt x="34" y="24"/>
                  <a:pt x="34" y="24"/>
                </a:cubicBezTo>
                <a:cubicBezTo>
                  <a:pt x="39" y="24"/>
                  <a:pt x="39" y="24"/>
                  <a:pt x="39" y="24"/>
                </a:cubicBezTo>
                <a:cubicBezTo>
                  <a:pt x="40" y="24"/>
                  <a:pt x="40" y="25"/>
                  <a:pt x="40" y="25"/>
                </a:cubicBezTo>
                <a:cubicBezTo>
                  <a:pt x="40" y="25"/>
                  <a:pt x="40" y="25"/>
                  <a:pt x="40" y="25"/>
                </a:cubicBezTo>
                <a:close/>
                <a:moveTo>
                  <a:pt x="41" y="16"/>
                </a:moveTo>
                <a:cubicBezTo>
                  <a:pt x="41" y="17"/>
                  <a:pt x="40" y="17"/>
                  <a:pt x="39" y="17"/>
                </a:cubicBezTo>
                <a:cubicBezTo>
                  <a:pt x="27" y="17"/>
                  <a:pt x="27" y="17"/>
                  <a:pt x="27" y="17"/>
                </a:cubicBezTo>
                <a:cubicBezTo>
                  <a:pt x="26" y="17"/>
                  <a:pt x="25" y="17"/>
                  <a:pt x="25" y="16"/>
                </a:cubicBezTo>
                <a:cubicBezTo>
                  <a:pt x="25" y="15"/>
                  <a:pt x="26" y="15"/>
                  <a:pt x="26" y="15"/>
                </a:cubicBezTo>
                <a:cubicBezTo>
                  <a:pt x="30" y="11"/>
                  <a:pt x="30" y="11"/>
                  <a:pt x="30" y="11"/>
                </a:cubicBezTo>
                <a:cubicBezTo>
                  <a:pt x="27" y="8"/>
                  <a:pt x="24" y="7"/>
                  <a:pt x="20" y="7"/>
                </a:cubicBezTo>
                <a:cubicBezTo>
                  <a:pt x="15" y="7"/>
                  <a:pt x="11" y="10"/>
                  <a:pt x="9" y="14"/>
                </a:cubicBezTo>
                <a:cubicBezTo>
                  <a:pt x="8" y="15"/>
                  <a:pt x="8" y="16"/>
                  <a:pt x="7" y="17"/>
                </a:cubicBezTo>
                <a:cubicBezTo>
                  <a:pt x="7" y="17"/>
                  <a:pt x="7" y="17"/>
                  <a:pt x="6" y="17"/>
                </a:cubicBezTo>
                <a:cubicBezTo>
                  <a:pt x="1" y="17"/>
                  <a:pt x="1" y="17"/>
                  <a:pt x="1" y="17"/>
                </a:cubicBezTo>
                <a:cubicBezTo>
                  <a:pt x="0" y="17"/>
                  <a:pt x="0" y="17"/>
                  <a:pt x="0" y="17"/>
                </a:cubicBezTo>
                <a:cubicBezTo>
                  <a:pt x="0" y="17"/>
                  <a:pt x="0" y="16"/>
                  <a:pt x="0" y="16"/>
                </a:cubicBezTo>
                <a:cubicBezTo>
                  <a:pt x="2" y="7"/>
                  <a:pt x="10" y="0"/>
                  <a:pt x="20" y="0"/>
                </a:cubicBezTo>
                <a:cubicBezTo>
                  <a:pt x="25" y="0"/>
                  <a:pt x="31" y="2"/>
                  <a:pt x="34" y="6"/>
                </a:cubicBezTo>
                <a:cubicBezTo>
                  <a:pt x="38" y="2"/>
                  <a:pt x="38" y="2"/>
                  <a:pt x="38" y="2"/>
                </a:cubicBezTo>
                <a:cubicBezTo>
                  <a:pt x="38" y="2"/>
                  <a:pt x="39" y="2"/>
                  <a:pt x="39" y="2"/>
                </a:cubicBezTo>
                <a:cubicBezTo>
                  <a:pt x="40" y="2"/>
                  <a:pt x="41" y="3"/>
                  <a:pt x="41" y="4"/>
                </a:cubicBezTo>
                <a:lnTo>
                  <a:pt x="41" y="1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8" name="稻壳儿小白白(http://dwz.cn/Wu2UP)"/>
          <p:cNvSpPr>
            <a:spLocks noEditPoints="1"/>
          </p:cNvSpPr>
          <p:nvPr/>
        </p:nvSpPr>
        <p:spPr>
          <a:xfrm>
            <a:off x="5053759" y="4901192"/>
            <a:ext cx="292186" cy="292187"/>
          </a:xfrm>
          <a:custGeom>
            <a:avLst/>
            <a:gdLst>
              <a:gd name="T0" fmla="*/ 816605349 w 41"/>
              <a:gd name="T1" fmla="*/ 624465520 h 41"/>
              <a:gd name="T2" fmla="*/ 192142027 w 41"/>
              <a:gd name="T3" fmla="*/ 1633223377 h 41"/>
              <a:gd name="T4" fmla="*/ 0 w 41"/>
              <a:gd name="T5" fmla="*/ 1008757858 h 41"/>
              <a:gd name="T6" fmla="*/ 816605349 w 41"/>
              <a:gd name="T7" fmla="*/ 0 h 41"/>
              <a:gd name="T8" fmla="*/ 816605349 w 41"/>
              <a:gd name="T9" fmla="*/ 624465520 h 41"/>
              <a:gd name="T10" fmla="*/ 960717068 w 41"/>
              <a:gd name="T11" fmla="*/ 1969478307 h 41"/>
              <a:gd name="T12" fmla="*/ 480358534 w 41"/>
              <a:gd name="T13" fmla="*/ 1873403489 h 41"/>
              <a:gd name="T14" fmla="*/ 960717068 w 41"/>
              <a:gd name="T15" fmla="*/ 1248937970 h 41"/>
              <a:gd name="T16" fmla="*/ 1441068671 w 41"/>
              <a:gd name="T17" fmla="*/ 1873403489 h 41"/>
              <a:gd name="T18" fmla="*/ 960717068 w 41"/>
              <a:gd name="T19" fmla="*/ 1969478307 h 41"/>
              <a:gd name="T20" fmla="*/ 1729285178 w 41"/>
              <a:gd name="T21" fmla="*/ 1633223377 h 41"/>
              <a:gd name="T22" fmla="*/ 1152859096 w 41"/>
              <a:gd name="T23" fmla="*/ 624465520 h 41"/>
              <a:gd name="T24" fmla="*/ 1152859096 w 41"/>
              <a:gd name="T25" fmla="*/ 0 h 41"/>
              <a:gd name="T26" fmla="*/ 1969464445 w 41"/>
              <a:gd name="T27" fmla="*/ 1008757858 h 41"/>
              <a:gd name="T28" fmla="*/ 1729285178 w 41"/>
              <a:gd name="T29" fmla="*/ 1633223377 h 4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1" h="41">
                <a:moveTo>
                  <a:pt x="17" y="13"/>
                </a:moveTo>
                <a:cubicBezTo>
                  <a:pt x="17" y="22"/>
                  <a:pt x="12" y="30"/>
                  <a:pt x="4" y="34"/>
                </a:cubicBezTo>
                <a:cubicBezTo>
                  <a:pt x="1" y="30"/>
                  <a:pt x="0" y="26"/>
                  <a:pt x="0" y="21"/>
                </a:cubicBezTo>
                <a:cubicBezTo>
                  <a:pt x="0" y="10"/>
                  <a:pt x="7" y="2"/>
                  <a:pt x="17" y="0"/>
                </a:cubicBezTo>
                <a:lnTo>
                  <a:pt x="17" y="13"/>
                </a:lnTo>
                <a:close/>
                <a:moveTo>
                  <a:pt x="20" y="41"/>
                </a:moveTo>
                <a:cubicBezTo>
                  <a:pt x="17" y="41"/>
                  <a:pt x="13" y="40"/>
                  <a:pt x="10" y="39"/>
                </a:cubicBezTo>
                <a:cubicBezTo>
                  <a:pt x="15" y="36"/>
                  <a:pt x="19" y="31"/>
                  <a:pt x="20" y="26"/>
                </a:cubicBezTo>
                <a:cubicBezTo>
                  <a:pt x="21" y="31"/>
                  <a:pt x="25" y="36"/>
                  <a:pt x="30" y="39"/>
                </a:cubicBezTo>
                <a:cubicBezTo>
                  <a:pt x="27" y="40"/>
                  <a:pt x="24" y="41"/>
                  <a:pt x="20" y="41"/>
                </a:cubicBezTo>
                <a:close/>
                <a:moveTo>
                  <a:pt x="36" y="34"/>
                </a:moveTo>
                <a:cubicBezTo>
                  <a:pt x="29" y="30"/>
                  <a:pt x="24" y="22"/>
                  <a:pt x="24" y="13"/>
                </a:cubicBezTo>
                <a:cubicBezTo>
                  <a:pt x="24" y="0"/>
                  <a:pt x="24" y="0"/>
                  <a:pt x="24" y="0"/>
                </a:cubicBezTo>
                <a:cubicBezTo>
                  <a:pt x="33" y="2"/>
                  <a:pt x="41" y="10"/>
                  <a:pt x="41" y="21"/>
                </a:cubicBezTo>
                <a:cubicBezTo>
                  <a:pt x="41" y="26"/>
                  <a:pt x="39" y="30"/>
                  <a:pt x="36" y="3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49" name="稻壳儿小白白(http://dwz.cn/Wu2UP)"/>
          <p:cNvSpPr>
            <a:spLocks noEditPoints="1"/>
          </p:cNvSpPr>
          <p:nvPr/>
        </p:nvSpPr>
        <p:spPr>
          <a:xfrm>
            <a:off x="5053759" y="5448022"/>
            <a:ext cx="292186" cy="243216"/>
          </a:xfrm>
          <a:custGeom>
            <a:avLst/>
            <a:gdLst>
              <a:gd name="T0" fmla="*/ 1969464445 w 41"/>
              <a:gd name="T1" fmla="*/ 241998222 h 34"/>
              <a:gd name="T2" fmla="*/ 1873389966 w 41"/>
              <a:gd name="T3" fmla="*/ 338797511 h 34"/>
              <a:gd name="T4" fmla="*/ 48037240 w 41"/>
              <a:gd name="T5" fmla="*/ 338797511 h 34"/>
              <a:gd name="T6" fmla="*/ 0 w 41"/>
              <a:gd name="T7" fmla="*/ 241998222 h 34"/>
              <a:gd name="T8" fmla="*/ 0 w 41"/>
              <a:gd name="T9" fmla="*/ 96799289 h 34"/>
              <a:gd name="T10" fmla="*/ 48037240 w 41"/>
              <a:gd name="T11" fmla="*/ 0 h 34"/>
              <a:gd name="T12" fmla="*/ 1873389966 w 41"/>
              <a:gd name="T13" fmla="*/ 0 h 34"/>
              <a:gd name="T14" fmla="*/ 1969464445 w 41"/>
              <a:gd name="T15" fmla="*/ 96799289 h 34"/>
              <a:gd name="T16" fmla="*/ 1969464445 w 41"/>
              <a:gd name="T17" fmla="*/ 241998222 h 34"/>
              <a:gd name="T18" fmla="*/ 1969464445 w 41"/>
              <a:gd name="T19" fmla="*/ 919586286 h 34"/>
              <a:gd name="T20" fmla="*/ 1873389966 w 41"/>
              <a:gd name="T21" fmla="*/ 967985931 h 34"/>
              <a:gd name="T22" fmla="*/ 48037240 w 41"/>
              <a:gd name="T23" fmla="*/ 967985931 h 34"/>
              <a:gd name="T24" fmla="*/ 0 w 41"/>
              <a:gd name="T25" fmla="*/ 919586286 h 34"/>
              <a:gd name="T26" fmla="*/ 0 w 41"/>
              <a:gd name="T27" fmla="*/ 725994666 h 34"/>
              <a:gd name="T28" fmla="*/ 48037240 w 41"/>
              <a:gd name="T29" fmla="*/ 677595021 h 34"/>
              <a:gd name="T30" fmla="*/ 1873389966 w 41"/>
              <a:gd name="T31" fmla="*/ 677595021 h 34"/>
              <a:gd name="T32" fmla="*/ 1969464445 w 41"/>
              <a:gd name="T33" fmla="*/ 725994666 h 34"/>
              <a:gd name="T34" fmla="*/ 1969464445 w 41"/>
              <a:gd name="T35" fmla="*/ 919586286 h 34"/>
              <a:gd name="T36" fmla="*/ 1969464445 w 41"/>
              <a:gd name="T37" fmla="*/ 1548781663 h 34"/>
              <a:gd name="T38" fmla="*/ 1873389966 w 41"/>
              <a:gd name="T39" fmla="*/ 1645580952 h 34"/>
              <a:gd name="T40" fmla="*/ 48037240 w 41"/>
              <a:gd name="T41" fmla="*/ 1645580952 h 34"/>
              <a:gd name="T42" fmla="*/ 0 w 41"/>
              <a:gd name="T43" fmla="*/ 1548781663 h 34"/>
              <a:gd name="T44" fmla="*/ 0 w 41"/>
              <a:gd name="T45" fmla="*/ 1403582730 h 34"/>
              <a:gd name="T46" fmla="*/ 48037240 w 41"/>
              <a:gd name="T47" fmla="*/ 1306783441 h 34"/>
              <a:gd name="T48" fmla="*/ 1873389966 w 41"/>
              <a:gd name="T49" fmla="*/ 1306783441 h 34"/>
              <a:gd name="T50" fmla="*/ 1969464445 w 41"/>
              <a:gd name="T51" fmla="*/ 1403582730 h 34"/>
              <a:gd name="T52" fmla="*/ 1969464445 w 41"/>
              <a:gd name="T53" fmla="*/ 1548781663 h 34"/>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41" h="34">
                <a:moveTo>
                  <a:pt x="41" y="5"/>
                </a:moveTo>
                <a:cubicBezTo>
                  <a:pt x="41" y="6"/>
                  <a:pt x="40" y="7"/>
                  <a:pt x="39" y="7"/>
                </a:cubicBezTo>
                <a:cubicBezTo>
                  <a:pt x="1" y="7"/>
                  <a:pt x="1" y="7"/>
                  <a:pt x="1" y="7"/>
                </a:cubicBezTo>
                <a:cubicBezTo>
                  <a:pt x="0" y="7"/>
                  <a:pt x="0" y="6"/>
                  <a:pt x="0" y="5"/>
                </a:cubicBezTo>
                <a:cubicBezTo>
                  <a:pt x="0" y="2"/>
                  <a:pt x="0" y="2"/>
                  <a:pt x="0" y="2"/>
                </a:cubicBezTo>
                <a:cubicBezTo>
                  <a:pt x="0" y="1"/>
                  <a:pt x="0" y="0"/>
                  <a:pt x="1" y="0"/>
                </a:cubicBezTo>
                <a:cubicBezTo>
                  <a:pt x="39" y="0"/>
                  <a:pt x="39" y="0"/>
                  <a:pt x="39" y="0"/>
                </a:cubicBezTo>
                <a:cubicBezTo>
                  <a:pt x="40" y="0"/>
                  <a:pt x="41" y="1"/>
                  <a:pt x="41" y="2"/>
                </a:cubicBezTo>
                <a:lnTo>
                  <a:pt x="41" y="5"/>
                </a:lnTo>
                <a:close/>
                <a:moveTo>
                  <a:pt x="41" y="19"/>
                </a:moveTo>
                <a:cubicBezTo>
                  <a:pt x="41" y="20"/>
                  <a:pt x="40" y="20"/>
                  <a:pt x="39" y="20"/>
                </a:cubicBezTo>
                <a:cubicBezTo>
                  <a:pt x="1" y="20"/>
                  <a:pt x="1" y="20"/>
                  <a:pt x="1" y="20"/>
                </a:cubicBezTo>
                <a:cubicBezTo>
                  <a:pt x="0" y="20"/>
                  <a:pt x="0" y="20"/>
                  <a:pt x="0" y="19"/>
                </a:cubicBezTo>
                <a:cubicBezTo>
                  <a:pt x="0" y="15"/>
                  <a:pt x="0" y="15"/>
                  <a:pt x="0" y="15"/>
                </a:cubicBezTo>
                <a:cubicBezTo>
                  <a:pt x="0" y="14"/>
                  <a:pt x="0" y="14"/>
                  <a:pt x="1" y="14"/>
                </a:cubicBezTo>
                <a:cubicBezTo>
                  <a:pt x="39" y="14"/>
                  <a:pt x="39" y="14"/>
                  <a:pt x="39" y="14"/>
                </a:cubicBezTo>
                <a:cubicBezTo>
                  <a:pt x="40" y="14"/>
                  <a:pt x="41" y="14"/>
                  <a:pt x="41" y="15"/>
                </a:cubicBezTo>
                <a:lnTo>
                  <a:pt x="41" y="19"/>
                </a:lnTo>
                <a:close/>
                <a:moveTo>
                  <a:pt x="41" y="32"/>
                </a:moveTo>
                <a:cubicBezTo>
                  <a:pt x="41" y="33"/>
                  <a:pt x="40" y="34"/>
                  <a:pt x="39" y="34"/>
                </a:cubicBezTo>
                <a:cubicBezTo>
                  <a:pt x="1" y="34"/>
                  <a:pt x="1" y="34"/>
                  <a:pt x="1" y="34"/>
                </a:cubicBezTo>
                <a:cubicBezTo>
                  <a:pt x="0" y="34"/>
                  <a:pt x="0" y="33"/>
                  <a:pt x="0" y="32"/>
                </a:cubicBezTo>
                <a:cubicBezTo>
                  <a:pt x="0" y="29"/>
                  <a:pt x="0" y="29"/>
                  <a:pt x="0" y="29"/>
                </a:cubicBezTo>
                <a:cubicBezTo>
                  <a:pt x="0" y="28"/>
                  <a:pt x="0" y="27"/>
                  <a:pt x="1" y="27"/>
                </a:cubicBezTo>
                <a:cubicBezTo>
                  <a:pt x="39" y="27"/>
                  <a:pt x="39" y="27"/>
                  <a:pt x="39" y="27"/>
                </a:cubicBezTo>
                <a:cubicBezTo>
                  <a:pt x="40" y="27"/>
                  <a:pt x="41" y="28"/>
                  <a:pt x="41" y="29"/>
                </a:cubicBezTo>
                <a:lnTo>
                  <a:pt x="41" y="3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0" name="稻壳儿小白白(http://dwz.cn/Wu2UP)"/>
          <p:cNvSpPr/>
          <p:nvPr/>
        </p:nvSpPr>
        <p:spPr>
          <a:xfrm>
            <a:off x="5053759" y="5945881"/>
            <a:ext cx="292186" cy="290554"/>
          </a:xfrm>
          <a:custGeom>
            <a:avLst/>
            <a:gdLst>
              <a:gd name="T0" fmla="*/ 1969464445 w 41"/>
              <a:gd name="T1" fmla="*/ 760009585 h 41"/>
              <a:gd name="T2" fmla="*/ 1873389966 w 41"/>
              <a:gd name="T3" fmla="*/ 807509753 h 41"/>
              <a:gd name="T4" fmla="*/ 1296963883 w 41"/>
              <a:gd name="T5" fmla="*/ 807509753 h 41"/>
              <a:gd name="T6" fmla="*/ 1200896335 w 41"/>
              <a:gd name="T7" fmla="*/ 760009585 h 41"/>
              <a:gd name="T8" fmla="*/ 1248926644 w 41"/>
              <a:gd name="T9" fmla="*/ 665009248 h 41"/>
              <a:gd name="T10" fmla="*/ 1441068671 w 41"/>
              <a:gd name="T11" fmla="*/ 522508743 h 41"/>
              <a:gd name="T12" fmla="*/ 960717068 w 41"/>
              <a:gd name="T13" fmla="*/ 332508070 h 41"/>
              <a:gd name="T14" fmla="*/ 288216507 w 41"/>
              <a:gd name="T15" fmla="*/ 997517318 h 41"/>
              <a:gd name="T16" fmla="*/ 960717068 w 41"/>
              <a:gd name="T17" fmla="*/ 1615019506 h 41"/>
              <a:gd name="T18" fmla="*/ 1489105911 w 41"/>
              <a:gd name="T19" fmla="*/ 1377518665 h 41"/>
              <a:gd name="T20" fmla="*/ 1537143150 w 41"/>
              <a:gd name="T21" fmla="*/ 1377518665 h 41"/>
              <a:gd name="T22" fmla="*/ 1537143150 w 41"/>
              <a:gd name="T23" fmla="*/ 1377518665 h 41"/>
              <a:gd name="T24" fmla="*/ 1729285178 w 41"/>
              <a:gd name="T25" fmla="*/ 1567519338 h 41"/>
              <a:gd name="T26" fmla="*/ 1729285178 w 41"/>
              <a:gd name="T27" fmla="*/ 1615019506 h 41"/>
              <a:gd name="T28" fmla="*/ 960717068 w 41"/>
              <a:gd name="T29" fmla="*/ 1947527576 h 41"/>
              <a:gd name="T30" fmla="*/ 0 w 41"/>
              <a:gd name="T31" fmla="*/ 997517318 h 41"/>
              <a:gd name="T32" fmla="*/ 960717068 w 41"/>
              <a:gd name="T33" fmla="*/ 0 h 41"/>
              <a:gd name="T34" fmla="*/ 1633217630 w 41"/>
              <a:gd name="T35" fmla="*/ 285001010 h 41"/>
              <a:gd name="T36" fmla="*/ 1825359657 w 41"/>
              <a:gd name="T37" fmla="*/ 95000337 h 41"/>
              <a:gd name="T38" fmla="*/ 1921427205 w 41"/>
              <a:gd name="T39" fmla="*/ 95000337 h 41"/>
              <a:gd name="T40" fmla="*/ 1969464445 w 41"/>
              <a:gd name="T41" fmla="*/ 190000673 h 41"/>
              <a:gd name="T42" fmla="*/ 1969464445 w 41"/>
              <a:gd name="T43" fmla="*/ 760009585 h 4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1" h="41">
                <a:moveTo>
                  <a:pt x="41" y="16"/>
                </a:moveTo>
                <a:cubicBezTo>
                  <a:pt x="41" y="16"/>
                  <a:pt x="40" y="17"/>
                  <a:pt x="39" y="17"/>
                </a:cubicBezTo>
                <a:cubicBezTo>
                  <a:pt x="27" y="17"/>
                  <a:pt x="27" y="17"/>
                  <a:pt x="27" y="17"/>
                </a:cubicBezTo>
                <a:cubicBezTo>
                  <a:pt x="26" y="17"/>
                  <a:pt x="26" y="17"/>
                  <a:pt x="25" y="16"/>
                </a:cubicBezTo>
                <a:cubicBezTo>
                  <a:pt x="25" y="16"/>
                  <a:pt x="25" y="15"/>
                  <a:pt x="26" y="14"/>
                </a:cubicBezTo>
                <a:cubicBezTo>
                  <a:pt x="30" y="11"/>
                  <a:pt x="30" y="11"/>
                  <a:pt x="30" y="11"/>
                </a:cubicBezTo>
                <a:cubicBezTo>
                  <a:pt x="27" y="8"/>
                  <a:pt x="24" y="7"/>
                  <a:pt x="20" y="7"/>
                </a:cubicBezTo>
                <a:cubicBezTo>
                  <a:pt x="13" y="7"/>
                  <a:pt x="6" y="13"/>
                  <a:pt x="6" y="21"/>
                </a:cubicBezTo>
                <a:cubicBezTo>
                  <a:pt x="6" y="28"/>
                  <a:pt x="13" y="34"/>
                  <a:pt x="20" y="34"/>
                </a:cubicBezTo>
                <a:cubicBezTo>
                  <a:pt x="24" y="34"/>
                  <a:pt x="28" y="32"/>
                  <a:pt x="31" y="29"/>
                </a:cubicBezTo>
                <a:cubicBezTo>
                  <a:pt x="31" y="29"/>
                  <a:pt x="31" y="29"/>
                  <a:pt x="32" y="29"/>
                </a:cubicBezTo>
                <a:cubicBezTo>
                  <a:pt x="32" y="29"/>
                  <a:pt x="32" y="29"/>
                  <a:pt x="32" y="29"/>
                </a:cubicBezTo>
                <a:cubicBezTo>
                  <a:pt x="36" y="33"/>
                  <a:pt x="36" y="33"/>
                  <a:pt x="36" y="33"/>
                </a:cubicBezTo>
                <a:cubicBezTo>
                  <a:pt x="36" y="33"/>
                  <a:pt x="36" y="33"/>
                  <a:pt x="36" y="34"/>
                </a:cubicBezTo>
                <a:cubicBezTo>
                  <a:pt x="32" y="39"/>
                  <a:pt x="26" y="41"/>
                  <a:pt x="20" y="41"/>
                </a:cubicBezTo>
                <a:cubicBezTo>
                  <a:pt x="9" y="41"/>
                  <a:pt x="0" y="32"/>
                  <a:pt x="0" y="21"/>
                </a:cubicBezTo>
                <a:cubicBezTo>
                  <a:pt x="0" y="9"/>
                  <a:pt x="9" y="0"/>
                  <a:pt x="20" y="0"/>
                </a:cubicBezTo>
                <a:cubicBezTo>
                  <a:pt x="25" y="0"/>
                  <a:pt x="31" y="2"/>
                  <a:pt x="34" y="6"/>
                </a:cubicBezTo>
                <a:cubicBezTo>
                  <a:pt x="38" y="2"/>
                  <a:pt x="38" y="2"/>
                  <a:pt x="38" y="2"/>
                </a:cubicBezTo>
                <a:cubicBezTo>
                  <a:pt x="38" y="2"/>
                  <a:pt x="39" y="2"/>
                  <a:pt x="40" y="2"/>
                </a:cubicBezTo>
                <a:cubicBezTo>
                  <a:pt x="40" y="2"/>
                  <a:pt x="41" y="3"/>
                  <a:pt x="41" y="4"/>
                </a:cubicBezTo>
                <a:lnTo>
                  <a:pt x="41" y="1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1" name="稻壳儿小白白(http://dwz.cn/Wu2UP)"/>
          <p:cNvSpPr>
            <a:spLocks noEditPoints="1"/>
          </p:cNvSpPr>
          <p:nvPr/>
        </p:nvSpPr>
        <p:spPr>
          <a:xfrm>
            <a:off x="5949906" y="1238250"/>
            <a:ext cx="270966" cy="264437"/>
          </a:xfrm>
          <a:custGeom>
            <a:avLst/>
            <a:gdLst>
              <a:gd name="T0" fmla="*/ 1779417888 w 38"/>
              <a:gd name="T1" fmla="*/ 1787540017 h 37"/>
              <a:gd name="T2" fmla="*/ 1731324576 w 38"/>
              <a:gd name="T3" fmla="*/ 1787540017 h 37"/>
              <a:gd name="T4" fmla="*/ 1538958261 w 38"/>
              <a:gd name="T5" fmla="*/ 1787540017 h 37"/>
              <a:gd name="T6" fmla="*/ 1442771636 w 38"/>
              <a:gd name="T7" fmla="*/ 1739225870 h 37"/>
              <a:gd name="T8" fmla="*/ 48093313 w 38"/>
              <a:gd name="T9" fmla="*/ 338185125 h 37"/>
              <a:gd name="T10" fmla="*/ 0 w 38"/>
              <a:gd name="T11" fmla="*/ 241556832 h 37"/>
              <a:gd name="T12" fmla="*/ 0 w 38"/>
              <a:gd name="T13" fmla="*/ 48314147 h 37"/>
              <a:gd name="T14" fmla="*/ 0 w 38"/>
              <a:gd name="T15" fmla="*/ 0 h 37"/>
              <a:gd name="T16" fmla="*/ 96186625 w 38"/>
              <a:gd name="T17" fmla="*/ 0 h 37"/>
              <a:gd name="T18" fmla="*/ 96186625 w 38"/>
              <a:gd name="T19" fmla="*/ 0 h 37"/>
              <a:gd name="T20" fmla="*/ 1298491698 w 38"/>
              <a:gd name="T21" fmla="*/ 531427810 h 37"/>
              <a:gd name="T22" fmla="*/ 1827511201 w 38"/>
              <a:gd name="T23" fmla="*/ 1739225870 h 37"/>
              <a:gd name="T24" fmla="*/ 1779417888 w 38"/>
              <a:gd name="T25" fmla="*/ 1787540017 h 37"/>
              <a:gd name="T26" fmla="*/ 1106125383 w 38"/>
              <a:gd name="T27" fmla="*/ 1787540017 h 37"/>
              <a:gd name="T28" fmla="*/ 1058032070 w 38"/>
              <a:gd name="T29" fmla="*/ 1787540017 h 37"/>
              <a:gd name="T30" fmla="*/ 913759068 w 38"/>
              <a:gd name="T31" fmla="*/ 1787540017 h 37"/>
              <a:gd name="T32" fmla="*/ 817572443 w 38"/>
              <a:gd name="T33" fmla="*/ 1739225870 h 37"/>
              <a:gd name="T34" fmla="*/ 48093313 w 38"/>
              <a:gd name="T35" fmla="*/ 966241228 h 37"/>
              <a:gd name="T36" fmla="*/ 0 w 38"/>
              <a:gd name="T37" fmla="*/ 917927082 h 37"/>
              <a:gd name="T38" fmla="*/ 0 w 38"/>
              <a:gd name="T39" fmla="*/ 724677446 h 37"/>
              <a:gd name="T40" fmla="*/ 0 w 38"/>
              <a:gd name="T41" fmla="*/ 676363299 h 37"/>
              <a:gd name="T42" fmla="*/ 96186625 w 38"/>
              <a:gd name="T43" fmla="*/ 628056103 h 37"/>
              <a:gd name="T44" fmla="*/ 96186625 w 38"/>
              <a:gd name="T45" fmla="*/ 628056103 h 37"/>
              <a:gd name="T46" fmla="*/ 817572443 w 38"/>
              <a:gd name="T47" fmla="*/ 966241228 h 37"/>
              <a:gd name="T48" fmla="*/ 1154218695 w 38"/>
              <a:gd name="T49" fmla="*/ 1739225870 h 37"/>
              <a:gd name="T50" fmla="*/ 1106125383 w 38"/>
              <a:gd name="T51" fmla="*/ 1787540017 h 37"/>
              <a:gd name="T52" fmla="*/ 240459628 w 38"/>
              <a:gd name="T53" fmla="*/ 1787540017 h 37"/>
              <a:gd name="T54" fmla="*/ 0 w 38"/>
              <a:gd name="T55" fmla="*/ 1545983185 h 37"/>
              <a:gd name="T56" fmla="*/ 240459628 w 38"/>
              <a:gd name="T57" fmla="*/ 1304419403 h 37"/>
              <a:gd name="T58" fmla="*/ 480926190 w 38"/>
              <a:gd name="T59" fmla="*/ 1545983185 h 37"/>
              <a:gd name="T60" fmla="*/ 240459628 w 38"/>
              <a:gd name="T61" fmla="*/ 1787540017 h 3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38" h="37">
                <a:moveTo>
                  <a:pt x="37" y="37"/>
                </a:moveTo>
                <a:cubicBezTo>
                  <a:pt x="37" y="37"/>
                  <a:pt x="36" y="37"/>
                  <a:pt x="36" y="37"/>
                </a:cubicBezTo>
                <a:cubicBezTo>
                  <a:pt x="32" y="37"/>
                  <a:pt x="32" y="37"/>
                  <a:pt x="32" y="37"/>
                </a:cubicBezTo>
                <a:cubicBezTo>
                  <a:pt x="31" y="37"/>
                  <a:pt x="30" y="37"/>
                  <a:pt x="30" y="36"/>
                </a:cubicBezTo>
                <a:cubicBezTo>
                  <a:pt x="29" y="20"/>
                  <a:pt x="17" y="8"/>
                  <a:pt x="1" y="7"/>
                </a:cubicBezTo>
                <a:cubicBezTo>
                  <a:pt x="1" y="7"/>
                  <a:pt x="0" y="6"/>
                  <a:pt x="0" y="5"/>
                </a:cubicBezTo>
                <a:cubicBezTo>
                  <a:pt x="0" y="1"/>
                  <a:pt x="0" y="1"/>
                  <a:pt x="0" y="1"/>
                </a:cubicBezTo>
                <a:cubicBezTo>
                  <a:pt x="0" y="1"/>
                  <a:pt x="0" y="0"/>
                  <a:pt x="0" y="0"/>
                </a:cubicBezTo>
                <a:cubicBezTo>
                  <a:pt x="1" y="0"/>
                  <a:pt x="1" y="0"/>
                  <a:pt x="2" y="0"/>
                </a:cubicBezTo>
                <a:cubicBezTo>
                  <a:pt x="2" y="0"/>
                  <a:pt x="2" y="0"/>
                  <a:pt x="2" y="0"/>
                </a:cubicBezTo>
                <a:cubicBezTo>
                  <a:pt x="11" y="0"/>
                  <a:pt x="20" y="4"/>
                  <a:pt x="27" y="11"/>
                </a:cubicBezTo>
                <a:cubicBezTo>
                  <a:pt x="33" y="17"/>
                  <a:pt x="37" y="26"/>
                  <a:pt x="38" y="36"/>
                </a:cubicBezTo>
                <a:cubicBezTo>
                  <a:pt x="38" y="36"/>
                  <a:pt x="37" y="37"/>
                  <a:pt x="37" y="37"/>
                </a:cubicBezTo>
                <a:close/>
                <a:moveTo>
                  <a:pt x="23" y="37"/>
                </a:moveTo>
                <a:cubicBezTo>
                  <a:pt x="23" y="37"/>
                  <a:pt x="23" y="37"/>
                  <a:pt x="22" y="37"/>
                </a:cubicBezTo>
                <a:cubicBezTo>
                  <a:pt x="19" y="37"/>
                  <a:pt x="19" y="37"/>
                  <a:pt x="19" y="37"/>
                </a:cubicBezTo>
                <a:cubicBezTo>
                  <a:pt x="18" y="37"/>
                  <a:pt x="17" y="37"/>
                  <a:pt x="17" y="36"/>
                </a:cubicBezTo>
                <a:cubicBezTo>
                  <a:pt x="16" y="28"/>
                  <a:pt x="10" y="21"/>
                  <a:pt x="1" y="20"/>
                </a:cubicBezTo>
                <a:cubicBezTo>
                  <a:pt x="1" y="20"/>
                  <a:pt x="0" y="20"/>
                  <a:pt x="0" y="19"/>
                </a:cubicBezTo>
                <a:cubicBezTo>
                  <a:pt x="0" y="15"/>
                  <a:pt x="0" y="15"/>
                  <a:pt x="0" y="15"/>
                </a:cubicBezTo>
                <a:cubicBezTo>
                  <a:pt x="0" y="15"/>
                  <a:pt x="0" y="14"/>
                  <a:pt x="0" y="14"/>
                </a:cubicBezTo>
                <a:cubicBezTo>
                  <a:pt x="1" y="14"/>
                  <a:pt x="1" y="13"/>
                  <a:pt x="2" y="13"/>
                </a:cubicBezTo>
                <a:cubicBezTo>
                  <a:pt x="2" y="13"/>
                  <a:pt x="2" y="13"/>
                  <a:pt x="2" y="13"/>
                </a:cubicBezTo>
                <a:cubicBezTo>
                  <a:pt x="7" y="14"/>
                  <a:pt x="13" y="16"/>
                  <a:pt x="17" y="20"/>
                </a:cubicBezTo>
                <a:cubicBezTo>
                  <a:pt x="21" y="24"/>
                  <a:pt x="23" y="30"/>
                  <a:pt x="24" y="36"/>
                </a:cubicBezTo>
                <a:cubicBezTo>
                  <a:pt x="24" y="36"/>
                  <a:pt x="24" y="36"/>
                  <a:pt x="23" y="37"/>
                </a:cubicBezTo>
                <a:close/>
                <a:moveTo>
                  <a:pt x="5" y="37"/>
                </a:moveTo>
                <a:cubicBezTo>
                  <a:pt x="2" y="37"/>
                  <a:pt x="0" y="35"/>
                  <a:pt x="0" y="32"/>
                </a:cubicBezTo>
                <a:cubicBezTo>
                  <a:pt x="0" y="29"/>
                  <a:pt x="2" y="27"/>
                  <a:pt x="5" y="27"/>
                </a:cubicBezTo>
                <a:cubicBezTo>
                  <a:pt x="8" y="27"/>
                  <a:pt x="10" y="29"/>
                  <a:pt x="10" y="32"/>
                </a:cubicBezTo>
                <a:cubicBezTo>
                  <a:pt x="10" y="35"/>
                  <a:pt x="8" y="37"/>
                  <a:pt x="5" y="3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2" name="稻壳儿小白白(http://dwz.cn/Wu2UP)"/>
          <p:cNvSpPr>
            <a:spLocks noEditPoints="1"/>
          </p:cNvSpPr>
          <p:nvPr/>
        </p:nvSpPr>
        <p:spPr>
          <a:xfrm>
            <a:off x="5936847" y="1757330"/>
            <a:ext cx="292187" cy="290554"/>
          </a:xfrm>
          <a:custGeom>
            <a:avLst/>
            <a:gdLst>
              <a:gd name="T0" fmla="*/ 1969478307 w 41"/>
              <a:gd name="T1" fmla="*/ 1615019506 h 41"/>
              <a:gd name="T2" fmla="*/ 1633223377 w 41"/>
              <a:gd name="T3" fmla="*/ 1947527576 h 41"/>
              <a:gd name="T4" fmla="*/ 384285407 w 41"/>
              <a:gd name="T5" fmla="*/ 1947527576 h 41"/>
              <a:gd name="T6" fmla="*/ 0 w 41"/>
              <a:gd name="T7" fmla="*/ 1615019506 h 41"/>
              <a:gd name="T8" fmla="*/ 0 w 41"/>
              <a:gd name="T9" fmla="*/ 380008238 h 41"/>
              <a:gd name="T10" fmla="*/ 384285407 w 41"/>
              <a:gd name="T11" fmla="*/ 0 h 41"/>
              <a:gd name="T12" fmla="*/ 1633223377 w 41"/>
              <a:gd name="T13" fmla="*/ 0 h 41"/>
              <a:gd name="T14" fmla="*/ 1969478307 w 41"/>
              <a:gd name="T15" fmla="*/ 380008238 h 41"/>
              <a:gd name="T16" fmla="*/ 1969478307 w 41"/>
              <a:gd name="T17" fmla="*/ 1615019506 h 41"/>
              <a:gd name="T18" fmla="*/ 384285407 w 41"/>
              <a:gd name="T19" fmla="*/ 380008238 h 41"/>
              <a:gd name="T20" fmla="*/ 336254929 w 41"/>
              <a:gd name="T21" fmla="*/ 380008238 h 41"/>
              <a:gd name="T22" fmla="*/ 336254929 w 41"/>
              <a:gd name="T23" fmla="*/ 427508407 h 41"/>
              <a:gd name="T24" fmla="*/ 336254929 w 41"/>
              <a:gd name="T25" fmla="*/ 570008912 h 41"/>
              <a:gd name="T26" fmla="*/ 384285407 w 41"/>
              <a:gd name="T27" fmla="*/ 617509080 h 41"/>
              <a:gd name="T28" fmla="*/ 1345012787 w 41"/>
              <a:gd name="T29" fmla="*/ 1615019506 h 41"/>
              <a:gd name="T30" fmla="*/ 1393043265 w 41"/>
              <a:gd name="T31" fmla="*/ 1662526566 h 41"/>
              <a:gd name="T32" fmla="*/ 1585192899 w 41"/>
              <a:gd name="T33" fmla="*/ 1662526566 h 41"/>
              <a:gd name="T34" fmla="*/ 1585192899 w 41"/>
              <a:gd name="T35" fmla="*/ 1615019506 h 41"/>
              <a:gd name="T36" fmla="*/ 1633223377 w 41"/>
              <a:gd name="T37" fmla="*/ 1615019506 h 41"/>
              <a:gd name="T38" fmla="*/ 384285407 w 41"/>
              <a:gd name="T39" fmla="*/ 380008238 h 41"/>
              <a:gd name="T40" fmla="*/ 384285407 w 41"/>
              <a:gd name="T41" fmla="*/ 855009921 h 41"/>
              <a:gd name="T42" fmla="*/ 336254929 w 41"/>
              <a:gd name="T43" fmla="*/ 902510090 h 41"/>
              <a:gd name="T44" fmla="*/ 336254929 w 41"/>
              <a:gd name="T45" fmla="*/ 902510090 h 41"/>
              <a:gd name="T46" fmla="*/ 336254929 w 41"/>
              <a:gd name="T47" fmla="*/ 1092517655 h 41"/>
              <a:gd name="T48" fmla="*/ 384285407 w 41"/>
              <a:gd name="T49" fmla="*/ 1092517655 h 41"/>
              <a:gd name="T50" fmla="*/ 864645632 w 41"/>
              <a:gd name="T51" fmla="*/ 1615019506 h 41"/>
              <a:gd name="T52" fmla="*/ 912683040 w 41"/>
              <a:gd name="T53" fmla="*/ 1662526566 h 41"/>
              <a:gd name="T54" fmla="*/ 1056795266 w 41"/>
              <a:gd name="T55" fmla="*/ 1662526566 h 41"/>
              <a:gd name="T56" fmla="*/ 1104832675 w 41"/>
              <a:gd name="T57" fmla="*/ 1615019506 h 41"/>
              <a:gd name="T58" fmla="*/ 1104832675 w 41"/>
              <a:gd name="T59" fmla="*/ 1615019506 h 41"/>
              <a:gd name="T60" fmla="*/ 384285407 w 41"/>
              <a:gd name="T61" fmla="*/ 855009921 h 41"/>
              <a:gd name="T62" fmla="*/ 480360224 w 41"/>
              <a:gd name="T63" fmla="*/ 1330018496 h 41"/>
              <a:gd name="T64" fmla="*/ 336254929 w 41"/>
              <a:gd name="T65" fmla="*/ 1472519001 h 41"/>
              <a:gd name="T66" fmla="*/ 480360224 w 41"/>
              <a:gd name="T67" fmla="*/ 1662526566 h 41"/>
              <a:gd name="T68" fmla="*/ 672502928 w 41"/>
              <a:gd name="T69" fmla="*/ 1472519001 h 41"/>
              <a:gd name="T70" fmla="*/ 480360224 w 41"/>
              <a:gd name="T71" fmla="*/ 1330018496 h 41"/>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1" h="41">
                <a:moveTo>
                  <a:pt x="41" y="34"/>
                </a:moveTo>
                <a:cubicBezTo>
                  <a:pt x="41" y="38"/>
                  <a:pt x="38" y="41"/>
                  <a:pt x="34" y="41"/>
                </a:cubicBezTo>
                <a:cubicBezTo>
                  <a:pt x="8" y="41"/>
                  <a:pt x="8" y="41"/>
                  <a:pt x="8" y="41"/>
                </a:cubicBezTo>
                <a:cubicBezTo>
                  <a:pt x="4" y="41"/>
                  <a:pt x="0" y="38"/>
                  <a:pt x="0" y="34"/>
                </a:cubicBezTo>
                <a:cubicBezTo>
                  <a:pt x="0" y="8"/>
                  <a:pt x="0" y="8"/>
                  <a:pt x="0" y="8"/>
                </a:cubicBezTo>
                <a:cubicBezTo>
                  <a:pt x="0" y="4"/>
                  <a:pt x="4" y="0"/>
                  <a:pt x="8" y="0"/>
                </a:cubicBezTo>
                <a:cubicBezTo>
                  <a:pt x="34" y="0"/>
                  <a:pt x="34" y="0"/>
                  <a:pt x="34" y="0"/>
                </a:cubicBezTo>
                <a:cubicBezTo>
                  <a:pt x="38" y="0"/>
                  <a:pt x="41" y="4"/>
                  <a:pt x="41" y="8"/>
                </a:cubicBezTo>
                <a:lnTo>
                  <a:pt x="41" y="34"/>
                </a:lnTo>
                <a:close/>
                <a:moveTo>
                  <a:pt x="8" y="8"/>
                </a:moveTo>
                <a:cubicBezTo>
                  <a:pt x="8" y="8"/>
                  <a:pt x="7" y="8"/>
                  <a:pt x="7" y="8"/>
                </a:cubicBezTo>
                <a:cubicBezTo>
                  <a:pt x="7" y="8"/>
                  <a:pt x="7" y="9"/>
                  <a:pt x="7" y="9"/>
                </a:cubicBezTo>
                <a:cubicBezTo>
                  <a:pt x="7" y="12"/>
                  <a:pt x="7" y="12"/>
                  <a:pt x="7" y="12"/>
                </a:cubicBezTo>
                <a:cubicBezTo>
                  <a:pt x="7" y="13"/>
                  <a:pt x="7" y="13"/>
                  <a:pt x="8" y="13"/>
                </a:cubicBezTo>
                <a:cubicBezTo>
                  <a:pt x="19" y="14"/>
                  <a:pt x="28" y="23"/>
                  <a:pt x="28" y="34"/>
                </a:cubicBezTo>
                <a:cubicBezTo>
                  <a:pt x="28" y="34"/>
                  <a:pt x="29" y="35"/>
                  <a:pt x="29" y="35"/>
                </a:cubicBezTo>
                <a:cubicBezTo>
                  <a:pt x="33" y="35"/>
                  <a:pt x="33" y="35"/>
                  <a:pt x="33" y="35"/>
                </a:cubicBezTo>
                <a:cubicBezTo>
                  <a:pt x="33" y="35"/>
                  <a:pt x="33" y="34"/>
                  <a:pt x="33" y="34"/>
                </a:cubicBezTo>
                <a:cubicBezTo>
                  <a:pt x="34" y="34"/>
                  <a:pt x="34" y="34"/>
                  <a:pt x="34" y="34"/>
                </a:cubicBezTo>
                <a:cubicBezTo>
                  <a:pt x="33" y="20"/>
                  <a:pt x="22" y="8"/>
                  <a:pt x="8" y="8"/>
                </a:cubicBezTo>
                <a:close/>
                <a:moveTo>
                  <a:pt x="8" y="18"/>
                </a:moveTo>
                <a:cubicBezTo>
                  <a:pt x="8" y="18"/>
                  <a:pt x="7" y="18"/>
                  <a:pt x="7" y="19"/>
                </a:cubicBezTo>
                <a:cubicBezTo>
                  <a:pt x="7" y="19"/>
                  <a:pt x="7" y="19"/>
                  <a:pt x="7" y="19"/>
                </a:cubicBezTo>
                <a:cubicBezTo>
                  <a:pt x="7" y="23"/>
                  <a:pt x="7" y="23"/>
                  <a:pt x="7" y="23"/>
                </a:cubicBezTo>
                <a:cubicBezTo>
                  <a:pt x="7" y="23"/>
                  <a:pt x="7" y="23"/>
                  <a:pt x="8" y="23"/>
                </a:cubicBezTo>
                <a:cubicBezTo>
                  <a:pt x="13" y="24"/>
                  <a:pt x="18" y="28"/>
                  <a:pt x="18" y="34"/>
                </a:cubicBezTo>
                <a:cubicBezTo>
                  <a:pt x="18" y="34"/>
                  <a:pt x="19" y="35"/>
                  <a:pt x="19" y="35"/>
                </a:cubicBezTo>
                <a:cubicBezTo>
                  <a:pt x="22" y="35"/>
                  <a:pt x="22" y="35"/>
                  <a:pt x="22" y="35"/>
                </a:cubicBezTo>
                <a:cubicBezTo>
                  <a:pt x="23" y="35"/>
                  <a:pt x="23" y="34"/>
                  <a:pt x="23" y="34"/>
                </a:cubicBezTo>
                <a:cubicBezTo>
                  <a:pt x="23" y="34"/>
                  <a:pt x="23" y="34"/>
                  <a:pt x="23" y="34"/>
                </a:cubicBezTo>
                <a:cubicBezTo>
                  <a:pt x="23" y="25"/>
                  <a:pt x="16" y="19"/>
                  <a:pt x="8" y="18"/>
                </a:cubicBezTo>
                <a:close/>
                <a:moveTo>
                  <a:pt x="10" y="28"/>
                </a:moveTo>
                <a:cubicBezTo>
                  <a:pt x="9" y="28"/>
                  <a:pt x="7" y="29"/>
                  <a:pt x="7" y="31"/>
                </a:cubicBezTo>
                <a:cubicBezTo>
                  <a:pt x="7" y="33"/>
                  <a:pt x="9" y="35"/>
                  <a:pt x="10" y="35"/>
                </a:cubicBezTo>
                <a:cubicBezTo>
                  <a:pt x="12" y="35"/>
                  <a:pt x="14" y="33"/>
                  <a:pt x="14" y="31"/>
                </a:cubicBezTo>
                <a:cubicBezTo>
                  <a:pt x="14" y="29"/>
                  <a:pt x="12" y="28"/>
                  <a:pt x="10"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3" name="稻壳儿小白白(http://dwz.cn/Wu2UP)"/>
          <p:cNvSpPr>
            <a:spLocks noEditPoints="1"/>
          </p:cNvSpPr>
          <p:nvPr/>
        </p:nvSpPr>
        <p:spPr>
          <a:xfrm>
            <a:off x="5964597" y="2284572"/>
            <a:ext cx="243216" cy="270966"/>
          </a:xfrm>
          <a:custGeom>
            <a:avLst/>
            <a:gdLst>
              <a:gd name="T0" fmla="*/ 1064785219 w 34"/>
              <a:gd name="T1" fmla="*/ 1106125383 h 38"/>
              <a:gd name="T2" fmla="*/ 629195377 w 34"/>
              <a:gd name="T3" fmla="*/ 1106125383 h 38"/>
              <a:gd name="T4" fmla="*/ 629195377 w 34"/>
              <a:gd name="T5" fmla="*/ 1250405320 h 38"/>
              <a:gd name="T6" fmla="*/ 1258383797 w 34"/>
              <a:gd name="T7" fmla="*/ 1250405320 h 38"/>
              <a:gd name="T8" fmla="*/ 1306783441 w 34"/>
              <a:gd name="T9" fmla="*/ 1298491698 h 38"/>
              <a:gd name="T10" fmla="*/ 1306783441 w 34"/>
              <a:gd name="T11" fmla="*/ 1490864948 h 38"/>
              <a:gd name="T12" fmla="*/ 1258383797 w 34"/>
              <a:gd name="T13" fmla="*/ 1538958261 h 38"/>
              <a:gd name="T14" fmla="*/ 629195377 w 34"/>
              <a:gd name="T15" fmla="*/ 1538958261 h 38"/>
              <a:gd name="T16" fmla="*/ 629195377 w 34"/>
              <a:gd name="T17" fmla="*/ 1779417888 h 38"/>
              <a:gd name="T18" fmla="*/ 580795733 w 34"/>
              <a:gd name="T19" fmla="*/ 1827511201 h 38"/>
              <a:gd name="T20" fmla="*/ 338797511 w 34"/>
              <a:gd name="T21" fmla="*/ 1827511201 h 38"/>
              <a:gd name="T22" fmla="*/ 290397866 w 34"/>
              <a:gd name="T23" fmla="*/ 1779417888 h 38"/>
              <a:gd name="T24" fmla="*/ 290397866 w 34"/>
              <a:gd name="T25" fmla="*/ 1538958261 h 38"/>
              <a:gd name="T26" fmla="*/ 0 w 34"/>
              <a:gd name="T27" fmla="*/ 1538958261 h 38"/>
              <a:gd name="T28" fmla="*/ 0 w 34"/>
              <a:gd name="T29" fmla="*/ 1490864948 h 38"/>
              <a:gd name="T30" fmla="*/ 0 w 34"/>
              <a:gd name="T31" fmla="*/ 1298491698 h 38"/>
              <a:gd name="T32" fmla="*/ 0 w 34"/>
              <a:gd name="T33" fmla="*/ 1250405320 h 38"/>
              <a:gd name="T34" fmla="*/ 290397866 w 34"/>
              <a:gd name="T35" fmla="*/ 1250405320 h 38"/>
              <a:gd name="T36" fmla="*/ 290397866 w 34"/>
              <a:gd name="T37" fmla="*/ 1106125383 h 38"/>
              <a:gd name="T38" fmla="*/ 0 w 34"/>
              <a:gd name="T39" fmla="*/ 1106125383 h 38"/>
              <a:gd name="T40" fmla="*/ 0 w 34"/>
              <a:gd name="T41" fmla="*/ 1058032070 h 38"/>
              <a:gd name="T42" fmla="*/ 0 w 34"/>
              <a:gd name="T43" fmla="*/ 865665755 h 38"/>
              <a:gd name="T44" fmla="*/ 0 w 34"/>
              <a:gd name="T45" fmla="*/ 865665755 h 38"/>
              <a:gd name="T46" fmla="*/ 290397866 w 34"/>
              <a:gd name="T47" fmla="*/ 865665755 h 38"/>
              <a:gd name="T48" fmla="*/ 290397866 w 34"/>
              <a:gd name="T49" fmla="*/ 48093313 h 38"/>
              <a:gd name="T50" fmla="*/ 338797511 w 34"/>
              <a:gd name="T51" fmla="*/ 0 h 38"/>
              <a:gd name="T52" fmla="*/ 1064785219 w 34"/>
              <a:gd name="T53" fmla="*/ 0 h 38"/>
              <a:gd name="T54" fmla="*/ 1645580952 w 34"/>
              <a:gd name="T55" fmla="*/ 577105880 h 38"/>
              <a:gd name="T56" fmla="*/ 1064785219 w 34"/>
              <a:gd name="T57" fmla="*/ 1106125383 h 38"/>
              <a:gd name="T58" fmla="*/ 1016385575 w 34"/>
              <a:gd name="T59" fmla="*/ 288552940 h 38"/>
              <a:gd name="T60" fmla="*/ 629195377 w 34"/>
              <a:gd name="T61" fmla="*/ 288552940 h 38"/>
              <a:gd name="T62" fmla="*/ 629195377 w 34"/>
              <a:gd name="T63" fmla="*/ 865665755 h 38"/>
              <a:gd name="T64" fmla="*/ 1016385575 w 34"/>
              <a:gd name="T65" fmla="*/ 865665755 h 38"/>
              <a:gd name="T66" fmla="*/ 1355183086 w 34"/>
              <a:gd name="T67" fmla="*/ 577105880 h 38"/>
              <a:gd name="T68" fmla="*/ 1016385575 w 34"/>
              <a:gd name="T69" fmla="*/ 288552940 h 3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34" h="38">
                <a:moveTo>
                  <a:pt x="22" y="23"/>
                </a:moveTo>
                <a:cubicBezTo>
                  <a:pt x="13" y="23"/>
                  <a:pt x="13" y="23"/>
                  <a:pt x="13" y="23"/>
                </a:cubicBezTo>
                <a:cubicBezTo>
                  <a:pt x="13" y="26"/>
                  <a:pt x="13" y="26"/>
                  <a:pt x="13" y="26"/>
                </a:cubicBezTo>
                <a:cubicBezTo>
                  <a:pt x="26" y="26"/>
                  <a:pt x="26" y="26"/>
                  <a:pt x="26" y="26"/>
                </a:cubicBezTo>
                <a:cubicBezTo>
                  <a:pt x="27" y="26"/>
                  <a:pt x="27" y="27"/>
                  <a:pt x="27" y="27"/>
                </a:cubicBezTo>
                <a:cubicBezTo>
                  <a:pt x="27" y="31"/>
                  <a:pt x="27" y="31"/>
                  <a:pt x="27" y="31"/>
                </a:cubicBezTo>
                <a:cubicBezTo>
                  <a:pt x="27" y="31"/>
                  <a:pt x="27" y="32"/>
                  <a:pt x="26" y="32"/>
                </a:cubicBezTo>
                <a:cubicBezTo>
                  <a:pt x="13" y="32"/>
                  <a:pt x="13" y="32"/>
                  <a:pt x="13" y="32"/>
                </a:cubicBezTo>
                <a:cubicBezTo>
                  <a:pt x="13" y="37"/>
                  <a:pt x="13" y="37"/>
                  <a:pt x="13" y="37"/>
                </a:cubicBezTo>
                <a:cubicBezTo>
                  <a:pt x="13" y="37"/>
                  <a:pt x="12" y="38"/>
                  <a:pt x="12" y="38"/>
                </a:cubicBezTo>
                <a:cubicBezTo>
                  <a:pt x="7" y="38"/>
                  <a:pt x="7" y="38"/>
                  <a:pt x="7" y="38"/>
                </a:cubicBezTo>
                <a:cubicBezTo>
                  <a:pt x="7" y="38"/>
                  <a:pt x="6" y="37"/>
                  <a:pt x="6" y="37"/>
                </a:cubicBezTo>
                <a:cubicBezTo>
                  <a:pt x="6" y="32"/>
                  <a:pt x="6" y="32"/>
                  <a:pt x="6" y="32"/>
                </a:cubicBezTo>
                <a:cubicBezTo>
                  <a:pt x="0" y="32"/>
                  <a:pt x="0" y="32"/>
                  <a:pt x="0" y="32"/>
                </a:cubicBezTo>
                <a:cubicBezTo>
                  <a:pt x="0" y="32"/>
                  <a:pt x="0" y="31"/>
                  <a:pt x="0" y="31"/>
                </a:cubicBezTo>
                <a:cubicBezTo>
                  <a:pt x="0" y="27"/>
                  <a:pt x="0" y="27"/>
                  <a:pt x="0" y="27"/>
                </a:cubicBezTo>
                <a:cubicBezTo>
                  <a:pt x="0" y="27"/>
                  <a:pt x="0" y="26"/>
                  <a:pt x="0" y="26"/>
                </a:cubicBezTo>
                <a:cubicBezTo>
                  <a:pt x="6" y="26"/>
                  <a:pt x="6" y="26"/>
                  <a:pt x="6" y="26"/>
                </a:cubicBezTo>
                <a:cubicBezTo>
                  <a:pt x="6" y="23"/>
                  <a:pt x="6" y="23"/>
                  <a:pt x="6" y="23"/>
                </a:cubicBezTo>
                <a:cubicBezTo>
                  <a:pt x="0" y="23"/>
                  <a:pt x="0" y="23"/>
                  <a:pt x="0" y="23"/>
                </a:cubicBezTo>
                <a:cubicBezTo>
                  <a:pt x="0" y="23"/>
                  <a:pt x="0" y="23"/>
                  <a:pt x="0" y="22"/>
                </a:cubicBezTo>
                <a:cubicBezTo>
                  <a:pt x="0" y="18"/>
                  <a:pt x="0" y="18"/>
                  <a:pt x="0" y="18"/>
                </a:cubicBezTo>
                <a:cubicBezTo>
                  <a:pt x="0" y="18"/>
                  <a:pt x="0" y="18"/>
                  <a:pt x="0" y="18"/>
                </a:cubicBezTo>
                <a:cubicBezTo>
                  <a:pt x="6" y="18"/>
                  <a:pt x="6" y="18"/>
                  <a:pt x="6" y="18"/>
                </a:cubicBezTo>
                <a:cubicBezTo>
                  <a:pt x="6" y="1"/>
                  <a:pt x="6" y="1"/>
                  <a:pt x="6" y="1"/>
                </a:cubicBezTo>
                <a:cubicBezTo>
                  <a:pt x="6" y="0"/>
                  <a:pt x="7" y="0"/>
                  <a:pt x="7" y="0"/>
                </a:cubicBezTo>
                <a:cubicBezTo>
                  <a:pt x="22" y="0"/>
                  <a:pt x="22" y="0"/>
                  <a:pt x="22" y="0"/>
                </a:cubicBezTo>
                <a:cubicBezTo>
                  <a:pt x="29" y="0"/>
                  <a:pt x="34" y="5"/>
                  <a:pt x="34" y="12"/>
                </a:cubicBezTo>
                <a:cubicBezTo>
                  <a:pt x="34" y="18"/>
                  <a:pt x="29" y="23"/>
                  <a:pt x="22" y="23"/>
                </a:cubicBezTo>
                <a:close/>
                <a:moveTo>
                  <a:pt x="21" y="6"/>
                </a:moveTo>
                <a:cubicBezTo>
                  <a:pt x="13" y="6"/>
                  <a:pt x="13" y="6"/>
                  <a:pt x="13" y="6"/>
                </a:cubicBezTo>
                <a:cubicBezTo>
                  <a:pt x="13" y="18"/>
                  <a:pt x="13" y="18"/>
                  <a:pt x="13" y="18"/>
                </a:cubicBezTo>
                <a:cubicBezTo>
                  <a:pt x="21" y="18"/>
                  <a:pt x="21" y="18"/>
                  <a:pt x="21" y="18"/>
                </a:cubicBezTo>
                <a:cubicBezTo>
                  <a:pt x="25" y="18"/>
                  <a:pt x="28" y="15"/>
                  <a:pt x="28" y="12"/>
                </a:cubicBezTo>
                <a:cubicBezTo>
                  <a:pt x="28" y="8"/>
                  <a:pt x="25" y="6"/>
                  <a:pt x="21" y="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4" name="稻壳儿小白白(http://dwz.cn/Wu2UP)"/>
          <p:cNvSpPr/>
          <p:nvPr/>
        </p:nvSpPr>
        <p:spPr>
          <a:xfrm>
            <a:off x="6000508" y="2803652"/>
            <a:ext cx="171394" cy="270966"/>
          </a:xfrm>
          <a:custGeom>
            <a:avLst/>
            <a:gdLst>
              <a:gd name="T0" fmla="*/ 1157689832 w 24"/>
              <a:gd name="T1" fmla="*/ 577105880 h 38"/>
              <a:gd name="T2" fmla="*/ 1109454781 w 24"/>
              <a:gd name="T3" fmla="*/ 625199193 h 38"/>
              <a:gd name="T4" fmla="*/ 868265638 w 24"/>
              <a:gd name="T5" fmla="*/ 625199193 h 38"/>
              <a:gd name="T6" fmla="*/ 385894296 w 24"/>
              <a:gd name="T7" fmla="*/ 1058032070 h 38"/>
              <a:gd name="T8" fmla="*/ 964742684 w 24"/>
              <a:gd name="T9" fmla="*/ 1779417888 h 38"/>
              <a:gd name="T10" fmla="*/ 964742684 w 24"/>
              <a:gd name="T11" fmla="*/ 1827511201 h 38"/>
              <a:gd name="T12" fmla="*/ 916507634 w 24"/>
              <a:gd name="T13" fmla="*/ 1827511201 h 38"/>
              <a:gd name="T14" fmla="*/ 675318490 w 24"/>
              <a:gd name="T15" fmla="*/ 1827511201 h 38"/>
              <a:gd name="T16" fmla="*/ 627083439 w 24"/>
              <a:gd name="T17" fmla="*/ 1827511201 h 38"/>
              <a:gd name="T18" fmla="*/ 0 w 24"/>
              <a:gd name="T19" fmla="*/ 1106125383 h 38"/>
              <a:gd name="T20" fmla="*/ 0 w 24"/>
              <a:gd name="T21" fmla="*/ 1058032070 h 38"/>
              <a:gd name="T22" fmla="*/ 0 w 24"/>
              <a:gd name="T23" fmla="*/ 913759068 h 38"/>
              <a:gd name="T24" fmla="*/ 48235051 w 24"/>
              <a:gd name="T25" fmla="*/ 865665755 h 38"/>
              <a:gd name="T26" fmla="*/ 192947148 w 24"/>
              <a:gd name="T27" fmla="*/ 865665755 h 38"/>
              <a:gd name="T28" fmla="*/ 578848389 w 24"/>
              <a:gd name="T29" fmla="*/ 625199193 h 38"/>
              <a:gd name="T30" fmla="*/ 48235051 w 24"/>
              <a:gd name="T31" fmla="*/ 625199193 h 38"/>
              <a:gd name="T32" fmla="*/ 0 w 24"/>
              <a:gd name="T33" fmla="*/ 577105880 h 38"/>
              <a:gd name="T34" fmla="*/ 0 w 24"/>
              <a:gd name="T35" fmla="*/ 480926190 h 38"/>
              <a:gd name="T36" fmla="*/ 48235051 w 24"/>
              <a:gd name="T37" fmla="*/ 432832878 h 38"/>
              <a:gd name="T38" fmla="*/ 578848389 w 24"/>
              <a:gd name="T39" fmla="*/ 432832878 h 38"/>
              <a:gd name="T40" fmla="*/ 192947148 w 24"/>
              <a:gd name="T41" fmla="*/ 288552940 h 38"/>
              <a:gd name="T42" fmla="*/ 48235051 w 24"/>
              <a:gd name="T43" fmla="*/ 288552940 h 38"/>
              <a:gd name="T44" fmla="*/ 0 w 24"/>
              <a:gd name="T45" fmla="*/ 240459628 h 38"/>
              <a:gd name="T46" fmla="*/ 0 w 24"/>
              <a:gd name="T47" fmla="*/ 48093313 h 38"/>
              <a:gd name="T48" fmla="*/ 48235051 w 24"/>
              <a:gd name="T49" fmla="*/ 0 h 38"/>
              <a:gd name="T50" fmla="*/ 1109454781 w 24"/>
              <a:gd name="T51" fmla="*/ 0 h 38"/>
              <a:gd name="T52" fmla="*/ 1157689832 w 24"/>
              <a:gd name="T53" fmla="*/ 48093313 h 38"/>
              <a:gd name="T54" fmla="*/ 1157689832 w 24"/>
              <a:gd name="T55" fmla="*/ 192366315 h 38"/>
              <a:gd name="T56" fmla="*/ 1109454781 w 24"/>
              <a:gd name="T57" fmla="*/ 240459628 h 38"/>
              <a:gd name="T58" fmla="*/ 820030587 w 24"/>
              <a:gd name="T59" fmla="*/ 240459628 h 38"/>
              <a:gd name="T60" fmla="*/ 868265638 w 24"/>
              <a:gd name="T61" fmla="*/ 432832878 h 38"/>
              <a:gd name="T62" fmla="*/ 1109454781 w 24"/>
              <a:gd name="T63" fmla="*/ 432832878 h 38"/>
              <a:gd name="T64" fmla="*/ 1157689832 w 24"/>
              <a:gd name="T65" fmla="*/ 480926190 h 38"/>
              <a:gd name="T66" fmla="*/ 1157689832 w 24"/>
              <a:gd name="T67" fmla="*/ 577105880 h 3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4" h="38">
                <a:moveTo>
                  <a:pt x="24" y="12"/>
                </a:moveTo>
                <a:cubicBezTo>
                  <a:pt x="24" y="13"/>
                  <a:pt x="23" y="13"/>
                  <a:pt x="23" y="13"/>
                </a:cubicBezTo>
                <a:cubicBezTo>
                  <a:pt x="18" y="13"/>
                  <a:pt x="18" y="13"/>
                  <a:pt x="18" y="13"/>
                </a:cubicBezTo>
                <a:cubicBezTo>
                  <a:pt x="18" y="18"/>
                  <a:pt x="14" y="22"/>
                  <a:pt x="8" y="22"/>
                </a:cubicBezTo>
                <a:cubicBezTo>
                  <a:pt x="12" y="27"/>
                  <a:pt x="16" y="32"/>
                  <a:pt x="20" y="37"/>
                </a:cubicBezTo>
                <a:cubicBezTo>
                  <a:pt x="20" y="37"/>
                  <a:pt x="20" y="37"/>
                  <a:pt x="20" y="38"/>
                </a:cubicBezTo>
                <a:cubicBezTo>
                  <a:pt x="20" y="38"/>
                  <a:pt x="20" y="38"/>
                  <a:pt x="19" y="38"/>
                </a:cubicBezTo>
                <a:cubicBezTo>
                  <a:pt x="14" y="38"/>
                  <a:pt x="14" y="38"/>
                  <a:pt x="14" y="38"/>
                </a:cubicBezTo>
                <a:cubicBezTo>
                  <a:pt x="14" y="38"/>
                  <a:pt x="13" y="38"/>
                  <a:pt x="13" y="38"/>
                </a:cubicBezTo>
                <a:cubicBezTo>
                  <a:pt x="9" y="33"/>
                  <a:pt x="5" y="28"/>
                  <a:pt x="0" y="23"/>
                </a:cubicBezTo>
                <a:cubicBezTo>
                  <a:pt x="0" y="22"/>
                  <a:pt x="0" y="22"/>
                  <a:pt x="0" y="22"/>
                </a:cubicBezTo>
                <a:cubicBezTo>
                  <a:pt x="0" y="19"/>
                  <a:pt x="0" y="19"/>
                  <a:pt x="0" y="19"/>
                </a:cubicBezTo>
                <a:cubicBezTo>
                  <a:pt x="0" y="18"/>
                  <a:pt x="0" y="18"/>
                  <a:pt x="1" y="18"/>
                </a:cubicBezTo>
                <a:cubicBezTo>
                  <a:pt x="4" y="18"/>
                  <a:pt x="4" y="18"/>
                  <a:pt x="4" y="18"/>
                </a:cubicBezTo>
                <a:cubicBezTo>
                  <a:pt x="8" y="18"/>
                  <a:pt x="11" y="16"/>
                  <a:pt x="12" y="13"/>
                </a:cubicBezTo>
                <a:cubicBezTo>
                  <a:pt x="1" y="13"/>
                  <a:pt x="1" y="13"/>
                  <a:pt x="1" y="13"/>
                </a:cubicBezTo>
                <a:cubicBezTo>
                  <a:pt x="0" y="13"/>
                  <a:pt x="0" y="13"/>
                  <a:pt x="0" y="12"/>
                </a:cubicBezTo>
                <a:cubicBezTo>
                  <a:pt x="0" y="10"/>
                  <a:pt x="0" y="10"/>
                  <a:pt x="0" y="10"/>
                </a:cubicBezTo>
                <a:cubicBezTo>
                  <a:pt x="0" y="9"/>
                  <a:pt x="0" y="9"/>
                  <a:pt x="1" y="9"/>
                </a:cubicBezTo>
                <a:cubicBezTo>
                  <a:pt x="12" y="9"/>
                  <a:pt x="12" y="9"/>
                  <a:pt x="12" y="9"/>
                </a:cubicBezTo>
                <a:cubicBezTo>
                  <a:pt x="11" y="7"/>
                  <a:pt x="8" y="6"/>
                  <a:pt x="4" y="6"/>
                </a:cubicBezTo>
                <a:cubicBezTo>
                  <a:pt x="1" y="6"/>
                  <a:pt x="1" y="6"/>
                  <a:pt x="1" y="6"/>
                </a:cubicBezTo>
                <a:cubicBezTo>
                  <a:pt x="0" y="6"/>
                  <a:pt x="0" y="5"/>
                  <a:pt x="0" y="5"/>
                </a:cubicBezTo>
                <a:cubicBezTo>
                  <a:pt x="0" y="1"/>
                  <a:pt x="0" y="1"/>
                  <a:pt x="0" y="1"/>
                </a:cubicBezTo>
                <a:cubicBezTo>
                  <a:pt x="0" y="1"/>
                  <a:pt x="0" y="0"/>
                  <a:pt x="1" y="0"/>
                </a:cubicBezTo>
                <a:cubicBezTo>
                  <a:pt x="23" y="0"/>
                  <a:pt x="23" y="0"/>
                  <a:pt x="23" y="0"/>
                </a:cubicBezTo>
                <a:cubicBezTo>
                  <a:pt x="23" y="0"/>
                  <a:pt x="24" y="1"/>
                  <a:pt x="24" y="1"/>
                </a:cubicBezTo>
                <a:cubicBezTo>
                  <a:pt x="24" y="4"/>
                  <a:pt x="24" y="4"/>
                  <a:pt x="24" y="4"/>
                </a:cubicBezTo>
                <a:cubicBezTo>
                  <a:pt x="24" y="5"/>
                  <a:pt x="23" y="5"/>
                  <a:pt x="23" y="5"/>
                </a:cubicBezTo>
                <a:cubicBezTo>
                  <a:pt x="17" y="5"/>
                  <a:pt x="17" y="5"/>
                  <a:pt x="17" y="5"/>
                </a:cubicBezTo>
                <a:cubicBezTo>
                  <a:pt x="17" y="6"/>
                  <a:pt x="18" y="7"/>
                  <a:pt x="18" y="9"/>
                </a:cubicBezTo>
                <a:cubicBezTo>
                  <a:pt x="23" y="9"/>
                  <a:pt x="23" y="9"/>
                  <a:pt x="23" y="9"/>
                </a:cubicBezTo>
                <a:cubicBezTo>
                  <a:pt x="23" y="9"/>
                  <a:pt x="24" y="9"/>
                  <a:pt x="24" y="10"/>
                </a:cubicBezTo>
                <a:lnTo>
                  <a:pt x="24" y="1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5" name="稻壳儿小白白(http://dwz.cn/Wu2UP)"/>
          <p:cNvSpPr>
            <a:spLocks noEditPoints="1"/>
          </p:cNvSpPr>
          <p:nvPr/>
        </p:nvSpPr>
        <p:spPr>
          <a:xfrm>
            <a:off x="5936847" y="3329261"/>
            <a:ext cx="292187" cy="292186"/>
          </a:xfrm>
          <a:custGeom>
            <a:avLst/>
            <a:gdLst>
              <a:gd name="T0" fmla="*/ 1969478307 w 41"/>
              <a:gd name="T1" fmla="*/ 1873389966 h 41"/>
              <a:gd name="T2" fmla="*/ 1873403489 w 41"/>
              <a:gd name="T3" fmla="*/ 1969464445 h 41"/>
              <a:gd name="T4" fmla="*/ 144105295 w 41"/>
              <a:gd name="T5" fmla="*/ 1969464445 h 41"/>
              <a:gd name="T6" fmla="*/ 0 w 41"/>
              <a:gd name="T7" fmla="*/ 1873389966 h 41"/>
              <a:gd name="T8" fmla="*/ 0 w 41"/>
              <a:gd name="T9" fmla="*/ 144104788 h 41"/>
              <a:gd name="T10" fmla="*/ 144105295 w 41"/>
              <a:gd name="T11" fmla="*/ 0 h 41"/>
              <a:gd name="T12" fmla="*/ 1345012787 w 41"/>
              <a:gd name="T13" fmla="*/ 0 h 41"/>
              <a:gd name="T14" fmla="*/ 1537155491 w 41"/>
              <a:gd name="T15" fmla="*/ 96074479 h 41"/>
              <a:gd name="T16" fmla="*/ 1921440898 w 41"/>
              <a:gd name="T17" fmla="*/ 432321294 h 41"/>
              <a:gd name="T18" fmla="*/ 1969478307 w 41"/>
              <a:gd name="T19" fmla="*/ 672500562 h 41"/>
              <a:gd name="T20" fmla="*/ 1969478307 w 41"/>
              <a:gd name="T21" fmla="*/ 1873389966 h 41"/>
              <a:gd name="T22" fmla="*/ 1825373012 w 41"/>
              <a:gd name="T23" fmla="*/ 1825359657 h 41"/>
              <a:gd name="T24" fmla="*/ 1825373012 w 41"/>
              <a:gd name="T25" fmla="*/ 672500562 h 41"/>
              <a:gd name="T26" fmla="*/ 1777335603 w 41"/>
              <a:gd name="T27" fmla="*/ 576426082 h 41"/>
              <a:gd name="T28" fmla="*/ 1441080673 w 41"/>
              <a:gd name="T29" fmla="*/ 192142027 h 41"/>
              <a:gd name="T30" fmla="*/ 1345012787 w 41"/>
              <a:gd name="T31" fmla="*/ 192142027 h 41"/>
              <a:gd name="T32" fmla="*/ 1345012787 w 41"/>
              <a:gd name="T33" fmla="*/ 720537801 h 41"/>
              <a:gd name="T34" fmla="*/ 1200900561 w 41"/>
              <a:gd name="T35" fmla="*/ 816605349 h 41"/>
              <a:gd name="T36" fmla="*/ 480360224 w 41"/>
              <a:gd name="T37" fmla="*/ 816605349 h 41"/>
              <a:gd name="T38" fmla="*/ 336254929 w 41"/>
              <a:gd name="T39" fmla="*/ 720537801 h 41"/>
              <a:gd name="T40" fmla="*/ 336254929 w 41"/>
              <a:gd name="T41" fmla="*/ 192142027 h 41"/>
              <a:gd name="T42" fmla="*/ 192142704 w 41"/>
              <a:gd name="T43" fmla="*/ 192142027 h 41"/>
              <a:gd name="T44" fmla="*/ 192142704 w 41"/>
              <a:gd name="T45" fmla="*/ 1825359657 h 41"/>
              <a:gd name="T46" fmla="*/ 336254929 w 41"/>
              <a:gd name="T47" fmla="*/ 1825359657 h 41"/>
              <a:gd name="T48" fmla="*/ 336254929 w 41"/>
              <a:gd name="T49" fmla="*/ 1296963883 h 41"/>
              <a:gd name="T50" fmla="*/ 480360224 w 41"/>
              <a:gd name="T51" fmla="*/ 1152859096 h 41"/>
              <a:gd name="T52" fmla="*/ 1537155491 w 41"/>
              <a:gd name="T53" fmla="*/ 1152859096 h 41"/>
              <a:gd name="T54" fmla="*/ 1633223377 w 41"/>
              <a:gd name="T55" fmla="*/ 1296963883 h 41"/>
              <a:gd name="T56" fmla="*/ 1633223377 w 41"/>
              <a:gd name="T57" fmla="*/ 1825359657 h 41"/>
              <a:gd name="T58" fmla="*/ 1825373012 w 41"/>
              <a:gd name="T59" fmla="*/ 1825359657 h 41"/>
              <a:gd name="T60" fmla="*/ 1489118082 w 41"/>
              <a:gd name="T61" fmla="*/ 1825359657 h 41"/>
              <a:gd name="T62" fmla="*/ 1489118082 w 41"/>
              <a:gd name="T63" fmla="*/ 1345001123 h 41"/>
              <a:gd name="T64" fmla="*/ 480360224 w 41"/>
              <a:gd name="T65" fmla="*/ 1345001123 h 41"/>
              <a:gd name="T66" fmla="*/ 480360224 w 41"/>
              <a:gd name="T67" fmla="*/ 1825359657 h 41"/>
              <a:gd name="T68" fmla="*/ 1489118082 w 41"/>
              <a:gd name="T69" fmla="*/ 1825359657 h 41"/>
              <a:gd name="T70" fmla="*/ 1152863153 w 41"/>
              <a:gd name="T71" fmla="*/ 192142027 h 41"/>
              <a:gd name="T72" fmla="*/ 1104832675 w 41"/>
              <a:gd name="T73" fmla="*/ 192142027 h 41"/>
              <a:gd name="T74" fmla="*/ 864645632 w 41"/>
              <a:gd name="T75" fmla="*/ 192142027 h 41"/>
              <a:gd name="T76" fmla="*/ 816615154 w 41"/>
              <a:gd name="T77" fmla="*/ 192142027 h 41"/>
              <a:gd name="T78" fmla="*/ 816615154 w 41"/>
              <a:gd name="T79" fmla="*/ 624463322 h 41"/>
              <a:gd name="T80" fmla="*/ 864645632 w 41"/>
              <a:gd name="T81" fmla="*/ 672500562 h 41"/>
              <a:gd name="T82" fmla="*/ 1104832675 w 41"/>
              <a:gd name="T83" fmla="*/ 672500562 h 41"/>
              <a:gd name="T84" fmla="*/ 1152863153 w 41"/>
              <a:gd name="T85" fmla="*/ 624463322 h 41"/>
              <a:gd name="T86" fmla="*/ 1152863153 w 41"/>
              <a:gd name="T87" fmla="*/ 192142027 h 41"/>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1" h="41">
                <a:moveTo>
                  <a:pt x="41" y="39"/>
                </a:moveTo>
                <a:cubicBezTo>
                  <a:pt x="41" y="40"/>
                  <a:pt x="40" y="41"/>
                  <a:pt x="39" y="41"/>
                </a:cubicBezTo>
                <a:cubicBezTo>
                  <a:pt x="3" y="41"/>
                  <a:pt x="3" y="41"/>
                  <a:pt x="3" y="41"/>
                </a:cubicBezTo>
                <a:cubicBezTo>
                  <a:pt x="1" y="41"/>
                  <a:pt x="0" y="40"/>
                  <a:pt x="0" y="39"/>
                </a:cubicBezTo>
                <a:cubicBezTo>
                  <a:pt x="0" y="3"/>
                  <a:pt x="0" y="3"/>
                  <a:pt x="0" y="3"/>
                </a:cubicBezTo>
                <a:cubicBezTo>
                  <a:pt x="0" y="1"/>
                  <a:pt x="1" y="0"/>
                  <a:pt x="3" y="0"/>
                </a:cubicBezTo>
                <a:cubicBezTo>
                  <a:pt x="28" y="0"/>
                  <a:pt x="28" y="0"/>
                  <a:pt x="28" y="0"/>
                </a:cubicBezTo>
                <a:cubicBezTo>
                  <a:pt x="29" y="0"/>
                  <a:pt x="31" y="1"/>
                  <a:pt x="32" y="2"/>
                </a:cubicBezTo>
                <a:cubicBezTo>
                  <a:pt x="40" y="9"/>
                  <a:pt x="40" y="9"/>
                  <a:pt x="40" y="9"/>
                </a:cubicBezTo>
                <a:cubicBezTo>
                  <a:pt x="41" y="10"/>
                  <a:pt x="41" y="12"/>
                  <a:pt x="41" y="14"/>
                </a:cubicBezTo>
                <a:lnTo>
                  <a:pt x="41" y="39"/>
                </a:lnTo>
                <a:close/>
                <a:moveTo>
                  <a:pt x="38" y="38"/>
                </a:moveTo>
                <a:cubicBezTo>
                  <a:pt x="38" y="14"/>
                  <a:pt x="38" y="14"/>
                  <a:pt x="38" y="14"/>
                </a:cubicBezTo>
                <a:cubicBezTo>
                  <a:pt x="38" y="13"/>
                  <a:pt x="37" y="12"/>
                  <a:pt x="37" y="12"/>
                </a:cubicBezTo>
                <a:cubicBezTo>
                  <a:pt x="30" y="4"/>
                  <a:pt x="30" y="4"/>
                  <a:pt x="30" y="4"/>
                </a:cubicBezTo>
                <a:cubicBezTo>
                  <a:pt x="29" y="4"/>
                  <a:pt x="28" y="4"/>
                  <a:pt x="28" y="4"/>
                </a:cubicBezTo>
                <a:cubicBezTo>
                  <a:pt x="28" y="15"/>
                  <a:pt x="28" y="15"/>
                  <a:pt x="28" y="15"/>
                </a:cubicBezTo>
                <a:cubicBezTo>
                  <a:pt x="28" y="16"/>
                  <a:pt x="26" y="17"/>
                  <a:pt x="25" y="17"/>
                </a:cubicBezTo>
                <a:cubicBezTo>
                  <a:pt x="10" y="17"/>
                  <a:pt x="10" y="17"/>
                  <a:pt x="10" y="17"/>
                </a:cubicBezTo>
                <a:cubicBezTo>
                  <a:pt x="8" y="17"/>
                  <a:pt x="7" y="16"/>
                  <a:pt x="7" y="15"/>
                </a:cubicBezTo>
                <a:cubicBezTo>
                  <a:pt x="7" y="4"/>
                  <a:pt x="7" y="4"/>
                  <a:pt x="7" y="4"/>
                </a:cubicBezTo>
                <a:cubicBezTo>
                  <a:pt x="4" y="4"/>
                  <a:pt x="4" y="4"/>
                  <a:pt x="4" y="4"/>
                </a:cubicBezTo>
                <a:cubicBezTo>
                  <a:pt x="4" y="38"/>
                  <a:pt x="4" y="38"/>
                  <a:pt x="4" y="38"/>
                </a:cubicBezTo>
                <a:cubicBezTo>
                  <a:pt x="7" y="38"/>
                  <a:pt x="7" y="38"/>
                  <a:pt x="7" y="38"/>
                </a:cubicBezTo>
                <a:cubicBezTo>
                  <a:pt x="7" y="27"/>
                  <a:pt x="7" y="27"/>
                  <a:pt x="7" y="27"/>
                </a:cubicBezTo>
                <a:cubicBezTo>
                  <a:pt x="7" y="25"/>
                  <a:pt x="8" y="24"/>
                  <a:pt x="10" y="24"/>
                </a:cubicBezTo>
                <a:cubicBezTo>
                  <a:pt x="32" y="24"/>
                  <a:pt x="32" y="24"/>
                  <a:pt x="32" y="24"/>
                </a:cubicBezTo>
                <a:cubicBezTo>
                  <a:pt x="33" y="24"/>
                  <a:pt x="34" y="25"/>
                  <a:pt x="34" y="27"/>
                </a:cubicBezTo>
                <a:cubicBezTo>
                  <a:pt x="34" y="38"/>
                  <a:pt x="34" y="38"/>
                  <a:pt x="34" y="38"/>
                </a:cubicBezTo>
                <a:lnTo>
                  <a:pt x="38" y="38"/>
                </a:lnTo>
                <a:close/>
                <a:moveTo>
                  <a:pt x="31" y="38"/>
                </a:moveTo>
                <a:cubicBezTo>
                  <a:pt x="31" y="28"/>
                  <a:pt x="31" y="28"/>
                  <a:pt x="31" y="28"/>
                </a:cubicBezTo>
                <a:cubicBezTo>
                  <a:pt x="10" y="28"/>
                  <a:pt x="10" y="28"/>
                  <a:pt x="10" y="28"/>
                </a:cubicBezTo>
                <a:cubicBezTo>
                  <a:pt x="10" y="38"/>
                  <a:pt x="10" y="38"/>
                  <a:pt x="10" y="38"/>
                </a:cubicBezTo>
                <a:lnTo>
                  <a:pt x="31" y="38"/>
                </a:lnTo>
                <a:close/>
                <a:moveTo>
                  <a:pt x="24" y="4"/>
                </a:moveTo>
                <a:cubicBezTo>
                  <a:pt x="24" y="4"/>
                  <a:pt x="24" y="4"/>
                  <a:pt x="23" y="4"/>
                </a:cubicBezTo>
                <a:cubicBezTo>
                  <a:pt x="18" y="4"/>
                  <a:pt x="18" y="4"/>
                  <a:pt x="18" y="4"/>
                </a:cubicBezTo>
                <a:cubicBezTo>
                  <a:pt x="18" y="4"/>
                  <a:pt x="17" y="4"/>
                  <a:pt x="17" y="4"/>
                </a:cubicBezTo>
                <a:cubicBezTo>
                  <a:pt x="17" y="13"/>
                  <a:pt x="17" y="13"/>
                  <a:pt x="17" y="13"/>
                </a:cubicBezTo>
                <a:cubicBezTo>
                  <a:pt x="17" y="13"/>
                  <a:pt x="18" y="14"/>
                  <a:pt x="18" y="14"/>
                </a:cubicBezTo>
                <a:cubicBezTo>
                  <a:pt x="23" y="14"/>
                  <a:pt x="23" y="14"/>
                  <a:pt x="23" y="14"/>
                </a:cubicBezTo>
                <a:cubicBezTo>
                  <a:pt x="24" y="14"/>
                  <a:pt x="24" y="13"/>
                  <a:pt x="24" y="13"/>
                </a:cubicBezTo>
                <a:lnTo>
                  <a:pt x="24" y="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6" name="稻壳儿小白白(http://dwz.cn/Wu2UP)"/>
          <p:cNvSpPr>
            <a:spLocks noEditPoints="1"/>
          </p:cNvSpPr>
          <p:nvPr/>
        </p:nvSpPr>
        <p:spPr>
          <a:xfrm>
            <a:off x="5917259" y="3876090"/>
            <a:ext cx="339524" cy="269334"/>
          </a:xfrm>
          <a:custGeom>
            <a:avLst/>
            <a:gdLst>
              <a:gd name="T0" fmla="*/ 2147483646 w 48"/>
              <a:gd name="T1" fmla="*/ 1472960091 h 38"/>
              <a:gd name="T2" fmla="*/ 2034885017 w 48"/>
              <a:gd name="T3" fmla="*/ 1615509508 h 38"/>
              <a:gd name="T4" fmla="*/ 1987563229 w 48"/>
              <a:gd name="T5" fmla="*/ 1615509508 h 38"/>
              <a:gd name="T6" fmla="*/ 946456388 w 48"/>
              <a:gd name="T7" fmla="*/ 1235389218 h 38"/>
              <a:gd name="T8" fmla="*/ 946456388 w 48"/>
              <a:gd name="T9" fmla="*/ 1330417568 h 38"/>
              <a:gd name="T10" fmla="*/ 378581179 w 48"/>
              <a:gd name="T11" fmla="*/ 1805566206 h 38"/>
              <a:gd name="T12" fmla="*/ 0 w 48"/>
              <a:gd name="T13" fmla="*/ 1425445917 h 38"/>
              <a:gd name="T14" fmla="*/ 567875208 w 48"/>
              <a:gd name="T15" fmla="*/ 997811452 h 38"/>
              <a:gd name="T16" fmla="*/ 804491025 w 48"/>
              <a:gd name="T17" fmla="*/ 997811452 h 38"/>
              <a:gd name="T18" fmla="*/ 804491025 w 48"/>
              <a:gd name="T19" fmla="*/ 807754754 h 38"/>
              <a:gd name="T20" fmla="*/ 567875208 w 48"/>
              <a:gd name="T21" fmla="*/ 807754754 h 38"/>
              <a:gd name="T22" fmla="*/ 0 w 48"/>
              <a:gd name="T23" fmla="*/ 380120290 h 38"/>
              <a:gd name="T24" fmla="*/ 378581179 w 48"/>
              <a:gd name="T25" fmla="*/ 0 h 38"/>
              <a:gd name="T26" fmla="*/ 946456388 w 48"/>
              <a:gd name="T27" fmla="*/ 475148639 h 38"/>
              <a:gd name="T28" fmla="*/ 946456388 w 48"/>
              <a:gd name="T29" fmla="*/ 570176988 h 38"/>
              <a:gd name="T30" fmla="*/ 1987563229 w 48"/>
              <a:gd name="T31" fmla="*/ 190056698 h 38"/>
              <a:gd name="T32" fmla="*/ 2034885017 w 48"/>
              <a:gd name="T33" fmla="*/ 190056698 h 38"/>
              <a:gd name="T34" fmla="*/ 2147483646 w 48"/>
              <a:gd name="T35" fmla="*/ 332606115 h 38"/>
              <a:gd name="T36" fmla="*/ 1608982050 w 48"/>
              <a:gd name="T37" fmla="*/ 902783103 h 38"/>
              <a:gd name="T38" fmla="*/ 615196996 w 48"/>
              <a:gd name="T39" fmla="*/ 285091941 h 38"/>
              <a:gd name="T40" fmla="*/ 236615817 w 48"/>
              <a:gd name="T41" fmla="*/ 237577766 h 38"/>
              <a:gd name="T42" fmla="*/ 567875208 w 48"/>
              <a:gd name="T43" fmla="*/ 617691163 h 38"/>
              <a:gd name="T44" fmla="*/ 615196996 w 48"/>
              <a:gd name="T45" fmla="*/ 285091941 h 38"/>
              <a:gd name="T46" fmla="*/ 567875208 w 48"/>
              <a:gd name="T47" fmla="*/ 1187875044 h 38"/>
              <a:gd name="T48" fmla="*/ 236615817 w 48"/>
              <a:gd name="T49" fmla="*/ 1567988440 h 38"/>
              <a:gd name="T50" fmla="*/ 615196996 w 48"/>
              <a:gd name="T51" fmla="*/ 1520474266 h 38"/>
              <a:gd name="T52" fmla="*/ 1230393992 w 48"/>
              <a:gd name="T53" fmla="*/ 1045325627 h 38"/>
              <a:gd name="T54" fmla="*/ 2034885017 w 48"/>
              <a:gd name="T55" fmla="*/ 237577766 h 38"/>
              <a:gd name="T56" fmla="*/ 1041106842 w 48"/>
              <a:gd name="T57" fmla="*/ 950297278 h 38"/>
              <a:gd name="T58" fmla="*/ 851812813 w 48"/>
              <a:gd name="T59" fmla="*/ 1092839802 h 38"/>
              <a:gd name="T60" fmla="*/ 899134600 w 48"/>
              <a:gd name="T61" fmla="*/ 1092839802 h 38"/>
              <a:gd name="T62" fmla="*/ 1135750417 w 48"/>
              <a:gd name="T63" fmla="*/ 1045325627 h 38"/>
              <a:gd name="T64" fmla="*/ 946456388 w 48"/>
              <a:gd name="T65" fmla="*/ 807754754 h 38"/>
              <a:gd name="T66" fmla="*/ 993785054 w 48"/>
              <a:gd name="T67" fmla="*/ 712726405 h 38"/>
              <a:gd name="T68" fmla="*/ 899134600 w 48"/>
              <a:gd name="T69" fmla="*/ 665205337 h 38"/>
              <a:gd name="T70" fmla="*/ 851812813 w 48"/>
              <a:gd name="T71" fmla="*/ 712726405 h 38"/>
              <a:gd name="T72" fmla="*/ 851812813 w 48"/>
              <a:gd name="T73" fmla="*/ 760240579 h 38"/>
              <a:gd name="T74" fmla="*/ 1277722658 w 48"/>
              <a:gd name="T75" fmla="*/ 902783103 h 38"/>
              <a:gd name="T76" fmla="*/ 1135750417 w 48"/>
              <a:gd name="T77" fmla="*/ 902783103 h 38"/>
              <a:gd name="T78" fmla="*/ 1277722658 w 48"/>
              <a:gd name="T79" fmla="*/ 902783103 h 38"/>
              <a:gd name="T80" fmla="*/ 1514331596 w 48"/>
              <a:gd name="T81" fmla="*/ 950297278 h 38"/>
              <a:gd name="T82" fmla="*/ 1277722658 w 48"/>
              <a:gd name="T83" fmla="*/ 1140360869 h 38"/>
              <a:gd name="T84" fmla="*/ 2147483646 w 48"/>
              <a:gd name="T85" fmla="*/ 1472960091 h 3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48" h="38">
                <a:moveTo>
                  <a:pt x="47" y="30"/>
                </a:moveTo>
                <a:cubicBezTo>
                  <a:pt x="48" y="30"/>
                  <a:pt x="48" y="31"/>
                  <a:pt x="48" y="31"/>
                </a:cubicBezTo>
                <a:cubicBezTo>
                  <a:pt x="48" y="32"/>
                  <a:pt x="47" y="32"/>
                  <a:pt x="47" y="32"/>
                </a:cubicBezTo>
                <a:cubicBezTo>
                  <a:pt x="43" y="34"/>
                  <a:pt x="43" y="34"/>
                  <a:pt x="43" y="34"/>
                </a:cubicBezTo>
                <a:cubicBezTo>
                  <a:pt x="43" y="34"/>
                  <a:pt x="43" y="34"/>
                  <a:pt x="43" y="34"/>
                </a:cubicBezTo>
                <a:cubicBezTo>
                  <a:pt x="42" y="34"/>
                  <a:pt x="42" y="34"/>
                  <a:pt x="42" y="34"/>
                </a:cubicBezTo>
                <a:cubicBezTo>
                  <a:pt x="23" y="24"/>
                  <a:pt x="23" y="24"/>
                  <a:pt x="23" y="24"/>
                </a:cubicBezTo>
                <a:cubicBezTo>
                  <a:pt x="20" y="26"/>
                  <a:pt x="20" y="26"/>
                  <a:pt x="20" y="26"/>
                </a:cubicBezTo>
                <a:cubicBezTo>
                  <a:pt x="20" y="26"/>
                  <a:pt x="20" y="26"/>
                  <a:pt x="20" y="26"/>
                </a:cubicBezTo>
                <a:cubicBezTo>
                  <a:pt x="20" y="27"/>
                  <a:pt x="20" y="27"/>
                  <a:pt x="20" y="28"/>
                </a:cubicBezTo>
                <a:cubicBezTo>
                  <a:pt x="20" y="31"/>
                  <a:pt x="18" y="34"/>
                  <a:pt x="15" y="36"/>
                </a:cubicBezTo>
                <a:cubicBezTo>
                  <a:pt x="13" y="37"/>
                  <a:pt x="10" y="38"/>
                  <a:pt x="8" y="38"/>
                </a:cubicBezTo>
                <a:cubicBezTo>
                  <a:pt x="5" y="38"/>
                  <a:pt x="3" y="37"/>
                  <a:pt x="2" y="36"/>
                </a:cubicBezTo>
                <a:cubicBezTo>
                  <a:pt x="0" y="34"/>
                  <a:pt x="0" y="32"/>
                  <a:pt x="0" y="30"/>
                </a:cubicBezTo>
                <a:cubicBezTo>
                  <a:pt x="0" y="27"/>
                  <a:pt x="2" y="25"/>
                  <a:pt x="5" y="23"/>
                </a:cubicBezTo>
                <a:cubicBezTo>
                  <a:pt x="7" y="21"/>
                  <a:pt x="10" y="21"/>
                  <a:pt x="12" y="21"/>
                </a:cubicBezTo>
                <a:cubicBezTo>
                  <a:pt x="14" y="21"/>
                  <a:pt x="15" y="21"/>
                  <a:pt x="16" y="22"/>
                </a:cubicBezTo>
                <a:cubicBezTo>
                  <a:pt x="16" y="21"/>
                  <a:pt x="17" y="21"/>
                  <a:pt x="17" y="21"/>
                </a:cubicBezTo>
                <a:cubicBezTo>
                  <a:pt x="20" y="19"/>
                  <a:pt x="20" y="19"/>
                  <a:pt x="20" y="19"/>
                </a:cubicBezTo>
                <a:cubicBezTo>
                  <a:pt x="17" y="17"/>
                  <a:pt x="17" y="17"/>
                  <a:pt x="17" y="17"/>
                </a:cubicBezTo>
                <a:cubicBezTo>
                  <a:pt x="17" y="17"/>
                  <a:pt x="16" y="17"/>
                  <a:pt x="16" y="16"/>
                </a:cubicBezTo>
                <a:cubicBezTo>
                  <a:pt x="15" y="17"/>
                  <a:pt x="14" y="17"/>
                  <a:pt x="12" y="17"/>
                </a:cubicBezTo>
                <a:cubicBezTo>
                  <a:pt x="10" y="17"/>
                  <a:pt x="7" y="16"/>
                  <a:pt x="5" y="15"/>
                </a:cubicBezTo>
                <a:cubicBezTo>
                  <a:pt x="2" y="13"/>
                  <a:pt x="0" y="10"/>
                  <a:pt x="0" y="8"/>
                </a:cubicBezTo>
                <a:cubicBezTo>
                  <a:pt x="0" y="6"/>
                  <a:pt x="0" y="4"/>
                  <a:pt x="2" y="2"/>
                </a:cubicBezTo>
                <a:cubicBezTo>
                  <a:pt x="3" y="1"/>
                  <a:pt x="5" y="0"/>
                  <a:pt x="8" y="0"/>
                </a:cubicBezTo>
                <a:cubicBezTo>
                  <a:pt x="10" y="0"/>
                  <a:pt x="13" y="1"/>
                  <a:pt x="15" y="2"/>
                </a:cubicBezTo>
                <a:cubicBezTo>
                  <a:pt x="18" y="4"/>
                  <a:pt x="20" y="7"/>
                  <a:pt x="20" y="10"/>
                </a:cubicBezTo>
                <a:cubicBezTo>
                  <a:pt x="20" y="11"/>
                  <a:pt x="20" y="11"/>
                  <a:pt x="20" y="12"/>
                </a:cubicBezTo>
                <a:cubicBezTo>
                  <a:pt x="20" y="12"/>
                  <a:pt x="20" y="12"/>
                  <a:pt x="20" y="12"/>
                </a:cubicBezTo>
                <a:cubicBezTo>
                  <a:pt x="23" y="14"/>
                  <a:pt x="23" y="14"/>
                  <a:pt x="23" y="14"/>
                </a:cubicBezTo>
                <a:cubicBezTo>
                  <a:pt x="42" y="4"/>
                  <a:pt x="42" y="4"/>
                  <a:pt x="42" y="4"/>
                </a:cubicBezTo>
                <a:cubicBezTo>
                  <a:pt x="42" y="4"/>
                  <a:pt x="42" y="4"/>
                  <a:pt x="43" y="4"/>
                </a:cubicBezTo>
                <a:cubicBezTo>
                  <a:pt x="43" y="4"/>
                  <a:pt x="43" y="4"/>
                  <a:pt x="43" y="4"/>
                </a:cubicBezTo>
                <a:cubicBezTo>
                  <a:pt x="47" y="5"/>
                  <a:pt x="47" y="5"/>
                  <a:pt x="47" y="5"/>
                </a:cubicBezTo>
                <a:cubicBezTo>
                  <a:pt x="47" y="6"/>
                  <a:pt x="48" y="6"/>
                  <a:pt x="48" y="7"/>
                </a:cubicBezTo>
                <a:cubicBezTo>
                  <a:pt x="48" y="7"/>
                  <a:pt x="48" y="8"/>
                  <a:pt x="47" y="8"/>
                </a:cubicBezTo>
                <a:cubicBezTo>
                  <a:pt x="34" y="19"/>
                  <a:pt x="34" y="19"/>
                  <a:pt x="34" y="19"/>
                </a:cubicBezTo>
                <a:lnTo>
                  <a:pt x="47" y="30"/>
                </a:lnTo>
                <a:close/>
                <a:moveTo>
                  <a:pt x="13" y="6"/>
                </a:moveTo>
                <a:cubicBezTo>
                  <a:pt x="11" y="5"/>
                  <a:pt x="9" y="4"/>
                  <a:pt x="8" y="4"/>
                </a:cubicBezTo>
                <a:cubicBezTo>
                  <a:pt x="7" y="4"/>
                  <a:pt x="6" y="5"/>
                  <a:pt x="5" y="5"/>
                </a:cubicBezTo>
                <a:cubicBezTo>
                  <a:pt x="3" y="7"/>
                  <a:pt x="4" y="10"/>
                  <a:pt x="7" y="11"/>
                </a:cubicBezTo>
                <a:cubicBezTo>
                  <a:pt x="9" y="12"/>
                  <a:pt x="11" y="13"/>
                  <a:pt x="12" y="13"/>
                </a:cubicBezTo>
                <a:cubicBezTo>
                  <a:pt x="13" y="13"/>
                  <a:pt x="15" y="13"/>
                  <a:pt x="15" y="12"/>
                </a:cubicBezTo>
                <a:cubicBezTo>
                  <a:pt x="17" y="11"/>
                  <a:pt x="16" y="8"/>
                  <a:pt x="13" y="6"/>
                </a:cubicBezTo>
                <a:close/>
                <a:moveTo>
                  <a:pt x="15" y="26"/>
                </a:moveTo>
                <a:cubicBezTo>
                  <a:pt x="15" y="25"/>
                  <a:pt x="13" y="25"/>
                  <a:pt x="12" y="25"/>
                </a:cubicBezTo>
                <a:cubicBezTo>
                  <a:pt x="11" y="25"/>
                  <a:pt x="9" y="26"/>
                  <a:pt x="7" y="27"/>
                </a:cubicBezTo>
                <a:cubicBezTo>
                  <a:pt x="4" y="28"/>
                  <a:pt x="3" y="31"/>
                  <a:pt x="5" y="33"/>
                </a:cubicBezTo>
                <a:cubicBezTo>
                  <a:pt x="6" y="33"/>
                  <a:pt x="7" y="34"/>
                  <a:pt x="8" y="34"/>
                </a:cubicBezTo>
                <a:cubicBezTo>
                  <a:pt x="9" y="34"/>
                  <a:pt x="11" y="33"/>
                  <a:pt x="13" y="32"/>
                </a:cubicBezTo>
                <a:cubicBezTo>
                  <a:pt x="16" y="30"/>
                  <a:pt x="17" y="27"/>
                  <a:pt x="15" y="26"/>
                </a:cubicBezTo>
                <a:close/>
                <a:moveTo>
                  <a:pt x="26" y="22"/>
                </a:moveTo>
                <a:cubicBezTo>
                  <a:pt x="46" y="7"/>
                  <a:pt x="46" y="7"/>
                  <a:pt x="46" y="7"/>
                </a:cubicBezTo>
                <a:cubicBezTo>
                  <a:pt x="43" y="5"/>
                  <a:pt x="43" y="5"/>
                  <a:pt x="43" y="5"/>
                </a:cubicBezTo>
                <a:cubicBezTo>
                  <a:pt x="22" y="17"/>
                  <a:pt x="22" y="17"/>
                  <a:pt x="22" y="17"/>
                </a:cubicBezTo>
                <a:cubicBezTo>
                  <a:pt x="22" y="20"/>
                  <a:pt x="22" y="20"/>
                  <a:pt x="22" y="20"/>
                </a:cubicBezTo>
                <a:cubicBezTo>
                  <a:pt x="18" y="22"/>
                  <a:pt x="18" y="22"/>
                  <a:pt x="18" y="22"/>
                </a:cubicBezTo>
                <a:cubicBezTo>
                  <a:pt x="18" y="23"/>
                  <a:pt x="18" y="23"/>
                  <a:pt x="18" y="23"/>
                </a:cubicBezTo>
                <a:cubicBezTo>
                  <a:pt x="18" y="23"/>
                  <a:pt x="18" y="23"/>
                  <a:pt x="18" y="23"/>
                </a:cubicBezTo>
                <a:cubicBezTo>
                  <a:pt x="18" y="23"/>
                  <a:pt x="19" y="23"/>
                  <a:pt x="19" y="23"/>
                </a:cubicBezTo>
                <a:cubicBezTo>
                  <a:pt x="19" y="24"/>
                  <a:pt x="19" y="24"/>
                  <a:pt x="19" y="24"/>
                </a:cubicBezTo>
                <a:cubicBezTo>
                  <a:pt x="24" y="22"/>
                  <a:pt x="24" y="22"/>
                  <a:pt x="24" y="22"/>
                </a:cubicBezTo>
                <a:lnTo>
                  <a:pt x="26" y="22"/>
                </a:lnTo>
                <a:close/>
                <a:moveTo>
                  <a:pt x="20" y="17"/>
                </a:moveTo>
                <a:cubicBezTo>
                  <a:pt x="20" y="17"/>
                  <a:pt x="20" y="17"/>
                  <a:pt x="20" y="17"/>
                </a:cubicBezTo>
                <a:cubicBezTo>
                  <a:pt x="20" y="16"/>
                  <a:pt x="21" y="16"/>
                  <a:pt x="21" y="15"/>
                </a:cubicBezTo>
                <a:cubicBezTo>
                  <a:pt x="22" y="15"/>
                  <a:pt x="22" y="15"/>
                  <a:pt x="22" y="15"/>
                </a:cubicBezTo>
                <a:cubicBezTo>
                  <a:pt x="19" y="14"/>
                  <a:pt x="19" y="14"/>
                  <a:pt x="19" y="14"/>
                </a:cubicBezTo>
                <a:cubicBezTo>
                  <a:pt x="19" y="15"/>
                  <a:pt x="19" y="15"/>
                  <a:pt x="19" y="15"/>
                </a:cubicBezTo>
                <a:cubicBezTo>
                  <a:pt x="19" y="15"/>
                  <a:pt x="18" y="15"/>
                  <a:pt x="18" y="15"/>
                </a:cubicBezTo>
                <a:cubicBezTo>
                  <a:pt x="18" y="15"/>
                  <a:pt x="18" y="15"/>
                  <a:pt x="18" y="15"/>
                </a:cubicBezTo>
                <a:cubicBezTo>
                  <a:pt x="18" y="16"/>
                  <a:pt x="18" y="16"/>
                  <a:pt x="18" y="16"/>
                </a:cubicBezTo>
                <a:lnTo>
                  <a:pt x="20" y="17"/>
                </a:lnTo>
                <a:close/>
                <a:moveTo>
                  <a:pt x="27" y="19"/>
                </a:moveTo>
                <a:cubicBezTo>
                  <a:pt x="27" y="20"/>
                  <a:pt x="26" y="21"/>
                  <a:pt x="25" y="21"/>
                </a:cubicBezTo>
                <a:cubicBezTo>
                  <a:pt x="25" y="21"/>
                  <a:pt x="24" y="20"/>
                  <a:pt x="24" y="19"/>
                </a:cubicBezTo>
                <a:cubicBezTo>
                  <a:pt x="24" y="18"/>
                  <a:pt x="25" y="17"/>
                  <a:pt x="25" y="17"/>
                </a:cubicBezTo>
                <a:cubicBezTo>
                  <a:pt x="26" y="17"/>
                  <a:pt x="27" y="18"/>
                  <a:pt x="27" y="19"/>
                </a:cubicBezTo>
                <a:close/>
                <a:moveTo>
                  <a:pt x="46" y="31"/>
                </a:moveTo>
                <a:cubicBezTo>
                  <a:pt x="32" y="20"/>
                  <a:pt x="32" y="20"/>
                  <a:pt x="32" y="20"/>
                </a:cubicBezTo>
                <a:cubicBezTo>
                  <a:pt x="27" y="24"/>
                  <a:pt x="27" y="24"/>
                  <a:pt x="27" y="24"/>
                </a:cubicBezTo>
                <a:cubicBezTo>
                  <a:pt x="27" y="24"/>
                  <a:pt x="27" y="24"/>
                  <a:pt x="27" y="24"/>
                </a:cubicBezTo>
                <a:cubicBezTo>
                  <a:pt x="43" y="33"/>
                  <a:pt x="43" y="33"/>
                  <a:pt x="43" y="33"/>
                </a:cubicBezTo>
                <a:lnTo>
                  <a:pt x="46" y="3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7" name="稻壳儿小白白(http://dwz.cn/Wu2UP)"/>
          <p:cNvSpPr>
            <a:spLocks noEditPoints="1"/>
          </p:cNvSpPr>
          <p:nvPr/>
        </p:nvSpPr>
        <p:spPr>
          <a:xfrm>
            <a:off x="5922157" y="4373951"/>
            <a:ext cx="319936" cy="321568"/>
          </a:xfrm>
          <a:custGeom>
            <a:avLst/>
            <a:gdLst>
              <a:gd name="T0" fmla="*/ 2008003068 w 45"/>
              <a:gd name="T1" fmla="*/ 2147483646 h 45"/>
              <a:gd name="T2" fmla="*/ 1864569832 w 45"/>
              <a:gd name="T3" fmla="*/ 2125131312 h 45"/>
              <a:gd name="T4" fmla="*/ 1434283954 w 45"/>
              <a:gd name="T5" fmla="*/ 1690447731 h 45"/>
              <a:gd name="T6" fmla="*/ 908378224 w 45"/>
              <a:gd name="T7" fmla="*/ 1835342258 h 45"/>
              <a:gd name="T8" fmla="*/ 0 w 45"/>
              <a:gd name="T9" fmla="*/ 917674604 h 45"/>
              <a:gd name="T10" fmla="*/ 908378224 w 45"/>
              <a:gd name="T11" fmla="*/ 0 h 45"/>
              <a:gd name="T12" fmla="*/ 1816763363 w 45"/>
              <a:gd name="T13" fmla="*/ 917674604 h 45"/>
              <a:gd name="T14" fmla="*/ 1673337042 w 45"/>
              <a:gd name="T15" fmla="*/ 1448952219 h 45"/>
              <a:gd name="T16" fmla="*/ 2103622920 w 45"/>
              <a:gd name="T17" fmla="*/ 1883642750 h 45"/>
              <a:gd name="T18" fmla="*/ 2147483646 w 45"/>
              <a:gd name="T19" fmla="*/ 1980236785 h 45"/>
              <a:gd name="T20" fmla="*/ 2008003068 w 45"/>
              <a:gd name="T21" fmla="*/ 2147483646 h 45"/>
              <a:gd name="T22" fmla="*/ 908378224 w 45"/>
              <a:gd name="T23" fmla="*/ 338089546 h 45"/>
              <a:gd name="T24" fmla="*/ 334666026 w 45"/>
              <a:gd name="T25" fmla="*/ 917674604 h 45"/>
              <a:gd name="T26" fmla="*/ 908378224 w 45"/>
              <a:gd name="T27" fmla="*/ 1497252711 h 45"/>
              <a:gd name="T28" fmla="*/ 1482097338 w 45"/>
              <a:gd name="T29" fmla="*/ 917674604 h 45"/>
              <a:gd name="T30" fmla="*/ 908378224 w 45"/>
              <a:gd name="T31" fmla="*/ 338089546 h 45"/>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5" h="45">
                <a:moveTo>
                  <a:pt x="42" y="45"/>
                </a:moveTo>
                <a:cubicBezTo>
                  <a:pt x="41" y="45"/>
                  <a:pt x="40" y="44"/>
                  <a:pt x="39" y="44"/>
                </a:cubicBezTo>
                <a:cubicBezTo>
                  <a:pt x="30" y="35"/>
                  <a:pt x="30" y="35"/>
                  <a:pt x="30" y="35"/>
                </a:cubicBezTo>
                <a:cubicBezTo>
                  <a:pt x="27" y="37"/>
                  <a:pt x="23" y="38"/>
                  <a:pt x="19" y="38"/>
                </a:cubicBezTo>
                <a:cubicBezTo>
                  <a:pt x="9" y="38"/>
                  <a:pt x="0" y="30"/>
                  <a:pt x="0" y="19"/>
                </a:cubicBezTo>
                <a:cubicBezTo>
                  <a:pt x="0" y="9"/>
                  <a:pt x="9" y="0"/>
                  <a:pt x="19" y="0"/>
                </a:cubicBezTo>
                <a:cubicBezTo>
                  <a:pt x="30" y="0"/>
                  <a:pt x="38" y="9"/>
                  <a:pt x="38" y="19"/>
                </a:cubicBezTo>
                <a:cubicBezTo>
                  <a:pt x="38" y="23"/>
                  <a:pt x="37" y="27"/>
                  <a:pt x="35" y="30"/>
                </a:cubicBezTo>
                <a:cubicBezTo>
                  <a:pt x="44" y="39"/>
                  <a:pt x="44" y="39"/>
                  <a:pt x="44" y="39"/>
                </a:cubicBezTo>
                <a:cubicBezTo>
                  <a:pt x="45" y="40"/>
                  <a:pt x="45" y="41"/>
                  <a:pt x="45" y="41"/>
                </a:cubicBezTo>
                <a:cubicBezTo>
                  <a:pt x="45" y="43"/>
                  <a:pt x="43" y="45"/>
                  <a:pt x="42" y="45"/>
                </a:cubicBezTo>
                <a:close/>
                <a:moveTo>
                  <a:pt x="19" y="7"/>
                </a:moveTo>
                <a:cubicBezTo>
                  <a:pt x="13" y="7"/>
                  <a:pt x="7" y="13"/>
                  <a:pt x="7" y="19"/>
                </a:cubicBezTo>
                <a:cubicBezTo>
                  <a:pt x="7" y="26"/>
                  <a:pt x="13" y="31"/>
                  <a:pt x="19" y="31"/>
                </a:cubicBezTo>
                <a:cubicBezTo>
                  <a:pt x="26" y="31"/>
                  <a:pt x="31" y="26"/>
                  <a:pt x="31" y="19"/>
                </a:cubicBezTo>
                <a:cubicBezTo>
                  <a:pt x="31" y="13"/>
                  <a:pt x="26" y="7"/>
                  <a:pt x="19" y="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8" name="稻壳儿小白白(http://dwz.cn/Wu2UP)"/>
          <p:cNvSpPr>
            <a:spLocks noEditPoints="1"/>
          </p:cNvSpPr>
          <p:nvPr/>
        </p:nvSpPr>
        <p:spPr>
          <a:xfrm>
            <a:off x="5922157" y="4901192"/>
            <a:ext cx="319936" cy="313407"/>
          </a:xfrm>
          <a:custGeom>
            <a:avLst/>
            <a:gdLst>
              <a:gd name="T0" fmla="*/ 2008003068 w 45"/>
              <a:gd name="T1" fmla="*/ 2111432727 h 44"/>
              <a:gd name="T2" fmla="*/ 1864569832 w 45"/>
              <a:gd name="T3" fmla="*/ 2063447509 h 44"/>
              <a:gd name="T4" fmla="*/ 1434283954 w 45"/>
              <a:gd name="T5" fmla="*/ 1631559764 h 44"/>
              <a:gd name="T6" fmla="*/ 908378224 w 45"/>
              <a:gd name="T7" fmla="*/ 1823507564 h 44"/>
              <a:gd name="T8" fmla="*/ 0 w 45"/>
              <a:gd name="T9" fmla="*/ 911753782 h 44"/>
              <a:gd name="T10" fmla="*/ 908378224 w 45"/>
              <a:gd name="T11" fmla="*/ 0 h 44"/>
              <a:gd name="T12" fmla="*/ 1816763363 w 45"/>
              <a:gd name="T13" fmla="*/ 911753782 h 44"/>
              <a:gd name="T14" fmla="*/ 1673337042 w 45"/>
              <a:gd name="T15" fmla="*/ 1391626745 h 44"/>
              <a:gd name="T16" fmla="*/ 2103622920 w 45"/>
              <a:gd name="T17" fmla="*/ 1871499709 h 44"/>
              <a:gd name="T18" fmla="*/ 2147483646 w 45"/>
              <a:gd name="T19" fmla="*/ 1967470145 h 44"/>
              <a:gd name="T20" fmla="*/ 2008003068 w 45"/>
              <a:gd name="T21" fmla="*/ 2111432727 h 44"/>
              <a:gd name="T22" fmla="*/ 908378224 w 45"/>
              <a:gd name="T23" fmla="*/ 335910382 h 44"/>
              <a:gd name="T24" fmla="*/ 334666026 w 45"/>
              <a:gd name="T25" fmla="*/ 911753782 h 44"/>
              <a:gd name="T26" fmla="*/ 908378224 w 45"/>
              <a:gd name="T27" fmla="*/ 1487597182 h 44"/>
              <a:gd name="T28" fmla="*/ 1482097338 w 45"/>
              <a:gd name="T29" fmla="*/ 911753782 h 44"/>
              <a:gd name="T30" fmla="*/ 908378224 w 45"/>
              <a:gd name="T31" fmla="*/ 335910382 h 44"/>
              <a:gd name="T32" fmla="*/ 1338664102 w 45"/>
              <a:gd name="T33" fmla="*/ 959739000 h 44"/>
              <a:gd name="T34" fmla="*/ 1290857633 w 45"/>
              <a:gd name="T35" fmla="*/ 959739000 h 44"/>
              <a:gd name="T36" fmla="*/ 573712199 w 45"/>
              <a:gd name="T37" fmla="*/ 959739000 h 44"/>
              <a:gd name="T38" fmla="*/ 525905730 w 45"/>
              <a:gd name="T39" fmla="*/ 959739000 h 44"/>
              <a:gd name="T40" fmla="*/ 525905730 w 45"/>
              <a:gd name="T41" fmla="*/ 863768564 h 44"/>
              <a:gd name="T42" fmla="*/ 573712199 w 45"/>
              <a:gd name="T43" fmla="*/ 815783345 h 44"/>
              <a:gd name="T44" fmla="*/ 1290857633 w 45"/>
              <a:gd name="T45" fmla="*/ 815783345 h 44"/>
              <a:gd name="T46" fmla="*/ 1338664102 w 45"/>
              <a:gd name="T47" fmla="*/ 863768564 h 44"/>
              <a:gd name="T48" fmla="*/ 1338664102 w 45"/>
              <a:gd name="T49" fmla="*/ 959739000 h 44"/>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45" h="44">
                <a:moveTo>
                  <a:pt x="42" y="44"/>
                </a:moveTo>
                <a:cubicBezTo>
                  <a:pt x="41" y="44"/>
                  <a:pt x="40" y="44"/>
                  <a:pt x="39" y="43"/>
                </a:cubicBezTo>
                <a:cubicBezTo>
                  <a:pt x="30" y="34"/>
                  <a:pt x="30" y="34"/>
                  <a:pt x="30" y="34"/>
                </a:cubicBezTo>
                <a:cubicBezTo>
                  <a:pt x="27" y="36"/>
                  <a:pt x="23" y="38"/>
                  <a:pt x="19" y="38"/>
                </a:cubicBezTo>
                <a:cubicBezTo>
                  <a:pt x="9" y="38"/>
                  <a:pt x="0" y="29"/>
                  <a:pt x="0" y="19"/>
                </a:cubicBezTo>
                <a:cubicBezTo>
                  <a:pt x="0" y="8"/>
                  <a:pt x="9" y="0"/>
                  <a:pt x="19" y="0"/>
                </a:cubicBezTo>
                <a:cubicBezTo>
                  <a:pt x="30" y="0"/>
                  <a:pt x="38" y="8"/>
                  <a:pt x="38" y="19"/>
                </a:cubicBezTo>
                <a:cubicBezTo>
                  <a:pt x="38" y="23"/>
                  <a:pt x="37" y="26"/>
                  <a:pt x="35" y="29"/>
                </a:cubicBezTo>
                <a:cubicBezTo>
                  <a:pt x="44" y="39"/>
                  <a:pt x="44" y="39"/>
                  <a:pt x="44" y="39"/>
                </a:cubicBezTo>
                <a:cubicBezTo>
                  <a:pt x="45" y="39"/>
                  <a:pt x="45" y="40"/>
                  <a:pt x="45" y="41"/>
                </a:cubicBezTo>
                <a:cubicBezTo>
                  <a:pt x="45" y="43"/>
                  <a:pt x="44" y="44"/>
                  <a:pt x="42" y="44"/>
                </a:cubicBezTo>
                <a:close/>
                <a:moveTo>
                  <a:pt x="19" y="7"/>
                </a:moveTo>
                <a:cubicBezTo>
                  <a:pt x="13" y="7"/>
                  <a:pt x="7" y="12"/>
                  <a:pt x="7" y="19"/>
                </a:cubicBezTo>
                <a:cubicBezTo>
                  <a:pt x="7" y="25"/>
                  <a:pt x="13" y="31"/>
                  <a:pt x="19" y="31"/>
                </a:cubicBezTo>
                <a:cubicBezTo>
                  <a:pt x="26" y="31"/>
                  <a:pt x="31" y="25"/>
                  <a:pt x="31" y="19"/>
                </a:cubicBezTo>
                <a:cubicBezTo>
                  <a:pt x="31" y="12"/>
                  <a:pt x="26" y="7"/>
                  <a:pt x="19" y="7"/>
                </a:cubicBezTo>
                <a:close/>
                <a:moveTo>
                  <a:pt x="28" y="20"/>
                </a:moveTo>
                <a:cubicBezTo>
                  <a:pt x="28" y="20"/>
                  <a:pt x="27" y="20"/>
                  <a:pt x="27" y="20"/>
                </a:cubicBezTo>
                <a:cubicBezTo>
                  <a:pt x="12" y="20"/>
                  <a:pt x="12" y="20"/>
                  <a:pt x="12" y="20"/>
                </a:cubicBezTo>
                <a:cubicBezTo>
                  <a:pt x="11" y="20"/>
                  <a:pt x="11" y="20"/>
                  <a:pt x="11" y="20"/>
                </a:cubicBezTo>
                <a:cubicBezTo>
                  <a:pt x="11" y="18"/>
                  <a:pt x="11" y="18"/>
                  <a:pt x="11" y="18"/>
                </a:cubicBezTo>
                <a:cubicBezTo>
                  <a:pt x="11" y="17"/>
                  <a:pt x="11" y="17"/>
                  <a:pt x="12" y="17"/>
                </a:cubicBezTo>
                <a:cubicBezTo>
                  <a:pt x="27" y="17"/>
                  <a:pt x="27" y="17"/>
                  <a:pt x="27" y="17"/>
                </a:cubicBezTo>
                <a:cubicBezTo>
                  <a:pt x="27" y="17"/>
                  <a:pt x="28" y="17"/>
                  <a:pt x="28" y="18"/>
                </a:cubicBezTo>
                <a:lnTo>
                  <a:pt x="28"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59" name="稻壳儿小白白(http://dwz.cn/Wu2UP)"/>
          <p:cNvSpPr>
            <a:spLocks noEditPoints="1"/>
          </p:cNvSpPr>
          <p:nvPr/>
        </p:nvSpPr>
        <p:spPr>
          <a:xfrm>
            <a:off x="5922157" y="5420272"/>
            <a:ext cx="319936" cy="318304"/>
          </a:xfrm>
          <a:custGeom>
            <a:avLst/>
            <a:gdLst>
              <a:gd name="T0" fmla="*/ 2008003068 w 45"/>
              <a:gd name="T1" fmla="*/ 2129538910 h 45"/>
              <a:gd name="T2" fmla="*/ 1864569832 w 45"/>
              <a:gd name="T3" fmla="*/ 2082217046 h 45"/>
              <a:gd name="T4" fmla="*/ 1434283954 w 45"/>
              <a:gd name="T5" fmla="*/ 1656306513 h 45"/>
              <a:gd name="T6" fmla="*/ 908378224 w 45"/>
              <a:gd name="T7" fmla="*/ 1798278984 h 45"/>
              <a:gd name="T8" fmla="*/ 0 w 45"/>
              <a:gd name="T9" fmla="*/ 899136052 h 45"/>
              <a:gd name="T10" fmla="*/ 908378224 w 45"/>
              <a:gd name="T11" fmla="*/ 0 h 45"/>
              <a:gd name="T12" fmla="*/ 1816763363 w 45"/>
              <a:gd name="T13" fmla="*/ 899136052 h 45"/>
              <a:gd name="T14" fmla="*/ 1673337042 w 45"/>
              <a:gd name="T15" fmla="*/ 1419690314 h 45"/>
              <a:gd name="T16" fmla="*/ 2103622920 w 45"/>
              <a:gd name="T17" fmla="*/ 1845600848 h 45"/>
              <a:gd name="T18" fmla="*/ 2147483646 w 45"/>
              <a:gd name="T19" fmla="*/ 1987566439 h 45"/>
              <a:gd name="T20" fmla="*/ 2008003068 w 45"/>
              <a:gd name="T21" fmla="*/ 2129538910 h 45"/>
              <a:gd name="T22" fmla="*/ 908378224 w 45"/>
              <a:gd name="T23" fmla="*/ 331259927 h 45"/>
              <a:gd name="T24" fmla="*/ 334666026 w 45"/>
              <a:gd name="T25" fmla="*/ 899136052 h 45"/>
              <a:gd name="T26" fmla="*/ 908378224 w 45"/>
              <a:gd name="T27" fmla="*/ 1467019057 h 45"/>
              <a:gd name="T28" fmla="*/ 1482097338 w 45"/>
              <a:gd name="T29" fmla="*/ 899136052 h 45"/>
              <a:gd name="T30" fmla="*/ 908378224 w 45"/>
              <a:gd name="T31" fmla="*/ 331259927 h 45"/>
              <a:gd name="T32" fmla="*/ 1338664102 w 45"/>
              <a:gd name="T33" fmla="*/ 946464795 h 45"/>
              <a:gd name="T34" fmla="*/ 1290857633 w 45"/>
              <a:gd name="T35" fmla="*/ 993786659 h 45"/>
              <a:gd name="T36" fmla="*/ 1003998077 w 45"/>
              <a:gd name="T37" fmla="*/ 993786659 h 45"/>
              <a:gd name="T38" fmla="*/ 1003998077 w 45"/>
              <a:gd name="T39" fmla="*/ 1277724722 h 45"/>
              <a:gd name="T40" fmla="*/ 956191608 w 45"/>
              <a:gd name="T41" fmla="*/ 1325046586 h 45"/>
              <a:gd name="T42" fmla="*/ 860571756 w 45"/>
              <a:gd name="T43" fmla="*/ 1325046586 h 45"/>
              <a:gd name="T44" fmla="*/ 860571756 w 45"/>
              <a:gd name="T45" fmla="*/ 1277724722 h 45"/>
              <a:gd name="T46" fmla="*/ 860571756 w 45"/>
              <a:gd name="T47" fmla="*/ 993786659 h 45"/>
              <a:gd name="T48" fmla="*/ 573712199 w 45"/>
              <a:gd name="T49" fmla="*/ 993786659 h 45"/>
              <a:gd name="T50" fmla="*/ 525905730 w 45"/>
              <a:gd name="T51" fmla="*/ 946464795 h 45"/>
              <a:gd name="T52" fmla="*/ 525905730 w 45"/>
              <a:gd name="T53" fmla="*/ 851814188 h 45"/>
              <a:gd name="T54" fmla="*/ 573712199 w 45"/>
              <a:gd name="T55" fmla="*/ 851814188 h 45"/>
              <a:gd name="T56" fmla="*/ 860571756 w 45"/>
              <a:gd name="T57" fmla="*/ 851814188 h 45"/>
              <a:gd name="T58" fmla="*/ 860571756 w 45"/>
              <a:gd name="T59" fmla="*/ 567876126 h 45"/>
              <a:gd name="T60" fmla="*/ 860571756 w 45"/>
              <a:gd name="T61" fmla="*/ 520554262 h 45"/>
              <a:gd name="T62" fmla="*/ 956191608 w 45"/>
              <a:gd name="T63" fmla="*/ 520554262 h 45"/>
              <a:gd name="T64" fmla="*/ 1003998077 w 45"/>
              <a:gd name="T65" fmla="*/ 567876126 h 45"/>
              <a:gd name="T66" fmla="*/ 1003998077 w 45"/>
              <a:gd name="T67" fmla="*/ 851814188 h 45"/>
              <a:gd name="T68" fmla="*/ 1290857633 w 45"/>
              <a:gd name="T69" fmla="*/ 851814188 h 45"/>
              <a:gd name="T70" fmla="*/ 1338664102 w 45"/>
              <a:gd name="T71" fmla="*/ 851814188 h 45"/>
              <a:gd name="T72" fmla="*/ 1338664102 w 45"/>
              <a:gd name="T73" fmla="*/ 946464795 h 45"/>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45" h="45">
                <a:moveTo>
                  <a:pt x="42" y="45"/>
                </a:moveTo>
                <a:cubicBezTo>
                  <a:pt x="41" y="45"/>
                  <a:pt x="40" y="45"/>
                  <a:pt x="39" y="44"/>
                </a:cubicBezTo>
                <a:cubicBezTo>
                  <a:pt x="30" y="35"/>
                  <a:pt x="30" y="35"/>
                  <a:pt x="30" y="35"/>
                </a:cubicBezTo>
                <a:cubicBezTo>
                  <a:pt x="27" y="37"/>
                  <a:pt x="23" y="38"/>
                  <a:pt x="19" y="38"/>
                </a:cubicBezTo>
                <a:cubicBezTo>
                  <a:pt x="9" y="38"/>
                  <a:pt x="0" y="30"/>
                  <a:pt x="0" y="19"/>
                </a:cubicBezTo>
                <a:cubicBezTo>
                  <a:pt x="0" y="9"/>
                  <a:pt x="9" y="0"/>
                  <a:pt x="19" y="0"/>
                </a:cubicBezTo>
                <a:cubicBezTo>
                  <a:pt x="30" y="0"/>
                  <a:pt x="38" y="9"/>
                  <a:pt x="38" y="19"/>
                </a:cubicBezTo>
                <a:cubicBezTo>
                  <a:pt x="38" y="23"/>
                  <a:pt x="37" y="27"/>
                  <a:pt x="35" y="30"/>
                </a:cubicBezTo>
                <a:cubicBezTo>
                  <a:pt x="44" y="39"/>
                  <a:pt x="44" y="39"/>
                  <a:pt x="44" y="39"/>
                </a:cubicBezTo>
                <a:cubicBezTo>
                  <a:pt x="45" y="40"/>
                  <a:pt x="45" y="41"/>
                  <a:pt x="45" y="42"/>
                </a:cubicBezTo>
                <a:cubicBezTo>
                  <a:pt x="45" y="44"/>
                  <a:pt x="44" y="45"/>
                  <a:pt x="42" y="45"/>
                </a:cubicBezTo>
                <a:close/>
                <a:moveTo>
                  <a:pt x="19" y="7"/>
                </a:moveTo>
                <a:cubicBezTo>
                  <a:pt x="13" y="7"/>
                  <a:pt x="7" y="13"/>
                  <a:pt x="7" y="19"/>
                </a:cubicBezTo>
                <a:cubicBezTo>
                  <a:pt x="7" y="26"/>
                  <a:pt x="13" y="31"/>
                  <a:pt x="19" y="31"/>
                </a:cubicBezTo>
                <a:cubicBezTo>
                  <a:pt x="26" y="31"/>
                  <a:pt x="31" y="26"/>
                  <a:pt x="31" y="19"/>
                </a:cubicBezTo>
                <a:cubicBezTo>
                  <a:pt x="31" y="13"/>
                  <a:pt x="26" y="7"/>
                  <a:pt x="19" y="7"/>
                </a:cubicBezTo>
                <a:close/>
                <a:moveTo>
                  <a:pt x="28" y="20"/>
                </a:moveTo>
                <a:cubicBezTo>
                  <a:pt x="28" y="21"/>
                  <a:pt x="27" y="21"/>
                  <a:pt x="27" y="21"/>
                </a:cubicBezTo>
                <a:cubicBezTo>
                  <a:pt x="21" y="21"/>
                  <a:pt x="21" y="21"/>
                  <a:pt x="21" y="21"/>
                </a:cubicBezTo>
                <a:cubicBezTo>
                  <a:pt x="21" y="27"/>
                  <a:pt x="21" y="27"/>
                  <a:pt x="21" y="27"/>
                </a:cubicBezTo>
                <a:cubicBezTo>
                  <a:pt x="21" y="28"/>
                  <a:pt x="21" y="28"/>
                  <a:pt x="20" y="28"/>
                </a:cubicBezTo>
                <a:cubicBezTo>
                  <a:pt x="18" y="28"/>
                  <a:pt x="18" y="28"/>
                  <a:pt x="18" y="28"/>
                </a:cubicBezTo>
                <a:cubicBezTo>
                  <a:pt x="18" y="28"/>
                  <a:pt x="18" y="28"/>
                  <a:pt x="18" y="27"/>
                </a:cubicBezTo>
                <a:cubicBezTo>
                  <a:pt x="18" y="21"/>
                  <a:pt x="18" y="21"/>
                  <a:pt x="18" y="21"/>
                </a:cubicBezTo>
                <a:cubicBezTo>
                  <a:pt x="12" y="21"/>
                  <a:pt x="12" y="21"/>
                  <a:pt x="12" y="21"/>
                </a:cubicBezTo>
                <a:cubicBezTo>
                  <a:pt x="11" y="21"/>
                  <a:pt x="11" y="21"/>
                  <a:pt x="11" y="20"/>
                </a:cubicBezTo>
                <a:cubicBezTo>
                  <a:pt x="11" y="18"/>
                  <a:pt x="11" y="18"/>
                  <a:pt x="11" y="18"/>
                </a:cubicBezTo>
                <a:cubicBezTo>
                  <a:pt x="11" y="18"/>
                  <a:pt x="11" y="18"/>
                  <a:pt x="12" y="18"/>
                </a:cubicBezTo>
                <a:cubicBezTo>
                  <a:pt x="18" y="18"/>
                  <a:pt x="18" y="18"/>
                  <a:pt x="18" y="18"/>
                </a:cubicBezTo>
                <a:cubicBezTo>
                  <a:pt x="18" y="12"/>
                  <a:pt x="18" y="12"/>
                  <a:pt x="18" y="12"/>
                </a:cubicBezTo>
                <a:cubicBezTo>
                  <a:pt x="18" y="11"/>
                  <a:pt x="18" y="11"/>
                  <a:pt x="18" y="11"/>
                </a:cubicBezTo>
                <a:cubicBezTo>
                  <a:pt x="20" y="11"/>
                  <a:pt x="20" y="11"/>
                  <a:pt x="20" y="11"/>
                </a:cubicBezTo>
                <a:cubicBezTo>
                  <a:pt x="21" y="11"/>
                  <a:pt x="21" y="11"/>
                  <a:pt x="21" y="12"/>
                </a:cubicBezTo>
                <a:cubicBezTo>
                  <a:pt x="21" y="18"/>
                  <a:pt x="21" y="18"/>
                  <a:pt x="21" y="18"/>
                </a:cubicBezTo>
                <a:cubicBezTo>
                  <a:pt x="27" y="18"/>
                  <a:pt x="27" y="18"/>
                  <a:pt x="27" y="18"/>
                </a:cubicBezTo>
                <a:cubicBezTo>
                  <a:pt x="27" y="18"/>
                  <a:pt x="28" y="18"/>
                  <a:pt x="28" y="18"/>
                </a:cubicBezTo>
                <a:lnTo>
                  <a:pt x="28"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0" name="稻壳儿小白白(http://dwz.cn/Wu2UP)"/>
          <p:cNvSpPr/>
          <p:nvPr/>
        </p:nvSpPr>
        <p:spPr>
          <a:xfrm>
            <a:off x="5917259" y="5924661"/>
            <a:ext cx="339524" cy="342789"/>
          </a:xfrm>
          <a:custGeom>
            <a:avLst/>
            <a:gdLst>
              <a:gd name="T0" fmla="*/ 2147483646 w 48"/>
              <a:gd name="T1" fmla="*/ 96477336 h 48"/>
              <a:gd name="T2" fmla="*/ 1940241442 w 48"/>
              <a:gd name="T3" fmla="*/ 2074203688 h 48"/>
              <a:gd name="T4" fmla="*/ 1892919654 w 48"/>
              <a:gd name="T5" fmla="*/ 2122445828 h 48"/>
              <a:gd name="T6" fmla="*/ 1845597867 w 48"/>
              <a:gd name="T7" fmla="*/ 2122445828 h 48"/>
              <a:gd name="T8" fmla="*/ 1845597867 w 48"/>
              <a:gd name="T9" fmla="*/ 2122445828 h 48"/>
              <a:gd name="T10" fmla="*/ 1230393992 w 48"/>
              <a:gd name="T11" fmla="*/ 1881255961 h 48"/>
              <a:gd name="T12" fmla="*/ 946456388 w 48"/>
              <a:gd name="T13" fmla="*/ 2147483646 h 48"/>
              <a:gd name="T14" fmla="*/ 899134600 w 48"/>
              <a:gd name="T15" fmla="*/ 2147483646 h 48"/>
              <a:gd name="T16" fmla="*/ 851812813 w 48"/>
              <a:gd name="T17" fmla="*/ 2147483646 h 48"/>
              <a:gd name="T18" fmla="*/ 804491025 w 48"/>
              <a:gd name="T19" fmla="*/ 2147483646 h 48"/>
              <a:gd name="T20" fmla="*/ 804491025 w 48"/>
              <a:gd name="T21" fmla="*/ 1784785570 h 48"/>
              <a:gd name="T22" fmla="*/ 1892919654 w 48"/>
              <a:gd name="T23" fmla="*/ 385902398 h 48"/>
              <a:gd name="T24" fmla="*/ 520553421 w 48"/>
              <a:gd name="T25" fmla="*/ 1591830898 h 48"/>
              <a:gd name="T26" fmla="*/ 47321788 w 48"/>
              <a:gd name="T27" fmla="*/ 1398883172 h 48"/>
              <a:gd name="T28" fmla="*/ 0 w 48"/>
              <a:gd name="T29" fmla="*/ 1302405836 h 48"/>
              <a:gd name="T30" fmla="*/ 47321788 w 48"/>
              <a:gd name="T31" fmla="*/ 1254170641 h 48"/>
              <a:gd name="T32" fmla="*/ 2129535471 w 48"/>
              <a:gd name="T33" fmla="*/ 0 h 48"/>
              <a:gd name="T34" fmla="*/ 2147483646 w 48"/>
              <a:gd name="T35" fmla="*/ 0 h 48"/>
              <a:gd name="T36" fmla="*/ 2147483646 w 48"/>
              <a:gd name="T37" fmla="*/ 0 h 48"/>
              <a:gd name="T38" fmla="*/ 2147483646 w 48"/>
              <a:gd name="T39" fmla="*/ 96477336 h 4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48" h="48">
                <a:moveTo>
                  <a:pt x="48" y="2"/>
                </a:moveTo>
                <a:cubicBezTo>
                  <a:pt x="41" y="43"/>
                  <a:pt x="41" y="43"/>
                  <a:pt x="41" y="43"/>
                </a:cubicBezTo>
                <a:cubicBezTo>
                  <a:pt x="41" y="43"/>
                  <a:pt x="40" y="44"/>
                  <a:pt x="40" y="44"/>
                </a:cubicBezTo>
                <a:cubicBezTo>
                  <a:pt x="40" y="44"/>
                  <a:pt x="39" y="44"/>
                  <a:pt x="39" y="44"/>
                </a:cubicBezTo>
                <a:cubicBezTo>
                  <a:pt x="39" y="44"/>
                  <a:pt x="39" y="44"/>
                  <a:pt x="39" y="44"/>
                </a:cubicBezTo>
                <a:cubicBezTo>
                  <a:pt x="26" y="39"/>
                  <a:pt x="26" y="39"/>
                  <a:pt x="26" y="39"/>
                </a:cubicBezTo>
                <a:cubicBezTo>
                  <a:pt x="20" y="47"/>
                  <a:pt x="20" y="47"/>
                  <a:pt x="20" y="47"/>
                </a:cubicBezTo>
                <a:cubicBezTo>
                  <a:pt x="20" y="47"/>
                  <a:pt x="19" y="48"/>
                  <a:pt x="19" y="48"/>
                </a:cubicBezTo>
                <a:cubicBezTo>
                  <a:pt x="18" y="48"/>
                  <a:pt x="18" y="48"/>
                  <a:pt x="18" y="48"/>
                </a:cubicBezTo>
                <a:cubicBezTo>
                  <a:pt x="17" y="47"/>
                  <a:pt x="17" y="47"/>
                  <a:pt x="17" y="46"/>
                </a:cubicBezTo>
                <a:cubicBezTo>
                  <a:pt x="17" y="37"/>
                  <a:pt x="17" y="37"/>
                  <a:pt x="17" y="37"/>
                </a:cubicBezTo>
                <a:cubicBezTo>
                  <a:pt x="40" y="8"/>
                  <a:pt x="40" y="8"/>
                  <a:pt x="40" y="8"/>
                </a:cubicBezTo>
                <a:cubicBezTo>
                  <a:pt x="11" y="33"/>
                  <a:pt x="11" y="33"/>
                  <a:pt x="11" y="33"/>
                </a:cubicBezTo>
                <a:cubicBezTo>
                  <a:pt x="1" y="29"/>
                  <a:pt x="1" y="29"/>
                  <a:pt x="1" y="29"/>
                </a:cubicBezTo>
                <a:cubicBezTo>
                  <a:pt x="0" y="28"/>
                  <a:pt x="0" y="28"/>
                  <a:pt x="0" y="27"/>
                </a:cubicBezTo>
                <a:cubicBezTo>
                  <a:pt x="0" y="27"/>
                  <a:pt x="0" y="26"/>
                  <a:pt x="1" y="26"/>
                </a:cubicBezTo>
                <a:cubicBezTo>
                  <a:pt x="45" y="0"/>
                  <a:pt x="45" y="0"/>
                  <a:pt x="45" y="0"/>
                </a:cubicBezTo>
                <a:cubicBezTo>
                  <a:pt x="45" y="0"/>
                  <a:pt x="46" y="0"/>
                  <a:pt x="46" y="0"/>
                </a:cubicBezTo>
                <a:cubicBezTo>
                  <a:pt x="46" y="0"/>
                  <a:pt x="47" y="0"/>
                  <a:pt x="47" y="0"/>
                </a:cubicBezTo>
                <a:cubicBezTo>
                  <a:pt x="48" y="0"/>
                  <a:pt x="48" y="1"/>
                  <a:pt x="48" y="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1" name="稻壳儿小白白(http://dwz.cn/Wu2UP)"/>
          <p:cNvSpPr>
            <a:spLocks noEditPoints="1"/>
          </p:cNvSpPr>
          <p:nvPr/>
        </p:nvSpPr>
        <p:spPr>
          <a:xfrm>
            <a:off x="6811774" y="1259471"/>
            <a:ext cx="298716" cy="243216"/>
          </a:xfrm>
          <a:custGeom>
            <a:avLst/>
            <a:gdLst>
              <a:gd name="T0" fmla="*/ 765515589 w 42"/>
              <a:gd name="T1" fmla="*/ 1645580952 h 34"/>
              <a:gd name="T2" fmla="*/ 382757794 w 42"/>
              <a:gd name="T3" fmla="*/ 1645580952 h 34"/>
              <a:gd name="T4" fmla="*/ 0 w 42"/>
              <a:gd name="T5" fmla="*/ 1306783441 h 34"/>
              <a:gd name="T6" fmla="*/ 0 w 42"/>
              <a:gd name="T7" fmla="*/ 387197155 h 34"/>
              <a:gd name="T8" fmla="*/ 382757794 w 42"/>
              <a:gd name="T9" fmla="*/ 0 h 34"/>
              <a:gd name="T10" fmla="*/ 765515589 w 42"/>
              <a:gd name="T11" fmla="*/ 0 h 34"/>
              <a:gd name="T12" fmla="*/ 813360313 w 42"/>
              <a:gd name="T13" fmla="*/ 48399644 h 34"/>
              <a:gd name="T14" fmla="*/ 765515589 w 42"/>
              <a:gd name="T15" fmla="*/ 193598578 h 34"/>
              <a:gd name="T16" fmla="*/ 382757794 w 42"/>
              <a:gd name="T17" fmla="*/ 193598578 h 34"/>
              <a:gd name="T18" fmla="*/ 143534173 w 42"/>
              <a:gd name="T19" fmla="*/ 387197155 h 34"/>
              <a:gd name="T20" fmla="*/ 143534173 w 42"/>
              <a:gd name="T21" fmla="*/ 1306783441 h 34"/>
              <a:gd name="T22" fmla="*/ 382757794 w 42"/>
              <a:gd name="T23" fmla="*/ 1500382019 h 34"/>
              <a:gd name="T24" fmla="*/ 717670865 w 42"/>
              <a:gd name="T25" fmla="*/ 1500382019 h 34"/>
              <a:gd name="T26" fmla="*/ 813360313 w 42"/>
              <a:gd name="T27" fmla="*/ 1548781663 h 34"/>
              <a:gd name="T28" fmla="*/ 765515589 w 42"/>
              <a:gd name="T29" fmla="*/ 1645580952 h 34"/>
              <a:gd name="T30" fmla="*/ 2009471504 w 42"/>
              <a:gd name="T31" fmla="*/ 871186642 h 34"/>
              <a:gd name="T32" fmla="*/ 1291800639 w 42"/>
              <a:gd name="T33" fmla="*/ 1597181308 h 34"/>
              <a:gd name="T34" fmla="*/ 1243955915 w 42"/>
              <a:gd name="T35" fmla="*/ 1645580952 h 34"/>
              <a:gd name="T36" fmla="*/ 1148266466 w 42"/>
              <a:gd name="T37" fmla="*/ 1548781663 h 34"/>
              <a:gd name="T38" fmla="*/ 1148266466 w 42"/>
              <a:gd name="T39" fmla="*/ 1161584508 h 34"/>
              <a:gd name="T40" fmla="*/ 574136692 w 42"/>
              <a:gd name="T41" fmla="*/ 1161584508 h 34"/>
              <a:gd name="T42" fmla="*/ 478447243 w 42"/>
              <a:gd name="T43" fmla="*/ 1064785219 h 34"/>
              <a:gd name="T44" fmla="*/ 478447243 w 42"/>
              <a:gd name="T45" fmla="*/ 580795733 h 34"/>
              <a:gd name="T46" fmla="*/ 574136692 w 42"/>
              <a:gd name="T47" fmla="*/ 483996444 h 34"/>
              <a:gd name="T48" fmla="*/ 1148266466 w 42"/>
              <a:gd name="T49" fmla="*/ 483996444 h 34"/>
              <a:gd name="T50" fmla="*/ 1148266466 w 42"/>
              <a:gd name="T51" fmla="*/ 145198933 h 34"/>
              <a:gd name="T52" fmla="*/ 1243955915 w 42"/>
              <a:gd name="T53" fmla="*/ 48399644 h 34"/>
              <a:gd name="T54" fmla="*/ 1291800639 w 42"/>
              <a:gd name="T55" fmla="*/ 48399644 h 34"/>
              <a:gd name="T56" fmla="*/ 2009471504 w 42"/>
              <a:gd name="T57" fmla="*/ 774394310 h 34"/>
              <a:gd name="T58" fmla="*/ 2009471504 w 42"/>
              <a:gd name="T59" fmla="*/ 822793955 h 34"/>
              <a:gd name="T60" fmla="*/ 2009471504 w 42"/>
              <a:gd name="T61" fmla="*/ 871186642 h 3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2" h="34">
                <a:moveTo>
                  <a:pt x="16" y="34"/>
                </a:moveTo>
                <a:cubicBezTo>
                  <a:pt x="8" y="34"/>
                  <a:pt x="8" y="34"/>
                  <a:pt x="8" y="34"/>
                </a:cubicBezTo>
                <a:cubicBezTo>
                  <a:pt x="3" y="34"/>
                  <a:pt x="0" y="31"/>
                  <a:pt x="0" y="27"/>
                </a:cubicBezTo>
                <a:cubicBezTo>
                  <a:pt x="0" y="8"/>
                  <a:pt x="0" y="8"/>
                  <a:pt x="0" y="8"/>
                </a:cubicBezTo>
                <a:cubicBezTo>
                  <a:pt x="0" y="4"/>
                  <a:pt x="3" y="0"/>
                  <a:pt x="8" y="0"/>
                </a:cubicBezTo>
                <a:cubicBezTo>
                  <a:pt x="16" y="0"/>
                  <a:pt x="16" y="0"/>
                  <a:pt x="16" y="0"/>
                </a:cubicBezTo>
                <a:cubicBezTo>
                  <a:pt x="17" y="0"/>
                  <a:pt x="17" y="1"/>
                  <a:pt x="17" y="1"/>
                </a:cubicBezTo>
                <a:cubicBezTo>
                  <a:pt x="17" y="2"/>
                  <a:pt x="18" y="4"/>
                  <a:pt x="16" y="4"/>
                </a:cubicBezTo>
                <a:cubicBezTo>
                  <a:pt x="8" y="4"/>
                  <a:pt x="8" y="4"/>
                  <a:pt x="8" y="4"/>
                </a:cubicBezTo>
                <a:cubicBezTo>
                  <a:pt x="5" y="4"/>
                  <a:pt x="3" y="5"/>
                  <a:pt x="3" y="8"/>
                </a:cubicBezTo>
                <a:cubicBezTo>
                  <a:pt x="3" y="27"/>
                  <a:pt x="3" y="27"/>
                  <a:pt x="3" y="27"/>
                </a:cubicBezTo>
                <a:cubicBezTo>
                  <a:pt x="3" y="29"/>
                  <a:pt x="5" y="31"/>
                  <a:pt x="8" y="31"/>
                </a:cubicBezTo>
                <a:cubicBezTo>
                  <a:pt x="15" y="31"/>
                  <a:pt x="15" y="31"/>
                  <a:pt x="15" y="31"/>
                </a:cubicBezTo>
                <a:cubicBezTo>
                  <a:pt x="16" y="31"/>
                  <a:pt x="17" y="31"/>
                  <a:pt x="17" y="32"/>
                </a:cubicBezTo>
                <a:cubicBezTo>
                  <a:pt x="17" y="33"/>
                  <a:pt x="18" y="34"/>
                  <a:pt x="16" y="34"/>
                </a:cubicBezTo>
                <a:close/>
                <a:moveTo>
                  <a:pt x="42" y="18"/>
                </a:moveTo>
                <a:cubicBezTo>
                  <a:pt x="27" y="33"/>
                  <a:pt x="27" y="33"/>
                  <a:pt x="27" y="33"/>
                </a:cubicBezTo>
                <a:cubicBezTo>
                  <a:pt x="27" y="33"/>
                  <a:pt x="26" y="34"/>
                  <a:pt x="26" y="34"/>
                </a:cubicBezTo>
                <a:cubicBezTo>
                  <a:pt x="25" y="34"/>
                  <a:pt x="24" y="33"/>
                  <a:pt x="24" y="32"/>
                </a:cubicBezTo>
                <a:cubicBezTo>
                  <a:pt x="24" y="24"/>
                  <a:pt x="24" y="24"/>
                  <a:pt x="24" y="24"/>
                </a:cubicBezTo>
                <a:cubicBezTo>
                  <a:pt x="12" y="24"/>
                  <a:pt x="12" y="24"/>
                  <a:pt x="12" y="24"/>
                </a:cubicBezTo>
                <a:cubicBezTo>
                  <a:pt x="11" y="24"/>
                  <a:pt x="10" y="23"/>
                  <a:pt x="10" y="22"/>
                </a:cubicBezTo>
                <a:cubicBezTo>
                  <a:pt x="10" y="12"/>
                  <a:pt x="10" y="12"/>
                  <a:pt x="10" y="12"/>
                </a:cubicBezTo>
                <a:cubicBezTo>
                  <a:pt x="10" y="11"/>
                  <a:pt x="11" y="10"/>
                  <a:pt x="12" y="10"/>
                </a:cubicBezTo>
                <a:cubicBezTo>
                  <a:pt x="24" y="10"/>
                  <a:pt x="24" y="10"/>
                  <a:pt x="24" y="10"/>
                </a:cubicBezTo>
                <a:cubicBezTo>
                  <a:pt x="24" y="3"/>
                  <a:pt x="24" y="3"/>
                  <a:pt x="24" y="3"/>
                </a:cubicBezTo>
                <a:cubicBezTo>
                  <a:pt x="24" y="2"/>
                  <a:pt x="25" y="1"/>
                  <a:pt x="26" y="1"/>
                </a:cubicBezTo>
                <a:cubicBezTo>
                  <a:pt x="26" y="1"/>
                  <a:pt x="27" y="1"/>
                  <a:pt x="27" y="1"/>
                </a:cubicBezTo>
                <a:cubicBezTo>
                  <a:pt x="42" y="16"/>
                  <a:pt x="42" y="16"/>
                  <a:pt x="42" y="16"/>
                </a:cubicBezTo>
                <a:cubicBezTo>
                  <a:pt x="42" y="16"/>
                  <a:pt x="42" y="17"/>
                  <a:pt x="42" y="17"/>
                </a:cubicBezTo>
                <a:cubicBezTo>
                  <a:pt x="42" y="18"/>
                  <a:pt x="42" y="18"/>
                  <a:pt x="42"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2" name="稻壳儿小白白(http://dwz.cn/Wu2UP)"/>
          <p:cNvSpPr>
            <a:spLocks noEditPoints="1"/>
          </p:cNvSpPr>
          <p:nvPr/>
        </p:nvSpPr>
        <p:spPr>
          <a:xfrm>
            <a:off x="6797084" y="1757330"/>
            <a:ext cx="339524" cy="290554"/>
          </a:xfrm>
          <a:custGeom>
            <a:avLst/>
            <a:gdLst>
              <a:gd name="T0" fmla="*/ 331259392 w 48"/>
              <a:gd name="T1" fmla="*/ 1947527576 h 41"/>
              <a:gd name="T2" fmla="*/ 283937604 w 48"/>
              <a:gd name="T3" fmla="*/ 1947527576 h 41"/>
              <a:gd name="T4" fmla="*/ 47321788 w 48"/>
              <a:gd name="T5" fmla="*/ 1947527576 h 41"/>
              <a:gd name="T6" fmla="*/ 0 w 48"/>
              <a:gd name="T7" fmla="*/ 1947527576 h 41"/>
              <a:gd name="T8" fmla="*/ 0 w 48"/>
              <a:gd name="T9" fmla="*/ 1662526566 h 41"/>
              <a:gd name="T10" fmla="*/ 47321788 w 48"/>
              <a:gd name="T11" fmla="*/ 1662526566 h 41"/>
              <a:gd name="T12" fmla="*/ 283937604 w 48"/>
              <a:gd name="T13" fmla="*/ 1662526566 h 41"/>
              <a:gd name="T14" fmla="*/ 331259392 w 48"/>
              <a:gd name="T15" fmla="*/ 1662526566 h 41"/>
              <a:gd name="T16" fmla="*/ 331259392 w 48"/>
              <a:gd name="T17" fmla="*/ 1947527576 h 41"/>
              <a:gd name="T18" fmla="*/ 804491025 w 48"/>
              <a:gd name="T19" fmla="*/ 1947527576 h 41"/>
              <a:gd name="T20" fmla="*/ 804491025 w 48"/>
              <a:gd name="T21" fmla="*/ 1947527576 h 41"/>
              <a:gd name="T22" fmla="*/ 520553421 w 48"/>
              <a:gd name="T23" fmla="*/ 1947527576 h 41"/>
              <a:gd name="T24" fmla="*/ 520553421 w 48"/>
              <a:gd name="T25" fmla="*/ 1947527576 h 41"/>
              <a:gd name="T26" fmla="*/ 520553421 w 48"/>
              <a:gd name="T27" fmla="*/ 1520019170 h 41"/>
              <a:gd name="T28" fmla="*/ 520553421 w 48"/>
              <a:gd name="T29" fmla="*/ 1472519001 h 41"/>
              <a:gd name="T30" fmla="*/ 804491025 w 48"/>
              <a:gd name="T31" fmla="*/ 1472519001 h 41"/>
              <a:gd name="T32" fmla="*/ 804491025 w 48"/>
              <a:gd name="T33" fmla="*/ 1520019170 h 41"/>
              <a:gd name="T34" fmla="*/ 804491025 w 48"/>
              <a:gd name="T35" fmla="*/ 1947527576 h 41"/>
              <a:gd name="T36" fmla="*/ 1325044446 w 48"/>
              <a:gd name="T37" fmla="*/ 1947527576 h 41"/>
              <a:gd name="T38" fmla="*/ 1277722658 w 48"/>
              <a:gd name="T39" fmla="*/ 1947527576 h 41"/>
              <a:gd name="T40" fmla="*/ 1041106842 w 48"/>
              <a:gd name="T41" fmla="*/ 1947527576 h 41"/>
              <a:gd name="T42" fmla="*/ 993785054 w 48"/>
              <a:gd name="T43" fmla="*/ 1947527576 h 41"/>
              <a:gd name="T44" fmla="*/ 993785054 w 48"/>
              <a:gd name="T45" fmla="*/ 1187517991 h 41"/>
              <a:gd name="T46" fmla="*/ 1041106842 w 48"/>
              <a:gd name="T47" fmla="*/ 1140017823 h 41"/>
              <a:gd name="T48" fmla="*/ 1277722658 w 48"/>
              <a:gd name="T49" fmla="*/ 1140017823 h 41"/>
              <a:gd name="T50" fmla="*/ 1325044446 w 48"/>
              <a:gd name="T51" fmla="*/ 1187517991 h 41"/>
              <a:gd name="T52" fmla="*/ 1325044446 w 48"/>
              <a:gd name="T53" fmla="*/ 1947527576 h 41"/>
              <a:gd name="T54" fmla="*/ 1798269200 w 48"/>
              <a:gd name="T55" fmla="*/ 1947527576 h 41"/>
              <a:gd name="T56" fmla="*/ 1750947413 w 48"/>
              <a:gd name="T57" fmla="*/ 1947527576 h 41"/>
              <a:gd name="T58" fmla="*/ 1514331596 w 48"/>
              <a:gd name="T59" fmla="*/ 1947527576 h 41"/>
              <a:gd name="T60" fmla="*/ 1467009808 w 48"/>
              <a:gd name="T61" fmla="*/ 1947527576 h 41"/>
              <a:gd name="T62" fmla="*/ 1467009808 w 48"/>
              <a:gd name="T63" fmla="*/ 712509416 h 41"/>
              <a:gd name="T64" fmla="*/ 1514331596 w 48"/>
              <a:gd name="T65" fmla="*/ 665009248 h 41"/>
              <a:gd name="T66" fmla="*/ 1750947413 w 48"/>
              <a:gd name="T67" fmla="*/ 665009248 h 41"/>
              <a:gd name="T68" fmla="*/ 1798269200 w 48"/>
              <a:gd name="T69" fmla="*/ 712509416 h 41"/>
              <a:gd name="T70" fmla="*/ 1798269200 w 48"/>
              <a:gd name="T71" fmla="*/ 1947527576 h 41"/>
              <a:gd name="T72" fmla="*/ 2147483646 w 48"/>
              <a:gd name="T73" fmla="*/ 1947527576 h 41"/>
              <a:gd name="T74" fmla="*/ 2147483646 w 48"/>
              <a:gd name="T75" fmla="*/ 1947527576 h 41"/>
              <a:gd name="T76" fmla="*/ 1987563229 w 48"/>
              <a:gd name="T77" fmla="*/ 1947527576 h 41"/>
              <a:gd name="T78" fmla="*/ 1940241442 w 48"/>
              <a:gd name="T79" fmla="*/ 1947527576 h 41"/>
              <a:gd name="T80" fmla="*/ 1940241442 w 48"/>
              <a:gd name="T81" fmla="*/ 47500168 h 41"/>
              <a:gd name="T82" fmla="*/ 1987563229 w 48"/>
              <a:gd name="T83" fmla="*/ 0 h 41"/>
              <a:gd name="T84" fmla="*/ 2147483646 w 48"/>
              <a:gd name="T85" fmla="*/ 0 h 41"/>
              <a:gd name="T86" fmla="*/ 2147483646 w 48"/>
              <a:gd name="T87" fmla="*/ 47500168 h 41"/>
              <a:gd name="T88" fmla="*/ 2147483646 w 48"/>
              <a:gd name="T89" fmla="*/ 1947527576 h 4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48" h="41">
                <a:moveTo>
                  <a:pt x="7" y="41"/>
                </a:moveTo>
                <a:cubicBezTo>
                  <a:pt x="7" y="41"/>
                  <a:pt x="7" y="41"/>
                  <a:pt x="6" y="41"/>
                </a:cubicBezTo>
                <a:cubicBezTo>
                  <a:pt x="1" y="41"/>
                  <a:pt x="1" y="41"/>
                  <a:pt x="1" y="41"/>
                </a:cubicBezTo>
                <a:cubicBezTo>
                  <a:pt x="1" y="41"/>
                  <a:pt x="0" y="41"/>
                  <a:pt x="0" y="41"/>
                </a:cubicBezTo>
                <a:cubicBezTo>
                  <a:pt x="0" y="35"/>
                  <a:pt x="0" y="35"/>
                  <a:pt x="0" y="35"/>
                </a:cubicBezTo>
                <a:cubicBezTo>
                  <a:pt x="0" y="35"/>
                  <a:pt x="1" y="35"/>
                  <a:pt x="1" y="35"/>
                </a:cubicBezTo>
                <a:cubicBezTo>
                  <a:pt x="6" y="35"/>
                  <a:pt x="6" y="35"/>
                  <a:pt x="6" y="35"/>
                </a:cubicBezTo>
                <a:cubicBezTo>
                  <a:pt x="7" y="35"/>
                  <a:pt x="7" y="35"/>
                  <a:pt x="7" y="35"/>
                </a:cubicBezTo>
                <a:lnTo>
                  <a:pt x="7" y="41"/>
                </a:lnTo>
                <a:close/>
                <a:moveTo>
                  <a:pt x="17" y="41"/>
                </a:moveTo>
                <a:cubicBezTo>
                  <a:pt x="17" y="41"/>
                  <a:pt x="17" y="41"/>
                  <a:pt x="17" y="41"/>
                </a:cubicBezTo>
                <a:cubicBezTo>
                  <a:pt x="11" y="41"/>
                  <a:pt x="11" y="41"/>
                  <a:pt x="11" y="41"/>
                </a:cubicBezTo>
                <a:cubicBezTo>
                  <a:pt x="11" y="41"/>
                  <a:pt x="11" y="41"/>
                  <a:pt x="11" y="41"/>
                </a:cubicBezTo>
                <a:cubicBezTo>
                  <a:pt x="11" y="32"/>
                  <a:pt x="11" y="32"/>
                  <a:pt x="11" y="32"/>
                </a:cubicBezTo>
                <a:cubicBezTo>
                  <a:pt x="11" y="32"/>
                  <a:pt x="11" y="31"/>
                  <a:pt x="11" y="31"/>
                </a:cubicBezTo>
                <a:cubicBezTo>
                  <a:pt x="17" y="31"/>
                  <a:pt x="17" y="31"/>
                  <a:pt x="17" y="31"/>
                </a:cubicBezTo>
                <a:cubicBezTo>
                  <a:pt x="17" y="31"/>
                  <a:pt x="17" y="32"/>
                  <a:pt x="17" y="32"/>
                </a:cubicBezTo>
                <a:lnTo>
                  <a:pt x="17" y="41"/>
                </a:lnTo>
                <a:close/>
                <a:moveTo>
                  <a:pt x="28" y="41"/>
                </a:moveTo>
                <a:cubicBezTo>
                  <a:pt x="28" y="41"/>
                  <a:pt x="27" y="41"/>
                  <a:pt x="27" y="41"/>
                </a:cubicBezTo>
                <a:cubicBezTo>
                  <a:pt x="22" y="41"/>
                  <a:pt x="22" y="41"/>
                  <a:pt x="22" y="41"/>
                </a:cubicBezTo>
                <a:cubicBezTo>
                  <a:pt x="21" y="41"/>
                  <a:pt x="21" y="41"/>
                  <a:pt x="21" y="41"/>
                </a:cubicBezTo>
                <a:cubicBezTo>
                  <a:pt x="21" y="25"/>
                  <a:pt x="21" y="25"/>
                  <a:pt x="21" y="25"/>
                </a:cubicBezTo>
                <a:cubicBezTo>
                  <a:pt x="21" y="25"/>
                  <a:pt x="21" y="24"/>
                  <a:pt x="22" y="24"/>
                </a:cubicBezTo>
                <a:cubicBezTo>
                  <a:pt x="27" y="24"/>
                  <a:pt x="27" y="24"/>
                  <a:pt x="27" y="24"/>
                </a:cubicBezTo>
                <a:cubicBezTo>
                  <a:pt x="27" y="24"/>
                  <a:pt x="28" y="25"/>
                  <a:pt x="28" y="25"/>
                </a:cubicBezTo>
                <a:lnTo>
                  <a:pt x="28" y="41"/>
                </a:lnTo>
                <a:close/>
                <a:moveTo>
                  <a:pt x="38" y="41"/>
                </a:moveTo>
                <a:cubicBezTo>
                  <a:pt x="38" y="41"/>
                  <a:pt x="38" y="41"/>
                  <a:pt x="37" y="41"/>
                </a:cubicBezTo>
                <a:cubicBezTo>
                  <a:pt x="32" y="41"/>
                  <a:pt x="32" y="41"/>
                  <a:pt x="32" y="41"/>
                </a:cubicBezTo>
                <a:cubicBezTo>
                  <a:pt x="32" y="41"/>
                  <a:pt x="31" y="41"/>
                  <a:pt x="31" y="41"/>
                </a:cubicBezTo>
                <a:cubicBezTo>
                  <a:pt x="31" y="15"/>
                  <a:pt x="31" y="15"/>
                  <a:pt x="31" y="15"/>
                </a:cubicBezTo>
                <a:cubicBezTo>
                  <a:pt x="31" y="14"/>
                  <a:pt x="32" y="14"/>
                  <a:pt x="32" y="14"/>
                </a:cubicBezTo>
                <a:cubicBezTo>
                  <a:pt x="37" y="14"/>
                  <a:pt x="37" y="14"/>
                  <a:pt x="37" y="14"/>
                </a:cubicBezTo>
                <a:cubicBezTo>
                  <a:pt x="38" y="14"/>
                  <a:pt x="38" y="14"/>
                  <a:pt x="38" y="15"/>
                </a:cubicBezTo>
                <a:lnTo>
                  <a:pt x="38" y="41"/>
                </a:lnTo>
                <a:close/>
                <a:moveTo>
                  <a:pt x="48" y="41"/>
                </a:moveTo>
                <a:cubicBezTo>
                  <a:pt x="48" y="41"/>
                  <a:pt x="48" y="41"/>
                  <a:pt x="47" y="41"/>
                </a:cubicBezTo>
                <a:cubicBezTo>
                  <a:pt x="42" y="41"/>
                  <a:pt x="42" y="41"/>
                  <a:pt x="42" y="41"/>
                </a:cubicBezTo>
                <a:cubicBezTo>
                  <a:pt x="42" y="41"/>
                  <a:pt x="41" y="41"/>
                  <a:pt x="41" y="41"/>
                </a:cubicBezTo>
                <a:cubicBezTo>
                  <a:pt x="41" y="1"/>
                  <a:pt x="41" y="1"/>
                  <a:pt x="41" y="1"/>
                </a:cubicBezTo>
                <a:cubicBezTo>
                  <a:pt x="41" y="1"/>
                  <a:pt x="42" y="0"/>
                  <a:pt x="42" y="0"/>
                </a:cubicBezTo>
                <a:cubicBezTo>
                  <a:pt x="47" y="0"/>
                  <a:pt x="47" y="0"/>
                  <a:pt x="47" y="0"/>
                </a:cubicBezTo>
                <a:cubicBezTo>
                  <a:pt x="48" y="0"/>
                  <a:pt x="48" y="1"/>
                  <a:pt x="48" y="1"/>
                </a:cubicBezTo>
                <a:lnTo>
                  <a:pt x="48" y="4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3" name="稻壳儿小白白(http://dwz.cn/Wu2UP)"/>
          <p:cNvSpPr/>
          <p:nvPr/>
        </p:nvSpPr>
        <p:spPr>
          <a:xfrm>
            <a:off x="6797084" y="2284572"/>
            <a:ext cx="339524" cy="292186"/>
          </a:xfrm>
          <a:custGeom>
            <a:avLst/>
            <a:gdLst>
              <a:gd name="T0" fmla="*/ 2147483646 w 48"/>
              <a:gd name="T1" fmla="*/ 1825359657 h 41"/>
              <a:gd name="T2" fmla="*/ 2147483646 w 48"/>
              <a:gd name="T3" fmla="*/ 1969464445 h 41"/>
              <a:gd name="T4" fmla="*/ 1750947413 w 48"/>
              <a:gd name="T5" fmla="*/ 1969464445 h 41"/>
              <a:gd name="T6" fmla="*/ 1656303838 w 48"/>
              <a:gd name="T7" fmla="*/ 1825359657 h 41"/>
              <a:gd name="T8" fmla="*/ 1656303838 w 48"/>
              <a:gd name="T9" fmla="*/ 1441068671 h 41"/>
              <a:gd name="T10" fmla="*/ 1750947413 w 48"/>
              <a:gd name="T11" fmla="*/ 1296963883 h 41"/>
              <a:gd name="T12" fmla="*/ 1892919654 w 48"/>
              <a:gd name="T13" fmla="*/ 1296963883 h 41"/>
              <a:gd name="T14" fmla="*/ 1892919654 w 48"/>
              <a:gd name="T15" fmla="*/ 1056784616 h 41"/>
              <a:gd name="T16" fmla="*/ 1230393992 w 48"/>
              <a:gd name="T17" fmla="*/ 1056784616 h 41"/>
              <a:gd name="T18" fmla="*/ 1230393992 w 48"/>
              <a:gd name="T19" fmla="*/ 1296963883 h 41"/>
              <a:gd name="T20" fmla="*/ 1372366233 w 48"/>
              <a:gd name="T21" fmla="*/ 1296963883 h 41"/>
              <a:gd name="T22" fmla="*/ 1467009808 w 48"/>
              <a:gd name="T23" fmla="*/ 1441068671 h 41"/>
              <a:gd name="T24" fmla="*/ 1467009808 w 48"/>
              <a:gd name="T25" fmla="*/ 1825359657 h 41"/>
              <a:gd name="T26" fmla="*/ 1372366233 w 48"/>
              <a:gd name="T27" fmla="*/ 1969464445 h 41"/>
              <a:gd name="T28" fmla="*/ 946456388 w 48"/>
              <a:gd name="T29" fmla="*/ 1969464445 h 41"/>
              <a:gd name="T30" fmla="*/ 804491025 w 48"/>
              <a:gd name="T31" fmla="*/ 1825359657 h 41"/>
              <a:gd name="T32" fmla="*/ 804491025 w 48"/>
              <a:gd name="T33" fmla="*/ 1441068671 h 41"/>
              <a:gd name="T34" fmla="*/ 946456388 w 48"/>
              <a:gd name="T35" fmla="*/ 1296963883 h 41"/>
              <a:gd name="T36" fmla="*/ 1088428629 w 48"/>
              <a:gd name="T37" fmla="*/ 1296963883 h 41"/>
              <a:gd name="T38" fmla="*/ 1088428629 w 48"/>
              <a:gd name="T39" fmla="*/ 1056784616 h 41"/>
              <a:gd name="T40" fmla="*/ 425909846 w 48"/>
              <a:gd name="T41" fmla="*/ 1056784616 h 41"/>
              <a:gd name="T42" fmla="*/ 425909846 w 48"/>
              <a:gd name="T43" fmla="*/ 1296963883 h 41"/>
              <a:gd name="T44" fmla="*/ 520553421 w 48"/>
              <a:gd name="T45" fmla="*/ 1296963883 h 41"/>
              <a:gd name="T46" fmla="*/ 662518783 w 48"/>
              <a:gd name="T47" fmla="*/ 1441068671 h 41"/>
              <a:gd name="T48" fmla="*/ 662518783 w 48"/>
              <a:gd name="T49" fmla="*/ 1825359657 h 41"/>
              <a:gd name="T50" fmla="*/ 520553421 w 48"/>
              <a:gd name="T51" fmla="*/ 1969464445 h 41"/>
              <a:gd name="T52" fmla="*/ 141972242 w 48"/>
              <a:gd name="T53" fmla="*/ 1969464445 h 41"/>
              <a:gd name="T54" fmla="*/ 0 w 48"/>
              <a:gd name="T55" fmla="*/ 1825359657 h 41"/>
              <a:gd name="T56" fmla="*/ 0 w 48"/>
              <a:gd name="T57" fmla="*/ 1441068671 h 41"/>
              <a:gd name="T58" fmla="*/ 141972242 w 48"/>
              <a:gd name="T59" fmla="*/ 1296963883 h 41"/>
              <a:gd name="T60" fmla="*/ 236615817 w 48"/>
              <a:gd name="T61" fmla="*/ 1296963883 h 41"/>
              <a:gd name="T62" fmla="*/ 236615817 w 48"/>
              <a:gd name="T63" fmla="*/ 1056784616 h 41"/>
              <a:gd name="T64" fmla="*/ 425909846 w 48"/>
              <a:gd name="T65" fmla="*/ 912679829 h 41"/>
              <a:gd name="T66" fmla="*/ 1088428629 w 48"/>
              <a:gd name="T67" fmla="*/ 912679829 h 41"/>
              <a:gd name="T68" fmla="*/ 1088428629 w 48"/>
              <a:gd name="T69" fmla="*/ 672500562 h 41"/>
              <a:gd name="T70" fmla="*/ 946456388 w 48"/>
              <a:gd name="T71" fmla="*/ 672500562 h 41"/>
              <a:gd name="T72" fmla="*/ 804491025 w 48"/>
              <a:gd name="T73" fmla="*/ 528395774 h 41"/>
              <a:gd name="T74" fmla="*/ 804491025 w 48"/>
              <a:gd name="T75" fmla="*/ 96074479 h 41"/>
              <a:gd name="T76" fmla="*/ 946456388 w 48"/>
              <a:gd name="T77" fmla="*/ 0 h 41"/>
              <a:gd name="T78" fmla="*/ 1372366233 w 48"/>
              <a:gd name="T79" fmla="*/ 0 h 41"/>
              <a:gd name="T80" fmla="*/ 1467009808 w 48"/>
              <a:gd name="T81" fmla="*/ 96074479 h 41"/>
              <a:gd name="T82" fmla="*/ 1467009808 w 48"/>
              <a:gd name="T83" fmla="*/ 528395774 h 41"/>
              <a:gd name="T84" fmla="*/ 1372366233 w 48"/>
              <a:gd name="T85" fmla="*/ 672500562 h 41"/>
              <a:gd name="T86" fmla="*/ 1230393992 w 48"/>
              <a:gd name="T87" fmla="*/ 672500562 h 41"/>
              <a:gd name="T88" fmla="*/ 1230393992 w 48"/>
              <a:gd name="T89" fmla="*/ 912679829 h 41"/>
              <a:gd name="T90" fmla="*/ 1892919654 w 48"/>
              <a:gd name="T91" fmla="*/ 912679829 h 41"/>
              <a:gd name="T92" fmla="*/ 2034885017 w 48"/>
              <a:gd name="T93" fmla="*/ 1056784616 h 41"/>
              <a:gd name="T94" fmla="*/ 2034885017 w 48"/>
              <a:gd name="T95" fmla="*/ 1296963883 h 41"/>
              <a:gd name="T96" fmla="*/ 2147483646 w 48"/>
              <a:gd name="T97" fmla="*/ 1296963883 h 41"/>
              <a:gd name="T98" fmla="*/ 2147483646 w 48"/>
              <a:gd name="T99" fmla="*/ 1441068671 h 41"/>
              <a:gd name="T100" fmla="*/ 2147483646 w 48"/>
              <a:gd name="T101" fmla="*/ 1825359657 h 41"/>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48" h="41">
                <a:moveTo>
                  <a:pt x="48" y="38"/>
                </a:moveTo>
                <a:cubicBezTo>
                  <a:pt x="48" y="40"/>
                  <a:pt x="47" y="41"/>
                  <a:pt x="46" y="41"/>
                </a:cubicBezTo>
                <a:cubicBezTo>
                  <a:pt x="37" y="41"/>
                  <a:pt x="37" y="41"/>
                  <a:pt x="37" y="41"/>
                </a:cubicBezTo>
                <a:cubicBezTo>
                  <a:pt x="36" y="41"/>
                  <a:pt x="35" y="40"/>
                  <a:pt x="35" y="38"/>
                </a:cubicBezTo>
                <a:cubicBezTo>
                  <a:pt x="35" y="30"/>
                  <a:pt x="35" y="30"/>
                  <a:pt x="35" y="30"/>
                </a:cubicBezTo>
                <a:cubicBezTo>
                  <a:pt x="35" y="28"/>
                  <a:pt x="36" y="27"/>
                  <a:pt x="37" y="27"/>
                </a:cubicBezTo>
                <a:cubicBezTo>
                  <a:pt x="40" y="27"/>
                  <a:pt x="40" y="27"/>
                  <a:pt x="40" y="27"/>
                </a:cubicBezTo>
                <a:cubicBezTo>
                  <a:pt x="40" y="22"/>
                  <a:pt x="40" y="22"/>
                  <a:pt x="40" y="22"/>
                </a:cubicBezTo>
                <a:cubicBezTo>
                  <a:pt x="26" y="22"/>
                  <a:pt x="26" y="22"/>
                  <a:pt x="26" y="22"/>
                </a:cubicBezTo>
                <a:cubicBezTo>
                  <a:pt x="26" y="27"/>
                  <a:pt x="26" y="27"/>
                  <a:pt x="26" y="27"/>
                </a:cubicBezTo>
                <a:cubicBezTo>
                  <a:pt x="29" y="27"/>
                  <a:pt x="29" y="27"/>
                  <a:pt x="29" y="27"/>
                </a:cubicBezTo>
                <a:cubicBezTo>
                  <a:pt x="30" y="27"/>
                  <a:pt x="31" y="28"/>
                  <a:pt x="31" y="30"/>
                </a:cubicBezTo>
                <a:cubicBezTo>
                  <a:pt x="31" y="38"/>
                  <a:pt x="31" y="38"/>
                  <a:pt x="31" y="38"/>
                </a:cubicBezTo>
                <a:cubicBezTo>
                  <a:pt x="31" y="40"/>
                  <a:pt x="30" y="41"/>
                  <a:pt x="29" y="41"/>
                </a:cubicBezTo>
                <a:cubicBezTo>
                  <a:pt x="20" y="41"/>
                  <a:pt x="20" y="41"/>
                  <a:pt x="20" y="41"/>
                </a:cubicBezTo>
                <a:cubicBezTo>
                  <a:pt x="19" y="41"/>
                  <a:pt x="17" y="40"/>
                  <a:pt x="17" y="38"/>
                </a:cubicBezTo>
                <a:cubicBezTo>
                  <a:pt x="17" y="30"/>
                  <a:pt x="17" y="30"/>
                  <a:pt x="17" y="30"/>
                </a:cubicBezTo>
                <a:cubicBezTo>
                  <a:pt x="17" y="28"/>
                  <a:pt x="19" y="27"/>
                  <a:pt x="20" y="27"/>
                </a:cubicBezTo>
                <a:cubicBezTo>
                  <a:pt x="23" y="27"/>
                  <a:pt x="23" y="27"/>
                  <a:pt x="23" y="27"/>
                </a:cubicBezTo>
                <a:cubicBezTo>
                  <a:pt x="23" y="22"/>
                  <a:pt x="23" y="22"/>
                  <a:pt x="23" y="22"/>
                </a:cubicBezTo>
                <a:cubicBezTo>
                  <a:pt x="9" y="22"/>
                  <a:pt x="9" y="22"/>
                  <a:pt x="9" y="22"/>
                </a:cubicBezTo>
                <a:cubicBezTo>
                  <a:pt x="9" y="27"/>
                  <a:pt x="9" y="27"/>
                  <a:pt x="9" y="27"/>
                </a:cubicBezTo>
                <a:cubicBezTo>
                  <a:pt x="11" y="27"/>
                  <a:pt x="11" y="27"/>
                  <a:pt x="11" y="27"/>
                </a:cubicBezTo>
                <a:cubicBezTo>
                  <a:pt x="13" y="27"/>
                  <a:pt x="14" y="28"/>
                  <a:pt x="14" y="30"/>
                </a:cubicBezTo>
                <a:cubicBezTo>
                  <a:pt x="14" y="38"/>
                  <a:pt x="14" y="38"/>
                  <a:pt x="14" y="38"/>
                </a:cubicBezTo>
                <a:cubicBezTo>
                  <a:pt x="14" y="40"/>
                  <a:pt x="13" y="41"/>
                  <a:pt x="11" y="41"/>
                </a:cubicBezTo>
                <a:cubicBezTo>
                  <a:pt x="3" y="41"/>
                  <a:pt x="3" y="41"/>
                  <a:pt x="3" y="41"/>
                </a:cubicBezTo>
                <a:cubicBezTo>
                  <a:pt x="1" y="41"/>
                  <a:pt x="0" y="40"/>
                  <a:pt x="0" y="38"/>
                </a:cubicBezTo>
                <a:cubicBezTo>
                  <a:pt x="0" y="30"/>
                  <a:pt x="0" y="30"/>
                  <a:pt x="0" y="30"/>
                </a:cubicBezTo>
                <a:cubicBezTo>
                  <a:pt x="0" y="28"/>
                  <a:pt x="1" y="27"/>
                  <a:pt x="3" y="27"/>
                </a:cubicBezTo>
                <a:cubicBezTo>
                  <a:pt x="5" y="27"/>
                  <a:pt x="5" y="27"/>
                  <a:pt x="5" y="27"/>
                </a:cubicBezTo>
                <a:cubicBezTo>
                  <a:pt x="5" y="22"/>
                  <a:pt x="5" y="22"/>
                  <a:pt x="5" y="22"/>
                </a:cubicBezTo>
                <a:cubicBezTo>
                  <a:pt x="5" y="20"/>
                  <a:pt x="7" y="19"/>
                  <a:pt x="9" y="19"/>
                </a:cubicBezTo>
                <a:cubicBezTo>
                  <a:pt x="23" y="19"/>
                  <a:pt x="23" y="19"/>
                  <a:pt x="23" y="19"/>
                </a:cubicBezTo>
                <a:cubicBezTo>
                  <a:pt x="23" y="14"/>
                  <a:pt x="23" y="14"/>
                  <a:pt x="23" y="14"/>
                </a:cubicBezTo>
                <a:cubicBezTo>
                  <a:pt x="20" y="14"/>
                  <a:pt x="20" y="14"/>
                  <a:pt x="20" y="14"/>
                </a:cubicBezTo>
                <a:cubicBezTo>
                  <a:pt x="19" y="14"/>
                  <a:pt x="17" y="12"/>
                  <a:pt x="17" y="11"/>
                </a:cubicBezTo>
                <a:cubicBezTo>
                  <a:pt x="17" y="2"/>
                  <a:pt x="17" y="2"/>
                  <a:pt x="17" y="2"/>
                </a:cubicBezTo>
                <a:cubicBezTo>
                  <a:pt x="17" y="1"/>
                  <a:pt x="19" y="0"/>
                  <a:pt x="20" y="0"/>
                </a:cubicBezTo>
                <a:cubicBezTo>
                  <a:pt x="29" y="0"/>
                  <a:pt x="29" y="0"/>
                  <a:pt x="29" y="0"/>
                </a:cubicBezTo>
                <a:cubicBezTo>
                  <a:pt x="30" y="0"/>
                  <a:pt x="31" y="1"/>
                  <a:pt x="31" y="2"/>
                </a:cubicBezTo>
                <a:cubicBezTo>
                  <a:pt x="31" y="11"/>
                  <a:pt x="31" y="11"/>
                  <a:pt x="31" y="11"/>
                </a:cubicBezTo>
                <a:cubicBezTo>
                  <a:pt x="31" y="12"/>
                  <a:pt x="30" y="14"/>
                  <a:pt x="29" y="14"/>
                </a:cubicBezTo>
                <a:cubicBezTo>
                  <a:pt x="26" y="14"/>
                  <a:pt x="26" y="14"/>
                  <a:pt x="26" y="14"/>
                </a:cubicBezTo>
                <a:cubicBezTo>
                  <a:pt x="26" y="19"/>
                  <a:pt x="26" y="19"/>
                  <a:pt x="26" y="19"/>
                </a:cubicBezTo>
                <a:cubicBezTo>
                  <a:pt x="40" y="19"/>
                  <a:pt x="40" y="19"/>
                  <a:pt x="40" y="19"/>
                </a:cubicBezTo>
                <a:cubicBezTo>
                  <a:pt x="42" y="19"/>
                  <a:pt x="43" y="20"/>
                  <a:pt x="43" y="22"/>
                </a:cubicBezTo>
                <a:cubicBezTo>
                  <a:pt x="43" y="27"/>
                  <a:pt x="43" y="27"/>
                  <a:pt x="43" y="27"/>
                </a:cubicBezTo>
                <a:cubicBezTo>
                  <a:pt x="46" y="27"/>
                  <a:pt x="46" y="27"/>
                  <a:pt x="46" y="27"/>
                </a:cubicBezTo>
                <a:cubicBezTo>
                  <a:pt x="47" y="27"/>
                  <a:pt x="48" y="28"/>
                  <a:pt x="48" y="30"/>
                </a:cubicBezTo>
                <a:lnTo>
                  <a:pt x="48" y="3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4" name="稻壳儿小白白(http://dwz.cn/Wu2UP)"/>
          <p:cNvSpPr>
            <a:spLocks noEditPoints="1"/>
          </p:cNvSpPr>
          <p:nvPr/>
        </p:nvSpPr>
        <p:spPr>
          <a:xfrm>
            <a:off x="6824833" y="2803652"/>
            <a:ext cx="290554" cy="298715"/>
          </a:xfrm>
          <a:custGeom>
            <a:avLst/>
            <a:gdLst>
              <a:gd name="T0" fmla="*/ 1472519001 w 41"/>
              <a:gd name="T1" fmla="*/ 2009457670 h 42"/>
              <a:gd name="T2" fmla="*/ 1140017823 w 41"/>
              <a:gd name="T3" fmla="*/ 1865923991 h 42"/>
              <a:gd name="T4" fmla="*/ 950010258 w 41"/>
              <a:gd name="T5" fmla="*/ 1913768551 h 42"/>
              <a:gd name="T6" fmla="*/ 47500168 w 41"/>
              <a:gd name="T7" fmla="*/ 1004728835 h 42"/>
              <a:gd name="T8" fmla="*/ 95000337 w 41"/>
              <a:gd name="T9" fmla="*/ 813350597 h 42"/>
              <a:gd name="T10" fmla="*/ 0 w 41"/>
              <a:gd name="T11" fmla="*/ 526283239 h 42"/>
              <a:gd name="T12" fmla="*/ 475008575 w 41"/>
              <a:gd name="T13" fmla="*/ 0 h 42"/>
              <a:gd name="T14" fmla="*/ 760009585 w 41"/>
              <a:gd name="T15" fmla="*/ 143533679 h 42"/>
              <a:gd name="T16" fmla="*/ 950010258 w 41"/>
              <a:gd name="T17" fmla="*/ 95689119 h 42"/>
              <a:gd name="T18" fmla="*/ 1852527240 w 41"/>
              <a:gd name="T19" fmla="*/ 1004728835 h 42"/>
              <a:gd name="T20" fmla="*/ 1852527240 w 41"/>
              <a:gd name="T21" fmla="*/ 1196107074 h 42"/>
              <a:gd name="T22" fmla="*/ 1947527576 w 41"/>
              <a:gd name="T23" fmla="*/ 1483174431 h 42"/>
              <a:gd name="T24" fmla="*/ 1472519001 w 41"/>
              <a:gd name="T25" fmla="*/ 2009457670 h 42"/>
              <a:gd name="T26" fmla="*/ 1092517655 w 41"/>
              <a:gd name="T27" fmla="*/ 861195156 h 42"/>
              <a:gd name="T28" fmla="*/ 950010258 w 41"/>
              <a:gd name="T29" fmla="*/ 861195156 h 42"/>
              <a:gd name="T30" fmla="*/ 760009585 w 41"/>
              <a:gd name="T31" fmla="*/ 717661477 h 42"/>
              <a:gd name="T32" fmla="*/ 950010258 w 41"/>
              <a:gd name="T33" fmla="*/ 621972358 h 42"/>
              <a:gd name="T34" fmla="*/ 1282518328 w 41"/>
              <a:gd name="T35" fmla="*/ 765506037 h 42"/>
              <a:gd name="T36" fmla="*/ 1425018833 w 41"/>
              <a:gd name="T37" fmla="*/ 621972358 h 42"/>
              <a:gd name="T38" fmla="*/ 950010258 w 41"/>
              <a:gd name="T39" fmla="*/ 382756477 h 42"/>
              <a:gd name="T40" fmla="*/ 475008575 w 41"/>
              <a:gd name="T41" fmla="*/ 765506037 h 42"/>
              <a:gd name="T42" fmla="*/ 807509753 w 41"/>
              <a:gd name="T43" fmla="*/ 1100417954 h 42"/>
              <a:gd name="T44" fmla="*/ 997517318 w 41"/>
              <a:gd name="T45" fmla="*/ 1148262514 h 42"/>
              <a:gd name="T46" fmla="*/ 1140017823 w 41"/>
              <a:gd name="T47" fmla="*/ 1243951633 h 42"/>
              <a:gd name="T48" fmla="*/ 997517318 w 41"/>
              <a:gd name="T49" fmla="*/ 1387485312 h 42"/>
              <a:gd name="T50" fmla="*/ 617509080 w 41"/>
              <a:gd name="T51" fmla="*/ 1196107074 h 42"/>
              <a:gd name="T52" fmla="*/ 475008575 w 41"/>
              <a:gd name="T53" fmla="*/ 1339640752 h 42"/>
              <a:gd name="T54" fmla="*/ 997517318 w 41"/>
              <a:gd name="T55" fmla="*/ 1578856634 h 42"/>
              <a:gd name="T56" fmla="*/ 1472519001 w 41"/>
              <a:gd name="T57" fmla="*/ 1243951633 h 42"/>
              <a:gd name="T58" fmla="*/ 1092517655 w 41"/>
              <a:gd name="T59" fmla="*/ 861195156 h 42"/>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1" h="42">
                <a:moveTo>
                  <a:pt x="31" y="42"/>
                </a:moveTo>
                <a:cubicBezTo>
                  <a:pt x="28" y="42"/>
                  <a:pt x="26" y="41"/>
                  <a:pt x="24" y="39"/>
                </a:cubicBezTo>
                <a:cubicBezTo>
                  <a:pt x="23" y="40"/>
                  <a:pt x="22" y="40"/>
                  <a:pt x="20" y="40"/>
                </a:cubicBezTo>
                <a:cubicBezTo>
                  <a:pt x="10" y="40"/>
                  <a:pt x="1" y="31"/>
                  <a:pt x="1" y="21"/>
                </a:cubicBezTo>
                <a:cubicBezTo>
                  <a:pt x="1" y="20"/>
                  <a:pt x="2" y="18"/>
                  <a:pt x="2" y="17"/>
                </a:cubicBezTo>
                <a:cubicBezTo>
                  <a:pt x="1" y="15"/>
                  <a:pt x="0" y="13"/>
                  <a:pt x="0" y="11"/>
                </a:cubicBezTo>
                <a:cubicBezTo>
                  <a:pt x="0" y="5"/>
                  <a:pt x="4" y="0"/>
                  <a:pt x="10" y="0"/>
                </a:cubicBezTo>
                <a:cubicBezTo>
                  <a:pt x="12" y="0"/>
                  <a:pt x="15" y="1"/>
                  <a:pt x="16" y="3"/>
                </a:cubicBezTo>
                <a:cubicBezTo>
                  <a:pt x="18" y="2"/>
                  <a:pt x="19" y="2"/>
                  <a:pt x="20" y="2"/>
                </a:cubicBezTo>
                <a:cubicBezTo>
                  <a:pt x="31" y="2"/>
                  <a:pt x="39" y="11"/>
                  <a:pt x="39" y="21"/>
                </a:cubicBezTo>
                <a:cubicBezTo>
                  <a:pt x="39" y="22"/>
                  <a:pt x="39" y="24"/>
                  <a:pt x="39" y="25"/>
                </a:cubicBezTo>
                <a:cubicBezTo>
                  <a:pt x="40" y="27"/>
                  <a:pt x="41" y="29"/>
                  <a:pt x="41" y="31"/>
                </a:cubicBezTo>
                <a:cubicBezTo>
                  <a:pt x="41" y="37"/>
                  <a:pt x="36" y="42"/>
                  <a:pt x="31" y="42"/>
                </a:cubicBezTo>
                <a:close/>
                <a:moveTo>
                  <a:pt x="23" y="18"/>
                </a:moveTo>
                <a:cubicBezTo>
                  <a:pt x="20" y="18"/>
                  <a:pt x="20" y="18"/>
                  <a:pt x="20" y="18"/>
                </a:cubicBezTo>
                <a:cubicBezTo>
                  <a:pt x="18" y="17"/>
                  <a:pt x="16" y="17"/>
                  <a:pt x="16" y="15"/>
                </a:cubicBezTo>
                <a:cubicBezTo>
                  <a:pt x="16" y="14"/>
                  <a:pt x="18" y="13"/>
                  <a:pt x="20" y="13"/>
                </a:cubicBezTo>
                <a:cubicBezTo>
                  <a:pt x="25" y="13"/>
                  <a:pt x="25" y="16"/>
                  <a:pt x="27" y="16"/>
                </a:cubicBezTo>
                <a:cubicBezTo>
                  <a:pt x="29" y="16"/>
                  <a:pt x="30" y="15"/>
                  <a:pt x="30" y="13"/>
                </a:cubicBezTo>
                <a:cubicBezTo>
                  <a:pt x="30" y="10"/>
                  <a:pt x="25" y="8"/>
                  <a:pt x="20" y="8"/>
                </a:cubicBezTo>
                <a:cubicBezTo>
                  <a:pt x="15" y="8"/>
                  <a:pt x="10" y="10"/>
                  <a:pt x="10" y="16"/>
                </a:cubicBezTo>
                <a:cubicBezTo>
                  <a:pt x="10" y="20"/>
                  <a:pt x="13" y="22"/>
                  <a:pt x="17" y="23"/>
                </a:cubicBezTo>
                <a:cubicBezTo>
                  <a:pt x="21" y="24"/>
                  <a:pt x="21" y="24"/>
                  <a:pt x="21" y="24"/>
                </a:cubicBezTo>
                <a:cubicBezTo>
                  <a:pt x="23" y="24"/>
                  <a:pt x="24" y="25"/>
                  <a:pt x="24" y="26"/>
                </a:cubicBezTo>
                <a:cubicBezTo>
                  <a:pt x="24" y="28"/>
                  <a:pt x="23" y="29"/>
                  <a:pt x="21" y="29"/>
                </a:cubicBezTo>
                <a:cubicBezTo>
                  <a:pt x="16" y="29"/>
                  <a:pt x="15" y="25"/>
                  <a:pt x="13" y="25"/>
                </a:cubicBezTo>
                <a:cubicBezTo>
                  <a:pt x="11" y="25"/>
                  <a:pt x="10" y="26"/>
                  <a:pt x="10" y="28"/>
                </a:cubicBezTo>
                <a:cubicBezTo>
                  <a:pt x="10" y="31"/>
                  <a:pt x="15" y="33"/>
                  <a:pt x="21" y="33"/>
                </a:cubicBezTo>
                <a:cubicBezTo>
                  <a:pt x="26" y="33"/>
                  <a:pt x="31" y="31"/>
                  <a:pt x="31" y="26"/>
                </a:cubicBezTo>
                <a:cubicBezTo>
                  <a:pt x="31" y="21"/>
                  <a:pt x="27" y="19"/>
                  <a:pt x="23"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5" name="稻壳儿小白白(http://dwz.cn/Wu2UP)"/>
          <p:cNvSpPr>
            <a:spLocks noEditPoints="1"/>
          </p:cNvSpPr>
          <p:nvPr/>
        </p:nvSpPr>
        <p:spPr>
          <a:xfrm>
            <a:off x="6811774" y="3308041"/>
            <a:ext cx="319936" cy="313407"/>
          </a:xfrm>
          <a:custGeom>
            <a:avLst/>
            <a:gdLst>
              <a:gd name="T0" fmla="*/ 2147483646 w 45"/>
              <a:gd name="T1" fmla="*/ 1151693727 h 44"/>
              <a:gd name="T2" fmla="*/ 2008003068 w 45"/>
              <a:gd name="T3" fmla="*/ 1343641527 h 44"/>
              <a:gd name="T4" fmla="*/ 1768949980 w 45"/>
              <a:gd name="T5" fmla="*/ 1391626745 h 44"/>
              <a:gd name="T6" fmla="*/ 1864569832 w 45"/>
              <a:gd name="T7" fmla="*/ 1631559764 h 44"/>
              <a:gd name="T8" fmla="*/ 1864569832 w 45"/>
              <a:gd name="T9" fmla="*/ 1679551909 h 44"/>
              <a:gd name="T10" fmla="*/ 1673337042 w 45"/>
              <a:gd name="T11" fmla="*/ 1871499709 h 44"/>
              <a:gd name="T12" fmla="*/ 1529903807 w 45"/>
              <a:gd name="T13" fmla="*/ 1727537127 h 44"/>
              <a:gd name="T14" fmla="*/ 1434283954 w 45"/>
              <a:gd name="T15" fmla="*/ 1535589327 h 44"/>
              <a:gd name="T16" fmla="*/ 1051811460 w 45"/>
              <a:gd name="T17" fmla="*/ 1679551909 h 44"/>
              <a:gd name="T18" fmla="*/ 1099617929 w 45"/>
              <a:gd name="T19" fmla="*/ 1871499709 h 44"/>
              <a:gd name="T20" fmla="*/ 1147431312 w 45"/>
              <a:gd name="T21" fmla="*/ 1919484927 h 44"/>
              <a:gd name="T22" fmla="*/ 956191608 w 45"/>
              <a:gd name="T23" fmla="*/ 2111432727 h 44"/>
              <a:gd name="T24" fmla="*/ 764951903 w 45"/>
              <a:gd name="T25" fmla="*/ 2015455364 h 44"/>
              <a:gd name="T26" fmla="*/ 717145434 w 45"/>
              <a:gd name="T27" fmla="*/ 1775522345 h 44"/>
              <a:gd name="T28" fmla="*/ 478092347 w 45"/>
              <a:gd name="T29" fmla="*/ 1871499709 h 44"/>
              <a:gd name="T30" fmla="*/ 430285878 w 45"/>
              <a:gd name="T31" fmla="*/ 1871499709 h 44"/>
              <a:gd name="T32" fmla="*/ 239046173 w 45"/>
              <a:gd name="T33" fmla="*/ 1679551909 h 44"/>
              <a:gd name="T34" fmla="*/ 382479409 w 45"/>
              <a:gd name="T35" fmla="*/ 1487597182 h 44"/>
              <a:gd name="T36" fmla="*/ 573712199 w 45"/>
              <a:gd name="T37" fmla="*/ 1439611964 h 44"/>
              <a:gd name="T38" fmla="*/ 430285878 w 45"/>
              <a:gd name="T39" fmla="*/ 1055716364 h 44"/>
              <a:gd name="T40" fmla="*/ 239046173 w 45"/>
              <a:gd name="T41" fmla="*/ 1103701582 h 44"/>
              <a:gd name="T42" fmla="*/ 191239704 w 45"/>
              <a:gd name="T43" fmla="*/ 1103701582 h 44"/>
              <a:gd name="T44" fmla="*/ 0 w 45"/>
              <a:gd name="T45" fmla="*/ 911753782 h 44"/>
              <a:gd name="T46" fmla="*/ 143426321 w 45"/>
              <a:gd name="T47" fmla="*/ 767791200 h 44"/>
              <a:gd name="T48" fmla="*/ 334666026 w 45"/>
              <a:gd name="T49" fmla="*/ 671820764 h 44"/>
              <a:gd name="T50" fmla="*/ 239046173 w 45"/>
              <a:gd name="T51" fmla="*/ 479872964 h 44"/>
              <a:gd name="T52" fmla="*/ 239046173 w 45"/>
              <a:gd name="T53" fmla="*/ 431880818 h 44"/>
              <a:gd name="T54" fmla="*/ 430285878 w 45"/>
              <a:gd name="T55" fmla="*/ 239933018 h 44"/>
              <a:gd name="T56" fmla="*/ 621525582 w 45"/>
              <a:gd name="T57" fmla="*/ 383895600 h 44"/>
              <a:gd name="T58" fmla="*/ 669332051 w 45"/>
              <a:gd name="T59" fmla="*/ 575843400 h 44"/>
              <a:gd name="T60" fmla="*/ 1099617929 w 45"/>
              <a:gd name="T61" fmla="*/ 431880818 h 44"/>
              <a:gd name="T62" fmla="*/ 1003998077 w 45"/>
              <a:gd name="T63" fmla="*/ 239933018 h 44"/>
              <a:gd name="T64" fmla="*/ 1003998077 w 45"/>
              <a:gd name="T65" fmla="*/ 191947800 h 44"/>
              <a:gd name="T66" fmla="*/ 1195237781 w 45"/>
              <a:gd name="T67" fmla="*/ 0 h 44"/>
              <a:gd name="T68" fmla="*/ 1338664102 w 45"/>
              <a:gd name="T69" fmla="*/ 95977364 h 44"/>
              <a:gd name="T70" fmla="*/ 1434283954 w 45"/>
              <a:gd name="T71" fmla="*/ 335910382 h 44"/>
              <a:gd name="T72" fmla="*/ 1625523659 w 45"/>
              <a:gd name="T73" fmla="*/ 239933018 h 44"/>
              <a:gd name="T74" fmla="*/ 1673337042 w 45"/>
              <a:gd name="T75" fmla="*/ 239933018 h 44"/>
              <a:gd name="T76" fmla="*/ 1864569832 w 45"/>
              <a:gd name="T77" fmla="*/ 431880818 h 44"/>
              <a:gd name="T78" fmla="*/ 1721143511 w 45"/>
              <a:gd name="T79" fmla="*/ 575843400 h 44"/>
              <a:gd name="T80" fmla="*/ 1529903807 w 45"/>
              <a:gd name="T81" fmla="*/ 671820764 h 44"/>
              <a:gd name="T82" fmla="*/ 1673337042 w 45"/>
              <a:gd name="T83" fmla="*/ 1055716364 h 44"/>
              <a:gd name="T84" fmla="*/ 1864569832 w 45"/>
              <a:gd name="T85" fmla="*/ 1007731145 h 44"/>
              <a:gd name="T86" fmla="*/ 1960189684 w 45"/>
              <a:gd name="T87" fmla="*/ 959739000 h 44"/>
              <a:gd name="T88" fmla="*/ 2147483646 w 45"/>
              <a:gd name="T89" fmla="*/ 1151693727 h 44"/>
              <a:gd name="T90" fmla="*/ 1338664102 w 45"/>
              <a:gd name="T91" fmla="*/ 1199678945 h 44"/>
              <a:gd name="T92" fmla="*/ 1195237781 w 45"/>
              <a:gd name="T93" fmla="*/ 767791200 h 44"/>
              <a:gd name="T94" fmla="*/ 812765287 w 45"/>
              <a:gd name="T95" fmla="*/ 911753782 h 44"/>
              <a:gd name="T96" fmla="*/ 908378224 w 45"/>
              <a:gd name="T97" fmla="*/ 1295649382 h 44"/>
              <a:gd name="T98" fmla="*/ 1338664102 w 45"/>
              <a:gd name="T99" fmla="*/ 1199678945 h 4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5" h="44">
                <a:moveTo>
                  <a:pt x="45" y="24"/>
                </a:moveTo>
                <a:cubicBezTo>
                  <a:pt x="45" y="26"/>
                  <a:pt x="44" y="27"/>
                  <a:pt x="42" y="28"/>
                </a:cubicBezTo>
                <a:cubicBezTo>
                  <a:pt x="37" y="29"/>
                  <a:pt x="37" y="29"/>
                  <a:pt x="37" y="29"/>
                </a:cubicBezTo>
                <a:cubicBezTo>
                  <a:pt x="39" y="34"/>
                  <a:pt x="39" y="34"/>
                  <a:pt x="39" y="34"/>
                </a:cubicBezTo>
                <a:cubicBezTo>
                  <a:pt x="39" y="34"/>
                  <a:pt x="39" y="35"/>
                  <a:pt x="39" y="35"/>
                </a:cubicBezTo>
                <a:cubicBezTo>
                  <a:pt x="39" y="37"/>
                  <a:pt x="37" y="39"/>
                  <a:pt x="35" y="39"/>
                </a:cubicBezTo>
                <a:cubicBezTo>
                  <a:pt x="34" y="39"/>
                  <a:pt x="32" y="38"/>
                  <a:pt x="32" y="36"/>
                </a:cubicBezTo>
                <a:cubicBezTo>
                  <a:pt x="30" y="32"/>
                  <a:pt x="30" y="32"/>
                  <a:pt x="30" y="32"/>
                </a:cubicBezTo>
                <a:cubicBezTo>
                  <a:pt x="22" y="35"/>
                  <a:pt x="22" y="35"/>
                  <a:pt x="22" y="35"/>
                </a:cubicBezTo>
                <a:cubicBezTo>
                  <a:pt x="23" y="39"/>
                  <a:pt x="23" y="39"/>
                  <a:pt x="23" y="39"/>
                </a:cubicBezTo>
                <a:cubicBezTo>
                  <a:pt x="23" y="39"/>
                  <a:pt x="24" y="40"/>
                  <a:pt x="24" y="40"/>
                </a:cubicBezTo>
                <a:cubicBezTo>
                  <a:pt x="24" y="42"/>
                  <a:pt x="22" y="44"/>
                  <a:pt x="20" y="44"/>
                </a:cubicBezTo>
                <a:cubicBezTo>
                  <a:pt x="18" y="44"/>
                  <a:pt x="17" y="43"/>
                  <a:pt x="16" y="42"/>
                </a:cubicBezTo>
                <a:cubicBezTo>
                  <a:pt x="15" y="37"/>
                  <a:pt x="15" y="37"/>
                  <a:pt x="15" y="37"/>
                </a:cubicBezTo>
                <a:cubicBezTo>
                  <a:pt x="10" y="39"/>
                  <a:pt x="10" y="39"/>
                  <a:pt x="10" y="39"/>
                </a:cubicBezTo>
                <a:cubicBezTo>
                  <a:pt x="10" y="39"/>
                  <a:pt x="10" y="39"/>
                  <a:pt x="9" y="39"/>
                </a:cubicBezTo>
                <a:cubicBezTo>
                  <a:pt x="7" y="39"/>
                  <a:pt x="5" y="37"/>
                  <a:pt x="5" y="35"/>
                </a:cubicBezTo>
                <a:cubicBezTo>
                  <a:pt x="5" y="33"/>
                  <a:pt x="6" y="32"/>
                  <a:pt x="8" y="31"/>
                </a:cubicBezTo>
                <a:cubicBezTo>
                  <a:pt x="12" y="30"/>
                  <a:pt x="12" y="30"/>
                  <a:pt x="12" y="30"/>
                </a:cubicBezTo>
                <a:cubicBezTo>
                  <a:pt x="9" y="22"/>
                  <a:pt x="9" y="22"/>
                  <a:pt x="9" y="22"/>
                </a:cubicBezTo>
                <a:cubicBezTo>
                  <a:pt x="5" y="23"/>
                  <a:pt x="5" y="23"/>
                  <a:pt x="5" y="23"/>
                </a:cubicBezTo>
                <a:cubicBezTo>
                  <a:pt x="5" y="23"/>
                  <a:pt x="4" y="23"/>
                  <a:pt x="4" y="23"/>
                </a:cubicBezTo>
                <a:cubicBezTo>
                  <a:pt x="2" y="23"/>
                  <a:pt x="0" y="22"/>
                  <a:pt x="0" y="19"/>
                </a:cubicBezTo>
                <a:cubicBezTo>
                  <a:pt x="0" y="18"/>
                  <a:pt x="1" y="16"/>
                  <a:pt x="3" y="16"/>
                </a:cubicBezTo>
                <a:cubicBezTo>
                  <a:pt x="7" y="14"/>
                  <a:pt x="7" y="14"/>
                  <a:pt x="7" y="14"/>
                </a:cubicBezTo>
                <a:cubicBezTo>
                  <a:pt x="5" y="10"/>
                  <a:pt x="5" y="10"/>
                  <a:pt x="5" y="10"/>
                </a:cubicBezTo>
                <a:cubicBezTo>
                  <a:pt x="5" y="10"/>
                  <a:pt x="5" y="9"/>
                  <a:pt x="5" y="9"/>
                </a:cubicBezTo>
                <a:cubicBezTo>
                  <a:pt x="5" y="7"/>
                  <a:pt x="7" y="5"/>
                  <a:pt x="9" y="5"/>
                </a:cubicBezTo>
                <a:cubicBezTo>
                  <a:pt x="11" y="5"/>
                  <a:pt x="12" y="6"/>
                  <a:pt x="13" y="8"/>
                </a:cubicBezTo>
                <a:cubicBezTo>
                  <a:pt x="14" y="12"/>
                  <a:pt x="14" y="12"/>
                  <a:pt x="14" y="12"/>
                </a:cubicBezTo>
                <a:cubicBezTo>
                  <a:pt x="23" y="9"/>
                  <a:pt x="23" y="9"/>
                  <a:pt x="23" y="9"/>
                </a:cubicBezTo>
                <a:cubicBezTo>
                  <a:pt x="21" y="5"/>
                  <a:pt x="21" y="5"/>
                  <a:pt x="21" y="5"/>
                </a:cubicBezTo>
                <a:cubicBezTo>
                  <a:pt x="21" y="4"/>
                  <a:pt x="21" y="4"/>
                  <a:pt x="21" y="4"/>
                </a:cubicBezTo>
                <a:cubicBezTo>
                  <a:pt x="21" y="1"/>
                  <a:pt x="23" y="0"/>
                  <a:pt x="25" y="0"/>
                </a:cubicBezTo>
                <a:cubicBezTo>
                  <a:pt x="26" y="0"/>
                  <a:pt x="28" y="1"/>
                  <a:pt x="28" y="2"/>
                </a:cubicBezTo>
                <a:cubicBezTo>
                  <a:pt x="30" y="7"/>
                  <a:pt x="30" y="7"/>
                  <a:pt x="30" y="7"/>
                </a:cubicBezTo>
                <a:cubicBezTo>
                  <a:pt x="34" y="5"/>
                  <a:pt x="34" y="5"/>
                  <a:pt x="34" y="5"/>
                </a:cubicBezTo>
                <a:cubicBezTo>
                  <a:pt x="35" y="5"/>
                  <a:pt x="35" y="5"/>
                  <a:pt x="35" y="5"/>
                </a:cubicBezTo>
                <a:cubicBezTo>
                  <a:pt x="37" y="5"/>
                  <a:pt x="39" y="7"/>
                  <a:pt x="39" y="9"/>
                </a:cubicBezTo>
                <a:cubicBezTo>
                  <a:pt x="39" y="10"/>
                  <a:pt x="38" y="12"/>
                  <a:pt x="36" y="12"/>
                </a:cubicBezTo>
                <a:cubicBezTo>
                  <a:pt x="32" y="14"/>
                  <a:pt x="32" y="14"/>
                  <a:pt x="32" y="14"/>
                </a:cubicBezTo>
                <a:cubicBezTo>
                  <a:pt x="35" y="22"/>
                  <a:pt x="35" y="22"/>
                  <a:pt x="35" y="22"/>
                </a:cubicBezTo>
                <a:cubicBezTo>
                  <a:pt x="39" y="21"/>
                  <a:pt x="39" y="21"/>
                  <a:pt x="39" y="21"/>
                </a:cubicBezTo>
                <a:cubicBezTo>
                  <a:pt x="40" y="21"/>
                  <a:pt x="40" y="20"/>
                  <a:pt x="41" y="20"/>
                </a:cubicBezTo>
                <a:cubicBezTo>
                  <a:pt x="43" y="20"/>
                  <a:pt x="45" y="22"/>
                  <a:pt x="45" y="24"/>
                </a:cubicBezTo>
                <a:close/>
                <a:moveTo>
                  <a:pt x="28" y="25"/>
                </a:moveTo>
                <a:cubicBezTo>
                  <a:pt x="25" y="16"/>
                  <a:pt x="25" y="16"/>
                  <a:pt x="25" y="16"/>
                </a:cubicBezTo>
                <a:cubicBezTo>
                  <a:pt x="17" y="19"/>
                  <a:pt x="17" y="19"/>
                  <a:pt x="17" y="19"/>
                </a:cubicBezTo>
                <a:cubicBezTo>
                  <a:pt x="19" y="27"/>
                  <a:pt x="19" y="27"/>
                  <a:pt x="19" y="27"/>
                </a:cubicBezTo>
                <a:lnTo>
                  <a:pt x="28" y="2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6" name="稻壳儿小白白(http://dwz.cn/Wu2UP)"/>
          <p:cNvSpPr>
            <a:spLocks noEditPoints="1"/>
          </p:cNvSpPr>
          <p:nvPr/>
        </p:nvSpPr>
        <p:spPr>
          <a:xfrm>
            <a:off x="6824833" y="3854871"/>
            <a:ext cx="290554" cy="290554"/>
          </a:xfrm>
          <a:custGeom>
            <a:avLst/>
            <a:gdLst>
              <a:gd name="T0" fmla="*/ 522508743 w 41"/>
              <a:gd name="T1" fmla="*/ 950010258 h 41"/>
              <a:gd name="T2" fmla="*/ 0 w 41"/>
              <a:gd name="T3" fmla="*/ 855009921 h 41"/>
              <a:gd name="T4" fmla="*/ 95000337 w 41"/>
              <a:gd name="T5" fmla="*/ 617509080 h 41"/>
              <a:gd name="T6" fmla="*/ 617509080 w 41"/>
              <a:gd name="T7" fmla="*/ 760009585 h 41"/>
              <a:gd name="T8" fmla="*/ 475008575 w 41"/>
              <a:gd name="T9" fmla="*/ 570008912 h 41"/>
              <a:gd name="T10" fmla="*/ 142500505 w 41"/>
              <a:gd name="T11" fmla="*/ 47500168 h 41"/>
              <a:gd name="T12" fmla="*/ 427508407 w 41"/>
              <a:gd name="T13" fmla="*/ 0 h 41"/>
              <a:gd name="T14" fmla="*/ 475008575 w 41"/>
              <a:gd name="T15" fmla="*/ 570008912 h 41"/>
              <a:gd name="T16" fmla="*/ 427508407 w 41"/>
              <a:gd name="T17" fmla="*/ 1947527576 h 41"/>
              <a:gd name="T18" fmla="*/ 142500505 w 41"/>
              <a:gd name="T19" fmla="*/ 1900027408 h 41"/>
              <a:gd name="T20" fmla="*/ 475008575 w 41"/>
              <a:gd name="T21" fmla="*/ 1045017487 h 41"/>
              <a:gd name="T22" fmla="*/ 1282518328 w 41"/>
              <a:gd name="T23" fmla="*/ 1472519001 h 41"/>
              <a:gd name="T24" fmla="*/ 760009585 w 41"/>
              <a:gd name="T25" fmla="*/ 1615019506 h 41"/>
              <a:gd name="T26" fmla="*/ 617509080 w 41"/>
              <a:gd name="T27" fmla="*/ 1425018833 h 41"/>
              <a:gd name="T28" fmla="*/ 1187517991 w 41"/>
              <a:gd name="T29" fmla="*/ 1282518328 h 41"/>
              <a:gd name="T30" fmla="*/ 1282518328 w 41"/>
              <a:gd name="T31" fmla="*/ 1472519001 h 41"/>
              <a:gd name="T32" fmla="*/ 807509753 w 41"/>
              <a:gd name="T33" fmla="*/ 1187517991 h 41"/>
              <a:gd name="T34" fmla="*/ 855009921 w 41"/>
              <a:gd name="T35" fmla="*/ 0 h 41"/>
              <a:gd name="T36" fmla="*/ 1140017823 w 41"/>
              <a:gd name="T37" fmla="*/ 47500168 h 41"/>
              <a:gd name="T38" fmla="*/ 1140017823 w 41"/>
              <a:gd name="T39" fmla="*/ 1900027408 h 41"/>
              <a:gd name="T40" fmla="*/ 855009921 w 41"/>
              <a:gd name="T41" fmla="*/ 1947527576 h 41"/>
              <a:gd name="T42" fmla="*/ 807509753 w 41"/>
              <a:gd name="T43" fmla="*/ 1710026735 h 41"/>
              <a:gd name="T44" fmla="*/ 1140017823 w 41"/>
              <a:gd name="T45" fmla="*/ 1900027408 h 41"/>
              <a:gd name="T46" fmla="*/ 1805027071 w 41"/>
              <a:gd name="T47" fmla="*/ 617509080 h 41"/>
              <a:gd name="T48" fmla="*/ 1282518328 w 41"/>
              <a:gd name="T49" fmla="*/ 522508743 h 41"/>
              <a:gd name="T50" fmla="*/ 1425018833 w 41"/>
              <a:gd name="T51" fmla="*/ 332508070 h 41"/>
              <a:gd name="T52" fmla="*/ 1947527576 w 41"/>
              <a:gd name="T53" fmla="*/ 427508407 h 41"/>
              <a:gd name="T54" fmla="*/ 1757526903 w 41"/>
              <a:gd name="T55" fmla="*/ 237500841 h 41"/>
              <a:gd name="T56" fmla="*/ 1472519001 w 41"/>
              <a:gd name="T57" fmla="*/ 47500168 h 41"/>
              <a:gd name="T58" fmla="*/ 1757526903 w 41"/>
              <a:gd name="T59" fmla="*/ 0 h 41"/>
              <a:gd name="T60" fmla="*/ 1757526903 w 41"/>
              <a:gd name="T61" fmla="*/ 237500841 h 41"/>
              <a:gd name="T62" fmla="*/ 1757526903 w 41"/>
              <a:gd name="T63" fmla="*/ 1947527576 h 41"/>
              <a:gd name="T64" fmla="*/ 1472519001 w 41"/>
              <a:gd name="T65" fmla="*/ 1900027408 h 41"/>
              <a:gd name="T66" fmla="*/ 1757526903 w 41"/>
              <a:gd name="T67" fmla="*/ 712509416 h 4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41" h="41">
                <a:moveTo>
                  <a:pt x="13" y="18"/>
                </a:moveTo>
                <a:cubicBezTo>
                  <a:pt x="13" y="19"/>
                  <a:pt x="12" y="20"/>
                  <a:pt x="11" y="20"/>
                </a:cubicBezTo>
                <a:cubicBezTo>
                  <a:pt x="2" y="20"/>
                  <a:pt x="2" y="20"/>
                  <a:pt x="2" y="20"/>
                </a:cubicBezTo>
                <a:cubicBezTo>
                  <a:pt x="1" y="20"/>
                  <a:pt x="0" y="19"/>
                  <a:pt x="0" y="18"/>
                </a:cubicBezTo>
                <a:cubicBezTo>
                  <a:pt x="0" y="16"/>
                  <a:pt x="0" y="16"/>
                  <a:pt x="0" y="16"/>
                </a:cubicBezTo>
                <a:cubicBezTo>
                  <a:pt x="0" y="15"/>
                  <a:pt x="1" y="13"/>
                  <a:pt x="2" y="13"/>
                </a:cubicBezTo>
                <a:cubicBezTo>
                  <a:pt x="11" y="13"/>
                  <a:pt x="11" y="13"/>
                  <a:pt x="11" y="13"/>
                </a:cubicBezTo>
                <a:cubicBezTo>
                  <a:pt x="12" y="13"/>
                  <a:pt x="13" y="15"/>
                  <a:pt x="13" y="16"/>
                </a:cubicBezTo>
                <a:lnTo>
                  <a:pt x="13" y="18"/>
                </a:lnTo>
                <a:close/>
                <a:moveTo>
                  <a:pt x="10" y="12"/>
                </a:moveTo>
                <a:cubicBezTo>
                  <a:pt x="3" y="12"/>
                  <a:pt x="3" y="12"/>
                  <a:pt x="3" y="12"/>
                </a:cubicBezTo>
                <a:cubicBezTo>
                  <a:pt x="3" y="1"/>
                  <a:pt x="3" y="1"/>
                  <a:pt x="3" y="1"/>
                </a:cubicBezTo>
                <a:cubicBezTo>
                  <a:pt x="3" y="0"/>
                  <a:pt x="4" y="0"/>
                  <a:pt x="4" y="0"/>
                </a:cubicBezTo>
                <a:cubicBezTo>
                  <a:pt x="9" y="0"/>
                  <a:pt x="9" y="0"/>
                  <a:pt x="9" y="0"/>
                </a:cubicBezTo>
                <a:cubicBezTo>
                  <a:pt x="10" y="0"/>
                  <a:pt x="10" y="0"/>
                  <a:pt x="10" y="1"/>
                </a:cubicBezTo>
                <a:lnTo>
                  <a:pt x="10" y="12"/>
                </a:lnTo>
                <a:close/>
                <a:moveTo>
                  <a:pt x="10" y="40"/>
                </a:moveTo>
                <a:cubicBezTo>
                  <a:pt x="10" y="40"/>
                  <a:pt x="10" y="41"/>
                  <a:pt x="9" y="41"/>
                </a:cubicBezTo>
                <a:cubicBezTo>
                  <a:pt x="4" y="41"/>
                  <a:pt x="4" y="41"/>
                  <a:pt x="4" y="41"/>
                </a:cubicBezTo>
                <a:cubicBezTo>
                  <a:pt x="4" y="41"/>
                  <a:pt x="3" y="40"/>
                  <a:pt x="3" y="40"/>
                </a:cubicBezTo>
                <a:cubicBezTo>
                  <a:pt x="3" y="22"/>
                  <a:pt x="3" y="22"/>
                  <a:pt x="3" y="22"/>
                </a:cubicBezTo>
                <a:cubicBezTo>
                  <a:pt x="10" y="22"/>
                  <a:pt x="10" y="22"/>
                  <a:pt x="10" y="22"/>
                </a:cubicBezTo>
                <a:lnTo>
                  <a:pt x="10" y="40"/>
                </a:lnTo>
                <a:close/>
                <a:moveTo>
                  <a:pt x="27" y="31"/>
                </a:moveTo>
                <a:cubicBezTo>
                  <a:pt x="27" y="33"/>
                  <a:pt x="26" y="34"/>
                  <a:pt x="25" y="34"/>
                </a:cubicBezTo>
                <a:cubicBezTo>
                  <a:pt x="16" y="34"/>
                  <a:pt x="16" y="34"/>
                  <a:pt x="16" y="34"/>
                </a:cubicBezTo>
                <a:cubicBezTo>
                  <a:pt x="15" y="34"/>
                  <a:pt x="13" y="33"/>
                  <a:pt x="13" y="31"/>
                </a:cubicBezTo>
                <a:cubicBezTo>
                  <a:pt x="13" y="30"/>
                  <a:pt x="13" y="30"/>
                  <a:pt x="13" y="30"/>
                </a:cubicBezTo>
                <a:cubicBezTo>
                  <a:pt x="13" y="28"/>
                  <a:pt x="15" y="27"/>
                  <a:pt x="16" y="27"/>
                </a:cubicBezTo>
                <a:cubicBezTo>
                  <a:pt x="25" y="27"/>
                  <a:pt x="25" y="27"/>
                  <a:pt x="25" y="27"/>
                </a:cubicBezTo>
                <a:cubicBezTo>
                  <a:pt x="26" y="27"/>
                  <a:pt x="27" y="28"/>
                  <a:pt x="27" y="30"/>
                </a:cubicBezTo>
                <a:lnTo>
                  <a:pt x="27" y="31"/>
                </a:lnTo>
                <a:close/>
                <a:moveTo>
                  <a:pt x="24" y="25"/>
                </a:moveTo>
                <a:cubicBezTo>
                  <a:pt x="17" y="25"/>
                  <a:pt x="17" y="25"/>
                  <a:pt x="17" y="25"/>
                </a:cubicBezTo>
                <a:cubicBezTo>
                  <a:pt x="17" y="1"/>
                  <a:pt x="17" y="1"/>
                  <a:pt x="17" y="1"/>
                </a:cubicBezTo>
                <a:cubicBezTo>
                  <a:pt x="17" y="0"/>
                  <a:pt x="17" y="0"/>
                  <a:pt x="18" y="0"/>
                </a:cubicBezTo>
                <a:cubicBezTo>
                  <a:pt x="23" y="0"/>
                  <a:pt x="23" y="0"/>
                  <a:pt x="23" y="0"/>
                </a:cubicBezTo>
                <a:cubicBezTo>
                  <a:pt x="23" y="0"/>
                  <a:pt x="24" y="0"/>
                  <a:pt x="24" y="1"/>
                </a:cubicBezTo>
                <a:lnTo>
                  <a:pt x="24" y="25"/>
                </a:lnTo>
                <a:close/>
                <a:moveTo>
                  <a:pt x="24" y="40"/>
                </a:moveTo>
                <a:cubicBezTo>
                  <a:pt x="24" y="40"/>
                  <a:pt x="23" y="41"/>
                  <a:pt x="23" y="41"/>
                </a:cubicBezTo>
                <a:cubicBezTo>
                  <a:pt x="18" y="41"/>
                  <a:pt x="18" y="41"/>
                  <a:pt x="18" y="41"/>
                </a:cubicBezTo>
                <a:cubicBezTo>
                  <a:pt x="17" y="41"/>
                  <a:pt x="17" y="40"/>
                  <a:pt x="17" y="40"/>
                </a:cubicBezTo>
                <a:cubicBezTo>
                  <a:pt x="17" y="36"/>
                  <a:pt x="17" y="36"/>
                  <a:pt x="17" y="36"/>
                </a:cubicBezTo>
                <a:cubicBezTo>
                  <a:pt x="24" y="36"/>
                  <a:pt x="24" y="36"/>
                  <a:pt x="24" y="36"/>
                </a:cubicBezTo>
                <a:lnTo>
                  <a:pt x="24" y="40"/>
                </a:lnTo>
                <a:close/>
                <a:moveTo>
                  <a:pt x="41" y="11"/>
                </a:moveTo>
                <a:cubicBezTo>
                  <a:pt x="41" y="12"/>
                  <a:pt x="40" y="13"/>
                  <a:pt x="38" y="13"/>
                </a:cubicBezTo>
                <a:cubicBezTo>
                  <a:pt x="30" y="13"/>
                  <a:pt x="30" y="13"/>
                  <a:pt x="30" y="13"/>
                </a:cubicBezTo>
                <a:cubicBezTo>
                  <a:pt x="28" y="13"/>
                  <a:pt x="27" y="12"/>
                  <a:pt x="27" y="11"/>
                </a:cubicBezTo>
                <a:cubicBezTo>
                  <a:pt x="27" y="9"/>
                  <a:pt x="27" y="9"/>
                  <a:pt x="27" y="9"/>
                </a:cubicBezTo>
                <a:cubicBezTo>
                  <a:pt x="27" y="8"/>
                  <a:pt x="28" y="7"/>
                  <a:pt x="30" y="7"/>
                </a:cubicBezTo>
                <a:cubicBezTo>
                  <a:pt x="38" y="7"/>
                  <a:pt x="38" y="7"/>
                  <a:pt x="38" y="7"/>
                </a:cubicBezTo>
                <a:cubicBezTo>
                  <a:pt x="40" y="7"/>
                  <a:pt x="41" y="8"/>
                  <a:pt x="41" y="9"/>
                </a:cubicBezTo>
                <a:lnTo>
                  <a:pt x="41" y="11"/>
                </a:lnTo>
                <a:close/>
                <a:moveTo>
                  <a:pt x="37" y="5"/>
                </a:moveTo>
                <a:cubicBezTo>
                  <a:pt x="31" y="5"/>
                  <a:pt x="31" y="5"/>
                  <a:pt x="31" y="5"/>
                </a:cubicBezTo>
                <a:cubicBezTo>
                  <a:pt x="31" y="1"/>
                  <a:pt x="31" y="1"/>
                  <a:pt x="31" y="1"/>
                </a:cubicBezTo>
                <a:cubicBezTo>
                  <a:pt x="31" y="0"/>
                  <a:pt x="31" y="0"/>
                  <a:pt x="31" y="0"/>
                </a:cubicBezTo>
                <a:cubicBezTo>
                  <a:pt x="37" y="0"/>
                  <a:pt x="37" y="0"/>
                  <a:pt x="37" y="0"/>
                </a:cubicBezTo>
                <a:cubicBezTo>
                  <a:pt x="37" y="0"/>
                  <a:pt x="37" y="0"/>
                  <a:pt x="37" y="1"/>
                </a:cubicBezTo>
                <a:lnTo>
                  <a:pt x="37" y="5"/>
                </a:lnTo>
                <a:close/>
                <a:moveTo>
                  <a:pt x="37" y="40"/>
                </a:moveTo>
                <a:cubicBezTo>
                  <a:pt x="37" y="40"/>
                  <a:pt x="37" y="41"/>
                  <a:pt x="37" y="41"/>
                </a:cubicBezTo>
                <a:cubicBezTo>
                  <a:pt x="31" y="41"/>
                  <a:pt x="31" y="41"/>
                  <a:pt x="31" y="41"/>
                </a:cubicBezTo>
                <a:cubicBezTo>
                  <a:pt x="31" y="41"/>
                  <a:pt x="31" y="40"/>
                  <a:pt x="31" y="40"/>
                </a:cubicBezTo>
                <a:cubicBezTo>
                  <a:pt x="31" y="15"/>
                  <a:pt x="31" y="15"/>
                  <a:pt x="31" y="15"/>
                </a:cubicBezTo>
                <a:cubicBezTo>
                  <a:pt x="37" y="15"/>
                  <a:pt x="37" y="15"/>
                  <a:pt x="37" y="15"/>
                </a:cubicBezTo>
                <a:lnTo>
                  <a:pt x="37" y="4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7" name="稻壳儿小白白(http://dwz.cn/Wu2UP)"/>
          <p:cNvSpPr>
            <a:spLocks noEditPoints="1"/>
          </p:cNvSpPr>
          <p:nvPr/>
        </p:nvSpPr>
        <p:spPr>
          <a:xfrm>
            <a:off x="6824833" y="4373951"/>
            <a:ext cx="290554" cy="290554"/>
          </a:xfrm>
          <a:custGeom>
            <a:avLst/>
            <a:gdLst>
              <a:gd name="T0" fmla="*/ 950010258 w 41"/>
              <a:gd name="T1" fmla="*/ 1947527576 h 41"/>
              <a:gd name="T2" fmla="*/ 0 w 41"/>
              <a:gd name="T3" fmla="*/ 997517318 h 41"/>
              <a:gd name="T4" fmla="*/ 950010258 w 41"/>
              <a:gd name="T5" fmla="*/ 0 h 41"/>
              <a:gd name="T6" fmla="*/ 1947527576 w 41"/>
              <a:gd name="T7" fmla="*/ 997517318 h 41"/>
              <a:gd name="T8" fmla="*/ 950010258 w 41"/>
              <a:gd name="T9" fmla="*/ 1947527576 h 41"/>
              <a:gd name="T10" fmla="*/ 950010258 w 41"/>
              <a:gd name="T11" fmla="*/ 190000673 h 41"/>
              <a:gd name="T12" fmla="*/ 142500505 w 41"/>
              <a:gd name="T13" fmla="*/ 997517318 h 41"/>
              <a:gd name="T14" fmla="*/ 950010258 w 41"/>
              <a:gd name="T15" fmla="*/ 1805027071 h 41"/>
              <a:gd name="T16" fmla="*/ 1757526903 w 41"/>
              <a:gd name="T17" fmla="*/ 997517318 h 41"/>
              <a:gd name="T18" fmla="*/ 950010258 w 41"/>
              <a:gd name="T19" fmla="*/ 190000673 h 41"/>
              <a:gd name="T20" fmla="*/ 617509080 w 41"/>
              <a:gd name="T21" fmla="*/ 807509753 h 41"/>
              <a:gd name="T22" fmla="*/ 475008575 w 41"/>
              <a:gd name="T23" fmla="*/ 665009248 h 41"/>
              <a:gd name="T24" fmla="*/ 617509080 w 41"/>
              <a:gd name="T25" fmla="*/ 522508743 h 41"/>
              <a:gd name="T26" fmla="*/ 807509753 w 41"/>
              <a:gd name="T27" fmla="*/ 665009248 h 41"/>
              <a:gd name="T28" fmla="*/ 617509080 w 41"/>
              <a:gd name="T29" fmla="*/ 807509753 h 41"/>
              <a:gd name="T30" fmla="*/ 950010258 w 41"/>
              <a:gd name="T31" fmla="*/ 1567519338 h 41"/>
              <a:gd name="T32" fmla="*/ 475008575 w 41"/>
              <a:gd name="T33" fmla="*/ 1235018160 h 41"/>
              <a:gd name="T34" fmla="*/ 570008912 w 41"/>
              <a:gd name="T35" fmla="*/ 1140017823 h 41"/>
              <a:gd name="T36" fmla="*/ 665009248 w 41"/>
              <a:gd name="T37" fmla="*/ 1187517991 h 41"/>
              <a:gd name="T38" fmla="*/ 950010258 w 41"/>
              <a:gd name="T39" fmla="*/ 1377518665 h 41"/>
              <a:gd name="T40" fmla="*/ 1282518328 w 41"/>
              <a:gd name="T41" fmla="*/ 1187517991 h 41"/>
              <a:gd name="T42" fmla="*/ 1377518665 w 41"/>
              <a:gd name="T43" fmla="*/ 1140017823 h 41"/>
              <a:gd name="T44" fmla="*/ 1425018833 w 41"/>
              <a:gd name="T45" fmla="*/ 1235018160 h 41"/>
              <a:gd name="T46" fmla="*/ 950010258 w 41"/>
              <a:gd name="T47" fmla="*/ 1567519338 h 41"/>
              <a:gd name="T48" fmla="*/ 1282518328 w 41"/>
              <a:gd name="T49" fmla="*/ 807509753 h 41"/>
              <a:gd name="T50" fmla="*/ 1140017823 w 41"/>
              <a:gd name="T51" fmla="*/ 665009248 h 41"/>
              <a:gd name="T52" fmla="*/ 1282518328 w 41"/>
              <a:gd name="T53" fmla="*/ 522508743 h 41"/>
              <a:gd name="T54" fmla="*/ 1472519001 w 41"/>
              <a:gd name="T55" fmla="*/ 665009248 h 41"/>
              <a:gd name="T56" fmla="*/ 1282518328 w 41"/>
              <a:gd name="T57" fmla="*/ 807509753 h 41"/>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2" y="41"/>
                  <a:pt x="20" y="41"/>
                </a:cubicBezTo>
                <a:close/>
                <a:moveTo>
                  <a:pt x="20" y="4"/>
                </a:moveTo>
                <a:cubicBezTo>
                  <a:pt x="11" y="4"/>
                  <a:pt x="3" y="11"/>
                  <a:pt x="3" y="21"/>
                </a:cubicBezTo>
                <a:cubicBezTo>
                  <a:pt x="3" y="30"/>
                  <a:pt x="11" y="38"/>
                  <a:pt x="20" y="38"/>
                </a:cubicBezTo>
                <a:cubicBezTo>
                  <a:pt x="30" y="38"/>
                  <a:pt x="37" y="30"/>
                  <a:pt x="37" y="21"/>
                </a:cubicBezTo>
                <a:cubicBezTo>
                  <a:pt x="37" y="11"/>
                  <a:pt x="30" y="4"/>
                  <a:pt x="20" y="4"/>
                </a:cubicBezTo>
                <a:close/>
                <a:moveTo>
                  <a:pt x="13" y="17"/>
                </a:moveTo>
                <a:cubicBezTo>
                  <a:pt x="12" y="17"/>
                  <a:pt x="10" y="16"/>
                  <a:pt x="10" y="14"/>
                </a:cubicBezTo>
                <a:cubicBezTo>
                  <a:pt x="10" y="12"/>
                  <a:pt x="12" y="11"/>
                  <a:pt x="13" y="11"/>
                </a:cubicBezTo>
                <a:cubicBezTo>
                  <a:pt x="15" y="11"/>
                  <a:pt x="17" y="12"/>
                  <a:pt x="17" y="14"/>
                </a:cubicBezTo>
                <a:cubicBezTo>
                  <a:pt x="17" y="16"/>
                  <a:pt x="15" y="17"/>
                  <a:pt x="13" y="17"/>
                </a:cubicBezTo>
                <a:close/>
                <a:moveTo>
                  <a:pt x="20" y="33"/>
                </a:moveTo>
                <a:cubicBezTo>
                  <a:pt x="16" y="33"/>
                  <a:pt x="12" y="30"/>
                  <a:pt x="10" y="26"/>
                </a:cubicBezTo>
                <a:cubicBezTo>
                  <a:pt x="10" y="25"/>
                  <a:pt x="11" y="24"/>
                  <a:pt x="12" y="24"/>
                </a:cubicBezTo>
                <a:cubicBezTo>
                  <a:pt x="13" y="23"/>
                  <a:pt x="13" y="24"/>
                  <a:pt x="14" y="25"/>
                </a:cubicBezTo>
                <a:cubicBezTo>
                  <a:pt x="15" y="27"/>
                  <a:pt x="17" y="29"/>
                  <a:pt x="20" y="29"/>
                </a:cubicBezTo>
                <a:cubicBezTo>
                  <a:pt x="23" y="29"/>
                  <a:pt x="26" y="27"/>
                  <a:pt x="27" y="25"/>
                </a:cubicBezTo>
                <a:cubicBezTo>
                  <a:pt x="27" y="24"/>
                  <a:pt x="28" y="23"/>
                  <a:pt x="29" y="24"/>
                </a:cubicBezTo>
                <a:cubicBezTo>
                  <a:pt x="30" y="24"/>
                  <a:pt x="30" y="25"/>
                  <a:pt x="30" y="26"/>
                </a:cubicBezTo>
                <a:cubicBezTo>
                  <a:pt x="29" y="30"/>
                  <a:pt x="25" y="33"/>
                  <a:pt x="20" y="33"/>
                </a:cubicBezTo>
                <a:close/>
                <a:moveTo>
                  <a:pt x="27" y="17"/>
                </a:moveTo>
                <a:cubicBezTo>
                  <a:pt x="25" y="17"/>
                  <a:pt x="24" y="16"/>
                  <a:pt x="24" y="14"/>
                </a:cubicBezTo>
                <a:cubicBezTo>
                  <a:pt x="24" y="12"/>
                  <a:pt x="25" y="11"/>
                  <a:pt x="27" y="11"/>
                </a:cubicBezTo>
                <a:cubicBezTo>
                  <a:pt x="29" y="11"/>
                  <a:pt x="31" y="12"/>
                  <a:pt x="31" y="14"/>
                </a:cubicBezTo>
                <a:cubicBezTo>
                  <a:pt x="31" y="16"/>
                  <a:pt x="29" y="17"/>
                  <a:pt x="27" y="1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8" name="稻壳儿小白白(http://dwz.cn/Wu2UP)"/>
          <p:cNvSpPr>
            <a:spLocks noEditPoints="1"/>
          </p:cNvSpPr>
          <p:nvPr/>
        </p:nvSpPr>
        <p:spPr>
          <a:xfrm>
            <a:off x="6875436" y="4914250"/>
            <a:ext cx="192615" cy="264437"/>
          </a:xfrm>
          <a:custGeom>
            <a:avLst/>
            <a:gdLst>
              <a:gd name="T0" fmla="*/ 1203382738 w 27"/>
              <a:gd name="T1" fmla="*/ 724677446 h 37"/>
              <a:gd name="T2" fmla="*/ 48135587 w 27"/>
              <a:gd name="T3" fmla="*/ 724677446 h 37"/>
              <a:gd name="T4" fmla="*/ 0 w 27"/>
              <a:gd name="T5" fmla="*/ 628056103 h 37"/>
              <a:gd name="T6" fmla="*/ 0 w 27"/>
              <a:gd name="T7" fmla="*/ 579741957 h 37"/>
              <a:gd name="T8" fmla="*/ 577627044 w 27"/>
              <a:gd name="T9" fmla="*/ 0 h 37"/>
              <a:gd name="T10" fmla="*/ 625762631 w 27"/>
              <a:gd name="T11" fmla="*/ 0 h 37"/>
              <a:gd name="T12" fmla="*/ 722026868 w 27"/>
              <a:gd name="T13" fmla="*/ 0 h 37"/>
              <a:gd name="T14" fmla="*/ 1299653912 w 27"/>
              <a:gd name="T15" fmla="*/ 579741957 h 37"/>
              <a:gd name="T16" fmla="*/ 1299653912 w 27"/>
              <a:gd name="T17" fmla="*/ 628056103 h 37"/>
              <a:gd name="T18" fmla="*/ 1203382738 w 27"/>
              <a:gd name="T19" fmla="*/ 724677446 h 37"/>
              <a:gd name="T20" fmla="*/ 1299653912 w 27"/>
              <a:gd name="T21" fmla="*/ 1207798060 h 37"/>
              <a:gd name="T22" fmla="*/ 722026868 w 27"/>
              <a:gd name="T23" fmla="*/ 1787540017 h 37"/>
              <a:gd name="T24" fmla="*/ 625762631 w 27"/>
              <a:gd name="T25" fmla="*/ 1787540017 h 37"/>
              <a:gd name="T26" fmla="*/ 577627044 w 27"/>
              <a:gd name="T27" fmla="*/ 1787540017 h 37"/>
              <a:gd name="T28" fmla="*/ 0 w 27"/>
              <a:gd name="T29" fmla="*/ 1207798060 h 37"/>
              <a:gd name="T30" fmla="*/ 0 w 27"/>
              <a:gd name="T31" fmla="*/ 1159483914 h 37"/>
              <a:gd name="T32" fmla="*/ 48135587 w 27"/>
              <a:gd name="T33" fmla="*/ 1062862571 h 37"/>
              <a:gd name="T34" fmla="*/ 1203382738 w 27"/>
              <a:gd name="T35" fmla="*/ 1062862571 h 37"/>
              <a:gd name="T36" fmla="*/ 1299653912 w 27"/>
              <a:gd name="T37" fmla="*/ 1159483914 h 37"/>
              <a:gd name="T38" fmla="*/ 1299653912 w 27"/>
              <a:gd name="T39" fmla="*/ 1207798060 h 37"/>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27" h="37">
                <a:moveTo>
                  <a:pt x="25" y="15"/>
                </a:moveTo>
                <a:cubicBezTo>
                  <a:pt x="1" y="15"/>
                  <a:pt x="1" y="15"/>
                  <a:pt x="1" y="15"/>
                </a:cubicBezTo>
                <a:cubicBezTo>
                  <a:pt x="0" y="15"/>
                  <a:pt x="0" y="14"/>
                  <a:pt x="0" y="13"/>
                </a:cubicBezTo>
                <a:cubicBezTo>
                  <a:pt x="0" y="13"/>
                  <a:pt x="0" y="12"/>
                  <a:pt x="0" y="12"/>
                </a:cubicBezTo>
                <a:cubicBezTo>
                  <a:pt x="12" y="0"/>
                  <a:pt x="12" y="0"/>
                  <a:pt x="12" y="0"/>
                </a:cubicBezTo>
                <a:cubicBezTo>
                  <a:pt x="12" y="0"/>
                  <a:pt x="13" y="0"/>
                  <a:pt x="13" y="0"/>
                </a:cubicBezTo>
                <a:cubicBezTo>
                  <a:pt x="14" y="0"/>
                  <a:pt x="14" y="0"/>
                  <a:pt x="15" y="0"/>
                </a:cubicBezTo>
                <a:cubicBezTo>
                  <a:pt x="27" y="12"/>
                  <a:pt x="27" y="12"/>
                  <a:pt x="27" y="12"/>
                </a:cubicBezTo>
                <a:cubicBezTo>
                  <a:pt x="27" y="12"/>
                  <a:pt x="27" y="13"/>
                  <a:pt x="27" y="13"/>
                </a:cubicBezTo>
                <a:cubicBezTo>
                  <a:pt x="27" y="14"/>
                  <a:pt x="26" y="15"/>
                  <a:pt x="25" y="15"/>
                </a:cubicBezTo>
                <a:close/>
                <a:moveTo>
                  <a:pt x="27" y="25"/>
                </a:moveTo>
                <a:cubicBezTo>
                  <a:pt x="15" y="37"/>
                  <a:pt x="15" y="37"/>
                  <a:pt x="15" y="37"/>
                </a:cubicBezTo>
                <a:cubicBezTo>
                  <a:pt x="14" y="37"/>
                  <a:pt x="14" y="37"/>
                  <a:pt x="13" y="37"/>
                </a:cubicBezTo>
                <a:cubicBezTo>
                  <a:pt x="13" y="37"/>
                  <a:pt x="12" y="37"/>
                  <a:pt x="12" y="37"/>
                </a:cubicBezTo>
                <a:cubicBezTo>
                  <a:pt x="0" y="25"/>
                  <a:pt x="0" y="25"/>
                  <a:pt x="0" y="25"/>
                </a:cubicBezTo>
                <a:cubicBezTo>
                  <a:pt x="0" y="24"/>
                  <a:pt x="0" y="24"/>
                  <a:pt x="0" y="24"/>
                </a:cubicBezTo>
                <a:cubicBezTo>
                  <a:pt x="0" y="23"/>
                  <a:pt x="0" y="22"/>
                  <a:pt x="1" y="22"/>
                </a:cubicBezTo>
                <a:cubicBezTo>
                  <a:pt x="25" y="22"/>
                  <a:pt x="25" y="22"/>
                  <a:pt x="25" y="22"/>
                </a:cubicBezTo>
                <a:cubicBezTo>
                  <a:pt x="26" y="22"/>
                  <a:pt x="27" y="23"/>
                  <a:pt x="27" y="24"/>
                </a:cubicBezTo>
                <a:cubicBezTo>
                  <a:pt x="27" y="24"/>
                  <a:pt x="27" y="24"/>
                  <a:pt x="27" y="2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69" name="稻壳儿小白白(http://dwz.cn/Wu2UP)"/>
          <p:cNvSpPr>
            <a:spLocks noEditPoints="1"/>
          </p:cNvSpPr>
          <p:nvPr/>
        </p:nvSpPr>
        <p:spPr>
          <a:xfrm>
            <a:off x="6818304" y="5399052"/>
            <a:ext cx="313407" cy="339524"/>
          </a:xfrm>
          <a:custGeom>
            <a:avLst/>
            <a:gdLst>
              <a:gd name="T0" fmla="*/ 479872964 w 44"/>
              <a:gd name="T1" fmla="*/ 2147483646 h 48"/>
              <a:gd name="T2" fmla="*/ 431880818 w 44"/>
              <a:gd name="T3" fmla="*/ 2147483646 h 48"/>
              <a:gd name="T4" fmla="*/ 0 w 44"/>
              <a:gd name="T5" fmla="*/ 1798269200 h 48"/>
              <a:gd name="T6" fmla="*/ 287925164 w 44"/>
              <a:gd name="T7" fmla="*/ 1798269200 h 48"/>
              <a:gd name="T8" fmla="*/ 335910382 w 44"/>
              <a:gd name="T9" fmla="*/ 0 h 48"/>
              <a:gd name="T10" fmla="*/ 623835545 w 44"/>
              <a:gd name="T11" fmla="*/ 47321788 h 48"/>
              <a:gd name="T12" fmla="*/ 863768564 w 44"/>
              <a:gd name="T13" fmla="*/ 1798269200 h 48"/>
              <a:gd name="T14" fmla="*/ 863768564 w 44"/>
              <a:gd name="T15" fmla="*/ 1845597867 h 48"/>
              <a:gd name="T16" fmla="*/ 1727537127 w 44"/>
              <a:gd name="T17" fmla="*/ 993785054 h 48"/>
              <a:gd name="T18" fmla="*/ 1823507564 w 44"/>
              <a:gd name="T19" fmla="*/ 851812813 h 48"/>
              <a:gd name="T20" fmla="*/ 1439611964 w 44"/>
              <a:gd name="T21" fmla="*/ 662518783 h 48"/>
              <a:gd name="T22" fmla="*/ 1487597182 w 44"/>
              <a:gd name="T23" fmla="*/ 851812813 h 48"/>
              <a:gd name="T24" fmla="*/ 1103701582 w 44"/>
              <a:gd name="T25" fmla="*/ 993785054 h 48"/>
              <a:gd name="T26" fmla="*/ 1199678945 w 44"/>
              <a:gd name="T27" fmla="*/ 851812813 h 48"/>
              <a:gd name="T28" fmla="*/ 1679551909 w 44"/>
              <a:gd name="T29" fmla="*/ 0 h 48"/>
              <a:gd name="T30" fmla="*/ 2111432727 w 44"/>
              <a:gd name="T31" fmla="*/ 851812813 h 48"/>
              <a:gd name="T32" fmla="*/ 1967470145 w 44"/>
              <a:gd name="T33" fmla="*/ 2147483646 h 48"/>
              <a:gd name="T34" fmla="*/ 1199678945 w 44"/>
              <a:gd name="T35" fmla="*/ 2147483646 h 48"/>
              <a:gd name="T36" fmla="*/ 1727537127 w 44"/>
              <a:gd name="T37" fmla="*/ 1467009808 h 48"/>
              <a:gd name="T38" fmla="*/ 1727537127 w 44"/>
              <a:gd name="T39" fmla="*/ 1419688021 h 48"/>
              <a:gd name="T40" fmla="*/ 1679551909 w 44"/>
              <a:gd name="T41" fmla="*/ 1467009808 h 48"/>
              <a:gd name="T42" fmla="*/ 1391626745 w 44"/>
              <a:gd name="T43" fmla="*/ 1608982050 h 48"/>
              <a:gd name="T44" fmla="*/ 1247664164 w 44"/>
              <a:gd name="T45" fmla="*/ 1277722658 h 48"/>
              <a:gd name="T46" fmla="*/ 1967470145 w 44"/>
              <a:gd name="T47" fmla="*/ 1419688021 h 48"/>
              <a:gd name="T48" fmla="*/ 1439611964 w 44"/>
              <a:gd name="T49" fmla="*/ 2129535471 h 48"/>
              <a:gd name="T50" fmla="*/ 1439611964 w 44"/>
              <a:gd name="T51" fmla="*/ 2129535471 h 48"/>
              <a:gd name="T52" fmla="*/ 1487597182 w 44"/>
              <a:gd name="T53" fmla="*/ 2129535471 h 48"/>
              <a:gd name="T54" fmla="*/ 1823507564 w 44"/>
              <a:gd name="T55" fmla="*/ 1987563229 h 48"/>
              <a:gd name="T56" fmla="*/ 1967470145 w 44"/>
              <a:gd name="T57" fmla="*/ 2147483646 h 48"/>
              <a:gd name="T58" fmla="*/ 1631559764 w 44"/>
              <a:gd name="T59" fmla="*/ 236615817 h 48"/>
              <a:gd name="T60" fmla="*/ 1583574545 w 44"/>
              <a:gd name="T61" fmla="*/ 141972242 h 48"/>
              <a:gd name="T62" fmla="*/ 1583574545 w 44"/>
              <a:gd name="T63" fmla="*/ 189294029 h 48"/>
              <a:gd name="T64" fmla="*/ 1487597182 w 44"/>
              <a:gd name="T65" fmla="*/ 520553421 h 48"/>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4" h="48">
                <a:moveTo>
                  <a:pt x="18" y="39"/>
                </a:moveTo>
                <a:cubicBezTo>
                  <a:pt x="10" y="48"/>
                  <a:pt x="10" y="48"/>
                  <a:pt x="10" y="48"/>
                </a:cubicBezTo>
                <a:cubicBezTo>
                  <a:pt x="10" y="48"/>
                  <a:pt x="10" y="48"/>
                  <a:pt x="9" y="48"/>
                </a:cubicBezTo>
                <a:cubicBezTo>
                  <a:pt x="9" y="48"/>
                  <a:pt x="9" y="48"/>
                  <a:pt x="9" y="48"/>
                </a:cubicBezTo>
                <a:cubicBezTo>
                  <a:pt x="0" y="39"/>
                  <a:pt x="0" y="39"/>
                  <a:pt x="0" y="39"/>
                </a:cubicBezTo>
                <a:cubicBezTo>
                  <a:pt x="0" y="39"/>
                  <a:pt x="0" y="39"/>
                  <a:pt x="0" y="38"/>
                </a:cubicBezTo>
                <a:cubicBezTo>
                  <a:pt x="0" y="38"/>
                  <a:pt x="0" y="38"/>
                  <a:pt x="1" y="38"/>
                </a:cubicBezTo>
                <a:cubicBezTo>
                  <a:pt x="6" y="38"/>
                  <a:pt x="6" y="38"/>
                  <a:pt x="6" y="38"/>
                </a:cubicBezTo>
                <a:cubicBezTo>
                  <a:pt x="6" y="1"/>
                  <a:pt x="6" y="1"/>
                  <a:pt x="6" y="1"/>
                </a:cubicBezTo>
                <a:cubicBezTo>
                  <a:pt x="6" y="0"/>
                  <a:pt x="6" y="0"/>
                  <a:pt x="7" y="0"/>
                </a:cubicBezTo>
                <a:cubicBezTo>
                  <a:pt x="12" y="0"/>
                  <a:pt x="12" y="0"/>
                  <a:pt x="12" y="0"/>
                </a:cubicBezTo>
                <a:cubicBezTo>
                  <a:pt x="12" y="0"/>
                  <a:pt x="13" y="0"/>
                  <a:pt x="13" y="1"/>
                </a:cubicBezTo>
                <a:cubicBezTo>
                  <a:pt x="13" y="38"/>
                  <a:pt x="13" y="38"/>
                  <a:pt x="13" y="38"/>
                </a:cubicBezTo>
                <a:cubicBezTo>
                  <a:pt x="18" y="38"/>
                  <a:pt x="18" y="38"/>
                  <a:pt x="18" y="38"/>
                </a:cubicBezTo>
                <a:cubicBezTo>
                  <a:pt x="18" y="38"/>
                  <a:pt x="19" y="38"/>
                  <a:pt x="19" y="39"/>
                </a:cubicBezTo>
                <a:cubicBezTo>
                  <a:pt x="19" y="39"/>
                  <a:pt x="19" y="39"/>
                  <a:pt x="18" y="39"/>
                </a:cubicBezTo>
                <a:close/>
                <a:moveTo>
                  <a:pt x="44" y="21"/>
                </a:moveTo>
                <a:cubicBezTo>
                  <a:pt x="36" y="21"/>
                  <a:pt x="36" y="21"/>
                  <a:pt x="36" y="21"/>
                </a:cubicBezTo>
                <a:cubicBezTo>
                  <a:pt x="36" y="18"/>
                  <a:pt x="36" y="18"/>
                  <a:pt x="36" y="18"/>
                </a:cubicBezTo>
                <a:cubicBezTo>
                  <a:pt x="38" y="18"/>
                  <a:pt x="38" y="18"/>
                  <a:pt x="38" y="18"/>
                </a:cubicBezTo>
                <a:cubicBezTo>
                  <a:pt x="37" y="14"/>
                  <a:pt x="37" y="14"/>
                  <a:pt x="37" y="14"/>
                </a:cubicBezTo>
                <a:cubicBezTo>
                  <a:pt x="30" y="14"/>
                  <a:pt x="30" y="14"/>
                  <a:pt x="30" y="14"/>
                </a:cubicBezTo>
                <a:cubicBezTo>
                  <a:pt x="29" y="18"/>
                  <a:pt x="29" y="18"/>
                  <a:pt x="29" y="18"/>
                </a:cubicBezTo>
                <a:cubicBezTo>
                  <a:pt x="31" y="18"/>
                  <a:pt x="31" y="18"/>
                  <a:pt x="31" y="18"/>
                </a:cubicBezTo>
                <a:cubicBezTo>
                  <a:pt x="31" y="21"/>
                  <a:pt x="31" y="21"/>
                  <a:pt x="31" y="21"/>
                </a:cubicBezTo>
                <a:cubicBezTo>
                  <a:pt x="23" y="21"/>
                  <a:pt x="23" y="21"/>
                  <a:pt x="23" y="21"/>
                </a:cubicBezTo>
                <a:cubicBezTo>
                  <a:pt x="23" y="18"/>
                  <a:pt x="23" y="18"/>
                  <a:pt x="23" y="18"/>
                </a:cubicBezTo>
                <a:cubicBezTo>
                  <a:pt x="25" y="18"/>
                  <a:pt x="25" y="18"/>
                  <a:pt x="25" y="18"/>
                </a:cubicBezTo>
                <a:cubicBezTo>
                  <a:pt x="31" y="0"/>
                  <a:pt x="31" y="0"/>
                  <a:pt x="31" y="0"/>
                </a:cubicBezTo>
                <a:cubicBezTo>
                  <a:pt x="35" y="0"/>
                  <a:pt x="35" y="0"/>
                  <a:pt x="35" y="0"/>
                </a:cubicBezTo>
                <a:cubicBezTo>
                  <a:pt x="42" y="18"/>
                  <a:pt x="42" y="18"/>
                  <a:pt x="42" y="18"/>
                </a:cubicBezTo>
                <a:cubicBezTo>
                  <a:pt x="44" y="18"/>
                  <a:pt x="44" y="18"/>
                  <a:pt x="44" y="18"/>
                </a:cubicBezTo>
                <a:lnTo>
                  <a:pt x="44" y="21"/>
                </a:lnTo>
                <a:close/>
                <a:moveTo>
                  <a:pt x="41" y="48"/>
                </a:moveTo>
                <a:cubicBezTo>
                  <a:pt x="25" y="48"/>
                  <a:pt x="25" y="48"/>
                  <a:pt x="25" y="48"/>
                </a:cubicBezTo>
                <a:cubicBezTo>
                  <a:pt x="25" y="46"/>
                  <a:pt x="25" y="46"/>
                  <a:pt x="25" y="46"/>
                </a:cubicBezTo>
                <a:cubicBezTo>
                  <a:pt x="35" y="31"/>
                  <a:pt x="35" y="31"/>
                  <a:pt x="35" y="31"/>
                </a:cubicBezTo>
                <a:cubicBezTo>
                  <a:pt x="36" y="31"/>
                  <a:pt x="36" y="31"/>
                  <a:pt x="36" y="31"/>
                </a:cubicBezTo>
                <a:cubicBezTo>
                  <a:pt x="36" y="31"/>
                  <a:pt x="36" y="31"/>
                  <a:pt x="36" y="31"/>
                </a:cubicBezTo>
                <a:cubicBezTo>
                  <a:pt x="36" y="30"/>
                  <a:pt x="36" y="30"/>
                  <a:pt x="36" y="30"/>
                </a:cubicBezTo>
                <a:cubicBezTo>
                  <a:pt x="36" y="30"/>
                  <a:pt x="36" y="30"/>
                  <a:pt x="36" y="30"/>
                </a:cubicBezTo>
                <a:cubicBezTo>
                  <a:pt x="36" y="31"/>
                  <a:pt x="35" y="31"/>
                  <a:pt x="35" y="31"/>
                </a:cubicBezTo>
                <a:cubicBezTo>
                  <a:pt x="29" y="31"/>
                  <a:pt x="29" y="31"/>
                  <a:pt x="29" y="31"/>
                </a:cubicBezTo>
                <a:cubicBezTo>
                  <a:pt x="29" y="34"/>
                  <a:pt x="29" y="34"/>
                  <a:pt x="29" y="34"/>
                </a:cubicBezTo>
                <a:cubicBezTo>
                  <a:pt x="26" y="34"/>
                  <a:pt x="26" y="34"/>
                  <a:pt x="26" y="34"/>
                </a:cubicBezTo>
                <a:cubicBezTo>
                  <a:pt x="26" y="27"/>
                  <a:pt x="26" y="27"/>
                  <a:pt x="26" y="27"/>
                </a:cubicBezTo>
                <a:cubicBezTo>
                  <a:pt x="41" y="27"/>
                  <a:pt x="41" y="27"/>
                  <a:pt x="41" y="27"/>
                </a:cubicBezTo>
                <a:cubicBezTo>
                  <a:pt x="41" y="30"/>
                  <a:pt x="41" y="30"/>
                  <a:pt x="41" y="30"/>
                </a:cubicBezTo>
                <a:cubicBezTo>
                  <a:pt x="31" y="44"/>
                  <a:pt x="31" y="44"/>
                  <a:pt x="31" y="44"/>
                </a:cubicBezTo>
                <a:cubicBezTo>
                  <a:pt x="31" y="44"/>
                  <a:pt x="31" y="45"/>
                  <a:pt x="30" y="45"/>
                </a:cubicBezTo>
                <a:cubicBezTo>
                  <a:pt x="30" y="45"/>
                  <a:pt x="30" y="45"/>
                  <a:pt x="30" y="45"/>
                </a:cubicBezTo>
                <a:cubicBezTo>
                  <a:pt x="30" y="45"/>
                  <a:pt x="30" y="45"/>
                  <a:pt x="30" y="45"/>
                </a:cubicBezTo>
                <a:cubicBezTo>
                  <a:pt x="30" y="45"/>
                  <a:pt x="30" y="45"/>
                  <a:pt x="30" y="45"/>
                </a:cubicBezTo>
                <a:cubicBezTo>
                  <a:pt x="31" y="45"/>
                  <a:pt x="31" y="45"/>
                  <a:pt x="31" y="45"/>
                </a:cubicBezTo>
                <a:cubicBezTo>
                  <a:pt x="38" y="45"/>
                  <a:pt x="38" y="45"/>
                  <a:pt x="38" y="45"/>
                </a:cubicBezTo>
                <a:cubicBezTo>
                  <a:pt x="38" y="42"/>
                  <a:pt x="38" y="42"/>
                  <a:pt x="38" y="42"/>
                </a:cubicBezTo>
                <a:cubicBezTo>
                  <a:pt x="41" y="42"/>
                  <a:pt x="41" y="42"/>
                  <a:pt x="41" y="42"/>
                </a:cubicBezTo>
                <a:lnTo>
                  <a:pt x="41" y="48"/>
                </a:lnTo>
                <a:close/>
                <a:moveTo>
                  <a:pt x="36" y="11"/>
                </a:moveTo>
                <a:cubicBezTo>
                  <a:pt x="34" y="5"/>
                  <a:pt x="34" y="5"/>
                  <a:pt x="34" y="5"/>
                </a:cubicBezTo>
                <a:cubicBezTo>
                  <a:pt x="33" y="4"/>
                  <a:pt x="33" y="4"/>
                  <a:pt x="33" y="4"/>
                </a:cubicBezTo>
                <a:cubicBezTo>
                  <a:pt x="33" y="4"/>
                  <a:pt x="33" y="4"/>
                  <a:pt x="33" y="3"/>
                </a:cubicBezTo>
                <a:cubicBezTo>
                  <a:pt x="33" y="3"/>
                  <a:pt x="33" y="3"/>
                  <a:pt x="33" y="3"/>
                </a:cubicBezTo>
                <a:cubicBezTo>
                  <a:pt x="33" y="4"/>
                  <a:pt x="33" y="4"/>
                  <a:pt x="33" y="4"/>
                </a:cubicBezTo>
                <a:cubicBezTo>
                  <a:pt x="33" y="4"/>
                  <a:pt x="33" y="5"/>
                  <a:pt x="33" y="5"/>
                </a:cubicBezTo>
                <a:cubicBezTo>
                  <a:pt x="31" y="11"/>
                  <a:pt x="31" y="11"/>
                  <a:pt x="31" y="11"/>
                </a:cubicBezTo>
                <a:lnTo>
                  <a:pt x="36" y="1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0" name="稻壳儿小白白(http://dwz.cn/Wu2UP)"/>
          <p:cNvSpPr>
            <a:spLocks noEditPoints="1"/>
          </p:cNvSpPr>
          <p:nvPr/>
        </p:nvSpPr>
        <p:spPr>
          <a:xfrm>
            <a:off x="6818304" y="5924661"/>
            <a:ext cx="313407" cy="342789"/>
          </a:xfrm>
          <a:custGeom>
            <a:avLst/>
            <a:gdLst>
              <a:gd name="T0" fmla="*/ 479872964 w 44"/>
              <a:gd name="T1" fmla="*/ 2147483646 h 48"/>
              <a:gd name="T2" fmla="*/ 431880818 w 44"/>
              <a:gd name="T3" fmla="*/ 2147483646 h 48"/>
              <a:gd name="T4" fmla="*/ 0 w 44"/>
              <a:gd name="T5" fmla="*/ 1833020766 h 48"/>
              <a:gd name="T6" fmla="*/ 287925164 w 44"/>
              <a:gd name="T7" fmla="*/ 1784785570 h 48"/>
              <a:gd name="T8" fmla="*/ 335910382 w 44"/>
              <a:gd name="T9" fmla="*/ 0 h 48"/>
              <a:gd name="T10" fmla="*/ 623835545 w 44"/>
              <a:gd name="T11" fmla="*/ 48235195 h 48"/>
              <a:gd name="T12" fmla="*/ 863768564 w 44"/>
              <a:gd name="T13" fmla="*/ 1784785570 h 48"/>
              <a:gd name="T14" fmla="*/ 863768564 w 44"/>
              <a:gd name="T15" fmla="*/ 1881255961 h 48"/>
              <a:gd name="T16" fmla="*/ 1727537127 w 44"/>
              <a:gd name="T17" fmla="*/ 2147483646 h 48"/>
              <a:gd name="T18" fmla="*/ 1823507564 w 44"/>
              <a:gd name="T19" fmla="*/ 2147483646 h 48"/>
              <a:gd name="T20" fmla="*/ 1439611964 w 44"/>
              <a:gd name="T21" fmla="*/ 1977733297 h 48"/>
              <a:gd name="T22" fmla="*/ 1487597182 w 44"/>
              <a:gd name="T23" fmla="*/ 2147483646 h 48"/>
              <a:gd name="T24" fmla="*/ 1103701582 w 44"/>
              <a:gd name="T25" fmla="*/ 2147483646 h 48"/>
              <a:gd name="T26" fmla="*/ 1199678945 w 44"/>
              <a:gd name="T27" fmla="*/ 2147483646 h 48"/>
              <a:gd name="T28" fmla="*/ 1679551909 w 44"/>
              <a:gd name="T29" fmla="*/ 1302405836 h 48"/>
              <a:gd name="T30" fmla="*/ 2111432727 w 44"/>
              <a:gd name="T31" fmla="*/ 2147483646 h 48"/>
              <a:gd name="T32" fmla="*/ 1967470145 w 44"/>
              <a:gd name="T33" fmla="*/ 964745578 h 48"/>
              <a:gd name="T34" fmla="*/ 1199678945 w 44"/>
              <a:gd name="T35" fmla="*/ 868275188 h 48"/>
              <a:gd name="T36" fmla="*/ 1727537127 w 44"/>
              <a:gd name="T37" fmla="*/ 144712531 h 48"/>
              <a:gd name="T38" fmla="*/ 1727537127 w 44"/>
              <a:gd name="T39" fmla="*/ 144712531 h 48"/>
              <a:gd name="T40" fmla="*/ 1679551909 w 44"/>
              <a:gd name="T41" fmla="*/ 144712531 h 48"/>
              <a:gd name="T42" fmla="*/ 1391626745 w 44"/>
              <a:gd name="T43" fmla="*/ 289425063 h 48"/>
              <a:gd name="T44" fmla="*/ 1247664164 w 44"/>
              <a:gd name="T45" fmla="*/ 0 h 48"/>
              <a:gd name="T46" fmla="*/ 1967470145 w 44"/>
              <a:gd name="T47" fmla="*/ 96477336 h 48"/>
              <a:gd name="T48" fmla="*/ 1439611964 w 44"/>
              <a:gd name="T49" fmla="*/ 820033047 h 48"/>
              <a:gd name="T50" fmla="*/ 1439611964 w 44"/>
              <a:gd name="T51" fmla="*/ 820033047 h 48"/>
              <a:gd name="T52" fmla="*/ 1487597182 w 44"/>
              <a:gd name="T53" fmla="*/ 820033047 h 48"/>
              <a:gd name="T54" fmla="*/ 1823507564 w 44"/>
              <a:gd name="T55" fmla="*/ 675320516 h 48"/>
              <a:gd name="T56" fmla="*/ 1967470145 w 44"/>
              <a:gd name="T57" fmla="*/ 964745578 h 48"/>
              <a:gd name="T58" fmla="*/ 1631559764 w 44"/>
              <a:gd name="T59" fmla="*/ 1543595703 h 48"/>
              <a:gd name="T60" fmla="*/ 1583574545 w 44"/>
              <a:gd name="T61" fmla="*/ 1447118367 h 48"/>
              <a:gd name="T62" fmla="*/ 1583574545 w 44"/>
              <a:gd name="T63" fmla="*/ 1495360508 h 48"/>
              <a:gd name="T64" fmla="*/ 1487597182 w 44"/>
              <a:gd name="T65" fmla="*/ 1833020766 h 48"/>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4" h="48">
                <a:moveTo>
                  <a:pt x="18" y="39"/>
                </a:moveTo>
                <a:cubicBezTo>
                  <a:pt x="10" y="47"/>
                  <a:pt x="10" y="47"/>
                  <a:pt x="10" y="47"/>
                </a:cubicBezTo>
                <a:cubicBezTo>
                  <a:pt x="10" y="48"/>
                  <a:pt x="10" y="48"/>
                  <a:pt x="9" y="48"/>
                </a:cubicBezTo>
                <a:cubicBezTo>
                  <a:pt x="9" y="48"/>
                  <a:pt x="9" y="48"/>
                  <a:pt x="9" y="47"/>
                </a:cubicBezTo>
                <a:cubicBezTo>
                  <a:pt x="0" y="39"/>
                  <a:pt x="0" y="39"/>
                  <a:pt x="0" y="39"/>
                </a:cubicBezTo>
                <a:cubicBezTo>
                  <a:pt x="0" y="39"/>
                  <a:pt x="0" y="38"/>
                  <a:pt x="0" y="38"/>
                </a:cubicBezTo>
                <a:cubicBezTo>
                  <a:pt x="0" y="38"/>
                  <a:pt x="0" y="37"/>
                  <a:pt x="1" y="37"/>
                </a:cubicBezTo>
                <a:cubicBezTo>
                  <a:pt x="6" y="37"/>
                  <a:pt x="6" y="37"/>
                  <a:pt x="6" y="37"/>
                </a:cubicBezTo>
                <a:cubicBezTo>
                  <a:pt x="6" y="1"/>
                  <a:pt x="6" y="1"/>
                  <a:pt x="6" y="1"/>
                </a:cubicBezTo>
                <a:cubicBezTo>
                  <a:pt x="6" y="0"/>
                  <a:pt x="6" y="0"/>
                  <a:pt x="7" y="0"/>
                </a:cubicBezTo>
                <a:cubicBezTo>
                  <a:pt x="12" y="0"/>
                  <a:pt x="12" y="0"/>
                  <a:pt x="12" y="0"/>
                </a:cubicBezTo>
                <a:cubicBezTo>
                  <a:pt x="12" y="0"/>
                  <a:pt x="13" y="0"/>
                  <a:pt x="13" y="1"/>
                </a:cubicBezTo>
                <a:cubicBezTo>
                  <a:pt x="13" y="37"/>
                  <a:pt x="13" y="37"/>
                  <a:pt x="13" y="37"/>
                </a:cubicBezTo>
                <a:cubicBezTo>
                  <a:pt x="18" y="37"/>
                  <a:pt x="18" y="37"/>
                  <a:pt x="18" y="37"/>
                </a:cubicBezTo>
                <a:cubicBezTo>
                  <a:pt x="18" y="37"/>
                  <a:pt x="19" y="38"/>
                  <a:pt x="19" y="38"/>
                </a:cubicBezTo>
                <a:cubicBezTo>
                  <a:pt x="19" y="38"/>
                  <a:pt x="19" y="39"/>
                  <a:pt x="18" y="39"/>
                </a:cubicBezTo>
                <a:close/>
                <a:moveTo>
                  <a:pt x="44" y="48"/>
                </a:moveTo>
                <a:cubicBezTo>
                  <a:pt x="36" y="48"/>
                  <a:pt x="36" y="48"/>
                  <a:pt x="36" y="48"/>
                </a:cubicBezTo>
                <a:cubicBezTo>
                  <a:pt x="36" y="45"/>
                  <a:pt x="36" y="45"/>
                  <a:pt x="36" y="45"/>
                </a:cubicBezTo>
                <a:cubicBezTo>
                  <a:pt x="38" y="45"/>
                  <a:pt x="38" y="45"/>
                  <a:pt x="38" y="45"/>
                </a:cubicBezTo>
                <a:cubicBezTo>
                  <a:pt x="37" y="41"/>
                  <a:pt x="37" y="41"/>
                  <a:pt x="37" y="41"/>
                </a:cubicBezTo>
                <a:cubicBezTo>
                  <a:pt x="30" y="41"/>
                  <a:pt x="30" y="41"/>
                  <a:pt x="30" y="41"/>
                </a:cubicBezTo>
                <a:cubicBezTo>
                  <a:pt x="29" y="45"/>
                  <a:pt x="29" y="45"/>
                  <a:pt x="29" y="45"/>
                </a:cubicBezTo>
                <a:cubicBezTo>
                  <a:pt x="31" y="45"/>
                  <a:pt x="31" y="45"/>
                  <a:pt x="31" y="45"/>
                </a:cubicBezTo>
                <a:cubicBezTo>
                  <a:pt x="31" y="48"/>
                  <a:pt x="31" y="48"/>
                  <a:pt x="31" y="48"/>
                </a:cubicBezTo>
                <a:cubicBezTo>
                  <a:pt x="23" y="48"/>
                  <a:pt x="23" y="48"/>
                  <a:pt x="23" y="48"/>
                </a:cubicBezTo>
                <a:cubicBezTo>
                  <a:pt x="23" y="45"/>
                  <a:pt x="23" y="45"/>
                  <a:pt x="23" y="45"/>
                </a:cubicBezTo>
                <a:cubicBezTo>
                  <a:pt x="25" y="45"/>
                  <a:pt x="25" y="45"/>
                  <a:pt x="25" y="45"/>
                </a:cubicBezTo>
                <a:cubicBezTo>
                  <a:pt x="31" y="27"/>
                  <a:pt x="31" y="27"/>
                  <a:pt x="31" y="27"/>
                </a:cubicBezTo>
                <a:cubicBezTo>
                  <a:pt x="35" y="27"/>
                  <a:pt x="35" y="27"/>
                  <a:pt x="35" y="27"/>
                </a:cubicBezTo>
                <a:cubicBezTo>
                  <a:pt x="42" y="45"/>
                  <a:pt x="42" y="45"/>
                  <a:pt x="42" y="45"/>
                </a:cubicBezTo>
                <a:cubicBezTo>
                  <a:pt x="44" y="45"/>
                  <a:pt x="44" y="45"/>
                  <a:pt x="44" y="45"/>
                </a:cubicBezTo>
                <a:lnTo>
                  <a:pt x="44" y="48"/>
                </a:lnTo>
                <a:close/>
                <a:moveTo>
                  <a:pt x="41" y="20"/>
                </a:moveTo>
                <a:cubicBezTo>
                  <a:pt x="25" y="20"/>
                  <a:pt x="25" y="20"/>
                  <a:pt x="25" y="20"/>
                </a:cubicBezTo>
                <a:cubicBezTo>
                  <a:pt x="25" y="18"/>
                  <a:pt x="25" y="18"/>
                  <a:pt x="25" y="18"/>
                </a:cubicBezTo>
                <a:cubicBezTo>
                  <a:pt x="35" y="4"/>
                  <a:pt x="35" y="4"/>
                  <a:pt x="35" y="4"/>
                </a:cubicBezTo>
                <a:cubicBezTo>
                  <a:pt x="36" y="3"/>
                  <a:pt x="36" y="3"/>
                  <a:pt x="36" y="3"/>
                </a:cubicBezTo>
                <a:cubicBezTo>
                  <a:pt x="36" y="3"/>
                  <a:pt x="36" y="3"/>
                  <a:pt x="36" y="3"/>
                </a:cubicBezTo>
                <a:cubicBezTo>
                  <a:pt x="36" y="3"/>
                  <a:pt x="36" y="3"/>
                  <a:pt x="36" y="3"/>
                </a:cubicBezTo>
                <a:cubicBezTo>
                  <a:pt x="36" y="3"/>
                  <a:pt x="36" y="3"/>
                  <a:pt x="36" y="3"/>
                </a:cubicBezTo>
                <a:cubicBezTo>
                  <a:pt x="36" y="3"/>
                  <a:pt x="35" y="3"/>
                  <a:pt x="35" y="3"/>
                </a:cubicBezTo>
                <a:cubicBezTo>
                  <a:pt x="29" y="3"/>
                  <a:pt x="29" y="3"/>
                  <a:pt x="29" y="3"/>
                </a:cubicBezTo>
                <a:cubicBezTo>
                  <a:pt x="29" y="6"/>
                  <a:pt x="29" y="6"/>
                  <a:pt x="29" y="6"/>
                </a:cubicBezTo>
                <a:cubicBezTo>
                  <a:pt x="26" y="6"/>
                  <a:pt x="26" y="6"/>
                  <a:pt x="26" y="6"/>
                </a:cubicBezTo>
                <a:cubicBezTo>
                  <a:pt x="26" y="0"/>
                  <a:pt x="26" y="0"/>
                  <a:pt x="26" y="0"/>
                </a:cubicBezTo>
                <a:cubicBezTo>
                  <a:pt x="41" y="0"/>
                  <a:pt x="41" y="0"/>
                  <a:pt x="41" y="0"/>
                </a:cubicBezTo>
                <a:cubicBezTo>
                  <a:pt x="41" y="2"/>
                  <a:pt x="41" y="2"/>
                  <a:pt x="41" y="2"/>
                </a:cubicBezTo>
                <a:cubicBezTo>
                  <a:pt x="31" y="16"/>
                  <a:pt x="31" y="16"/>
                  <a:pt x="31" y="16"/>
                </a:cubicBezTo>
                <a:cubicBezTo>
                  <a:pt x="31" y="16"/>
                  <a:pt x="31" y="17"/>
                  <a:pt x="30" y="17"/>
                </a:cubicBezTo>
                <a:cubicBezTo>
                  <a:pt x="30" y="17"/>
                  <a:pt x="30" y="17"/>
                  <a:pt x="30" y="17"/>
                </a:cubicBezTo>
                <a:cubicBezTo>
                  <a:pt x="30" y="17"/>
                  <a:pt x="30" y="17"/>
                  <a:pt x="30" y="17"/>
                </a:cubicBezTo>
                <a:cubicBezTo>
                  <a:pt x="30" y="17"/>
                  <a:pt x="30" y="17"/>
                  <a:pt x="30" y="17"/>
                </a:cubicBezTo>
                <a:cubicBezTo>
                  <a:pt x="31" y="17"/>
                  <a:pt x="31" y="17"/>
                  <a:pt x="31" y="17"/>
                </a:cubicBezTo>
                <a:cubicBezTo>
                  <a:pt x="38" y="17"/>
                  <a:pt x="38" y="17"/>
                  <a:pt x="38" y="17"/>
                </a:cubicBezTo>
                <a:cubicBezTo>
                  <a:pt x="38" y="14"/>
                  <a:pt x="38" y="14"/>
                  <a:pt x="38" y="14"/>
                </a:cubicBezTo>
                <a:cubicBezTo>
                  <a:pt x="41" y="14"/>
                  <a:pt x="41" y="14"/>
                  <a:pt x="41" y="14"/>
                </a:cubicBezTo>
                <a:lnTo>
                  <a:pt x="41" y="20"/>
                </a:lnTo>
                <a:close/>
                <a:moveTo>
                  <a:pt x="36" y="38"/>
                </a:moveTo>
                <a:cubicBezTo>
                  <a:pt x="34" y="32"/>
                  <a:pt x="34" y="32"/>
                  <a:pt x="34" y="32"/>
                </a:cubicBezTo>
                <a:cubicBezTo>
                  <a:pt x="33" y="31"/>
                  <a:pt x="33" y="31"/>
                  <a:pt x="33" y="31"/>
                </a:cubicBezTo>
                <a:cubicBezTo>
                  <a:pt x="33" y="31"/>
                  <a:pt x="33" y="31"/>
                  <a:pt x="33" y="30"/>
                </a:cubicBezTo>
                <a:cubicBezTo>
                  <a:pt x="33" y="30"/>
                  <a:pt x="33" y="30"/>
                  <a:pt x="33" y="30"/>
                </a:cubicBezTo>
                <a:cubicBezTo>
                  <a:pt x="33" y="31"/>
                  <a:pt x="33" y="31"/>
                  <a:pt x="33" y="31"/>
                </a:cubicBezTo>
                <a:cubicBezTo>
                  <a:pt x="33" y="31"/>
                  <a:pt x="33" y="32"/>
                  <a:pt x="33" y="32"/>
                </a:cubicBezTo>
                <a:cubicBezTo>
                  <a:pt x="31" y="38"/>
                  <a:pt x="31" y="38"/>
                  <a:pt x="31" y="38"/>
                </a:cubicBezTo>
                <a:lnTo>
                  <a:pt x="36" y="3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1" name="稻壳儿小白白(http://dwz.cn/Wu2UP)"/>
          <p:cNvSpPr>
            <a:spLocks noEditPoints="1"/>
          </p:cNvSpPr>
          <p:nvPr/>
        </p:nvSpPr>
        <p:spPr>
          <a:xfrm>
            <a:off x="7650791" y="1259471"/>
            <a:ext cx="412979" cy="269333"/>
          </a:xfrm>
          <a:custGeom>
            <a:avLst/>
            <a:gdLst>
              <a:gd name="T0" fmla="*/ 431573881 w 58"/>
              <a:gd name="T1" fmla="*/ 1187863616 h 38"/>
              <a:gd name="T2" fmla="*/ 287718229 w 58"/>
              <a:gd name="T3" fmla="*/ 1187863616 h 38"/>
              <a:gd name="T4" fmla="*/ 287718229 w 58"/>
              <a:gd name="T5" fmla="*/ 1092835629 h 38"/>
              <a:gd name="T6" fmla="*/ 191809844 w 58"/>
              <a:gd name="T7" fmla="*/ 1092835629 h 38"/>
              <a:gd name="T8" fmla="*/ 143855652 w 58"/>
              <a:gd name="T9" fmla="*/ 997807643 h 38"/>
              <a:gd name="T10" fmla="*/ 143855652 w 58"/>
              <a:gd name="T11" fmla="*/ 950293650 h 38"/>
              <a:gd name="T12" fmla="*/ 0 w 58"/>
              <a:gd name="T13" fmla="*/ 902779657 h 38"/>
              <a:gd name="T14" fmla="*/ 143855652 w 58"/>
              <a:gd name="T15" fmla="*/ 855258770 h 38"/>
              <a:gd name="T16" fmla="*/ 143855652 w 58"/>
              <a:gd name="T17" fmla="*/ 807744777 h 38"/>
              <a:gd name="T18" fmla="*/ 191809844 w 58"/>
              <a:gd name="T19" fmla="*/ 712716791 h 38"/>
              <a:gd name="T20" fmla="*/ 287718229 w 58"/>
              <a:gd name="T21" fmla="*/ 712716791 h 38"/>
              <a:gd name="T22" fmla="*/ 287718229 w 58"/>
              <a:gd name="T23" fmla="*/ 617688804 h 38"/>
              <a:gd name="T24" fmla="*/ 431573881 w 58"/>
              <a:gd name="T25" fmla="*/ 617688804 h 38"/>
              <a:gd name="T26" fmla="*/ 767246301 w 58"/>
              <a:gd name="T27" fmla="*/ 712716791 h 38"/>
              <a:gd name="T28" fmla="*/ 2147483646 w 58"/>
              <a:gd name="T29" fmla="*/ 712716791 h 38"/>
              <a:gd name="T30" fmla="*/ 2147483646 w 58"/>
              <a:gd name="T31" fmla="*/ 760230784 h 38"/>
              <a:gd name="T32" fmla="*/ 2147483646 w 58"/>
              <a:gd name="T33" fmla="*/ 902779657 h 38"/>
              <a:gd name="T34" fmla="*/ 2147483646 w 58"/>
              <a:gd name="T35" fmla="*/ 1045321636 h 38"/>
              <a:gd name="T36" fmla="*/ 2147483646 w 58"/>
              <a:gd name="T37" fmla="*/ 1092835629 h 38"/>
              <a:gd name="T38" fmla="*/ 767246301 w 58"/>
              <a:gd name="T39" fmla="*/ 1092835629 h 38"/>
              <a:gd name="T40" fmla="*/ 431573881 w 58"/>
              <a:gd name="T41" fmla="*/ 1187863616 h 38"/>
              <a:gd name="T42" fmla="*/ 383619688 w 58"/>
              <a:gd name="T43" fmla="*/ 617688804 h 38"/>
              <a:gd name="T44" fmla="*/ 527482265 w 58"/>
              <a:gd name="T45" fmla="*/ 0 h 38"/>
              <a:gd name="T46" fmla="*/ 623383725 w 58"/>
              <a:gd name="T47" fmla="*/ 0 h 38"/>
              <a:gd name="T48" fmla="*/ 863147761 w 58"/>
              <a:gd name="T49" fmla="*/ 95027986 h 38"/>
              <a:gd name="T50" fmla="*/ 1198820182 w 58"/>
              <a:gd name="T51" fmla="*/ 475146825 h 38"/>
              <a:gd name="T52" fmla="*/ 1486538411 w 58"/>
              <a:gd name="T53" fmla="*/ 570174811 h 38"/>
              <a:gd name="T54" fmla="*/ 2109922135 w 58"/>
              <a:gd name="T55" fmla="*/ 665202798 h 38"/>
              <a:gd name="T56" fmla="*/ 767246301 w 58"/>
              <a:gd name="T57" fmla="*/ 665202798 h 38"/>
              <a:gd name="T58" fmla="*/ 431573881 w 58"/>
              <a:gd name="T59" fmla="*/ 617688804 h 38"/>
              <a:gd name="T60" fmla="*/ 383619688 w 58"/>
              <a:gd name="T61" fmla="*/ 617688804 h 38"/>
              <a:gd name="T62" fmla="*/ 2109922135 w 58"/>
              <a:gd name="T63" fmla="*/ 1140349623 h 38"/>
              <a:gd name="T64" fmla="*/ 1486538411 w 58"/>
              <a:gd name="T65" fmla="*/ 1235377609 h 38"/>
              <a:gd name="T66" fmla="*/ 1198820182 w 58"/>
              <a:gd name="T67" fmla="*/ 1330405595 h 38"/>
              <a:gd name="T68" fmla="*/ 863147761 w 58"/>
              <a:gd name="T69" fmla="*/ 1710524434 h 38"/>
              <a:gd name="T70" fmla="*/ 623383725 w 58"/>
              <a:gd name="T71" fmla="*/ 1805552420 h 38"/>
              <a:gd name="T72" fmla="*/ 527482265 w 58"/>
              <a:gd name="T73" fmla="*/ 1805552420 h 38"/>
              <a:gd name="T74" fmla="*/ 383619688 w 58"/>
              <a:gd name="T75" fmla="*/ 1187863616 h 38"/>
              <a:gd name="T76" fmla="*/ 431573881 w 58"/>
              <a:gd name="T77" fmla="*/ 1187863616 h 38"/>
              <a:gd name="T78" fmla="*/ 767246301 w 58"/>
              <a:gd name="T79" fmla="*/ 1140349623 h 38"/>
              <a:gd name="T80" fmla="*/ 2109922135 w 58"/>
              <a:gd name="T81" fmla="*/ 1140349623 h 38"/>
              <a:gd name="T82" fmla="*/ 2147483646 w 58"/>
              <a:gd name="T83" fmla="*/ 902779657 h 38"/>
              <a:gd name="T84" fmla="*/ 2147483646 w 58"/>
              <a:gd name="T85" fmla="*/ 997807643 h 38"/>
              <a:gd name="T86" fmla="*/ 2147483646 w 58"/>
              <a:gd name="T87" fmla="*/ 1045321636 h 38"/>
              <a:gd name="T88" fmla="*/ 2147483646 w 58"/>
              <a:gd name="T89" fmla="*/ 902779657 h 38"/>
              <a:gd name="T90" fmla="*/ 2147483646 w 58"/>
              <a:gd name="T91" fmla="*/ 760230784 h 38"/>
              <a:gd name="T92" fmla="*/ 2147483646 w 58"/>
              <a:gd name="T93" fmla="*/ 807744777 h 38"/>
              <a:gd name="T94" fmla="*/ 2147483646 w 58"/>
              <a:gd name="T95" fmla="*/ 902779657 h 38"/>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58" h="38">
                <a:moveTo>
                  <a:pt x="9" y="25"/>
                </a:moveTo>
                <a:cubicBezTo>
                  <a:pt x="6" y="25"/>
                  <a:pt x="6" y="25"/>
                  <a:pt x="6" y="25"/>
                </a:cubicBezTo>
                <a:cubicBezTo>
                  <a:pt x="6" y="23"/>
                  <a:pt x="6" y="23"/>
                  <a:pt x="6" y="23"/>
                </a:cubicBezTo>
                <a:cubicBezTo>
                  <a:pt x="4" y="23"/>
                  <a:pt x="4" y="23"/>
                  <a:pt x="4" y="23"/>
                </a:cubicBezTo>
                <a:cubicBezTo>
                  <a:pt x="4" y="23"/>
                  <a:pt x="3" y="22"/>
                  <a:pt x="3" y="21"/>
                </a:cubicBezTo>
                <a:cubicBezTo>
                  <a:pt x="3" y="21"/>
                  <a:pt x="3" y="20"/>
                  <a:pt x="3" y="20"/>
                </a:cubicBezTo>
                <a:cubicBezTo>
                  <a:pt x="1" y="20"/>
                  <a:pt x="0" y="19"/>
                  <a:pt x="0" y="19"/>
                </a:cubicBezTo>
                <a:cubicBezTo>
                  <a:pt x="0" y="19"/>
                  <a:pt x="1" y="18"/>
                  <a:pt x="3" y="18"/>
                </a:cubicBezTo>
                <a:cubicBezTo>
                  <a:pt x="3" y="18"/>
                  <a:pt x="3" y="17"/>
                  <a:pt x="3" y="17"/>
                </a:cubicBezTo>
                <a:cubicBezTo>
                  <a:pt x="3" y="16"/>
                  <a:pt x="4" y="15"/>
                  <a:pt x="4" y="15"/>
                </a:cubicBezTo>
                <a:cubicBezTo>
                  <a:pt x="6" y="15"/>
                  <a:pt x="6" y="15"/>
                  <a:pt x="6" y="15"/>
                </a:cubicBezTo>
                <a:cubicBezTo>
                  <a:pt x="6" y="13"/>
                  <a:pt x="6" y="13"/>
                  <a:pt x="6" y="13"/>
                </a:cubicBezTo>
                <a:cubicBezTo>
                  <a:pt x="9" y="13"/>
                  <a:pt x="9" y="13"/>
                  <a:pt x="9" y="13"/>
                </a:cubicBezTo>
                <a:cubicBezTo>
                  <a:pt x="12" y="13"/>
                  <a:pt x="14" y="14"/>
                  <a:pt x="16" y="15"/>
                </a:cubicBezTo>
                <a:cubicBezTo>
                  <a:pt x="46" y="15"/>
                  <a:pt x="46" y="15"/>
                  <a:pt x="46" y="15"/>
                </a:cubicBezTo>
                <a:cubicBezTo>
                  <a:pt x="48" y="15"/>
                  <a:pt x="50" y="15"/>
                  <a:pt x="51" y="16"/>
                </a:cubicBezTo>
                <a:cubicBezTo>
                  <a:pt x="56" y="16"/>
                  <a:pt x="58" y="18"/>
                  <a:pt x="58" y="19"/>
                </a:cubicBezTo>
                <a:cubicBezTo>
                  <a:pt x="58" y="20"/>
                  <a:pt x="56" y="22"/>
                  <a:pt x="51" y="22"/>
                </a:cubicBezTo>
                <a:cubicBezTo>
                  <a:pt x="50" y="23"/>
                  <a:pt x="48" y="23"/>
                  <a:pt x="46" y="23"/>
                </a:cubicBezTo>
                <a:cubicBezTo>
                  <a:pt x="16" y="23"/>
                  <a:pt x="16" y="23"/>
                  <a:pt x="16" y="23"/>
                </a:cubicBezTo>
                <a:cubicBezTo>
                  <a:pt x="14" y="24"/>
                  <a:pt x="12" y="25"/>
                  <a:pt x="9" y="25"/>
                </a:cubicBezTo>
                <a:close/>
                <a:moveTo>
                  <a:pt x="8" y="13"/>
                </a:moveTo>
                <a:cubicBezTo>
                  <a:pt x="11" y="0"/>
                  <a:pt x="11" y="0"/>
                  <a:pt x="11" y="0"/>
                </a:cubicBezTo>
                <a:cubicBezTo>
                  <a:pt x="12" y="0"/>
                  <a:pt x="13" y="0"/>
                  <a:pt x="13" y="0"/>
                </a:cubicBezTo>
                <a:cubicBezTo>
                  <a:pt x="15" y="0"/>
                  <a:pt x="17" y="1"/>
                  <a:pt x="18" y="2"/>
                </a:cubicBezTo>
                <a:cubicBezTo>
                  <a:pt x="19" y="3"/>
                  <a:pt x="23" y="7"/>
                  <a:pt x="25" y="10"/>
                </a:cubicBezTo>
                <a:cubicBezTo>
                  <a:pt x="25" y="10"/>
                  <a:pt x="28" y="12"/>
                  <a:pt x="31" y="12"/>
                </a:cubicBezTo>
                <a:cubicBezTo>
                  <a:pt x="38" y="13"/>
                  <a:pt x="44" y="14"/>
                  <a:pt x="44" y="14"/>
                </a:cubicBezTo>
                <a:cubicBezTo>
                  <a:pt x="16" y="14"/>
                  <a:pt x="16" y="14"/>
                  <a:pt x="16" y="14"/>
                </a:cubicBezTo>
                <a:cubicBezTo>
                  <a:pt x="14" y="13"/>
                  <a:pt x="12" y="13"/>
                  <a:pt x="9" y="13"/>
                </a:cubicBezTo>
                <a:lnTo>
                  <a:pt x="8" y="13"/>
                </a:lnTo>
                <a:close/>
                <a:moveTo>
                  <a:pt x="44" y="24"/>
                </a:moveTo>
                <a:cubicBezTo>
                  <a:pt x="44" y="24"/>
                  <a:pt x="38" y="25"/>
                  <a:pt x="31" y="26"/>
                </a:cubicBezTo>
                <a:cubicBezTo>
                  <a:pt x="28" y="26"/>
                  <a:pt x="25" y="28"/>
                  <a:pt x="25" y="28"/>
                </a:cubicBezTo>
                <a:cubicBezTo>
                  <a:pt x="23" y="31"/>
                  <a:pt x="19" y="35"/>
                  <a:pt x="18" y="36"/>
                </a:cubicBezTo>
                <a:cubicBezTo>
                  <a:pt x="17" y="37"/>
                  <a:pt x="15" y="38"/>
                  <a:pt x="13" y="38"/>
                </a:cubicBezTo>
                <a:cubicBezTo>
                  <a:pt x="13" y="38"/>
                  <a:pt x="12" y="38"/>
                  <a:pt x="11" y="38"/>
                </a:cubicBezTo>
                <a:cubicBezTo>
                  <a:pt x="8" y="25"/>
                  <a:pt x="8" y="25"/>
                  <a:pt x="8" y="25"/>
                </a:cubicBezTo>
                <a:cubicBezTo>
                  <a:pt x="9" y="25"/>
                  <a:pt x="9" y="25"/>
                  <a:pt x="9" y="25"/>
                </a:cubicBezTo>
                <a:cubicBezTo>
                  <a:pt x="12" y="25"/>
                  <a:pt x="14" y="25"/>
                  <a:pt x="16" y="24"/>
                </a:cubicBezTo>
                <a:lnTo>
                  <a:pt x="44" y="24"/>
                </a:lnTo>
                <a:close/>
                <a:moveTo>
                  <a:pt x="48" y="19"/>
                </a:moveTo>
                <a:cubicBezTo>
                  <a:pt x="48" y="20"/>
                  <a:pt x="47" y="21"/>
                  <a:pt x="46" y="21"/>
                </a:cubicBezTo>
                <a:cubicBezTo>
                  <a:pt x="48" y="22"/>
                  <a:pt x="48" y="22"/>
                  <a:pt x="48" y="22"/>
                </a:cubicBezTo>
                <a:cubicBezTo>
                  <a:pt x="50" y="21"/>
                  <a:pt x="50" y="20"/>
                  <a:pt x="50" y="19"/>
                </a:cubicBezTo>
                <a:cubicBezTo>
                  <a:pt x="50" y="18"/>
                  <a:pt x="50" y="16"/>
                  <a:pt x="48" y="16"/>
                </a:cubicBezTo>
                <a:cubicBezTo>
                  <a:pt x="46" y="17"/>
                  <a:pt x="46" y="17"/>
                  <a:pt x="46" y="17"/>
                </a:cubicBezTo>
                <a:cubicBezTo>
                  <a:pt x="47" y="17"/>
                  <a:pt x="48" y="18"/>
                  <a:pt x="48" y="1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2" name="稻壳儿小白白(http://dwz.cn/Wu2UP)"/>
          <p:cNvSpPr>
            <a:spLocks noEditPoints="1"/>
          </p:cNvSpPr>
          <p:nvPr/>
        </p:nvSpPr>
        <p:spPr>
          <a:xfrm>
            <a:off x="7704658" y="1750801"/>
            <a:ext cx="292186" cy="297084"/>
          </a:xfrm>
          <a:custGeom>
            <a:avLst/>
            <a:gdLst>
              <a:gd name="T0" fmla="*/ 192142027 w 41"/>
              <a:gd name="T1" fmla="*/ 1230393992 h 42"/>
              <a:gd name="T2" fmla="*/ 0 w 41"/>
              <a:gd name="T3" fmla="*/ 1041106842 h 42"/>
              <a:gd name="T4" fmla="*/ 192142027 w 41"/>
              <a:gd name="T5" fmla="*/ 851812813 h 42"/>
              <a:gd name="T6" fmla="*/ 384284055 w 41"/>
              <a:gd name="T7" fmla="*/ 1041106842 h 42"/>
              <a:gd name="T8" fmla="*/ 192142027 w 41"/>
              <a:gd name="T9" fmla="*/ 1230393992 h 42"/>
              <a:gd name="T10" fmla="*/ 432321294 w 41"/>
              <a:gd name="T11" fmla="*/ 709847450 h 42"/>
              <a:gd name="T12" fmla="*/ 240179267 w 41"/>
              <a:gd name="T13" fmla="*/ 473231633 h 42"/>
              <a:gd name="T14" fmla="*/ 432321294 w 41"/>
              <a:gd name="T15" fmla="*/ 236615817 h 42"/>
              <a:gd name="T16" fmla="*/ 672500562 w 41"/>
              <a:gd name="T17" fmla="*/ 473231633 h 42"/>
              <a:gd name="T18" fmla="*/ 432321294 w 41"/>
              <a:gd name="T19" fmla="*/ 709847450 h 42"/>
              <a:gd name="T20" fmla="*/ 432321294 w 41"/>
              <a:gd name="T21" fmla="*/ 1798269200 h 42"/>
              <a:gd name="T22" fmla="*/ 240179267 w 41"/>
              <a:gd name="T23" fmla="*/ 1608982050 h 42"/>
              <a:gd name="T24" fmla="*/ 432321294 w 41"/>
              <a:gd name="T25" fmla="*/ 1419688021 h 42"/>
              <a:gd name="T26" fmla="*/ 624463322 w 41"/>
              <a:gd name="T27" fmla="*/ 1608982050 h 42"/>
              <a:gd name="T28" fmla="*/ 432321294 w 41"/>
              <a:gd name="T29" fmla="*/ 1798269200 h 42"/>
              <a:gd name="T30" fmla="*/ 1008747377 w 41"/>
              <a:gd name="T31" fmla="*/ 473231633 h 42"/>
              <a:gd name="T32" fmla="*/ 768568110 w 41"/>
              <a:gd name="T33" fmla="*/ 236615817 h 42"/>
              <a:gd name="T34" fmla="*/ 1008747377 w 41"/>
              <a:gd name="T35" fmla="*/ 0 h 42"/>
              <a:gd name="T36" fmla="*/ 1248926644 w 41"/>
              <a:gd name="T37" fmla="*/ 236615817 h 42"/>
              <a:gd name="T38" fmla="*/ 1008747377 w 41"/>
              <a:gd name="T39" fmla="*/ 473231633 h 42"/>
              <a:gd name="T40" fmla="*/ 1008747377 w 41"/>
              <a:gd name="T41" fmla="*/ 1987563229 h 42"/>
              <a:gd name="T42" fmla="*/ 864642589 w 41"/>
              <a:gd name="T43" fmla="*/ 1845597867 h 42"/>
              <a:gd name="T44" fmla="*/ 1008747377 w 41"/>
              <a:gd name="T45" fmla="*/ 1703625625 h 42"/>
              <a:gd name="T46" fmla="*/ 1200896335 w 41"/>
              <a:gd name="T47" fmla="*/ 1845597867 h 42"/>
              <a:gd name="T48" fmla="*/ 1008747377 w 41"/>
              <a:gd name="T49" fmla="*/ 1987563229 h 42"/>
              <a:gd name="T50" fmla="*/ 1585180390 w 41"/>
              <a:gd name="T51" fmla="*/ 1750947413 h 42"/>
              <a:gd name="T52" fmla="*/ 1441068671 w 41"/>
              <a:gd name="T53" fmla="*/ 1608982050 h 42"/>
              <a:gd name="T54" fmla="*/ 1585180390 w 41"/>
              <a:gd name="T55" fmla="*/ 1467009808 h 42"/>
              <a:gd name="T56" fmla="*/ 1729285178 w 41"/>
              <a:gd name="T57" fmla="*/ 1608982050 h 42"/>
              <a:gd name="T58" fmla="*/ 1585180390 w 41"/>
              <a:gd name="T59" fmla="*/ 1750947413 h 42"/>
              <a:gd name="T60" fmla="*/ 1585180390 w 41"/>
              <a:gd name="T61" fmla="*/ 567875208 h 42"/>
              <a:gd name="T62" fmla="*/ 1489105911 w 41"/>
              <a:gd name="T63" fmla="*/ 473231633 h 42"/>
              <a:gd name="T64" fmla="*/ 1585180390 w 41"/>
              <a:gd name="T65" fmla="*/ 378581179 h 42"/>
              <a:gd name="T66" fmla="*/ 1681247938 w 41"/>
              <a:gd name="T67" fmla="*/ 473231633 h 42"/>
              <a:gd name="T68" fmla="*/ 1585180390 w 41"/>
              <a:gd name="T69" fmla="*/ 567875208 h 42"/>
              <a:gd name="T70" fmla="*/ 1825359657 w 41"/>
              <a:gd name="T71" fmla="*/ 1135750417 h 42"/>
              <a:gd name="T72" fmla="*/ 1729285178 w 41"/>
              <a:gd name="T73" fmla="*/ 1041106842 h 42"/>
              <a:gd name="T74" fmla="*/ 1825359657 w 41"/>
              <a:gd name="T75" fmla="*/ 899134600 h 42"/>
              <a:gd name="T76" fmla="*/ 1969464445 w 41"/>
              <a:gd name="T77" fmla="*/ 1041106842 h 42"/>
              <a:gd name="T78" fmla="*/ 1825359657 w 41"/>
              <a:gd name="T79" fmla="*/ 1135750417 h 4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1" h="42">
                <a:moveTo>
                  <a:pt x="4" y="26"/>
                </a:moveTo>
                <a:cubicBezTo>
                  <a:pt x="2" y="26"/>
                  <a:pt x="0" y="24"/>
                  <a:pt x="0" y="22"/>
                </a:cubicBezTo>
                <a:cubicBezTo>
                  <a:pt x="0" y="19"/>
                  <a:pt x="2" y="18"/>
                  <a:pt x="4" y="18"/>
                </a:cubicBezTo>
                <a:cubicBezTo>
                  <a:pt x="7" y="18"/>
                  <a:pt x="8" y="19"/>
                  <a:pt x="8" y="22"/>
                </a:cubicBezTo>
                <a:cubicBezTo>
                  <a:pt x="8" y="24"/>
                  <a:pt x="7" y="26"/>
                  <a:pt x="4" y="26"/>
                </a:cubicBezTo>
                <a:close/>
                <a:moveTo>
                  <a:pt x="9" y="15"/>
                </a:moveTo>
                <a:cubicBezTo>
                  <a:pt x="7" y="15"/>
                  <a:pt x="5" y="12"/>
                  <a:pt x="5" y="10"/>
                </a:cubicBezTo>
                <a:cubicBezTo>
                  <a:pt x="5" y="7"/>
                  <a:pt x="7" y="5"/>
                  <a:pt x="9" y="5"/>
                </a:cubicBezTo>
                <a:cubicBezTo>
                  <a:pt x="12" y="5"/>
                  <a:pt x="14" y="7"/>
                  <a:pt x="14" y="10"/>
                </a:cubicBezTo>
                <a:cubicBezTo>
                  <a:pt x="14" y="12"/>
                  <a:pt x="12" y="15"/>
                  <a:pt x="9" y="15"/>
                </a:cubicBezTo>
                <a:close/>
                <a:moveTo>
                  <a:pt x="9" y="38"/>
                </a:moveTo>
                <a:cubicBezTo>
                  <a:pt x="7" y="38"/>
                  <a:pt x="5" y="36"/>
                  <a:pt x="5" y="34"/>
                </a:cubicBezTo>
                <a:cubicBezTo>
                  <a:pt x="5" y="32"/>
                  <a:pt x="7" y="30"/>
                  <a:pt x="9" y="30"/>
                </a:cubicBezTo>
                <a:cubicBezTo>
                  <a:pt x="11" y="30"/>
                  <a:pt x="13" y="32"/>
                  <a:pt x="13" y="34"/>
                </a:cubicBezTo>
                <a:cubicBezTo>
                  <a:pt x="13" y="36"/>
                  <a:pt x="11" y="38"/>
                  <a:pt x="9" y="38"/>
                </a:cubicBezTo>
                <a:close/>
                <a:moveTo>
                  <a:pt x="21" y="10"/>
                </a:moveTo>
                <a:cubicBezTo>
                  <a:pt x="18" y="10"/>
                  <a:pt x="16" y="8"/>
                  <a:pt x="16" y="5"/>
                </a:cubicBezTo>
                <a:cubicBezTo>
                  <a:pt x="16" y="2"/>
                  <a:pt x="18" y="0"/>
                  <a:pt x="21" y="0"/>
                </a:cubicBezTo>
                <a:cubicBezTo>
                  <a:pt x="24" y="0"/>
                  <a:pt x="26" y="2"/>
                  <a:pt x="26" y="5"/>
                </a:cubicBezTo>
                <a:cubicBezTo>
                  <a:pt x="26" y="8"/>
                  <a:pt x="24" y="10"/>
                  <a:pt x="21" y="10"/>
                </a:cubicBezTo>
                <a:close/>
                <a:moveTo>
                  <a:pt x="21" y="42"/>
                </a:moveTo>
                <a:cubicBezTo>
                  <a:pt x="19" y="42"/>
                  <a:pt x="18" y="41"/>
                  <a:pt x="18" y="39"/>
                </a:cubicBezTo>
                <a:cubicBezTo>
                  <a:pt x="18" y="37"/>
                  <a:pt x="19" y="36"/>
                  <a:pt x="21" y="36"/>
                </a:cubicBezTo>
                <a:cubicBezTo>
                  <a:pt x="23" y="36"/>
                  <a:pt x="25" y="37"/>
                  <a:pt x="25" y="39"/>
                </a:cubicBezTo>
                <a:cubicBezTo>
                  <a:pt x="25" y="41"/>
                  <a:pt x="23" y="42"/>
                  <a:pt x="21" y="42"/>
                </a:cubicBezTo>
                <a:close/>
                <a:moveTo>
                  <a:pt x="33" y="37"/>
                </a:moveTo>
                <a:cubicBezTo>
                  <a:pt x="32" y="37"/>
                  <a:pt x="30" y="36"/>
                  <a:pt x="30" y="34"/>
                </a:cubicBezTo>
                <a:cubicBezTo>
                  <a:pt x="30" y="32"/>
                  <a:pt x="32" y="31"/>
                  <a:pt x="33" y="31"/>
                </a:cubicBezTo>
                <a:cubicBezTo>
                  <a:pt x="35" y="31"/>
                  <a:pt x="36" y="32"/>
                  <a:pt x="36" y="34"/>
                </a:cubicBezTo>
                <a:cubicBezTo>
                  <a:pt x="36" y="36"/>
                  <a:pt x="35" y="37"/>
                  <a:pt x="33" y="37"/>
                </a:cubicBezTo>
                <a:close/>
                <a:moveTo>
                  <a:pt x="33" y="12"/>
                </a:moveTo>
                <a:cubicBezTo>
                  <a:pt x="32" y="12"/>
                  <a:pt x="31" y="11"/>
                  <a:pt x="31" y="10"/>
                </a:cubicBezTo>
                <a:cubicBezTo>
                  <a:pt x="31" y="9"/>
                  <a:pt x="32" y="8"/>
                  <a:pt x="33" y="8"/>
                </a:cubicBezTo>
                <a:cubicBezTo>
                  <a:pt x="34" y="8"/>
                  <a:pt x="35" y="9"/>
                  <a:pt x="35" y="10"/>
                </a:cubicBezTo>
                <a:cubicBezTo>
                  <a:pt x="35" y="11"/>
                  <a:pt x="34" y="12"/>
                  <a:pt x="33" y="12"/>
                </a:cubicBezTo>
                <a:close/>
                <a:moveTo>
                  <a:pt x="38" y="24"/>
                </a:moveTo>
                <a:cubicBezTo>
                  <a:pt x="37" y="24"/>
                  <a:pt x="36" y="23"/>
                  <a:pt x="36" y="22"/>
                </a:cubicBezTo>
                <a:cubicBezTo>
                  <a:pt x="36" y="20"/>
                  <a:pt x="37" y="19"/>
                  <a:pt x="38" y="19"/>
                </a:cubicBezTo>
                <a:cubicBezTo>
                  <a:pt x="40" y="19"/>
                  <a:pt x="41" y="20"/>
                  <a:pt x="41" y="22"/>
                </a:cubicBezTo>
                <a:cubicBezTo>
                  <a:pt x="41" y="23"/>
                  <a:pt x="40" y="24"/>
                  <a:pt x="38" y="2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3" name="稻壳儿小白白(http://dwz.cn/Wu2UP)"/>
          <p:cNvSpPr/>
          <p:nvPr/>
        </p:nvSpPr>
        <p:spPr>
          <a:xfrm>
            <a:off x="7792804" y="2255190"/>
            <a:ext cx="120792" cy="342789"/>
          </a:xfrm>
          <a:custGeom>
            <a:avLst/>
            <a:gdLst>
              <a:gd name="T0" fmla="*/ 573029229 w 17"/>
              <a:gd name="T1" fmla="*/ 1205935445 h 48"/>
              <a:gd name="T2" fmla="*/ 620779362 w 17"/>
              <a:gd name="T3" fmla="*/ 2147483646 h 48"/>
              <a:gd name="T4" fmla="*/ 525272187 w 17"/>
              <a:gd name="T5" fmla="*/ 2147483646 h 48"/>
              <a:gd name="T6" fmla="*/ 286514615 w 17"/>
              <a:gd name="T7" fmla="*/ 2147483646 h 48"/>
              <a:gd name="T8" fmla="*/ 238757572 w 17"/>
              <a:gd name="T9" fmla="*/ 2147483646 h 48"/>
              <a:gd name="T10" fmla="*/ 286514615 w 17"/>
              <a:gd name="T11" fmla="*/ 1205935445 h 48"/>
              <a:gd name="T12" fmla="*/ 0 w 17"/>
              <a:gd name="T13" fmla="*/ 723562656 h 48"/>
              <a:gd name="T14" fmla="*/ 429771922 w 17"/>
              <a:gd name="T15" fmla="*/ 0 h 48"/>
              <a:gd name="T16" fmla="*/ 811786801 w 17"/>
              <a:gd name="T17" fmla="*/ 723562656 h 48"/>
              <a:gd name="T18" fmla="*/ 573029229 w 17"/>
              <a:gd name="T19" fmla="*/ 1205935445 h 48"/>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7" h="48">
                <a:moveTo>
                  <a:pt x="12" y="25"/>
                </a:moveTo>
                <a:cubicBezTo>
                  <a:pt x="13" y="47"/>
                  <a:pt x="13" y="47"/>
                  <a:pt x="13" y="47"/>
                </a:cubicBezTo>
                <a:cubicBezTo>
                  <a:pt x="13" y="48"/>
                  <a:pt x="12" y="48"/>
                  <a:pt x="11" y="48"/>
                </a:cubicBezTo>
                <a:cubicBezTo>
                  <a:pt x="6" y="48"/>
                  <a:pt x="6" y="48"/>
                  <a:pt x="6" y="48"/>
                </a:cubicBezTo>
                <a:cubicBezTo>
                  <a:pt x="5" y="48"/>
                  <a:pt x="5" y="48"/>
                  <a:pt x="5" y="47"/>
                </a:cubicBezTo>
                <a:cubicBezTo>
                  <a:pt x="6" y="25"/>
                  <a:pt x="6" y="25"/>
                  <a:pt x="6" y="25"/>
                </a:cubicBezTo>
                <a:cubicBezTo>
                  <a:pt x="3" y="23"/>
                  <a:pt x="0" y="20"/>
                  <a:pt x="0" y="15"/>
                </a:cubicBezTo>
                <a:cubicBezTo>
                  <a:pt x="0" y="8"/>
                  <a:pt x="4" y="0"/>
                  <a:pt x="9" y="0"/>
                </a:cubicBezTo>
                <a:cubicBezTo>
                  <a:pt x="14" y="0"/>
                  <a:pt x="17" y="8"/>
                  <a:pt x="17" y="15"/>
                </a:cubicBezTo>
                <a:cubicBezTo>
                  <a:pt x="17" y="20"/>
                  <a:pt x="15" y="23"/>
                  <a:pt x="12" y="2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4" name="稻壳儿小白白(http://dwz.cn/Wu2UP)"/>
          <p:cNvSpPr>
            <a:spLocks noEditPoints="1"/>
          </p:cNvSpPr>
          <p:nvPr/>
        </p:nvSpPr>
        <p:spPr>
          <a:xfrm>
            <a:off x="7704658" y="2803652"/>
            <a:ext cx="292186" cy="298715"/>
          </a:xfrm>
          <a:custGeom>
            <a:avLst/>
            <a:gdLst>
              <a:gd name="T0" fmla="*/ 1008747377 w 41"/>
              <a:gd name="T1" fmla="*/ 2009457670 h 42"/>
              <a:gd name="T2" fmla="*/ 0 w 41"/>
              <a:gd name="T3" fmla="*/ 1004728835 h 42"/>
              <a:gd name="T4" fmla="*/ 1008747377 w 41"/>
              <a:gd name="T5" fmla="*/ 0 h 42"/>
              <a:gd name="T6" fmla="*/ 1969464445 w 41"/>
              <a:gd name="T7" fmla="*/ 1004728835 h 42"/>
              <a:gd name="T8" fmla="*/ 1008747377 w 41"/>
              <a:gd name="T9" fmla="*/ 2009457670 h 42"/>
              <a:gd name="T10" fmla="*/ 1681247938 w 41"/>
              <a:gd name="T11" fmla="*/ 717661477 h 42"/>
              <a:gd name="T12" fmla="*/ 864642589 w 41"/>
              <a:gd name="T13" fmla="*/ 526283239 h 42"/>
              <a:gd name="T14" fmla="*/ 384284055 w 41"/>
              <a:gd name="T15" fmla="*/ 574127798 h 42"/>
              <a:gd name="T16" fmla="*/ 336246815 w 41"/>
              <a:gd name="T17" fmla="*/ 669816918 h 42"/>
              <a:gd name="T18" fmla="*/ 432321294 w 41"/>
              <a:gd name="T19" fmla="*/ 765506037 h 42"/>
              <a:gd name="T20" fmla="*/ 480358534 w 41"/>
              <a:gd name="T21" fmla="*/ 765506037 h 42"/>
              <a:gd name="T22" fmla="*/ 864642589 w 41"/>
              <a:gd name="T23" fmla="*/ 717661477 h 42"/>
              <a:gd name="T24" fmla="*/ 1585180390 w 41"/>
              <a:gd name="T25" fmla="*/ 909039716 h 42"/>
              <a:gd name="T26" fmla="*/ 1633217630 w 41"/>
              <a:gd name="T27" fmla="*/ 909039716 h 42"/>
              <a:gd name="T28" fmla="*/ 1729285178 w 41"/>
              <a:gd name="T29" fmla="*/ 813350597 h 42"/>
              <a:gd name="T30" fmla="*/ 1681247938 w 41"/>
              <a:gd name="T31" fmla="*/ 717661477 h 42"/>
              <a:gd name="T32" fmla="*/ 1537143150 w 41"/>
              <a:gd name="T33" fmla="*/ 1052573395 h 42"/>
              <a:gd name="T34" fmla="*/ 816605349 w 41"/>
              <a:gd name="T35" fmla="*/ 861195156 h 42"/>
              <a:gd name="T36" fmla="*/ 432321294 w 41"/>
              <a:gd name="T37" fmla="*/ 909039716 h 42"/>
              <a:gd name="T38" fmla="*/ 384284055 w 41"/>
              <a:gd name="T39" fmla="*/ 1004728835 h 42"/>
              <a:gd name="T40" fmla="*/ 480358534 w 41"/>
              <a:gd name="T41" fmla="*/ 1100417954 h 42"/>
              <a:gd name="T42" fmla="*/ 528395774 w 41"/>
              <a:gd name="T43" fmla="*/ 1100417954 h 42"/>
              <a:gd name="T44" fmla="*/ 816605349 w 41"/>
              <a:gd name="T45" fmla="*/ 1052573395 h 42"/>
              <a:gd name="T46" fmla="*/ 1441068671 w 41"/>
              <a:gd name="T47" fmla="*/ 1196107074 h 42"/>
              <a:gd name="T48" fmla="*/ 1489105911 w 41"/>
              <a:gd name="T49" fmla="*/ 1196107074 h 42"/>
              <a:gd name="T50" fmla="*/ 1585180390 w 41"/>
              <a:gd name="T51" fmla="*/ 1148262514 h 42"/>
              <a:gd name="T52" fmla="*/ 1537143150 w 41"/>
              <a:gd name="T53" fmla="*/ 1052573395 h 42"/>
              <a:gd name="T54" fmla="*/ 1441068671 w 41"/>
              <a:gd name="T55" fmla="*/ 1339640752 h 42"/>
              <a:gd name="T56" fmla="*/ 864642589 w 41"/>
              <a:gd name="T57" fmla="*/ 1196107074 h 42"/>
              <a:gd name="T58" fmla="*/ 480358534 w 41"/>
              <a:gd name="T59" fmla="*/ 1243951633 h 42"/>
              <a:gd name="T60" fmla="*/ 432321294 w 41"/>
              <a:gd name="T61" fmla="*/ 1291796193 h 42"/>
              <a:gd name="T62" fmla="*/ 480358534 w 41"/>
              <a:gd name="T63" fmla="*/ 1387485312 h 42"/>
              <a:gd name="T64" fmla="*/ 528395774 w 41"/>
              <a:gd name="T65" fmla="*/ 1339640752 h 42"/>
              <a:gd name="T66" fmla="*/ 864642589 w 41"/>
              <a:gd name="T67" fmla="*/ 1339640752 h 42"/>
              <a:gd name="T68" fmla="*/ 1345001123 w 41"/>
              <a:gd name="T69" fmla="*/ 1435329872 h 42"/>
              <a:gd name="T70" fmla="*/ 1393038363 w 41"/>
              <a:gd name="T71" fmla="*/ 1483174431 h 42"/>
              <a:gd name="T72" fmla="*/ 1441068671 w 41"/>
              <a:gd name="T73" fmla="*/ 1387485312 h 42"/>
              <a:gd name="T74" fmla="*/ 1441068671 w 41"/>
              <a:gd name="T75" fmla="*/ 1339640752 h 42"/>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1" h="42">
                <a:moveTo>
                  <a:pt x="21" y="42"/>
                </a:moveTo>
                <a:cubicBezTo>
                  <a:pt x="10" y="42"/>
                  <a:pt x="0" y="32"/>
                  <a:pt x="0" y="21"/>
                </a:cubicBezTo>
                <a:cubicBezTo>
                  <a:pt x="0" y="10"/>
                  <a:pt x="10" y="0"/>
                  <a:pt x="21" y="0"/>
                </a:cubicBezTo>
                <a:cubicBezTo>
                  <a:pt x="32" y="0"/>
                  <a:pt x="41" y="10"/>
                  <a:pt x="41" y="21"/>
                </a:cubicBezTo>
                <a:cubicBezTo>
                  <a:pt x="41" y="32"/>
                  <a:pt x="32" y="42"/>
                  <a:pt x="21" y="42"/>
                </a:cubicBezTo>
                <a:close/>
                <a:moveTo>
                  <a:pt x="35" y="15"/>
                </a:moveTo>
                <a:cubicBezTo>
                  <a:pt x="30" y="12"/>
                  <a:pt x="24" y="11"/>
                  <a:pt x="18" y="11"/>
                </a:cubicBezTo>
                <a:cubicBezTo>
                  <a:pt x="14" y="11"/>
                  <a:pt x="11" y="12"/>
                  <a:pt x="8" y="12"/>
                </a:cubicBezTo>
                <a:cubicBezTo>
                  <a:pt x="7" y="13"/>
                  <a:pt x="7" y="13"/>
                  <a:pt x="7" y="14"/>
                </a:cubicBezTo>
                <a:cubicBezTo>
                  <a:pt x="7" y="16"/>
                  <a:pt x="7" y="16"/>
                  <a:pt x="9" y="16"/>
                </a:cubicBezTo>
                <a:cubicBezTo>
                  <a:pt x="9" y="16"/>
                  <a:pt x="9" y="16"/>
                  <a:pt x="10" y="16"/>
                </a:cubicBezTo>
                <a:cubicBezTo>
                  <a:pt x="12" y="15"/>
                  <a:pt x="15" y="15"/>
                  <a:pt x="18" y="15"/>
                </a:cubicBezTo>
                <a:cubicBezTo>
                  <a:pt x="23" y="15"/>
                  <a:pt x="29" y="16"/>
                  <a:pt x="33" y="19"/>
                </a:cubicBezTo>
                <a:cubicBezTo>
                  <a:pt x="33" y="19"/>
                  <a:pt x="34" y="19"/>
                  <a:pt x="34" y="19"/>
                </a:cubicBezTo>
                <a:cubicBezTo>
                  <a:pt x="35" y="19"/>
                  <a:pt x="36" y="18"/>
                  <a:pt x="36" y="17"/>
                </a:cubicBezTo>
                <a:cubicBezTo>
                  <a:pt x="36" y="16"/>
                  <a:pt x="36" y="16"/>
                  <a:pt x="35" y="15"/>
                </a:cubicBezTo>
                <a:close/>
                <a:moveTo>
                  <a:pt x="32" y="22"/>
                </a:moveTo>
                <a:cubicBezTo>
                  <a:pt x="28" y="20"/>
                  <a:pt x="23" y="18"/>
                  <a:pt x="17" y="18"/>
                </a:cubicBezTo>
                <a:cubicBezTo>
                  <a:pt x="14" y="18"/>
                  <a:pt x="12" y="19"/>
                  <a:pt x="9" y="19"/>
                </a:cubicBezTo>
                <a:cubicBezTo>
                  <a:pt x="8" y="20"/>
                  <a:pt x="8" y="20"/>
                  <a:pt x="8" y="21"/>
                </a:cubicBezTo>
                <a:cubicBezTo>
                  <a:pt x="8" y="22"/>
                  <a:pt x="9" y="23"/>
                  <a:pt x="10" y="23"/>
                </a:cubicBezTo>
                <a:cubicBezTo>
                  <a:pt x="10" y="23"/>
                  <a:pt x="10" y="23"/>
                  <a:pt x="11" y="23"/>
                </a:cubicBezTo>
                <a:cubicBezTo>
                  <a:pt x="13" y="22"/>
                  <a:pt x="15" y="22"/>
                  <a:pt x="17" y="22"/>
                </a:cubicBezTo>
                <a:cubicBezTo>
                  <a:pt x="22" y="22"/>
                  <a:pt x="27" y="23"/>
                  <a:pt x="30" y="25"/>
                </a:cubicBezTo>
                <a:cubicBezTo>
                  <a:pt x="31" y="25"/>
                  <a:pt x="31" y="25"/>
                  <a:pt x="31" y="25"/>
                </a:cubicBezTo>
                <a:cubicBezTo>
                  <a:pt x="32" y="25"/>
                  <a:pt x="33" y="25"/>
                  <a:pt x="33" y="24"/>
                </a:cubicBezTo>
                <a:cubicBezTo>
                  <a:pt x="33" y="23"/>
                  <a:pt x="33" y="22"/>
                  <a:pt x="32" y="22"/>
                </a:cubicBezTo>
                <a:close/>
                <a:moveTo>
                  <a:pt x="30" y="28"/>
                </a:moveTo>
                <a:cubicBezTo>
                  <a:pt x="26" y="26"/>
                  <a:pt x="22" y="25"/>
                  <a:pt x="18" y="25"/>
                </a:cubicBezTo>
                <a:cubicBezTo>
                  <a:pt x="15" y="25"/>
                  <a:pt x="13" y="25"/>
                  <a:pt x="10" y="26"/>
                </a:cubicBezTo>
                <a:cubicBezTo>
                  <a:pt x="9" y="26"/>
                  <a:pt x="9" y="26"/>
                  <a:pt x="9" y="27"/>
                </a:cubicBezTo>
                <a:cubicBezTo>
                  <a:pt x="9" y="28"/>
                  <a:pt x="9" y="29"/>
                  <a:pt x="10" y="29"/>
                </a:cubicBezTo>
                <a:cubicBezTo>
                  <a:pt x="10" y="29"/>
                  <a:pt x="11" y="29"/>
                  <a:pt x="11" y="28"/>
                </a:cubicBezTo>
                <a:cubicBezTo>
                  <a:pt x="13" y="28"/>
                  <a:pt x="15" y="28"/>
                  <a:pt x="18" y="28"/>
                </a:cubicBezTo>
                <a:cubicBezTo>
                  <a:pt x="22" y="28"/>
                  <a:pt x="25" y="29"/>
                  <a:pt x="28" y="30"/>
                </a:cubicBezTo>
                <a:cubicBezTo>
                  <a:pt x="29" y="31"/>
                  <a:pt x="29" y="31"/>
                  <a:pt x="29" y="31"/>
                </a:cubicBezTo>
                <a:cubicBezTo>
                  <a:pt x="30" y="31"/>
                  <a:pt x="30" y="30"/>
                  <a:pt x="30" y="29"/>
                </a:cubicBezTo>
                <a:cubicBezTo>
                  <a:pt x="30" y="29"/>
                  <a:pt x="30" y="28"/>
                  <a:pt x="30"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5" name="稻壳儿小白白(http://dwz.cn/Wu2UP)"/>
          <p:cNvSpPr/>
          <p:nvPr/>
        </p:nvSpPr>
        <p:spPr>
          <a:xfrm>
            <a:off x="7704658" y="3329261"/>
            <a:ext cx="292186" cy="292186"/>
          </a:xfrm>
          <a:custGeom>
            <a:avLst/>
            <a:gdLst>
              <a:gd name="T0" fmla="*/ 1969464445 w 41"/>
              <a:gd name="T1" fmla="*/ 1633217630 h 41"/>
              <a:gd name="T2" fmla="*/ 1633217630 w 41"/>
              <a:gd name="T3" fmla="*/ 1969464445 h 41"/>
              <a:gd name="T4" fmla="*/ 384284055 w 41"/>
              <a:gd name="T5" fmla="*/ 1969464445 h 41"/>
              <a:gd name="T6" fmla="*/ 0 w 41"/>
              <a:gd name="T7" fmla="*/ 1633217630 h 41"/>
              <a:gd name="T8" fmla="*/ 0 w 41"/>
              <a:gd name="T9" fmla="*/ 384284055 h 41"/>
              <a:gd name="T10" fmla="*/ 384284055 w 41"/>
              <a:gd name="T11" fmla="*/ 0 h 41"/>
              <a:gd name="T12" fmla="*/ 1633217630 w 41"/>
              <a:gd name="T13" fmla="*/ 0 h 41"/>
              <a:gd name="T14" fmla="*/ 1969464445 w 41"/>
              <a:gd name="T15" fmla="*/ 384284055 h 41"/>
              <a:gd name="T16" fmla="*/ 1969464445 w 41"/>
              <a:gd name="T17" fmla="*/ 1633217630 h 4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41" h="41">
                <a:moveTo>
                  <a:pt x="41" y="34"/>
                </a:moveTo>
                <a:cubicBezTo>
                  <a:pt x="41" y="38"/>
                  <a:pt x="38" y="41"/>
                  <a:pt x="34" y="41"/>
                </a:cubicBezTo>
                <a:cubicBezTo>
                  <a:pt x="8" y="41"/>
                  <a:pt x="8" y="41"/>
                  <a:pt x="8" y="41"/>
                </a:cubicBezTo>
                <a:cubicBezTo>
                  <a:pt x="4" y="41"/>
                  <a:pt x="0" y="38"/>
                  <a:pt x="0" y="34"/>
                </a:cubicBezTo>
                <a:cubicBezTo>
                  <a:pt x="0" y="8"/>
                  <a:pt x="0" y="8"/>
                  <a:pt x="0" y="8"/>
                </a:cubicBezTo>
                <a:cubicBezTo>
                  <a:pt x="0" y="4"/>
                  <a:pt x="4" y="0"/>
                  <a:pt x="8" y="0"/>
                </a:cubicBezTo>
                <a:cubicBezTo>
                  <a:pt x="34" y="0"/>
                  <a:pt x="34" y="0"/>
                  <a:pt x="34" y="0"/>
                </a:cubicBezTo>
                <a:cubicBezTo>
                  <a:pt x="38" y="0"/>
                  <a:pt x="41" y="4"/>
                  <a:pt x="41" y="8"/>
                </a:cubicBezTo>
                <a:lnTo>
                  <a:pt x="41" y="3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6" name="稻壳儿小白白(http://dwz.cn/Wu2UP)"/>
          <p:cNvSpPr>
            <a:spLocks noEditPoints="1"/>
          </p:cNvSpPr>
          <p:nvPr/>
        </p:nvSpPr>
        <p:spPr>
          <a:xfrm>
            <a:off x="7720981" y="3854871"/>
            <a:ext cx="269333" cy="264437"/>
          </a:xfrm>
          <a:custGeom>
            <a:avLst/>
            <a:gdLst>
              <a:gd name="T0" fmla="*/ 1805552420 w 38"/>
              <a:gd name="T1" fmla="*/ 1449354892 h 37"/>
              <a:gd name="T2" fmla="*/ 1425433582 w 38"/>
              <a:gd name="T3" fmla="*/ 1787540017 h 37"/>
              <a:gd name="T4" fmla="*/ 380118839 w 38"/>
              <a:gd name="T5" fmla="*/ 1787540017 h 37"/>
              <a:gd name="T6" fmla="*/ 0 w 38"/>
              <a:gd name="T7" fmla="*/ 1449354892 h 37"/>
              <a:gd name="T8" fmla="*/ 0 w 38"/>
              <a:gd name="T9" fmla="*/ 338185125 h 37"/>
              <a:gd name="T10" fmla="*/ 380118839 w 38"/>
              <a:gd name="T11" fmla="*/ 0 h 37"/>
              <a:gd name="T12" fmla="*/ 1425433582 w 38"/>
              <a:gd name="T13" fmla="*/ 0 h 37"/>
              <a:gd name="T14" fmla="*/ 1805552420 w 38"/>
              <a:gd name="T15" fmla="*/ 338185125 h 37"/>
              <a:gd name="T16" fmla="*/ 1805552420 w 38"/>
              <a:gd name="T17" fmla="*/ 1449354892 h 37"/>
              <a:gd name="T18" fmla="*/ 380118839 w 38"/>
              <a:gd name="T19" fmla="*/ 144935489 h 37"/>
              <a:gd name="T20" fmla="*/ 142541980 w 38"/>
              <a:gd name="T21" fmla="*/ 338185125 h 37"/>
              <a:gd name="T22" fmla="*/ 142541980 w 38"/>
              <a:gd name="T23" fmla="*/ 1449354892 h 37"/>
              <a:gd name="T24" fmla="*/ 380118839 w 38"/>
              <a:gd name="T25" fmla="*/ 1642604528 h 37"/>
              <a:gd name="T26" fmla="*/ 1425433582 w 38"/>
              <a:gd name="T27" fmla="*/ 1642604528 h 37"/>
              <a:gd name="T28" fmla="*/ 1615496448 w 38"/>
              <a:gd name="T29" fmla="*/ 1449354892 h 37"/>
              <a:gd name="T30" fmla="*/ 1615496448 w 38"/>
              <a:gd name="T31" fmla="*/ 338185125 h 37"/>
              <a:gd name="T32" fmla="*/ 1425433582 w 38"/>
              <a:gd name="T33" fmla="*/ 144935489 h 37"/>
              <a:gd name="T34" fmla="*/ 380118839 w 38"/>
              <a:gd name="T35" fmla="*/ 144935489 h 37"/>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38" h="37">
                <a:moveTo>
                  <a:pt x="38" y="30"/>
                </a:moveTo>
                <a:cubicBezTo>
                  <a:pt x="38" y="34"/>
                  <a:pt x="34" y="37"/>
                  <a:pt x="30" y="37"/>
                </a:cubicBezTo>
                <a:cubicBezTo>
                  <a:pt x="8" y="37"/>
                  <a:pt x="8" y="37"/>
                  <a:pt x="8" y="37"/>
                </a:cubicBezTo>
                <a:cubicBezTo>
                  <a:pt x="3" y="37"/>
                  <a:pt x="0" y="34"/>
                  <a:pt x="0" y="30"/>
                </a:cubicBezTo>
                <a:cubicBezTo>
                  <a:pt x="0" y="7"/>
                  <a:pt x="0" y="7"/>
                  <a:pt x="0" y="7"/>
                </a:cubicBezTo>
                <a:cubicBezTo>
                  <a:pt x="0" y="3"/>
                  <a:pt x="3" y="0"/>
                  <a:pt x="8" y="0"/>
                </a:cubicBezTo>
                <a:cubicBezTo>
                  <a:pt x="30" y="0"/>
                  <a:pt x="30" y="0"/>
                  <a:pt x="30" y="0"/>
                </a:cubicBezTo>
                <a:cubicBezTo>
                  <a:pt x="34" y="0"/>
                  <a:pt x="38" y="3"/>
                  <a:pt x="38" y="7"/>
                </a:cubicBezTo>
                <a:lnTo>
                  <a:pt x="38" y="30"/>
                </a:lnTo>
                <a:close/>
                <a:moveTo>
                  <a:pt x="8" y="3"/>
                </a:moveTo>
                <a:cubicBezTo>
                  <a:pt x="5" y="3"/>
                  <a:pt x="3" y="5"/>
                  <a:pt x="3" y="7"/>
                </a:cubicBezTo>
                <a:cubicBezTo>
                  <a:pt x="3" y="30"/>
                  <a:pt x="3" y="30"/>
                  <a:pt x="3" y="30"/>
                </a:cubicBezTo>
                <a:cubicBezTo>
                  <a:pt x="3" y="32"/>
                  <a:pt x="5" y="34"/>
                  <a:pt x="8" y="34"/>
                </a:cubicBezTo>
                <a:cubicBezTo>
                  <a:pt x="30" y="34"/>
                  <a:pt x="30" y="34"/>
                  <a:pt x="30" y="34"/>
                </a:cubicBezTo>
                <a:cubicBezTo>
                  <a:pt x="32" y="34"/>
                  <a:pt x="34" y="32"/>
                  <a:pt x="34" y="30"/>
                </a:cubicBezTo>
                <a:cubicBezTo>
                  <a:pt x="34" y="7"/>
                  <a:pt x="34" y="7"/>
                  <a:pt x="34" y="7"/>
                </a:cubicBezTo>
                <a:cubicBezTo>
                  <a:pt x="34" y="5"/>
                  <a:pt x="32" y="3"/>
                  <a:pt x="30" y="3"/>
                </a:cubicBezTo>
                <a:lnTo>
                  <a:pt x="8" y="3"/>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7" name="稻壳儿小白白(http://dwz.cn/Wu2UP)"/>
          <p:cNvSpPr>
            <a:spLocks noEditPoints="1"/>
          </p:cNvSpPr>
          <p:nvPr/>
        </p:nvSpPr>
        <p:spPr>
          <a:xfrm>
            <a:off x="7735672" y="4403333"/>
            <a:ext cx="235055" cy="292186"/>
          </a:xfrm>
          <a:custGeom>
            <a:avLst/>
            <a:gdLst>
              <a:gd name="T0" fmla="*/ 1583574545 w 33"/>
              <a:gd name="T1" fmla="*/ 336246815 h 41"/>
              <a:gd name="T2" fmla="*/ 0 w 33"/>
              <a:gd name="T3" fmla="*/ 336246815 h 41"/>
              <a:gd name="T4" fmla="*/ 0 w 33"/>
              <a:gd name="T5" fmla="*/ 240179267 h 41"/>
              <a:gd name="T6" fmla="*/ 287925164 w 33"/>
              <a:gd name="T7" fmla="*/ 0 h 41"/>
              <a:gd name="T8" fmla="*/ 1343641527 w 33"/>
              <a:gd name="T9" fmla="*/ 0 h 41"/>
              <a:gd name="T10" fmla="*/ 1583574545 w 33"/>
              <a:gd name="T11" fmla="*/ 240179267 h 41"/>
              <a:gd name="T12" fmla="*/ 1583574545 w 33"/>
              <a:gd name="T13" fmla="*/ 336246815 h 41"/>
              <a:gd name="T14" fmla="*/ 1583574545 w 33"/>
              <a:gd name="T15" fmla="*/ 768568110 h 41"/>
              <a:gd name="T16" fmla="*/ 0 w 33"/>
              <a:gd name="T17" fmla="*/ 768568110 h 41"/>
              <a:gd name="T18" fmla="*/ 0 w 33"/>
              <a:gd name="T19" fmla="*/ 432321294 h 41"/>
              <a:gd name="T20" fmla="*/ 1583574545 w 33"/>
              <a:gd name="T21" fmla="*/ 432321294 h 41"/>
              <a:gd name="T22" fmla="*/ 1583574545 w 33"/>
              <a:gd name="T23" fmla="*/ 768568110 h 41"/>
              <a:gd name="T24" fmla="*/ 1583574545 w 33"/>
              <a:gd name="T25" fmla="*/ 1200896335 h 41"/>
              <a:gd name="T26" fmla="*/ 0 w 33"/>
              <a:gd name="T27" fmla="*/ 1200896335 h 41"/>
              <a:gd name="T28" fmla="*/ 0 w 33"/>
              <a:gd name="T29" fmla="*/ 864642589 h 41"/>
              <a:gd name="T30" fmla="*/ 1583574545 w 33"/>
              <a:gd name="T31" fmla="*/ 864642589 h 41"/>
              <a:gd name="T32" fmla="*/ 1583574545 w 33"/>
              <a:gd name="T33" fmla="*/ 1200896335 h 41"/>
              <a:gd name="T34" fmla="*/ 1583574545 w 33"/>
              <a:gd name="T35" fmla="*/ 1345001123 h 41"/>
              <a:gd name="T36" fmla="*/ 1343641527 w 33"/>
              <a:gd name="T37" fmla="*/ 1633217630 h 41"/>
              <a:gd name="T38" fmla="*/ 1295649382 w 33"/>
              <a:gd name="T39" fmla="*/ 1633217630 h 41"/>
              <a:gd name="T40" fmla="*/ 959739000 w 33"/>
              <a:gd name="T41" fmla="*/ 1969464445 h 41"/>
              <a:gd name="T42" fmla="*/ 959739000 w 33"/>
              <a:gd name="T43" fmla="*/ 1633217630 h 41"/>
              <a:gd name="T44" fmla="*/ 287925164 w 33"/>
              <a:gd name="T45" fmla="*/ 1633217630 h 41"/>
              <a:gd name="T46" fmla="*/ 0 w 33"/>
              <a:gd name="T47" fmla="*/ 1345001123 h 41"/>
              <a:gd name="T48" fmla="*/ 0 w 33"/>
              <a:gd name="T49" fmla="*/ 1248926644 h 41"/>
              <a:gd name="T50" fmla="*/ 1583574545 w 33"/>
              <a:gd name="T51" fmla="*/ 1248926644 h 41"/>
              <a:gd name="T52" fmla="*/ 1583574545 w 33"/>
              <a:gd name="T53" fmla="*/ 1345001123 h 41"/>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33" h="41">
                <a:moveTo>
                  <a:pt x="33" y="7"/>
                </a:moveTo>
                <a:cubicBezTo>
                  <a:pt x="0" y="7"/>
                  <a:pt x="0" y="7"/>
                  <a:pt x="0" y="7"/>
                </a:cubicBezTo>
                <a:cubicBezTo>
                  <a:pt x="0" y="5"/>
                  <a:pt x="0" y="5"/>
                  <a:pt x="0" y="5"/>
                </a:cubicBezTo>
                <a:cubicBezTo>
                  <a:pt x="0" y="2"/>
                  <a:pt x="3" y="0"/>
                  <a:pt x="6" y="0"/>
                </a:cubicBezTo>
                <a:cubicBezTo>
                  <a:pt x="28" y="0"/>
                  <a:pt x="28" y="0"/>
                  <a:pt x="28" y="0"/>
                </a:cubicBezTo>
                <a:cubicBezTo>
                  <a:pt x="31" y="0"/>
                  <a:pt x="33" y="2"/>
                  <a:pt x="33" y="5"/>
                </a:cubicBezTo>
                <a:lnTo>
                  <a:pt x="33" y="7"/>
                </a:lnTo>
                <a:close/>
                <a:moveTo>
                  <a:pt x="33" y="16"/>
                </a:moveTo>
                <a:cubicBezTo>
                  <a:pt x="0" y="16"/>
                  <a:pt x="0" y="16"/>
                  <a:pt x="0" y="16"/>
                </a:cubicBezTo>
                <a:cubicBezTo>
                  <a:pt x="0" y="9"/>
                  <a:pt x="0" y="9"/>
                  <a:pt x="0" y="9"/>
                </a:cubicBezTo>
                <a:cubicBezTo>
                  <a:pt x="33" y="9"/>
                  <a:pt x="33" y="9"/>
                  <a:pt x="33" y="9"/>
                </a:cubicBezTo>
                <a:lnTo>
                  <a:pt x="33" y="16"/>
                </a:lnTo>
                <a:close/>
                <a:moveTo>
                  <a:pt x="33" y="25"/>
                </a:moveTo>
                <a:cubicBezTo>
                  <a:pt x="0" y="25"/>
                  <a:pt x="0" y="25"/>
                  <a:pt x="0" y="25"/>
                </a:cubicBezTo>
                <a:cubicBezTo>
                  <a:pt x="0" y="18"/>
                  <a:pt x="0" y="18"/>
                  <a:pt x="0" y="18"/>
                </a:cubicBezTo>
                <a:cubicBezTo>
                  <a:pt x="33" y="18"/>
                  <a:pt x="33" y="18"/>
                  <a:pt x="33" y="18"/>
                </a:cubicBezTo>
                <a:lnTo>
                  <a:pt x="33" y="25"/>
                </a:lnTo>
                <a:close/>
                <a:moveTo>
                  <a:pt x="33" y="28"/>
                </a:moveTo>
                <a:cubicBezTo>
                  <a:pt x="33" y="31"/>
                  <a:pt x="31" y="34"/>
                  <a:pt x="28" y="34"/>
                </a:cubicBezTo>
                <a:cubicBezTo>
                  <a:pt x="27" y="34"/>
                  <a:pt x="27" y="34"/>
                  <a:pt x="27" y="34"/>
                </a:cubicBezTo>
                <a:cubicBezTo>
                  <a:pt x="20" y="41"/>
                  <a:pt x="20" y="41"/>
                  <a:pt x="20" y="41"/>
                </a:cubicBezTo>
                <a:cubicBezTo>
                  <a:pt x="20" y="34"/>
                  <a:pt x="20" y="34"/>
                  <a:pt x="20" y="34"/>
                </a:cubicBezTo>
                <a:cubicBezTo>
                  <a:pt x="6" y="34"/>
                  <a:pt x="6" y="34"/>
                  <a:pt x="6" y="34"/>
                </a:cubicBezTo>
                <a:cubicBezTo>
                  <a:pt x="3" y="34"/>
                  <a:pt x="0" y="31"/>
                  <a:pt x="0" y="28"/>
                </a:cubicBezTo>
                <a:cubicBezTo>
                  <a:pt x="0" y="26"/>
                  <a:pt x="0" y="26"/>
                  <a:pt x="0" y="26"/>
                </a:cubicBezTo>
                <a:cubicBezTo>
                  <a:pt x="33" y="26"/>
                  <a:pt x="33" y="26"/>
                  <a:pt x="33" y="26"/>
                </a:cubicBezTo>
                <a:lnTo>
                  <a:pt x="33" y="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8" name="稻壳儿小白白(http://dwz.cn/Wu2UP)"/>
          <p:cNvSpPr>
            <a:spLocks noEditPoints="1"/>
          </p:cNvSpPr>
          <p:nvPr/>
        </p:nvSpPr>
        <p:spPr>
          <a:xfrm>
            <a:off x="7720981" y="4871810"/>
            <a:ext cx="269333" cy="342789"/>
          </a:xfrm>
          <a:custGeom>
            <a:avLst/>
            <a:gdLst>
              <a:gd name="T0" fmla="*/ 1472947575 w 38"/>
              <a:gd name="T1" fmla="*/ 2147483646 h 48"/>
              <a:gd name="T2" fmla="*/ 1472947575 w 38"/>
              <a:gd name="T3" fmla="*/ 2147483646 h 48"/>
              <a:gd name="T4" fmla="*/ 1472947575 w 38"/>
              <a:gd name="T5" fmla="*/ 2147483646 h 48"/>
              <a:gd name="T6" fmla="*/ 47513993 w 38"/>
              <a:gd name="T7" fmla="*/ 2147483646 h 48"/>
              <a:gd name="T8" fmla="*/ 0 w 38"/>
              <a:gd name="T9" fmla="*/ 2147483646 h 48"/>
              <a:gd name="T10" fmla="*/ 0 w 38"/>
              <a:gd name="T11" fmla="*/ 2147483646 h 48"/>
              <a:gd name="T12" fmla="*/ 0 w 38"/>
              <a:gd name="T13" fmla="*/ 1398883172 h 48"/>
              <a:gd name="T14" fmla="*/ 142541980 w 38"/>
              <a:gd name="T15" fmla="*/ 1398883172 h 48"/>
              <a:gd name="T16" fmla="*/ 142541980 w 38"/>
              <a:gd name="T17" fmla="*/ 2147483646 h 48"/>
              <a:gd name="T18" fmla="*/ 1330405595 w 38"/>
              <a:gd name="T19" fmla="*/ 2147483646 h 48"/>
              <a:gd name="T20" fmla="*/ 1330405595 w 38"/>
              <a:gd name="T21" fmla="*/ 1398883172 h 48"/>
              <a:gd name="T22" fmla="*/ 1472947575 w 38"/>
              <a:gd name="T23" fmla="*/ 1398883172 h 48"/>
              <a:gd name="T24" fmla="*/ 1472947575 w 38"/>
              <a:gd name="T25" fmla="*/ 2147483646 h 48"/>
              <a:gd name="T26" fmla="*/ 1187863616 w 38"/>
              <a:gd name="T27" fmla="*/ 2025968492 h 48"/>
              <a:gd name="T28" fmla="*/ 285083959 w 38"/>
              <a:gd name="T29" fmla="*/ 2025968492 h 48"/>
              <a:gd name="T30" fmla="*/ 285083959 w 38"/>
              <a:gd name="T31" fmla="*/ 1833020766 h 48"/>
              <a:gd name="T32" fmla="*/ 1187863616 w 38"/>
              <a:gd name="T33" fmla="*/ 1833020766 h 48"/>
              <a:gd name="T34" fmla="*/ 1187863616 w 38"/>
              <a:gd name="T35" fmla="*/ 2025968492 h 48"/>
              <a:gd name="T36" fmla="*/ 1187863616 w 38"/>
              <a:gd name="T37" fmla="*/ 1591830898 h 48"/>
              <a:gd name="T38" fmla="*/ 1187863616 w 38"/>
              <a:gd name="T39" fmla="*/ 1784785570 h 48"/>
              <a:gd name="T40" fmla="*/ 285083959 w 38"/>
              <a:gd name="T41" fmla="*/ 1688308234 h 48"/>
              <a:gd name="T42" fmla="*/ 285083959 w 38"/>
              <a:gd name="T43" fmla="*/ 1495360508 h 48"/>
              <a:gd name="T44" fmla="*/ 1187863616 w 38"/>
              <a:gd name="T45" fmla="*/ 1591830898 h 48"/>
              <a:gd name="T46" fmla="*/ 1282891602 w 38"/>
              <a:gd name="T47" fmla="*/ 1350647977 h 48"/>
              <a:gd name="T48" fmla="*/ 1235377609 w 38"/>
              <a:gd name="T49" fmla="*/ 1495360508 h 48"/>
              <a:gd name="T50" fmla="*/ 332604845 w 38"/>
              <a:gd name="T51" fmla="*/ 1302405836 h 48"/>
              <a:gd name="T52" fmla="*/ 380118839 w 38"/>
              <a:gd name="T53" fmla="*/ 1109458109 h 48"/>
              <a:gd name="T54" fmla="*/ 1282891602 w 38"/>
              <a:gd name="T55" fmla="*/ 1350647977 h 48"/>
              <a:gd name="T56" fmla="*/ 1377919589 w 38"/>
              <a:gd name="T57" fmla="*/ 1109458109 h 48"/>
              <a:gd name="T58" fmla="*/ 1282891602 w 38"/>
              <a:gd name="T59" fmla="*/ 1254170641 h 48"/>
              <a:gd name="T60" fmla="*/ 522660818 w 38"/>
              <a:gd name="T61" fmla="*/ 820033047 h 48"/>
              <a:gd name="T62" fmla="*/ 617688804 w 38"/>
              <a:gd name="T63" fmla="*/ 627085320 h 48"/>
              <a:gd name="T64" fmla="*/ 1377919589 w 38"/>
              <a:gd name="T65" fmla="*/ 1109458109 h 48"/>
              <a:gd name="T66" fmla="*/ 1567982454 w 38"/>
              <a:gd name="T67" fmla="*/ 964745578 h 48"/>
              <a:gd name="T68" fmla="*/ 1425433582 w 38"/>
              <a:gd name="T69" fmla="*/ 1061222914 h 48"/>
              <a:gd name="T70" fmla="*/ 902779657 w 38"/>
              <a:gd name="T71" fmla="*/ 337660258 h 48"/>
              <a:gd name="T72" fmla="*/ 1045321636 w 38"/>
              <a:gd name="T73" fmla="*/ 192947727 h 48"/>
              <a:gd name="T74" fmla="*/ 1567982454 w 38"/>
              <a:gd name="T75" fmla="*/ 964745578 h 48"/>
              <a:gd name="T76" fmla="*/ 1805552420 w 38"/>
              <a:gd name="T77" fmla="*/ 916510383 h 48"/>
              <a:gd name="T78" fmla="*/ 1615496448 w 38"/>
              <a:gd name="T79" fmla="*/ 964745578 h 48"/>
              <a:gd name="T80" fmla="*/ 1425433582 w 38"/>
              <a:gd name="T81" fmla="*/ 48235195 h 48"/>
              <a:gd name="T82" fmla="*/ 1615496448 w 38"/>
              <a:gd name="T83" fmla="*/ 0 h 48"/>
              <a:gd name="T84" fmla="*/ 1805552420 w 38"/>
              <a:gd name="T85" fmla="*/ 916510383 h 4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38" h="48">
                <a:moveTo>
                  <a:pt x="31" y="47"/>
                </a:moveTo>
                <a:cubicBezTo>
                  <a:pt x="31" y="48"/>
                  <a:pt x="31" y="48"/>
                  <a:pt x="31" y="48"/>
                </a:cubicBezTo>
                <a:cubicBezTo>
                  <a:pt x="31" y="48"/>
                  <a:pt x="31" y="48"/>
                  <a:pt x="31" y="48"/>
                </a:cubicBezTo>
                <a:cubicBezTo>
                  <a:pt x="1" y="48"/>
                  <a:pt x="1" y="48"/>
                  <a:pt x="1" y="48"/>
                </a:cubicBezTo>
                <a:cubicBezTo>
                  <a:pt x="0" y="48"/>
                  <a:pt x="0" y="48"/>
                  <a:pt x="0" y="48"/>
                </a:cubicBezTo>
                <a:cubicBezTo>
                  <a:pt x="0" y="48"/>
                  <a:pt x="0" y="48"/>
                  <a:pt x="0" y="48"/>
                </a:cubicBezTo>
                <a:cubicBezTo>
                  <a:pt x="0" y="29"/>
                  <a:pt x="0" y="29"/>
                  <a:pt x="0" y="29"/>
                </a:cubicBezTo>
                <a:cubicBezTo>
                  <a:pt x="3" y="29"/>
                  <a:pt x="3" y="29"/>
                  <a:pt x="3" y="29"/>
                </a:cubicBezTo>
                <a:cubicBezTo>
                  <a:pt x="3" y="45"/>
                  <a:pt x="3" y="45"/>
                  <a:pt x="3" y="45"/>
                </a:cubicBezTo>
                <a:cubicBezTo>
                  <a:pt x="28" y="45"/>
                  <a:pt x="28" y="45"/>
                  <a:pt x="28" y="45"/>
                </a:cubicBezTo>
                <a:cubicBezTo>
                  <a:pt x="28" y="29"/>
                  <a:pt x="28" y="29"/>
                  <a:pt x="28" y="29"/>
                </a:cubicBezTo>
                <a:cubicBezTo>
                  <a:pt x="31" y="29"/>
                  <a:pt x="31" y="29"/>
                  <a:pt x="31" y="29"/>
                </a:cubicBezTo>
                <a:lnTo>
                  <a:pt x="31" y="47"/>
                </a:lnTo>
                <a:close/>
                <a:moveTo>
                  <a:pt x="25" y="42"/>
                </a:moveTo>
                <a:cubicBezTo>
                  <a:pt x="6" y="42"/>
                  <a:pt x="6" y="42"/>
                  <a:pt x="6" y="42"/>
                </a:cubicBezTo>
                <a:cubicBezTo>
                  <a:pt x="6" y="38"/>
                  <a:pt x="6" y="38"/>
                  <a:pt x="6" y="38"/>
                </a:cubicBezTo>
                <a:cubicBezTo>
                  <a:pt x="25" y="38"/>
                  <a:pt x="25" y="38"/>
                  <a:pt x="25" y="38"/>
                </a:cubicBezTo>
                <a:lnTo>
                  <a:pt x="25" y="42"/>
                </a:lnTo>
                <a:close/>
                <a:moveTo>
                  <a:pt x="25" y="33"/>
                </a:moveTo>
                <a:cubicBezTo>
                  <a:pt x="25" y="37"/>
                  <a:pt x="25" y="37"/>
                  <a:pt x="25" y="37"/>
                </a:cubicBezTo>
                <a:cubicBezTo>
                  <a:pt x="6" y="35"/>
                  <a:pt x="6" y="35"/>
                  <a:pt x="6" y="35"/>
                </a:cubicBezTo>
                <a:cubicBezTo>
                  <a:pt x="6" y="31"/>
                  <a:pt x="6" y="31"/>
                  <a:pt x="6" y="31"/>
                </a:cubicBezTo>
                <a:lnTo>
                  <a:pt x="25" y="33"/>
                </a:lnTo>
                <a:close/>
                <a:moveTo>
                  <a:pt x="27" y="28"/>
                </a:moveTo>
                <a:cubicBezTo>
                  <a:pt x="26" y="31"/>
                  <a:pt x="26" y="31"/>
                  <a:pt x="26" y="31"/>
                </a:cubicBezTo>
                <a:cubicBezTo>
                  <a:pt x="7" y="27"/>
                  <a:pt x="7" y="27"/>
                  <a:pt x="7" y="27"/>
                </a:cubicBezTo>
                <a:cubicBezTo>
                  <a:pt x="8" y="23"/>
                  <a:pt x="8" y="23"/>
                  <a:pt x="8" y="23"/>
                </a:cubicBezTo>
                <a:lnTo>
                  <a:pt x="27" y="28"/>
                </a:lnTo>
                <a:close/>
                <a:moveTo>
                  <a:pt x="29" y="23"/>
                </a:moveTo>
                <a:cubicBezTo>
                  <a:pt x="27" y="26"/>
                  <a:pt x="27" y="26"/>
                  <a:pt x="27" y="26"/>
                </a:cubicBezTo>
                <a:cubicBezTo>
                  <a:pt x="11" y="17"/>
                  <a:pt x="11" y="17"/>
                  <a:pt x="11" y="17"/>
                </a:cubicBezTo>
                <a:cubicBezTo>
                  <a:pt x="13" y="13"/>
                  <a:pt x="13" y="13"/>
                  <a:pt x="13" y="13"/>
                </a:cubicBezTo>
                <a:lnTo>
                  <a:pt x="29" y="23"/>
                </a:lnTo>
                <a:close/>
                <a:moveTo>
                  <a:pt x="33" y="20"/>
                </a:moveTo>
                <a:cubicBezTo>
                  <a:pt x="30" y="22"/>
                  <a:pt x="30" y="22"/>
                  <a:pt x="30" y="22"/>
                </a:cubicBezTo>
                <a:cubicBezTo>
                  <a:pt x="19" y="7"/>
                  <a:pt x="19" y="7"/>
                  <a:pt x="19" y="7"/>
                </a:cubicBezTo>
                <a:cubicBezTo>
                  <a:pt x="22" y="4"/>
                  <a:pt x="22" y="4"/>
                  <a:pt x="22" y="4"/>
                </a:cubicBezTo>
                <a:lnTo>
                  <a:pt x="33" y="20"/>
                </a:lnTo>
                <a:close/>
                <a:moveTo>
                  <a:pt x="38" y="19"/>
                </a:moveTo>
                <a:cubicBezTo>
                  <a:pt x="34" y="20"/>
                  <a:pt x="34" y="20"/>
                  <a:pt x="34" y="20"/>
                </a:cubicBezTo>
                <a:cubicBezTo>
                  <a:pt x="30" y="1"/>
                  <a:pt x="30" y="1"/>
                  <a:pt x="30" y="1"/>
                </a:cubicBezTo>
                <a:cubicBezTo>
                  <a:pt x="34" y="0"/>
                  <a:pt x="34" y="0"/>
                  <a:pt x="34" y="0"/>
                </a:cubicBezTo>
                <a:lnTo>
                  <a:pt x="38" y="1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79" name="稻壳儿小白白(http://dwz.cn/Wu2UP)"/>
          <p:cNvSpPr/>
          <p:nvPr/>
        </p:nvSpPr>
        <p:spPr>
          <a:xfrm>
            <a:off x="7699760" y="5405581"/>
            <a:ext cx="311775" cy="297084"/>
          </a:xfrm>
          <a:custGeom>
            <a:avLst/>
            <a:gdLst>
              <a:gd name="T0" fmla="*/ 2042015513 w 44"/>
              <a:gd name="T1" fmla="*/ 851812813 h 42"/>
              <a:gd name="T2" fmla="*/ 1614616116 w 44"/>
              <a:gd name="T3" fmla="*/ 1277722658 h 42"/>
              <a:gd name="T4" fmla="*/ 1709590697 w 44"/>
              <a:gd name="T5" fmla="*/ 1940241442 h 42"/>
              <a:gd name="T6" fmla="*/ 1709590697 w 44"/>
              <a:gd name="T7" fmla="*/ 1940241442 h 42"/>
              <a:gd name="T8" fmla="*/ 1662103407 w 44"/>
              <a:gd name="T9" fmla="*/ 1987563229 h 42"/>
              <a:gd name="T10" fmla="*/ 1614616116 w 44"/>
              <a:gd name="T11" fmla="*/ 1987563229 h 42"/>
              <a:gd name="T12" fmla="*/ 1044754848 w 44"/>
              <a:gd name="T13" fmla="*/ 1703625625 h 42"/>
              <a:gd name="T14" fmla="*/ 474886688 w 44"/>
              <a:gd name="T15" fmla="*/ 1987563229 h 42"/>
              <a:gd name="T16" fmla="*/ 427399397 w 44"/>
              <a:gd name="T17" fmla="*/ 1987563229 h 42"/>
              <a:gd name="T18" fmla="*/ 379912107 w 44"/>
              <a:gd name="T19" fmla="*/ 1940241442 h 42"/>
              <a:gd name="T20" fmla="*/ 379912107 w 44"/>
              <a:gd name="T21" fmla="*/ 1940241442 h 42"/>
              <a:gd name="T22" fmla="*/ 474886688 w 44"/>
              <a:gd name="T23" fmla="*/ 1277722658 h 42"/>
              <a:gd name="T24" fmla="*/ 0 w 44"/>
              <a:gd name="T25" fmla="*/ 851812813 h 42"/>
              <a:gd name="T26" fmla="*/ 0 w 44"/>
              <a:gd name="T27" fmla="*/ 757169238 h 42"/>
              <a:gd name="T28" fmla="*/ 47487291 w 44"/>
              <a:gd name="T29" fmla="*/ 709847450 h 42"/>
              <a:gd name="T30" fmla="*/ 712330031 w 44"/>
              <a:gd name="T31" fmla="*/ 615196996 h 42"/>
              <a:gd name="T32" fmla="*/ 997260666 w 44"/>
              <a:gd name="T33" fmla="*/ 47321788 h 42"/>
              <a:gd name="T34" fmla="*/ 1044754848 w 44"/>
              <a:gd name="T35" fmla="*/ 0 h 42"/>
              <a:gd name="T36" fmla="*/ 1092242138 w 44"/>
              <a:gd name="T37" fmla="*/ 47321788 h 42"/>
              <a:gd name="T38" fmla="*/ 1377172772 w 44"/>
              <a:gd name="T39" fmla="*/ 615196996 h 42"/>
              <a:gd name="T40" fmla="*/ 2042015513 w 44"/>
              <a:gd name="T41" fmla="*/ 709847450 h 42"/>
              <a:gd name="T42" fmla="*/ 2089502804 w 44"/>
              <a:gd name="T43" fmla="*/ 757169238 h 42"/>
              <a:gd name="T44" fmla="*/ 2042015513 w 44"/>
              <a:gd name="T45" fmla="*/ 851812813 h 42"/>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4" h="42">
                <a:moveTo>
                  <a:pt x="43" y="18"/>
                </a:moveTo>
                <a:cubicBezTo>
                  <a:pt x="34" y="27"/>
                  <a:pt x="34" y="27"/>
                  <a:pt x="34" y="27"/>
                </a:cubicBezTo>
                <a:cubicBezTo>
                  <a:pt x="36" y="41"/>
                  <a:pt x="36" y="41"/>
                  <a:pt x="36" y="41"/>
                </a:cubicBezTo>
                <a:cubicBezTo>
                  <a:pt x="36" y="41"/>
                  <a:pt x="36" y="41"/>
                  <a:pt x="36" y="41"/>
                </a:cubicBezTo>
                <a:cubicBezTo>
                  <a:pt x="36" y="42"/>
                  <a:pt x="36" y="42"/>
                  <a:pt x="35" y="42"/>
                </a:cubicBezTo>
                <a:cubicBezTo>
                  <a:pt x="35" y="42"/>
                  <a:pt x="34" y="42"/>
                  <a:pt x="34" y="42"/>
                </a:cubicBezTo>
                <a:cubicBezTo>
                  <a:pt x="22" y="36"/>
                  <a:pt x="22" y="36"/>
                  <a:pt x="22" y="36"/>
                </a:cubicBezTo>
                <a:cubicBezTo>
                  <a:pt x="10" y="42"/>
                  <a:pt x="10" y="42"/>
                  <a:pt x="10" y="42"/>
                </a:cubicBezTo>
                <a:cubicBezTo>
                  <a:pt x="9" y="42"/>
                  <a:pt x="9" y="42"/>
                  <a:pt x="9" y="42"/>
                </a:cubicBezTo>
                <a:cubicBezTo>
                  <a:pt x="8" y="42"/>
                  <a:pt x="8" y="42"/>
                  <a:pt x="8" y="41"/>
                </a:cubicBezTo>
                <a:cubicBezTo>
                  <a:pt x="8" y="41"/>
                  <a:pt x="8" y="41"/>
                  <a:pt x="8" y="41"/>
                </a:cubicBezTo>
                <a:cubicBezTo>
                  <a:pt x="10" y="27"/>
                  <a:pt x="10" y="27"/>
                  <a:pt x="10" y="27"/>
                </a:cubicBezTo>
                <a:cubicBezTo>
                  <a:pt x="0" y="18"/>
                  <a:pt x="0" y="18"/>
                  <a:pt x="0" y="18"/>
                </a:cubicBezTo>
                <a:cubicBezTo>
                  <a:pt x="0" y="17"/>
                  <a:pt x="0" y="17"/>
                  <a:pt x="0" y="16"/>
                </a:cubicBezTo>
                <a:cubicBezTo>
                  <a:pt x="0" y="16"/>
                  <a:pt x="0" y="15"/>
                  <a:pt x="1" y="15"/>
                </a:cubicBezTo>
                <a:cubicBezTo>
                  <a:pt x="15" y="13"/>
                  <a:pt x="15" y="13"/>
                  <a:pt x="15" y="13"/>
                </a:cubicBezTo>
                <a:cubicBezTo>
                  <a:pt x="21" y="1"/>
                  <a:pt x="21" y="1"/>
                  <a:pt x="21" y="1"/>
                </a:cubicBezTo>
                <a:cubicBezTo>
                  <a:pt x="21" y="0"/>
                  <a:pt x="21" y="0"/>
                  <a:pt x="22" y="0"/>
                </a:cubicBezTo>
                <a:cubicBezTo>
                  <a:pt x="22" y="0"/>
                  <a:pt x="23" y="0"/>
                  <a:pt x="23" y="1"/>
                </a:cubicBezTo>
                <a:cubicBezTo>
                  <a:pt x="29" y="13"/>
                  <a:pt x="29" y="13"/>
                  <a:pt x="29" y="13"/>
                </a:cubicBezTo>
                <a:cubicBezTo>
                  <a:pt x="43" y="15"/>
                  <a:pt x="43" y="15"/>
                  <a:pt x="43" y="15"/>
                </a:cubicBezTo>
                <a:cubicBezTo>
                  <a:pt x="43" y="15"/>
                  <a:pt x="44" y="16"/>
                  <a:pt x="44" y="16"/>
                </a:cubicBezTo>
                <a:cubicBezTo>
                  <a:pt x="44" y="17"/>
                  <a:pt x="44" y="17"/>
                  <a:pt x="43"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0" name="稻壳儿小白白(http://dwz.cn/Wu2UP)"/>
          <p:cNvSpPr/>
          <p:nvPr/>
        </p:nvSpPr>
        <p:spPr>
          <a:xfrm>
            <a:off x="7771583" y="5931191"/>
            <a:ext cx="156703" cy="300348"/>
          </a:xfrm>
          <a:custGeom>
            <a:avLst/>
            <a:gdLst>
              <a:gd name="T0" fmla="*/ 1055716364 w 22"/>
              <a:gd name="T1" fmla="*/ 1692907279 h 42"/>
              <a:gd name="T2" fmla="*/ 479872964 w 22"/>
              <a:gd name="T3" fmla="*/ 2031485952 h 42"/>
              <a:gd name="T4" fmla="*/ 431880818 w 22"/>
              <a:gd name="T5" fmla="*/ 2031485952 h 42"/>
              <a:gd name="T6" fmla="*/ 383895600 w 22"/>
              <a:gd name="T7" fmla="*/ 1983115583 h 42"/>
              <a:gd name="T8" fmla="*/ 383895600 w 22"/>
              <a:gd name="T9" fmla="*/ 1934745214 h 42"/>
              <a:gd name="T10" fmla="*/ 479872964 w 22"/>
              <a:gd name="T11" fmla="*/ 1305958236 h 42"/>
              <a:gd name="T12" fmla="*/ 47985218 w 22"/>
              <a:gd name="T13" fmla="*/ 822268455 h 42"/>
              <a:gd name="T14" fmla="*/ 0 w 22"/>
              <a:gd name="T15" fmla="*/ 773898086 h 42"/>
              <a:gd name="T16" fmla="*/ 47985218 w 22"/>
              <a:gd name="T17" fmla="*/ 725527717 h 42"/>
              <a:gd name="T18" fmla="*/ 719805982 w 22"/>
              <a:gd name="T19" fmla="*/ 628793933 h 42"/>
              <a:gd name="T20" fmla="*/ 1007731145 w 22"/>
              <a:gd name="T21" fmla="*/ 48370369 h 42"/>
              <a:gd name="T22" fmla="*/ 1055716364 w 22"/>
              <a:gd name="T23" fmla="*/ 0 h 42"/>
              <a:gd name="T24" fmla="*/ 1055716364 w 22"/>
              <a:gd name="T25" fmla="*/ 1692907279 h 4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 h="42">
                <a:moveTo>
                  <a:pt x="22" y="35"/>
                </a:moveTo>
                <a:cubicBezTo>
                  <a:pt x="10" y="42"/>
                  <a:pt x="10" y="42"/>
                  <a:pt x="10" y="42"/>
                </a:cubicBezTo>
                <a:cubicBezTo>
                  <a:pt x="10" y="42"/>
                  <a:pt x="9" y="42"/>
                  <a:pt x="9" y="42"/>
                </a:cubicBezTo>
                <a:cubicBezTo>
                  <a:pt x="8" y="42"/>
                  <a:pt x="8" y="41"/>
                  <a:pt x="8" y="41"/>
                </a:cubicBezTo>
                <a:cubicBezTo>
                  <a:pt x="8" y="40"/>
                  <a:pt x="8" y="40"/>
                  <a:pt x="8" y="40"/>
                </a:cubicBezTo>
                <a:cubicBezTo>
                  <a:pt x="10" y="27"/>
                  <a:pt x="10" y="27"/>
                  <a:pt x="10" y="27"/>
                </a:cubicBezTo>
                <a:cubicBezTo>
                  <a:pt x="1" y="17"/>
                  <a:pt x="1" y="17"/>
                  <a:pt x="1" y="17"/>
                </a:cubicBezTo>
                <a:cubicBezTo>
                  <a:pt x="0" y="17"/>
                  <a:pt x="0" y="16"/>
                  <a:pt x="0" y="16"/>
                </a:cubicBezTo>
                <a:cubicBezTo>
                  <a:pt x="0" y="15"/>
                  <a:pt x="1" y="15"/>
                  <a:pt x="1" y="15"/>
                </a:cubicBezTo>
                <a:cubicBezTo>
                  <a:pt x="15" y="13"/>
                  <a:pt x="15" y="13"/>
                  <a:pt x="15" y="13"/>
                </a:cubicBezTo>
                <a:cubicBezTo>
                  <a:pt x="21" y="1"/>
                  <a:pt x="21" y="1"/>
                  <a:pt x="21" y="1"/>
                </a:cubicBezTo>
                <a:cubicBezTo>
                  <a:pt x="21" y="0"/>
                  <a:pt x="22" y="0"/>
                  <a:pt x="22" y="0"/>
                </a:cubicBezTo>
                <a:lnTo>
                  <a:pt x="22"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1" name="稻壳儿小白白(http://dwz.cn/Wu2UP)"/>
          <p:cNvSpPr>
            <a:spLocks noEditPoints="1"/>
          </p:cNvSpPr>
          <p:nvPr/>
        </p:nvSpPr>
        <p:spPr>
          <a:xfrm>
            <a:off x="8559997" y="1246412"/>
            <a:ext cx="362377" cy="277496"/>
          </a:xfrm>
          <a:custGeom>
            <a:avLst/>
            <a:gdLst>
              <a:gd name="T0" fmla="*/ 1337058988 w 51"/>
              <a:gd name="T1" fmla="*/ 526733721 h 39"/>
              <a:gd name="T2" fmla="*/ 1193801681 w 51"/>
              <a:gd name="T3" fmla="*/ 383077183 h 39"/>
              <a:gd name="T4" fmla="*/ 1098301416 w 51"/>
              <a:gd name="T5" fmla="*/ 526733721 h 39"/>
              <a:gd name="T6" fmla="*/ 1098301416 w 51"/>
              <a:gd name="T7" fmla="*/ 1340766679 h 39"/>
              <a:gd name="T8" fmla="*/ 525272187 w 51"/>
              <a:gd name="T9" fmla="*/ 1867500401 h 39"/>
              <a:gd name="T10" fmla="*/ 0 w 51"/>
              <a:gd name="T11" fmla="*/ 1292888087 h 39"/>
              <a:gd name="T12" fmla="*/ 0 w 51"/>
              <a:gd name="T13" fmla="*/ 957689497 h 39"/>
              <a:gd name="T14" fmla="*/ 382014879 w 51"/>
              <a:gd name="T15" fmla="*/ 957689497 h 39"/>
              <a:gd name="T16" fmla="*/ 382014879 w 51"/>
              <a:gd name="T17" fmla="*/ 1292888087 h 39"/>
              <a:gd name="T18" fmla="*/ 525272187 w 51"/>
              <a:gd name="T19" fmla="*/ 1436537705 h 39"/>
              <a:gd name="T20" fmla="*/ 668529494 w 51"/>
              <a:gd name="T21" fmla="*/ 1292888087 h 39"/>
              <a:gd name="T22" fmla="*/ 668529494 w 51"/>
              <a:gd name="T23" fmla="*/ 526733721 h 39"/>
              <a:gd name="T24" fmla="*/ 1193801681 w 51"/>
              <a:gd name="T25" fmla="*/ 0 h 39"/>
              <a:gd name="T26" fmla="*/ 1766830910 w 51"/>
              <a:gd name="T27" fmla="*/ 526733721 h 39"/>
              <a:gd name="T28" fmla="*/ 1766830910 w 51"/>
              <a:gd name="T29" fmla="*/ 670383340 h 39"/>
              <a:gd name="T30" fmla="*/ 1528066428 w 51"/>
              <a:gd name="T31" fmla="*/ 766154365 h 39"/>
              <a:gd name="T32" fmla="*/ 1337058988 w 51"/>
              <a:gd name="T33" fmla="*/ 670383340 h 39"/>
              <a:gd name="T34" fmla="*/ 1337058988 w 51"/>
              <a:gd name="T35" fmla="*/ 526733721 h 39"/>
              <a:gd name="T36" fmla="*/ 2147483646 w 51"/>
              <a:gd name="T37" fmla="*/ 957689497 h 39"/>
              <a:gd name="T38" fmla="*/ 2147483646 w 51"/>
              <a:gd name="T39" fmla="*/ 1292888087 h 39"/>
              <a:gd name="T40" fmla="*/ 1910088218 w 51"/>
              <a:gd name="T41" fmla="*/ 1867500401 h 39"/>
              <a:gd name="T42" fmla="*/ 1337058988 w 51"/>
              <a:gd name="T43" fmla="*/ 1340766679 h 39"/>
              <a:gd name="T44" fmla="*/ 1337058988 w 51"/>
              <a:gd name="T45" fmla="*/ 957689497 h 39"/>
              <a:gd name="T46" fmla="*/ 1528066428 w 51"/>
              <a:gd name="T47" fmla="*/ 1053460522 h 39"/>
              <a:gd name="T48" fmla="*/ 1766830910 w 51"/>
              <a:gd name="T49" fmla="*/ 957689497 h 39"/>
              <a:gd name="T50" fmla="*/ 1766830910 w 51"/>
              <a:gd name="T51" fmla="*/ 1340766679 h 39"/>
              <a:gd name="T52" fmla="*/ 1910088218 w 51"/>
              <a:gd name="T53" fmla="*/ 1436537705 h 39"/>
              <a:gd name="T54" fmla="*/ 2005588482 w 51"/>
              <a:gd name="T55" fmla="*/ 1340766679 h 39"/>
              <a:gd name="T56" fmla="*/ 2005588482 w 51"/>
              <a:gd name="T57" fmla="*/ 957689497 h 39"/>
              <a:gd name="T58" fmla="*/ 2147483646 w 51"/>
              <a:gd name="T59" fmla="*/ 957689497 h 39"/>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51" h="39">
                <a:moveTo>
                  <a:pt x="28" y="11"/>
                </a:moveTo>
                <a:cubicBezTo>
                  <a:pt x="28" y="10"/>
                  <a:pt x="27" y="8"/>
                  <a:pt x="25" y="8"/>
                </a:cubicBezTo>
                <a:cubicBezTo>
                  <a:pt x="24" y="8"/>
                  <a:pt x="23" y="10"/>
                  <a:pt x="23" y="11"/>
                </a:cubicBezTo>
                <a:cubicBezTo>
                  <a:pt x="23" y="28"/>
                  <a:pt x="23" y="28"/>
                  <a:pt x="23" y="28"/>
                </a:cubicBezTo>
                <a:cubicBezTo>
                  <a:pt x="23" y="34"/>
                  <a:pt x="17" y="39"/>
                  <a:pt x="11" y="39"/>
                </a:cubicBezTo>
                <a:cubicBezTo>
                  <a:pt x="5" y="39"/>
                  <a:pt x="0" y="34"/>
                  <a:pt x="0" y="27"/>
                </a:cubicBezTo>
                <a:cubicBezTo>
                  <a:pt x="0" y="27"/>
                  <a:pt x="0" y="27"/>
                  <a:pt x="0" y="20"/>
                </a:cubicBezTo>
                <a:cubicBezTo>
                  <a:pt x="8" y="20"/>
                  <a:pt x="8" y="20"/>
                  <a:pt x="8" y="20"/>
                </a:cubicBezTo>
                <a:cubicBezTo>
                  <a:pt x="8" y="27"/>
                  <a:pt x="8" y="27"/>
                  <a:pt x="8" y="27"/>
                </a:cubicBezTo>
                <a:cubicBezTo>
                  <a:pt x="8" y="29"/>
                  <a:pt x="10" y="30"/>
                  <a:pt x="11" y="30"/>
                </a:cubicBezTo>
                <a:cubicBezTo>
                  <a:pt x="13" y="30"/>
                  <a:pt x="14" y="29"/>
                  <a:pt x="14" y="27"/>
                </a:cubicBezTo>
                <a:cubicBezTo>
                  <a:pt x="14" y="11"/>
                  <a:pt x="14" y="11"/>
                  <a:pt x="14" y="11"/>
                </a:cubicBezTo>
                <a:cubicBezTo>
                  <a:pt x="14" y="5"/>
                  <a:pt x="19" y="0"/>
                  <a:pt x="25" y="0"/>
                </a:cubicBezTo>
                <a:cubicBezTo>
                  <a:pt x="32" y="0"/>
                  <a:pt x="37" y="5"/>
                  <a:pt x="37" y="11"/>
                </a:cubicBezTo>
                <a:cubicBezTo>
                  <a:pt x="37" y="14"/>
                  <a:pt x="37" y="14"/>
                  <a:pt x="37" y="14"/>
                </a:cubicBezTo>
                <a:cubicBezTo>
                  <a:pt x="32" y="16"/>
                  <a:pt x="32" y="16"/>
                  <a:pt x="32" y="16"/>
                </a:cubicBezTo>
                <a:cubicBezTo>
                  <a:pt x="28" y="14"/>
                  <a:pt x="28" y="14"/>
                  <a:pt x="28" y="14"/>
                </a:cubicBezTo>
                <a:lnTo>
                  <a:pt x="28" y="11"/>
                </a:lnTo>
                <a:close/>
                <a:moveTo>
                  <a:pt x="51" y="20"/>
                </a:moveTo>
                <a:cubicBezTo>
                  <a:pt x="51" y="27"/>
                  <a:pt x="51" y="27"/>
                  <a:pt x="51" y="27"/>
                </a:cubicBezTo>
                <a:cubicBezTo>
                  <a:pt x="51" y="34"/>
                  <a:pt x="46" y="39"/>
                  <a:pt x="40" y="39"/>
                </a:cubicBezTo>
                <a:cubicBezTo>
                  <a:pt x="33" y="39"/>
                  <a:pt x="28" y="34"/>
                  <a:pt x="28" y="28"/>
                </a:cubicBezTo>
                <a:cubicBezTo>
                  <a:pt x="28" y="20"/>
                  <a:pt x="28" y="20"/>
                  <a:pt x="28" y="20"/>
                </a:cubicBezTo>
                <a:cubicBezTo>
                  <a:pt x="32" y="22"/>
                  <a:pt x="32" y="22"/>
                  <a:pt x="32" y="22"/>
                </a:cubicBezTo>
                <a:cubicBezTo>
                  <a:pt x="37" y="20"/>
                  <a:pt x="37" y="20"/>
                  <a:pt x="37" y="20"/>
                </a:cubicBezTo>
                <a:cubicBezTo>
                  <a:pt x="37" y="28"/>
                  <a:pt x="37" y="28"/>
                  <a:pt x="37" y="28"/>
                </a:cubicBezTo>
                <a:cubicBezTo>
                  <a:pt x="37" y="29"/>
                  <a:pt x="38" y="30"/>
                  <a:pt x="40" y="30"/>
                </a:cubicBezTo>
                <a:cubicBezTo>
                  <a:pt x="41" y="30"/>
                  <a:pt x="42" y="29"/>
                  <a:pt x="42" y="28"/>
                </a:cubicBezTo>
                <a:cubicBezTo>
                  <a:pt x="42" y="20"/>
                  <a:pt x="42" y="20"/>
                  <a:pt x="42" y="20"/>
                </a:cubicBezTo>
                <a:lnTo>
                  <a:pt x="51"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2" name="稻壳儿小白白(http://dwz.cn/Wu2UP)"/>
          <p:cNvSpPr>
            <a:spLocks noEditPoints="1"/>
          </p:cNvSpPr>
          <p:nvPr/>
        </p:nvSpPr>
        <p:spPr>
          <a:xfrm>
            <a:off x="8595908" y="1757330"/>
            <a:ext cx="290554" cy="290554"/>
          </a:xfrm>
          <a:custGeom>
            <a:avLst/>
            <a:gdLst>
              <a:gd name="T0" fmla="*/ 950010258 w 41"/>
              <a:gd name="T1" fmla="*/ 1947527576 h 41"/>
              <a:gd name="T2" fmla="*/ 0 w 41"/>
              <a:gd name="T3" fmla="*/ 997517318 h 41"/>
              <a:gd name="T4" fmla="*/ 950010258 w 41"/>
              <a:gd name="T5" fmla="*/ 0 h 41"/>
              <a:gd name="T6" fmla="*/ 1947527576 w 41"/>
              <a:gd name="T7" fmla="*/ 997517318 h 41"/>
              <a:gd name="T8" fmla="*/ 950010258 w 41"/>
              <a:gd name="T9" fmla="*/ 1947527576 h 41"/>
              <a:gd name="T10" fmla="*/ 1187517991 w 41"/>
              <a:gd name="T11" fmla="*/ 902510090 h 41"/>
              <a:gd name="T12" fmla="*/ 1187517991 w 41"/>
              <a:gd name="T13" fmla="*/ 807509753 h 41"/>
              <a:gd name="T14" fmla="*/ 950010258 w 41"/>
              <a:gd name="T15" fmla="*/ 570008912 h 41"/>
              <a:gd name="T16" fmla="*/ 712509416 w 41"/>
              <a:gd name="T17" fmla="*/ 807509753 h 41"/>
              <a:gd name="T18" fmla="*/ 712509416 w 41"/>
              <a:gd name="T19" fmla="*/ 1140017823 h 41"/>
              <a:gd name="T20" fmla="*/ 665009248 w 41"/>
              <a:gd name="T21" fmla="*/ 1235018160 h 41"/>
              <a:gd name="T22" fmla="*/ 570008912 w 41"/>
              <a:gd name="T23" fmla="*/ 1140017823 h 41"/>
              <a:gd name="T24" fmla="*/ 570008912 w 41"/>
              <a:gd name="T25" fmla="*/ 997517318 h 41"/>
              <a:gd name="T26" fmla="*/ 380008238 w 41"/>
              <a:gd name="T27" fmla="*/ 997517318 h 41"/>
              <a:gd name="T28" fmla="*/ 380008238 w 41"/>
              <a:gd name="T29" fmla="*/ 1187517991 h 41"/>
              <a:gd name="T30" fmla="*/ 665009248 w 41"/>
              <a:gd name="T31" fmla="*/ 1425018833 h 41"/>
              <a:gd name="T32" fmla="*/ 902510090 w 41"/>
              <a:gd name="T33" fmla="*/ 1187517991 h 41"/>
              <a:gd name="T34" fmla="*/ 902510090 w 41"/>
              <a:gd name="T35" fmla="*/ 807509753 h 41"/>
              <a:gd name="T36" fmla="*/ 950010258 w 41"/>
              <a:gd name="T37" fmla="*/ 760009585 h 41"/>
              <a:gd name="T38" fmla="*/ 997517318 w 41"/>
              <a:gd name="T39" fmla="*/ 807509753 h 41"/>
              <a:gd name="T40" fmla="*/ 997517318 w 41"/>
              <a:gd name="T41" fmla="*/ 902510090 h 41"/>
              <a:gd name="T42" fmla="*/ 1092517655 w 41"/>
              <a:gd name="T43" fmla="*/ 902510090 h 41"/>
              <a:gd name="T44" fmla="*/ 1187517991 w 41"/>
              <a:gd name="T45" fmla="*/ 902510090 h 41"/>
              <a:gd name="T46" fmla="*/ 1520019170 w 41"/>
              <a:gd name="T47" fmla="*/ 997517318 h 41"/>
              <a:gd name="T48" fmla="*/ 1330018496 w 41"/>
              <a:gd name="T49" fmla="*/ 997517318 h 41"/>
              <a:gd name="T50" fmla="*/ 1330018496 w 41"/>
              <a:gd name="T51" fmla="*/ 1187517991 h 41"/>
              <a:gd name="T52" fmla="*/ 1282518328 w 41"/>
              <a:gd name="T53" fmla="*/ 1235018160 h 41"/>
              <a:gd name="T54" fmla="*/ 1187517991 w 41"/>
              <a:gd name="T55" fmla="*/ 1187517991 h 41"/>
              <a:gd name="T56" fmla="*/ 1187517991 w 41"/>
              <a:gd name="T57" fmla="*/ 997517318 h 41"/>
              <a:gd name="T58" fmla="*/ 1092517655 w 41"/>
              <a:gd name="T59" fmla="*/ 1045017487 h 41"/>
              <a:gd name="T60" fmla="*/ 997517318 w 41"/>
              <a:gd name="T61" fmla="*/ 997517318 h 41"/>
              <a:gd name="T62" fmla="*/ 997517318 w 41"/>
              <a:gd name="T63" fmla="*/ 1187517991 h 41"/>
              <a:gd name="T64" fmla="*/ 1282518328 w 41"/>
              <a:gd name="T65" fmla="*/ 1425018833 h 41"/>
              <a:gd name="T66" fmla="*/ 1520019170 w 41"/>
              <a:gd name="T67" fmla="*/ 1187517991 h 41"/>
              <a:gd name="T68" fmla="*/ 1520019170 w 41"/>
              <a:gd name="T69" fmla="*/ 997517318 h 41"/>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41" h="41">
                <a:moveTo>
                  <a:pt x="20" y="41"/>
                </a:moveTo>
                <a:cubicBezTo>
                  <a:pt x="9" y="41"/>
                  <a:pt x="0" y="32"/>
                  <a:pt x="0" y="21"/>
                </a:cubicBezTo>
                <a:cubicBezTo>
                  <a:pt x="0" y="9"/>
                  <a:pt x="9" y="0"/>
                  <a:pt x="20" y="0"/>
                </a:cubicBezTo>
                <a:cubicBezTo>
                  <a:pt x="32" y="0"/>
                  <a:pt x="41" y="9"/>
                  <a:pt x="41" y="21"/>
                </a:cubicBezTo>
                <a:cubicBezTo>
                  <a:pt x="41" y="32"/>
                  <a:pt x="32" y="41"/>
                  <a:pt x="20" y="41"/>
                </a:cubicBezTo>
                <a:close/>
                <a:moveTo>
                  <a:pt x="25" y="19"/>
                </a:moveTo>
                <a:cubicBezTo>
                  <a:pt x="25" y="17"/>
                  <a:pt x="25" y="17"/>
                  <a:pt x="25" y="17"/>
                </a:cubicBezTo>
                <a:cubicBezTo>
                  <a:pt x="25" y="14"/>
                  <a:pt x="23" y="12"/>
                  <a:pt x="20" y="12"/>
                </a:cubicBezTo>
                <a:cubicBezTo>
                  <a:pt x="17" y="12"/>
                  <a:pt x="15" y="14"/>
                  <a:pt x="15" y="17"/>
                </a:cubicBezTo>
                <a:cubicBezTo>
                  <a:pt x="15" y="24"/>
                  <a:pt x="15" y="24"/>
                  <a:pt x="15" y="24"/>
                </a:cubicBezTo>
                <a:cubicBezTo>
                  <a:pt x="15" y="25"/>
                  <a:pt x="14" y="26"/>
                  <a:pt x="14" y="26"/>
                </a:cubicBezTo>
                <a:cubicBezTo>
                  <a:pt x="13" y="26"/>
                  <a:pt x="12" y="25"/>
                  <a:pt x="12" y="24"/>
                </a:cubicBezTo>
                <a:cubicBezTo>
                  <a:pt x="12" y="21"/>
                  <a:pt x="12" y="21"/>
                  <a:pt x="12" y="21"/>
                </a:cubicBezTo>
                <a:cubicBezTo>
                  <a:pt x="8" y="21"/>
                  <a:pt x="8" y="21"/>
                  <a:pt x="8" y="21"/>
                </a:cubicBezTo>
                <a:cubicBezTo>
                  <a:pt x="8" y="25"/>
                  <a:pt x="8" y="25"/>
                  <a:pt x="8" y="25"/>
                </a:cubicBezTo>
                <a:cubicBezTo>
                  <a:pt x="8" y="27"/>
                  <a:pt x="11" y="30"/>
                  <a:pt x="14" y="30"/>
                </a:cubicBezTo>
                <a:cubicBezTo>
                  <a:pt x="17" y="30"/>
                  <a:pt x="19" y="27"/>
                  <a:pt x="19" y="25"/>
                </a:cubicBezTo>
                <a:cubicBezTo>
                  <a:pt x="19" y="17"/>
                  <a:pt x="19" y="17"/>
                  <a:pt x="19" y="17"/>
                </a:cubicBezTo>
                <a:cubicBezTo>
                  <a:pt x="19" y="16"/>
                  <a:pt x="20" y="16"/>
                  <a:pt x="20" y="16"/>
                </a:cubicBezTo>
                <a:cubicBezTo>
                  <a:pt x="21" y="16"/>
                  <a:pt x="21" y="16"/>
                  <a:pt x="21" y="17"/>
                </a:cubicBezTo>
                <a:cubicBezTo>
                  <a:pt x="21" y="19"/>
                  <a:pt x="21" y="19"/>
                  <a:pt x="21" y="19"/>
                </a:cubicBezTo>
                <a:cubicBezTo>
                  <a:pt x="23" y="19"/>
                  <a:pt x="23" y="19"/>
                  <a:pt x="23" y="19"/>
                </a:cubicBezTo>
                <a:lnTo>
                  <a:pt x="25" y="19"/>
                </a:lnTo>
                <a:close/>
                <a:moveTo>
                  <a:pt x="32" y="21"/>
                </a:moveTo>
                <a:cubicBezTo>
                  <a:pt x="28" y="21"/>
                  <a:pt x="28" y="21"/>
                  <a:pt x="28" y="21"/>
                </a:cubicBezTo>
                <a:cubicBezTo>
                  <a:pt x="28" y="25"/>
                  <a:pt x="28" y="25"/>
                  <a:pt x="28" y="25"/>
                </a:cubicBezTo>
                <a:cubicBezTo>
                  <a:pt x="28" y="25"/>
                  <a:pt x="27" y="26"/>
                  <a:pt x="27" y="26"/>
                </a:cubicBezTo>
                <a:cubicBezTo>
                  <a:pt x="26" y="26"/>
                  <a:pt x="25" y="25"/>
                  <a:pt x="25" y="25"/>
                </a:cubicBezTo>
                <a:cubicBezTo>
                  <a:pt x="25" y="21"/>
                  <a:pt x="25" y="21"/>
                  <a:pt x="25" y="21"/>
                </a:cubicBezTo>
                <a:cubicBezTo>
                  <a:pt x="23" y="22"/>
                  <a:pt x="23" y="22"/>
                  <a:pt x="23" y="22"/>
                </a:cubicBezTo>
                <a:cubicBezTo>
                  <a:pt x="21" y="21"/>
                  <a:pt x="21" y="21"/>
                  <a:pt x="21" y="21"/>
                </a:cubicBezTo>
                <a:cubicBezTo>
                  <a:pt x="21" y="25"/>
                  <a:pt x="21" y="25"/>
                  <a:pt x="21" y="25"/>
                </a:cubicBezTo>
                <a:cubicBezTo>
                  <a:pt x="21" y="27"/>
                  <a:pt x="24" y="30"/>
                  <a:pt x="27" y="30"/>
                </a:cubicBezTo>
                <a:cubicBezTo>
                  <a:pt x="30" y="30"/>
                  <a:pt x="32" y="27"/>
                  <a:pt x="32" y="25"/>
                </a:cubicBezTo>
                <a:cubicBezTo>
                  <a:pt x="32" y="25"/>
                  <a:pt x="32" y="25"/>
                  <a:pt x="32" y="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3" name="稻壳儿小白白(http://dwz.cn/Wu2UP)"/>
          <p:cNvSpPr>
            <a:spLocks noEditPoints="1"/>
          </p:cNvSpPr>
          <p:nvPr/>
        </p:nvSpPr>
        <p:spPr>
          <a:xfrm>
            <a:off x="8595908" y="2496775"/>
            <a:ext cx="290554" cy="213834"/>
          </a:xfrm>
          <a:custGeom>
            <a:avLst/>
            <a:gdLst>
              <a:gd name="T0" fmla="*/ 1140017823 w 41"/>
              <a:gd name="T1" fmla="*/ 1153287931 h 30"/>
              <a:gd name="T2" fmla="*/ 807509753 w 41"/>
              <a:gd name="T3" fmla="*/ 1153287931 h 30"/>
              <a:gd name="T4" fmla="*/ 617509080 w 41"/>
              <a:gd name="T5" fmla="*/ 816909396 h 30"/>
              <a:gd name="T6" fmla="*/ 570008912 w 41"/>
              <a:gd name="T7" fmla="*/ 768856310 h 30"/>
              <a:gd name="T8" fmla="*/ 570008912 w 41"/>
              <a:gd name="T9" fmla="*/ 720803224 h 30"/>
              <a:gd name="T10" fmla="*/ 570008912 w 41"/>
              <a:gd name="T11" fmla="*/ 720803224 h 30"/>
              <a:gd name="T12" fmla="*/ 570008912 w 41"/>
              <a:gd name="T13" fmla="*/ 768856310 h 30"/>
              <a:gd name="T14" fmla="*/ 522508743 w 41"/>
              <a:gd name="T15" fmla="*/ 816909396 h 30"/>
              <a:gd name="T16" fmla="*/ 332508070 w 41"/>
              <a:gd name="T17" fmla="*/ 1153287931 h 30"/>
              <a:gd name="T18" fmla="*/ 0 w 41"/>
              <a:gd name="T19" fmla="*/ 1153287931 h 30"/>
              <a:gd name="T20" fmla="*/ 0 w 41"/>
              <a:gd name="T21" fmla="*/ 913015569 h 30"/>
              <a:gd name="T22" fmla="*/ 142500505 w 41"/>
              <a:gd name="T23" fmla="*/ 913015569 h 30"/>
              <a:gd name="T24" fmla="*/ 427508407 w 41"/>
              <a:gd name="T25" fmla="*/ 528590880 h 30"/>
              <a:gd name="T26" fmla="*/ 190000673 w 41"/>
              <a:gd name="T27" fmla="*/ 192212345 h 30"/>
              <a:gd name="T28" fmla="*/ 0 w 41"/>
              <a:gd name="T29" fmla="*/ 192212345 h 30"/>
              <a:gd name="T30" fmla="*/ 0 w 41"/>
              <a:gd name="T31" fmla="*/ 0 h 30"/>
              <a:gd name="T32" fmla="*/ 332508070 w 41"/>
              <a:gd name="T33" fmla="*/ 0 h 30"/>
              <a:gd name="T34" fmla="*/ 522508743 w 41"/>
              <a:gd name="T35" fmla="*/ 288318517 h 30"/>
              <a:gd name="T36" fmla="*/ 570008912 w 41"/>
              <a:gd name="T37" fmla="*/ 336371603 h 30"/>
              <a:gd name="T38" fmla="*/ 570008912 w 41"/>
              <a:gd name="T39" fmla="*/ 336371603 h 30"/>
              <a:gd name="T40" fmla="*/ 570008912 w 41"/>
              <a:gd name="T41" fmla="*/ 336371603 h 30"/>
              <a:gd name="T42" fmla="*/ 570008912 w 41"/>
              <a:gd name="T43" fmla="*/ 336371603 h 30"/>
              <a:gd name="T44" fmla="*/ 617509080 w 41"/>
              <a:gd name="T45" fmla="*/ 288318517 h 30"/>
              <a:gd name="T46" fmla="*/ 807509753 w 41"/>
              <a:gd name="T47" fmla="*/ 0 h 30"/>
              <a:gd name="T48" fmla="*/ 1140017823 w 41"/>
              <a:gd name="T49" fmla="*/ 0 h 30"/>
              <a:gd name="T50" fmla="*/ 1140017823 w 41"/>
              <a:gd name="T51" fmla="*/ 192212345 h 30"/>
              <a:gd name="T52" fmla="*/ 950010258 w 41"/>
              <a:gd name="T53" fmla="*/ 192212345 h 30"/>
              <a:gd name="T54" fmla="*/ 712509416 w 41"/>
              <a:gd name="T55" fmla="*/ 528590880 h 30"/>
              <a:gd name="T56" fmla="*/ 997517318 w 41"/>
              <a:gd name="T57" fmla="*/ 913015569 h 30"/>
              <a:gd name="T58" fmla="*/ 1140017823 w 41"/>
              <a:gd name="T59" fmla="*/ 913015569 h 30"/>
              <a:gd name="T60" fmla="*/ 1140017823 w 41"/>
              <a:gd name="T61" fmla="*/ 1153287931 h 30"/>
              <a:gd name="T62" fmla="*/ 1947527576 w 41"/>
              <a:gd name="T63" fmla="*/ 1441606448 h 30"/>
              <a:gd name="T64" fmla="*/ 1282518328 w 41"/>
              <a:gd name="T65" fmla="*/ 1441606448 h 30"/>
              <a:gd name="T66" fmla="*/ 1282518328 w 41"/>
              <a:gd name="T67" fmla="*/ 1441606448 h 30"/>
              <a:gd name="T68" fmla="*/ 1282518328 w 41"/>
              <a:gd name="T69" fmla="*/ 1393553362 h 30"/>
              <a:gd name="T70" fmla="*/ 1710026735 w 41"/>
              <a:gd name="T71" fmla="*/ 816909396 h 30"/>
              <a:gd name="T72" fmla="*/ 1615019506 w 41"/>
              <a:gd name="T73" fmla="*/ 672750138 h 30"/>
              <a:gd name="T74" fmla="*/ 1472519001 w 41"/>
              <a:gd name="T75" fmla="*/ 720803224 h 30"/>
              <a:gd name="T76" fmla="*/ 1425018833 w 41"/>
              <a:gd name="T77" fmla="*/ 768856310 h 30"/>
              <a:gd name="T78" fmla="*/ 1282518328 w 41"/>
              <a:gd name="T79" fmla="*/ 672750138 h 30"/>
              <a:gd name="T80" fmla="*/ 1377518665 w 41"/>
              <a:gd name="T81" fmla="*/ 576643966 h 30"/>
              <a:gd name="T82" fmla="*/ 1615019506 w 41"/>
              <a:gd name="T83" fmla="*/ 480537793 h 30"/>
              <a:gd name="T84" fmla="*/ 1947527576 w 41"/>
              <a:gd name="T85" fmla="*/ 768856310 h 30"/>
              <a:gd name="T86" fmla="*/ 1472519001 w 41"/>
              <a:gd name="T87" fmla="*/ 1297447190 h 30"/>
              <a:gd name="T88" fmla="*/ 1805027071 w 41"/>
              <a:gd name="T89" fmla="*/ 1297447190 h 30"/>
              <a:gd name="T90" fmla="*/ 1805027071 w 41"/>
              <a:gd name="T91" fmla="*/ 1201341017 h 30"/>
              <a:gd name="T92" fmla="*/ 1947527576 w 41"/>
              <a:gd name="T93" fmla="*/ 1201341017 h 30"/>
              <a:gd name="T94" fmla="*/ 1947527576 w 41"/>
              <a:gd name="T95" fmla="*/ 1441606448 h 3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41" h="30">
                <a:moveTo>
                  <a:pt x="24" y="24"/>
                </a:moveTo>
                <a:cubicBezTo>
                  <a:pt x="17" y="24"/>
                  <a:pt x="17" y="24"/>
                  <a:pt x="17" y="24"/>
                </a:cubicBezTo>
                <a:cubicBezTo>
                  <a:pt x="13" y="17"/>
                  <a:pt x="13" y="17"/>
                  <a:pt x="13" y="17"/>
                </a:cubicBezTo>
                <a:cubicBezTo>
                  <a:pt x="12" y="16"/>
                  <a:pt x="12" y="16"/>
                  <a:pt x="12" y="16"/>
                </a:cubicBezTo>
                <a:cubicBezTo>
                  <a:pt x="12" y="16"/>
                  <a:pt x="12" y="15"/>
                  <a:pt x="12" y="15"/>
                </a:cubicBezTo>
                <a:cubicBezTo>
                  <a:pt x="12" y="15"/>
                  <a:pt x="12" y="15"/>
                  <a:pt x="12" y="15"/>
                </a:cubicBezTo>
                <a:cubicBezTo>
                  <a:pt x="12" y="15"/>
                  <a:pt x="12" y="16"/>
                  <a:pt x="12" y="16"/>
                </a:cubicBezTo>
                <a:cubicBezTo>
                  <a:pt x="12" y="16"/>
                  <a:pt x="11" y="16"/>
                  <a:pt x="11" y="17"/>
                </a:cubicBezTo>
                <a:cubicBezTo>
                  <a:pt x="7" y="24"/>
                  <a:pt x="7" y="24"/>
                  <a:pt x="7" y="24"/>
                </a:cubicBezTo>
                <a:cubicBezTo>
                  <a:pt x="0" y="24"/>
                  <a:pt x="0" y="24"/>
                  <a:pt x="0" y="24"/>
                </a:cubicBezTo>
                <a:cubicBezTo>
                  <a:pt x="0" y="19"/>
                  <a:pt x="0" y="19"/>
                  <a:pt x="0" y="19"/>
                </a:cubicBezTo>
                <a:cubicBezTo>
                  <a:pt x="3" y="19"/>
                  <a:pt x="3" y="19"/>
                  <a:pt x="3" y="19"/>
                </a:cubicBezTo>
                <a:cubicBezTo>
                  <a:pt x="9" y="11"/>
                  <a:pt x="9" y="11"/>
                  <a:pt x="9" y="11"/>
                </a:cubicBezTo>
                <a:cubicBezTo>
                  <a:pt x="4" y="4"/>
                  <a:pt x="4" y="4"/>
                  <a:pt x="4" y="4"/>
                </a:cubicBezTo>
                <a:cubicBezTo>
                  <a:pt x="0" y="4"/>
                  <a:pt x="0" y="4"/>
                  <a:pt x="0" y="4"/>
                </a:cubicBezTo>
                <a:cubicBezTo>
                  <a:pt x="0" y="0"/>
                  <a:pt x="0" y="0"/>
                  <a:pt x="0" y="0"/>
                </a:cubicBezTo>
                <a:cubicBezTo>
                  <a:pt x="7" y="0"/>
                  <a:pt x="7" y="0"/>
                  <a:pt x="7" y="0"/>
                </a:cubicBezTo>
                <a:cubicBezTo>
                  <a:pt x="11" y="6"/>
                  <a:pt x="11" y="6"/>
                  <a:pt x="11" y="6"/>
                </a:cubicBezTo>
                <a:cubicBezTo>
                  <a:pt x="11" y="6"/>
                  <a:pt x="12" y="6"/>
                  <a:pt x="12" y="7"/>
                </a:cubicBezTo>
                <a:cubicBezTo>
                  <a:pt x="12" y="7"/>
                  <a:pt x="12" y="7"/>
                  <a:pt x="12" y="7"/>
                </a:cubicBezTo>
                <a:cubicBezTo>
                  <a:pt x="12" y="7"/>
                  <a:pt x="12" y="7"/>
                  <a:pt x="12" y="7"/>
                </a:cubicBezTo>
                <a:cubicBezTo>
                  <a:pt x="12" y="7"/>
                  <a:pt x="12" y="7"/>
                  <a:pt x="12" y="7"/>
                </a:cubicBezTo>
                <a:cubicBezTo>
                  <a:pt x="13" y="6"/>
                  <a:pt x="13" y="6"/>
                  <a:pt x="13" y="6"/>
                </a:cubicBezTo>
                <a:cubicBezTo>
                  <a:pt x="17" y="0"/>
                  <a:pt x="17" y="0"/>
                  <a:pt x="17" y="0"/>
                </a:cubicBezTo>
                <a:cubicBezTo>
                  <a:pt x="24" y="0"/>
                  <a:pt x="24" y="0"/>
                  <a:pt x="24" y="0"/>
                </a:cubicBezTo>
                <a:cubicBezTo>
                  <a:pt x="24" y="4"/>
                  <a:pt x="24" y="4"/>
                  <a:pt x="24" y="4"/>
                </a:cubicBezTo>
                <a:cubicBezTo>
                  <a:pt x="20" y="4"/>
                  <a:pt x="20" y="4"/>
                  <a:pt x="20" y="4"/>
                </a:cubicBezTo>
                <a:cubicBezTo>
                  <a:pt x="15" y="11"/>
                  <a:pt x="15" y="11"/>
                  <a:pt x="15" y="11"/>
                </a:cubicBezTo>
                <a:cubicBezTo>
                  <a:pt x="21" y="19"/>
                  <a:pt x="21" y="19"/>
                  <a:pt x="21" y="19"/>
                </a:cubicBezTo>
                <a:cubicBezTo>
                  <a:pt x="24" y="19"/>
                  <a:pt x="24" y="19"/>
                  <a:pt x="24" y="19"/>
                </a:cubicBezTo>
                <a:lnTo>
                  <a:pt x="24" y="24"/>
                </a:lnTo>
                <a:close/>
                <a:moveTo>
                  <a:pt x="41" y="30"/>
                </a:moveTo>
                <a:cubicBezTo>
                  <a:pt x="27" y="30"/>
                  <a:pt x="27" y="30"/>
                  <a:pt x="27" y="30"/>
                </a:cubicBezTo>
                <a:cubicBezTo>
                  <a:pt x="27" y="30"/>
                  <a:pt x="27" y="30"/>
                  <a:pt x="27" y="30"/>
                </a:cubicBezTo>
                <a:cubicBezTo>
                  <a:pt x="27" y="29"/>
                  <a:pt x="27" y="29"/>
                  <a:pt x="27" y="29"/>
                </a:cubicBezTo>
                <a:cubicBezTo>
                  <a:pt x="27" y="21"/>
                  <a:pt x="36" y="21"/>
                  <a:pt x="36" y="17"/>
                </a:cubicBezTo>
                <a:cubicBezTo>
                  <a:pt x="36" y="15"/>
                  <a:pt x="35" y="14"/>
                  <a:pt x="34" y="14"/>
                </a:cubicBezTo>
                <a:cubicBezTo>
                  <a:pt x="33" y="14"/>
                  <a:pt x="32" y="15"/>
                  <a:pt x="31" y="15"/>
                </a:cubicBezTo>
                <a:cubicBezTo>
                  <a:pt x="31" y="16"/>
                  <a:pt x="30" y="16"/>
                  <a:pt x="30" y="16"/>
                </a:cubicBezTo>
                <a:cubicBezTo>
                  <a:pt x="27" y="14"/>
                  <a:pt x="27" y="14"/>
                  <a:pt x="27" y="14"/>
                </a:cubicBezTo>
                <a:cubicBezTo>
                  <a:pt x="28" y="13"/>
                  <a:pt x="28" y="13"/>
                  <a:pt x="29" y="12"/>
                </a:cubicBezTo>
                <a:cubicBezTo>
                  <a:pt x="30" y="11"/>
                  <a:pt x="32" y="10"/>
                  <a:pt x="34" y="10"/>
                </a:cubicBezTo>
                <a:cubicBezTo>
                  <a:pt x="38" y="10"/>
                  <a:pt x="41" y="13"/>
                  <a:pt x="41" y="16"/>
                </a:cubicBezTo>
                <a:cubicBezTo>
                  <a:pt x="41" y="23"/>
                  <a:pt x="32" y="23"/>
                  <a:pt x="31" y="27"/>
                </a:cubicBezTo>
                <a:cubicBezTo>
                  <a:pt x="38" y="27"/>
                  <a:pt x="38" y="27"/>
                  <a:pt x="38" y="27"/>
                </a:cubicBezTo>
                <a:cubicBezTo>
                  <a:pt x="38" y="25"/>
                  <a:pt x="38" y="25"/>
                  <a:pt x="38" y="25"/>
                </a:cubicBezTo>
                <a:cubicBezTo>
                  <a:pt x="41" y="25"/>
                  <a:pt x="41" y="25"/>
                  <a:pt x="41" y="25"/>
                </a:cubicBezTo>
                <a:lnTo>
                  <a:pt x="41" y="3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4" name="稻壳儿小白白(http://dwz.cn/Wu2UP)"/>
          <p:cNvSpPr>
            <a:spLocks noEditPoints="1"/>
          </p:cNvSpPr>
          <p:nvPr/>
        </p:nvSpPr>
        <p:spPr>
          <a:xfrm>
            <a:off x="8568158" y="2803652"/>
            <a:ext cx="339524" cy="298715"/>
          </a:xfrm>
          <a:custGeom>
            <a:avLst/>
            <a:gdLst>
              <a:gd name="T0" fmla="*/ 378581179 w 48"/>
              <a:gd name="T1" fmla="*/ 2009457670 h 42"/>
              <a:gd name="T2" fmla="*/ 283937604 w 48"/>
              <a:gd name="T3" fmla="*/ 2009457670 h 42"/>
              <a:gd name="T4" fmla="*/ 0 w 48"/>
              <a:gd name="T5" fmla="*/ 1722390312 h 42"/>
              <a:gd name="T6" fmla="*/ 0 w 48"/>
              <a:gd name="T7" fmla="*/ 621972358 h 42"/>
              <a:gd name="T8" fmla="*/ 283937604 w 48"/>
              <a:gd name="T9" fmla="*/ 334911917 h 42"/>
              <a:gd name="T10" fmla="*/ 378581179 w 48"/>
              <a:gd name="T11" fmla="*/ 334911917 h 42"/>
              <a:gd name="T12" fmla="*/ 378581179 w 48"/>
              <a:gd name="T13" fmla="*/ 2009457670 h 42"/>
              <a:gd name="T14" fmla="*/ 1798269200 w 48"/>
              <a:gd name="T15" fmla="*/ 2009457670 h 42"/>
              <a:gd name="T16" fmla="*/ 520553421 w 48"/>
              <a:gd name="T17" fmla="*/ 2009457670 h 42"/>
              <a:gd name="T18" fmla="*/ 520553421 w 48"/>
              <a:gd name="T19" fmla="*/ 334911917 h 42"/>
              <a:gd name="T20" fmla="*/ 662518783 w 48"/>
              <a:gd name="T21" fmla="*/ 334911917 h 42"/>
              <a:gd name="T22" fmla="*/ 662518783 w 48"/>
              <a:gd name="T23" fmla="*/ 143533679 h 42"/>
              <a:gd name="T24" fmla="*/ 804491025 w 48"/>
              <a:gd name="T25" fmla="*/ 0 h 42"/>
              <a:gd name="T26" fmla="*/ 1514331596 w 48"/>
              <a:gd name="T27" fmla="*/ 0 h 42"/>
              <a:gd name="T28" fmla="*/ 1656303838 w 48"/>
              <a:gd name="T29" fmla="*/ 143533679 h 42"/>
              <a:gd name="T30" fmla="*/ 1656303838 w 48"/>
              <a:gd name="T31" fmla="*/ 334911917 h 42"/>
              <a:gd name="T32" fmla="*/ 1798269200 w 48"/>
              <a:gd name="T33" fmla="*/ 334911917 h 42"/>
              <a:gd name="T34" fmla="*/ 1798269200 w 48"/>
              <a:gd name="T35" fmla="*/ 2009457670 h 42"/>
              <a:gd name="T36" fmla="*/ 1467009808 w 48"/>
              <a:gd name="T37" fmla="*/ 334911917 h 42"/>
              <a:gd name="T38" fmla="*/ 1467009808 w 48"/>
              <a:gd name="T39" fmla="*/ 191378238 h 42"/>
              <a:gd name="T40" fmla="*/ 851812813 w 48"/>
              <a:gd name="T41" fmla="*/ 191378238 h 42"/>
              <a:gd name="T42" fmla="*/ 851812813 w 48"/>
              <a:gd name="T43" fmla="*/ 334911917 h 42"/>
              <a:gd name="T44" fmla="*/ 1467009808 w 48"/>
              <a:gd name="T45" fmla="*/ 334911917 h 42"/>
              <a:gd name="T46" fmla="*/ 2147483646 w 48"/>
              <a:gd name="T47" fmla="*/ 1722390312 h 42"/>
              <a:gd name="T48" fmla="*/ 1987563229 w 48"/>
              <a:gd name="T49" fmla="*/ 2009457670 h 42"/>
              <a:gd name="T50" fmla="*/ 1940241442 w 48"/>
              <a:gd name="T51" fmla="*/ 2009457670 h 42"/>
              <a:gd name="T52" fmla="*/ 1940241442 w 48"/>
              <a:gd name="T53" fmla="*/ 334911917 h 42"/>
              <a:gd name="T54" fmla="*/ 1987563229 w 48"/>
              <a:gd name="T55" fmla="*/ 334911917 h 42"/>
              <a:gd name="T56" fmla="*/ 2147483646 w 48"/>
              <a:gd name="T57" fmla="*/ 621972358 h 42"/>
              <a:gd name="T58" fmla="*/ 2147483646 w 48"/>
              <a:gd name="T59" fmla="*/ 1722390312 h 42"/>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8" h="42">
                <a:moveTo>
                  <a:pt x="8" y="42"/>
                </a:moveTo>
                <a:cubicBezTo>
                  <a:pt x="6" y="42"/>
                  <a:pt x="6" y="42"/>
                  <a:pt x="6" y="42"/>
                </a:cubicBezTo>
                <a:cubicBezTo>
                  <a:pt x="3" y="42"/>
                  <a:pt x="0" y="39"/>
                  <a:pt x="0" y="36"/>
                </a:cubicBezTo>
                <a:cubicBezTo>
                  <a:pt x="0" y="13"/>
                  <a:pt x="0" y="13"/>
                  <a:pt x="0" y="13"/>
                </a:cubicBezTo>
                <a:cubicBezTo>
                  <a:pt x="0" y="10"/>
                  <a:pt x="3" y="7"/>
                  <a:pt x="6" y="7"/>
                </a:cubicBezTo>
                <a:cubicBezTo>
                  <a:pt x="8" y="7"/>
                  <a:pt x="8" y="7"/>
                  <a:pt x="8" y="7"/>
                </a:cubicBezTo>
                <a:lnTo>
                  <a:pt x="8" y="42"/>
                </a:lnTo>
                <a:close/>
                <a:moveTo>
                  <a:pt x="38" y="42"/>
                </a:moveTo>
                <a:cubicBezTo>
                  <a:pt x="11" y="42"/>
                  <a:pt x="11" y="42"/>
                  <a:pt x="11" y="42"/>
                </a:cubicBezTo>
                <a:cubicBezTo>
                  <a:pt x="11" y="7"/>
                  <a:pt x="11" y="7"/>
                  <a:pt x="11" y="7"/>
                </a:cubicBezTo>
                <a:cubicBezTo>
                  <a:pt x="14" y="7"/>
                  <a:pt x="14" y="7"/>
                  <a:pt x="14" y="7"/>
                </a:cubicBezTo>
                <a:cubicBezTo>
                  <a:pt x="14" y="3"/>
                  <a:pt x="14" y="3"/>
                  <a:pt x="14" y="3"/>
                </a:cubicBezTo>
                <a:cubicBezTo>
                  <a:pt x="14" y="2"/>
                  <a:pt x="15" y="0"/>
                  <a:pt x="17" y="0"/>
                </a:cubicBezTo>
                <a:cubicBezTo>
                  <a:pt x="32" y="0"/>
                  <a:pt x="32" y="0"/>
                  <a:pt x="32" y="0"/>
                </a:cubicBezTo>
                <a:cubicBezTo>
                  <a:pt x="34" y="0"/>
                  <a:pt x="35" y="2"/>
                  <a:pt x="35" y="3"/>
                </a:cubicBezTo>
                <a:cubicBezTo>
                  <a:pt x="35" y="7"/>
                  <a:pt x="35" y="7"/>
                  <a:pt x="35" y="7"/>
                </a:cubicBezTo>
                <a:cubicBezTo>
                  <a:pt x="38" y="7"/>
                  <a:pt x="38" y="7"/>
                  <a:pt x="38" y="7"/>
                </a:cubicBezTo>
                <a:lnTo>
                  <a:pt x="38" y="42"/>
                </a:lnTo>
                <a:close/>
                <a:moveTo>
                  <a:pt x="31" y="7"/>
                </a:moveTo>
                <a:cubicBezTo>
                  <a:pt x="31" y="4"/>
                  <a:pt x="31" y="4"/>
                  <a:pt x="31" y="4"/>
                </a:cubicBezTo>
                <a:cubicBezTo>
                  <a:pt x="18" y="4"/>
                  <a:pt x="18" y="4"/>
                  <a:pt x="18" y="4"/>
                </a:cubicBezTo>
                <a:cubicBezTo>
                  <a:pt x="18" y="7"/>
                  <a:pt x="18" y="7"/>
                  <a:pt x="18" y="7"/>
                </a:cubicBezTo>
                <a:lnTo>
                  <a:pt x="31" y="7"/>
                </a:lnTo>
                <a:close/>
                <a:moveTo>
                  <a:pt x="48" y="36"/>
                </a:moveTo>
                <a:cubicBezTo>
                  <a:pt x="48" y="39"/>
                  <a:pt x="46" y="42"/>
                  <a:pt x="42" y="42"/>
                </a:cubicBezTo>
                <a:cubicBezTo>
                  <a:pt x="41" y="42"/>
                  <a:pt x="41" y="42"/>
                  <a:pt x="41" y="42"/>
                </a:cubicBezTo>
                <a:cubicBezTo>
                  <a:pt x="41" y="7"/>
                  <a:pt x="41" y="7"/>
                  <a:pt x="41" y="7"/>
                </a:cubicBezTo>
                <a:cubicBezTo>
                  <a:pt x="42" y="7"/>
                  <a:pt x="42" y="7"/>
                  <a:pt x="42" y="7"/>
                </a:cubicBezTo>
                <a:cubicBezTo>
                  <a:pt x="46" y="7"/>
                  <a:pt x="48" y="10"/>
                  <a:pt x="48" y="13"/>
                </a:cubicBezTo>
                <a:lnTo>
                  <a:pt x="48" y="3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5" name="稻壳儿小白白(http://dwz.cn/Wu2UP)"/>
          <p:cNvSpPr>
            <a:spLocks noEditPoints="1"/>
          </p:cNvSpPr>
          <p:nvPr/>
        </p:nvSpPr>
        <p:spPr>
          <a:xfrm>
            <a:off x="8579585" y="3308041"/>
            <a:ext cx="323201" cy="342789"/>
          </a:xfrm>
          <a:custGeom>
            <a:avLst/>
            <a:gdLst>
              <a:gd name="T0" fmla="*/ 2147483646 w 45"/>
              <a:gd name="T1" fmla="*/ 1543595703 h 48"/>
              <a:gd name="T2" fmla="*/ 1805238325 w 45"/>
              <a:gd name="T3" fmla="*/ 1640073039 h 48"/>
              <a:gd name="T4" fmla="*/ 1805238325 w 45"/>
              <a:gd name="T5" fmla="*/ 2025968492 h 48"/>
              <a:gd name="T6" fmla="*/ 1805238325 w 45"/>
              <a:gd name="T7" fmla="*/ 2074203688 h 48"/>
              <a:gd name="T8" fmla="*/ 1756448100 w 45"/>
              <a:gd name="T9" fmla="*/ 2074203688 h 48"/>
              <a:gd name="T10" fmla="*/ 1366126300 w 45"/>
              <a:gd name="T11" fmla="*/ 1977733297 h 48"/>
              <a:gd name="T12" fmla="*/ 1122175175 w 45"/>
              <a:gd name="T13" fmla="*/ 2147483646 h 48"/>
              <a:gd name="T14" fmla="*/ 1073384950 w 45"/>
              <a:gd name="T15" fmla="*/ 2147483646 h 48"/>
              <a:gd name="T16" fmla="*/ 1073384950 w 45"/>
              <a:gd name="T17" fmla="*/ 2147483646 h 48"/>
              <a:gd name="T18" fmla="*/ 829433825 w 45"/>
              <a:gd name="T19" fmla="*/ 1977733297 h 48"/>
              <a:gd name="T20" fmla="*/ 439112025 w 45"/>
              <a:gd name="T21" fmla="*/ 2074203688 h 48"/>
              <a:gd name="T22" fmla="*/ 390321800 w 45"/>
              <a:gd name="T23" fmla="*/ 2074203688 h 48"/>
              <a:gd name="T24" fmla="*/ 390321800 w 45"/>
              <a:gd name="T25" fmla="*/ 2025968492 h 48"/>
              <a:gd name="T26" fmla="*/ 390321800 w 45"/>
              <a:gd name="T27" fmla="*/ 1640073039 h 48"/>
              <a:gd name="T28" fmla="*/ 0 w 45"/>
              <a:gd name="T29" fmla="*/ 1543595703 h 48"/>
              <a:gd name="T30" fmla="*/ 0 w 45"/>
              <a:gd name="T31" fmla="*/ 1495360508 h 48"/>
              <a:gd name="T32" fmla="*/ 0 w 45"/>
              <a:gd name="T33" fmla="*/ 1447118367 h 48"/>
              <a:gd name="T34" fmla="*/ 243951125 w 45"/>
              <a:gd name="T35" fmla="*/ 1157700250 h 48"/>
              <a:gd name="T36" fmla="*/ 0 w 45"/>
              <a:gd name="T37" fmla="*/ 820033047 h 48"/>
              <a:gd name="T38" fmla="*/ 0 w 45"/>
              <a:gd name="T39" fmla="*/ 771797852 h 48"/>
              <a:gd name="T40" fmla="*/ 0 w 45"/>
              <a:gd name="T41" fmla="*/ 771797852 h 48"/>
              <a:gd name="T42" fmla="*/ 390321800 w 45"/>
              <a:gd name="T43" fmla="*/ 627085320 h 48"/>
              <a:gd name="T44" fmla="*/ 390321800 w 45"/>
              <a:gd name="T45" fmla="*/ 241189867 h 48"/>
              <a:gd name="T46" fmla="*/ 390321800 w 45"/>
              <a:gd name="T47" fmla="*/ 192947727 h 48"/>
              <a:gd name="T48" fmla="*/ 439112025 w 45"/>
              <a:gd name="T49" fmla="*/ 192947727 h 48"/>
              <a:gd name="T50" fmla="*/ 829433825 w 45"/>
              <a:gd name="T51" fmla="*/ 337660258 h 48"/>
              <a:gd name="T52" fmla="*/ 1073384950 w 45"/>
              <a:gd name="T53" fmla="*/ 0 h 48"/>
              <a:gd name="T54" fmla="*/ 1122175175 w 45"/>
              <a:gd name="T55" fmla="*/ 0 h 48"/>
              <a:gd name="T56" fmla="*/ 1366126300 w 45"/>
              <a:gd name="T57" fmla="*/ 337660258 h 48"/>
              <a:gd name="T58" fmla="*/ 1756448100 w 45"/>
              <a:gd name="T59" fmla="*/ 192947727 h 48"/>
              <a:gd name="T60" fmla="*/ 1805238325 w 45"/>
              <a:gd name="T61" fmla="*/ 192947727 h 48"/>
              <a:gd name="T62" fmla="*/ 1805238325 w 45"/>
              <a:gd name="T63" fmla="*/ 241189867 h 48"/>
              <a:gd name="T64" fmla="*/ 1805238325 w 45"/>
              <a:gd name="T65" fmla="*/ 627085320 h 48"/>
              <a:gd name="T66" fmla="*/ 2147483646 w 45"/>
              <a:gd name="T67" fmla="*/ 771797852 h 48"/>
              <a:gd name="T68" fmla="*/ 2147483646 w 45"/>
              <a:gd name="T69" fmla="*/ 771797852 h 48"/>
              <a:gd name="T70" fmla="*/ 2147483646 w 45"/>
              <a:gd name="T71" fmla="*/ 820033047 h 48"/>
              <a:gd name="T72" fmla="*/ 1951609000 w 45"/>
              <a:gd name="T73" fmla="*/ 1157700250 h 48"/>
              <a:gd name="T74" fmla="*/ 2147483646 w 45"/>
              <a:gd name="T75" fmla="*/ 1447118367 h 48"/>
              <a:gd name="T76" fmla="*/ 2147483646 w 45"/>
              <a:gd name="T77" fmla="*/ 1495360508 h 48"/>
              <a:gd name="T78" fmla="*/ 2147483646 w 45"/>
              <a:gd name="T79" fmla="*/ 1543595703 h 48"/>
              <a:gd name="T80" fmla="*/ 1073384950 w 45"/>
              <a:gd name="T81" fmla="*/ 385902398 h 48"/>
              <a:gd name="T82" fmla="*/ 341531575 w 45"/>
              <a:gd name="T83" fmla="*/ 1157700250 h 48"/>
              <a:gd name="T84" fmla="*/ 1073384950 w 45"/>
              <a:gd name="T85" fmla="*/ 1881255961 h 48"/>
              <a:gd name="T86" fmla="*/ 1854028550 w 45"/>
              <a:gd name="T87" fmla="*/ 1157700250 h 48"/>
              <a:gd name="T88" fmla="*/ 1073384950 w 45"/>
              <a:gd name="T89" fmla="*/ 385902398 h 4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45" h="48">
                <a:moveTo>
                  <a:pt x="45" y="32"/>
                </a:moveTo>
                <a:cubicBezTo>
                  <a:pt x="37" y="34"/>
                  <a:pt x="37" y="34"/>
                  <a:pt x="37" y="34"/>
                </a:cubicBezTo>
                <a:cubicBezTo>
                  <a:pt x="37" y="42"/>
                  <a:pt x="37" y="42"/>
                  <a:pt x="37" y="42"/>
                </a:cubicBezTo>
                <a:cubicBezTo>
                  <a:pt x="37" y="43"/>
                  <a:pt x="37" y="43"/>
                  <a:pt x="37" y="43"/>
                </a:cubicBezTo>
                <a:cubicBezTo>
                  <a:pt x="36" y="43"/>
                  <a:pt x="36" y="43"/>
                  <a:pt x="36" y="43"/>
                </a:cubicBezTo>
                <a:cubicBezTo>
                  <a:pt x="28" y="41"/>
                  <a:pt x="28" y="41"/>
                  <a:pt x="28" y="41"/>
                </a:cubicBezTo>
                <a:cubicBezTo>
                  <a:pt x="23" y="47"/>
                  <a:pt x="23" y="47"/>
                  <a:pt x="23" y="47"/>
                </a:cubicBezTo>
                <a:cubicBezTo>
                  <a:pt x="23" y="48"/>
                  <a:pt x="23" y="48"/>
                  <a:pt x="22" y="48"/>
                </a:cubicBezTo>
                <a:cubicBezTo>
                  <a:pt x="22" y="48"/>
                  <a:pt x="22" y="48"/>
                  <a:pt x="22" y="47"/>
                </a:cubicBezTo>
                <a:cubicBezTo>
                  <a:pt x="17" y="41"/>
                  <a:pt x="17" y="41"/>
                  <a:pt x="17" y="41"/>
                </a:cubicBezTo>
                <a:cubicBezTo>
                  <a:pt x="9" y="43"/>
                  <a:pt x="9" y="43"/>
                  <a:pt x="9" y="43"/>
                </a:cubicBezTo>
                <a:cubicBezTo>
                  <a:pt x="9" y="43"/>
                  <a:pt x="9" y="43"/>
                  <a:pt x="8" y="43"/>
                </a:cubicBezTo>
                <a:cubicBezTo>
                  <a:pt x="8" y="43"/>
                  <a:pt x="8" y="43"/>
                  <a:pt x="8" y="42"/>
                </a:cubicBezTo>
                <a:cubicBezTo>
                  <a:pt x="8" y="34"/>
                  <a:pt x="8" y="34"/>
                  <a:pt x="8" y="34"/>
                </a:cubicBezTo>
                <a:cubicBezTo>
                  <a:pt x="0" y="32"/>
                  <a:pt x="0" y="32"/>
                  <a:pt x="0" y="32"/>
                </a:cubicBezTo>
                <a:cubicBezTo>
                  <a:pt x="0" y="32"/>
                  <a:pt x="0" y="31"/>
                  <a:pt x="0" y="31"/>
                </a:cubicBezTo>
                <a:cubicBezTo>
                  <a:pt x="0" y="31"/>
                  <a:pt x="0" y="31"/>
                  <a:pt x="0" y="30"/>
                </a:cubicBezTo>
                <a:cubicBezTo>
                  <a:pt x="5" y="24"/>
                  <a:pt x="5" y="24"/>
                  <a:pt x="5" y="24"/>
                </a:cubicBezTo>
                <a:cubicBezTo>
                  <a:pt x="0" y="17"/>
                  <a:pt x="0" y="17"/>
                  <a:pt x="0" y="17"/>
                </a:cubicBezTo>
                <a:cubicBezTo>
                  <a:pt x="0" y="17"/>
                  <a:pt x="0" y="17"/>
                  <a:pt x="0" y="16"/>
                </a:cubicBezTo>
                <a:cubicBezTo>
                  <a:pt x="0" y="16"/>
                  <a:pt x="0" y="16"/>
                  <a:pt x="0" y="16"/>
                </a:cubicBezTo>
                <a:cubicBezTo>
                  <a:pt x="8" y="13"/>
                  <a:pt x="8" y="13"/>
                  <a:pt x="8" y="13"/>
                </a:cubicBezTo>
                <a:cubicBezTo>
                  <a:pt x="8" y="5"/>
                  <a:pt x="8" y="5"/>
                  <a:pt x="8" y="5"/>
                </a:cubicBezTo>
                <a:cubicBezTo>
                  <a:pt x="8" y="5"/>
                  <a:pt x="8" y="4"/>
                  <a:pt x="8" y="4"/>
                </a:cubicBezTo>
                <a:cubicBezTo>
                  <a:pt x="9" y="4"/>
                  <a:pt x="9" y="4"/>
                  <a:pt x="9" y="4"/>
                </a:cubicBezTo>
                <a:cubicBezTo>
                  <a:pt x="17" y="7"/>
                  <a:pt x="17" y="7"/>
                  <a:pt x="17" y="7"/>
                </a:cubicBezTo>
                <a:cubicBezTo>
                  <a:pt x="22" y="0"/>
                  <a:pt x="22" y="0"/>
                  <a:pt x="22" y="0"/>
                </a:cubicBezTo>
                <a:cubicBezTo>
                  <a:pt x="22" y="0"/>
                  <a:pt x="23" y="0"/>
                  <a:pt x="23" y="0"/>
                </a:cubicBezTo>
                <a:cubicBezTo>
                  <a:pt x="28" y="7"/>
                  <a:pt x="28" y="7"/>
                  <a:pt x="28" y="7"/>
                </a:cubicBezTo>
                <a:cubicBezTo>
                  <a:pt x="36" y="4"/>
                  <a:pt x="36" y="4"/>
                  <a:pt x="36" y="4"/>
                </a:cubicBezTo>
                <a:cubicBezTo>
                  <a:pt x="36" y="4"/>
                  <a:pt x="36" y="4"/>
                  <a:pt x="37" y="4"/>
                </a:cubicBezTo>
                <a:cubicBezTo>
                  <a:pt x="37" y="4"/>
                  <a:pt x="37" y="5"/>
                  <a:pt x="37" y="5"/>
                </a:cubicBezTo>
                <a:cubicBezTo>
                  <a:pt x="37" y="13"/>
                  <a:pt x="37" y="13"/>
                  <a:pt x="37" y="13"/>
                </a:cubicBezTo>
                <a:cubicBezTo>
                  <a:pt x="45" y="16"/>
                  <a:pt x="45" y="16"/>
                  <a:pt x="45" y="16"/>
                </a:cubicBezTo>
                <a:cubicBezTo>
                  <a:pt x="45" y="16"/>
                  <a:pt x="45" y="16"/>
                  <a:pt x="45" y="16"/>
                </a:cubicBezTo>
                <a:cubicBezTo>
                  <a:pt x="45" y="17"/>
                  <a:pt x="45" y="17"/>
                  <a:pt x="45" y="17"/>
                </a:cubicBezTo>
                <a:cubicBezTo>
                  <a:pt x="40" y="24"/>
                  <a:pt x="40" y="24"/>
                  <a:pt x="40" y="24"/>
                </a:cubicBezTo>
                <a:cubicBezTo>
                  <a:pt x="45" y="30"/>
                  <a:pt x="45" y="30"/>
                  <a:pt x="45" y="30"/>
                </a:cubicBezTo>
                <a:cubicBezTo>
                  <a:pt x="45" y="31"/>
                  <a:pt x="45" y="31"/>
                  <a:pt x="45" y="31"/>
                </a:cubicBezTo>
                <a:cubicBezTo>
                  <a:pt x="45" y="31"/>
                  <a:pt x="45" y="32"/>
                  <a:pt x="45" y="32"/>
                </a:cubicBezTo>
                <a:close/>
                <a:moveTo>
                  <a:pt x="22" y="8"/>
                </a:moveTo>
                <a:cubicBezTo>
                  <a:pt x="14" y="8"/>
                  <a:pt x="7" y="15"/>
                  <a:pt x="7" y="24"/>
                </a:cubicBezTo>
                <a:cubicBezTo>
                  <a:pt x="7" y="32"/>
                  <a:pt x="14" y="39"/>
                  <a:pt x="22" y="39"/>
                </a:cubicBezTo>
                <a:cubicBezTo>
                  <a:pt x="31" y="39"/>
                  <a:pt x="38" y="32"/>
                  <a:pt x="38" y="24"/>
                </a:cubicBezTo>
                <a:cubicBezTo>
                  <a:pt x="38" y="15"/>
                  <a:pt x="31" y="8"/>
                  <a:pt x="22" y="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6" name="稻壳儿小白白(http://dwz.cn/Wu2UP)"/>
          <p:cNvSpPr>
            <a:spLocks noEditPoints="1"/>
          </p:cNvSpPr>
          <p:nvPr/>
        </p:nvSpPr>
        <p:spPr>
          <a:xfrm>
            <a:off x="8579585" y="3854871"/>
            <a:ext cx="323201" cy="264437"/>
          </a:xfrm>
          <a:custGeom>
            <a:avLst/>
            <a:gdLst>
              <a:gd name="T0" fmla="*/ 1951609000 w 45"/>
              <a:gd name="T1" fmla="*/ 1787540017 h 37"/>
              <a:gd name="T2" fmla="*/ 0 w 45"/>
              <a:gd name="T3" fmla="*/ 1594290381 h 37"/>
              <a:gd name="T4" fmla="*/ 195160900 w 45"/>
              <a:gd name="T5" fmla="*/ 0 h 37"/>
              <a:gd name="T6" fmla="*/ 2147483646 w 45"/>
              <a:gd name="T7" fmla="*/ 193249636 h 37"/>
              <a:gd name="T8" fmla="*/ 683063150 w 45"/>
              <a:gd name="T9" fmla="*/ 338185125 h 37"/>
              <a:gd name="T10" fmla="*/ 195160900 w 45"/>
              <a:gd name="T11" fmla="*/ 338185125 h 37"/>
              <a:gd name="T12" fmla="*/ 195160900 w 45"/>
              <a:gd name="T13" fmla="*/ 628056103 h 37"/>
              <a:gd name="T14" fmla="*/ 634272925 w 45"/>
              <a:gd name="T15" fmla="*/ 628056103 h 37"/>
              <a:gd name="T16" fmla="*/ 683063150 w 45"/>
              <a:gd name="T17" fmla="*/ 338185125 h 37"/>
              <a:gd name="T18" fmla="*/ 634272925 w 45"/>
              <a:gd name="T19" fmla="*/ 821298789 h 37"/>
              <a:gd name="T20" fmla="*/ 195160900 w 45"/>
              <a:gd name="T21" fmla="*/ 869612935 h 37"/>
              <a:gd name="T22" fmla="*/ 195160900 w 45"/>
              <a:gd name="T23" fmla="*/ 1159483914 h 37"/>
              <a:gd name="T24" fmla="*/ 683063150 w 45"/>
              <a:gd name="T25" fmla="*/ 1111176718 h 37"/>
              <a:gd name="T26" fmla="*/ 683063150 w 45"/>
              <a:gd name="T27" fmla="*/ 1352733549 h 37"/>
              <a:gd name="T28" fmla="*/ 195160900 w 45"/>
              <a:gd name="T29" fmla="*/ 1304419403 h 37"/>
              <a:gd name="T30" fmla="*/ 195160900 w 45"/>
              <a:gd name="T31" fmla="*/ 1594290381 h 37"/>
              <a:gd name="T32" fmla="*/ 634272925 w 45"/>
              <a:gd name="T33" fmla="*/ 1642604528 h 37"/>
              <a:gd name="T34" fmla="*/ 683063150 w 45"/>
              <a:gd name="T35" fmla="*/ 1352733549 h 37"/>
              <a:gd name="T36" fmla="*/ 1317336075 w 45"/>
              <a:gd name="T37" fmla="*/ 338185125 h 37"/>
              <a:gd name="T38" fmla="*/ 829433825 w 45"/>
              <a:gd name="T39" fmla="*/ 338185125 h 37"/>
              <a:gd name="T40" fmla="*/ 878224050 w 45"/>
              <a:gd name="T41" fmla="*/ 628056103 h 37"/>
              <a:gd name="T42" fmla="*/ 1366126300 w 45"/>
              <a:gd name="T43" fmla="*/ 628056103 h 37"/>
              <a:gd name="T44" fmla="*/ 1366126300 w 45"/>
              <a:gd name="T45" fmla="*/ 869612935 h 37"/>
              <a:gd name="T46" fmla="*/ 878224050 w 45"/>
              <a:gd name="T47" fmla="*/ 821298789 h 37"/>
              <a:gd name="T48" fmla="*/ 829433825 w 45"/>
              <a:gd name="T49" fmla="*/ 1111176718 h 37"/>
              <a:gd name="T50" fmla="*/ 1317336075 w 45"/>
              <a:gd name="T51" fmla="*/ 1159483914 h 37"/>
              <a:gd name="T52" fmla="*/ 1366126300 w 45"/>
              <a:gd name="T53" fmla="*/ 869612935 h 37"/>
              <a:gd name="T54" fmla="*/ 1317336075 w 45"/>
              <a:gd name="T55" fmla="*/ 1304419403 h 37"/>
              <a:gd name="T56" fmla="*/ 829433825 w 45"/>
              <a:gd name="T57" fmla="*/ 1352733549 h 37"/>
              <a:gd name="T58" fmla="*/ 878224050 w 45"/>
              <a:gd name="T59" fmla="*/ 1642604528 h 37"/>
              <a:gd name="T60" fmla="*/ 1366126300 w 45"/>
              <a:gd name="T61" fmla="*/ 1594290381 h 37"/>
              <a:gd name="T62" fmla="*/ 2000399225 w 45"/>
              <a:gd name="T63" fmla="*/ 338185125 h 37"/>
              <a:gd name="T64" fmla="*/ 1561287200 w 45"/>
              <a:gd name="T65" fmla="*/ 338185125 h 37"/>
              <a:gd name="T66" fmla="*/ 1512496975 w 45"/>
              <a:gd name="T67" fmla="*/ 628056103 h 37"/>
              <a:gd name="T68" fmla="*/ 1951609000 w 45"/>
              <a:gd name="T69" fmla="*/ 628056103 h 37"/>
              <a:gd name="T70" fmla="*/ 2000399225 w 45"/>
              <a:gd name="T71" fmla="*/ 338185125 h 37"/>
              <a:gd name="T72" fmla="*/ 1951609000 w 45"/>
              <a:gd name="T73" fmla="*/ 821298789 h 37"/>
              <a:gd name="T74" fmla="*/ 1512496975 w 45"/>
              <a:gd name="T75" fmla="*/ 869612935 h 37"/>
              <a:gd name="T76" fmla="*/ 1561287200 w 45"/>
              <a:gd name="T77" fmla="*/ 1159483914 h 37"/>
              <a:gd name="T78" fmla="*/ 2000399225 w 45"/>
              <a:gd name="T79" fmla="*/ 1111176718 h 37"/>
              <a:gd name="T80" fmla="*/ 2000399225 w 45"/>
              <a:gd name="T81" fmla="*/ 1352733549 h 37"/>
              <a:gd name="T82" fmla="*/ 1561287200 w 45"/>
              <a:gd name="T83" fmla="*/ 1304419403 h 37"/>
              <a:gd name="T84" fmla="*/ 1512496975 w 45"/>
              <a:gd name="T85" fmla="*/ 1594290381 h 37"/>
              <a:gd name="T86" fmla="*/ 1951609000 w 45"/>
              <a:gd name="T87" fmla="*/ 1642604528 h 37"/>
              <a:gd name="T88" fmla="*/ 2000399225 w 45"/>
              <a:gd name="T89" fmla="*/ 1352733549 h 37"/>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45" h="37">
                <a:moveTo>
                  <a:pt x="45" y="33"/>
                </a:moveTo>
                <a:cubicBezTo>
                  <a:pt x="45" y="35"/>
                  <a:pt x="43" y="37"/>
                  <a:pt x="40" y="37"/>
                </a:cubicBezTo>
                <a:cubicBezTo>
                  <a:pt x="4" y="37"/>
                  <a:pt x="4" y="37"/>
                  <a:pt x="4" y="37"/>
                </a:cubicBezTo>
                <a:cubicBezTo>
                  <a:pt x="2" y="37"/>
                  <a:pt x="0" y="35"/>
                  <a:pt x="0" y="33"/>
                </a:cubicBezTo>
                <a:cubicBezTo>
                  <a:pt x="0" y="4"/>
                  <a:pt x="0" y="4"/>
                  <a:pt x="0" y="4"/>
                </a:cubicBezTo>
                <a:cubicBezTo>
                  <a:pt x="0" y="2"/>
                  <a:pt x="2" y="0"/>
                  <a:pt x="4" y="0"/>
                </a:cubicBezTo>
                <a:cubicBezTo>
                  <a:pt x="40" y="0"/>
                  <a:pt x="40" y="0"/>
                  <a:pt x="40" y="0"/>
                </a:cubicBezTo>
                <a:cubicBezTo>
                  <a:pt x="43" y="0"/>
                  <a:pt x="45" y="2"/>
                  <a:pt x="45" y="4"/>
                </a:cubicBezTo>
                <a:lnTo>
                  <a:pt x="45" y="33"/>
                </a:lnTo>
                <a:close/>
                <a:moveTo>
                  <a:pt x="14" y="7"/>
                </a:moveTo>
                <a:cubicBezTo>
                  <a:pt x="14" y="7"/>
                  <a:pt x="13" y="7"/>
                  <a:pt x="13" y="7"/>
                </a:cubicBezTo>
                <a:cubicBezTo>
                  <a:pt x="4" y="7"/>
                  <a:pt x="4" y="7"/>
                  <a:pt x="4" y="7"/>
                </a:cubicBezTo>
                <a:cubicBezTo>
                  <a:pt x="4" y="7"/>
                  <a:pt x="4" y="7"/>
                  <a:pt x="4" y="7"/>
                </a:cubicBezTo>
                <a:cubicBezTo>
                  <a:pt x="4" y="13"/>
                  <a:pt x="4" y="13"/>
                  <a:pt x="4" y="13"/>
                </a:cubicBezTo>
                <a:cubicBezTo>
                  <a:pt x="4" y="13"/>
                  <a:pt x="4" y="13"/>
                  <a:pt x="4" y="13"/>
                </a:cubicBezTo>
                <a:cubicBezTo>
                  <a:pt x="13" y="13"/>
                  <a:pt x="13" y="13"/>
                  <a:pt x="13" y="13"/>
                </a:cubicBezTo>
                <a:cubicBezTo>
                  <a:pt x="13" y="13"/>
                  <a:pt x="14" y="13"/>
                  <a:pt x="14" y="13"/>
                </a:cubicBezTo>
                <a:lnTo>
                  <a:pt x="14" y="7"/>
                </a:lnTo>
                <a:close/>
                <a:moveTo>
                  <a:pt x="14" y="18"/>
                </a:moveTo>
                <a:cubicBezTo>
                  <a:pt x="14" y="17"/>
                  <a:pt x="13" y="17"/>
                  <a:pt x="13" y="17"/>
                </a:cubicBezTo>
                <a:cubicBezTo>
                  <a:pt x="4" y="17"/>
                  <a:pt x="4" y="17"/>
                  <a:pt x="4" y="17"/>
                </a:cubicBezTo>
                <a:cubicBezTo>
                  <a:pt x="4" y="17"/>
                  <a:pt x="4" y="17"/>
                  <a:pt x="4" y="18"/>
                </a:cubicBezTo>
                <a:cubicBezTo>
                  <a:pt x="4" y="23"/>
                  <a:pt x="4" y="23"/>
                  <a:pt x="4" y="23"/>
                </a:cubicBezTo>
                <a:cubicBezTo>
                  <a:pt x="4" y="23"/>
                  <a:pt x="4" y="24"/>
                  <a:pt x="4" y="24"/>
                </a:cubicBezTo>
                <a:cubicBezTo>
                  <a:pt x="13" y="24"/>
                  <a:pt x="13" y="24"/>
                  <a:pt x="13" y="24"/>
                </a:cubicBezTo>
                <a:cubicBezTo>
                  <a:pt x="13" y="24"/>
                  <a:pt x="14" y="23"/>
                  <a:pt x="14" y="23"/>
                </a:cubicBezTo>
                <a:lnTo>
                  <a:pt x="14" y="18"/>
                </a:lnTo>
                <a:close/>
                <a:moveTo>
                  <a:pt x="14" y="28"/>
                </a:moveTo>
                <a:cubicBezTo>
                  <a:pt x="14" y="27"/>
                  <a:pt x="13" y="27"/>
                  <a:pt x="13" y="27"/>
                </a:cubicBezTo>
                <a:cubicBezTo>
                  <a:pt x="4" y="27"/>
                  <a:pt x="4" y="27"/>
                  <a:pt x="4" y="27"/>
                </a:cubicBezTo>
                <a:cubicBezTo>
                  <a:pt x="4" y="27"/>
                  <a:pt x="4" y="27"/>
                  <a:pt x="4" y="28"/>
                </a:cubicBezTo>
                <a:cubicBezTo>
                  <a:pt x="4" y="33"/>
                  <a:pt x="4" y="33"/>
                  <a:pt x="4" y="33"/>
                </a:cubicBezTo>
                <a:cubicBezTo>
                  <a:pt x="4" y="34"/>
                  <a:pt x="4" y="34"/>
                  <a:pt x="4" y="34"/>
                </a:cubicBezTo>
                <a:cubicBezTo>
                  <a:pt x="13" y="34"/>
                  <a:pt x="13" y="34"/>
                  <a:pt x="13" y="34"/>
                </a:cubicBezTo>
                <a:cubicBezTo>
                  <a:pt x="13" y="34"/>
                  <a:pt x="14" y="34"/>
                  <a:pt x="14" y="33"/>
                </a:cubicBezTo>
                <a:lnTo>
                  <a:pt x="14" y="28"/>
                </a:lnTo>
                <a:close/>
                <a:moveTo>
                  <a:pt x="28" y="7"/>
                </a:moveTo>
                <a:cubicBezTo>
                  <a:pt x="28" y="7"/>
                  <a:pt x="27" y="7"/>
                  <a:pt x="27" y="7"/>
                </a:cubicBezTo>
                <a:cubicBezTo>
                  <a:pt x="18" y="7"/>
                  <a:pt x="18" y="7"/>
                  <a:pt x="18" y="7"/>
                </a:cubicBezTo>
                <a:cubicBezTo>
                  <a:pt x="18" y="7"/>
                  <a:pt x="17" y="7"/>
                  <a:pt x="17" y="7"/>
                </a:cubicBezTo>
                <a:cubicBezTo>
                  <a:pt x="17" y="13"/>
                  <a:pt x="17" y="13"/>
                  <a:pt x="17" y="13"/>
                </a:cubicBezTo>
                <a:cubicBezTo>
                  <a:pt x="17" y="13"/>
                  <a:pt x="18" y="13"/>
                  <a:pt x="18" y="13"/>
                </a:cubicBezTo>
                <a:cubicBezTo>
                  <a:pt x="27" y="13"/>
                  <a:pt x="27" y="13"/>
                  <a:pt x="27" y="13"/>
                </a:cubicBezTo>
                <a:cubicBezTo>
                  <a:pt x="27" y="13"/>
                  <a:pt x="28" y="13"/>
                  <a:pt x="28" y="13"/>
                </a:cubicBezTo>
                <a:lnTo>
                  <a:pt x="28" y="7"/>
                </a:lnTo>
                <a:close/>
                <a:moveTo>
                  <a:pt x="28" y="18"/>
                </a:moveTo>
                <a:cubicBezTo>
                  <a:pt x="28" y="17"/>
                  <a:pt x="27" y="17"/>
                  <a:pt x="27" y="17"/>
                </a:cubicBezTo>
                <a:cubicBezTo>
                  <a:pt x="18" y="17"/>
                  <a:pt x="18" y="17"/>
                  <a:pt x="18" y="17"/>
                </a:cubicBezTo>
                <a:cubicBezTo>
                  <a:pt x="18" y="17"/>
                  <a:pt x="17" y="17"/>
                  <a:pt x="17" y="18"/>
                </a:cubicBezTo>
                <a:cubicBezTo>
                  <a:pt x="17" y="23"/>
                  <a:pt x="17" y="23"/>
                  <a:pt x="17" y="23"/>
                </a:cubicBezTo>
                <a:cubicBezTo>
                  <a:pt x="17" y="23"/>
                  <a:pt x="18" y="24"/>
                  <a:pt x="18" y="24"/>
                </a:cubicBezTo>
                <a:cubicBezTo>
                  <a:pt x="27" y="24"/>
                  <a:pt x="27" y="24"/>
                  <a:pt x="27" y="24"/>
                </a:cubicBezTo>
                <a:cubicBezTo>
                  <a:pt x="27" y="24"/>
                  <a:pt x="28" y="23"/>
                  <a:pt x="28" y="23"/>
                </a:cubicBezTo>
                <a:lnTo>
                  <a:pt x="28" y="18"/>
                </a:lnTo>
                <a:close/>
                <a:moveTo>
                  <a:pt x="28" y="28"/>
                </a:moveTo>
                <a:cubicBezTo>
                  <a:pt x="28" y="27"/>
                  <a:pt x="27" y="27"/>
                  <a:pt x="27" y="27"/>
                </a:cubicBezTo>
                <a:cubicBezTo>
                  <a:pt x="18" y="27"/>
                  <a:pt x="18" y="27"/>
                  <a:pt x="18" y="27"/>
                </a:cubicBezTo>
                <a:cubicBezTo>
                  <a:pt x="18" y="27"/>
                  <a:pt x="17" y="27"/>
                  <a:pt x="17" y="28"/>
                </a:cubicBezTo>
                <a:cubicBezTo>
                  <a:pt x="17" y="33"/>
                  <a:pt x="17" y="33"/>
                  <a:pt x="17" y="33"/>
                </a:cubicBezTo>
                <a:cubicBezTo>
                  <a:pt x="17" y="34"/>
                  <a:pt x="18" y="34"/>
                  <a:pt x="18" y="34"/>
                </a:cubicBezTo>
                <a:cubicBezTo>
                  <a:pt x="27" y="34"/>
                  <a:pt x="27" y="34"/>
                  <a:pt x="27" y="34"/>
                </a:cubicBezTo>
                <a:cubicBezTo>
                  <a:pt x="27" y="34"/>
                  <a:pt x="28" y="34"/>
                  <a:pt x="28" y="33"/>
                </a:cubicBezTo>
                <a:lnTo>
                  <a:pt x="28" y="28"/>
                </a:lnTo>
                <a:close/>
                <a:moveTo>
                  <a:pt x="41" y="7"/>
                </a:moveTo>
                <a:cubicBezTo>
                  <a:pt x="41" y="7"/>
                  <a:pt x="41" y="7"/>
                  <a:pt x="40" y="7"/>
                </a:cubicBezTo>
                <a:cubicBezTo>
                  <a:pt x="32" y="7"/>
                  <a:pt x="32" y="7"/>
                  <a:pt x="32" y="7"/>
                </a:cubicBezTo>
                <a:cubicBezTo>
                  <a:pt x="31" y="7"/>
                  <a:pt x="31" y="7"/>
                  <a:pt x="31" y="7"/>
                </a:cubicBezTo>
                <a:cubicBezTo>
                  <a:pt x="31" y="13"/>
                  <a:pt x="31" y="13"/>
                  <a:pt x="31" y="13"/>
                </a:cubicBezTo>
                <a:cubicBezTo>
                  <a:pt x="31" y="13"/>
                  <a:pt x="31" y="13"/>
                  <a:pt x="32" y="13"/>
                </a:cubicBezTo>
                <a:cubicBezTo>
                  <a:pt x="40" y="13"/>
                  <a:pt x="40" y="13"/>
                  <a:pt x="40" y="13"/>
                </a:cubicBezTo>
                <a:cubicBezTo>
                  <a:pt x="41" y="13"/>
                  <a:pt x="41" y="13"/>
                  <a:pt x="41" y="13"/>
                </a:cubicBezTo>
                <a:lnTo>
                  <a:pt x="41" y="7"/>
                </a:lnTo>
                <a:close/>
                <a:moveTo>
                  <a:pt x="41" y="18"/>
                </a:moveTo>
                <a:cubicBezTo>
                  <a:pt x="41" y="17"/>
                  <a:pt x="41" y="17"/>
                  <a:pt x="40" y="17"/>
                </a:cubicBezTo>
                <a:cubicBezTo>
                  <a:pt x="32" y="17"/>
                  <a:pt x="32" y="17"/>
                  <a:pt x="32" y="17"/>
                </a:cubicBezTo>
                <a:cubicBezTo>
                  <a:pt x="31" y="17"/>
                  <a:pt x="31" y="17"/>
                  <a:pt x="31" y="18"/>
                </a:cubicBezTo>
                <a:cubicBezTo>
                  <a:pt x="31" y="23"/>
                  <a:pt x="31" y="23"/>
                  <a:pt x="31" y="23"/>
                </a:cubicBezTo>
                <a:cubicBezTo>
                  <a:pt x="31" y="23"/>
                  <a:pt x="31" y="24"/>
                  <a:pt x="32" y="24"/>
                </a:cubicBezTo>
                <a:cubicBezTo>
                  <a:pt x="40" y="24"/>
                  <a:pt x="40" y="24"/>
                  <a:pt x="40" y="24"/>
                </a:cubicBezTo>
                <a:cubicBezTo>
                  <a:pt x="41" y="24"/>
                  <a:pt x="41" y="23"/>
                  <a:pt x="41" y="23"/>
                </a:cubicBezTo>
                <a:lnTo>
                  <a:pt x="41" y="18"/>
                </a:lnTo>
                <a:close/>
                <a:moveTo>
                  <a:pt x="41" y="28"/>
                </a:moveTo>
                <a:cubicBezTo>
                  <a:pt x="41" y="27"/>
                  <a:pt x="41" y="27"/>
                  <a:pt x="40" y="27"/>
                </a:cubicBezTo>
                <a:cubicBezTo>
                  <a:pt x="32" y="27"/>
                  <a:pt x="32" y="27"/>
                  <a:pt x="32" y="27"/>
                </a:cubicBezTo>
                <a:cubicBezTo>
                  <a:pt x="31" y="27"/>
                  <a:pt x="31" y="27"/>
                  <a:pt x="31" y="28"/>
                </a:cubicBezTo>
                <a:cubicBezTo>
                  <a:pt x="31" y="33"/>
                  <a:pt x="31" y="33"/>
                  <a:pt x="31" y="33"/>
                </a:cubicBezTo>
                <a:cubicBezTo>
                  <a:pt x="31" y="34"/>
                  <a:pt x="31" y="34"/>
                  <a:pt x="32" y="34"/>
                </a:cubicBezTo>
                <a:cubicBezTo>
                  <a:pt x="40" y="34"/>
                  <a:pt x="40" y="34"/>
                  <a:pt x="40" y="34"/>
                </a:cubicBezTo>
                <a:cubicBezTo>
                  <a:pt x="41" y="34"/>
                  <a:pt x="41" y="34"/>
                  <a:pt x="41" y="33"/>
                </a:cubicBezTo>
                <a:lnTo>
                  <a:pt x="41" y="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7" name="稻壳儿小白白(http://dwz.cn/Wu2UP)"/>
          <p:cNvSpPr>
            <a:spLocks noEditPoints="1"/>
          </p:cNvSpPr>
          <p:nvPr/>
        </p:nvSpPr>
        <p:spPr>
          <a:xfrm>
            <a:off x="8631820" y="4373951"/>
            <a:ext cx="218732" cy="269333"/>
          </a:xfrm>
          <a:custGeom>
            <a:avLst/>
            <a:gdLst>
              <a:gd name="T0" fmla="*/ 1459739536 w 31"/>
              <a:gd name="T1" fmla="*/ 1615496448 h 38"/>
              <a:gd name="T2" fmla="*/ 1271388704 w 31"/>
              <a:gd name="T3" fmla="*/ 1805552420 h 38"/>
              <a:gd name="T4" fmla="*/ 188350832 w 31"/>
              <a:gd name="T5" fmla="*/ 1805552420 h 38"/>
              <a:gd name="T6" fmla="*/ 0 w 31"/>
              <a:gd name="T7" fmla="*/ 1615496448 h 38"/>
              <a:gd name="T8" fmla="*/ 0 w 31"/>
              <a:gd name="T9" fmla="*/ 237569966 h 38"/>
              <a:gd name="T10" fmla="*/ 188350832 w 31"/>
              <a:gd name="T11" fmla="*/ 0 h 38"/>
              <a:gd name="T12" fmla="*/ 1271388704 w 31"/>
              <a:gd name="T13" fmla="*/ 0 h 38"/>
              <a:gd name="T14" fmla="*/ 1459739536 w 31"/>
              <a:gd name="T15" fmla="*/ 237569966 h 38"/>
              <a:gd name="T16" fmla="*/ 1459739536 w 31"/>
              <a:gd name="T17" fmla="*/ 1615496448 h 38"/>
              <a:gd name="T18" fmla="*/ 1271388704 w 31"/>
              <a:gd name="T19" fmla="*/ 237569966 h 38"/>
              <a:gd name="T20" fmla="*/ 1271388704 w 31"/>
              <a:gd name="T21" fmla="*/ 190055973 h 38"/>
              <a:gd name="T22" fmla="*/ 188350832 w 31"/>
              <a:gd name="T23" fmla="*/ 190055973 h 38"/>
              <a:gd name="T24" fmla="*/ 141263124 w 31"/>
              <a:gd name="T25" fmla="*/ 237569966 h 38"/>
              <a:gd name="T26" fmla="*/ 141263124 w 31"/>
              <a:gd name="T27" fmla="*/ 1425433582 h 38"/>
              <a:gd name="T28" fmla="*/ 188350832 w 31"/>
              <a:gd name="T29" fmla="*/ 1472947575 h 38"/>
              <a:gd name="T30" fmla="*/ 1271388704 w 31"/>
              <a:gd name="T31" fmla="*/ 1472947575 h 38"/>
              <a:gd name="T32" fmla="*/ 1271388704 w 31"/>
              <a:gd name="T33" fmla="*/ 1425433582 h 38"/>
              <a:gd name="T34" fmla="*/ 1271388704 w 31"/>
              <a:gd name="T35" fmla="*/ 237569966 h 38"/>
              <a:gd name="T36" fmla="*/ 706322483 w 31"/>
              <a:gd name="T37" fmla="*/ 1567982454 h 38"/>
              <a:gd name="T38" fmla="*/ 659234775 w 31"/>
              <a:gd name="T39" fmla="*/ 1663010441 h 38"/>
              <a:gd name="T40" fmla="*/ 706322483 w 31"/>
              <a:gd name="T41" fmla="*/ 1710524434 h 38"/>
              <a:gd name="T42" fmla="*/ 800504761 w 31"/>
              <a:gd name="T43" fmla="*/ 1663010441 h 38"/>
              <a:gd name="T44" fmla="*/ 706322483 w 31"/>
              <a:gd name="T45" fmla="*/ 1567982454 h 3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31" h="38">
                <a:moveTo>
                  <a:pt x="31" y="34"/>
                </a:moveTo>
                <a:cubicBezTo>
                  <a:pt x="31" y="36"/>
                  <a:pt x="29" y="38"/>
                  <a:pt x="27" y="38"/>
                </a:cubicBezTo>
                <a:cubicBezTo>
                  <a:pt x="4" y="38"/>
                  <a:pt x="4" y="38"/>
                  <a:pt x="4" y="38"/>
                </a:cubicBezTo>
                <a:cubicBezTo>
                  <a:pt x="2" y="38"/>
                  <a:pt x="0" y="36"/>
                  <a:pt x="0" y="34"/>
                </a:cubicBezTo>
                <a:cubicBezTo>
                  <a:pt x="0" y="5"/>
                  <a:pt x="0" y="5"/>
                  <a:pt x="0" y="5"/>
                </a:cubicBezTo>
                <a:cubicBezTo>
                  <a:pt x="0" y="2"/>
                  <a:pt x="2" y="0"/>
                  <a:pt x="4" y="0"/>
                </a:cubicBezTo>
                <a:cubicBezTo>
                  <a:pt x="27" y="0"/>
                  <a:pt x="27" y="0"/>
                  <a:pt x="27" y="0"/>
                </a:cubicBezTo>
                <a:cubicBezTo>
                  <a:pt x="29" y="0"/>
                  <a:pt x="31" y="2"/>
                  <a:pt x="31" y="5"/>
                </a:cubicBezTo>
                <a:lnTo>
                  <a:pt x="31" y="34"/>
                </a:lnTo>
                <a:close/>
                <a:moveTo>
                  <a:pt x="27" y="5"/>
                </a:moveTo>
                <a:cubicBezTo>
                  <a:pt x="27" y="4"/>
                  <a:pt x="27" y="4"/>
                  <a:pt x="27" y="4"/>
                </a:cubicBezTo>
                <a:cubicBezTo>
                  <a:pt x="4" y="4"/>
                  <a:pt x="4" y="4"/>
                  <a:pt x="4" y="4"/>
                </a:cubicBezTo>
                <a:cubicBezTo>
                  <a:pt x="4" y="4"/>
                  <a:pt x="3" y="4"/>
                  <a:pt x="3" y="5"/>
                </a:cubicBezTo>
                <a:cubicBezTo>
                  <a:pt x="3" y="30"/>
                  <a:pt x="3" y="30"/>
                  <a:pt x="3" y="30"/>
                </a:cubicBezTo>
                <a:cubicBezTo>
                  <a:pt x="3" y="31"/>
                  <a:pt x="4" y="31"/>
                  <a:pt x="4" y="31"/>
                </a:cubicBezTo>
                <a:cubicBezTo>
                  <a:pt x="27" y="31"/>
                  <a:pt x="27" y="31"/>
                  <a:pt x="27" y="31"/>
                </a:cubicBezTo>
                <a:cubicBezTo>
                  <a:pt x="27" y="31"/>
                  <a:pt x="27" y="31"/>
                  <a:pt x="27" y="30"/>
                </a:cubicBezTo>
                <a:lnTo>
                  <a:pt x="27" y="5"/>
                </a:lnTo>
                <a:close/>
                <a:moveTo>
                  <a:pt x="15" y="33"/>
                </a:moveTo>
                <a:cubicBezTo>
                  <a:pt x="14" y="33"/>
                  <a:pt x="14" y="34"/>
                  <a:pt x="14" y="35"/>
                </a:cubicBezTo>
                <a:cubicBezTo>
                  <a:pt x="14" y="36"/>
                  <a:pt x="14" y="36"/>
                  <a:pt x="15" y="36"/>
                </a:cubicBezTo>
                <a:cubicBezTo>
                  <a:pt x="16" y="36"/>
                  <a:pt x="17" y="36"/>
                  <a:pt x="17" y="35"/>
                </a:cubicBezTo>
                <a:cubicBezTo>
                  <a:pt x="17" y="34"/>
                  <a:pt x="16" y="33"/>
                  <a:pt x="15" y="3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8" name="稻壳儿小白白(http://dwz.cn/Wu2UP)"/>
          <p:cNvSpPr>
            <a:spLocks noEditPoints="1"/>
          </p:cNvSpPr>
          <p:nvPr/>
        </p:nvSpPr>
        <p:spPr>
          <a:xfrm>
            <a:off x="8568158" y="4922413"/>
            <a:ext cx="339524" cy="270966"/>
          </a:xfrm>
          <a:custGeom>
            <a:avLst/>
            <a:gdLst>
              <a:gd name="T0" fmla="*/ 2129535471 w 48"/>
              <a:gd name="T1" fmla="*/ 1779417888 h 38"/>
              <a:gd name="T2" fmla="*/ 2034885017 w 48"/>
              <a:gd name="T3" fmla="*/ 1827511201 h 38"/>
              <a:gd name="T4" fmla="*/ 283937604 w 48"/>
              <a:gd name="T5" fmla="*/ 1827511201 h 38"/>
              <a:gd name="T6" fmla="*/ 189294029 w 48"/>
              <a:gd name="T7" fmla="*/ 1779417888 h 38"/>
              <a:gd name="T8" fmla="*/ 0 w 48"/>
              <a:gd name="T9" fmla="*/ 1154218695 h 38"/>
              <a:gd name="T10" fmla="*/ 1135750417 w 48"/>
              <a:gd name="T11" fmla="*/ 0 h 38"/>
              <a:gd name="T12" fmla="*/ 2147483646 w 48"/>
              <a:gd name="T13" fmla="*/ 1154218695 h 38"/>
              <a:gd name="T14" fmla="*/ 2129535471 w 48"/>
              <a:gd name="T15" fmla="*/ 1779417888 h 38"/>
              <a:gd name="T16" fmla="*/ 331259392 w 48"/>
              <a:gd name="T17" fmla="*/ 1009938758 h 38"/>
              <a:gd name="T18" fmla="*/ 189294029 w 48"/>
              <a:gd name="T19" fmla="*/ 1154218695 h 38"/>
              <a:gd name="T20" fmla="*/ 331259392 w 48"/>
              <a:gd name="T21" fmla="*/ 1346585011 h 38"/>
              <a:gd name="T22" fmla="*/ 520553421 w 48"/>
              <a:gd name="T23" fmla="*/ 1154218695 h 38"/>
              <a:gd name="T24" fmla="*/ 331259392 w 48"/>
              <a:gd name="T25" fmla="*/ 1009938758 h 38"/>
              <a:gd name="T26" fmla="*/ 567875208 w 48"/>
              <a:gd name="T27" fmla="*/ 432832878 h 38"/>
              <a:gd name="T28" fmla="*/ 425909846 w 48"/>
              <a:gd name="T29" fmla="*/ 577105880 h 38"/>
              <a:gd name="T30" fmla="*/ 567875208 w 48"/>
              <a:gd name="T31" fmla="*/ 769479130 h 38"/>
              <a:gd name="T32" fmla="*/ 757169238 w 48"/>
              <a:gd name="T33" fmla="*/ 577105880 h 38"/>
              <a:gd name="T34" fmla="*/ 567875208 w 48"/>
              <a:gd name="T35" fmla="*/ 432832878 h 38"/>
              <a:gd name="T36" fmla="*/ 1419688021 w 48"/>
              <a:gd name="T37" fmla="*/ 721385818 h 38"/>
              <a:gd name="T38" fmla="*/ 1372366233 w 48"/>
              <a:gd name="T39" fmla="*/ 625199193 h 38"/>
              <a:gd name="T40" fmla="*/ 1277722658 w 48"/>
              <a:gd name="T41" fmla="*/ 673292505 h 38"/>
              <a:gd name="T42" fmla="*/ 1135750417 w 48"/>
              <a:gd name="T43" fmla="*/ 1154218695 h 38"/>
              <a:gd name="T44" fmla="*/ 899134600 w 48"/>
              <a:gd name="T45" fmla="*/ 1346585011 h 38"/>
              <a:gd name="T46" fmla="*/ 1088428629 w 48"/>
              <a:gd name="T47" fmla="*/ 1635144886 h 38"/>
              <a:gd name="T48" fmla="*/ 1372366233 w 48"/>
              <a:gd name="T49" fmla="*/ 1490864948 h 38"/>
              <a:gd name="T50" fmla="*/ 1277722658 w 48"/>
              <a:gd name="T51" fmla="*/ 1202312008 h 38"/>
              <a:gd name="T52" fmla="*/ 1419688021 w 48"/>
              <a:gd name="T53" fmla="*/ 721385818 h 38"/>
              <a:gd name="T54" fmla="*/ 1135750417 w 48"/>
              <a:gd name="T55" fmla="*/ 192366315 h 38"/>
              <a:gd name="T56" fmla="*/ 993785054 w 48"/>
              <a:gd name="T57" fmla="*/ 336646253 h 38"/>
              <a:gd name="T58" fmla="*/ 1135750417 w 48"/>
              <a:gd name="T59" fmla="*/ 529019503 h 38"/>
              <a:gd name="T60" fmla="*/ 1325044446 w 48"/>
              <a:gd name="T61" fmla="*/ 336646253 h 38"/>
              <a:gd name="T62" fmla="*/ 1135750417 w 48"/>
              <a:gd name="T63" fmla="*/ 192366315 h 38"/>
              <a:gd name="T64" fmla="*/ 1703625625 w 48"/>
              <a:gd name="T65" fmla="*/ 432832878 h 38"/>
              <a:gd name="T66" fmla="*/ 1561660263 w 48"/>
              <a:gd name="T67" fmla="*/ 577105880 h 38"/>
              <a:gd name="T68" fmla="*/ 1703625625 w 48"/>
              <a:gd name="T69" fmla="*/ 769479130 h 38"/>
              <a:gd name="T70" fmla="*/ 1892919654 w 48"/>
              <a:gd name="T71" fmla="*/ 577105880 h 38"/>
              <a:gd name="T72" fmla="*/ 1703625625 w 48"/>
              <a:gd name="T73" fmla="*/ 432832878 h 38"/>
              <a:gd name="T74" fmla="*/ 1987563229 w 48"/>
              <a:gd name="T75" fmla="*/ 1009938758 h 38"/>
              <a:gd name="T76" fmla="*/ 1798269200 w 48"/>
              <a:gd name="T77" fmla="*/ 1154218695 h 38"/>
              <a:gd name="T78" fmla="*/ 1987563229 w 48"/>
              <a:gd name="T79" fmla="*/ 1346585011 h 38"/>
              <a:gd name="T80" fmla="*/ 2129535471 w 48"/>
              <a:gd name="T81" fmla="*/ 1154218695 h 38"/>
              <a:gd name="T82" fmla="*/ 1987563229 w 48"/>
              <a:gd name="T83" fmla="*/ 1009938758 h 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48" h="38">
                <a:moveTo>
                  <a:pt x="45" y="37"/>
                </a:moveTo>
                <a:cubicBezTo>
                  <a:pt x="44" y="38"/>
                  <a:pt x="44" y="38"/>
                  <a:pt x="43" y="38"/>
                </a:cubicBezTo>
                <a:cubicBezTo>
                  <a:pt x="6" y="38"/>
                  <a:pt x="6" y="38"/>
                  <a:pt x="6" y="38"/>
                </a:cubicBezTo>
                <a:cubicBezTo>
                  <a:pt x="5" y="38"/>
                  <a:pt x="5" y="38"/>
                  <a:pt x="4" y="37"/>
                </a:cubicBezTo>
                <a:cubicBezTo>
                  <a:pt x="2" y="33"/>
                  <a:pt x="0" y="29"/>
                  <a:pt x="0" y="24"/>
                </a:cubicBezTo>
                <a:cubicBezTo>
                  <a:pt x="0" y="11"/>
                  <a:pt x="11" y="0"/>
                  <a:pt x="24" y="0"/>
                </a:cubicBezTo>
                <a:cubicBezTo>
                  <a:pt x="38" y="0"/>
                  <a:pt x="48" y="11"/>
                  <a:pt x="48" y="24"/>
                </a:cubicBezTo>
                <a:cubicBezTo>
                  <a:pt x="48" y="29"/>
                  <a:pt x="47" y="33"/>
                  <a:pt x="45" y="37"/>
                </a:cubicBezTo>
                <a:close/>
                <a:moveTo>
                  <a:pt x="7" y="21"/>
                </a:moveTo>
                <a:cubicBezTo>
                  <a:pt x="5" y="21"/>
                  <a:pt x="4" y="22"/>
                  <a:pt x="4" y="24"/>
                </a:cubicBezTo>
                <a:cubicBezTo>
                  <a:pt x="4" y="26"/>
                  <a:pt x="5" y="28"/>
                  <a:pt x="7" y="28"/>
                </a:cubicBezTo>
                <a:cubicBezTo>
                  <a:pt x="9" y="28"/>
                  <a:pt x="11" y="26"/>
                  <a:pt x="11" y="24"/>
                </a:cubicBezTo>
                <a:cubicBezTo>
                  <a:pt x="11" y="22"/>
                  <a:pt x="9" y="21"/>
                  <a:pt x="7" y="21"/>
                </a:cubicBezTo>
                <a:close/>
                <a:moveTo>
                  <a:pt x="12" y="9"/>
                </a:moveTo>
                <a:cubicBezTo>
                  <a:pt x="11" y="9"/>
                  <a:pt x="9" y="10"/>
                  <a:pt x="9" y="12"/>
                </a:cubicBezTo>
                <a:cubicBezTo>
                  <a:pt x="9" y="14"/>
                  <a:pt x="11" y="16"/>
                  <a:pt x="12" y="16"/>
                </a:cubicBezTo>
                <a:cubicBezTo>
                  <a:pt x="14" y="16"/>
                  <a:pt x="16" y="14"/>
                  <a:pt x="16" y="12"/>
                </a:cubicBezTo>
                <a:cubicBezTo>
                  <a:pt x="16" y="10"/>
                  <a:pt x="14" y="9"/>
                  <a:pt x="12" y="9"/>
                </a:cubicBezTo>
                <a:close/>
                <a:moveTo>
                  <a:pt x="30" y="15"/>
                </a:moveTo>
                <a:cubicBezTo>
                  <a:pt x="30" y="14"/>
                  <a:pt x="30" y="13"/>
                  <a:pt x="29" y="13"/>
                </a:cubicBezTo>
                <a:cubicBezTo>
                  <a:pt x="28" y="13"/>
                  <a:pt x="27" y="13"/>
                  <a:pt x="27" y="14"/>
                </a:cubicBezTo>
                <a:cubicBezTo>
                  <a:pt x="24" y="24"/>
                  <a:pt x="24" y="24"/>
                  <a:pt x="24" y="24"/>
                </a:cubicBezTo>
                <a:cubicBezTo>
                  <a:pt x="22" y="25"/>
                  <a:pt x="20" y="26"/>
                  <a:pt x="19" y="28"/>
                </a:cubicBezTo>
                <a:cubicBezTo>
                  <a:pt x="19" y="31"/>
                  <a:pt x="20" y="34"/>
                  <a:pt x="23" y="34"/>
                </a:cubicBezTo>
                <a:cubicBezTo>
                  <a:pt x="26" y="35"/>
                  <a:pt x="29" y="34"/>
                  <a:pt x="29" y="31"/>
                </a:cubicBezTo>
                <a:cubicBezTo>
                  <a:pt x="30" y="29"/>
                  <a:pt x="29" y="26"/>
                  <a:pt x="27" y="25"/>
                </a:cubicBezTo>
                <a:lnTo>
                  <a:pt x="30" y="15"/>
                </a:lnTo>
                <a:close/>
                <a:moveTo>
                  <a:pt x="24" y="4"/>
                </a:moveTo>
                <a:cubicBezTo>
                  <a:pt x="23" y="4"/>
                  <a:pt x="21" y="5"/>
                  <a:pt x="21" y="7"/>
                </a:cubicBezTo>
                <a:cubicBezTo>
                  <a:pt x="21" y="9"/>
                  <a:pt x="23" y="11"/>
                  <a:pt x="24" y="11"/>
                </a:cubicBezTo>
                <a:cubicBezTo>
                  <a:pt x="26" y="11"/>
                  <a:pt x="28" y="9"/>
                  <a:pt x="28" y="7"/>
                </a:cubicBezTo>
                <a:cubicBezTo>
                  <a:pt x="28" y="5"/>
                  <a:pt x="26" y="4"/>
                  <a:pt x="24" y="4"/>
                </a:cubicBezTo>
                <a:close/>
                <a:moveTo>
                  <a:pt x="36" y="9"/>
                </a:moveTo>
                <a:cubicBezTo>
                  <a:pt x="35" y="9"/>
                  <a:pt x="33" y="10"/>
                  <a:pt x="33" y="12"/>
                </a:cubicBezTo>
                <a:cubicBezTo>
                  <a:pt x="33" y="14"/>
                  <a:pt x="35" y="16"/>
                  <a:pt x="36" y="16"/>
                </a:cubicBezTo>
                <a:cubicBezTo>
                  <a:pt x="38" y="16"/>
                  <a:pt x="40" y="14"/>
                  <a:pt x="40" y="12"/>
                </a:cubicBezTo>
                <a:cubicBezTo>
                  <a:pt x="40" y="10"/>
                  <a:pt x="38" y="9"/>
                  <a:pt x="36" y="9"/>
                </a:cubicBezTo>
                <a:close/>
                <a:moveTo>
                  <a:pt x="42" y="21"/>
                </a:moveTo>
                <a:cubicBezTo>
                  <a:pt x="40" y="21"/>
                  <a:pt x="38" y="22"/>
                  <a:pt x="38" y="24"/>
                </a:cubicBezTo>
                <a:cubicBezTo>
                  <a:pt x="38" y="26"/>
                  <a:pt x="40" y="28"/>
                  <a:pt x="42" y="28"/>
                </a:cubicBezTo>
                <a:cubicBezTo>
                  <a:pt x="43" y="28"/>
                  <a:pt x="45" y="26"/>
                  <a:pt x="45" y="24"/>
                </a:cubicBezTo>
                <a:cubicBezTo>
                  <a:pt x="45" y="22"/>
                  <a:pt x="43" y="21"/>
                  <a:pt x="42" y="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89" name="稻壳儿小白白(http://dwz.cn/Wu2UP)"/>
          <p:cNvSpPr>
            <a:spLocks noEditPoints="1"/>
          </p:cNvSpPr>
          <p:nvPr/>
        </p:nvSpPr>
        <p:spPr>
          <a:xfrm>
            <a:off x="8595908" y="5420272"/>
            <a:ext cx="285657" cy="292187"/>
          </a:xfrm>
          <a:custGeom>
            <a:avLst/>
            <a:gdLst>
              <a:gd name="T0" fmla="*/ 1881252575 w 40"/>
              <a:gd name="T1" fmla="*/ 1296975378 h 41"/>
              <a:gd name="T2" fmla="*/ 1254168383 w 40"/>
              <a:gd name="T3" fmla="*/ 1921440898 h 41"/>
              <a:gd name="T4" fmla="*/ 1157691221 w 40"/>
              <a:gd name="T5" fmla="*/ 1969478307 h 41"/>
              <a:gd name="T6" fmla="*/ 1012978950 w 40"/>
              <a:gd name="T7" fmla="*/ 1921440898 h 41"/>
              <a:gd name="T8" fmla="*/ 96477162 w 40"/>
              <a:gd name="T9" fmla="*/ 1008757858 h 41"/>
              <a:gd name="T10" fmla="*/ 0 w 40"/>
              <a:gd name="T11" fmla="*/ 720540337 h 41"/>
              <a:gd name="T12" fmla="*/ 0 w 40"/>
              <a:gd name="T13" fmla="*/ 192142704 h 41"/>
              <a:gd name="T14" fmla="*/ 144712271 w 40"/>
              <a:gd name="T15" fmla="*/ 0 h 41"/>
              <a:gd name="T16" fmla="*/ 675319300 w 40"/>
              <a:gd name="T17" fmla="*/ 0 h 41"/>
              <a:gd name="T18" fmla="*/ 964743842 w 40"/>
              <a:gd name="T19" fmla="*/ 144105295 h 41"/>
              <a:gd name="T20" fmla="*/ 1881252575 w 40"/>
              <a:gd name="T21" fmla="*/ 1056795266 h 41"/>
              <a:gd name="T22" fmla="*/ 1929487684 w 40"/>
              <a:gd name="T23" fmla="*/ 1152863153 h 41"/>
              <a:gd name="T24" fmla="*/ 1881252575 w 40"/>
              <a:gd name="T25" fmla="*/ 1296975378 h 41"/>
              <a:gd name="T26" fmla="*/ 385894759 w 40"/>
              <a:gd name="T27" fmla="*/ 288217521 h 41"/>
              <a:gd name="T28" fmla="*/ 241189433 w 40"/>
              <a:gd name="T29" fmla="*/ 432322816 h 41"/>
              <a:gd name="T30" fmla="*/ 385894759 w 40"/>
              <a:gd name="T31" fmla="*/ 576435042 h 41"/>
              <a:gd name="T32" fmla="*/ 578849083 w 40"/>
              <a:gd name="T33" fmla="*/ 432322816 h 41"/>
              <a:gd name="T34" fmla="*/ 385894759 w 40"/>
              <a:gd name="T35" fmla="*/ 288217521 h 41"/>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40" h="41">
                <a:moveTo>
                  <a:pt x="39" y="27"/>
                </a:moveTo>
                <a:cubicBezTo>
                  <a:pt x="26" y="40"/>
                  <a:pt x="26" y="40"/>
                  <a:pt x="26" y="40"/>
                </a:cubicBezTo>
                <a:cubicBezTo>
                  <a:pt x="26" y="41"/>
                  <a:pt x="25" y="41"/>
                  <a:pt x="24" y="41"/>
                </a:cubicBezTo>
                <a:cubicBezTo>
                  <a:pt x="23" y="41"/>
                  <a:pt x="22" y="41"/>
                  <a:pt x="21" y="40"/>
                </a:cubicBezTo>
                <a:cubicBezTo>
                  <a:pt x="2" y="21"/>
                  <a:pt x="2" y="21"/>
                  <a:pt x="2" y="21"/>
                </a:cubicBezTo>
                <a:cubicBezTo>
                  <a:pt x="1" y="20"/>
                  <a:pt x="0" y="17"/>
                  <a:pt x="0" y="15"/>
                </a:cubicBezTo>
                <a:cubicBezTo>
                  <a:pt x="0" y="4"/>
                  <a:pt x="0" y="4"/>
                  <a:pt x="0" y="4"/>
                </a:cubicBezTo>
                <a:cubicBezTo>
                  <a:pt x="0" y="2"/>
                  <a:pt x="1" y="0"/>
                  <a:pt x="3" y="0"/>
                </a:cubicBezTo>
                <a:cubicBezTo>
                  <a:pt x="14" y="0"/>
                  <a:pt x="14" y="0"/>
                  <a:pt x="14" y="0"/>
                </a:cubicBezTo>
                <a:cubicBezTo>
                  <a:pt x="16" y="0"/>
                  <a:pt x="19" y="2"/>
                  <a:pt x="20" y="3"/>
                </a:cubicBezTo>
                <a:cubicBezTo>
                  <a:pt x="39" y="22"/>
                  <a:pt x="39" y="22"/>
                  <a:pt x="39" y="22"/>
                </a:cubicBezTo>
                <a:cubicBezTo>
                  <a:pt x="40" y="23"/>
                  <a:pt x="40" y="24"/>
                  <a:pt x="40" y="24"/>
                </a:cubicBezTo>
                <a:cubicBezTo>
                  <a:pt x="40" y="25"/>
                  <a:pt x="40" y="26"/>
                  <a:pt x="39" y="27"/>
                </a:cubicBezTo>
                <a:close/>
                <a:moveTo>
                  <a:pt x="8" y="6"/>
                </a:moveTo>
                <a:cubicBezTo>
                  <a:pt x="7" y="6"/>
                  <a:pt x="5" y="7"/>
                  <a:pt x="5" y="9"/>
                </a:cubicBezTo>
                <a:cubicBezTo>
                  <a:pt x="5" y="11"/>
                  <a:pt x="7" y="12"/>
                  <a:pt x="8" y="12"/>
                </a:cubicBezTo>
                <a:cubicBezTo>
                  <a:pt x="10" y="12"/>
                  <a:pt x="12" y="11"/>
                  <a:pt x="12" y="9"/>
                </a:cubicBezTo>
                <a:cubicBezTo>
                  <a:pt x="12" y="7"/>
                  <a:pt x="10" y="6"/>
                  <a:pt x="8" y="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0" name="稻壳儿小白白(http://dwz.cn/Wu2UP)"/>
          <p:cNvSpPr>
            <a:spLocks noEditPoints="1"/>
          </p:cNvSpPr>
          <p:nvPr/>
        </p:nvSpPr>
        <p:spPr>
          <a:xfrm>
            <a:off x="8559997" y="5945881"/>
            <a:ext cx="362377" cy="290554"/>
          </a:xfrm>
          <a:custGeom>
            <a:avLst/>
            <a:gdLst>
              <a:gd name="T0" fmla="*/ 1862331175 w 51"/>
              <a:gd name="T1" fmla="*/ 1235018160 h 41"/>
              <a:gd name="T2" fmla="*/ 1241558724 w 51"/>
              <a:gd name="T3" fmla="*/ 1900027408 h 41"/>
              <a:gd name="T4" fmla="*/ 1146051549 w 51"/>
              <a:gd name="T5" fmla="*/ 1947527576 h 41"/>
              <a:gd name="T6" fmla="*/ 1002794241 w 51"/>
              <a:gd name="T7" fmla="*/ 1900027408 h 41"/>
              <a:gd name="T8" fmla="*/ 95507175 w 51"/>
              <a:gd name="T9" fmla="*/ 950010258 h 41"/>
              <a:gd name="T10" fmla="*/ 0 w 51"/>
              <a:gd name="T11" fmla="*/ 712509416 h 41"/>
              <a:gd name="T12" fmla="*/ 0 w 51"/>
              <a:gd name="T13" fmla="*/ 190000673 h 41"/>
              <a:gd name="T14" fmla="*/ 143257307 w 51"/>
              <a:gd name="T15" fmla="*/ 0 h 41"/>
              <a:gd name="T16" fmla="*/ 668529494 w 51"/>
              <a:gd name="T17" fmla="*/ 0 h 41"/>
              <a:gd name="T18" fmla="*/ 955044109 w 51"/>
              <a:gd name="T19" fmla="*/ 142500505 h 41"/>
              <a:gd name="T20" fmla="*/ 1862331175 w 51"/>
              <a:gd name="T21" fmla="*/ 1045017487 h 41"/>
              <a:gd name="T22" fmla="*/ 1910088218 w 51"/>
              <a:gd name="T23" fmla="*/ 1140017823 h 41"/>
              <a:gd name="T24" fmla="*/ 1862331175 w 51"/>
              <a:gd name="T25" fmla="*/ 1235018160 h 41"/>
              <a:gd name="T26" fmla="*/ 382014879 w 51"/>
              <a:gd name="T27" fmla="*/ 237500841 h 41"/>
              <a:gd name="T28" fmla="*/ 238757572 w 51"/>
              <a:gd name="T29" fmla="*/ 427508407 h 41"/>
              <a:gd name="T30" fmla="*/ 382014879 w 51"/>
              <a:gd name="T31" fmla="*/ 570008912 h 41"/>
              <a:gd name="T32" fmla="*/ 573029229 w 51"/>
              <a:gd name="T33" fmla="*/ 427508407 h 41"/>
              <a:gd name="T34" fmla="*/ 382014879 w 51"/>
              <a:gd name="T35" fmla="*/ 237500841 h 41"/>
              <a:gd name="T36" fmla="*/ 2147483646 w 51"/>
              <a:gd name="T37" fmla="*/ 1235018160 h 41"/>
              <a:gd name="T38" fmla="*/ 1719080778 w 51"/>
              <a:gd name="T39" fmla="*/ 1900027408 h 41"/>
              <a:gd name="T40" fmla="*/ 1623573603 w 51"/>
              <a:gd name="T41" fmla="*/ 1947527576 h 41"/>
              <a:gd name="T42" fmla="*/ 1480316296 w 51"/>
              <a:gd name="T43" fmla="*/ 1852527240 h 41"/>
              <a:gd name="T44" fmla="*/ 2101095657 w 51"/>
              <a:gd name="T45" fmla="*/ 1235018160 h 41"/>
              <a:gd name="T46" fmla="*/ 2147483646 w 51"/>
              <a:gd name="T47" fmla="*/ 1140017823 h 41"/>
              <a:gd name="T48" fmla="*/ 2101095657 w 51"/>
              <a:gd name="T49" fmla="*/ 1045017487 h 41"/>
              <a:gd name="T50" fmla="*/ 1146051549 w 51"/>
              <a:gd name="T51" fmla="*/ 142500505 h 41"/>
              <a:gd name="T52" fmla="*/ 907293976 w 51"/>
              <a:gd name="T53" fmla="*/ 0 h 41"/>
              <a:gd name="T54" fmla="*/ 1193801681 w 51"/>
              <a:gd name="T55" fmla="*/ 0 h 41"/>
              <a:gd name="T56" fmla="*/ 1432566163 w 51"/>
              <a:gd name="T57" fmla="*/ 142500505 h 41"/>
              <a:gd name="T58" fmla="*/ 2147483646 w 51"/>
              <a:gd name="T59" fmla="*/ 1045017487 h 41"/>
              <a:gd name="T60" fmla="*/ 2147483646 w 51"/>
              <a:gd name="T61" fmla="*/ 1140017823 h 41"/>
              <a:gd name="T62" fmla="*/ 2147483646 w 51"/>
              <a:gd name="T63" fmla="*/ 1235018160 h 41"/>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1" h="41">
                <a:moveTo>
                  <a:pt x="39" y="26"/>
                </a:moveTo>
                <a:cubicBezTo>
                  <a:pt x="26" y="40"/>
                  <a:pt x="26" y="40"/>
                  <a:pt x="26" y="40"/>
                </a:cubicBezTo>
                <a:cubicBezTo>
                  <a:pt x="26" y="40"/>
                  <a:pt x="25" y="41"/>
                  <a:pt x="24" y="41"/>
                </a:cubicBezTo>
                <a:cubicBezTo>
                  <a:pt x="23" y="41"/>
                  <a:pt x="22" y="40"/>
                  <a:pt x="21" y="40"/>
                </a:cubicBezTo>
                <a:cubicBezTo>
                  <a:pt x="2" y="20"/>
                  <a:pt x="2" y="20"/>
                  <a:pt x="2" y="20"/>
                </a:cubicBezTo>
                <a:cubicBezTo>
                  <a:pt x="1" y="19"/>
                  <a:pt x="0" y="17"/>
                  <a:pt x="0" y="15"/>
                </a:cubicBezTo>
                <a:cubicBezTo>
                  <a:pt x="0" y="4"/>
                  <a:pt x="0" y="4"/>
                  <a:pt x="0" y="4"/>
                </a:cubicBezTo>
                <a:cubicBezTo>
                  <a:pt x="0" y="2"/>
                  <a:pt x="1" y="0"/>
                  <a:pt x="3" y="0"/>
                </a:cubicBezTo>
                <a:cubicBezTo>
                  <a:pt x="14" y="0"/>
                  <a:pt x="14" y="0"/>
                  <a:pt x="14" y="0"/>
                </a:cubicBezTo>
                <a:cubicBezTo>
                  <a:pt x="16" y="0"/>
                  <a:pt x="19" y="1"/>
                  <a:pt x="20" y="3"/>
                </a:cubicBezTo>
                <a:cubicBezTo>
                  <a:pt x="39" y="22"/>
                  <a:pt x="39" y="22"/>
                  <a:pt x="39" y="22"/>
                </a:cubicBezTo>
                <a:cubicBezTo>
                  <a:pt x="40" y="22"/>
                  <a:pt x="40" y="23"/>
                  <a:pt x="40" y="24"/>
                </a:cubicBezTo>
                <a:cubicBezTo>
                  <a:pt x="40" y="25"/>
                  <a:pt x="40" y="26"/>
                  <a:pt x="39" y="26"/>
                </a:cubicBezTo>
                <a:close/>
                <a:moveTo>
                  <a:pt x="8" y="5"/>
                </a:moveTo>
                <a:cubicBezTo>
                  <a:pt x="6" y="5"/>
                  <a:pt x="5" y="7"/>
                  <a:pt x="5" y="9"/>
                </a:cubicBezTo>
                <a:cubicBezTo>
                  <a:pt x="5" y="11"/>
                  <a:pt x="6" y="12"/>
                  <a:pt x="8" y="12"/>
                </a:cubicBezTo>
                <a:cubicBezTo>
                  <a:pt x="10" y="12"/>
                  <a:pt x="12" y="11"/>
                  <a:pt x="12" y="9"/>
                </a:cubicBezTo>
                <a:cubicBezTo>
                  <a:pt x="12" y="7"/>
                  <a:pt x="10" y="5"/>
                  <a:pt x="8" y="5"/>
                </a:cubicBezTo>
                <a:close/>
                <a:moveTo>
                  <a:pt x="50" y="26"/>
                </a:moveTo>
                <a:cubicBezTo>
                  <a:pt x="36" y="40"/>
                  <a:pt x="36" y="40"/>
                  <a:pt x="36" y="40"/>
                </a:cubicBezTo>
                <a:cubicBezTo>
                  <a:pt x="36" y="40"/>
                  <a:pt x="35" y="41"/>
                  <a:pt x="34" y="41"/>
                </a:cubicBezTo>
                <a:cubicBezTo>
                  <a:pt x="33" y="41"/>
                  <a:pt x="32" y="40"/>
                  <a:pt x="31" y="39"/>
                </a:cubicBezTo>
                <a:cubicBezTo>
                  <a:pt x="44" y="26"/>
                  <a:pt x="44" y="26"/>
                  <a:pt x="44" y="26"/>
                </a:cubicBezTo>
                <a:cubicBezTo>
                  <a:pt x="44" y="26"/>
                  <a:pt x="45" y="25"/>
                  <a:pt x="45" y="24"/>
                </a:cubicBezTo>
                <a:cubicBezTo>
                  <a:pt x="45" y="23"/>
                  <a:pt x="44" y="22"/>
                  <a:pt x="44" y="22"/>
                </a:cubicBezTo>
                <a:cubicBezTo>
                  <a:pt x="24" y="3"/>
                  <a:pt x="24" y="3"/>
                  <a:pt x="24" y="3"/>
                </a:cubicBezTo>
                <a:cubicBezTo>
                  <a:pt x="23" y="1"/>
                  <a:pt x="20" y="0"/>
                  <a:pt x="19" y="0"/>
                </a:cubicBezTo>
                <a:cubicBezTo>
                  <a:pt x="25" y="0"/>
                  <a:pt x="25" y="0"/>
                  <a:pt x="25" y="0"/>
                </a:cubicBezTo>
                <a:cubicBezTo>
                  <a:pt x="26" y="0"/>
                  <a:pt x="29" y="1"/>
                  <a:pt x="30" y="3"/>
                </a:cubicBezTo>
                <a:cubicBezTo>
                  <a:pt x="50" y="22"/>
                  <a:pt x="50" y="22"/>
                  <a:pt x="50" y="22"/>
                </a:cubicBezTo>
                <a:cubicBezTo>
                  <a:pt x="50" y="22"/>
                  <a:pt x="51" y="23"/>
                  <a:pt x="51" y="24"/>
                </a:cubicBezTo>
                <a:cubicBezTo>
                  <a:pt x="51" y="25"/>
                  <a:pt x="50" y="26"/>
                  <a:pt x="50" y="2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1" name="稻壳儿小白白(http://dwz.cn/Wu2UP)"/>
          <p:cNvSpPr>
            <a:spLocks noEditPoints="1"/>
          </p:cNvSpPr>
          <p:nvPr/>
        </p:nvSpPr>
        <p:spPr>
          <a:xfrm>
            <a:off x="9518173" y="1238250"/>
            <a:ext cx="213835" cy="311775"/>
          </a:xfrm>
          <a:custGeom>
            <a:avLst/>
            <a:gdLst>
              <a:gd name="T0" fmla="*/ 1393566995 w 30"/>
              <a:gd name="T1" fmla="*/ 1472147353 h 44"/>
              <a:gd name="T2" fmla="*/ 816920257 w 30"/>
              <a:gd name="T3" fmla="*/ 1472147353 h 44"/>
              <a:gd name="T4" fmla="*/ 768866939 w 30"/>
              <a:gd name="T5" fmla="*/ 2042015513 h 44"/>
              <a:gd name="T6" fmla="*/ 720813622 w 30"/>
              <a:gd name="T7" fmla="*/ 2089502804 h 44"/>
              <a:gd name="T8" fmla="*/ 720813622 w 30"/>
              <a:gd name="T9" fmla="*/ 2089502804 h 44"/>
              <a:gd name="T10" fmla="*/ 672753373 w 30"/>
              <a:gd name="T11" fmla="*/ 2089502804 h 44"/>
              <a:gd name="T12" fmla="*/ 576646739 w 30"/>
              <a:gd name="T13" fmla="*/ 1472147353 h 44"/>
              <a:gd name="T14" fmla="*/ 48053317 w 30"/>
              <a:gd name="T15" fmla="*/ 1472147353 h 44"/>
              <a:gd name="T16" fmla="*/ 0 w 30"/>
              <a:gd name="T17" fmla="*/ 1377172772 h 44"/>
              <a:gd name="T18" fmla="*/ 288326835 w 30"/>
              <a:gd name="T19" fmla="*/ 949773375 h 44"/>
              <a:gd name="T20" fmla="*/ 288326835 w 30"/>
              <a:gd name="T21" fmla="*/ 332417925 h 44"/>
              <a:gd name="T22" fmla="*/ 144159952 w 30"/>
              <a:gd name="T23" fmla="*/ 142468763 h 44"/>
              <a:gd name="T24" fmla="*/ 288326835 w 30"/>
              <a:gd name="T25" fmla="*/ 0 h 44"/>
              <a:gd name="T26" fmla="*/ 1153293477 w 30"/>
              <a:gd name="T27" fmla="*/ 0 h 44"/>
              <a:gd name="T28" fmla="*/ 1297460361 w 30"/>
              <a:gd name="T29" fmla="*/ 142468763 h 44"/>
              <a:gd name="T30" fmla="*/ 1153293477 w 30"/>
              <a:gd name="T31" fmla="*/ 332417925 h 44"/>
              <a:gd name="T32" fmla="*/ 1153293477 w 30"/>
              <a:gd name="T33" fmla="*/ 949773375 h 44"/>
              <a:gd name="T34" fmla="*/ 1441620312 w 30"/>
              <a:gd name="T35" fmla="*/ 1377172772 h 44"/>
              <a:gd name="T36" fmla="*/ 1393566995 w 30"/>
              <a:gd name="T37" fmla="*/ 1472147353 h 44"/>
              <a:gd name="T38" fmla="*/ 576646739 w 30"/>
              <a:gd name="T39" fmla="*/ 332417925 h 44"/>
              <a:gd name="T40" fmla="*/ 576646739 w 30"/>
              <a:gd name="T41" fmla="*/ 332417925 h 44"/>
              <a:gd name="T42" fmla="*/ 528593421 w 30"/>
              <a:gd name="T43" fmla="*/ 332417925 h 44"/>
              <a:gd name="T44" fmla="*/ 528593421 w 30"/>
              <a:gd name="T45" fmla="*/ 902286085 h 44"/>
              <a:gd name="T46" fmla="*/ 576646739 w 30"/>
              <a:gd name="T47" fmla="*/ 949773375 h 44"/>
              <a:gd name="T48" fmla="*/ 576646739 w 30"/>
              <a:gd name="T49" fmla="*/ 902286085 h 44"/>
              <a:gd name="T50" fmla="*/ 576646739 w 30"/>
              <a:gd name="T51" fmla="*/ 332417925 h 44"/>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0" t="0" r="r" b="b"/>
            <a:pathLst>
              <a:path w="30" h="44">
                <a:moveTo>
                  <a:pt x="29" y="31"/>
                </a:moveTo>
                <a:cubicBezTo>
                  <a:pt x="17" y="31"/>
                  <a:pt x="17" y="31"/>
                  <a:pt x="17" y="31"/>
                </a:cubicBezTo>
                <a:cubicBezTo>
                  <a:pt x="16" y="43"/>
                  <a:pt x="16" y="43"/>
                  <a:pt x="16" y="43"/>
                </a:cubicBezTo>
                <a:cubicBezTo>
                  <a:pt x="16" y="44"/>
                  <a:pt x="15" y="44"/>
                  <a:pt x="15" y="44"/>
                </a:cubicBezTo>
                <a:cubicBezTo>
                  <a:pt x="15" y="44"/>
                  <a:pt x="15" y="44"/>
                  <a:pt x="15" y="44"/>
                </a:cubicBezTo>
                <a:cubicBezTo>
                  <a:pt x="15" y="44"/>
                  <a:pt x="14" y="44"/>
                  <a:pt x="14" y="44"/>
                </a:cubicBezTo>
                <a:cubicBezTo>
                  <a:pt x="12" y="31"/>
                  <a:pt x="12" y="31"/>
                  <a:pt x="12" y="31"/>
                </a:cubicBezTo>
                <a:cubicBezTo>
                  <a:pt x="1" y="31"/>
                  <a:pt x="1" y="31"/>
                  <a:pt x="1" y="31"/>
                </a:cubicBezTo>
                <a:cubicBezTo>
                  <a:pt x="0" y="31"/>
                  <a:pt x="0" y="30"/>
                  <a:pt x="0" y="29"/>
                </a:cubicBezTo>
                <a:cubicBezTo>
                  <a:pt x="0" y="24"/>
                  <a:pt x="3" y="20"/>
                  <a:pt x="6" y="20"/>
                </a:cubicBezTo>
                <a:cubicBezTo>
                  <a:pt x="6" y="7"/>
                  <a:pt x="6" y="7"/>
                  <a:pt x="6" y="7"/>
                </a:cubicBezTo>
                <a:cubicBezTo>
                  <a:pt x="5" y="7"/>
                  <a:pt x="3" y="5"/>
                  <a:pt x="3" y="3"/>
                </a:cubicBezTo>
                <a:cubicBezTo>
                  <a:pt x="3" y="1"/>
                  <a:pt x="5" y="0"/>
                  <a:pt x="6" y="0"/>
                </a:cubicBezTo>
                <a:cubicBezTo>
                  <a:pt x="24" y="0"/>
                  <a:pt x="24" y="0"/>
                  <a:pt x="24" y="0"/>
                </a:cubicBezTo>
                <a:cubicBezTo>
                  <a:pt x="25" y="0"/>
                  <a:pt x="27" y="1"/>
                  <a:pt x="27" y="3"/>
                </a:cubicBezTo>
                <a:cubicBezTo>
                  <a:pt x="27" y="5"/>
                  <a:pt x="25" y="7"/>
                  <a:pt x="24" y="7"/>
                </a:cubicBezTo>
                <a:cubicBezTo>
                  <a:pt x="24" y="20"/>
                  <a:pt x="24" y="20"/>
                  <a:pt x="24" y="20"/>
                </a:cubicBezTo>
                <a:cubicBezTo>
                  <a:pt x="27" y="20"/>
                  <a:pt x="30" y="24"/>
                  <a:pt x="30" y="29"/>
                </a:cubicBezTo>
                <a:cubicBezTo>
                  <a:pt x="30" y="30"/>
                  <a:pt x="30" y="31"/>
                  <a:pt x="29" y="31"/>
                </a:cubicBezTo>
                <a:close/>
                <a:moveTo>
                  <a:pt x="12" y="7"/>
                </a:moveTo>
                <a:cubicBezTo>
                  <a:pt x="12" y="7"/>
                  <a:pt x="12" y="7"/>
                  <a:pt x="12" y="7"/>
                </a:cubicBezTo>
                <a:cubicBezTo>
                  <a:pt x="11" y="7"/>
                  <a:pt x="11" y="7"/>
                  <a:pt x="11" y="7"/>
                </a:cubicBezTo>
                <a:cubicBezTo>
                  <a:pt x="11" y="19"/>
                  <a:pt x="11" y="19"/>
                  <a:pt x="11" y="19"/>
                </a:cubicBezTo>
                <a:cubicBezTo>
                  <a:pt x="11" y="20"/>
                  <a:pt x="11" y="20"/>
                  <a:pt x="12" y="20"/>
                </a:cubicBezTo>
                <a:cubicBezTo>
                  <a:pt x="12" y="20"/>
                  <a:pt x="12" y="20"/>
                  <a:pt x="12" y="19"/>
                </a:cubicBezTo>
                <a:lnTo>
                  <a:pt x="12" y="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2" name="稻壳儿小白白(http://dwz.cn/Wu2UP)"/>
          <p:cNvSpPr>
            <a:spLocks noEditPoints="1"/>
          </p:cNvSpPr>
          <p:nvPr/>
        </p:nvSpPr>
        <p:spPr>
          <a:xfrm>
            <a:off x="9470836" y="1786712"/>
            <a:ext cx="306877" cy="292187"/>
          </a:xfrm>
          <a:custGeom>
            <a:avLst/>
            <a:gdLst>
              <a:gd name="T0" fmla="*/ 529908386 w 43"/>
              <a:gd name="T1" fmla="*/ 1056795266 h 41"/>
              <a:gd name="T2" fmla="*/ 433557621 w 43"/>
              <a:gd name="T3" fmla="*/ 1152863153 h 41"/>
              <a:gd name="T4" fmla="*/ 48175383 w 43"/>
              <a:gd name="T5" fmla="*/ 1152863153 h 41"/>
              <a:gd name="T6" fmla="*/ 0 w 43"/>
              <a:gd name="T7" fmla="*/ 1056795266 h 41"/>
              <a:gd name="T8" fmla="*/ 0 w 43"/>
              <a:gd name="T9" fmla="*/ 240180112 h 41"/>
              <a:gd name="T10" fmla="*/ 48175383 w 43"/>
              <a:gd name="T11" fmla="*/ 144105295 h 41"/>
              <a:gd name="T12" fmla="*/ 433557621 w 43"/>
              <a:gd name="T13" fmla="*/ 144105295 h 41"/>
              <a:gd name="T14" fmla="*/ 529908386 w 43"/>
              <a:gd name="T15" fmla="*/ 240180112 h 41"/>
              <a:gd name="T16" fmla="*/ 529908386 w 43"/>
              <a:gd name="T17" fmla="*/ 1056795266 h 41"/>
              <a:gd name="T18" fmla="*/ 337213797 w 43"/>
              <a:gd name="T19" fmla="*/ 384285407 h 41"/>
              <a:gd name="T20" fmla="*/ 240863031 w 43"/>
              <a:gd name="T21" fmla="*/ 336254929 h 41"/>
              <a:gd name="T22" fmla="*/ 144519207 w 43"/>
              <a:gd name="T23" fmla="*/ 384285407 h 41"/>
              <a:gd name="T24" fmla="*/ 240863031 w 43"/>
              <a:gd name="T25" fmla="*/ 480360224 h 41"/>
              <a:gd name="T26" fmla="*/ 337213797 w 43"/>
              <a:gd name="T27" fmla="*/ 384285407 h 41"/>
              <a:gd name="T28" fmla="*/ 1975107397 w 43"/>
              <a:gd name="T29" fmla="*/ 864645632 h 41"/>
              <a:gd name="T30" fmla="*/ 1975107397 w 43"/>
              <a:gd name="T31" fmla="*/ 768577745 h 41"/>
              <a:gd name="T32" fmla="*/ 1926932014 w 43"/>
              <a:gd name="T33" fmla="*/ 576435042 h 41"/>
              <a:gd name="T34" fmla="*/ 1926932014 w 43"/>
              <a:gd name="T35" fmla="*/ 432322816 h 41"/>
              <a:gd name="T36" fmla="*/ 1878756631 w 43"/>
              <a:gd name="T37" fmla="*/ 336254929 h 41"/>
              <a:gd name="T38" fmla="*/ 1830588190 w 43"/>
              <a:gd name="T39" fmla="*/ 96074817 h 41"/>
              <a:gd name="T40" fmla="*/ 1541542835 w 43"/>
              <a:gd name="T41" fmla="*/ 0 h 41"/>
              <a:gd name="T42" fmla="*/ 1493374393 w 43"/>
              <a:gd name="T43" fmla="*/ 0 h 41"/>
              <a:gd name="T44" fmla="*/ 1397023628 w 43"/>
              <a:gd name="T45" fmla="*/ 0 h 41"/>
              <a:gd name="T46" fmla="*/ 1397023628 w 43"/>
              <a:gd name="T47" fmla="*/ 0 h 41"/>
              <a:gd name="T48" fmla="*/ 867122183 w 43"/>
              <a:gd name="T49" fmla="*/ 96074817 h 41"/>
              <a:gd name="T50" fmla="*/ 674427593 w 43"/>
              <a:gd name="T51" fmla="*/ 144105295 h 41"/>
              <a:gd name="T52" fmla="*/ 626252210 w 43"/>
              <a:gd name="T53" fmla="*/ 240180112 h 41"/>
              <a:gd name="T54" fmla="*/ 626252210 w 43"/>
              <a:gd name="T55" fmla="*/ 1056795266 h 41"/>
              <a:gd name="T56" fmla="*/ 674427593 w 43"/>
              <a:gd name="T57" fmla="*/ 1152863153 h 41"/>
              <a:gd name="T58" fmla="*/ 915290624 w 43"/>
              <a:gd name="T59" fmla="*/ 1393043265 h 41"/>
              <a:gd name="T60" fmla="*/ 1059809831 w 43"/>
              <a:gd name="T61" fmla="*/ 1537155491 h 41"/>
              <a:gd name="T62" fmla="*/ 1107985214 w 43"/>
              <a:gd name="T63" fmla="*/ 1729298194 h 41"/>
              <a:gd name="T64" fmla="*/ 1204329038 w 43"/>
              <a:gd name="T65" fmla="*/ 1921440898 h 41"/>
              <a:gd name="T66" fmla="*/ 1252504421 w 43"/>
              <a:gd name="T67" fmla="*/ 1969478307 h 41"/>
              <a:gd name="T68" fmla="*/ 1541542835 w 43"/>
              <a:gd name="T69" fmla="*/ 1633223377 h 41"/>
              <a:gd name="T70" fmla="*/ 1493374393 w 43"/>
              <a:gd name="T71" fmla="*/ 1393043265 h 41"/>
              <a:gd name="T72" fmla="*/ 1445199010 w 43"/>
              <a:gd name="T73" fmla="*/ 1296975378 h 41"/>
              <a:gd name="T74" fmla="*/ 1782412807 w 43"/>
              <a:gd name="T75" fmla="*/ 1296975378 h 41"/>
              <a:gd name="T76" fmla="*/ 2071451221 w 43"/>
              <a:gd name="T77" fmla="*/ 1056795266 h 41"/>
              <a:gd name="T78" fmla="*/ 1975107397 w 43"/>
              <a:gd name="T79" fmla="*/ 864645632 h 4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3" h="41">
                <a:moveTo>
                  <a:pt x="11" y="22"/>
                </a:moveTo>
                <a:cubicBezTo>
                  <a:pt x="11" y="23"/>
                  <a:pt x="10" y="24"/>
                  <a:pt x="9" y="24"/>
                </a:cubicBezTo>
                <a:cubicBezTo>
                  <a:pt x="1" y="24"/>
                  <a:pt x="1" y="24"/>
                  <a:pt x="1" y="24"/>
                </a:cubicBezTo>
                <a:cubicBezTo>
                  <a:pt x="0" y="24"/>
                  <a:pt x="0" y="23"/>
                  <a:pt x="0" y="22"/>
                </a:cubicBezTo>
                <a:cubicBezTo>
                  <a:pt x="0" y="5"/>
                  <a:pt x="0" y="5"/>
                  <a:pt x="0" y="5"/>
                </a:cubicBezTo>
                <a:cubicBezTo>
                  <a:pt x="0" y="4"/>
                  <a:pt x="0" y="3"/>
                  <a:pt x="1" y="3"/>
                </a:cubicBezTo>
                <a:cubicBezTo>
                  <a:pt x="9" y="3"/>
                  <a:pt x="9" y="3"/>
                  <a:pt x="9" y="3"/>
                </a:cubicBezTo>
                <a:cubicBezTo>
                  <a:pt x="10" y="3"/>
                  <a:pt x="11" y="4"/>
                  <a:pt x="11" y="5"/>
                </a:cubicBezTo>
                <a:lnTo>
                  <a:pt x="11" y="22"/>
                </a:lnTo>
                <a:close/>
                <a:moveTo>
                  <a:pt x="7" y="8"/>
                </a:moveTo>
                <a:cubicBezTo>
                  <a:pt x="7" y="7"/>
                  <a:pt x="6" y="7"/>
                  <a:pt x="5" y="7"/>
                </a:cubicBezTo>
                <a:cubicBezTo>
                  <a:pt x="4" y="7"/>
                  <a:pt x="3" y="7"/>
                  <a:pt x="3" y="8"/>
                </a:cubicBezTo>
                <a:cubicBezTo>
                  <a:pt x="3" y="9"/>
                  <a:pt x="4" y="10"/>
                  <a:pt x="5" y="10"/>
                </a:cubicBezTo>
                <a:cubicBezTo>
                  <a:pt x="6" y="10"/>
                  <a:pt x="7" y="9"/>
                  <a:pt x="7" y="8"/>
                </a:cubicBezTo>
                <a:close/>
                <a:moveTo>
                  <a:pt x="41" y="18"/>
                </a:moveTo>
                <a:cubicBezTo>
                  <a:pt x="41" y="17"/>
                  <a:pt x="41" y="16"/>
                  <a:pt x="41" y="16"/>
                </a:cubicBezTo>
                <a:cubicBezTo>
                  <a:pt x="42" y="15"/>
                  <a:pt x="41" y="13"/>
                  <a:pt x="40" y="12"/>
                </a:cubicBezTo>
                <a:cubicBezTo>
                  <a:pt x="41" y="11"/>
                  <a:pt x="41" y="10"/>
                  <a:pt x="40" y="9"/>
                </a:cubicBezTo>
                <a:cubicBezTo>
                  <a:pt x="40" y="8"/>
                  <a:pt x="40" y="7"/>
                  <a:pt x="39" y="7"/>
                </a:cubicBezTo>
                <a:cubicBezTo>
                  <a:pt x="39" y="5"/>
                  <a:pt x="39" y="3"/>
                  <a:pt x="38" y="2"/>
                </a:cubicBezTo>
                <a:cubicBezTo>
                  <a:pt x="36" y="0"/>
                  <a:pt x="35" y="0"/>
                  <a:pt x="32" y="0"/>
                </a:cubicBezTo>
                <a:cubicBezTo>
                  <a:pt x="32" y="0"/>
                  <a:pt x="32" y="0"/>
                  <a:pt x="31" y="0"/>
                </a:cubicBezTo>
                <a:cubicBezTo>
                  <a:pt x="29" y="0"/>
                  <a:pt x="29" y="0"/>
                  <a:pt x="29" y="0"/>
                </a:cubicBezTo>
                <a:cubicBezTo>
                  <a:pt x="29" y="0"/>
                  <a:pt x="29" y="0"/>
                  <a:pt x="29" y="0"/>
                </a:cubicBezTo>
                <a:cubicBezTo>
                  <a:pt x="25" y="0"/>
                  <a:pt x="21" y="1"/>
                  <a:pt x="18" y="2"/>
                </a:cubicBezTo>
                <a:cubicBezTo>
                  <a:pt x="17" y="3"/>
                  <a:pt x="15" y="3"/>
                  <a:pt x="14" y="3"/>
                </a:cubicBezTo>
                <a:cubicBezTo>
                  <a:pt x="13" y="3"/>
                  <a:pt x="13" y="4"/>
                  <a:pt x="13" y="5"/>
                </a:cubicBezTo>
                <a:cubicBezTo>
                  <a:pt x="13" y="22"/>
                  <a:pt x="13" y="22"/>
                  <a:pt x="13" y="22"/>
                </a:cubicBezTo>
                <a:cubicBezTo>
                  <a:pt x="13" y="23"/>
                  <a:pt x="13" y="24"/>
                  <a:pt x="14" y="24"/>
                </a:cubicBezTo>
                <a:cubicBezTo>
                  <a:pt x="15" y="24"/>
                  <a:pt x="18" y="27"/>
                  <a:pt x="19" y="29"/>
                </a:cubicBezTo>
                <a:cubicBezTo>
                  <a:pt x="20" y="30"/>
                  <a:pt x="21" y="31"/>
                  <a:pt x="22" y="32"/>
                </a:cubicBezTo>
                <a:cubicBezTo>
                  <a:pt x="23" y="33"/>
                  <a:pt x="23" y="34"/>
                  <a:pt x="23" y="36"/>
                </a:cubicBezTo>
                <a:cubicBezTo>
                  <a:pt x="24" y="38"/>
                  <a:pt x="24" y="39"/>
                  <a:pt x="25" y="40"/>
                </a:cubicBezTo>
                <a:cubicBezTo>
                  <a:pt x="25" y="41"/>
                  <a:pt x="26" y="41"/>
                  <a:pt x="26" y="41"/>
                </a:cubicBezTo>
                <a:cubicBezTo>
                  <a:pt x="32" y="41"/>
                  <a:pt x="32" y="36"/>
                  <a:pt x="32" y="34"/>
                </a:cubicBezTo>
                <a:cubicBezTo>
                  <a:pt x="32" y="32"/>
                  <a:pt x="31" y="30"/>
                  <a:pt x="31" y="29"/>
                </a:cubicBezTo>
                <a:cubicBezTo>
                  <a:pt x="30" y="28"/>
                  <a:pt x="30" y="28"/>
                  <a:pt x="30" y="27"/>
                </a:cubicBezTo>
                <a:cubicBezTo>
                  <a:pt x="37" y="27"/>
                  <a:pt x="37" y="27"/>
                  <a:pt x="37" y="27"/>
                </a:cubicBezTo>
                <a:cubicBezTo>
                  <a:pt x="40" y="27"/>
                  <a:pt x="43" y="25"/>
                  <a:pt x="43" y="22"/>
                </a:cubicBezTo>
                <a:cubicBezTo>
                  <a:pt x="43" y="21"/>
                  <a:pt x="42" y="19"/>
                  <a:pt x="41" y="1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3" name="稻壳儿小白白(http://dwz.cn/Wu2UP)"/>
          <p:cNvSpPr>
            <a:spLocks noEditPoints="1"/>
          </p:cNvSpPr>
          <p:nvPr/>
        </p:nvSpPr>
        <p:spPr>
          <a:xfrm>
            <a:off x="9475732" y="2284572"/>
            <a:ext cx="301981" cy="313407"/>
          </a:xfrm>
          <a:custGeom>
            <a:avLst/>
            <a:gdLst>
              <a:gd name="T0" fmla="*/ 1711361931 w 42"/>
              <a:gd name="T1" fmla="*/ 1487597182 h 44"/>
              <a:gd name="T2" fmla="*/ 1466880657 w 42"/>
              <a:gd name="T3" fmla="*/ 1487597182 h 44"/>
              <a:gd name="T4" fmla="*/ 1515779709 w 42"/>
              <a:gd name="T5" fmla="*/ 1727537127 h 44"/>
              <a:gd name="T6" fmla="*/ 1466880657 w 42"/>
              <a:gd name="T7" fmla="*/ 1967470145 h 44"/>
              <a:gd name="T8" fmla="*/ 1173507322 w 42"/>
              <a:gd name="T9" fmla="*/ 2111432727 h 44"/>
              <a:gd name="T10" fmla="*/ 1026817159 w 42"/>
              <a:gd name="T11" fmla="*/ 2063447509 h 44"/>
              <a:gd name="T12" fmla="*/ 880126995 w 42"/>
              <a:gd name="T13" fmla="*/ 1679551909 h 44"/>
              <a:gd name="T14" fmla="*/ 733443825 w 42"/>
              <a:gd name="T15" fmla="*/ 1487597182 h 44"/>
              <a:gd name="T16" fmla="*/ 537854609 w 42"/>
              <a:gd name="T17" fmla="*/ 1295649382 h 44"/>
              <a:gd name="T18" fmla="*/ 195582223 w 42"/>
              <a:gd name="T19" fmla="*/ 1295649382 h 44"/>
              <a:gd name="T20" fmla="*/ 0 w 42"/>
              <a:gd name="T21" fmla="*/ 1151693727 h 44"/>
              <a:gd name="T22" fmla="*/ 0 w 42"/>
              <a:gd name="T23" fmla="*/ 335910382 h 44"/>
              <a:gd name="T24" fmla="*/ 195582223 w 42"/>
              <a:gd name="T25" fmla="*/ 143962582 h 44"/>
              <a:gd name="T26" fmla="*/ 586753661 w 42"/>
              <a:gd name="T27" fmla="*/ 143962582 h 44"/>
              <a:gd name="T28" fmla="*/ 733443825 w 42"/>
              <a:gd name="T29" fmla="*/ 95977364 h 44"/>
              <a:gd name="T30" fmla="*/ 1320190493 w 42"/>
              <a:gd name="T31" fmla="*/ 0 h 44"/>
              <a:gd name="T32" fmla="*/ 1466880657 w 42"/>
              <a:gd name="T33" fmla="*/ 0 h 44"/>
              <a:gd name="T34" fmla="*/ 1858052095 w 42"/>
              <a:gd name="T35" fmla="*/ 383895600 h 44"/>
              <a:gd name="T36" fmla="*/ 1858052095 w 42"/>
              <a:gd name="T37" fmla="*/ 383895600 h 44"/>
              <a:gd name="T38" fmla="*/ 1955843206 w 42"/>
              <a:gd name="T39" fmla="*/ 623835545 h 44"/>
              <a:gd name="T40" fmla="*/ 1906944154 w 42"/>
              <a:gd name="T41" fmla="*/ 671820764 h 44"/>
              <a:gd name="T42" fmla="*/ 1955843206 w 42"/>
              <a:gd name="T43" fmla="*/ 863768564 h 44"/>
              <a:gd name="T44" fmla="*/ 1955843206 w 42"/>
              <a:gd name="T45" fmla="*/ 959739000 h 44"/>
              <a:gd name="T46" fmla="*/ 2053634318 w 42"/>
              <a:gd name="T47" fmla="*/ 1151693727 h 44"/>
              <a:gd name="T48" fmla="*/ 1711361931 w 42"/>
              <a:gd name="T49" fmla="*/ 1487597182 h 44"/>
              <a:gd name="T50" fmla="*/ 293373334 w 42"/>
              <a:gd name="T51" fmla="*/ 335910382 h 44"/>
              <a:gd name="T52" fmla="*/ 195582223 w 42"/>
              <a:gd name="T53" fmla="*/ 383895600 h 44"/>
              <a:gd name="T54" fmla="*/ 293373334 w 42"/>
              <a:gd name="T55" fmla="*/ 479872964 h 44"/>
              <a:gd name="T56" fmla="*/ 342272386 w 42"/>
              <a:gd name="T57" fmla="*/ 383895600 h 44"/>
              <a:gd name="T58" fmla="*/ 293373334 w 42"/>
              <a:gd name="T59" fmla="*/ 335910382 h 44"/>
              <a:gd name="T60" fmla="*/ 1760260983 w 42"/>
              <a:gd name="T61" fmla="*/ 959739000 h 44"/>
              <a:gd name="T62" fmla="*/ 1809153043 w 42"/>
              <a:gd name="T63" fmla="*/ 863768564 h 44"/>
              <a:gd name="T64" fmla="*/ 1760260983 w 42"/>
              <a:gd name="T65" fmla="*/ 719805982 h 44"/>
              <a:gd name="T66" fmla="*/ 1760260983 w 42"/>
              <a:gd name="T67" fmla="*/ 623835545 h 44"/>
              <a:gd name="T68" fmla="*/ 1662462879 w 42"/>
              <a:gd name="T69" fmla="*/ 431880818 h 44"/>
              <a:gd name="T70" fmla="*/ 1711361931 w 42"/>
              <a:gd name="T71" fmla="*/ 383895600 h 44"/>
              <a:gd name="T72" fmla="*/ 1466880657 w 42"/>
              <a:gd name="T73" fmla="*/ 143962582 h 44"/>
              <a:gd name="T74" fmla="*/ 1271298434 w 42"/>
              <a:gd name="T75" fmla="*/ 143962582 h 44"/>
              <a:gd name="T76" fmla="*/ 831234936 w 42"/>
              <a:gd name="T77" fmla="*/ 239933018 h 44"/>
              <a:gd name="T78" fmla="*/ 586753661 w 42"/>
              <a:gd name="T79" fmla="*/ 335910382 h 44"/>
              <a:gd name="T80" fmla="*/ 537854609 w 42"/>
              <a:gd name="T81" fmla="*/ 335910382 h 44"/>
              <a:gd name="T82" fmla="*/ 537854609 w 42"/>
              <a:gd name="T83" fmla="*/ 1151693727 h 44"/>
              <a:gd name="T84" fmla="*/ 586753661 w 42"/>
              <a:gd name="T85" fmla="*/ 1151693727 h 44"/>
              <a:gd name="T86" fmla="*/ 880126995 w 42"/>
              <a:gd name="T87" fmla="*/ 1439611964 h 44"/>
              <a:gd name="T88" fmla="*/ 977918107 w 42"/>
              <a:gd name="T89" fmla="*/ 1535589327 h 44"/>
              <a:gd name="T90" fmla="*/ 1173507322 w 42"/>
              <a:gd name="T91" fmla="*/ 1967470145 h 44"/>
              <a:gd name="T92" fmla="*/ 1369089545 w 42"/>
              <a:gd name="T93" fmla="*/ 1727537127 h 44"/>
              <a:gd name="T94" fmla="*/ 1222399382 w 42"/>
              <a:gd name="T95" fmla="*/ 1295649382 h 44"/>
              <a:gd name="T96" fmla="*/ 1711361931 w 42"/>
              <a:gd name="T97" fmla="*/ 1295649382 h 44"/>
              <a:gd name="T98" fmla="*/ 1858052095 w 42"/>
              <a:gd name="T99" fmla="*/ 1151693727 h 44"/>
              <a:gd name="T100" fmla="*/ 1760260983 w 42"/>
              <a:gd name="T101" fmla="*/ 959739000 h 4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42" h="44">
                <a:moveTo>
                  <a:pt x="35" y="31"/>
                </a:moveTo>
                <a:cubicBezTo>
                  <a:pt x="30" y="31"/>
                  <a:pt x="30" y="31"/>
                  <a:pt x="30" y="31"/>
                </a:cubicBezTo>
                <a:cubicBezTo>
                  <a:pt x="31" y="32"/>
                  <a:pt x="31" y="34"/>
                  <a:pt x="31" y="36"/>
                </a:cubicBezTo>
                <a:cubicBezTo>
                  <a:pt x="31" y="38"/>
                  <a:pt x="31" y="39"/>
                  <a:pt x="30" y="41"/>
                </a:cubicBezTo>
                <a:cubicBezTo>
                  <a:pt x="29" y="43"/>
                  <a:pt x="26" y="44"/>
                  <a:pt x="24" y="44"/>
                </a:cubicBezTo>
                <a:cubicBezTo>
                  <a:pt x="23" y="44"/>
                  <a:pt x="22" y="44"/>
                  <a:pt x="21" y="43"/>
                </a:cubicBezTo>
                <a:cubicBezTo>
                  <a:pt x="18" y="41"/>
                  <a:pt x="19" y="37"/>
                  <a:pt x="18" y="35"/>
                </a:cubicBezTo>
                <a:cubicBezTo>
                  <a:pt x="17" y="34"/>
                  <a:pt x="16" y="33"/>
                  <a:pt x="15" y="31"/>
                </a:cubicBezTo>
                <a:cubicBezTo>
                  <a:pt x="14" y="30"/>
                  <a:pt x="12" y="28"/>
                  <a:pt x="11" y="27"/>
                </a:cubicBezTo>
                <a:cubicBezTo>
                  <a:pt x="4" y="27"/>
                  <a:pt x="4" y="27"/>
                  <a:pt x="4" y="27"/>
                </a:cubicBezTo>
                <a:cubicBezTo>
                  <a:pt x="2" y="27"/>
                  <a:pt x="0" y="26"/>
                  <a:pt x="0" y="24"/>
                </a:cubicBezTo>
                <a:cubicBezTo>
                  <a:pt x="0" y="7"/>
                  <a:pt x="0" y="7"/>
                  <a:pt x="0" y="7"/>
                </a:cubicBezTo>
                <a:cubicBezTo>
                  <a:pt x="0" y="5"/>
                  <a:pt x="2" y="3"/>
                  <a:pt x="4" y="3"/>
                </a:cubicBezTo>
                <a:cubicBezTo>
                  <a:pt x="12" y="3"/>
                  <a:pt x="12" y="3"/>
                  <a:pt x="12" y="3"/>
                </a:cubicBezTo>
                <a:cubicBezTo>
                  <a:pt x="12" y="3"/>
                  <a:pt x="14" y="3"/>
                  <a:pt x="15" y="2"/>
                </a:cubicBezTo>
                <a:cubicBezTo>
                  <a:pt x="19" y="1"/>
                  <a:pt x="22" y="0"/>
                  <a:pt x="27" y="0"/>
                </a:cubicBezTo>
                <a:cubicBezTo>
                  <a:pt x="30" y="0"/>
                  <a:pt x="30" y="0"/>
                  <a:pt x="30" y="0"/>
                </a:cubicBezTo>
                <a:cubicBezTo>
                  <a:pt x="34" y="0"/>
                  <a:pt x="38" y="3"/>
                  <a:pt x="38" y="8"/>
                </a:cubicBezTo>
                <a:cubicBezTo>
                  <a:pt x="38" y="8"/>
                  <a:pt x="38" y="8"/>
                  <a:pt x="38" y="8"/>
                </a:cubicBezTo>
                <a:cubicBezTo>
                  <a:pt x="39" y="9"/>
                  <a:pt x="40" y="11"/>
                  <a:pt x="40" y="13"/>
                </a:cubicBezTo>
                <a:cubicBezTo>
                  <a:pt x="40" y="13"/>
                  <a:pt x="40" y="13"/>
                  <a:pt x="39" y="14"/>
                </a:cubicBezTo>
                <a:cubicBezTo>
                  <a:pt x="40" y="15"/>
                  <a:pt x="40" y="16"/>
                  <a:pt x="40" y="18"/>
                </a:cubicBezTo>
                <a:cubicBezTo>
                  <a:pt x="40" y="18"/>
                  <a:pt x="40" y="19"/>
                  <a:pt x="40" y="20"/>
                </a:cubicBezTo>
                <a:cubicBezTo>
                  <a:pt x="41" y="21"/>
                  <a:pt x="42" y="22"/>
                  <a:pt x="42" y="24"/>
                </a:cubicBezTo>
                <a:cubicBezTo>
                  <a:pt x="42" y="28"/>
                  <a:pt x="38" y="31"/>
                  <a:pt x="35" y="31"/>
                </a:cubicBezTo>
                <a:close/>
                <a:moveTo>
                  <a:pt x="6" y="7"/>
                </a:moveTo>
                <a:cubicBezTo>
                  <a:pt x="5" y="7"/>
                  <a:pt x="4" y="8"/>
                  <a:pt x="4" y="8"/>
                </a:cubicBezTo>
                <a:cubicBezTo>
                  <a:pt x="4" y="9"/>
                  <a:pt x="5" y="10"/>
                  <a:pt x="6" y="10"/>
                </a:cubicBezTo>
                <a:cubicBezTo>
                  <a:pt x="6" y="10"/>
                  <a:pt x="7" y="9"/>
                  <a:pt x="7" y="8"/>
                </a:cubicBezTo>
                <a:cubicBezTo>
                  <a:pt x="7" y="8"/>
                  <a:pt x="6" y="7"/>
                  <a:pt x="6" y="7"/>
                </a:cubicBezTo>
                <a:close/>
                <a:moveTo>
                  <a:pt x="36" y="20"/>
                </a:moveTo>
                <a:cubicBezTo>
                  <a:pt x="37" y="20"/>
                  <a:pt x="37" y="19"/>
                  <a:pt x="37" y="18"/>
                </a:cubicBezTo>
                <a:cubicBezTo>
                  <a:pt x="37" y="16"/>
                  <a:pt x="37" y="15"/>
                  <a:pt x="36" y="15"/>
                </a:cubicBezTo>
                <a:cubicBezTo>
                  <a:pt x="36" y="14"/>
                  <a:pt x="36" y="13"/>
                  <a:pt x="36" y="13"/>
                </a:cubicBezTo>
                <a:cubicBezTo>
                  <a:pt x="36" y="11"/>
                  <a:pt x="36" y="10"/>
                  <a:pt x="34" y="9"/>
                </a:cubicBezTo>
                <a:cubicBezTo>
                  <a:pt x="34" y="9"/>
                  <a:pt x="35" y="8"/>
                  <a:pt x="35" y="8"/>
                </a:cubicBezTo>
                <a:cubicBezTo>
                  <a:pt x="35" y="5"/>
                  <a:pt x="33" y="3"/>
                  <a:pt x="30" y="3"/>
                </a:cubicBezTo>
                <a:cubicBezTo>
                  <a:pt x="26" y="3"/>
                  <a:pt x="26" y="3"/>
                  <a:pt x="26" y="3"/>
                </a:cubicBezTo>
                <a:cubicBezTo>
                  <a:pt x="23" y="3"/>
                  <a:pt x="20" y="4"/>
                  <a:pt x="17" y="5"/>
                </a:cubicBezTo>
                <a:cubicBezTo>
                  <a:pt x="16" y="6"/>
                  <a:pt x="13" y="7"/>
                  <a:pt x="12" y="7"/>
                </a:cubicBezTo>
                <a:cubicBezTo>
                  <a:pt x="11" y="7"/>
                  <a:pt x="11" y="7"/>
                  <a:pt x="11" y="7"/>
                </a:cubicBezTo>
                <a:cubicBezTo>
                  <a:pt x="11" y="24"/>
                  <a:pt x="11" y="24"/>
                  <a:pt x="11" y="24"/>
                </a:cubicBezTo>
                <a:cubicBezTo>
                  <a:pt x="12" y="24"/>
                  <a:pt x="12" y="24"/>
                  <a:pt x="12" y="24"/>
                </a:cubicBezTo>
                <a:cubicBezTo>
                  <a:pt x="14" y="24"/>
                  <a:pt x="17" y="28"/>
                  <a:pt x="18" y="30"/>
                </a:cubicBezTo>
                <a:cubicBezTo>
                  <a:pt x="19" y="31"/>
                  <a:pt x="19" y="32"/>
                  <a:pt x="20" y="32"/>
                </a:cubicBezTo>
                <a:cubicBezTo>
                  <a:pt x="23" y="35"/>
                  <a:pt x="22" y="39"/>
                  <a:pt x="24" y="41"/>
                </a:cubicBezTo>
                <a:cubicBezTo>
                  <a:pt x="27" y="41"/>
                  <a:pt x="28" y="39"/>
                  <a:pt x="28" y="36"/>
                </a:cubicBezTo>
                <a:cubicBezTo>
                  <a:pt x="28" y="33"/>
                  <a:pt x="25" y="30"/>
                  <a:pt x="25" y="27"/>
                </a:cubicBezTo>
                <a:cubicBezTo>
                  <a:pt x="35" y="27"/>
                  <a:pt x="35" y="27"/>
                  <a:pt x="35" y="27"/>
                </a:cubicBezTo>
                <a:cubicBezTo>
                  <a:pt x="36" y="27"/>
                  <a:pt x="38" y="26"/>
                  <a:pt x="38" y="24"/>
                </a:cubicBezTo>
                <a:cubicBezTo>
                  <a:pt x="38" y="23"/>
                  <a:pt x="37" y="20"/>
                  <a:pt x="36" y="2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4" name="稻壳儿小白白(http://dwz.cn/Wu2UP)"/>
          <p:cNvSpPr>
            <a:spLocks noEditPoints="1"/>
          </p:cNvSpPr>
          <p:nvPr/>
        </p:nvSpPr>
        <p:spPr>
          <a:xfrm>
            <a:off x="9475732" y="2780800"/>
            <a:ext cx="301981" cy="321568"/>
          </a:xfrm>
          <a:custGeom>
            <a:avLst/>
            <a:gdLst>
              <a:gd name="T0" fmla="*/ 1955843206 w 42"/>
              <a:gd name="T1" fmla="*/ 1207463658 h 45"/>
              <a:gd name="T2" fmla="*/ 1955843206 w 42"/>
              <a:gd name="T3" fmla="*/ 1304057692 h 45"/>
              <a:gd name="T4" fmla="*/ 1906944154 w 42"/>
              <a:gd name="T5" fmla="*/ 1497252711 h 45"/>
              <a:gd name="T6" fmla="*/ 1955843206 w 42"/>
              <a:gd name="T7" fmla="*/ 1545553204 h 45"/>
              <a:gd name="T8" fmla="*/ 1858052095 w 42"/>
              <a:gd name="T9" fmla="*/ 1787041765 h 45"/>
              <a:gd name="T10" fmla="*/ 1466880657 w 42"/>
              <a:gd name="T11" fmla="*/ 2147483646 h 45"/>
              <a:gd name="T12" fmla="*/ 1417988597 w 42"/>
              <a:gd name="T13" fmla="*/ 2147483646 h 45"/>
              <a:gd name="T14" fmla="*/ 1271298434 w 42"/>
              <a:gd name="T15" fmla="*/ 2147483646 h 45"/>
              <a:gd name="T16" fmla="*/ 733443825 w 42"/>
              <a:gd name="T17" fmla="*/ 2028537277 h 45"/>
              <a:gd name="T18" fmla="*/ 586753661 w 42"/>
              <a:gd name="T19" fmla="*/ 1980236785 h 45"/>
              <a:gd name="T20" fmla="*/ 195582223 w 42"/>
              <a:gd name="T21" fmla="*/ 1980236785 h 45"/>
              <a:gd name="T22" fmla="*/ 0 w 42"/>
              <a:gd name="T23" fmla="*/ 1835342258 h 45"/>
              <a:gd name="T24" fmla="*/ 0 w 42"/>
              <a:gd name="T25" fmla="*/ 1014268638 h 45"/>
              <a:gd name="T26" fmla="*/ 195582223 w 42"/>
              <a:gd name="T27" fmla="*/ 821073619 h 45"/>
              <a:gd name="T28" fmla="*/ 537854609 w 42"/>
              <a:gd name="T29" fmla="*/ 821073619 h 45"/>
              <a:gd name="T30" fmla="*/ 733443825 w 42"/>
              <a:gd name="T31" fmla="*/ 627878600 h 45"/>
              <a:gd name="T32" fmla="*/ 880126995 w 42"/>
              <a:gd name="T33" fmla="*/ 482984073 h 45"/>
              <a:gd name="T34" fmla="*/ 1026817159 w 42"/>
              <a:gd name="T35" fmla="*/ 48300492 h 45"/>
              <a:gd name="T36" fmla="*/ 1173507322 w 42"/>
              <a:gd name="T37" fmla="*/ 0 h 45"/>
              <a:gd name="T38" fmla="*/ 1466880657 w 42"/>
              <a:gd name="T39" fmla="*/ 193195019 h 45"/>
              <a:gd name="T40" fmla="*/ 1515779709 w 42"/>
              <a:gd name="T41" fmla="*/ 434683581 h 45"/>
              <a:gd name="T42" fmla="*/ 1466880657 w 42"/>
              <a:gd name="T43" fmla="*/ 676179092 h 45"/>
              <a:gd name="T44" fmla="*/ 1711361931 w 42"/>
              <a:gd name="T45" fmla="*/ 676179092 h 45"/>
              <a:gd name="T46" fmla="*/ 2053634318 w 42"/>
              <a:gd name="T47" fmla="*/ 1014268638 h 45"/>
              <a:gd name="T48" fmla="*/ 1955843206 w 42"/>
              <a:gd name="T49" fmla="*/ 1207463658 h 45"/>
              <a:gd name="T50" fmla="*/ 293373334 w 42"/>
              <a:gd name="T51" fmla="*/ 1642147238 h 45"/>
              <a:gd name="T52" fmla="*/ 195582223 w 42"/>
              <a:gd name="T53" fmla="*/ 1738748223 h 45"/>
              <a:gd name="T54" fmla="*/ 293373334 w 42"/>
              <a:gd name="T55" fmla="*/ 1835342258 h 45"/>
              <a:gd name="T56" fmla="*/ 342272386 w 42"/>
              <a:gd name="T57" fmla="*/ 1738748223 h 45"/>
              <a:gd name="T58" fmla="*/ 293373334 w 42"/>
              <a:gd name="T59" fmla="*/ 1642147238 h 45"/>
              <a:gd name="T60" fmla="*/ 1711361931 w 42"/>
              <a:gd name="T61" fmla="*/ 821073619 h 45"/>
              <a:gd name="T62" fmla="*/ 1222399382 w 42"/>
              <a:gd name="T63" fmla="*/ 821073619 h 45"/>
              <a:gd name="T64" fmla="*/ 1369089545 w 42"/>
              <a:gd name="T65" fmla="*/ 434683581 h 45"/>
              <a:gd name="T66" fmla="*/ 1173507322 w 42"/>
              <a:gd name="T67" fmla="*/ 144894527 h 45"/>
              <a:gd name="T68" fmla="*/ 977918107 w 42"/>
              <a:gd name="T69" fmla="*/ 579585058 h 45"/>
              <a:gd name="T70" fmla="*/ 880126995 w 42"/>
              <a:gd name="T71" fmla="*/ 676179092 h 45"/>
              <a:gd name="T72" fmla="*/ 586753661 w 42"/>
              <a:gd name="T73" fmla="*/ 1014268638 h 45"/>
              <a:gd name="T74" fmla="*/ 537854609 w 42"/>
              <a:gd name="T75" fmla="*/ 1014268638 h 45"/>
              <a:gd name="T76" fmla="*/ 537854609 w 42"/>
              <a:gd name="T77" fmla="*/ 1835342258 h 45"/>
              <a:gd name="T78" fmla="*/ 586753661 w 42"/>
              <a:gd name="T79" fmla="*/ 1835342258 h 45"/>
              <a:gd name="T80" fmla="*/ 831234936 w 42"/>
              <a:gd name="T81" fmla="*/ 1883642750 h 45"/>
              <a:gd name="T82" fmla="*/ 1271298434 w 42"/>
              <a:gd name="T83" fmla="*/ 1980236785 h 45"/>
              <a:gd name="T84" fmla="*/ 1417988597 w 42"/>
              <a:gd name="T85" fmla="*/ 1980236785 h 45"/>
              <a:gd name="T86" fmla="*/ 1711361931 w 42"/>
              <a:gd name="T87" fmla="*/ 1787041765 h 45"/>
              <a:gd name="T88" fmla="*/ 1662462879 w 42"/>
              <a:gd name="T89" fmla="*/ 1690447731 h 45"/>
              <a:gd name="T90" fmla="*/ 1760260983 w 42"/>
              <a:gd name="T91" fmla="*/ 1545553204 h 45"/>
              <a:gd name="T92" fmla="*/ 1760260983 w 42"/>
              <a:gd name="T93" fmla="*/ 1448952219 h 45"/>
              <a:gd name="T94" fmla="*/ 1809153043 w 42"/>
              <a:gd name="T95" fmla="*/ 1304057692 h 45"/>
              <a:gd name="T96" fmla="*/ 1760260983 w 42"/>
              <a:gd name="T97" fmla="*/ 1159163165 h 45"/>
              <a:gd name="T98" fmla="*/ 1858052095 w 42"/>
              <a:gd name="T99" fmla="*/ 1014268638 h 45"/>
              <a:gd name="T100" fmla="*/ 1711361931 w 42"/>
              <a:gd name="T101" fmla="*/ 821073619 h 45"/>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42" h="45">
                <a:moveTo>
                  <a:pt x="40" y="25"/>
                </a:moveTo>
                <a:cubicBezTo>
                  <a:pt x="40" y="26"/>
                  <a:pt x="40" y="26"/>
                  <a:pt x="40" y="27"/>
                </a:cubicBezTo>
                <a:cubicBezTo>
                  <a:pt x="40" y="28"/>
                  <a:pt x="40" y="29"/>
                  <a:pt x="39" y="31"/>
                </a:cubicBezTo>
                <a:cubicBezTo>
                  <a:pt x="40" y="31"/>
                  <a:pt x="40" y="31"/>
                  <a:pt x="40" y="32"/>
                </a:cubicBezTo>
                <a:cubicBezTo>
                  <a:pt x="40" y="34"/>
                  <a:pt x="39" y="35"/>
                  <a:pt x="38" y="37"/>
                </a:cubicBezTo>
                <a:cubicBezTo>
                  <a:pt x="38" y="42"/>
                  <a:pt x="35" y="45"/>
                  <a:pt x="30" y="45"/>
                </a:cubicBezTo>
                <a:cubicBezTo>
                  <a:pt x="29" y="45"/>
                  <a:pt x="29" y="45"/>
                  <a:pt x="29" y="45"/>
                </a:cubicBezTo>
                <a:cubicBezTo>
                  <a:pt x="26" y="45"/>
                  <a:pt x="26" y="45"/>
                  <a:pt x="26" y="45"/>
                </a:cubicBezTo>
                <a:cubicBezTo>
                  <a:pt x="22" y="45"/>
                  <a:pt x="19" y="44"/>
                  <a:pt x="15" y="42"/>
                </a:cubicBezTo>
                <a:cubicBezTo>
                  <a:pt x="14" y="42"/>
                  <a:pt x="12" y="41"/>
                  <a:pt x="12" y="41"/>
                </a:cubicBezTo>
                <a:cubicBezTo>
                  <a:pt x="4" y="41"/>
                  <a:pt x="4" y="41"/>
                  <a:pt x="4" y="41"/>
                </a:cubicBezTo>
                <a:cubicBezTo>
                  <a:pt x="2" y="41"/>
                  <a:pt x="0" y="40"/>
                  <a:pt x="0" y="38"/>
                </a:cubicBezTo>
                <a:cubicBezTo>
                  <a:pt x="0" y="21"/>
                  <a:pt x="0" y="21"/>
                  <a:pt x="0" y="21"/>
                </a:cubicBezTo>
                <a:cubicBezTo>
                  <a:pt x="0" y="19"/>
                  <a:pt x="2" y="17"/>
                  <a:pt x="4" y="17"/>
                </a:cubicBezTo>
                <a:cubicBezTo>
                  <a:pt x="11" y="17"/>
                  <a:pt x="11" y="17"/>
                  <a:pt x="11" y="17"/>
                </a:cubicBezTo>
                <a:cubicBezTo>
                  <a:pt x="12" y="16"/>
                  <a:pt x="14" y="14"/>
                  <a:pt x="15" y="13"/>
                </a:cubicBezTo>
                <a:cubicBezTo>
                  <a:pt x="16" y="12"/>
                  <a:pt x="17" y="11"/>
                  <a:pt x="18" y="10"/>
                </a:cubicBezTo>
                <a:cubicBezTo>
                  <a:pt x="19" y="8"/>
                  <a:pt x="18" y="4"/>
                  <a:pt x="21" y="1"/>
                </a:cubicBezTo>
                <a:cubicBezTo>
                  <a:pt x="22" y="0"/>
                  <a:pt x="23" y="0"/>
                  <a:pt x="24" y="0"/>
                </a:cubicBezTo>
                <a:cubicBezTo>
                  <a:pt x="26" y="0"/>
                  <a:pt x="29" y="1"/>
                  <a:pt x="30" y="4"/>
                </a:cubicBezTo>
                <a:cubicBezTo>
                  <a:pt x="31" y="5"/>
                  <a:pt x="31" y="7"/>
                  <a:pt x="31" y="9"/>
                </a:cubicBezTo>
                <a:cubicBezTo>
                  <a:pt x="31" y="10"/>
                  <a:pt x="31" y="12"/>
                  <a:pt x="30" y="14"/>
                </a:cubicBezTo>
                <a:cubicBezTo>
                  <a:pt x="35" y="14"/>
                  <a:pt x="35" y="14"/>
                  <a:pt x="35" y="14"/>
                </a:cubicBezTo>
                <a:cubicBezTo>
                  <a:pt x="38" y="14"/>
                  <a:pt x="42" y="17"/>
                  <a:pt x="42" y="21"/>
                </a:cubicBezTo>
                <a:cubicBezTo>
                  <a:pt x="42" y="22"/>
                  <a:pt x="41" y="24"/>
                  <a:pt x="40" y="25"/>
                </a:cubicBezTo>
                <a:close/>
                <a:moveTo>
                  <a:pt x="6" y="34"/>
                </a:moveTo>
                <a:cubicBezTo>
                  <a:pt x="5" y="34"/>
                  <a:pt x="4" y="35"/>
                  <a:pt x="4" y="36"/>
                </a:cubicBezTo>
                <a:cubicBezTo>
                  <a:pt x="4" y="37"/>
                  <a:pt x="5" y="38"/>
                  <a:pt x="6" y="38"/>
                </a:cubicBezTo>
                <a:cubicBezTo>
                  <a:pt x="6" y="38"/>
                  <a:pt x="7" y="37"/>
                  <a:pt x="7" y="36"/>
                </a:cubicBezTo>
                <a:cubicBezTo>
                  <a:pt x="7" y="35"/>
                  <a:pt x="6" y="34"/>
                  <a:pt x="6" y="34"/>
                </a:cubicBezTo>
                <a:close/>
                <a:moveTo>
                  <a:pt x="35" y="17"/>
                </a:moveTo>
                <a:cubicBezTo>
                  <a:pt x="25" y="17"/>
                  <a:pt x="25" y="17"/>
                  <a:pt x="25" y="17"/>
                </a:cubicBezTo>
                <a:cubicBezTo>
                  <a:pt x="25" y="14"/>
                  <a:pt x="28" y="12"/>
                  <a:pt x="28" y="9"/>
                </a:cubicBezTo>
                <a:cubicBezTo>
                  <a:pt x="28" y="5"/>
                  <a:pt x="27" y="3"/>
                  <a:pt x="24" y="3"/>
                </a:cubicBezTo>
                <a:cubicBezTo>
                  <a:pt x="22" y="5"/>
                  <a:pt x="23" y="9"/>
                  <a:pt x="20" y="12"/>
                </a:cubicBezTo>
                <a:cubicBezTo>
                  <a:pt x="19" y="13"/>
                  <a:pt x="19" y="14"/>
                  <a:pt x="18" y="14"/>
                </a:cubicBezTo>
                <a:cubicBezTo>
                  <a:pt x="17" y="16"/>
                  <a:pt x="14" y="21"/>
                  <a:pt x="12" y="21"/>
                </a:cubicBezTo>
                <a:cubicBezTo>
                  <a:pt x="11" y="21"/>
                  <a:pt x="11" y="21"/>
                  <a:pt x="11" y="21"/>
                </a:cubicBezTo>
                <a:cubicBezTo>
                  <a:pt x="11" y="38"/>
                  <a:pt x="11" y="38"/>
                  <a:pt x="11" y="38"/>
                </a:cubicBezTo>
                <a:cubicBezTo>
                  <a:pt x="12" y="38"/>
                  <a:pt x="12" y="38"/>
                  <a:pt x="12" y="38"/>
                </a:cubicBezTo>
                <a:cubicBezTo>
                  <a:pt x="13" y="38"/>
                  <a:pt x="16" y="39"/>
                  <a:pt x="17" y="39"/>
                </a:cubicBezTo>
                <a:cubicBezTo>
                  <a:pt x="20" y="40"/>
                  <a:pt x="23" y="41"/>
                  <a:pt x="26" y="41"/>
                </a:cubicBezTo>
                <a:cubicBezTo>
                  <a:pt x="29" y="41"/>
                  <a:pt x="29" y="41"/>
                  <a:pt x="29" y="41"/>
                </a:cubicBezTo>
                <a:cubicBezTo>
                  <a:pt x="32" y="41"/>
                  <a:pt x="35" y="40"/>
                  <a:pt x="35" y="37"/>
                </a:cubicBezTo>
                <a:cubicBezTo>
                  <a:pt x="35" y="36"/>
                  <a:pt x="34" y="36"/>
                  <a:pt x="34" y="35"/>
                </a:cubicBezTo>
                <a:cubicBezTo>
                  <a:pt x="36" y="35"/>
                  <a:pt x="36" y="33"/>
                  <a:pt x="36" y="32"/>
                </a:cubicBezTo>
                <a:cubicBezTo>
                  <a:pt x="36" y="31"/>
                  <a:pt x="36" y="31"/>
                  <a:pt x="36" y="30"/>
                </a:cubicBezTo>
                <a:cubicBezTo>
                  <a:pt x="37" y="29"/>
                  <a:pt x="37" y="28"/>
                  <a:pt x="37" y="27"/>
                </a:cubicBezTo>
                <a:cubicBezTo>
                  <a:pt x="37" y="26"/>
                  <a:pt x="37" y="25"/>
                  <a:pt x="36" y="24"/>
                </a:cubicBezTo>
                <a:cubicBezTo>
                  <a:pt x="37" y="24"/>
                  <a:pt x="38" y="22"/>
                  <a:pt x="38" y="21"/>
                </a:cubicBezTo>
                <a:cubicBezTo>
                  <a:pt x="38" y="19"/>
                  <a:pt x="36" y="17"/>
                  <a:pt x="35" y="1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5" name="稻壳儿小白白(http://dwz.cn/Wu2UP)"/>
          <p:cNvSpPr>
            <a:spLocks noEditPoints="1"/>
          </p:cNvSpPr>
          <p:nvPr/>
        </p:nvSpPr>
        <p:spPr>
          <a:xfrm>
            <a:off x="9470836" y="3329261"/>
            <a:ext cx="306877" cy="292186"/>
          </a:xfrm>
          <a:custGeom>
            <a:avLst/>
            <a:gdLst>
              <a:gd name="T0" fmla="*/ 529908386 w 43"/>
              <a:gd name="T1" fmla="*/ 1729285178 h 41"/>
              <a:gd name="T2" fmla="*/ 433557621 w 43"/>
              <a:gd name="T3" fmla="*/ 1825359657 h 41"/>
              <a:gd name="T4" fmla="*/ 48175383 w 43"/>
              <a:gd name="T5" fmla="*/ 1825359657 h 41"/>
              <a:gd name="T6" fmla="*/ 0 w 43"/>
              <a:gd name="T7" fmla="*/ 1729285178 h 41"/>
              <a:gd name="T8" fmla="*/ 0 w 43"/>
              <a:gd name="T9" fmla="*/ 912679829 h 41"/>
              <a:gd name="T10" fmla="*/ 48175383 w 43"/>
              <a:gd name="T11" fmla="*/ 816605349 h 41"/>
              <a:gd name="T12" fmla="*/ 433557621 w 43"/>
              <a:gd name="T13" fmla="*/ 816605349 h 41"/>
              <a:gd name="T14" fmla="*/ 529908386 w 43"/>
              <a:gd name="T15" fmla="*/ 912679829 h 41"/>
              <a:gd name="T16" fmla="*/ 529908386 w 43"/>
              <a:gd name="T17" fmla="*/ 1729285178 h 41"/>
              <a:gd name="T18" fmla="*/ 240863031 w 43"/>
              <a:gd name="T19" fmla="*/ 1489105911 h 41"/>
              <a:gd name="T20" fmla="*/ 144519207 w 43"/>
              <a:gd name="T21" fmla="*/ 1585180390 h 41"/>
              <a:gd name="T22" fmla="*/ 240863031 w 43"/>
              <a:gd name="T23" fmla="*/ 1633217630 h 41"/>
              <a:gd name="T24" fmla="*/ 337213797 w 43"/>
              <a:gd name="T25" fmla="*/ 1585180390 h 41"/>
              <a:gd name="T26" fmla="*/ 240863031 w 43"/>
              <a:gd name="T27" fmla="*/ 1489105911 h 41"/>
              <a:gd name="T28" fmla="*/ 1975107397 w 43"/>
              <a:gd name="T29" fmla="*/ 1104821856 h 41"/>
              <a:gd name="T30" fmla="*/ 1975107397 w 43"/>
              <a:gd name="T31" fmla="*/ 1200896335 h 41"/>
              <a:gd name="T32" fmla="*/ 1926932014 w 43"/>
              <a:gd name="T33" fmla="*/ 1393038363 h 41"/>
              <a:gd name="T34" fmla="*/ 1926932014 w 43"/>
              <a:gd name="T35" fmla="*/ 1537143150 h 41"/>
              <a:gd name="T36" fmla="*/ 1878756631 w 43"/>
              <a:gd name="T37" fmla="*/ 1633217630 h 41"/>
              <a:gd name="T38" fmla="*/ 1830588190 w 43"/>
              <a:gd name="T39" fmla="*/ 1873389966 h 41"/>
              <a:gd name="T40" fmla="*/ 1541542835 w 43"/>
              <a:gd name="T41" fmla="*/ 1969464445 h 41"/>
              <a:gd name="T42" fmla="*/ 1493374393 w 43"/>
              <a:gd name="T43" fmla="*/ 1969464445 h 41"/>
              <a:gd name="T44" fmla="*/ 1397023628 w 43"/>
              <a:gd name="T45" fmla="*/ 1969464445 h 41"/>
              <a:gd name="T46" fmla="*/ 1397023628 w 43"/>
              <a:gd name="T47" fmla="*/ 1969464445 h 41"/>
              <a:gd name="T48" fmla="*/ 867122183 w 43"/>
              <a:gd name="T49" fmla="*/ 1873389966 h 41"/>
              <a:gd name="T50" fmla="*/ 674427593 w 43"/>
              <a:gd name="T51" fmla="*/ 1825359657 h 41"/>
              <a:gd name="T52" fmla="*/ 626252210 w 43"/>
              <a:gd name="T53" fmla="*/ 1729285178 h 41"/>
              <a:gd name="T54" fmla="*/ 626252210 w 43"/>
              <a:gd name="T55" fmla="*/ 912679829 h 41"/>
              <a:gd name="T56" fmla="*/ 674427593 w 43"/>
              <a:gd name="T57" fmla="*/ 816605349 h 41"/>
              <a:gd name="T58" fmla="*/ 915290624 w 43"/>
              <a:gd name="T59" fmla="*/ 576426082 h 41"/>
              <a:gd name="T60" fmla="*/ 1059809831 w 43"/>
              <a:gd name="T61" fmla="*/ 432321294 h 41"/>
              <a:gd name="T62" fmla="*/ 1107985214 w 43"/>
              <a:gd name="T63" fmla="*/ 240179267 h 41"/>
              <a:gd name="T64" fmla="*/ 1204329038 w 43"/>
              <a:gd name="T65" fmla="*/ 48037240 h 41"/>
              <a:gd name="T66" fmla="*/ 1252504421 w 43"/>
              <a:gd name="T67" fmla="*/ 0 h 41"/>
              <a:gd name="T68" fmla="*/ 1541542835 w 43"/>
              <a:gd name="T69" fmla="*/ 336246815 h 41"/>
              <a:gd name="T70" fmla="*/ 1493374393 w 43"/>
              <a:gd name="T71" fmla="*/ 576426082 h 41"/>
              <a:gd name="T72" fmla="*/ 1445199010 w 43"/>
              <a:gd name="T73" fmla="*/ 672500562 h 41"/>
              <a:gd name="T74" fmla="*/ 1782412807 w 43"/>
              <a:gd name="T75" fmla="*/ 672500562 h 41"/>
              <a:gd name="T76" fmla="*/ 2071451221 w 43"/>
              <a:gd name="T77" fmla="*/ 912679829 h 41"/>
              <a:gd name="T78" fmla="*/ 1975107397 w 43"/>
              <a:gd name="T79" fmla="*/ 1104821856 h 41"/>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3" h="41">
                <a:moveTo>
                  <a:pt x="11" y="36"/>
                </a:moveTo>
                <a:cubicBezTo>
                  <a:pt x="11" y="37"/>
                  <a:pt x="10" y="38"/>
                  <a:pt x="9" y="38"/>
                </a:cubicBezTo>
                <a:cubicBezTo>
                  <a:pt x="1" y="38"/>
                  <a:pt x="1" y="38"/>
                  <a:pt x="1" y="38"/>
                </a:cubicBezTo>
                <a:cubicBezTo>
                  <a:pt x="0" y="38"/>
                  <a:pt x="0" y="37"/>
                  <a:pt x="0" y="36"/>
                </a:cubicBezTo>
                <a:cubicBezTo>
                  <a:pt x="0" y="19"/>
                  <a:pt x="0" y="19"/>
                  <a:pt x="0" y="19"/>
                </a:cubicBezTo>
                <a:cubicBezTo>
                  <a:pt x="0" y="18"/>
                  <a:pt x="0" y="17"/>
                  <a:pt x="1" y="17"/>
                </a:cubicBezTo>
                <a:cubicBezTo>
                  <a:pt x="9" y="17"/>
                  <a:pt x="9" y="17"/>
                  <a:pt x="9" y="17"/>
                </a:cubicBezTo>
                <a:cubicBezTo>
                  <a:pt x="10" y="17"/>
                  <a:pt x="11" y="18"/>
                  <a:pt x="11" y="19"/>
                </a:cubicBezTo>
                <a:lnTo>
                  <a:pt x="11" y="36"/>
                </a:lnTo>
                <a:close/>
                <a:moveTo>
                  <a:pt x="5" y="31"/>
                </a:moveTo>
                <a:cubicBezTo>
                  <a:pt x="4" y="31"/>
                  <a:pt x="3" y="32"/>
                  <a:pt x="3" y="33"/>
                </a:cubicBezTo>
                <a:cubicBezTo>
                  <a:pt x="3" y="34"/>
                  <a:pt x="4" y="34"/>
                  <a:pt x="5" y="34"/>
                </a:cubicBezTo>
                <a:cubicBezTo>
                  <a:pt x="6" y="34"/>
                  <a:pt x="7" y="34"/>
                  <a:pt x="7" y="33"/>
                </a:cubicBezTo>
                <a:cubicBezTo>
                  <a:pt x="7" y="32"/>
                  <a:pt x="6" y="31"/>
                  <a:pt x="5" y="31"/>
                </a:cubicBezTo>
                <a:close/>
                <a:moveTo>
                  <a:pt x="41" y="23"/>
                </a:moveTo>
                <a:cubicBezTo>
                  <a:pt x="41" y="24"/>
                  <a:pt x="41" y="25"/>
                  <a:pt x="41" y="25"/>
                </a:cubicBezTo>
                <a:cubicBezTo>
                  <a:pt x="42" y="26"/>
                  <a:pt x="41" y="28"/>
                  <a:pt x="40" y="29"/>
                </a:cubicBezTo>
                <a:cubicBezTo>
                  <a:pt x="41" y="30"/>
                  <a:pt x="41" y="31"/>
                  <a:pt x="40" y="32"/>
                </a:cubicBezTo>
                <a:cubicBezTo>
                  <a:pt x="40" y="33"/>
                  <a:pt x="40" y="34"/>
                  <a:pt x="39" y="34"/>
                </a:cubicBezTo>
                <a:cubicBezTo>
                  <a:pt x="39" y="36"/>
                  <a:pt x="39" y="38"/>
                  <a:pt x="38" y="39"/>
                </a:cubicBezTo>
                <a:cubicBezTo>
                  <a:pt x="36" y="41"/>
                  <a:pt x="35" y="41"/>
                  <a:pt x="32" y="41"/>
                </a:cubicBezTo>
                <a:cubicBezTo>
                  <a:pt x="32" y="41"/>
                  <a:pt x="32" y="41"/>
                  <a:pt x="31" y="41"/>
                </a:cubicBezTo>
                <a:cubicBezTo>
                  <a:pt x="29" y="41"/>
                  <a:pt x="29" y="41"/>
                  <a:pt x="29" y="41"/>
                </a:cubicBezTo>
                <a:cubicBezTo>
                  <a:pt x="29" y="41"/>
                  <a:pt x="29" y="41"/>
                  <a:pt x="29" y="41"/>
                </a:cubicBezTo>
                <a:cubicBezTo>
                  <a:pt x="25" y="41"/>
                  <a:pt x="21" y="40"/>
                  <a:pt x="18" y="39"/>
                </a:cubicBezTo>
                <a:cubicBezTo>
                  <a:pt x="17" y="38"/>
                  <a:pt x="15" y="38"/>
                  <a:pt x="14" y="38"/>
                </a:cubicBezTo>
                <a:cubicBezTo>
                  <a:pt x="13" y="38"/>
                  <a:pt x="13" y="37"/>
                  <a:pt x="13" y="36"/>
                </a:cubicBezTo>
                <a:cubicBezTo>
                  <a:pt x="13" y="19"/>
                  <a:pt x="13" y="19"/>
                  <a:pt x="13" y="19"/>
                </a:cubicBezTo>
                <a:cubicBezTo>
                  <a:pt x="13" y="18"/>
                  <a:pt x="13" y="17"/>
                  <a:pt x="14" y="17"/>
                </a:cubicBezTo>
                <a:cubicBezTo>
                  <a:pt x="15" y="17"/>
                  <a:pt x="18" y="14"/>
                  <a:pt x="19" y="12"/>
                </a:cubicBezTo>
                <a:cubicBezTo>
                  <a:pt x="20" y="11"/>
                  <a:pt x="21" y="10"/>
                  <a:pt x="22" y="9"/>
                </a:cubicBezTo>
                <a:cubicBezTo>
                  <a:pt x="23" y="8"/>
                  <a:pt x="23" y="7"/>
                  <a:pt x="23" y="5"/>
                </a:cubicBezTo>
                <a:cubicBezTo>
                  <a:pt x="24" y="3"/>
                  <a:pt x="24" y="2"/>
                  <a:pt x="25" y="1"/>
                </a:cubicBezTo>
                <a:cubicBezTo>
                  <a:pt x="25" y="0"/>
                  <a:pt x="26" y="0"/>
                  <a:pt x="26" y="0"/>
                </a:cubicBezTo>
                <a:cubicBezTo>
                  <a:pt x="32" y="0"/>
                  <a:pt x="32" y="5"/>
                  <a:pt x="32" y="7"/>
                </a:cubicBezTo>
                <a:cubicBezTo>
                  <a:pt x="32" y="9"/>
                  <a:pt x="31" y="11"/>
                  <a:pt x="31" y="12"/>
                </a:cubicBezTo>
                <a:cubicBezTo>
                  <a:pt x="30" y="13"/>
                  <a:pt x="30" y="13"/>
                  <a:pt x="30" y="14"/>
                </a:cubicBezTo>
                <a:cubicBezTo>
                  <a:pt x="37" y="14"/>
                  <a:pt x="37" y="14"/>
                  <a:pt x="37" y="14"/>
                </a:cubicBezTo>
                <a:cubicBezTo>
                  <a:pt x="40" y="14"/>
                  <a:pt x="43" y="16"/>
                  <a:pt x="43" y="19"/>
                </a:cubicBezTo>
                <a:cubicBezTo>
                  <a:pt x="43" y="20"/>
                  <a:pt x="42" y="22"/>
                  <a:pt x="41" y="2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6" name="稻壳儿小白白(http://dwz.cn/Wu2UP)"/>
          <p:cNvSpPr>
            <a:spLocks noEditPoints="1"/>
          </p:cNvSpPr>
          <p:nvPr/>
        </p:nvSpPr>
        <p:spPr>
          <a:xfrm>
            <a:off x="9464306" y="3833650"/>
            <a:ext cx="324833" cy="328098"/>
          </a:xfrm>
          <a:custGeom>
            <a:avLst/>
            <a:gdLst>
              <a:gd name="T0" fmla="*/ 943292629 w 46"/>
              <a:gd name="T1" fmla="*/ 2147483646 h 46"/>
              <a:gd name="T2" fmla="*/ 707471189 w 46"/>
              <a:gd name="T3" fmla="*/ 2147483646 h 46"/>
              <a:gd name="T4" fmla="*/ 565976951 w 46"/>
              <a:gd name="T5" fmla="*/ 1972830927 h 46"/>
              <a:gd name="T6" fmla="*/ 565976951 w 46"/>
              <a:gd name="T7" fmla="*/ 1636005796 h 46"/>
              <a:gd name="T8" fmla="*/ 235821440 w 46"/>
              <a:gd name="T9" fmla="*/ 1636005796 h 46"/>
              <a:gd name="T10" fmla="*/ 47167035 w 46"/>
              <a:gd name="T11" fmla="*/ 1491653160 h 46"/>
              <a:gd name="T12" fmla="*/ 47167035 w 46"/>
              <a:gd name="T13" fmla="*/ 1251060808 h 46"/>
              <a:gd name="T14" fmla="*/ 1226281105 w 46"/>
              <a:gd name="T15" fmla="*/ 96232779 h 46"/>
              <a:gd name="T16" fmla="*/ 1462102545 w 46"/>
              <a:gd name="T17" fmla="*/ 96232779 h 46"/>
              <a:gd name="T18" fmla="*/ 1603596783 w 46"/>
              <a:gd name="T19" fmla="*/ 240585415 h 46"/>
              <a:gd name="T20" fmla="*/ 1603596783 w 46"/>
              <a:gd name="T21" fmla="*/ 577410546 h 46"/>
              <a:gd name="T22" fmla="*/ 1933752293 w 46"/>
              <a:gd name="T23" fmla="*/ 577410546 h 46"/>
              <a:gd name="T24" fmla="*/ 2122406698 w 46"/>
              <a:gd name="T25" fmla="*/ 769883040 h 46"/>
              <a:gd name="T26" fmla="*/ 2122406698 w 46"/>
              <a:gd name="T27" fmla="*/ 1010475392 h 46"/>
              <a:gd name="T28" fmla="*/ 943292629 w 46"/>
              <a:gd name="T29" fmla="*/ 2147483646 h 46"/>
              <a:gd name="T30" fmla="*/ 1745091020 w 46"/>
              <a:gd name="T31" fmla="*/ 1010475392 h 46"/>
              <a:gd name="T32" fmla="*/ 1745091020 w 46"/>
              <a:gd name="T33" fmla="*/ 914235677 h 46"/>
              <a:gd name="T34" fmla="*/ 1320608307 w 46"/>
              <a:gd name="T35" fmla="*/ 433057910 h 46"/>
              <a:gd name="T36" fmla="*/ 1179114069 w 46"/>
              <a:gd name="T37" fmla="*/ 433057910 h 46"/>
              <a:gd name="T38" fmla="*/ 424482713 w 46"/>
              <a:gd name="T39" fmla="*/ 1202940950 h 46"/>
              <a:gd name="T40" fmla="*/ 424482713 w 46"/>
              <a:gd name="T41" fmla="*/ 1347293586 h 46"/>
              <a:gd name="T42" fmla="*/ 848965426 w 46"/>
              <a:gd name="T43" fmla="*/ 1828471354 h 46"/>
              <a:gd name="T44" fmla="*/ 943292629 w 46"/>
              <a:gd name="T45" fmla="*/ 1828471354 h 46"/>
              <a:gd name="T46" fmla="*/ 990459664 w 46"/>
              <a:gd name="T47" fmla="*/ 1828471354 h 46"/>
              <a:gd name="T48" fmla="*/ 1745091020 w 46"/>
              <a:gd name="T49" fmla="*/ 1010475392 h 46"/>
              <a:gd name="T50" fmla="*/ 1650763818 w 46"/>
              <a:gd name="T51" fmla="*/ 962355535 h 46"/>
              <a:gd name="T52" fmla="*/ 943292629 w 46"/>
              <a:gd name="T53" fmla="*/ 1684118717 h 46"/>
              <a:gd name="T54" fmla="*/ 518809916 w 46"/>
              <a:gd name="T55" fmla="*/ 1299180665 h 46"/>
              <a:gd name="T56" fmla="*/ 1226281105 w 46"/>
              <a:gd name="T57" fmla="*/ 529297625 h 46"/>
              <a:gd name="T58" fmla="*/ 1650763818 w 46"/>
              <a:gd name="T59" fmla="*/ 962355535 h 4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6" h="46">
                <a:moveTo>
                  <a:pt x="20" y="45"/>
                </a:moveTo>
                <a:cubicBezTo>
                  <a:pt x="19" y="46"/>
                  <a:pt x="17" y="46"/>
                  <a:pt x="15" y="45"/>
                </a:cubicBezTo>
                <a:cubicBezTo>
                  <a:pt x="12" y="41"/>
                  <a:pt x="12" y="41"/>
                  <a:pt x="12" y="41"/>
                </a:cubicBezTo>
                <a:cubicBezTo>
                  <a:pt x="14" y="39"/>
                  <a:pt x="14" y="36"/>
                  <a:pt x="12" y="34"/>
                </a:cubicBezTo>
                <a:cubicBezTo>
                  <a:pt x="10" y="32"/>
                  <a:pt x="7" y="32"/>
                  <a:pt x="5" y="34"/>
                </a:cubicBezTo>
                <a:cubicBezTo>
                  <a:pt x="1" y="31"/>
                  <a:pt x="1" y="31"/>
                  <a:pt x="1" y="31"/>
                </a:cubicBezTo>
                <a:cubicBezTo>
                  <a:pt x="0" y="29"/>
                  <a:pt x="0" y="27"/>
                  <a:pt x="1" y="26"/>
                </a:cubicBezTo>
                <a:cubicBezTo>
                  <a:pt x="26" y="2"/>
                  <a:pt x="26" y="2"/>
                  <a:pt x="26" y="2"/>
                </a:cubicBezTo>
                <a:cubicBezTo>
                  <a:pt x="27" y="0"/>
                  <a:pt x="29" y="0"/>
                  <a:pt x="31" y="2"/>
                </a:cubicBezTo>
                <a:cubicBezTo>
                  <a:pt x="34" y="5"/>
                  <a:pt x="34" y="5"/>
                  <a:pt x="34" y="5"/>
                </a:cubicBezTo>
                <a:cubicBezTo>
                  <a:pt x="32" y="7"/>
                  <a:pt x="32" y="10"/>
                  <a:pt x="34" y="12"/>
                </a:cubicBezTo>
                <a:cubicBezTo>
                  <a:pt x="36" y="14"/>
                  <a:pt x="39" y="14"/>
                  <a:pt x="41" y="12"/>
                </a:cubicBezTo>
                <a:cubicBezTo>
                  <a:pt x="45" y="16"/>
                  <a:pt x="45" y="16"/>
                  <a:pt x="45" y="16"/>
                </a:cubicBezTo>
                <a:cubicBezTo>
                  <a:pt x="46" y="17"/>
                  <a:pt x="46" y="19"/>
                  <a:pt x="45" y="21"/>
                </a:cubicBezTo>
                <a:lnTo>
                  <a:pt x="20" y="45"/>
                </a:lnTo>
                <a:close/>
                <a:moveTo>
                  <a:pt x="37" y="21"/>
                </a:moveTo>
                <a:cubicBezTo>
                  <a:pt x="38" y="20"/>
                  <a:pt x="38" y="19"/>
                  <a:pt x="37" y="19"/>
                </a:cubicBezTo>
                <a:cubicBezTo>
                  <a:pt x="28" y="9"/>
                  <a:pt x="28" y="9"/>
                  <a:pt x="28" y="9"/>
                </a:cubicBezTo>
                <a:cubicBezTo>
                  <a:pt x="27" y="8"/>
                  <a:pt x="26" y="8"/>
                  <a:pt x="25" y="9"/>
                </a:cubicBezTo>
                <a:cubicBezTo>
                  <a:pt x="9" y="25"/>
                  <a:pt x="9" y="25"/>
                  <a:pt x="9" y="25"/>
                </a:cubicBezTo>
                <a:cubicBezTo>
                  <a:pt x="8" y="26"/>
                  <a:pt x="8" y="27"/>
                  <a:pt x="9" y="28"/>
                </a:cubicBezTo>
                <a:cubicBezTo>
                  <a:pt x="18" y="38"/>
                  <a:pt x="18" y="38"/>
                  <a:pt x="18" y="38"/>
                </a:cubicBezTo>
                <a:cubicBezTo>
                  <a:pt x="19" y="38"/>
                  <a:pt x="19" y="38"/>
                  <a:pt x="20" y="38"/>
                </a:cubicBezTo>
                <a:cubicBezTo>
                  <a:pt x="20" y="38"/>
                  <a:pt x="20" y="38"/>
                  <a:pt x="21" y="38"/>
                </a:cubicBezTo>
                <a:lnTo>
                  <a:pt x="37" y="21"/>
                </a:lnTo>
                <a:close/>
                <a:moveTo>
                  <a:pt x="35" y="20"/>
                </a:moveTo>
                <a:cubicBezTo>
                  <a:pt x="20" y="35"/>
                  <a:pt x="20" y="35"/>
                  <a:pt x="20" y="35"/>
                </a:cubicBezTo>
                <a:cubicBezTo>
                  <a:pt x="11" y="27"/>
                  <a:pt x="11" y="27"/>
                  <a:pt x="11" y="27"/>
                </a:cubicBezTo>
                <a:cubicBezTo>
                  <a:pt x="26" y="11"/>
                  <a:pt x="26" y="11"/>
                  <a:pt x="26" y="11"/>
                </a:cubicBezTo>
                <a:lnTo>
                  <a:pt x="35" y="2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7" name="稻壳儿小白白(http://dwz.cn/Wu2UP)"/>
          <p:cNvSpPr/>
          <p:nvPr/>
        </p:nvSpPr>
        <p:spPr>
          <a:xfrm>
            <a:off x="9511643" y="4424552"/>
            <a:ext cx="228526" cy="218732"/>
          </a:xfrm>
          <a:custGeom>
            <a:avLst/>
            <a:gdLst>
              <a:gd name="T0" fmla="*/ 1495360508 w 32"/>
              <a:gd name="T1" fmla="*/ 1271388704 h 31"/>
              <a:gd name="T2" fmla="*/ 1350647977 w 32"/>
              <a:gd name="T3" fmla="*/ 1459739536 h 31"/>
              <a:gd name="T4" fmla="*/ 1254170641 w 32"/>
              <a:gd name="T5" fmla="*/ 1459739536 h 31"/>
              <a:gd name="T6" fmla="*/ 1157700250 w 32"/>
              <a:gd name="T7" fmla="*/ 1459739536 h 31"/>
              <a:gd name="T8" fmla="*/ 771797852 w 32"/>
              <a:gd name="T9" fmla="*/ 1083031010 h 31"/>
              <a:gd name="T10" fmla="*/ 385902398 w 32"/>
              <a:gd name="T11" fmla="*/ 1459739536 h 31"/>
              <a:gd name="T12" fmla="*/ 289425063 w 32"/>
              <a:gd name="T13" fmla="*/ 1459739536 h 31"/>
              <a:gd name="T14" fmla="*/ 192947727 w 32"/>
              <a:gd name="T15" fmla="*/ 1459739536 h 31"/>
              <a:gd name="T16" fmla="*/ 48235195 w 32"/>
              <a:gd name="T17" fmla="*/ 1271388704 h 31"/>
              <a:gd name="T18" fmla="*/ 0 w 32"/>
              <a:gd name="T19" fmla="*/ 1177206426 h 31"/>
              <a:gd name="T20" fmla="*/ 48235195 w 32"/>
              <a:gd name="T21" fmla="*/ 1083031010 h 31"/>
              <a:gd name="T22" fmla="*/ 434137594 w 32"/>
              <a:gd name="T23" fmla="*/ 753417053 h 31"/>
              <a:gd name="T24" fmla="*/ 48235195 w 32"/>
              <a:gd name="T25" fmla="*/ 376708527 h 31"/>
              <a:gd name="T26" fmla="*/ 0 w 32"/>
              <a:gd name="T27" fmla="*/ 282533110 h 31"/>
              <a:gd name="T28" fmla="*/ 48235195 w 32"/>
              <a:gd name="T29" fmla="*/ 188350832 h 31"/>
              <a:gd name="T30" fmla="*/ 192947727 w 32"/>
              <a:gd name="T31" fmla="*/ 0 h 31"/>
              <a:gd name="T32" fmla="*/ 289425063 w 32"/>
              <a:gd name="T33" fmla="*/ 0 h 31"/>
              <a:gd name="T34" fmla="*/ 385902398 w 32"/>
              <a:gd name="T35" fmla="*/ 0 h 31"/>
              <a:gd name="T36" fmla="*/ 771797852 w 32"/>
              <a:gd name="T37" fmla="*/ 376708527 h 31"/>
              <a:gd name="T38" fmla="*/ 1157700250 w 32"/>
              <a:gd name="T39" fmla="*/ 0 h 31"/>
              <a:gd name="T40" fmla="*/ 1254170641 w 32"/>
              <a:gd name="T41" fmla="*/ 0 h 31"/>
              <a:gd name="T42" fmla="*/ 1350647977 w 32"/>
              <a:gd name="T43" fmla="*/ 0 h 31"/>
              <a:gd name="T44" fmla="*/ 1495360508 w 32"/>
              <a:gd name="T45" fmla="*/ 188350832 h 31"/>
              <a:gd name="T46" fmla="*/ 1543595703 w 32"/>
              <a:gd name="T47" fmla="*/ 282533110 h 31"/>
              <a:gd name="T48" fmla="*/ 1495360508 w 32"/>
              <a:gd name="T49" fmla="*/ 376708527 h 31"/>
              <a:gd name="T50" fmla="*/ 1109458109 w 32"/>
              <a:gd name="T51" fmla="*/ 753417053 h 31"/>
              <a:gd name="T52" fmla="*/ 1495360508 w 32"/>
              <a:gd name="T53" fmla="*/ 1083031010 h 31"/>
              <a:gd name="T54" fmla="*/ 1543595703 w 32"/>
              <a:gd name="T55" fmla="*/ 1177206426 h 31"/>
              <a:gd name="T56" fmla="*/ 1495360508 w 32"/>
              <a:gd name="T57" fmla="*/ 1271388704 h 31"/>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2" h="31">
                <a:moveTo>
                  <a:pt x="31" y="27"/>
                </a:moveTo>
                <a:cubicBezTo>
                  <a:pt x="28" y="31"/>
                  <a:pt x="28" y="31"/>
                  <a:pt x="28" y="31"/>
                </a:cubicBezTo>
                <a:cubicBezTo>
                  <a:pt x="27" y="31"/>
                  <a:pt x="26" y="31"/>
                  <a:pt x="26" y="31"/>
                </a:cubicBezTo>
                <a:cubicBezTo>
                  <a:pt x="25" y="31"/>
                  <a:pt x="24" y="31"/>
                  <a:pt x="24" y="31"/>
                </a:cubicBezTo>
                <a:cubicBezTo>
                  <a:pt x="16" y="23"/>
                  <a:pt x="16" y="23"/>
                  <a:pt x="16" y="23"/>
                </a:cubicBezTo>
                <a:cubicBezTo>
                  <a:pt x="8" y="31"/>
                  <a:pt x="8" y="31"/>
                  <a:pt x="8" y="31"/>
                </a:cubicBezTo>
                <a:cubicBezTo>
                  <a:pt x="8" y="31"/>
                  <a:pt x="7" y="31"/>
                  <a:pt x="6" y="31"/>
                </a:cubicBezTo>
                <a:cubicBezTo>
                  <a:pt x="6" y="31"/>
                  <a:pt x="5" y="31"/>
                  <a:pt x="4" y="31"/>
                </a:cubicBezTo>
                <a:cubicBezTo>
                  <a:pt x="1" y="27"/>
                  <a:pt x="1" y="27"/>
                  <a:pt x="1" y="27"/>
                </a:cubicBezTo>
                <a:cubicBezTo>
                  <a:pt x="0" y="27"/>
                  <a:pt x="0" y="26"/>
                  <a:pt x="0" y="25"/>
                </a:cubicBezTo>
                <a:cubicBezTo>
                  <a:pt x="0" y="25"/>
                  <a:pt x="0" y="24"/>
                  <a:pt x="1" y="23"/>
                </a:cubicBezTo>
                <a:cubicBezTo>
                  <a:pt x="9" y="16"/>
                  <a:pt x="9" y="16"/>
                  <a:pt x="9" y="16"/>
                </a:cubicBezTo>
                <a:cubicBezTo>
                  <a:pt x="1" y="8"/>
                  <a:pt x="1" y="8"/>
                  <a:pt x="1" y="8"/>
                </a:cubicBezTo>
                <a:cubicBezTo>
                  <a:pt x="0" y="7"/>
                  <a:pt x="0" y="7"/>
                  <a:pt x="0" y="6"/>
                </a:cubicBezTo>
                <a:cubicBezTo>
                  <a:pt x="0" y="5"/>
                  <a:pt x="0" y="5"/>
                  <a:pt x="1" y="4"/>
                </a:cubicBezTo>
                <a:cubicBezTo>
                  <a:pt x="4" y="0"/>
                  <a:pt x="4" y="0"/>
                  <a:pt x="4" y="0"/>
                </a:cubicBezTo>
                <a:cubicBezTo>
                  <a:pt x="5" y="0"/>
                  <a:pt x="6" y="0"/>
                  <a:pt x="6" y="0"/>
                </a:cubicBezTo>
                <a:cubicBezTo>
                  <a:pt x="7" y="0"/>
                  <a:pt x="8" y="0"/>
                  <a:pt x="8" y="0"/>
                </a:cubicBezTo>
                <a:cubicBezTo>
                  <a:pt x="16" y="8"/>
                  <a:pt x="16" y="8"/>
                  <a:pt x="16" y="8"/>
                </a:cubicBezTo>
                <a:cubicBezTo>
                  <a:pt x="24" y="0"/>
                  <a:pt x="24" y="0"/>
                  <a:pt x="24" y="0"/>
                </a:cubicBezTo>
                <a:cubicBezTo>
                  <a:pt x="24" y="0"/>
                  <a:pt x="25" y="0"/>
                  <a:pt x="26" y="0"/>
                </a:cubicBezTo>
                <a:cubicBezTo>
                  <a:pt x="26" y="0"/>
                  <a:pt x="27" y="0"/>
                  <a:pt x="28" y="0"/>
                </a:cubicBezTo>
                <a:cubicBezTo>
                  <a:pt x="31" y="4"/>
                  <a:pt x="31" y="4"/>
                  <a:pt x="31" y="4"/>
                </a:cubicBezTo>
                <a:cubicBezTo>
                  <a:pt x="32" y="5"/>
                  <a:pt x="32" y="5"/>
                  <a:pt x="32" y="6"/>
                </a:cubicBezTo>
                <a:cubicBezTo>
                  <a:pt x="32" y="7"/>
                  <a:pt x="32" y="7"/>
                  <a:pt x="31" y="8"/>
                </a:cubicBezTo>
                <a:cubicBezTo>
                  <a:pt x="23" y="16"/>
                  <a:pt x="23" y="16"/>
                  <a:pt x="23" y="16"/>
                </a:cubicBezTo>
                <a:cubicBezTo>
                  <a:pt x="31" y="23"/>
                  <a:pt x="31" y="23"/>
                  <a:pt x="31" y="23"/>
                </a:cubicBezTo>
                <a:cubicBezTo>
                  <a:pt x="32" y="24"/>
                  <a:pt x="32" y="25"/>
                  <a:pt x="32" y="25"/>
                </a:cubicBezTo>
                <a:cubicBezTo>
                  <a:pt x="32" y="26"/>
                  <a:pt x="32" y="27"/>
                  <a:pt x="31" y="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8" name="稻壳儿小白白(http://dwz.cn/Wu2UP)"/>
          <p:cNvSpPr>
            <a:spLocks noEditPoints="1"/>
          </p:cNvSpPr>
          <p:nvPr/>
        </p:nvSpPr>
        <p:spPr>
          <a:xfrm>
            <a:off x="9475732" y="4901192"/>
            <a:ext cx="301981" cy="292187"/>
          </a:xfrm>
          <a:custGeom>
            <a:avLst/>
            <a:gdLst>
              <a:gd name="T0" fmla="*/ 1026817159 w 42"/>
              <a:gd name="T1" fmla="*/ 1969478307 h 41"/>
              <a:gd name="T2" fmla="*/ 0 w 42"/>
              <a:gd name="T3" fmla="*/ 960720449 h 41"/>
              <a:gd name="T4" fmla="*/ 1026817159 w 42"/>
              <a:gd name="T5" fmla="*/ 0 h 41"/>
              <a:gd name="T6" fmla="*/ 2053634318 w 42"/>
              <a:gd name="T7" fmla="*/ 960720449 h 41"/>
              <a:gd name="T8" fmla="*/ 1026817159 w 42"/>
              <a:gd name="T9" fmla="*/ 1969478307 h 41"/>
              <a:gd name="T10" fmla="*/ 1515779709 w 42"/>
              <a:gd name="T11" fmla="*/ 1200900561 h 41"/>
              <a:gd name="T12" fmla="*/ 1271298434 w 42"/>
              <a:gd name="T13" fmla="*/ 960720449 h 41"/>
              <a:gd name="T14" fmla="*/ 1515779709 w 42"/>
              <a:gd name="T15" fmla="*/ 768577745 h 41"/>
              <a:gd name="T16" fmla="*/ 1515779709 w 42"/>
              <a:gd name="T17" fmla="*/ 672502928 h 41"/>
              <a:gd name="T18" fmla="*/ 1515779709 w 42"/>
              <a:gd name="T19" fmla="*/ 624465520 h 41"/>
              <a:gd name="T20" fmla="*/ 1369089545 w 42"/>
              <a:gd name="T21" fmla="*/ 528397633 h 41"/>
              <a:gd name="T22" fmla="*/ 1320190493 w 42"/>
              <a:gd name="T23" fmla="*/ 480360224 h 41"/>
              <a:gd name="T24" fmla="*/ 1271298434 w 42"/>
              <a:gd name="T25" fmla="*/ 528397633 h 41"/>
              <a:gd name="T26" fmla="*/ 1026817159 w 42"/>
              <a:gd name="T27" fmla="*/ 768577745 h 41"/>
              <a:gd name="T28" fmla="*/ 782335884 w 42"/>
              <a:gd name="T29" fmla="*/ 528397633 h 41"/>
              <a:gd name="T30" fmla="*/ 733443825 w 42"/>
              <a:gd name="T31" fmla="*/ 480360224 h 41"/>
              <a:gd name="T32" fmla="*/ 684544773 w 42"/>
              <a:gd name="T33" fmla="*/ 528397633 h 41"/>
              <a:gd name="T34" fmla="*/ 537854609 w 42"/>
              <a:gd name="T35" fmla="*/ 624465520 h 41"/>
              <a:gd name="T36" fmla="*/ 537854609 w 42"/>
              <a:gd name="T37" fmla="*/ 672502928 h 41"/>
              <a:gd name="T38" fmla="*/ 537854609 w 42"/>
              <a:gd name="T39" fmla="*/ 768577745 h 41"/>
              <a:gd name="T40" fmla="*/ 782335884 w 42"/>
              <a:gd name="T41" fmla="*/ 960720449 h 41"/>
              <a:gd name="T42" fmla="*/ 537854609 w 42"/>
              <a:gd name="T43" fmla="*/ 1200900561 h 41"/>
              <a:gd name="T44" fmla="*/ 537854609 w 42"/>
              <a:gd name="T45" fmla="*/ 1296975378 h 41"/>
              <a:gd name="T46" fmla="*/ 537854609 w 42"/>
              <a:gd name="T47" fmla="*/ 1345012787 h 41"/>
              <a:gd name="T48" fmla="*/ 684544773 w 42"/>
              <a:gd name="T49" fmla="*/ 1441080673 h 41"/>
              <a:gd name="T50" fmla="*/ 733443825 w 42"/>
              <a:gd name="T51" fmla="*/ 1489118082 h 41"/>
              <a:gd name="T52" fmla="*/ 782335884 w 42"/>
              <a:gd name="T53" fmla="*/ 1441080673 h 41"/>
              <a:gd name="T54" fmla="*/ 1026817159 w 42"/>
              <a:gd name="T55" fmla="*/ 1200900561 h 41"/>
              <a:gd name="T56" fmla="*/ 1271298434 w 42"/>
              <a:gd name="T57" fmla="*/ 1441080673 h 41"/>
              <a:gd name="T58" fmla="*/ 1320190493 w 42"/>
              <a:gd name="T59" fmla="*/ 1489118082 h 41"/>
              <a:gd name="T60" fmla="*/ 1369089545 w 42"/>
              <a:gd name="T61" fmla="*/ 1441080673 h 41"/>
              <a:gd name="T62" fmla="*/ 1515779709 w 42"/>
              <a:gd name="T63" fmla="*/ 1345012787 h 41"/>
              <a:gd name="T64" fmla="*/ 1515779709 w 42"/>
              <a:gd name="T65" fmla="*/ 1296975378 h 41"/>
              <a:gd name="T66" fmla="*/ 1515779709 w 42"/>
              <a:gd name="T67" fmla="*/ 1200900561 h 4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42" h="41">
                <a:moveTo>
                  <a:pt x="21" y="41"/>
                </a:moveTo>
                <a:cubicBezTo>
                  <a:pt x="10" y="41"/>
                  <a:pt x="0" y="32"/>
                  <a:pt x="0" y="20"/>
                </a:cubicBezTo>
                <a:cubicBezTo>
                  <a:pt x="0" y="9"/>
                  <a:pt x="10" y="0"/>
                  <a:pt x="21" y="0"/>
                </a:cubicBezTo>
                <a:cubicBezTo>
                  <a:pt x="32" y="0"/>
                  <a:pt x="42" y="9"/>
                  <a:pt x="42" y="20"/>
                </a:cubicBezTo>
                <a:cubicBezTo>
                  <a:pt x="42" y="32"/>
                  <a:pt x="32" y="41"/>
                  <a:pt x="21" y="41"/>
                </a:cubicBezTo>
                <a:close/>
                <a:moveTo>
                  <a:pt x="31" y="25"/>
                </a:moveTo>
                <a:cubicBezTo>
                  <a:pt x="26" y="20"/>
                  <a:pt x="26" y="20"/>
                  <a:pt x="26" y="20"/>
                </a:cubicBezTo>
                <a:cubicBezTo>
                  <a:pt x="31" y="16"/>
                  <a:pt x="31" y="16"/>
                  <a:pt x="31" y="16"/>
                </a:cubicBezTo>
                <a:cubicBezTo>
                  <a:pt x="31" y="15"/>
                  <a:pt x="31" y="15"/>
                  <a:pt x="31" y="14"/>
                </a:cubicBezTo>
                <a:cubicBezTo>
                  <a:pt x="31" y="14"/>
                  <a:pt x="31" y="13"/>
                  <a:pt x="31" y="13"/>
                </a:cubicBezTo>
                <a:cubicBezTo>
                  <a:pt x="28" y="11"/>
                  <a:pt x="28" y="11"/>
                  <a:pt x="28" y="11"/>
                </a:cubicBezTo>
                <a:cubicBezTo>
                  <a:pt x="28" y="10"/>
                  <a:pt x="27" y="10"/>
                  <a:pt x="27" y="10"/>
                </a:cubicBezTo>
                <a:cubicBezTo>
                  <a:pt x="27" y="10"/>
                  <a:pt x="26" y="10"/>
                  <a:pt x="26" y="11"/>
                </a:cubicBezTo>
                <a:cubicBezTo>
                  <a:pt x="21" y="16"/>
                  <a:pt x="21" y="16"/>
                  <a:pt x="21" y="16"/>
                </a:cubicBezTo>
                <a:cubicBezTo>
                  <a:pt x="16" y="11"/>
                  <a:pt x="16" y="11"/>
                  <a:pt x="16" y="11"/>
                </a:cubicBezTo>
                <a:cubicBezTo>
                  <a:pt x="16" y="10"/>
                  <a:pt x="15" y="10"/>
                  <a:pt x="15" y="10"/>
                </a:cubicBezTo>
                <a:cubicBezTo>
                  <a:pt x="14" y="10"/>
                  <a:pt x="14" y="10"/>
                  <a:pt x="14" y="11"/>
                </a:cubicBezTo>
                <a:cubicBezTo>
                  <a:pt x="11" y="13"/>
                  <a:pt x="11" y="13"/>
                  <a:pt x="11" y="13"/>
                </a:cubicBezTo>
                <a:cubicBezTo>
                  <a:pt x="11" y="13"/>
                  <a:pt x="11" y="14"/>
                  <a:pt x="11" y="14"/>
                </a:cubicBezTo>
                <a:cubicBezTo>
                  <a:pt x="11" y="15"/>
                  <a:pt x="11" y="15"/>
                  <a:pt x="11" y="16"/>
                </a:cubicBezTo>
                <a:cubicBezTo>
                  <a:pt x="16" y="20"/>
                  <a:pt x="16" y="20"/>
                  <a:pt x="16" y="20"/>
                </a:cubicBezTo>
                <a:cubicBezTo>
                  <a:pt x="11" y="25"/>
                  <a:pt x="11" y="25"/>
                  <a:pt x="11" y="25"/>
                </a:cubicBezTo>
                <a:cubicBezTo>
                  <a:pt x="11" y="26"/>
                  <a:pt x="11" y="26"/>
                  <a:pt x="11" y="27"/>
                </a:cubicBezTo>
                <a:cubicBezTo>
                  <a:pt x="11" y="27"/>
                  <a:pt x="11" y="27"/>
                  <a:pt x="11" y="28"/>
                </a:cubicBezTo>
                <a:cubicBezTo>
                  <a:pt x="14" y="30"/>
                  <a:pt x="14" y="30"/>
                  <a:pt x="14" y="30"/>
                </a:cubicBezTo>
                <a:cubicBezTo>
                  <a:pt x="14" y="30"/>
                  <a:pt x="14" y="31"/>
                  <a:pt x="15" y="31"/>
                </a:cubicBezTo>
                <a:cubicBezTo>
                  <a:pt x="15" y="31"/>
                  <a:pt x="16" y="30"/>
                  <a:pt x="16" y="30"/>
                </a:cubicBezTo>
                <a:cubicBezTo>
                  <a:pt x="21" y="25"/>
                  <a:pt x="21" y="25"/>
                  <a:pt x="21" y="25"/>
                </a:cubicBezTo>
                <a:cubicBezTo>
                  <a:pt x="26" y="30"/>
                  <a:pt x="26" y="30"/>
                  <a:pt x="26" y="30"/>
                </a:cubicBezTo>
                <a:cubicBezTo>
                  <a:pt x="26" y="30"/>
                  <a:pt x="27" y="31"/>
                  <a:pt x="27" y="31"/>
                </a:cubicBezTo>
                <a:cubicBezTo>
                  <a:pt x="27" y="31"/>
                  <a:pt x="28" y="30"/>
                  <a:pt x="28" y="30"/>
                </a:cubicBezTo>
                <a:cubicBezTo>
                  <a:pt x="31" y="28"/>
                  <a:pt x="31" y="28"/>
                  <a:pt x="31" y="28"/>
                </a:cubicBezTo>
                <a:cubicBezTo>
                  <a:pt x="31" y="27"/>
                  <a:pt x="31" y="27"/>
                  <a:pt x="31" y="27"/>
                </a:cubicBezTo>
                <a:cubicBezTo>
                  <a:pt x="31" y="26"/>
                  <a:pt x="31" y="26"/>
                  <a:pt x="31" y="2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199" name="稻壳儿小白白(http://dwz.cn/Wu2UP)"/>
          <p:cNvSpPr>
            <a:spLocks noEditPoints="1"/>
          </p:cNvSpPr>
          <p:nvPr/>
        </p:nvSpPr>
        <p:spPr>
          <a:xfrm>
            <a:off x="9475732" y="5420272"/>
            <a:ext cx="301981" cy="297084"/>
          </a:xfrm>
          <a:custGeom>
            <a:avLst/>
            <a:gdLst>
              <a:gd name="T0" fmla="*/ 1026817159 w 42"/>
              <a:gd name="T1" fmla="*/ 1987563229 h 42"/>
              <a:gd name="T2" fmla="*/ 0 w 42"/>
              <a:gd name="T3" fmla="*/ 993785054 h 42"/>
              <a:gd name="T4" fmla="*/ 1026817159 w 42"/>
              <a:gd name="T5" fmla="*/ 0 h 42"/>
              <a:gd name="T6" fmla="*/ 2053634318 w 42"/>
              <a:gd name="T7" fmla="*/ 993785054 h 42"/>
              <a:gd name="T8" fmla="*/ 1026817159 w 42"/>
              <a:gd name="T9" fmla="*/ 1987563229 h 42"/>
              <a:gd name="T10" fmla="*/ 1026817159 w 42"/>
              <a:gd name="T11" fmla="*/ 283937604 h 42"/>
              <a:gd name="T12" fmla="*/ 293373334 w 42"/>
              <a:gd name="T13" fmla="*/ 993785054 h 42"/>
              <a:gd name="T14" fmla="*/ 1026817159 w 42"/>
              <a:gd name="T15" fmla="*/ 1703625625 h 42"/>
              <a:gd name="T16" fmla="*/ 1760260983 w 42"/>
              <a:gd name="T17" fmla="*/ 993785054 h 42"/>
              <a:gd name="T18" fmla="*/ 1026817159 w 42"/>
              <a:gd name="T19" fmla="*/ 283937604 h 42"/>
              <a:gd name="T20" fmla="*/ 1271298434 w 42"/>
              <a:gd name="T21" fmla="*/ 1419688021 h 42"/>
              <a:gd name="T22" fmla="*/ 1222399382 w 42"/>
              <a:gd name="T23" fmla="*/ 1419688021 h 42"/>
              <a:gd name="T24" fmla="*/ 1026817159 w 42"/>
              <a:gd name="T25" fmla="*/ 1230393992 h 42"/>
              <a:gd name="T26" fmla="*/ 831234936 w 42"/>
              <a:gd name="T27" fmla="*/ 1419688021 h 42"/>
              <a:gd name="T28" fmla="*/ 782335884 w 42"/>
              <a:gd name="T29" fmla="*/ 1419688021 h 42"/>
              <a:gd name="T30" fmla="*/ 586753661 w 42"/>
              <a:gd name="T31" fmla="*/ 1230393992 h 42"/>
              <a:gd name="T32" fmla="*/ 586753661 w 42"/>
              <a:gd name="T33" fmla="*/ 1183072204 h 42"/>
              <a:gd name="T34" fmla="*/ 782335884 w 42"/>
              <a:gd name="T35" fmla="*/ 993785054 h 42"/>
              <a:gd name="T36" fmla="*/ 586753661 w 42"/>
              <a:gd name="T37" fmla="*/ 804491025 h 42"/>
              <a:gd name="T38" fmla="*/ 586753661 w 42"/>
              <a:gd name="T39" fmla="*/ 757169238 h 42"/>
              <a:gd name="T40" fmla="*/ 782335884 w 42"/>
              <a:gd name="T41" fmla="*/ 567875208 h 42"/>
              <a:gd name="T42" fmla="*/ 831234936 w 42"/>
              <a:gd name="T43" fmla="*/ 567875208 h 42"/>
              <a:gd name="T44" fmla="*/ 1026817159 w 42"/>
              <a:gd name="T45" fmla="*/ 757169238 h 42"/>
              <a:gd name="T46" fmla="*/ 1222399382 w 42"/>
              <a:gd name="T47" fmla="*/ 567875208 h 42"/>
              <a:gd name="T48" fmla="*/ 1271298434 w 42"/>
              <a:gd name="T49" fmla="*/ 567875208 h 42"/>
              <a:gd name="T50" fmla="*/ 1466880657 w 42"/>
              <a:gd name="T51" fmla="*/ 757169238 h 42"/>
              <a:gd name="T52" fmla="*/ 1466880657 w 42"/>
              <a:gd name="T53" fmla="*/ 804491025 h 42"/>
              <a:gd name="T54" fmla="*/ 1271298434 w 42"/>
              <a:gd name="T55" fmla="*/ 993785054 h 42"/>
              <a:gd name="T56" fmla="*/ 1466880657 w 42"/>
              <a:gd name="T57" fmla="*/ 1183072204 h 42"/>
              <a:gd name="T58" fmla="*/ 1466880657 w 42"/>
              <a:gd name="T59" fmla="*/ 1230393992 h 42"/>
              <a:gd name="T60" fmla="*/ 1271298434 w 42"/>
              <a:gd name="T61" fmla="*/ 1419688021 h 4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2" h="42">
                <a:moveTo>
                  <a:pt x="21" y="42"/>
                </a:moveTo>
                <a:cubicBezTo>
                  <a:pt x="10" y="42"/>
                  <a:pt x="0" y="32"/>
                  <a:pt x="0" y="21"/>
                </a:cubicBezTo>
                <a:cubicBezTo>
                  <a:pt x="0" y="10"/>
                  <a:pt x="10" y="0"/>
                  <a:pt x="21" y="0"/>
                </a:cubicBezTo>
                <a:cubicBezTo>
                  <a:pt x="32" y="0"/>
                  <a:pt x="42" y="10"/>
                  <a:pt x="42" y="21"/>
                </a:cubicBezTo>
                <a:cubicBezTo>
                  <a:pt x="42" y="32"/>
                  <a:pt x="32" y="42"/>
                  <a:pt x="21" y="42"/>
                </a:cubicBezTo>
                <a:close/>
                <a:moveTo>
                  <a:pt x="21" y="6"/>
                </a:moveTo>
                <a:cubicBezTo>
                  <a:pt x="13" y="6"/>
                  <a:pt x="6" y="13"/>
                  <a:pt x="6" y="21"/>
                </a:cubicBezTo>
                <a:cubicBezTo>
                  <a:pt x="6" y="29"/>
                  <a:pt x="13" y="36"/>
                  <a:pt x="21" y="36"/>
                </a:cubicBezTo>
                <a:cubicBezTo>
                  <a:pt x="29" y="36"/>
                  <a:pt x="36" y="29"/>
                  <a:pt x="36" y="21"/>
                </a:cubicBezTo>
                <a:cubicBezTo>
                  <a:pt x="36" y="13"/>
                  <a:pt x="29" y="6"/>
                  <a:pt x="21" y="6"/>
                </a:cubicBezTo>
                <a:close/>
                <a:moveTo>
                  <a:pt x="26" y="30"/>
                </a:moveTo>
                <a:cubicBezTo>
                  <a:pt x="26" y="30"/>
                  <a:pt x="25" y="30"/>
                  <a:pt x="25" y="30"/>
                </a:cubicBezTo>
                <a:cubicBezTo>
                  <a:pt x="21" y="26"/>
                  <a:pt x="21" y="26"/>
                  <a:pt x="21" y="26"/>
                </a:cubicBezTo>
                <a:cubicBezTo>
                  <a:pt x="17" y="30"/>
                  <a:pt x="17" y="30"/>
                  <a:pt x="17" y="30"/>
                </a:cubicBezTo>
                <a:cubicBezTo>
                  <a:pt x="17" y="30"/>
                  <a:pt x="16" y="30"/>
                  <a:pt x="16" y="30"/>
                </a:cubicBezTo>
                <a:cubicBezTo>
                  <a:pt x="12" y="26"/>
                  <a:pt x="12" y="26"/>
                  <a:pt x="12" y="26"/>
                </a:cubicBezTo>
                <a:cubicBezTo>
                  <a:pt x="12" y="26"/>
                  <a:pt x="12" y="25"/>
                  <a:pt x="12" y="25"/>
                </a:cubicBezTo>
                <a:cubicBezTo>
                  <a:pt x="16" y="21"/>
                  <a:pt x="16" y="21"/>
                  <a:pt x="16" y="21"/>
                </a:cubicBezTo>
                <a:cubicBezTo>
                  <a:pt x="12" y="17"/>
                  <a:pt x="12" y="17"/>
                  <a:pt x="12" y="17"/>
                </a:cubicBezTo>
                <a:cubicBezTo>
                  <a:pt x="12" y="17"/>
                  <a:pt x="12" y="16"/>
                  <a:pt x="12" y="16"/>
                </a:cubicBezTo>
                <a:cubicBezTo>
                  <a:pt x="16" y="12"/>
                  <a:pt x="16" y="12"/>
                  <a:pt x="16" y="12"/>
                </a:cubicBezTo>
                <a:cubicBezTo>
                  <a:pt x="16" y="12"/>
                  <a:pt x="17" y="12"/>
                  <a:pt x="17" y="12"/>
                </a:cubicBezTo>
                <a:cubicBezTo>
                  <a:pt x="21" y="16"/>
                  <a:pt x="21" y="16"/>
                  <a:pt x="21" y="16"/>
                </a:cubicBezTo>
                <a:cubicBezTo>
                  <a:pt x="25" y="12"/>
                  <a:pt x="25" y="12"/>
                  <a:pt x="25" y="12"/>
                </a:cubicBezTo>
                <a:cubicBezTo>
                  <a:pt x="25" y="12"/>
                  <a:pt x="26" y="12"/>
                  <a:pt x="26" y="12"/>
                </a:cubicBezTo>
                <a:cubicBezTo>
                  <a:pt x="30" y="16"/>
                  <a:pt x="30" y="16"/>
                  <a:pt x="30" y="16"/>
                </a:cubicBezTo>
                <a:cubicBezTo>
                  <a:pt x="30" y="16"/>
                  <a:pt x="30" y="17"/>
                  <a:pt x="30" y="17"/>
                </a:cubicBezTo>
                <a:cubicBezTo>
                  <a:pt x="26" y="21"/>
                  <a:pt x="26" y="21"/>
                  <a:pt x="26" y="21"/>
                </a:cubicBezTo>
                <a:cubicBezTo>
                  <a:pt x="30" y="25"/>
                  <a:pt x="30" y="25"/>
                  <a:pt x="30" y="25"/>
                </a:cubicBezTo>
                <a:cubicBezTo>
                  <a:pt x="30" y="25"/>
                  <a:pt x="30" y="26"/>
                  <a:pt x="30" y="26"/>
                </a:cubicBezTo>
                <a:lnTo>
                  <a:pt x="26" y="3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0" name="稻壳儿小白白(http://dwz.cn/Wu2UP)"/>
          <p:cNvSpPr>
            <a:spLocks noEditPoints="1"/>
          </p:cNvSpPr>
          <p:nvPr/>
        </p:nvSpPr>
        <p:spPr>
          <a:xfrm>
            <a:off x="9527967" y="5931191"/>
            <a:ext cx="197512" cy="285657"/>
          </a:xfrm>
          <a:custGeom>
            <a:avLst/>
            <a:gdLst>
              <a:gd name="T0" fmla="*/ 658889281 w 28"/>
              <a:gd name="T1" fmla="*/ 1929487684 h 40"/>
              <a:gd name="T2" fmla="*/ 0 w 28"/>
              <a:gd name="T3" fmla="*/ 1254168383 h 40"/>
              <a:gd name="T4" fmla="*/ 94129980 w 28"/>
              <a:gd name="T5" fmla="*/ 916508733 h 40"/>
              <a:gd name="T6" fmla="*/ 564759301 w 28"/>
              <a:gd name="T7" fmla="*/ 96477162 h 40"/>
              <a:gd name="T8" fmla="*/ 658889281 w 28"/>
              <a:gd name="T9" fmla="*/ 0 h 40"/>
              <a:gd name="T10" fmla="*/ 753019261 w 28"/>
              <a:gd name="T11" fmla="*/ 96477162 h 40"/>
              <a:gd name="T12" fmla="*/ 1223648582 w 28"/>
              <a:gd name="T13" fmla="*/ 916508733 h 40"/>
              <a:gd name="T14" fmla="*/ 1317778562 w 28"/>
              <a:gd name="T15" fmla="*/ 1254168383 h 40"/>
              <a:gd name="T16" fmla="*/ 658889281 w 28"/>
              <a:gd name="T17" fmla="*/ 1929487684 h 40"/>
              <a:gd name="T18" fmla="*/ 611827721 w 28"/>
              <a:gd name="T19" fmla="*/ 1350638600 h 40"/>
              <a:gd name="T20" fmla="*/ 517697741 w 28"/>
              <a:gd name="T21" fmla="*/ 1157691221 h 40"/>
              <a:gd name="T22" fmla="*/ 517697741 w 28"/>
              <a:gd name="T23" fmla="*/ 1109456113 h 40"/>
              <a:gd name="T24" fmla="*/ 470636181 w 28"/>
              <a:gd name="T25" fmla="*/ 1157691221 h 40"/>
              <a:gd name="T26" fmla="*/ 376506201 w 28"/>
              <a:gd name="T27" fmla="*/ 1350638600 h 40"/>
              <a:gd name="T28" fmla="*/ 329444641 w 28"/>
              <a:gd name="T29" fmla="*/ 1447115763 h 40"/>
              <a:gd name="T30" fmla="*/ 517697741 w 28"/>
              <a:gd name="T31" fmla="*/ 1591828034 h 40"/>
              <a:gd name="T32" fmla="*/ 658889281 w 28"/>
              <a:gd name="T33" fmla="*/ 1447115763 h 40"/>
              <a:gd name="T34" fmla="*/ 611827721 w 28"/>
              <a:gd name="T35" fmla="*/ 1350638600 h 4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28" h="40">
                <a:moveTo>
                  <a:pt x="14" y="40"/>
                </a:moveTo>
                <a:cubicBezTo>
                  <a:pt x="6" y="40"/>
                  <a:pt x="0" y="34"/>
                  <a:pt x="0" y="26"/>
                </a:cubicBezTo>
                <a:cubicBezTo>
                  <a:pt x="0" y="23"/>
                  <a:pt x="1" y="21"/>
                  <a:pt x="2" y="19"/>
                </a:cubicBezTo>
                <a:cubicBezTo>
                  <a:pt x="4" y="17"/>
                  <a:pt x="10" y="9"/>
                  <a:pt x="12" y="2"/>
                </a:cubicBezTo>
                <a:cubicBezTo>
                  <a:pt x="12" y="1"/>
                  <a:pt x="13" y="0"/>
                  <a:pt x="14" y="0"/>
                </a:cubicBezTo>
                <a:cubicBezTo>
                  <a:pt x="15" y="0"/>
                  <a:pt x="16" y="1"/>
                  <a:pt x="16" y="2"/>
                </a:cubicBezTo>
                <a:cubicBezTo>
                  <a:pt x="18" y="9"/>
                  <a:pt x="24" y="17"/>
                  <a:pt x="26" y="19"/>
                </a:cubicBezTo>
                <a:cubicBezTo>
                  <a:pt x="27" y="21"/>
                  <a:pt x="28" y="23"/>
                  <a:pt x="28" y="26"/>
                </a:cubicBezTo>
                <a:cubicBezTo>
                  <a:pt x="28" y="34"/>
                  <a:pt x="22" y="40"/>
                  <a:pt x="14" y="40"/>
                </a:cubicBezTo>
                <a:close/>
                <a:moveTo>
                  <a:pt x="13" y="28"/>
                </a:moveTo>
                <a:cubicBezTo>
                  <a:pt x="13" y="27"/>
                  <a:pt x="12" y="25"/>
                  <a:pt x="11" y="24"/>
                </a:cubicBezTo>
                <a:cubicBezTo>
                  <a:pt x="11" y="23"/>
                  <a:pt x="11" y="23"/>
                  <a:pt x="11" y="23"/>
                </a:cubicBezTo>
                <a:cubicBezTo>
                  <a:pt x="10" y="23"/>
                  <a:pt x="10" y="23"/>
                  <a:pt x="10" y="24"/>
                </a:cubicBezTo>
                <a:cubicBezTo>
                  <a:pt x="9" y="25"/>
                  <a:pt x="8" y="27"/>
                  <a:pt x="8" y="28"/>
                </a:cubicBezTo>
                <a:cubicBezTo>
                  <a:pt x="7" y="28"/>
                  <a:pt x="7" y="29"/>
                  <a:pt x="7" y="30"/>
                </a:cubicBezTo>
                <a:cubicBezTo>
                  <a:pt x="7" y="31"/>
                  <a:pt x="9" y="33"/>
                  <a:pt x="11" y="33"/>
                </a:cubicBezTo>
                <a:cubicBezTo>
                  <a:pt x="12" y="33"/>
                  <a:pt x="14" y="31"/>
                  <a:pt x="14" y="30"/>
                </a:cubicBezTo>
                <a:cubicBezTo>
                  <a:pt x="14" y="29"/>
                  <a:pt x="14" y="28"/>
                  <a:pt x="13" y="2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1" name="稻壳儿小白白(http://dwz.cn/Wu2UP)"/>
          <p:cNvSpPr/>
          <p:nvPr/>
        </p:nvSpPr>
        <p:spPr>
          <a:xfrm>
            <a:off x="10402894" y="1238250"/>
            <a:ext cx="218732" cy="264437"/>
          </a:xfrm>
          <a:custGeom>
            <a:avLst/>
            <a:gdLst>
              <a:gd name="T0" fmla="*/ 565059359 w 31"/>
              <a:gd name="T1" fmla="*/ 1787540017 h 37"/>
              <a:gd name="T2" fmla="*/ 376708527 w 31"/>
              <a:gd name="T3" fmla="*/ 1787540017 h 37"/>
              <a:gd name="T4" fmla="*/ 329620819 w 31"/>
              <a:gd name="T5" fmla="*/ 1787540017 h 37"/>
              <a:gd name="T6" fmla="*/ 329620819 w 31"/>
              <a:gd name="T7" fmla="*/ 966241228 h 37"/>
              <a:gd name="T8" fmla="*/ 47087708 w 31"/>
              <a:gd name="T9" fmla="*/ 1062862571 h 37"/>
              <a:gd name="T10" fmla="*/ 47087708 w 31"/>
              <a:gd name="T11" fmla="*/ 1062862571 h 37"/>
              <a:gd name="T12" fmla="*/ 0 w 31"/>
              <a:gd name="T13" fmla="*/ 1062862571 h 37"/>
              <a:gd name="T14" fmla="*/ 0 w 31"/>
              <a:gd name="T15" fmla="*/ 1014548424 h 37"/>
              <a:gd name="T16" fmla="*/ 0 w 31"/>
              <a:gd name="T17" fmla="*/ 869612935 h 37"/>
              <a:gd name="T18" fmla="*/ 47087708 w 31"/>
              <a:gd name="T19" fmla="*/ 821298789 h 37"/>
              <a:gd name="T20" fmla="*/ 329620819 w 31"/>
              <a:gd name="T21" fmla="*/ 724677446 h 37"/>
              <a:gd name="T22" fmla="*/ 329620819 w 31"/>
              <a:gd name="T23" fmla="*/ 579741957 h 37"/>
              <a:gd name="T24" fmla="*/ 47087708 w 31"/>
              <a:gd name="T25" fmla="*/ 676363299 h 37"/>
              <a:gd name="T26" fmla="*/ 47087708 w 31"/>
              <a:gd name="T27" fmla="*/ 676363299 h 37"/>
              <a:gd name="T28" fmla="*/ 0 w 31"/>
              <a:gd name="T29" fmla="*/ 676363299 h 37"/>
              <a:gd name="T30" fmla="*/ 0 w 31"/>
              <a:gd name="T31" fmla="*/ 628056103 h 37"/>
              <a:gd name="T32" fmla="*/ 0 w 31"/>
              <a:gd name="T33" fmla="*/ 483120614 h 37"/>
              <a:gd name="T34" fmla="*/ 47087708 w 31"/>
              <a:gd name="T35" fmla="*/ 434806468 h 37"/>
              <a:gd name="T36" fmla="*/ 329620819 w 31"/>
              <a:gd name="T37" fmla="*/ 338185125 h 37"/>
              <a:gd name="T38" fmla="*/ 329620819 w 31"/>
              <a:gd name="T39" fmla="*/ 48314147 h 37"/>
              <a:gd name="T40" fmla="*/ 376708527 w 31"/>
              <a:gd name="T41" fmla="*/ 0 h 37"/>
              <a:gd name="T42" fmla="*/ 565059359 w 31"/>
              <a:gd name="T43" fmla="*/ 0 h 37"/>
              <a:gd name="T44" fmla="*/ 612147067 w 31"/>
              <a:gd name="T45" fmla="*/ 48314147 h 37"/>
              <a:gd name="T46" fmla="*/ 612147067 w 31"/>
              <a:gd name="T47" fmla="*/ 241556832 h 37"/>
              <a:gd name="T48" fmla="*/ 1083031010 w 31"/>
              <a:gd name="T49" fmla="*/ 96621343 h 37"/>
              <a:gd name="T50" fmla="*/ 1130118718 w 31"/>
              <a:gd name="T51" fmla="*/ 96621343 h 37"/>
              <a:gd name="T52" fmla="*/ 1130118718 w 31"/>
              <a:gd name="T53" fmla="*/ 144935489 h 37"/>
              <a:gd name="T54" fmla="*/ 1130118718 w 31"/>
              <a:gd name="T55" fmla="*/ 338185125 h 37"/>
              <a:gd name="T56" fmla="*/ 1130118718 w 31"/>
              <a:gd name="T57" fmla="*/ 338185125 h 37"/>
              <a:gd name="T58" fmla="*/ 612147067 w 31"/>
              <a:gd name="T59" fmla="*/ 531427810 h 37"/>
              <a:gd name="T60" fmla="*/ 612147067 w 31"/>
              <a:gd name="T61" fmla="*/ 628056103 h 37"/>
              <a:gd name="T62" fmla="*/ 1083031010 w 31"/>
              <a:gd name="T63" fmla="*/ 483120614 h 37"/>
              <a:gd name="T64" fmla="*/ 1130118718 w 31"/>
              <a:gd name="T65" fmla="*/ 483120614 h 37"/>
              <a:gd name="T66" fmla="*/ 1130118718 w 31"/>
              <a:gd name="T67" fmla="*/ 531427810 h 37"/>
              <a:gd name="T68" fmla="*/ 1130118718 w 31"/>
              <a:gd name="T69" fmla="*/ 676363299 h 37"/>
              <a:gd name="T70" fmla="*/ 1130118718 w 31"/>
              <a:gd name="T71" fmla="*/ 724677446 h 37"/>
              <a:gd name="T72" fmla="*/ 612147067 w 31"/>
              <a:gd name="T73" fmla="*/ 869612935 h 37"/>
              <a:gd name="T74" fmla="*/ 612147067 w 31"/>
              <a:gd name="T75" fmla="*/ 1497669039 h 37"/>
              <a:gd name="T76" fmla="*/ 1177206426 w 31"/>
              <a:gd name="T77" fmla="*/ 917927082 h 37"/>
              <a:gd name="T78" fmla="*/ 1224300996 w 31"/>
              <a:gd name="T79" fmla="*/ 869612935 h 37"/>
              <a:gd name="T80" fmla="*/ 1412651828 w 31"/>
              <a:gd name="T81" fmla="*/ 869612935 h 37"/>
              <a:gd name="T82" fmla="*/ 1459739536 w 31"/>
              <a:gd name="T83" fmla="*/ 917927082 h 37"/>
              <a:gd name="T84" fmla="*/ 565059359 w 31"/>
              <a:gd name="T85" fmla="*/ 1787540017 h 37"/>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31" h="37">
                <a:moveTo>
                  <a:pt x="12" y="37"/>
                </a:moveTo>
                <a:cubicBezTo>
                  <a:pt x="8" y="37"/>
                  <a:pt x="8" y="37"/>
                  <a:pt x="8" y="37"/>
                </a:cubicBezTo>
                <a:cubicBezTo>
                  <a:pt x="7" y="37"/>
                  <a:pt x="7" y="37"/>
                  <a:pt x="7" y="37"/>
                </a:cubicBezTo>
                <a:cubicBezTo>
                  <a:pt x="7" y="20"/>
                  <a:pt x="7" y="20"/>
                  <a:pt x="7" y="20"/>
                </a:cubicBezTo>
                <a:cubicBezTo>
                  <a:pt x="1" y="22"/>
                  <a:pt x="1" y="22"/>
                  <a:pt x="1" y="22"/>
                </a:cubicBezTo>
                <a:cubicBezTo>
                  <a:pt x="1" y="22"/>
                  <a:pt x="1" y="22"/>
                  <a:pt x="1" y="22"/>
                </a:cubicBezTo>
                <a:cubicBezTo>
                  <a:pt x="1" y="22"/>
                  <a:pt x="1" y="22"/>
                  <a:pt x="0" y="22"/>
                </a:cubicBezTo>
                <a:cubicBezTo>
                  <a:pt x="0" y="22"/>
                  <a:pt x="0" y="21"/>
                  <a:pt x="0" y="21"/>
                </a:cubicBezTo>
                <a:cubicBezTo>
                  <a:pt x="0" y="18"/>
                  <a:pt x="0" y="18"/>
                  <a:pt x="0" y="18"/>
                </a:cubicBezTo>
                <a:cubicBezTo>
                  <a:pt x="0" y="17"/>
                  <a:pt x="0" y="17"/>
                  <a:pt x="1" y="17"/>
                </a:cubicBezTo>
                <a:cubicBezTo>
                  <a:pt x="7" y="15"/>
                  <a:pt x="7" y="15"/>
                  <a:pt x="7" y="15"/>
                </a:cubicBezTo>
                <a:cubicBezTo>
                  <a:pt x="7" y="12"/>
                  <a:pt x="7" y="12"/>
                  <a:pt x="7" y="12"/>
                </a:cubicBezTo>
                <a:cubicBezTo>
                  <a:pt x="1" y="14"/>
                  <a:pt x="1" y="14"/>
                  <a:pt x="1" y="14"/>
                </a:cubicBezTo>
                <a:cubicBezTo>
                  <a:pt x="1" y="14"/>
                  <a:pt x="1" y="14"/>
                  <a:pt x="1" y="14"/>
                </a:cubicBezTo>
                <a:cubicBezTo>
                  <a:pt x="1" y="14"/>
                  <a:pt x="1" y="14"/>
                  <a:pt x="0" y="14"/>
                </a:cubicBezTo>
                <a:cubicBezTo>
                  <a:pt x="0" y="14"/>
                  <a:pt x="0" y="14"/>
                  <a:pt x="0" y="13"/>
                </a:cubicBezTo>
                <a:cubicBezTo>
                  <a:pt x="0" y="10"/>
                  <a:pt x="0" y="10"/>
                  <a:pt x="0" y="10"/>
                </a:cubicBezTo>
                <a:cubicBezTo>
                  <a:pt x="0" y="10"/>
                  <a:pt x="0" y="9"/>
                  <a:pt x="1" y="9"/>
                </a:cubicBezTo>
                <a:cubicBezTo>
                  <a:pt x="7" y="7"/>
                  <a:pt x="7" y="7"/>
                  <a:pt x="7" y="7"/>
                </a:cubicBezTo>
                <a:cubicBezTo>
                  <a:pt x="7" y="1"/>
                  <a:pt x="7" y="1"/>
                  <a:pt x="7" y="1"/>
                </a:cubicBezTo>
                <a:cubicBezTo>
                  <a:pt x="7" y="0"/>
                  <a:pt x="7" y="0"/>
                  <a:pt x="8" y="0"/>
                </a:cubicBezTo>
                <a:cubicBezTo>
                  <a:pt x="12" y="0"/>
                  <a:pt x="12" y="0"/>
                  <a:pt x="12" y="0"/>
                </a:cubicBezTo>
                <a:cubicBezTo>
                  <a:pt x="13" y="0"/>
                  <a:pt x="13" y="0"/>
                  <a:pt x="13" y="1"/>
                </a:cubicBezTo>
                <a:cubicBezTo>
                  <a:pt x="13" y="5"/>
                  <a:pt x="13" y="5"/>
                  <a:pt x="13" y="5"/>
                </a:cubicBezTo>
                <a:cubicBezTo>
                  <a:pt x="23" y="2"/>
                  <a:pt x="23" y="2"/>
                  <a:pt x="23" y="2"/>
                </a:cubicBezTo>
                <a:cubicBezTo>
                  <a:pt x="23" y="2"/>
                  <a:pt x="24" y="2"/>
                  <a:pt x="24" y="2"/>
                </a:cubicBezTo>
                <a:cubicBezTo>
                  <a:pt x="24" y="3"/>
                  <a:pt x="24" y="3"/>
                  <a:pt x="24" y="3"/>
                </a:cubicBezTo>
                <a:cubicBezTo>
                  <a:pt x="24" y="7"/>
                  <a:pt x="24" y="7"/>
                  <a:pt x="24" y="7"/>
                </a:cubicBezTo>
                <a:cubicBezTo>
                  <a:pt x="24" y="7"/>
                  <a:pt x="24" y="7"/>
                  <a:pt x="24" y="7"/>
                </a:cubicBezTo>
                <a:cubicBezTo>
                  <a:pt x="13" y="11"/>
                  <a:pt x="13" y="11"/>
                  <a:pt x="13" y="11"/>
                </a:cubicBezTo>
                <a:cubicBezTo>
                  <a:pt x="13" y="13"/>
                  <a:pt x="13" y="13"/>
                  <a:pt x="13" y="13"/>
                </a:cubicBezTo>
                <a:cubicBezTo>
                  <a:pt x="23" y="10"/>
                  <a:pt x="23" y="10"/>
                  <a:pt x="23" y="10"/>
                </a:cubicBezTo>
                <a:cubicBezTo>
                  <a:pt x="23" y="10"/>
                  <a:pt x="24" y="10"/>
                  <a:pt x="24" y="10"/>
                </a:cubicBezTo>
                <a:cubicBezTo>
                  <a:pt x="24" y="10"/>
                  <a:pt x="24" y="11"/>
                  <a:pt x="24" y="11"/>
                </a:cubicBezTo>
                <a:cubicBezTo>
                  <a:pt x="24" y="14"/>
                  <a:pt x="24" y="14"/>
                  <a:pt x="24" y="14"/>
                </a:cubicBezTo>
                <a:cubicBezTo>
                  <a:pt x="24" y="15"/>
                  <a:pt x="24" y="15"/>
                  <a:pt x="24" y="15"/>
                </a:cubicBezTo>
                <a:cubicBezTo>
                  <a:pt x="13" y="18"/>
                  <a:pt x="13" y="18"/>
                  <a:pt x="13" y="18"/>
                </a:cubicBezTo>
                <a:cubicBezTo>
                  <a:pt x="13" y="31"/>
                  <a:pt x="13" y="31"/>
                  <a:pt x="13" y="31"/>
                </a:cubicBezTo>
                <a:cubicBezTo>
                  <a:pt x="20" y="31"/>
                  <a:pt x="25" y="25"/>
                  <a:pt x="25" y="19"/>
                </a:cubicBezTo>
                <a:cubicBezTo>
                  <a:pt x="25" y="18"/>
                  <a:pt x="25" y="18"/>
                  <a:pt x="26" y="18"/>
                </a:cubicBezTo>
                <a:cubicBezTo>
                  <a:pt x="30" y="18"/>
                  <a:pt x="30" y="18"/>
                  <a:pt x="30" y="18"/>
                </a:cubicBezTo>
                <a:cubicBezTo>
                  <a:pt x="31" y="18"/>
                  <a:pt x="31" y="18"/>
                  <a:pt x="31" y="19"/>
                </a:cubicBezTo>
                <a:cubicBezTo>
                  <a:pt x="31" y="29"/>
                  <a:pt x="23" y="37"/>
                  <a:pt x="12" y="3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2" name="稻壳儿小白白(http://dwz.cn/Wu2UP)"/>
          <p:cNvSpPr/>
          <p:nvPr/>
        </p:nvSpPr>
        <p:spPr>
          <a:xfrm>
            <a:off x="10429011" y="1757330"/>
            <a:ext cx="177924" cy="290554"/>
          </a:xfrm>
          <a:custGeom>
            <a:avLst/>
            <a:gdLst>
              <a:gd name="T0" fmla="*/ 670702210 w 25"/>
              <a:gd name="T1" fmla="*/ 0 h 41"/>
              <a:gd name="T2" fmla="*/ 670702210 w 25"/>
              <a:gd name="T3" fmla="*/ 522508743 h 41"/>
              <a:gd name="T4" fmla="*/ 1149775216 w 25"/>
              <a:gd name="T5" fmla="*/ 522508743 h 41"/>
              <a:gd name="T6" fmla="*/ 1149775216 w 25"/>
              <a:gd name="T7" fmla="*/ 807509753 h 41"/>
              <a:gd name="T8" fmla="*/ 670702210 w 25"/>
              <a:gd name="T9" fmla="*/ 807509753 h 41"/>
              <a:gd name="T10" fmla="*/ 670702210 w 25"/>
              <a:gd name="T11" fmla="*/ 1330018496 h 41"/>
              <a:gd name="T12" fmla="*/ 718612971 w 25"/>
              <a:gd name="T13" fmla="*/ 1520019170 h 41"/>
              <a:gd name="T14" fmla="*/ 766516811 w 25"/>
              <a:gd name="T15" fmla="*/ 1615019506 h 41"/>
              <a:gd name="T16" fmla="*/ 910242174 w 25"/>
              <a:gd name="T17" fmla="*/ 1662526566 h 41"/>
              <a:gd name="T18" fmla="*/ 1197685978 w 25"/>
              <a:gd name="T19" fmla="*/ 1567519338 h 41"/>
              <a:gd name="T20" fmla="*/ 1197685978 w 25"/>
              <a:gd name="T21" fmla="*/ 1852527240 h 41"/>
              <a:gd name="T22" fmla="*/ 958146014 w 25"/>
              <a:gd name="T23" fmla="*/ 1947527576 h 41"/>
              <a:gd name="T24" fmla="*/ 766516811 w 25"/>
              <a:gd name="T25" fmla="*/ 1947527576 h 41"/>
              <a:gd name="T26" fmla="*/ 526983768 w 25"/>
              <a:gd name="T27" fmla="*/ 1947527576 h 41"/>
              <a:gd name="T28" fmla="*/ 335354566 w 25"/>
              <a:gd name="T29" fmla="*/ 1852527240 h 41"/>
              <a:gd name="T30" fmla="*/ 239539964 w 25"/>
              <a:gd name="T31" fmla="*/ 1710026735 h 41"/>
              <a:gd name="T32" fmla="*/ 191629203 w 25"/>
              <a:gd name="T33" fmla="*/ 1520019170 h 41"/>
              <a:gd name="T34" fmla="*/ 191629203 w 25"/>
              <a:gd name="T35" fmla="*/ 807509753 h 41"/>
              <a:gd name="T36" fmla="*/ 0 w 25"/>
              <a:gd name="T37" fmla="*/ 807509753 h 41"/>
              <a:gd name="T38" fmla="*/ 0 w 25"/>
              <a:gd name="T39" fmla="*/ 522508743 h 41"/>
              <a:gd name="T40" fmla="*/ 191629203 w 25"/>
              <a:gd name="T41" fmla="*/ 427508407 h 41"/>
              <a:gd name="T42" fmla="*/ 335354566 w 25"/>
              <a:gd name="T43" fmla="*/ 285001010 h 41"/>
              <a:gd name="T44" fmla="*/ 383258405 w 25"/>
              <a:gd name="T45" fmla="*/ 0 h 41"/>
              <a:gd name="T46" fmla="*/ 670702210 w 25"/>
              <a:gd name="T47" fmla="*/ 0 h 4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25" h="41">
                <a:moveTo>
                  <a:pt x="14" y="0"/>
                </a:moveTo>
                <a:cubicBezTo>
                  <a:pt x="14" y="11"/>
                  <a:pt x="14" y="11"/>
                  <a:pt x="14" y="11"/>
                </a:cubicBezTo>
                <a:cubicBezTo>
                  <a:pt x="24" y="11"/>
                  <a:pt x="24" y="11"/>
                  <a:pt x="24" y="11"/>
                </a:cubicBezTo>
                <a:cubicBezTo>
                  <a:pt x="24" y="17"/>
                  <a:pt x="24" y="17"/>
                  <a:pt x="24" y="17"/>
                </a:cubicBezTo>
                <a:cubicBezTo>
                  <a:pt x="14" y="17"/>
                  <a:pt x="14" y="17"/>
                  <a:pt x="14" y="17"/>
                </a:cubicBezTo>
                <a:cubicBezTo>
                  <a:pt x="14" y="28"/>
                  <a:pt x="14" y="28"/>
                  <a:pt x="14" y="28"/>
                </a:cubicBezTo>
                <a:cubicBezTo>
                  <a:pt x="14" y="30"/>
                  <a:pt x="14" y="32"/>
                  <a:pt x="15" y="32"/>
                </a:cubicBezTo>
                <a:cubicBezTo>
                  <a:pt x="15" y="33"/>
                  <a:pt x="15" y="34"/>
                  <a:pt x="16" y="34"/>
                </a:cubicBezTo>
                <a:cubicBezTo>
                  <a:pt x="17" y="34"/>
                  <a:pt x="18" y="35"/>
                  <a:pt x="19" y="35"/>
                </a:cubicBezTo>
                <a:cubicBezTo>
                  <a:pt x="21" y="35"/>
                  <a:pt x="23" y="34"/>
                  <a:pt x="25" y="33"/>
                </a:cubicBezTo>
                <a:cubicBezTo>
                  <a:pt x="25" y="39"/>
                  <a:pt x="25" y="39"/>
                  <a:pt x="25" y="39"/>
                </a:cubicBezTo>
                <a:cubicBezTo>
                  <a:pt x="23" y="40"/>
                  <a:pt x="22" y="41"/>
                  <a:pt x="20" y="41"/>
                </a:cubicBezTo>
                <a:cubicBezTo>
                  <a:pt x="19" y="41"/>
                  <a:pt x="18" y="41"/>
                  <a:pt x="16" y="41"/>
                </a:cubicBezTo>
                <a:cubicBezTo>
                  <a:pt x="14" y="41"/>
                  <a:pt x="12" y="41"/>
                  <a:pt x="11" y="41"/>
                </a:cubicBezTo>
                <a:cubicBezTo>
                  <a:pt x="9" y="40"/>
                  <a:pt x="8" y="40"/>
                  <a:pt x="7" y="39"/>
                </a:cubicBezTo>
                <a:cubicBezTo>
                  <a:pt x="6" y="38"/>
                  <a:pt x="5" y="37"/>
                  <a:pt x="5" y="36"/>
                </a:cubicBezTo>
                <a:cubicBezTo>
                  <a:pt x="5" y="35"/>
                  <a:pt x="4" y="33"/>
                  <a:pt x="4" y="32"/>
                </a:cubicBezTo>
                <a:cubicBezTo>
                  <a:pt x="4" y="17"/>
                  <a:pt x="4" y="17"/>
                  <a:pt x="4" y="17"/>
                </a:cubicBezTo>
                <a:cubicBezTo>
                  <a:pt x="0" y="17"/>
                  <a:pt x="0" y="17"/>
                  <a:pt x="0" y="17"/>
                </a:cubicBezTo>
                <a:cubicBezTo>
                  <a:pt x="0" y="11"/>
                  <a:pt x="0" y="11"/>
                  <a:pt x="0" y="11"/>
                </a:cubicBezTo>
                <a:cubicBezTo>
                  <a:pt x="2" y="11"/>
                  <a:pt x="3" y="10"/>
                  <a:pt x="4" y="9"/>
                </a:cubicBezTo>
                <a:cubicBezTo>
                  <a:pt x="5" y="8"/>
                  <a:pt x="6" y="7"/>
                  <a:pt x="7" y="6"/>
                </a:cubicBezTo>
                <a:cubicBezTo>
                  <a:pt x="8" y="4"/>
                  <a:pt x="8" y="2"/>
                  <a:pt x="8" y="0"/>
                </a:cubicBezTo>
                <a:lnTo>
                  <a:pt x="14" y="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3" name="稻壳儿小白白(http://dwz.cn/Wu2UP)"/>
          <p:cNvSpPr>
            <a:spLocks noEditPoints="1"/>
          </p:cNvSpPr>
          <p:nvPr/>
        </p:nvSpPr>
        <p:spPr>
          <a:xfrm>
            <a:off x="10366983" y="2284572"/>
            <a:ext cx="290554" cy="292186"/>
          </a:xfrm>
          <a:custGeom>
            <a:avLst/>
            <a:gdLst>
              <a:gd name="T0" fmla="*/ 1947527576 w 41"/>
              <a:gd name="T1" fmla="*/ 1585180390 h 41"/>
              <a:gd name="T2" fmla="*/ 1567519338 w 41"/>
              <a:gd name="T3" fmla="*/ 1969464445 h 41"/>
              <a:gd name="T4" fmla="*/ 380008238 w 41"/>
              <a:gd name="T5" fmla="*/ 1969464445 h 41"/>
              <a:gd name="T6" fmla="*/ 0 w 41"/>
              <a:gd name="T7" fmla="*/ 1585180390 h 41"/>
              <a:gd name="T8" fmla="*/ 0 w 41"/>
              <a:gd name="T9" fmla="*/ 384284055 h 41"/>
              <a:gd name="T10" fmla="*/ 380008238 w 41"/>
              <a:gd name="T11" fmla="*/ 0 h 41"/>
              <a:gd name="T12" fmla="*/ 1567519338 w 41"/>
              <a:gd name="T13" fmla="*/ 0 h 41"/>
              <a:gd name="T14" fmla="*/ 1947527576 w 41"/>
              <a:gd name="T15" fmla="*/ 384284055 h 41"/>
              <a:gd name="T16" fmla="*/ 1947527576 w 41"/>
              <a:gd name="T17" fmla="*/ 1585180390 h 41"/>
              <a:gd name="T18" fmla="*/ 1425018833 w 41"/>
              <a:gd name="T19" fmla="*/ 1393038363 h 41"/>
              <a:gd name="T20" fmla="*/ 1187517991 w 41"/>
              <a:gd name="T21" fmla="*/ 1489105911 h 41"/>
              <a:gd name="T22" fmla="*/ 1092517655 w 41"/>
              <a:gd name="T23" fmla="*/ 1441068671 h 41"/>
              <a:gd name="T24" fmla="*/ 1045017487 w 41"/>
              <a:gd name="T25" fmla="*/ 1393038363 h 41"/>
              <a:gd name="T26" fmla="*/ 1045017487 w 41"/>
              <a:gd name="T27" fmla="*/ 1248926644 h 41"/>
              <a:gd name="T28" fmla="*/ 1045017487 w 41"/>
              <a:gd name="T29" fmla="*/ 864642589 h 41"/>
              <a:gd name="T30" fmla="*/ 1377518665 w 41"/>
              <a:gd name="T31" fmla="*/ 864642589 h 41"/>
              <a:gd name="T32" fmla="*/ 1377518665 w 41"/>
              <a:gd name="T33" fmla="*/ 624463322 h 41"/>
              <a:gd name="T34" fmla="*/ 1045017487 w 41"/>
              <a:gd name="T35" fmla="*/ 624463322 h 41"/>
              <a:gd name="T36" fmla="*/ 1045017487 w 41"/>
              <a:gd name="T37" fmla="*/ 240179267 h 41"/>
              <a:gd name="T38" fmla="*/ 807509753 w 41"/>
              <a:gd name="T39" fmla="*/ 240179267 h 41"/>
              <a:gd name="T40" fmla="*/ 760009585 w 41"/>
              <a:gd name="T41" fmla="*/ 432321294 h 41"/>
              <a:gd name="T42" fmla="*/ 665009248 w 41"/>
              <a:gd name="T43" fmla="*/ 576426082 h 41"/>
              <a:gd name="T44" fmla="*/ 522508743 w 41"/>
              <a:gd name="T45" fmla="*/ 624463322 h 41"/>
              <a:gd name="T46" fmla="*/ 522508743 w 41"/>
              <a:gd name="T47" fmla="*/ 864642589 h 41"/>
              <a:gd name="T48" fmla="*/ 665009248 w 41"/>
              <a:gd name="T49" fmla="*/ 864642589 h 41"/>
              <a:gd name="T50" fmla="*/ 665009248 w 41"/>
              <a:gd name="T51" fmla="*/ 1345001123 h 41"/>
              <a:gd name="T52" fmla="*/ 712509416 w 41"/>
              <a:gd name="T53" fmla="*/ 1537143150 h 41"/>
              <a:gd name="T54" fmla="*/ 760009585 w 41"/>
              <a:gd name="T55" fmla="*/ 1633217630 h 41"/>
              <a:gd name="T56" fmla="*/ 902510090 w 41"/>
              <a:gd name="T57" fmla="*/ 1681247938 h 41"/>
              <a:gd name="T58" fmla="*/ 1092517655 w 41"/>
              <a:gd name="T59" fmla="*/ 1729285178 h 41"/>
              <a:gd name="T60" fmla="*/ 1235018160 w 41"/>
              <a:gd name="T61" fmla="*/ 1729285178 h 41"/>
              <a:gd name="T62" fmla="*/ 1425018833 w 41"/>
              <a:gd name="T63" fmla="*/ 1633217630 h 41"/>
              <a:gd name="T64" fmla="*/ 1425018833 w 41"/>
              <a:gd name="T65" fmla="*/ 1393038363 h 41"/>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1" h="41">
                <a:moveTo>
                  <a:pt x="41" y="33"/>
                </a:moveTo>
                <a:cubicBezTo>
                  <a:pt x="41" y="38"/>
                  <a:pt x="38" y="41"/>
                  <a:pt x="33" y="41"/>
                </a:cubicBezTo>
                <a:cubicBezTo>
                  <a:pt x="8" y="41"/>
                  <a:pt x="8" y="41"/>
                  <a:pt x="8" y="41"/>
                </a:cubicBezTo>
                <a:cubicBezTo>
                  <a:pt x="3" y="41"/>
                  <a:pt x="0" y="38"/>
                  <a:pt x="0" y="33"/>
                </a:cubicBezTo>
                <a:cubicBezTo>
                  <a:pt x="0" y="8"/>
                  <a:pt x="0" y="8"/>
                  <a:pt x="0" y="8"/>
                </a:cubicBezTo>
                <a:cubicBezTo>
                  <a:pt x="0" y="3"/>
                  <a:pt x="3" y="0"/>
                  <a:pt x="8" y="0"/>
                </a:cubicBezTo>
                <a:cubicBezTo>
                  <a:pt x="33" y="0"/>
                  <a:pt x="33" y="0"/>
                  <a:pt x="33" y="0"/>
                </a:cubicBezTo>
                <a:cubicBezTo>
                  <a:pt x="38" y="0"/>
                  <a:pt x="41" y="3"/>
                  <a:pt x="41" y="8"/>
                </a:cubicBezTo>
                <a:lnTo>
                  <a:pt x="41" y="33"/>
                </a:lnTo>
                <a:close/>
                <a:moveTo>
                  <a:pt x="30" y="29"/>
                </a:moveTo>
                <a:cubicBezTo>
                  <a:pt x="29" y="30"/>
                  <a:pt x="27" y="31"/>
                  <a:pt x="25" y="31"/>
                </a:cubicBezTo>
                <a:cubicBezTo>
                  <a:pt x="25" y="31"/>
                  <a:pt x="24" y="31"/>
                  <a:pt x="23" y="30"/>
                </a:cubicBezTo>
                <a:cubicBezTo>
                  <a:pt x="23" y="30"/>
                  <a:pt x="22" y="30"/>
                  <a:pt x="22" y="29"/>
                </a:cubicBezTo>
                <a:cubicBezTo>
                  <a:pt x="22" y="29"/>
                  <a:pt x="22" y="27"/>
                  <a:pt x="22" y="26"/>
                </a:cubicBezTo>
                <a:cubicBezTo>
                  <a:pt x="22" y="18"/>
                  <a:pt x="22" y="18"/>
                  <a:pt x="22" y="18"/>
                </a:cubicBezTo>
                <a:cubicBezTo>
                  <a:pt x="29" y="18"/>
                  <a:pt x="29" y="18"/>
                  <a:pt x="29" y="18"/>
                </a:cubicBezTo>
                <a:cubicBezTo>
                  <a:pt x="29" y="13"/>
                  <a:pt x="29" y="13"/>
                  <a:pt x="29" y="13"/>
                </a:cubicBezTo>
                <a:cubicBezTo>
                  <a:pt x="22" y="13"/>
                  <a:pt x="22" y="13"/>
                  <a:pt x="22" y="13"/>
                </a:cubicBezTo>
                <a:cubicBezTo>
                  <a:pt x="22" y="5"/>
                  <a:pt x="22" y="5"/>
                  <a:pt x="22" y="5"/>
                </a:cubicBezTo>
                <a:cubicBezTo>
                  <a:pt x="17" y="5"/>
                  <a:pt x="17" y="5"/>
                  <a:pt x="17" y="5"/>
                </a:cubicBezTo>
                <a:cubicBezTo>
                  <a:pt x="17" y="7"/>
                  <a:pt x="17" y="8"/>
                  <a:pt x="16" y="9"/>
                </a:cubicBezTo>
                <a:cubicBezTo>
                  <a:pt x="16" y="10"/>
                  <a:pt x="15" y="11"/>
                  <a:pt x="14" y="12"/>
                </a:cubicBezTo>
                <a:cubicBezTo>
                  <a:pt x="13" y="12"/>
                  <a:pt x="12" y="13"/>
                  <a:pt x="11" y="13"/>
                </a:cubicBezTo>
                <a:cubicBezTo>
                  <a:pt x="11" y="18"/>
                  <a:pt x="11" y="18"/>
                  <a:pt x="11" y="18"/>
                </a:cubicBezTo>
                <a:cubicBezTo>
                  <a:pt x="14" y="18"/>
                  <a:pt x="14" y="18"/>
                  <a:pt x="14" y="18"/>
                </a:cubicBezTo>
                <a:cubicBezTo>
                  <a:pt x="14" y="28"/>
                  <a:pt x="14" y="28"/>
                  <a:pt x="14" y="28"/>
                </a:cubicBezTo>
                <a:cubicBezTo>
                  <a:pt x="14" y="30"/>
                  <a:pt x="15" y="31"/>
                  <a:pt x="15" y="32"/>
                </a:cubicBezTo>
                <a:cubicBezTo>
                  <a:pt x="15" y="32"/>
                  <a:pt x="16" y="33"/>
                  <a:pt x="16" y="34"/>
                </a:cubicBezTo>
                <a:cubicBezTo>
                  <a:pt x="17" y="34"/>
                  <a:pt x="18" y="35"/>
                  <a:pt x="19" y="35"/>
                </a:cubicBezTo>
                <a:cubicBezTo>
                  <a:pt x="20" y="36"/>
                  <a:pt x="22" y="36"/>
                  <a:pt x="23" y="36"/>
                </a:cubicBezTo>
                <a:cubicBezTo>
                  <a:pt x="24" y="36"/>
                  <a:pt x="25" y="36"/>
                  <a:pt x="26" y="36"/>
                </a:cubicBezTo>
                <a:cubicBezTo>
                  <a:pt x="28" y="35"/>
                  <a:pt x="29" y="35"/>
                  <a:pt x="30" y="34"/>
                </a:cubicBezTo>
                <a:lnTo>
                  <a:pt x="30" y="2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4" name="稻壳儿小白白(http://dwz.cn/Wu2UP)"/>
          <p:cNvSpPr/>
          <p:nvPr/>
        </p:nvSpPr>
        <p:spPr>
          <a:xfrm>
            <a:off x="10357189" y="2831401"/>
            <a:ext cx="306877" cy="243217"/>
          </a:xfrm>
          <a:custGeom>
            <a:avLst/>
            <a:gdLst>
              <a:gd name="T0" fmla="*/ 1830588190 w 43"/>
              <a:gd name="T1" fmla="*/ 387198792 h 34"/>
              <a:gd name="T2" fmla="*/ 1830588190 w 43"/>
              <a:gd name="T3" fmla="*/ 483998490 h 34"/>
              <a:gd name="T4" fmla="*/ 674427593 w 43"/>
              <a:gd name="T5" fmla="*/ 1645594866 h 34"/>
              <a:gd name="T6" fmla="*/ 0 w 43"/>
              <a:gd name="T7" fmla="*/ 1451995470 h 34"/>
              <a:gd name="T8" fmla="*/ 144519207 w 43"/>
              <a:gd name="T9" fmla="*/ 1451995470 h 34"/>
              <a:gd name="T10" fmla="*/ 626252210 w 43"/>
              <a:gd name="T11" fmla="*/ 1306795923 h 34"/>
              <a:gd name="T12" fmla="*/ 240863031 w 43"/>
              <a:gd name="T13" fmla="*/ 1016396829 h 34"/>
              <a:gd name="T14" fmla="*/ 337213797 w 43"/>
              <a:gd name="T15" fmla="*/ 1016396829 h 34"/>
              <a:gd name="T16" fmla="*/ 433557621 w 43"/>
              <a:gd name="T17" fmla="*/ 1016396829 h 34"/>
              <a:gd name="T18" fmla="*/ 96343824 w 43"/>
              <a:gd name="T19" fmla="*/ 580798188 h 34"/>
              <a:gd name="T20" fmla="*/ 96343824 w 43"/>
              <a:gd name="T21" fmla="*/ 580798188 h 34"/>
              <a:gd name="T22" fmla="*/ 289038414 w 43"/>
              <a:gd name="T23" fmla="*/ 629198037 h 34"/>
              <a:gd name="T24" fmla="*/ 96343824 w 43"/>
              <a:gd name="T25" fmla="*/ 290399094 h 34"/>
              <a:gd name="T26" fmla="*/ 144519207 w 43"/>
              <a:gd name="T27" fmla="*/ 48399849 h 34"/>
              <a:gd name="T28" fmla="*/ 1011641390 w 43"/>
              <a:gd name="T29" fmla="*/ 532398339 h 34"/>
              <a:gd name="T30" fmla="*/ 1011641390 w 43"/>
              <a:gd name="T31" fmla="*/ 435598641 h 34"/>
              <a:gd name="T32" fmla="*/ 1445199010 w 43"/>
              <a:gd name="T33" fmla="*/ 0 h 34"/>
              <a:gd name="T34" fmla="*/ 1734237424 w 43"/>
              <a:gd name="T35" fmla="*/ 145199547 h 34"/>
              <a:gd name="T36" fmla="*/ 1975107397 w 43"/>
              <a:gd name="T37" fmla="*/ 48399849 h 34"/>
              <a:gd name="T38" fmla="*/ 1830588190 w 43"/>
              <a:gd name="T39" fmla="*/ 241999245 h 34"/>
              <a:gd name="T40" fmla="*/ 2071451221 w 43"/>
              <a:gd name="T41" fmla="*/ 193599396 h 34"/>
              <a:gd name="T42" fmla="*/ 1830588190 w 43"/>
              <a:gd name="T43" fmla="*/ 387198792 h 34"/>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3" h="34">
                <a:moveTo>
                  <a:pt x="38" y="8"/>
                </a:moveTo>
                <a:cubicBezTo>
                  <a:pt x="38" y="9"/>
                  <a:pt x="38" y="9"/>
                  <a:pt x="38" y="10"/>
                </a:cubicBezTo>
                <a:cubicBezTo>
                  <a:pt x="38" y="21"/>
                  <a:pt x="30" y="34"/>
                  <a:pt x="14" y="34"/>
                </a:cubicBezTo>
                <a:cubicBezTo>
                  <a:pt x="9" y="34"/>
                  <a:pt x="4" y="33"/>
                  <a:pt x="0" y="30"/>
                </a:cubicBezTo>
                <a:cubicBezTo>
                  <a:pt x="1" y="30"/>
                  <a:pt x="2" y="30"/>
                  <a:pt x="3" y="30"/>
                </a:cubicBezTo>
                <a:cubicBezTo>
                  <a:pt x="7" y="30"/>
                  <a:pt x="10" y="29"/>
                  <a:pt x="13" y="27"/>
                </a:cubicBezTo>
                <a:cubicBezTo>
                  <a:pt x="9" y="27"/>
                  <a:pt x="6" y="24"/>
                  <a:pt x="5" y="21"/>
                </a:cubicBezTo>
                <a:cubicBezTo>
                  <a:pt x="6" y="21"/>
                  <a:pt x="6" y="21"/>
                  <a:pt x="7" y="21"/>
                </a:cubicBezTo>
                <a:cubicBezTo>
                  <a:pt x="8" y="21"/>
                  <a:pt x="8" y="21"/>
                  <a:pt x="9" y="21"/>
                </a:cubicBezTo>
                <a:cubicBezTo>
                  <a:pt x="5" y="20"/>
                  <a:pt x="2" y="16"/>
                  <a:pt x="2" y="12"/>
                </a:cubicBezTo>
                <a:cubicBezTo>
                  <a:pt x="2" y="12"/>
                  <a:pt x="2" y="12"/>
                  <a:pt x="2" y="12"/>
                </a:cubicBezTo>
                <a:cubicBezTo>
                  <a:pt x="3" y="13"/>
                  <a:pt x="5" y="13"/>
                  <a:pt x="6" y="13"/>
                </a:cubicBezTo>
                <a:cubicBezTo>
                  <a:pt x="4" y="12"/>
                  <a:pt x="2" y="9"/>
                  <a:pt x="2" y="6"/>
                </a:cubicBezTo>
                <a:cubicBezTo>
                  <a:pt x="2" y="4"/>
                  <a:pt x="3" y="3"/>
                  <a:pt x="3" y="1"/>
                </a:cubicBezTo>
                <a:cubicBezTo>
                  <a:pt x="8" y="7"/>
                  <a:pt x="14" y="10"/>
                  <a:pt x="21" y="11"/>
                </a:cubicBezTo>
                <a:cubicBezTo>
                  <a:pt x="21" y="10"/>
                  <a:pt x="21" y="9"/>
                  <a:pt x="21" y="9"/>
                </a:cubicBezTo>
                <a:cubicBezTo>
                  <a:pt x="21" y="4"/>
                  <a:pt x="25" y="0"/>
                  <a:pt x="30" y="0"/>
                </a:cubicBezTo>
                <a:cubicBezTo>
                  <a:pt x="32" y="0"/>
                  <a:pt x="34" y="1"/>
                  <a:pt x="36" y="3"/>
                </a:cubicBezTo>
                <a:cubicBezTo>
                  <a:pt x="38" y="2"/>
                  <a:pt x="40" y="2"/>
                  <a:pt x="41" y="1"/>
                </a:cubicBezTo>
                <a:cubicBezTo>
                  <a:pt x="41" y="3"/>
                  <a:pt x="39" y="4"/>
                  <a:pt x="38" y="5"/>
                </a:cubicBezTo>
                <a:cubicBezTo>
                  <a:pt x="39" y="5"/>
                  <a:pt x="41" y="5"/>
                  <a:pt x="43" y="4"/>
                </a:cubicBezTo>
                <a:cubicBezTo>
                  <a:pt x="41" y="6"/>
                  <a:pt x="40" y="7"/>
                  <a:pt x="38" y="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5" name="稻壳儿小白白(http://dwz.cn/Wu2UP)"/>
          <p:cNvSpPr>
            <a:spLocks noEditPoints="1"/>
          </p:cNvSpPr>
          <p:nvPr/>
        </p:nvSpPr>
        <p:spPr>
          <a:xfrm>
            <a:off x="10345763" y="3335791"/>
            <a:ext cx="339524" cy="279127"/>
          </a:xfrm>
          <a:custGeom>
            <a:avLst/>
            <a:gdLst>
              <a:gd name="T0" fmla="*/ 946456388 w 48"/>
              <a:gd name="T1" fmla="*/ 1889528652 h 39"/>
              <a:gd name="T2" fmla="*/ 0 w 48"/>
              <a:gd name="T3" fmla="*/ 1259688088 h 39"/>
              <a:gd name="T4" fmla="*/ 331259392 w 48"/>
              <a:gd name="T5" fmla="*/ 629840564 h 39"/>
              <a:gd name="T6" fmla="*/ 1041106842 w 48"/>
              <a:gd name="T7" fmla="*/ 339146525 h 39"/>
              <a:gd name="T8" fmla="*/ 1088428629 w 48"/>
              <a:gd name="T9" fmla="*/ 581395038 h 39"/>
              <a:gd name="T10" fmla="*/ 1135750417 w 48"/>
              <a:gd name="T11" fmla="*/ 629840564 h 39"/>
              <a:gd name="T12" fmla="*/ 1656303838 w 48"/>
              <a:gd name="T13" fmla="*/ 629840564 h 39"/>
              <a:gd name="T14" fmla="*/ 1656303838 w 48"/>
              <a:gd name="T15" fmla="*/ 872089076 h 39"/>
              <a:gd name="T16" fmla="*/ 1703625625 w 48"/>
              <a:gd name="T17" fmla="*/ 920541563 h 39"/>
              <a:gd name="T18" fmla="*/ 1940241442 w 48"/>
              <a:gd name="T19" fmla="*/ 1211235602 h 39"/>
              <a:gd name="T20" fmla="*/ 946456388 w 48"/>
              <a:gd name="T21" fmla="*/ 1889528652 h 39"/>
              <a:gd name="T22" fmla="*/ 851812813 w 48"/>
              <a:gd name="T23" fmla="*/ 823643550 h 39"/>
              <a:gd name="T24" fmla="*/ 189294029 w 48"/>
              <a:gd name="T25" fmla="*/ 1356586101 h 39"/>
              <a:gd name="T26" fmla="*/ 946456388 w 48"/>
              <a:gd name="T27" fmla="*/ 1744178153 h 39"/>
              <a:gd name="T28" fmla="*/ 1561660263 w 48"/>
              <a:gd name="T29" fmla="*/ 1211235602 h 39"/>
              <a:gd name="T30" fmla="*/ 851812813 w 48"/>
              <a:gd name="T31" fmla="*/ 823643550 h 39"/>
              <a:gd name="T32" fmla="*/ 709847450 w 48"/>
              <a:gd name="T33" fmla="*/ 1647280140 h 39"/>
              <a:gd name="T34" fmla="*/ 520553421 w 48"/>
              <a:gd name="T35" fmla="*/ 1259688088 h 39"/>
              <a:gd name="T36" fmla="*/ 946456388 w 48"/>
              <a:gd name="T37" fmla="*/ 1017439576 h 39"/>
              <a:gd name="T38" fmla="*/ 1183072204 w 48"/>
              <a:gd name="T39" fmla="*/ 1453484114 h 39"/>
              <a:gd name="T40" fmla="*/ 709847450 w 48"/>
              <a:gd name="T41" fmla="*/ 1647280140 h 39"/>
              <a:gd name="T42" fmla="*/ 804491025 w 48"/>
              <a:gd name="T43" fmla="*/ 1308133615 h 39"/>
              <a:gd name="T44" fmla="*/ 615196996 w 48"/>
              <a:gd name="T45" fmla="*/ 1356586101 h 39"/>
              <a:gd name="T46" fmla="*/ 662518783 w 48"/>
              <a:gd name="T47" fmla="*/ 1501929640 h 39"/>
              <a:gd name="T48" fmla="*/ 851812813 w 48"/>
              <a:gd name="T49" fmla="*/ 1453484114 h 39"/>
              <a:gd name="T50" fmla="*/ 804491025 w 48"/>
              <a:gd name="T51" fmla="*/ 1308133615 h 39"/>
              <a:gd name="T52" fmla="*/ 946456388 w 48"/>
              <a:gd name="T53" fmla="*/ 1259688088 h 39"/>
              <a:gd name="T54" fmla="*/ 851812813 w 48"/>
              <a:gd name="T55" fmla="*/ 1259688088 h 39"/>
              <a:gd name="T56" fmla="*/ 899134600 w 48"/>
              <a:gd name="T57" fmla="*/ 1308133615 h 39"/>
              <a:gd name="T58" fmla="*/ 946456388 w 48"/>
              <a:gd name="T59" fmla="*/ 1308133615 h 39"/>
              <a:gd name="T60" fmla="*/ 946456388 w 48"/>
              <a:gd name="T61" fmla="*/ 1259688088 h 39"/>
              <a:gd name="T62" fmla="*/ 2147483646 w 48"/>
              <a:gd name="T63" fmla="*/ 823643550 h 39"/>
              <a:gd name="T64" fmla="*/ 2129535471 w 48"/>
              <a:gd name="T65" fmla="*/ 872089076 h 39"/>
              <a:gd name="T66" fmla="*/ 2034885017 w 48"/>
              <a:gd name="T67" fmla="*/ 775191064 h 39"/>
              <a:gd name="T68" fmla="*/ 1987563229 w 48"/>
              <a:gd name="T69" fmla="*/ 339146525 h 39"/>
              <a:gd name="T70" fmla="*/ 1561660263 w 48"/>
              <a:gd name="T71" fmla="*/ 193796026 h 39"/>
              <a:gd name="T72" fmla="*/ 1467009808 w 48"/>
              <a:gd name="T73" fmla="*/ 145350500 h 39"/>
              <a:gd name="T74" fmla="*/ 1514331596 w 48"/>
              <a:gd name="T75" fmla="*/ 0 h 39"/>
              <a:gd name="T76" fmla="*/ 2082206804 w 48"/>
              <a:gd name="T77" fmla="*/ 193796026 h 39"/>
              <a:gd name="T78" fmla="*/ 2147483646 w 48"/>
              <a:gd name="T79" fmla="*/ 823643550 h 39"/>
              <a:gd name="T80" fmla="*/ 1940241442 w 48"/>
              <a:gd name="T81" fmla="*/ 726738577 h 39"/>
              <a:gd name="T82" fmla="*/ 1845597867 w 48"/>
              <a:gd name="T83" fmla="*/ 775191064 h 39"/>
              <a:gd name="T84" fmla="*/ 1798269200 w 48"/>
              <a:gd name="T85" fmla="*/ 678293051 h 39"/>
              <a:gd name="T86" fmla="*/ 1750947413 w 48"/>
              <a:gd name="T87" fmla="*/ 532942551 h 39"/>
              <a:gd name="T88" fmla="*/ 1608982050 w 48"/>
              <a:gd name="T89" fmla="*/ 484497025 h 39"/>
              <a:gd name="T90" fmla="*/ 1514331596 w 48"/>
              <a:gd name="T91" fmla="*/ 436044538 h 39"/>
              <a:gd name="T92" fmla="*/ 1608982050 w 48"/>
              <a:gd name="T93" fmla="*/ 339146525 h 39"/>
              <a:gd name="T94" fmla="*/ 1845597867 w 48"/>
              <a:gd name="T95" fmla="*/ 436044538 h 39"/>
              <a:gd name="T96" fmla="*/ 1940241442 w 48"/>
              <a:gd name="T97" fmla="*/ 726738577 h 39"/>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48" h="39">
                <a:moveTo>
                  <a:pt x="20" y="39"/>
                </a:moveTo>
                <a:cubicBezTo>
                  <a:pt x="10" y="39"/>
                  <a:pt x="0" y="34"/>
                  <a:pt x="0" y="26"/>
                </a:cubicBezTo>
                <a:cubicBezTo>
                  <a:pt x="0" y="22"/>
                  <a:pt x="2" y="17"/>
                  <a:pt x="7" y="13"/>
                </a:cubicBezTo>
                <a:cubicBezTo>
                  <a:pt x="13" y="7"/>
                  <a:pt x="20" y="4"/>
                  <a:pt x="22" y="7"/>
                </a:cubicBezTo>
                <a:cubicBezTo>
                  <a:pt x="24" y="8"/>
                  <a:pt x="24" y="10"/>
                  <a:pt x="23" y="12"/>
                </a:cubicBezTo>
                <a:cubicBezTo>
                  <a:pt x="23" y="14"/>
                  <a:pt x="24" y="13"/>
                  <a:pt x="24" y="13"/>
                </a:cubicBezTo>
                <a:cubicBezTo>
                  <a:pt x="29" y="11"/>
                  <a:pt x="33" y="11"/>
                  <a:pt x="35" y="13"/>
                </a:cubicBezTo>
                <a:cubicBezTo>
                  <a:pt x="36" y="14"/>
                  <a:pt x="36" y="16"/>
                  <a:pt x="35" y="18"/>
                </a:cubicBezTo>
                <a:cubicBezTo>
                  <a:pt x="34" y="19"/>
                  <a:pt x="35" y="19"/>
                  <a:pt x="36" y="19"/>
                </a:cubicBezTo>
                <a:cubicBezTo>
                  <a:pt x="38" y="20"/>
                  <a:pt x="41" y="22"/>
                  <a:pt x="41" y="25"/>
                </a:cubicBezTo>
                <a:cubicBezTo>
                  <a:pt x="41" y="32"/>
                  <a:pt x="33" y="39"/>
                  <a:pt x="20" y="39"/>
                </a:cubicBezTo>
                <a:close/>
                <a:moveTo>
                  <a:pt x="18" y="17"/>
                </a:moveTo>
                <a:cubicBezTo>
                  <a:pt x="10" y="18"/>
                  <a:pt x="4" y="23"/>
                  <a:pt x="4" y="28"/>
                </a:cubicBezTo>
                <a:cubicBezTo>
                  <a:pt x="5" y="33"/>
                  <a:pt x="12" y="37"/>
                  <a:pt x="20" y="36"/>
                </a:cubicBezTo>
                <a:cubicBezTo>
                  <a:pt x="28" y="35"/>
                  <a:pt x="34" y="31"/>
                  <a:pt x="33" y="25"/>
                </a:cubicBezTo>
                <a:cubicBezTo>
                  <a:pt x="33" y="20"/>
                  <a:pt x="26" y="17"/>
                  <a:pt x="18" y="17"/>
                </a:cubicBezTo>
                <a:close/>
                <a:moveTo>
                  <a:pt x="15" y="34"/>
                </a:moveTo>
                <a:cubicBezTo>
                  <a:pt x="11" y="33"/>
                  <a:pt x="9" y="29"/>
                  <a:pt x="11" y="26"/>
                </a:cubicBezTo>
                <a:cubicBezTo>
                  <a:pt x="12" y="22"/>
                  <a:pt x="17" y="20"/>
                  <a:pt x="20" y="21"/>
                </a:cubicBezTo>
                <a:cubicBezTo>
                  <a:pt x="24" y="22"/>
                  <a:pt x="26" y="26"/>
                  <a:pt x="25" y="30"/>
                </a:cubicBezTo>
                <a:cubicBezTo>
                  <a:pt x="23" y="33"/>
                  <a:pt x="19" y="35"/>
                  <a:pt x="15" y="34"/>
                </a:cubicBezTo>
                <a:close/>
                <a:moveTo>
                  <a:pt x="17" y="27"/>
                </a:moveTo>
                <a:cubicBezTo>
                  <a:pt x="16" y="26"/>
                  <a:pt x="14" y="27"/>
                  <a:pt x="13" y="28"/>
                </a:cubicBezTo>
                <a:cubicBezTo>
                  <a:pt x="12" y="29"/>
                  <a:pt x="13" y="31"/>
                  <a:pt x="14" y="31"/>
                </a:cubicBezTo>
                <a:cubicBezTo>
                  <a:pt x="15" y="32"/>
                  <a:pt x="17" y="31"/>
                  <a:pt x="18" y="30"/>
                </a:cubicBezTo>
                <a:cubicBezTo>
                  <a:pt x="18" y="29"/>
                  <a:pt x="18" y="27"/>
                  <a:pt x="17" y="27"/>
                </a:cubicBezTo>
                <a:close/>
                <a:moveTo>
                  <a:pt x="20" y="26"/>
                </a:moveTo>
                <a:cubicBezTo>
                  <a:pt x="19" y="25"/>
                  <a:pt x="19" y="26"/>
                  <a:pt x="18" y="26"/>
                </a:cubicBezTo>
                <a:cubicBezTo>
                  <a:pt x="18" y="27"/>
                  <a:pt x="18" y="27"/>
                  <a:pt x="19" y="27"/>
                </a:cubicBezTo>
                <a:cubicBezTo>
                  <a:pt x="19" y="28"/>
                  <a:pt x="20" y="27"/>
                  <a:pt x="20" y="27"/>
                </a:cubicBezTo>
                <a:cubicBezTo>
                  <a:pt x="20" y="26"/>
                  <a:pt x="20" y="26"/>
                  <a:pt x="20" y="26"/>
                </a:cubicBezTo>
                <a:close/>
                <a:moveTo>
                  <a:pt x="47" y="17"/>
                </a:moveTo>
                <a:cubicBezTo>
                  <a:pt x="47" y="18"/>
                  <a:pt x="46" y="18"/>
                  <a:pt x="45" y="18"/>
                </a:cubicBezTo>
                <a:cubicBezTo>
                  <a:pt x="44" y="18"/>
                  <a:pt x="43" y="17"/>
                  <a:pt x="43" y="16"/>
                </a:cubicBezTo>
                <a:cubicBezTo>
                  <a:pt x="44" y="13"/>
                  <a:pt x="44" y="9"/>
                  <a:pt x="42" y="7"/>
                </a:cubicBezTo>
                <a:cubicBezTo>
                  <a:pt x="39" y="4"/>
                  <a:pt x="36" y="3"/>
                  <a:pt x="33" y="4"/>
                </a:cubicBezTo>
                <a:cubicBezTo>
                  <a:pt x="32" y="4"/>
                  <a:pt x="31" y="4"/>
                  <a:pt x="31" y="3"/>
                </a:cubicBezTo>
                <a:cubicBezTo>
                  <a:pt x="31" y="2"/>
                  <a:pt x="31" y="1"/>
                  <a:pt x="32" y="0"/>
                </a:cubicBezTo>
                <a:cubicBezTo>
                  <a:pt x="36" y="0"/>
                  <a:pt x="41" y="1"/>
                  <a:pt x="44" y="4"/>
                </a:cubicBezTo>
                <a:cubicBezTo>
                  <a:pt x="47" y="8"/>
                  <a:pt x="48" y="13"/>
                  <a:pt x="47" y="17"/>
                </a:cubicBezTo>
                <a:close/>
                <a:moveTo>
                  <a:pt x="41" y="15"/>
                </a:moveTo>
                <a:cubicBezTo>
                  <a:pt x="40" y="16"/>
                  <a:pt x="40" y="16"/>
                  <a:pt x="39" y="16"/>
                </a:cubicBezTo>
                <a:cubicBezTo>
                  <a:pt x="38" y="16"/>
                  <a:pt x="37" y="15"/>
                  <a:pt x="38" y="14"/>
                </a:cubicBezTo>
                <a:cubicBezTo>
                  <a:pt x="38" y="13"/>
                  <a:pt x="38" y="12"/>
                  <a:pt x="37" y="11"/>
                </a:cubicBezTo>
                <a:cubicBezTo>
                  <a:pt x="36" y="10"/>
                  <a:pt x="35" y="10"/>
                  <a:pt x="34" y="10"/>
                </a:cubicBezTo>
                <a:cubicBezTo>
                  <a:pt x="33" y="10"/>
                  <a:pt x="32" y="10"/>
                  <a:pt x="32" y="9"/>
                </a:cubicBezTo>
                <a:cubicBezTo>
                  <a:pt x="32" y="8"/>
                  <a:pt x="33" y="7"/>
                  <a:pt x="34" y="7"/>
                </a:cubicBezTo>
                <a:cubicBezTo>
                  <a:pt x="36" y="6"/>
                  <a:pt x="38" y="7"/>
                  <a:pt x="39" y="9"/>
                </a:cubicBezTo>
                <a:cubicBezTo>
                  <a:pt x="41" y="10"/>
                  <a:pt x="41" y="13"/>
                  <a:pt x="41" y="1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6" name="稻壳儿小白白(http://dwz.cn/Wu2UP)"/>
          <p:cNvSpPr>
            <a:spLocks noEditPoints="1"/>
          </p:cNvSpPr>
          <p:nvPr/>
        </p:nvSpPr>
        <p:spPr>
          <a:xfrm>
            <a:off x="10314748" y="3841812"/>
            <a:ext cx="391758" cy="319936"/>
          </a:xfrm>
          <a:custGeom>
            <a:avLst/>
            <a:gdLst>
              <a:gd name="T0" fmla="*/ 1775522345 w 55"/>
              <a:gd name="T1" fmla="*/ 621525582 h 45"/>
              <a:gd name="T2" fmla="*/ 1007731145 w 55"/>
              <a:gd name="T3" fmla="*/ 1386477486 h 45"/>
              <a:gd name="T4" fmla="*/ 1007731145 w 55"/>
              <a:gd name="T5" fmla="*/ 1577717190 h 45"/>
              <a:gd name="T6" fmla="*/ 959739000 w 55"/>
              <a:gd name="T7" fmla="*/ 1577717190 h 45"/>
              <a:gd name="T8" fmla="*/ 623835545 w 55"/>
              <a:gd name="T9" fmla="*/ 1529903807 h 45"/>
              <a:gd name="T10" fmla="*/ 287925164 w 55"/>
              <a:gd name="T11" fmla="*/ 1673337042 h 45"/>
              <a:gd name="T12" fmla="*/ 383895600 w 55"/>
              <a:gd name="T13" fmla="*/ 1434283954 h 45"/>
              <a:gd name="T14" fmla="*/ 0 w 55"/>
              <a:gd name="T15" fmla="*/ 764951903 h 45"/>
              <a:gd name="T16" fmla="*/ 959739000 w 55"/>
              <a:gd name="T17" fmla="*/ 0 h 45"/>
              <a:gd name="T18" fmla="*/ 1871499709 w 55"/>
              <a:gd name="T19" fmla="*/ 669332051 h 45"/>
              <a:gd name="T20" fmla="*/ 1775522345 w 55"/>
              <a:gd name="T21" fmla="*/ 621525582 h 45"/>
              <a:gd name="T22" fmla="*/ 623835545 w 55"/>
              <a:gd name="T23" fmla="*/ 382479409 h 45"/>
              <a:gd name="T24" fmla="*/ 479872964 w 55"/>
              <a:gd name="T25" fmla="*/ 525905730 h 45"/>
              <a:gd name="T26" fmla="*/ 623835545 w 55"/>
              <a:gd name="T27" fmla="*/ 621525582 h 45"/>
              <a:gd name="T28" fmla="*/ 767791200 w 55"/>
              <a:gd name="T29" fmla="*/ 525905730 h 45"/>
              <a:gd name="T30" fmla="*/ 623835545 w 55"/>
              <a:gd name="T31" fmla="*/ 382479409 h 45"/>
              <a:gd name="T32" fmla="*/ 2147483646 w 55"/>
              <a:gd name="T33" fmla="*/ 1912383216 h 45"/>
              <a:gd name="T34" fmla="*/ 2147483646 w 55"/>
              <a:gd name="T35" fmla="*/ 2147483646 h 45"/>
              <a:gd name="T36" fmla="*/ 2111432727 w 55"/>
              <a:gd name="T37" fmla="*/ 2008003068 h 45"/>
              <a:gd name="T38" fmla="*/ 1823507564 w 55"/>
              <a:gd name="T39" fmla="*/ 2055809537 h 45"/>
              <a:gd name="T40" fmla="*/ 1055716364 w 55"/>
              <a:gd name="T41" fmla="*/ 1386477486 h 45"/>
              <a:gd name="T42" fmla="*/ 1823507564 w 55"/>
              <a:gd name="T43" fmla="*/ 669332051 h 45"/>
              <a:gd name="T44" fmla="*/ 2147483646 w 55"/>
              <a:gd name="T45" fmla="*/ 1386477486 h 45"/>
              <a:gd name="T46" fmla="*/ 2147483646 w 55"/>
              <a:gd name="T47" fmla="*/ 1912383216 h 45"/>
              <a:gd name="T48" fmla="*/ 1295649382 w 55"/>
              <a:gd name="T49" fmla="*/ 382479409 h 45"/>
              <a:gd name="T50" fmla="*/ 1151693727 w 55"/>
              <a:gd name="T51" fmla="*/ 525905730 h 45"/>
              <a:gd name="T52" fmla="*/ 1295649382 w 55"/>
              <a:gd name="T53" fmla="*/ 621525582 h 45"/>
              <a:gd name="T54" fmla="*/ 1391626745 w 55"/>
              <a:gd name="T55" fmla="*/ 525905730 h 45"/>
              <a:gd name="T56" fmla="*/ 1295649382 w 55"/>
              <a:gd name="T57" fmla="*/ 382479409 h 45"/>
              <a:gd name="T58" fmla="*/ 1583574545 w 55"/>
              <a:gd name="T59" fmla="*/ 1051811460 h 45"/>
              <a:gd name="T60" fmla="*/ 1487597182 w 55"/>
              <a:gd name="T61" fmla="*/ 1147431312 h 45"/>
              <a:gd name="T62" fmla="*/ 1583574545 w 55"/>
              <a:gd name="T63" fmla="*/ 1243051164 h 45"/>
              <a:gd name="T64" fmla="*/ 1727537127 w 55"/>
              <a:gd name="T65" fmla="*/ 1147431312 h 45"/>
              <a:gd name="T66" fmla="*/ 1583574545 w 55"/>
              <a:gd name="T67" fmla="*/ 1051811460 h 45"/>
              <a:gd name="T68" fmla="*/ 2111432727 w 55"/>
              <a:gd name="T69" fmla="*/ 1051811460 h 45"/>
              <a:gd name="T70" fmla="*/ 2015455364 w 55"/>
              <a:gd name="T71" fmla="*/ 1147431312 h 45"/>
              <a:gd name="T72" fmla="*/ 2111432727 w 55"/>
              <a:gd name="T73" fmla="*/ 1243051164 h 45"/>
              <a:gd name="T74" fmla="*/ 2147483646 w 55"/>
              <a:gd name="T75" fmla="*/ 1147431312 h 45"/>
              <a:gd name="T76" fmla="*/ 2111432727 w 55"/>
              <a:gd name="T77" fmla="*/ 1051811460 h 4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55" h="45">
                <a:moveTo>
                  <a:pt x="37" y="13"/>
                </a:moveTo>
                <a:cubicBezTo>
                  <a:pt x="28" y="13"/>
                  <a:pt x="21" y="20"/>
                  <a:pt x="21" y="29"/>
                </a:cubicBezTo>
                <a:cubicBezTo>
                  <a:pt x="21" y="30"/>
                  <a:pt x="21" y="32"/>
                  <a:pt x="21" y="33"/>
                </a:cubicBezTo>
                <a:cubicBezTo>
                  <a:pt x="21" y="33"/>
                  <a:pt x="20" y="33"/>
                  <a:pt x="20" y="33"/>
                </a:cubicBezTo>
                <a:cubicBezTo>
                  <a:pt x="17" y="33"/>
                  <a:pt x="15" y="32"/>
                  <a:pt x="13" y="32"/>
                </a:cubicBezTo>
                <a:cubicBezTo>
                  <a:pt x="6" y="35"/>
                  <a:pt x="6" y="35"/>
                  <a:pt x="6" y="35"/>
                </a:cubicBezTo>
                <a:cubicBezTo>
                  <a:pt x="8" y="30"/>
                  <a:pt x="8" y="30"/>
                  <a:pt x="8" y="30"/>
                </a:cubicBezTo>
                <a:cubicBezTo>
                  <a:pt x="3" y="26"/>
                  <a:pt x="0" y="22"/>
                  <a:pt x="0" y="16"/>
                </a:cubicBezTo>
                <a:cubicBezTo>
                  <a:pt x="0" y="7"/>
                  <a:pt x="9" y="0"/>
                  <a:pt x="20" y="0"/>
                </a:cubicBezTo>
                <a:cubicBezTo>
                  <a:pt x="29" y="0"/>
                  <a:pt x="37" y="6"/>
                  <a:pt x="39" y="14"/>
                </a:cubicBezTo>
                <a:cubicBezTo>
                  <a:pt x="39" y="13"/>
                  <a:pt x="38" y="13"/>
                  <a:pt x="37" y="13"/>
                </a:cubicBezTo>
                <a:close/>
                <a:moveTo>
                  <a:pt x="13" y="8"/>
                </a:moveTo>
                <a:cubicBezTo>
                  <a:pt x="12" y="8"/>
                  <a:pt x="10" y="9"/>
                  <a:pt x="10" y="11"/>
                </a:cubicBezTo>
                <a:cubicBezTo>
                  <a:pt x="10" y="12"/>
                  <a:pt x="12" y="13"/>
                  <a:pt x="13" y="13"/>
                </a:cubicBezTo>
                <a:cubicBezTo>
                  <a:pt x="15" y="13"/>
                  <a:pt x="16" y="12"/>
                  <a:pt x="16" y="11"/>
                </a:cubicBezTo>
                <a:cubicBezTo>
                  <a:pt x="16" y="9"/>
                  <a:pt x="15" y="8"/>
                  <a:pt x="13" y="8"/>
                </a:cubicBezTo>
                <a:close/>
                <a:moveTo>
                  <a:pt x="48" y="40"/>
                </a:moveTo>
                <a:cubicBezTo>
                  <a:pt x="50" y="45"/>
                  <a:pt x="50" y="45"/>
                  <a:pt x="50" y="45"/>
                </a:cubicBezTo>
                <a:cubicBezTo>
                  <a:pt x="44" y="42"/>
                  <a:pt x="44" y="42"/>
                  <a:pt x="44" y="42"/>
                </a:cubicBezTo>
                <a:cubicBezTo>
                  <a:pt x="42" y="42"/>
                  <a:pt x="40" y="43"/>
                  <a:pt x="38" y="43"/>
                </a:cubicBezTo>
                <a:cubicBezTo>
                  <a:pt x="29" y="43"/>
                  <a:pt x="22" y="36"/>
                  <a:pt x="22" y="29"/>
                </a:cubicBezTo>
                <a:cubicBezTo>
                  <a:pt x="22" y="21"/>
                  <a:pt x="29" y="14"/>
                  <a:pt x="38" y="14"/>
                </a:cubicBezTo>
                <a:cubicBezTo>
                  <a:pt x="47" y="14"/>
                  <a:pt x="55" y="21"/>
                  <a:pt x="55" y="29"/>
                </a:cubicBezTo>
                <a:cubicBezTo>
                  <a:pt x="55" y="33"/>
                  <a:pt x="52" y="37"/>
                  <a:pt x="48" y="40"/>
                </a:cubicBezTo>
                <a:close/>
                <a:moveTo>
                  <a:pt x="27" y="8"/>
                </a:moveTo>
                <a:cubicBezTo>
                  <a:pt x="25" y="8"/>
                  <a:pt x="24" y="9"/>
                  <a:pt x="24" y="11"/>
                </a:cubicBezTo>
                <a:cubicBezTo>
                  <a:pt x="24" y="12"/>
                  <a:pt x="25" y="13"/>
                  <a:pt x="27" y="13"/>
                </a:cubicBezTo>
                <a:cubicBezTo>
                  <a:pt x="28" y="13"/>
                  <a:pt x="29" y="12"/>
                  <a:pt x="29" y="11"/>
                </a:cubicBezTo>
                <a:cubicBezTo>
                  <a:pt x="29" y="9"/>
                  <a:pt x="28" y="8"/>
                  <a:pt x="27" y="8"/>
                </a:cubicBezTo>
                <a:close/>
                <a:moveTo>
                  <a:pt x="33" y="22"/>
                </a:moveTo>
                <a:cubicBezTo>
                  <a:pt x="32" y="22"/>
                  <a:pt x="31" y="23"/>
                  <a:pt x="31" y="24"/>
                </a:cubicBezTo>
                <a:cubicBezTo>
                  <a:pt x="31" y="25"/>
                  <a:pt x="32" y="26"/>
                  <a:pt x="33" y="26"/>
                </a:cubicBezTo>
                <a:cubicBezTo>
                  <a:pt x="35" y="26"/>
                  <a:pt x="36" y="25"/>
                  <a:pt x="36" y="24"/>
                </a:cubicBezTo>
                <a:cubicBezTo>
                  <a:pt x="36" y="23"/>
                  <a:pt x="35" y="22"/>
                  <a:pt x="33" y="22"/>
                </a:cubicBezTo>
                <a:close/>
                <a:moveTo>
                  <a:pt x="44" y="22"/>
                </a:moveTo>
                <a:cubicBezTo>
                  <a:pt x="43" y="22"/>
                  <a:pt x="42" y="23"/>
                  <a:pt x="42" y="24"/>
                </a:cubicBezTo>
                <a:cubicBezTo>
                  <a:pt x="42" y="25"/>
                  <a:pt x="43" y="26"/>
                  <a:pt x="44" y="26"/>
                </a:cubicBezTo>
                <a:cubicBezTo>
                  <a:pt x="45" y="26"/>
                  <a:pt x="46" y="25"/>
                  <a:pt x="46" y="24"/>
                </a:cubicBezTo>
                <a:cubicBezTo>
                  <a:pt x="46" y="23"/>
                  <a:pt x="45" y="22"/>
                  <a:pt x="44" y="2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7" name="稻壳儿小白白(http://dwz.cn/Wu2UP)"/>
          <p:cNvSpPr>
            <a:spLocks noEditPoints="1"/>
          </p:cNvSpPr>
          <p:nvPr/>
        </p:nvSpPr>
        <p:spPr>
          <a:xfrm>
            <a:off x="10350659" y="4360892"/>
            <a:ext cx="313407" cy="334627"/>
          </a:xfrm>
          <a:custGeom>
            <a:avLst/>
            <a:gdLst>
              <a:gd name="T0" fmla="*/ 1439611964 w 44"/>
              <a:gd name="T1" fmla="*/ 1726000137 h 47"/>
              <a:gd name="T2" fmla="*/ 767791200 w 44"/>
              <a:gd name="T3" fmla="*/ 2147483646 h 47"/>
              <a:gd name="T4" fmla="*/ 0 w 44"/>
              <a:gd name="T5" fmla="*/ 1486277703 h 47"/>
              <a:gd name="T6" fmla="*/ 479872964 w 44"/>
              <a:gd name="T7" fmla="*/ 815053504 h 47"/>
              <a:gd name="T8" fmla="*/ 527858182 w 44"/>
              <a:gd name="T9" fmla="*/ 958889734 h 47"/>
              <a:gd name="T10" fmla="*/ 191947800 w 44"/>
              <a:gd name="T11" fmla="*/ 1486277703 h 47"/>
              <a:gd name="T12" fmla="*/ 767791200 w 44"/>
              <a:gd name="T13" fmla="*/ 2061608774 h 47"/>
              <a:gd name="T14" fmla="*/ 1343641527 w 44"/>
              <a:gd name="T15" fmla="*/ 1486277703 h 47"/>
              <a:gd name="T16" fmla="*/ 1439611964 w 44"/>
              <a:gd name="T17" fmla="*/ 1726000137 h 47"/>
              <a:gd name="T18" fmla="*/ 2111432727 w 44"/>
              <a:gd name="T19" fmla="*/ 1726000137 h 47"/>
              <a:gd name="T20" fmla="*/ 1775522345 w 44"/>
              <a:gd name="T21" fmla="*/ 1917779468 h 47"/>
              <a:gd name="T22" fmla="*/ 1727537127 w 44"/>
              <a:gd name="T23" fmla="*/ 1917779468 h 47"/>
              <a:gd name="T24" fmla="*/ 1679551909 w 44"/>
              <a:gd name="T25" fmla="*/ 1869829442 h 47"/>
              <a:gd name="T26" fmla="*/ 1343641527 w 44"/>
              <a:gd name="T27" fmla="*/ 1246555270 h 47"/>
              <a:gd name="T28" fmla="*/ 767791200 w 44"/>
              <a:gd name="T29" fmla="*/ 1246555270 h 47"/>
              <a:gd name="T30" fmla="*/ 671820764 w 44"/>
              <a:gd name="T31" fmla="*/ 1198612168 h 47"/>
              <a:gd name="T32" fmla="*/ 527858182 w 44"/>
              <a:gd name="T33" fmla="*/ 191779332 h 47"/>
              <a:gd name="T34" fmla="*/ 575843400 w 44"/>
              <a:gd name="T35" fmla="*/ 143836230 h 47"/>
              <a:gd name="T36" fmla="*/ 767791200 w 44"/>
              <a:gd name="T37" fmla="*/ 0 h 47"/>
              <a:gd name="T38" fmla="*/ 959739000 w 44"/>
              <a:gd name="T39" fmla="*/ 191779332 h 47"/>
              <a:gd name="T40" fmla="*/ 719805982 w 44"/>
              <a:gd name="T41" fmla="*/ 383558663 h 47"/>
              <a:gd name="T42" fmla="*/ 767791200 w 44"/>
              <a:gd name="T43" fmla="*/ 767110403 h 47"/>
              <a:gd name="T44" fmla="*/ 1343641527 w 44"/>
              <a:gd name="T45" fmla="*/ 767110403 h 47"/>
              <a:gd name="T46" fmla="*/ 1343641527 w 44"/>
              <a:gd name="T47" fmla="*/ 910946632 h 47"/>
              <a:gd name="T48" fmla="*/ 815783345 w 44"/>
              <a:gd name="T49" fmla="*/ 910946632 h 47"/>
              <a:gd name="T50" fmla="*/ 815783345 w 44"/>
              <a:gd name="T51" fmla="*/ 1102719040 h 47"/>
              <a:gd name="T52" fmla="*/ 1391626745 w 44"/>
              <a:gd name="T53" fmla="*/ 1102719040 h 47"/>
              <a:gd name="T54" fmla="*/ 1487597182 w 44"/>
              <a:gd name="T55" fmla="*/ 1150669066 h 47"/>
              <a:gd name="T56" fmla="*/ 1775522345 w 44"/>
              <a:gd name="T57" fmla="*/ 1726000137 h 47"/>
              <a:gd name="T58" fmla="*/ 2015455364 w 44"/>
              <a:gd name="T59" fmla="*/ 1582163907 h 47"/>
              <a:gd name="T60" fmla="*/ 2111432727 w 44"/>
              <a:gd name="T61" fmla="*/ 1726000137 h 47"/>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44" h="47">
                <a:moveTo>
                  <a:pt x="30" y="36"/>
                </a:moveTo>
                <a:cubicBezTo>
                  <a:pt x="28" y="42"/>
                  <a:pt x="22" y="47"/>
                  <a:pt x="16" y="47"/>
                </a:cubicBezTo>
                <a:cubicBezTo>
                  <a:pt x="7" y="47"/>
                  <a:pt x="0" y="40"/>
                  <a:pt x="0" y="31"/>
                </a:cubicBezTo>
                <a:cubicBezTo>
                  <a:pt x="0" y="25"/>
                  <a:pt x="4" y="19"/>
                  <a:pt x="10" y="17"/>
                </a:cubicBezTo>
                <a:cubicBezTo>
                  <a:pt x="11" y="20"/>
                  <a:pt x="11" y="20"/>
                  <a:pt x="11" y="20"/>
                </a:cubicBezTo>
                <a:cubicBezTo>
                  <a:pt x="6" y="22"/>
                  <a:pt x="4" y="27"/>
                  <a:pt x="4" y="31"/>
                </a:cubicBezTo>
                <a:cubicBezTo>
                  <a:pt x="4" y="38"/>
                  <a:pt x="9" y="43"/>
                  <a:pt x="16" y="43"/>
                </a:cubicBezTo>
                <a:cubicBezTo>
                  <a:pt x="23" y="43"/>
                  <a:pt x="28" y="38"/>
                  <a:pt x="28" y="31"/>
                </a:cubicBezTo>
                <a:lnTo>
                  <a:pt x="30" y="36"/>
                </a:lnTo>
                <a:close/>
                <a:moveTo>
                  <a:pt x="44" y="36"/>
                </a:moveTo>
                <a:cubicBezTo>
                  <a:pt x="37" y="40"/>
                  <a:pt x="37" y="40"/>
                  <a:pt x="37" y="40"/>
                </a:cubicBezTo>
                <a:cubicBezTo>
                  <a:pt x="37" y="40"/>
                  <a:pt x="37" y="40"/>
                  <a:pt x="36" y="40"/>
                </a:cubicBezTo>
                <a:cubicBezTo>
                  <a:pt x="36" y="40"/>
                  <a:pt x="35" y="40"/>
                  <a:pt x="35" y="39"/>
                </a:cubicBezTo>
                <a:cubicBezTo>
                  <a:pt x="28" y="26"/>
                  <a:pt x="28" y="26"/>
                  <a:pt x="28" y="26"/>
                </a:cubicBezTo>
                <a:cubicBezTo>
                  <a:pt x="16" y="26"/>
                  <a:pt x="16" y="26"/>
                  <a:pt x="16" y="26"/>
                </a:cubicBezTo>
                <a:cubicBezTo>
                  <a:pt x="15" y="26"/>
                  <a:pt x="14" y="26"/>
                  <a:pt x="14" y="25"/>
                </a:cubicBezTo>
                <a:cubicBezTo>
                  <a:pt x="11" y="4"/>
                  <a:pt x="11" y="4"/>
                  <a:pt x="11" y="4"/>
                </a:cubicBezTo>
                <a:cubicBezTo>
                  <a:pt x="11" y="4"/>
                  <a:pt x="11" y="3"/>
                  <a:pt x="12" y="3"/>
                </a:cubicBezTo>
                <a:cubicBezTo>
                  <a:pt x="12" y="1"/>
                  <a:pt x="14" y="0"/>
                  <a:pt x="16" y="0"/>
                </a:cubicBezTo>
                <a:cubicBezTo>
                  <a:pt x="18" y="0"/>
                  <a:pt x="20" y="2"/>
                  <a:pt x="20" y="4"/>
                </a:cubicBezTo>
                <a:cubicBezTo>
                  <a:pt x="20" y="6"/>
                  <a:pt x="18" y="9"/>
                  <a:pt x="15" y="8"/>
                </a:cubicBezTo>
                <a:cubicBezTo>
                  <a:pt x="16" y="16"/>
                  <a:pt x="16" y="16"/>
                  <a:pt x="16" y="16"/>
                </a:cubicBezTo>
                <a:cubicBezTo>
                  <a:pt x="28" y="16"/>
                  <a:pt x="28" y="16"/>
                  <a:pt x="28" y="16"/>
                </a:cubicBezTo>
                <a:cubicBezTo>
                  <a:pt x="28" y="19"/>
                  <a:pt x="28" y="19"/>
                  <a:pt x="28" y="19"/>
                </a:cubicBezTo>
                <a:cubicBezTo>
                  <a:pt x="17" y="19"/>
                  <a:pt x="17" y="19"/>
                  <a:pt x="17" y="19"/>
                </a:cubicBezTo>
                <a:cubicBezTo>
                  <a:pt x="17" y="23"/>
                  <a:pt x="17" y="23"/>
                  <a:pt x="17" y="23"/>
                </a:cubicBezTo>
                <a:cubicBezTo>
                  <a:pt x="29" y="23"/>
                  <a:pt x="29" y="23"/>
                  <a:pt x="29" y="23"/>
                </a:cubicBezTo>
                <a:cubicBezTo>
                  <a:pt x="30" y="23"/>
                  <a:pt x="31" y="23"/>
                  <a:pt x="31" y="24"/>
                </a:cubicBezTo>
                <a:cubicBezTo>
                  <a:pt x="37" y="36"/>
                  <a:pt x="37" y="36"/>
                  <a:pt x="37" y="36"/>
                </a:cubicBezTo>
                <a:cubicBezTo>
                  <a:pt x="42" y="33"/>
                  <a:pt x="42" y="33"/>
                  <a:pt x="42" y="33"/>
                </a:cubicBezTo>
                <a:lnTo>
                  <a:pt x="44" y="3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8" name="稻壳儿小白白(http://dwz.cn/Wu2UP)"/>
          <p:cNvSpPr>
            <a:spLocks noEditPoints="1"/>
          </p:cNvSpPr>
          <p:nvPr/>
        </p:nvSpPr>
        <p:spPr>
          <a:xfrm>
            <a:off x="10350659" y="4901192"/>
            <a:ext cx="321569" cy="313407"/>
          </a:xfrm>
          <a:custGeom>
            <a:avLst/>
            <a:gdLst>
              <a:gd name="T0" fmla="*/ 384419303 w 107"/>
              <a:gd name="T1" fmla="*/ 420881908 h 104"/>
              <a:gd name="T2" fmla="*/ 0 w 107"/>
              <a:gd name="T3" fmla="*/ 420881908 h 104"/>
              <a:gd name="T4" fmla="*/ 0 w 107"/>
              <a:gd name="T5" fmla="*/ 120252392 h 104"/>
              <a:gd name="T6" fmla="*/ 384419303 w 107"/>
              <a:gd name="T7" fmla="*/ 60124731 h 104"/>
              <a:gd name="T8" fmla="*/ 384419303 w 107"/>
              <a:gd name="T9" fmla="*/ 420881908 h 104"/>
              <a:gd name="T10" fmla="*/ 384419303 w 107"/>
              <a:gd name="T11" fmla="*/ 833173731 h 104"/>
              <a:gd name="T12" fmla="*/ 0 w 107"/>
              <a:gd name="T13" fmla="*/ 773046069 h 104"/>
              <a:gd name="T14" fmla="*/ 0 w 107"/>
              <a:gd name="T15" fmla="*/ 463829400 h 104"/>
              <a:gd name="T16" fmla="*/ 384419303 w 107"/>
              <a:gd name="T17" fmla="*/ 463829400 h 104"/>
              <a:gd name="T18" fmla="*/ 384419303 w 107"/>
              <a:gd name="T19" fmla="*/ 833173731 h 104"/>
              <a:gd name="T20" fmla="*/ 914065950 w 107"/>
              <a:gd name="T21" fmla="*/ 420881908 h 104"/>
              <a:gd name="T22" fmla="*/ 427132884 w 107"/>
              <a:gd name="T23" fmla="*/ 420881908 h 104"/>
              <a:gd name="T24" fmla="*/ 427132884 w 107"/>
              <a:gd name="T25" fmla="*/ 60124731 h 104"/>
              <a:gd name="T26" fmla="*/ 914065950 w 107"/>
              <a:gd name="T27" fmla="*/ 0 h 104"/>
              <a:gd name="T28" fmla="*/ 914065950 w 107"/>
              <a:gd name="T29" fmla="*/ 420881908 h 104"/>
              <a:gd name="T30" fmla="*/ 914065950 w 107"/>
              <a:gd name="T31" fmla="*/ 893298462 h 104"/>
              <a:gd name="T32" fmla="*/ 427132884 w 107"/>
              <a:gd name="T33" fmla="*/ 833173731 h 104"/>
              <a:gd name="T34" fmla="*/ 427132884 w 107"/>
              <a:gd name="T35" fmla="*/ 463829400 h 104"/>
              <a:gd name="T36" fmla="*/ 914065950 w 107"/>
              <a:gd name="T37" fmla="*/ 463829400 h 104"/>
              <a:gd name="T38" fmla="*/ 914065950 w 107"/>
              <a:gd name="T39" fmla="*/ 893298462 h 10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07" h="104">
                <a:moveTo>
                  <a:pt x="45" y="49"/>
                </a:moveTo>
                <a:lnTo>
                  <a:pt x="0" y="49"/>
                </a:lnTo>
                <a:lnTo>
                  <a:pt x="0" y="14"/>
                </a:lnTo>
                <a:lnTo>
                  <a:pt x="45" y="7"/>
                </a:lnTo>
                <a:lnTo>
                  <a:pt x="45" y="49"/>
                </a:lnTo>
                <a:close/>
                <a:moveTo>
                  <a:pt x="45" y="97"/>
                </a:moveTo>
                <a:lnTo>
                  <a:pt x="0" y="90"/>
                </a:lnTo>
                <a:lnTo>
                  <a:pt x="0" y="54"/>
                </a:lnTo>
                <a:lnTo>
                  <a:pt x="45" y="54"/>
                </a:lnTo>
                <a:lnTo>
                  <a:pt x="45" y="97"/>
                </a:lnTo>
                <a:close/>
                <a:moveTo>
                  <a:pt x="107" y="49"/>
                </a:moveTo>
                <a:lnTo>
                  <a:pt x="50" y="49"/>
                </a:lnTo>
                <a:lnTo>
                  <a:pt x="50" y="7"/>
                </a:lnTo>
                <a:lnTo>
                  <a:pt x="107" y="0"/>
                </a:lnTo>
                <a:lnTo>
                  <a:pt x="107" y="49"/>
                </a:lnTo>
                <a:close/>
                <a:moveTo>
                  <a:pt x="107" y="104"/>
                </a:moveTo>
                <a:lnTo>
                  <a:pt x="50" y="97"/>
                </a:lnTo>
                <a:lnTo>
                  <a:pt x="50" y="54"/>
                </a:lnTo>
                <a:lnTo>
                  <a:pt x="107" y="54"/>
                </a:lnTo>
                <a:lnTo>
                  <a:pt x="107" y="10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09" name="稻壳儿小白白(http://dwz.cn/Wu2UP)"/>
          <p:cNvSpPr>
            <a:spLocks noEditPoints="1"/>
          </p:cNvSpPr>
          <p:nvPr/>
        </p:nvSpPr>
        <p:spPr>
          <a:xfrm>
            <a:off x="10345763" y="5420272"/>
            <a:ext cx="339524" cy="270966"/>
          </a:xfrm>
          <a:custGeom>
            <a:avLst/>
            <a:gdLst>
              <a:gd name="T0" fmla="*/ 2147483646 w 48"/>
              <a:gd name="T1" fmla="*/ 1009938758 h 38"/>
              <a:gd name="T2" fmla="*/ 1750947413 w 48"/>
              <a:gd name="T3" fmla="*/ 1827511201 h 38"/>
              <a:gd name="T4" fmla="*/ 1514331596 w 48"/>
              <a:gd name="T5" fmla="*/ 1827511201 h 38"/>
              <a:gd name="T6" fmla="*/ 1230393992 w 48"/>
              <a:gd name="T7" fmla="*/ 1009938758 h 38"/>
              <a:gd name="T8" fmla="*/ 757169238 w 48"/>
              <a:gd name="T9" fmla="*/ 1827511201 h 38"/>
              <a:gd name="T10" fmla="*/ 520553421 w 48"/>
              <a:gd name="T11" fmla="*/ 1827511201 h 38"/>
              <a:gd name="T12" fmla="*/ 283937604 w 48"/>
              <a:gd name="T13" fmla="*/ 1009938758 h 38"/>
              <a:gd name="T14" fmla="*/ 0 w 48"/>
              <a:gd name="T15" fmla="*/ 961845445 h 38"/>
              <a:gd name="T16" fmla="*/ 0 w 48"/>
              <a:gd name="T17" fmla="*/ 865665755 h 38"/>
              <a:gd name="T18" fmla="*/ 189294029 w 48"/>
              <a:gd name="T19" fmla="*/ 673292505 h 38"/>
              <a:gd name="T20" fmla="*/ 0 w 48"/>
              <a:gd name="T21" fmla="*/ 625199193 h 38"/>
              <a:gd name="T22" fmla="*/ 0 w 48"/>
              <a:gd name="T23" fmla="*/ 529019503 h 38"/>
              <a:gd name="T24" fmla="*/ 47321788 w 48"/>
              <a:gd name="T25" fmla="*/ 96186625 h 38"/>
              <a:gd name="T26" fmla="*/ 94643575 w 48"/>
              <a:gd name="T27" fmla="*/ 0 h 38"/>
              <a:gd name="T28" fmla="*/ 283937604 w 48"/>
              <a:gd name="T29" fmla="*/ 48093313 h 38"/>
              <a:gd name="T30" fmla="*/ 851812813 w 48"/>
              <a:gd name="T31" fmla="*/ 529019503 h 38"/>
              <a:gd name="T32" fmla="*/ 1041106842 w 48"/>
              <a:gd name="T33" fmla="*/ 0 h 38"/>
              <a:gd name="T34" fmla="*/ 1230393992 w 48"/>
              <a:gd name="T35" fmla="*/ 48093313 h 38"/>
              <a:gd name="T36" fmla="*/ 1798269200 w 48"/>
              <a:gd name="T37" fmla="*/ 529019503 h 38"/>
              <a:gd name="T38" fmla="*/ 1987563229 w 48"/>
              <a:gd name="T39" fmla="*/ 0 h 38"/>
              <a:gd name="T40" fmla="*/ 2147483646 w 48"/>
              <a:gd name="T41" fmla="*/ 48093313 h 38"/>
              <a:gd name="T42" fmla="*/ 2082206804 w 48"/>
              <a:gd name="T43" fmla="*/ 529019503 h 38"/>
              <a:gd name="T44" fmla="*/ 2147483646 w 48"/>
              <a:gd name="T45" fmla="*/ 577105880 h 38"/>
              <a:gd name="T46" fmla="*/ 2147483646 w 48"/>
              <a:gd name="T47" fmla="*/ 673292505 h 38"/>
              <a:gd name="T48" fmla="*/ 1987563229 w 48"/>
              <a:gd name="T49" fmla="*/ 865665755 h 38"/>
              <a:gd name="T50" fmla="*/ 2147483646 w 48"/>
              <a:gd name="T51" fmla="*/ 865665755 h 38"/>
              <a:gd name="T52" fmla="*/ 804491025 w 48"/>
              <a:gd name="T53" fmla="*/ 673292505 h 38"/>
              <a:gd name="T54" fmla="*/ 473231633 w 48"/>
              <a:gd name="T55" fmla="*/ 865665755 h 38"/>
              <a:gd name="T56" fmla="*/ 804491025 w 48"/>
              <a:gd name="T57" fmla="*/ 673292505 h 38"/>
              <a:gd name="T58" fmla="*/ 520553421 w 48"/>
              <a:gd name="T59" fmla="*/ 1009938758 h 38"/>
              <a:gd name="T60" fmla="*/ 615196996 w 48"/>
              <a:gd name="T61" fmla="*/ 1394678323 h 38"/>
              <a:gd name="T62" fmla="*/ 709847450 w 48"/>
              <a:gd name="T63" fmla="*/ 1009938758 h 38"/>
              <a:gd name="T64" fmla="*/ 1135750417 w 48"/>
              <a:gd name="T65" fmla="*/ 673292505 h 38"/>
              <a:gd name="T66" fmla="*/ 1041106842 w 48"/>
              <a:gd name="T67" fmla="*/ 865665755 h 38"/>
              <a:gd name="T68" fmla="*/ 1750947413 w 48"/>
              <a:gd name="T69" fmla="*/ 673292505 h 38"/>
              <a:gd name="T70" fmla="*/ 1419688021 w 48"/>
              <a:gd name="T71" fmla="*/ 865665755 h 38"/>
              <a:gd name="T72" fmla="*/ 1750947413 w 48"/>
              <a:gd name="T73" fmla="*/ 673292505 h 38"/>
              <a:gd name="T74" fmla="*/ 1467009808 w 48"/>
              <a:gd name="T75" fmla="*/ 1009938758 h 38"/>
              <a:gd name="T76" fmla="*/ 1608982050 w 48"/>
              <a:gd name="T77" fmla="*/ 1394678323 h 38"/>
              <a:gd name="T78" fmla="*/ 1703625625 w 48"/>
              <a:gd name="T79" fmla="*/ 1009938758 h 38"/>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8" h="38">
                <a:moveTo>
                  <a:pt x="48" y="20"/>
                </a:moveTo>
                <a:cubicBezTo>
                  <a:pt x="48" y="21"/>
                  <a:pt x="47" y="21"/>
                  <a:pt x="47" y="21"/>
                </a:cubicBezTo>
                <a:cubicBezTo>
                  <a:pt x="41" y="21"/>
                  <a:pt x="41" y="21"/>
                  <a:pt x="41" y="21"/>
                </a:cubicBezTo>
                <a:cubicBezTo>
                  <a:pt x="37" y="38"/>
                  <a:pt x="37" y="38"/>
                  <a:pt x="37" y="38"/>
                </a:cubicBezTo>
                <a:cubicBezTo>
                  <a:pt x="36" y="38"/>
                  <a:pt x="36" y="38"/>
                  <a:pt x="36" y="38"/>
                </a:cubicBezTo>
                <a:cubicBezTo>
                  <a:pt x="32" y="38"/>
                  <a:pt x="32" y="38"/>
                  <a:pt x="32" y="38"/>
                </a:cubicBezTo>
                <a:cubicBezTo>
                  <a:pt x="31" y="38"/>
                  <a:pt x="31" y="38"/>
                  <a:pt x="31" y="38"/>
                </a:cubicBezTo>
                <a:cubicBezTo>
                  <a:pt x="26" y="21"/>
                  <a:pt x="26" y="21"/>
                  <a:pt x="26" y="21"/>
                </a:cubicBezTo>
                <a:cubicBezTo>
                  <a:pt x="21" y="21"/>
                  <a:pt x="21" y="21"/>
                  <a:pt x="21" y="21"/>
                </a:cubicBezTo>
                <a:cubicBezTo>
                  <a:pt x="16" y="38"/>
                  <a:pt x="16" y="38"/>
                  <a:pt x="16" y="38"/>
                </a:cubicBezTo>
                <a:cubicBezTo>
                  <a:pt x="16" y="38"/>
                  <a:pt x="16" y="38"/>
                  <a:pt x="15" y="38"/>
                </a:cubicBezTo>
                <a:cubicBezTo>
                  <a:pt x="11" y="38"/>
                  <a:pt x="11" y="38"/>
                  <a:pt x="11" y="38"/>
                </a:cubicBezTo>
                <a:cubicBezTo>
                  <a:pt x="11" y="38"/>
                  <a:pt x="10" y="38"/>
                  <a:pt x="10" y="38"/>
                </a:cubicBezTo>
                <a:cubicBezTo>
                  <a:pt x="6" y="21"/>
                  <a:pt x="6" y="21"/>
                  <a:pt x="6" y="21"/>
                </a:cubicBezTo>
                <a:cubicBezTo>
                  <a:pt x="0" y="21"/>
                  <a:pt x="0" y="21"/>
                  <a:pt x="0" y="21"/>
                </a:cubicBezTo>
                <a:cubicBezTo>
                  <a:pt x="0" y="21"/>
                  <a:pt x="0" y="21"/>
                  <a:pt x="0" y="20"/>
                </a:cubicBezTo>
                <a:cubicBezTo>
                  <a:pt x="0" y="18"/>
                  <a:pt x="0" y="18"/>
                  <a:pt x="0" y="18"/>
                </a:cubicBezTo>
                <a:cubicBezTo>
                  <a:pt x="0" y="18"/>
                  <a:pt x="0" y="18"/>
                  <a:pt x="0" y="18"/>
                </a:cubicBezTo>
                <a:cubicBezTo>
                  <a:pt x="5" y="18"/>
                  <a:pt x="5" y="18"/>
                  <a:pt x="5" y="18"/>
                </a:cubicBezTo>
                <a:cubicBezTo>
                  <a:pt x="4" y="14"/>
                  <a:pt x="4" y="14"/>
                  <a:pt x="4" y="14"/>
                </a:cubicBezTo>
                <a:cubicBezTo>
                  <a:pt x="0" y="14"/>
                  <a:pt x="0" y="14"/>
                  <a:pt x="0" y="14"/>
                </a:cubicBezTo>
                <a:cubicBezTo>
                  <a:pt x="0" y="14"/>
                  <a:pt x="0" y="14"/>
                  <a:pt x="0" y="13"/>
                </a:cubicBezTo>
                <a:cubicBezTo>
                  <a:pt x="0" y="12"/>
                  <a:pt x="0" y="12"/>
                  <a:pt x="0" y="12"/>
                </a:cubicBezTo>
                <a:cubicBezTo>
                  <a:pt x="0" y="11"/>
                  <a:pt x="0" y="11"/>
                  <a:pt x="0" y="11"/>
                </a:cubicBezTo>
                <a:cubicBezTo>
                  <a:pt x="3" y="11"/>
                  <a:pt x="3" y="11"/>
                  <a:pt x="3" y="11"/>
                </a:cubicBezTo>
                <a:cubicBezTo>
                  <a:pt x="1" y="2"/>
                  <a:pt x="1" y="2"/>
                  <a:pt x="1" y="2"/>
                </a:cubicBezTo>
                <a:cubicBezTo>
                  <a:pt x="1" y="1"/>
                  <a:pt x="1" y="1"/>
                  <a:pt x="1" y="1"/>
                </a:cubicBezTo>
                <a:cubicBezTo>
                  <a:pt x="1" y="1"/>
                  <a:pt x="1" y="0"/>
                  <a:pt x="2" y="0"/>
                </a:cubicBezTo>
                <a:cubicBezTo>
                  <a:pt x="5" y="0"/>
                  <a:pt x="5" y="0"/>
                  <a:pt x="5" y="0"/>
                </a:cubicBezTo>
                <a:cubicBezTo>
                  <a:pt x="6" y="0"/>
                  <a:pt x="6" y="1"/>
                  <a:pt x="6" y="1"/>
                </a:cubicBezTo>
                <a:cubicBezTo>
                  <a:pt x="9" y="11"/>
                  <a:pt x="9" y="11"/>
                  <a:pt x="9" y="11"/>
                </a:cubicBezTo>
                <a:cubicBezTo>
                  <a:pt x="18" y="11"/>
                  <a:pt x="18" y="11"/>
                  <a:pt x="18" y="11"/>
                </a:cubicBezTo>
                <a:cubicBezTo>
                  <a:pt x="21" y="1"/>
                  <a:pt x="21" y="1"/>
                  <a:pt x="21" y="1"/>
                </a:cubicBezTo>
                <a:cubicBezTo>
                  <a:pt x="21" y="1"/>
                  <a:pt x="21" y="0"/>
                  <a:pt x="22" y="0"/>
                </a:cubicBezTo>
                <a:cubicBezTo>
                  <a:pt x="25" y="0"/>
                  <a:pt x="25" y="0"/>
                  <a:pt x="25" y="0"/>
                </a:cubicBezTo>
                <a:cubicBezTo>
                  <a:pt x="26" y="0"/>
                  <a:pt x="26" y="1"/>
                  <a:pt x="26" y="1"/>
                </a:cubicBezTo>
                <a:cubicBezTo>
                  <a:pt x="29" y="11"/>
                  <a:pt x="29" y="11"/>
                  <a:pt x="29" y="11"/>
                </a:cubicBezTo>
                <a:cubicBezTo>
                  <a:pt x="38" y="11"/>
                  <a:pt x="38" y="11"/>
                  <a:pt x="38" y="11"/>
                </a:cubicBezTo>
                <a:cubicBezTo>
                  <a:pt x="41" y="1"/>
                  <a:pt x="41" y="1"/>
                  <a:pt x="41" y="1"/>
                </a:cubicBezTo>
                <a:cubicBezTo>
                  <a:pt x="41" y="1"/>
                  <a:pt x="41" y="0"/>
                  <a:pt x="42" y="0"/>
                </a:cubicBezTo>
                <a:cubicBezTo>
                  <a:pt x="45" y="0"/>
                  <a:pt x="45" y="0"/>
                  <a:pt x="45" y="0"/>
                </a:cubicBezTo>
                <a:cubicBezTo>
                  <a:pt x="46" y="0"/>
                  <a:pt x="46" y="1"/>
                  <a:pt x="46" y="1"/>
                </a:cubicBezTo>
                <a:cubicBezTo>
                  <a:pt x="46" y="1"/>
                  <a:pt x="46" y="1"/>
                  <a:pt x="46" y="2"/>
                </a:cubicBezTo>
                <a:cubicBezTo>
                  <a:pt x="44" y="11"/>
                  <a:pt x="44" y="11"/>
                  <a:pt x="44" y="11"/>
                </a:cubicBezTo>
                <a:cubicBezTo>
                  <a:pt x="47" y="11"/>
                  <a:pt x="47" y="11"/>
                  <a:pt x="47" y="11"/>
                </a:cubicBezTo>
                <a:cubicBezTo>
                  <a:pt x="47" y="11"/>
                  <a:pt x="48" y="11"/>
                  <a:pt x="48" y="12"/>
                </a:cubicBezTo>
                <a:cubicBezTo>
                  <a:pt x="48" y="13"/>
                  <a:pt x="48" y="13"/>
                  <a:pt x="48" y="13"/>
                </a:cubicBezTo>
                <a:cubicBezTo>
                  <a:pt x="48" y="14"/>
                  <a:pt x="47" y="14"/>
                  <a:pt x="47" y="14"/>
                </a:cubicBezTo>
                <a:cubicBezTo>
                  <a:pt x="43" y="14"/>
                  <a:pt x="43" y="14"/>
                  <a:pt x="43" y="14"/>
                </a:cubicBezTo>
                <a:cubicBezTo>
                  <a:pt x="42" y="18"/>
                  <a:pt x="42" y="18"/>
                  <a:pt x="42" y="18"/>
                </a:cubicBezTo>
                <a:cubicBezTo>
                  <a:pt x="47" y="18"/>
                  <a:pt x="47" y="18"/>
                  <a:pt x="47" y="18"/>
                </a:cubicBezTo>
                <a:cubicBezTo>
                  <a:pt x="47" y="18"/>
                  <a:pt x="48" y="18"/>
                  <a:pt x="48" y="18"/>
                </a:cubicBezTo>
                <a:lnTo>
                  <a:pt x="48" y="20"/>
                </a:lnTo>
                <a:close/>
                <a:moveTo>
                  <a:pt x="17" y="14"/>
                </a:moveTo>
                <a:cubicBezTo>
                  <a:pt x="10" y="14"/>
                  <a:pt x="10" y="14"/>
                  <a:pt x="10" y="14"/>
                </a:cubicBezTo>
                <a:cubicBezTo>
                  <a:pt x="10" y="18"/>
                  <a:pt x="10" y="18"/>
                  <a:pt x="10" y="18"/>
                </a:cubicBezTo>
                <a:cubicBezTo>
                  <a:pt x="16" y="18"/>
                  <a:pt x="16" y="18"/>
                  <a:pt x="16" y="18"/>
                </a:cubicBezTo>
                <a:lnTo>
                  <a:pt x="17" y="14"/>
                </a:lnTo>
                <a:close/>
                <a:moveTo>
                  <a:pt x="15" y="21"/>
                </a:moveTo>
                <a:cubicBezTo>
                  <a:pt x="11" y="21"/>
                  <a:pt x="11" y="21"/>
                  <a:pt x="11" y="21"/>
                </a:cubicBezTo>
                <a:cubicBezTo>
                  <a:pt x="13" y="29"/>
                  <a:pt x="13" y="29"/>
                  <a:pt x="13" y="29"/>
                </a:cubicBezTo>
                <a:cubicBezTo>
                  <a:pt x="13" y="29"/>
                  <a:pt x="13" y="29"/>
                  <a:pt x="13" y="29"/>
                </a:cubicBezTo>
                <a:cubicBezTo>
                  <a:pt x="13" y="29"/>
                  <a:pt x="13" y="29"/>
                  <a:pt x="13" y="29"/>
                </a:cubicBezTo>
                <a:lnTo>
                  <a:pt x="15" y="21"/>
                </a:lnTo>
                <a:close/>
                <a:moveTo>
                  <a:pt x="25" y="18"/>
                </a:moveTo>
                <a:cubicBezTo>
                  <a:pt x="24" y="14"/>
                  <a:pt x="24" y="14"/>
                  <a:pt x="24" y="14"/>
                </a:cubicBezTo>
                <a:cubicBezTo>
                  <a:pt x="22" y="14"/>
                  <a:pt x="22" y="14"/>
                  <a:pt x="22" y="14"/>
                </a:cubicBezTo>
                <a:cubicBezTo>
                  <a:pt x="22" y="18"/>
                  <a:pt x="22" y="18"/>
                  <a:pt x="22" y="18"/>
                </a:cubicBezTo>
                <a:lnTo>
                  <a:pt x="25" y="18"/>
                </a:lnTo>
                <a:close/>
                <a:moveTo>
                  <a:pt x="37" y="14"/>
                </a:moveTo>
                <a:cubicBezTo>
                  <a:pt x="29" y="14"/>
                  <a:pt x="29" y="14"/>
                  <a:pt x="29" y="14"/>
                </a:cubicBezTo>
                <a:cubicBezTo>
                  <a:pt x="30" y="18"/>
                  <a:pt x="30" y="18"/>
                  <a:pt x="30" y="18"/>
                </a:cubicBezTo>
                <a:cubicBezTo>
                  <a:pt x="37" y="18"/>
                  <a:pt x="37" y="18"/>
                  <a:pt x="37" y="18"/>
                </a:cubicBezTo>
                <a:lnTo>
                  <a:pt x="37" y="14"/>
                </a:lnTo>
                <a:close/>
                <a:moveTo>
                  <a:pt x="36" y="21"/>
                </a:moveTo>
                <a:cubicBezTo>
                  <a:pt x="31" y="21"/>
                  <a:pt x="31" y="21"/>
                  <a:pt x="31" y="21"/>
                </a:cubicBezTo>
                <a:cubicBezTo>
                  <a:pt x="34" y="29"/>
                  <a:pt x="34" y="29"/>
                  <a:pt x="34" y="29"/>
                </a:cubicBezTo>
                <a:cubicBezTo>
                  <a:pt x="34" y="29"/>
                  <a:pt x="34" y="29"/>
                  <a:pt x="34" y="29"/>
                </a:cubicBezTo>
                <a:cubicBezTo>
                  <a:pt x="34" y="29"/>
                  <a:pt x="34" y="29"/>
                  <a:pt x="34" y="29"/>
                </a:cubicBezTo>
                <a:lnTo>
                  <a:pt x="36" y="2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
        <p:nvSpPr>
          <p:cNvPr id="210" name="稻壳儿小白白(http://dwz.cn/Wu2UP)"/>
          <p:cNvSpPr>
            <a:spLocks noEditPoints="1"/>
          </p:cNvSpPr>
          <p:nvPr/>
        </p:nvSpPr>
        <p:spPr>
          <a:xfrm>
            <a:off x="10345763" y="5924661"/>
            <a:ext cx="339524" cy="342789"/>
          </a:xfrm>
          <a:custGeom>
            <a:avLst/>
            <a:gdLst>
              <a:gd name="T0" fmla="*/ 2147483646 w 48"/>
              <a:gd name="T1" fmla="*/ 1157700250 h 48"/>
              <a:gd name="T2" fmla="*/ 1135750417 w 48"/>
              <a:gd name="T3" fmla="*/ 2147483646 h 48"/>
              <a:gd name="T4" fmla="*/ 0 w 48"/>
              <a:gd name="T5" fmla="*/ 1157700250 h 48"/>
              <a:gd name="T6" fmla="*/ 1135750417 w 48"/>
              <a:gd name="T7" fmla="*/ 0 h 48"/>
              <a:gd name="T8" fmla="*/ 2147483646 w 48"/>
              <a:gd name="T9" fmla="*/ 1157700250 h 48"/>
              <a:gd name="T10" fmla="*/ 2147483646 w 48"/>
              <a:gd name="T11" fmla="*/ 1157700250 h 48"/>
              <a:gd name="T12" fmla="*/ 1135750417 w 48"/>
              <a:gd name="T13" fmla="*/ 48235195 h 48"/>
              <a:gd name="T14" fmla="*/ 47321788 w 48"/>
              <a:gd name="T15" fmla="*/ 1157700250 h 48"/>
              <a:gd name="T16" fmla="*/ 1135750417 w 48"/>
              <a:gd name="T17" fmla="*/ 2147483646 h 48"/>
              <a:gd name="T18" fmla="*/ 2147483646 w 48"/>
              <a:gd name="T19" fmla="*/ 1157700250 h 48"/>
              <a:gd name="T20" fmla="*/ 236615817 w 48"/>
              <a:gd name="T21" fmla="*/ 723562656 h 48"/>
              <a:gd name="T22" fmla="*/ 709847450 w 48"/>
              <a:gd name="T23" fmla="*/ 2025968492 h 48"/>
              <a:gd name="T24" fmla="*/ 141972242 w 48"/>
              <a:gd name="T25" fmla="*/ 1157700250 h 48"/>
              <a:gd name="T26" fmla="*/ 236615817 w 48"/>
              <a:gd name="T27" fmla="*/ 723562656 h 48"/>
              <a:gd name="T28" fmla="*/ 1703625625 w 48"/>
              <a:gd name="T29" fmla="*/ 1398883172 h 48"/>
              <a:gd name="T30" fmla="*/ 1608982050 w 48"/>
              <a:gd name="T31" fmla="*/ 1736543430 h 48"/>
              <a:gd name="T32" fmla="*/ 1230393992 w 48"/>
              <a:gd name="T33" fmla="*/ 675320516 h 48"/>
              <a:gd name="T34" fmla="*/ 1372366233 w 48"/>
              <a:gd name="T35" fmla="*/ 675320516 h 48"/>
              <a:gd name="T36" fmla="*/ 1372366233 w 48"/>
              <a:gd name="T37" fmla="*/ 578850125 h 48"/>
              <a:gd name="T38" fmla="*/ 1088428629 w 48"/>
              <a:gd name="T39" fmla="*/ 578850125 h 48"/>
              <a:gd name="T40" fmla="*/ 851812813 w 48"/>
              <a:gd name="T41" fmla="*/ 578850125 h 48"/>
              <a:gd name="T42" fmla="*/ 851812813 w 48"/>
              <a:gd name="T43" fmla="*/ 675320516 h 48"/>
              <a:gd name="T44" fmla="*/ 946456388 w 48"/>
              <a:gd name="T45" fmla="*/ 675320516 h 48"/>
              <a:gd name="T46" fmla="*/ 1088428629 w 48"/>
              <a:gd name="T47" fmla="*/ 1109458109 h 48"/>
              <a:gd name="T48" fmla="*/ 851812813 w 48"/>
              <a:gd name="T49" fmla="*/ 1736543430 h 48"/>
              <a:gd name="T50" fmla="*/ 520553421 w 48"/>
              <a:gd name="T51" fmla="*/ 675320516 h 48"/>
              <a:gd name="T52" fmla="*/ 615196996 w 48"/>
              <a:gd name="T53" fmla="*/ 675320516 h 48"/>
              <a:gd name="T54" fmla="*/ 615196996 w 48"/>
              <a:gd name="T55" fmla="*/ 578850125 h 48"/>
              <a:gd name="T56" fmla="*/ 378581179 w 48"/>
              <a:gd name="T57" fmla="*/ 578850125 h 48"/>
              <a:gd name="T58" fmla="*/ 283937604 w 48"/>
              <a:gd name="T59" fmla="*/ 578850125 h 48"/>
              <a:gd name="T60" fmla="*/ 1135750417 w 48"/>
              <a:gd name="T61" fmla="*/ 144712531 h 48"/>
              <a:gd name="T62" fmla="*/ 1750947413 w 48"/>
              <a:gd name="T63" fmla="*/ 385902398 h 48"/>
              <a:gd name="T64" fmla="*/ 1750947413 w 48"/>
              <a:gd name="T65" fmla="*/ 385902398 h 48"/>
              <a:gd name="T66" fmla="*/ 1608982050 w 48"/>
              <a:gd name="T67" fmla="*/ 578850125 h 48"/>
              <a:gd name="T68" fmla="*/ 1703625625 w 48"/>
              <a:gd name="T69" fmla="*/ 820033047 h 48"/>
              <a:gd name="T70" fmla="*/ 1750947413 w 48"/>
              <a:gd name="T71" fmla="*/ 1109458109 h 48"/>
              <a:gd name="T72" fmla="*/ 1703625625 w 48"/>
              <a:gd name="T73" fmla="*/ 1398883172 h 48"/>
              <a:gd name="T74" fmla="*/ 1419688021 w 48"/>
              <a:gd name="T75" fmla="*/ 2074203688 h 48"/>
              <a:gd name="T76" fmla="*/ 1419688021 w 48"/>
              <a:gd name="T77" fmla="*/ 2074203688 h 48"/>
              <a:gd name="T78" fmla="*/ 1135750417 w 48"/>
              <a:gd name="T79" fmla="*/ 2122445828 h 48"/>
              <a:gd name="T80" fmla="*/ 851812813 w 48"/>
              <a:gd name="T81" fmla="*/ 2074203688 h 48"/>
              <a:gd name="T82" fmla="*/ 1135750417 w 48"/>
              <a:gd name="T83" fmla="*/ 1205935445 h 48"/>
              <a:gd name="T84" fmla="*/ 1419688021 w 48"/>
              <a:gd name="T85" fmla="*/ 2074203688 h 48"/>
              <a:gd name="T86" fmla="*/ 2082206804 w 48"/>
              <a:gd name="T87" fmla="*/ 1157700250 h 48"/>
              <a:gd name="T88" fmla="*/ 1608982050 w 48"/>
              <a:gd name="T89" fmla="*/ 1977733297 h 48"/>
              <a:gd name="T90" fmla="*/ 1892919654 w 48"/>
              <a:gd name="T91" fmla="*/ 1109458109 h 48"/>
              <a:gd name="T92" fmla="*/ 1987563229 w 48"/>
              <a:gd name="T93" fmla="*/ 771797852 h 48"/>
              <a:gd name="T94" fmla="*/ 1987563229 w 48"/>
              <a:gd name="T95" fmla="*/ 675320516 h 48"/>
              <a:gd name="T96" fmla="*/ 2082206804 w 48"/>
              <a:gd name="T97" fmla="*/ 1157700250 h 48"/>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48" h="48">
                <a:moveTo>
                  <a:pt x="48" y="24"/>
                </a:moveTo>
                <a:cubicBezTo>
                  <a:pt x="48" y="37"/>
                  <a:pt x="37" y="48"/>
                  <a:pt x="24" y="48"/>
                </a:cubicBezTo>
                <a:cubicBezTo>
                  <a:pt x="10" y="48"/>
                  <a:pt x="0" y="37"/>
                  <a:pt x="0" y="24"/>
                </a:cubicBezTo>
                <a:cubicBezTo>
                  <a:pt x="0" y="10"/>
                  <a:pt x="10" y="0"/>
                  <a:pt x="24" y="0"/>
                </a:cubicBezTo>
                <a:cubicBezTo>
                  <a:pt x="37" y="0"/>
                  <a:pt x="48" y="10"/>
                  <a:pt x="48" y="24"/>
                </a:cubicBezTo>
                <a:close/>
                <a:moveTo>
                  <a:pt x="46" y="24"/>
                </a:moveTo>
                <a:cubicBezTo>
                  <a:pt x="46" y="11"/>
                  <a:pt x="36" y="1"/>
                  <a:pt x="24" y="1"/>
                </a:cubicBezTo>
                <a:cubicBezTo>
                  <a:pt x="11" y="1"/>
                  <a:pt x="1" y="11"/>
                  <a:pt x="1" y="24"/>
                </a:cubicBezTo>
                <a:cubicBezTo>
                  <a:pt x="1" y="36"/>
                  <a:pt x="11" y="47"/>
                  <a:pt x="24" y="47"/>
                </a:cubicBezTo>
                <a:cubicBezTo>
                  <a:pt x="36" y="47"/>
                  <a:pt x="46" y="36"/>
                  <a:pt x="46" y="24"/>
                </a:cubicBezTo>
                <a:close/>
                <a:moveTo>
                  <a:pt x="5" y="15"/>
                </a:moveTo>
                <a:cubicBezTo>
                  <a:pt x="15" y="42"/>
                  <a:pt x="15" y="42"/>
                  <a:pt x="15" y="42"/>
                </a:cubicBezTo>
                <a:cubicBezTo>
                  <a:pt x="8" y="39"/>
                  <a:pt x="3" y="32"/>
                  <a:pt x="3" y="24"/>
                </a:cubicBezTo>
                <a:cubicBezTo>
                  <a:pt x="3" y="21"/>
                  <a:pt x="4" y="18"/>
                  <a:pt x="5" y="15"/>
                </a:cubicBezTo>
                <a:close/>
                <a:moveTo>
                  <a:pt x="36" y="29"/>
                </a:moveTo>
                <a:cubicBezTo>
                  <a:pt x="34" y="36"/>
                  <a:pt x="34" y="36"/>
                  <a:pt x="34" y="36"/>
                </a:cubicBezTo>
                <a:cubicBezTo>
                  <a:pt x="26" y="14"/>
                  <a:pt x="26" y="14"/>
                  <a:pt x="26" y="14"/>
                </a:cubicBezTo>
                <a:cubicBezTo>
                  <a:pt x="26" y="14"/>
                  <a:pt x="28" y="14"/>
                  <a:pt x="29" y="14"/>
                </a:cubicBezTo>
                <a:cubicBezTo>
                  <a:pt x="30" y="14"/>
                  <a:pt x="30" y="12"/>
                  <a:pt x="29" y="12"/>
                </a:cubicBezTo>
                <a:cubicBezTo>
                  <a:pt x="25" y="12"/>
                  <a:pt x="23" y="12"/>
                  <a:pt x="23" y="12"/>
                </a:cubicBezTo>
                <a:cubicBezTo>
                  <a:pt x="23" y="12"/>
                  <a:pt x="21" y="12"/>
                  <a:pt x="18" y="12"/>
                </a:cubicBezTo>
                <a:cubicBezTo>
                  <a:pt x="17" y="12"/>
                  <a:pt x="16" y="14"/>
                  <a:pt x="18" y="14"/>
                </a:cubicBezTo>
                <a:cubicBezTo>
                  <a:pt x="19" y="14"/>
                  <a:pt x="20" y="14"/>
                  <a:pt x="20" y="14"/>
                </a:cubicBezTo>
                <a:cubicBezTo>
                  <a:pt x="23" y="23"/>
                  <a:pt x="23" y="23"/>
                  <a:pt x="23" y="23"/>
                </a:cubicBezTo>
                <a:cubicBezTo>
                  <a:pt x="18" y="36"/>
                  <a:pt x="18" y="36"/>
                  <a:pt x="18" y="36"/>
                </a:cubicBezTo>
                <a:cubicBezTo>
                  <a:pt x="11" y="14"/>
                  <a:pt x="11" y="14"/>
                  <a:pt x="11" y="14"/>
                </a:cubicBezTo>
                <a:cubicBezTo>
                  <a:pt x="11" y="14"/>
                  <a:pt x="12" y="14"/>
                  <a:pt x="13" y="14"/>
                </a:cubicBezTo>
                <a:cubicBezTo>
                  <a:pt x="14" y="14"/>
                  <a:pt x="14" y="12"/>
                  <a:pt x="13" y="12"/>
                </a:cubicBezTo>
                <a:cubicBezTo>
                  <a:pt x="10" y="12"/>
                  <a:pt x="8" y="12"/>
                  <a:pt x="8" y="12"/>
                </a:cubicBezTo>
                <a:cubicBezTo>
                  <a:pt x="7" y="12"/>
                  <a:pt x="7" y="12"/>
                  <a:pt x="6" y="12"/>
                </a:cubicBezTo>
                <a:cubicBezTo>
                  <a:pt x="10" y="7"/>
                  <a:pt x="16" y="3"/>
                  <a:pt x="24" y="3"/>
                </a:cubicBezTo>
                <a:cubicBezTo>
                  <a:pt x="29" y="3"/>
                  <a:pt x="34" y="5"/>
                  <a:pt x="37" y="8"/>
                </a:cubicBezTo>
                <a:cubicBezTo>
                  <a:pt x="37" y="8"/>
                  <a:pt x="37" y="8"/>
                  <a:pt x="37" y="8"/>
                </a:cubicBezTo>
                <a:cubicBezTo>
                  <a:pt x="35" y="8"/>
                  <a:pt x="34" y="10"/>
                  <a:pt x="34" y="12"/>
                </a:cubicBezTo>
                <a:cubicBezTo>
                  <a:pt x="34" y="14"/>
                  <a:pt x="35" y="15"/>
                  <a:pt x="36" y="17"/>
                </a:cubicBezTo>
                <a:cubicBezTo>
                  <a:pt x="37" y="18"/>
                  <a:pt x="37" y="20"/>
                  <a:pt x="37" y="23"/>
                </a:cubicBezTo>
                <a:cubicBezTo>
                  <a:pt x="37" y="24"/>
                  <a:pt x="37" y="26"/>
                  <a:pt x="36" y="29"/>
                </a:cubicBezTo>
                <a:close/>
                <a:moveTo>
                  <a:pt x="30" y="43"/>
                </a:moveTo>
                <a:cubicBezTo>
                  <a:pt x="30" y="43"/>
                  <a:pt x="30" y="43"/>
                  <a:pt x="30" y="43"/>
                </a:cubicBezTo>
                <a:cubicBezTo>
                  <a:pt x="28" y="44"/>
                  <a:pt x="26" y="44"/>
                  <a:pt x="24" y="44"/>
                </a:cubicBezTo>
                <a:cubicBezTo>
                  <a:pt x="22" y="44"/>
                  <a:pt x="20" y="44"/>
                  <a:pt x="18" y="43"/>
                </a:cubicBezTo>
                <a:cubicBezTo>
                  <a:pt x="24" y="25"/>
                  <a:pt x="24" y="25"/>
                  <a:pt x="24" y="25"/>
                </a:cubicBezTo>
                <a:lnTo>
                  <a:pt x="30" y="43"/>
                </a:lnTo>
                <a:close/>
                <a:moveTo>
                  <a:pt x="44" y="24"/>
                </a:moveTo>
                <a:cubicBezTo>
                  <a:pt x="44" y="31"/>
                  <a:pt x="40" y="38"/>
                  <a:pt x="34" y="41"/>
                </a:cubicBezTo>
                <a:cubicBezTo>
                  <a:pt x="40" y="23"/>
                  <a:pt x="40" y="23"/>
                  <a:pt x="40" y="23"/>
                </a:cubicBezTo>
                <a:cubicBezTo>
                  <a:pt x="41" y="20"/>
                  <a:pt x="42" y="18"/>
                  <a:pt x="42" y="16"/>
                </a:cubicBezTo>
                <a:cubicBezTo>
                  <a:pt x="42" y="15"/>
                  <a:pt x="42" y="14"/>
                  <a:pt x="42" y="14"/>
                </a:cubicBezTo>
                <a:cubicBezTo>
                  <a:pt x="43" y="17"/>
                  <a:pt x="44" y="20"/>
                  <a:pt x="44" y="2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lIns="121920" tIns="60960" rIns="121920" bIns="60960"/>
          <a:lstStyle/>
          <a:p>
            <a:endParaRPr lang="zh-CN" altLang="en-US"/>
          </a:p>
        </p:txBody>
      </p:sp>
    </p:spTree>
    <p:extLst>
      <p:ext uri="{BB962C8B-B14F-4D97-AF65-F5344CB8AC3E}">
        <p14:creationId xmlns:p14="http://schemas.microsoft.com/office/powerpoint/2010/main" val="1851778670"/>
      </p:ext>
    </p:extLst>
  </p:cSld>
  <p:clrMapOvr>
    <a:masterClrMapping/>
  </p:clrMapOvr>
</p:sld>
</file>

<file path=ppt/slides/vr_icons_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I03 媒体办公与医疗图标（结构示例）</a:t>
            </a:r>
          </a:p>
        </p:txBody>
      </p:sp>
      <p:pic>
        <p:nvPicPr>
          <p:cNvPr id="101" name="稻壳儿小白白(http://dwz.cn/Wu2UP)"/>
          <p:cNvPicPr>
            <a:picLocks noChangeArrowheads="1"/>
          </p:cNvPicPr>
          <p:nvPr/>
        </p:nvPicPr>
        <p:blipFill>
          <a:blip r:embed="rId2">
            <a:duotone>
              <a:srgbClr val="336699"/>
              <a:srgbClr val="336699"/>
            </a:duotone>
          </a:blip>
          <a:srcRect/>
          <a:stretch>
            <a:fillRect/>
          </a:stretch>
        </p:blipFill>
        <p:spPr>
          <a:xfrm>
            <a:off x="10365963" y="2324671"/>
            <a:ext cx="315468" cy="284607"/>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2" name="稻壳儿小白白(http://dwz.cn/Wu2UP)"/>
          <p:cNvPicPr>
            <a:picLocks noChangeArrowheads="1"/>
          </p:cNvPicPr>
          <p:nvPr/>
        </p:nvPicPr>
        <p:blipFill>
          <a:blip r:embed="rId3">
            <a:duotone>
              <a:srgbClr val="336699"/>
              <a:srgbClr val="336699"/>
            </a:duotone>
          </a:blip>
          <a:srcRect/>
          <a:stretch>
            <a:fillRect/>
          </a:stretch>
        </p:blipFill>
        <p:spPr>
          <a:xfrm>
            <a:off x="9733312" y="2324671"/>
            <a:ext cx="317183" cy="284607"/>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03" name="稻壳儿小白白(http://dwz.cn/Wu2UP)"/>
          <p:cNvSpPr/>
          <p:nvPr/>
        </p:nvSpPr>
        <p:spPr>
          <a:xfrm>
            <a:off x="1510570" y="3001898"/>
            <a:ext cx="315468" cy="277749"/>
          </a:xfrm>
          <a:custGeom>
            <a:avLst/>
            <a:gdLst>
              <a:gd name="T0" fmla="*/ 412155618 w 116"/>
              <a:gd name="T1" fmla="*/ 0 h 102"/>
              <a:gd name="T2" fmla="*/ 95113803 w 116"/>
              <a:gd name="T3" fmla="*/ 279710590 h 102"/>
              <a:gd name="T4" fmla="*/ 0 w 116"/>
              <a:gd name="T5" fmla="*/ 279710590 h 102"/>
              <a:gd name="T6" fmla="*/ 139497895 w 116"/>
              <a:gd name="T7" fmla="*/ 464067245 h 102"/>
              <a:gd name="T8" fmla="*/ 272655205 w 116"/>
              <a:gd name="T9" fmla="*/ 279710590 h 102"/>
              <a:gd name="T10" fmla="*/ 190225089 w 116"/>
              <a:gd name="T11" fmla="*/ 279710590 h 102"/>
              <a:gd name="T12" fmla="*/ 412155618 w 116"/>
              <a:gd name="T13" fmla="*/ 95356456 h 102"/>
              <a:gd name="T14" fmla="*/ 640424214 w 116"/>
              <a:gd name="T15" fmla="*/ 324211950 h 102"/>
              <a:gd name="T16" fmla="*/ 412155618 w 116"/>
              <a:gd name="T17" fmla="*/ 553064923 h 102"/>
              <a:gd name="T18" fmla="*/ 412155618 w 116"/>
              <a:gd name="T19" fmla="*/ 648421379 h 102"/>
              <a:gd name="T20" fmla="*/ 735538017 w 116"/>
              <a:gd name="T21" fmla="*/ 324211950 h 102"/>
              <a:gd name="T22" fmla="*/ 412155618 w 116"/>
              <a:gd name="T23" fmla="*/ 0 h 10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6" h="102">
                <a:moveTo>
                  <a:pt x="65" y="0"/>
                </a:moveTo>
                <a:cubicBezTo>
                  <a:pt x="40" y="0"/>
                  <a:pt x="18" y="19"/>
                  <a:pt x="15" y="44"/>
                </a:cubicBezTo>
                <a:cubicBezTo>
                  <a:pt x="0" y="44"/>
                  <a:pt x="0" y="44"/>
                  <a:pt x="0" y="44"/>
                </a:cubicBezTo>
                <a:cubicBezTo>
                  <a:pt x="22" y="73"/>
                  <a:pt x="22" y="73"/>
                  <a:pt x="22" y="73"/>
                </a:cubicBezTo>
                <a:cubicBezTo>
                  <a:pt x="43" y="44"/>
                  <a:pt x="43" y="44"/>
                  <a:pt x="43" y="44"/>
                </a:cubicBezTo>
                <a:cubicBezTo>
                  <a:pt x="30" y="44"/>
                  <a:pt x="30" y="44"/>
                  <a:pt x="30" y="44"/>
                </a:cubicBezTo>
                <a:cubicBezTo>
                  <a:pt x="33" y="27"/>
                  <a:pt x="48" y="15"/>
                  <a:pt x="65" y="15"/>
                </a:cubicBezTo>
                <a:cubicBezTo>
                  <a:pt x="85" y="15"/>
                  <a:pt x="101" y="31"/>
                  <a:pt x="101" y="51"/>
                </a:cubicBezTo>
                <a:cubicBezTo>
                  <a:pt x="101" y="71"/>
                  <a:pt x="85" y="87"/>
                  <a:pt x="65" y="87"/>
                </a:cubicBezTo>
                <a:cubicBezTo>
                  <a:pt x="65" y="102"/>
                  <a:pt x="65" y="102"/>
                  <a:pt x="65" y="102"/>
                </a:cubicBezTo>
                <a:cubicBezTo>
                  <a:pt x="93" y="102"/>
                  <a:pt x="116" y="79"/>
                  <a:pt x="116" y="51"/>
                </a:cubicBezTo>
                <a:cubicBezTo>
                  <a:pt x="116" y="23"/>
                  <a:pt x="93" y="0"/>
                  <a:pt x="65" y="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04" name="稻壳儿小白白(http://dwz.cn/Wu2UP)"/>
          <p:cNvPicPr>
            <a:picLocks noChangeArrowheads="1"/>
          </p:cNvPicPr>
          <p:nvPr/>
        </p:nvPicPr>
        <p:blipFill>
          <a:blip r:embed="rId4">
            <a:duotone>
              <a:srgbClr val="336699"/>
              <a:srgbClr val="336699"/>
            </a:duotone>
          </a:blip>
          <a:srcRect/>
          <a:stretch>
            <a:fillRect/>
          </a:stretch>
        </p:blipFill>
        <p:spPr>
          <a:xfrm>
            <a:off x="8462868" y="2324671"/>
            <a:ext cx="317182"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5" name="稻壳儿小白白(http://dwz.cn/Wu2UP)"/>
          <p:cNvPicPr>
            <a:picLocks noChangeArrowheads="1"/>
          </p:cNvPicPr>
          <p:nvPr/>
        </p:nvPicPr>
        <p:blipFill>
          <a:blip r:embed="rId5">
            <a:duotone>
              <a:srgbClr val="336699"/>
              <a:srgbClr val="336699"/>
            </a:duotone>
          </a:blip>
          <a:srcRect/>
          <a:stretch>
            <a:fillRect/>
          </a:stretch>
        </p:blipFill>
        <p:spPr>
          <a:xfrm>
            <a:off x="9095518" y="2324671"/>
            <a:ext cx="322326"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6" name="稻壳儿小白白(http://dwz.cn/Wu2UP)"/>
          <p:cNvPicPr>
            <a:picLocks noChangeArrowheads="1"/>
          </p:cNvPicPr>
          <p:nvPr/>
        </p:nvPicPr>
        <p:blipFill>
          <a:blip r:embed="rId6">
            <a:duotone>
              <a:srgbClr val="336699"/>
              <a:srgbClr val="336699"/>
            </a:duotone>
          </a:blip>
          <a:srcRect/>
          <a:stretch>
            <a:fillRect/>
          </a:stretch>
        </p:blipFill>
        <p:spPr>
          <a:xfrm>
            <a:off x="9095518" y="2964179"/>
            <a:ext cx="276035"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07" name="稻壳儿小白白(http://dwz.cn/Wu2UP)"/>
          <p:cNvSpPr/>
          <p:nvPr/>
        </p:nvSpPr>
        <p:spPr>
          <a:xfrm>
            <a:off x="1510570" y="3673982"/>
            <a:ext cx="315468" cy="238316"/>
          </a:xfrm>
          <a:custGeom>
            <a:avLst/>
            <a:gdLst>
              <a:gd name="T0" fmla="*/ 204133450 w 184"/>
              <a:gd name="T1" fmla="*/ 60483887 h 139"/>
              <a:gd name="T2" fmla="*/ 151209375 w 184"/>
              <a:gd name="T3" fmla="*/ 0 h 139"/>
              <a:gd name="T4" fmla="*/ 0 w 184"/>
              <a:gd name="T5" fmla="*/ 0 h 139"/>
              <a:gd name="T6" fmla="*/ 0 w 184"/>
              <a:gd name="T7" fmla="*/ 350303306 h 139"/>
              <a:gd name="T8" fmla="*/ 463708750 w 184"/>
              <a:gd name="T9" fmla="*/ 350303306 h 139"/>
              <a:gd name="T10" fmla="*/ 463708750 w 184"/>
              <a:gd name="T11" fmla="*/ 60483887 h 139"/>
              <a:gd name="T12" fmla="*/ 204133450 w 184"/>
              <a:gd name="T13" fmla="*/ 60483887 h 13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4" h="139">
                <a:moveTo>
                  <a:pt x="81" y="24"/>
                </a:moveTo>
                <a:lnTo>
                  <a:pt x="60" y="0"/>
                </a:lnTo>
                <a:lnTo>
                  <a:pt x="0" y="0"/>
                </a:lnTo>
                <a:lnTo>
                  <a:pt x="0" y="139"/>
                </a:lnTo>
                <a:lnTo>
                  <a:pt x="184" y="139"/>
                </a:lnTo>
                <a:lnTo>
                  <a:pt x="184" y="24"/>
                </a:lnTo>
                <a:lnTo>
                  <a:pt x="81" y="2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08" name="稻壳儿小白白(http://dwz.cn/Wu2UP)"/>
          <p:cNvSpPr>
            <a:spLocks noEditPoints="1"/>
          </p:cNvSpPr>
          <p:nvPr/>
        </p:nvSpPr>
        <p:spPr>
          <a:xfrm>
            <a:off x="2141506" y="2964179"/>
            <a:ext cx="258890" cy="315468"/>
          </a:xfrm>
          <a:custGeom>
            <a:avLst/>
            <a:gdLst>
              <a:gd name="T0" fmla="*/ 244456460 w 151"/>
              <a:gd name="T1" fmla="*/ 0 h 184"/>
              <a:gd name="T2" fmla="*/ 0 w 151"/>
              <a:gd name="T3" fmla="*/ 0 h 184"/>
              <a:gd name="T4" fmla="*/ 0 w 151"/>
              <a:gd name="T5" fmla="*/ 463708750 h 184"/>
              <a:gd name="T6" fmla="*/ 380545181 w 151"/>
              <a:gd name="T7" fmla="*/ 463708750 h 184"/>
              <a:gd name="T8" fmla="*/ 380545181 w 151"/>
              <a:gd name="T9" fmla="*/ 131048125 h 184"/>
              <a:gd name="T10" fmla="*/ 244456460 w 151"/>
              <a:gd name="T11" fmla="*/ 0 h 184"/>
              <a:gd name="T12" fmla="*/ 320061305 w 151"/>
              <a:gd name="T13" fmla="*/ 403225000 h 184"/>
              <a:gd name="T14" fmla="*/ 60483876 w 151"/>
              <a:gd name="T15" fmla="*/ 403225000 h 184"/>
              <a:gd name="T16" fmla="*/ 60483876 w 151"/>
              <a:gd name="T17" fmla="*/ 55443438 h 184"/>
              <a:gd name="T18" fmla="*/ 219254845 w 151"/>
              <a:gd name="T19" fmla="*/ 55443438 h 184"/>
              <a:gd name="T20" fmla="*/ 231854859 w 151"/>
              <a:gd name="T21" fmla="*/ 68045013 h 184"/>
              <a:gd name="T22" fmla="*/ 231854859 w 151"/>
              <a:gd name="T23" fmla="*/ 143649700 h 184"/>
              <a:gd name="T24" fmla="*/ 307459704 w 151"/>
              <a:gd name="T25" fmla="*/ 143649700 h 184"/>
              <a:gd name="T26" fmla="*/ 320061305 w 151"/>
              <a:gd name="T27" fmla="*/ 156249688 h 184"/>
              <a:gd name="T28" fmla="*/ 320061305 w 151"/>
              <a:gd name="T29" fmla="*/ 403225000 h 18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51" h="184">
                <a:moveTo>
                  <a:pt x="97" y="0"/>
                </a:moveTo>
                <a:lnTo>
                  <a:pt x="0" y="0"/>
                </a:lnTo>
                <a:lnTo>
                  <a:pt x="0" y="184"/>
                </a:lnTo>
                <a:lnTo>
                  <a:pt x="151" y="184"/>
                </a:lnTo>
                <a:lnTo>
                  <a:pt x="151" y="52"/>
                </a:lnTo>
                <a:lnTo>
                  <a:pt x="97" y="0"/>
                </a:lnTo>
                <a:close/>
                <a:moveTo>
                  <a:pt x="127" y="160"/>
                </a:moveTo>
                <a:lnTo>
                  <a:pt x="24" y="160"/>
                </a:lnTo>
                <a:lnTo>
                  <a:pt x="24" y="22"/>
                </a:lnTo>
                <a:lnTo>
                  <a:pt x="87" y="22"/>
                </a:lnTo>
                <a:lnTo>
                  <a:pt x="92" y="27"/>
                </a:lnTo>
                <a:lnTo>
                  <a:pt x="92" y="57"/>
                </a:lnTo>
                <a:lnTo>
                  <a:pt x="122" y="57"/>
                </a:lnTo>
                <a:lnTo>
                  <a:pt x="127" y="62"/>
                </a:lnTo>
                <a:lnTo>
                  <a:pt x="127" y="16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09" name="稻壳儿小白白(http://dwz.cn/Wu2UP)"/>
          <p:cNvPicPr>
            <a:picLocks noChangeArrowheads="1"/>
          </p:cNvPicPr>
          <p:nvPr/>
        </p:nvPicPr>
        <p:blipFill>
          <a:blip r:embed="rId7">
            <a:duotone>
              <a:srgbClr val="336699"/>
              <a:srgbClr val="336699"/>
            </a:duotone>
          </a:blip>
          <a:srcRect/>
          <a:stretch>
            <a:fillRect/>
          </a:stretch>
        </p:blipFill>
        <p:spPr>
          <a:xfrm>
            <a:off x="4672108" y="2964179"/>
            <a:ext cx="276035"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0" name="稻壳儿小白白(http://dwz.cn/Wu2UP)"/>
          <p:cNvPicPr>
            <a:picLocks noChangeArrowheads="1"/>
          </p:cNvPicPr>
          <p:nvPr/>
        </p:nvPicPr>
        <p:blipFill>
          <a:blip r:embed="rId8">
            <a:duotone>
              <a:srgbClr val="336699"/>
              <a:srgbClr val="336699"/>
            </a:duotone>
          </a:blip>
          <a:srcRect/>
          <a:stretch>
            <a:fillRect/>
          </a:stretch>
        </p:blipFill>
        <p:spPr>
          <a:xfrm>
            <a:off x="2775871" y="2964179"/>
            <a:ext cx="294894"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1" name="稻壳儿小白白(http://dwz.cn/Wu2UP)"/>
          <p:cNvPicPr>
            <a:picLocks noChangeArrowheads="1"/>
          </p:cNvPicPr>
          <p:nvPr/>
        </p:nvPicPr>
        <p:blipFill>
          <a:blip r:embed="rId9">
            <a:duotone>
              <a:srgbClr val="336699"/>
              <a:srgbClr val="336699"/>
            </a:duotone>
          </a:blip>
          <a:srcRect/>
          <a:stretch>
            <a:fillRect/>
          </a:stretch>
        </p:blipFill>
        <p:spPr>
          <a:xfrm>
            <a:off x="5303044" y="2964179"/>
            <a:ext cx="276035"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2" name="稻壳儿小白白(http://dwz.cn/Wu2UP)"/>
          <p:cNvPicPr>
            <a:picLocks noChangeArrowheads="1"/>
          </p:cNvPicPr>
          <p:nvPr/>
        </p:nvPicPr>
        <p:blipFill>
          <a:blip r:embed="rId10">
            <a:duotone>
              <a:srgbClr val="336699"/>
              <a:srgbClr val="336699"/>
            </a:duotone>
          </a:blip>
          <a:srcRect/>
          <a:stretch>
            <a:fillRect/>
          </a:stretch>
        </p:blipFill>
        <p:spPr>
          <a:xfrm>
            <a:off x="5935695" y="2964179"/>
            <a:ext cx="282892"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3" name="稻壳儿小白白(http://dwz.cn/Wu2UP)"/>
          <p:cNvPicPr>
            <a:picLocks noChangeArrowheads="1"/>
          </p:cNvPicPr>
          <p:nvPr/>
        </p:nvPicPr>
        <p:blipFill>
          <a:blip r:embed="rId11">
            <a:duotone>
              <a:srgbClr val="336699"/>
              <a:srgbClr val="336699"/>
            </a:duotone>
          </a:blip>
          <a:srcRect/>
          <a:stretch>
            <a:fillRect/>
          </a:stretch>
        </p:blipFill>
        <p:spPr>
          <a:xfrm>
            <a:off x="6566631" y="2964179"/>
            <a:ext cx="277749"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4" name="稻壳儿小白白(http://dwz.cn/Wu2UP)"/>
          <p:cNvPicPr>
            <a:picLocks noChangeArrowheads="1"/>
          </p:cNvPicPr>
          <p:nvPr/>
        </p:nvPicPr>
        <p:blipFill>
          <a:blip r:embed="rId12">
            <a:duotone>
              <a:srgbClr val="336699"/>
              <a:srgbClr val="336699"/>
            </a:duotone>
          </a:blip>
          <a:srcRect/>
          <a:stretch>
            <a:fillRect/>
          </a:stretch>
        </p:blipFill>
        <p:spPr>
          <a:xfrm>
            <a:off x="7206139" y="2964179"/>
            <a:ext cx="269177"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5" name="稻壳儿小白白(http://dwz.cn/Wu2UP)"/>
          <p:cNvPicPr>
            <a:picLocks noChangeArrowheads="1"/>
          </p:cNvPicPr>
          <p:nvPr/>
        </p:nvPicPr>
        <p:blipFill>
          <a:blip r:embed="rId13">
            <a:duotone>
              <a:srgbClr val="336699"/>
              <a:srgbClr val="336699"/>
            </a:duotone>
          </a:blip>
          <a:srcRect/>
          <a:stretch>
            <a:fillRect/>
          </a:stretch>
        </p:blipFill>
        <p:spPr>
          <a:xfrm>
            <a:off x="7838790" y="2964179"/>
            <a:ext cx="269176"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6" name="稻壳儿小白白(http://dwz.cn/Wu2UP)"/>
          <p:cNvPicPr>
            <a:picLocks noChangeArrowheads="1"/>
          </p:cNvPicPr>
          <p:nvPr/>
        </p:nvPicPr>
        <p:blipFill>
          <a:blip r:embed="rId14">
            <a:duotone>
              <a:srgbClr val="336699"/>
              <a:srgbClr val="336699"/>
            </a:duotone>
          </a:blip>
          <a:srcRect/>
          <a:stretch>
            <a:fillRect/>
          </a:stretch>
        </p:blipFill>
        <p:spPr>
          <a:xfrm>
            <a:off x="8462868" y="2964179"/>
            <a:ext cx="282892"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17" name="稻壳儿小白白(http://dwz.cn/Wu2UP)"/>
          <p:cNvSpPr>
            <a:spLocks noEditPoints="1"/>
          </p:cNvSpPr>
          <p:nvPr/>
        </p:nvSpPr>
        <p:spPr>
          <a:xfrm>
            <a:off x="4080606" y="2964179"/>
            <a:ext cx="274320" cy="315468"/>
          </a:xfrm>
          <a:custGeom>
            <a:avLst/>
            <a:gdLst>
              <a:gd name="T0" fmla="*/ 272176875 w 160"/>
              <a:gd name="T1" fmla="*/ 0 h 184"/>
              <a:gd name="T2" fmla="*/ 0 w 160"/>
              <a:gd name="T3" fmla="*/ 0 h 184"/>
              <a:gd name="T4" fmla="*/ 0 w 160"/>
              <a:gd name="T5" fmla="*/ 463708750 h 184"/>
              <a:gd name="T6" fmla="*/ 403225000 w 160"/>
              <a:gd name="T7" fmla="*/ 463708750 h 184"/>
              <a:gd name="T8" fmla="*/ 403225000 w 160"/>
              <a:gd name="T9" fmla="*/ 131048125 h 184"/>
              <a:gd name="T10" fmla="*/ 272176875 w 160"/>
              <a:gd name="T11" fmla="*/ 0 h 184"/>
              <a:gd name="T12" fmla="*/ 347781563 w 160"/>
              <a:gd name="T13" fmla="*/ 403225000 h 184"/>
              <a:gd name="T14" fmla="*/ 55443438 w 160"/>
              <a:gd name="T15" fmla="*/ 403225000 h 184"/>
              <a:gd name="T16" fmla="*/ 55443438 w 160"/>
              <a:gd name="T17" fmla="*/ 55443438 h 184"/>
              <a:gd name="T18" fmla="*/ 115927188 w 160"/>
              <a:gd name="T19" fmla="*/ 55443438 h 184"/>
              <a:gd name="T20" fmla="*/ 115927188 w 160"/>
              <a:gd name="T21" fmla="*/ 320060638 h 184"/>
              <a:gd name="T22" fmla="*/ 171370625 w 160"/>
              <a:gd name="T23" fmla="*/ 231854375 h 184"/>
              <a:gd name="T24" fmla="*/ 231854375 w 160"/>
              <a:gd name="T25" fmla="*/ 320060638 h 184"/>
              <a:gd name="T26" fmla="*/ 231854375 w 160"/>
              <a:gd name="T27" fmla="*/ 55443438 h 184"/>
              <a:gd name="T28" fmla="*/ 246975313 w 160"/>
              <a:gd name="T29" fmla="*/ 55443438 h 184"/>
              <a:gd name="T30" fmla="*/ 347781563 w 160"/>
              <a:gd name="T31" fmla="*/ 156249688 h 184"/>
              <a:gd name="T32" fmla="*/ 347781563 w 160"/>
              <a:gd name="T33" fmla="*/ 403225000 h 184"/>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60" h="184">
                <a:moveTo>
                  <a:pt x="108" y="0"/>
                </a:moveTo>
                <a:lnTo>
                  <a:pt x="0" y="0"/>
                </a:lnTo>
                <a:lnTo>
                  <a:pt x="0" y="184"/>
                </a:lnTo>
                <a:lnTo>
                  <a:pt x="160" y="184"/>
                </a:lnTo>
                <a:lnTo>
                  <a:pt x="160" y="52"/>
                </a:lnTo>
                <a:lnTo>
                  <a:pt x="108" y="0"/>
                </a:lnTo>
                <a:close/>
                <a:moveTo>
                  <a:pt x="138" y="160"/>
                </a:moveTo>
                <a:lnTo>
                  <a:pt x="22" y="160"/>
                </a:lnTo>
                <a:lnTo>
                  <a:pt x="22" y="22"/>
                </a:lnTo>
                <a:lnTo>
                  <a:pt x="46" y="22"/>
                </a:lnTo>
                <a:lnTo>
                  <a:pt x="46" y="127"/>
                </a:lnTo>
                <a:lnTo>
                  <a:pt x="68" y="92"/>
                </a:lnTo>
                <a:lnTo>
                  <a:pt x="92" y="127"/>
                </a:lnTo>
                <a:lnTo>
                  <a:pt x="92" y="22"/>
                </a:lnTo>
                <a:lnTo>
                  <a:pt x="98" y="22"/>
                </a:lnTo>
                <a:lnTo>
                  <a:pt x="138" y="62"/>
                </a:lnTo>
                <a:lnTo>
                  <a:pt x="138" y="16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18" name="稻壳儿小白白(http://dwz.cn/Wu2UP)"/>
          <p:cNvPicPr>
            <a:picLocks noChangeArrowheads="1"/>
          </p:cNvPicPr>
          <p:nvPr/>
        </p:nvPicPr>
        <p:blipFill>
          <a:blip r:embed="rId15">
            <a:duotone>
              <a:srgbClr val="336699"/>
              <a:srgbClr val="336699"/>
            </a:duotone>
          </a:blip>
          <a:srcRect/>
          <a:stretch>
            <a:fillRect/>
          </a:stretch>
        </p:blipFill>
        <p:spPr>
          <a:xfrm>
            <a:off x="3406807" y="2964179"/>
            <a:ext cx="277749"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9" name="稻壳儿小白白(http://dwz.cn/Wu2UP)"/>
          <p:cNvPicPr>
            <a:picLocks noChangeArrowheads="1"/>
          </p:cNvPicPr>
          <p:nvPr/>
        </p:nvPicPr>
        <p:blipFill>
          <a:blip r:embed="rId16">
            <a:duotone>
              <a:srgbClr val="336699"/>
              <a:srgbClr val="336699"/>
            </a:duotone>
          </a:blip>
          <a:srcRect/>
          <a:stretch>
            <a:fillRect/>
          </a:stretch>
        </p:blipFill>
        <p:spPr>
          <a:xfrm>
            <a:off x="4078891" y="3596830"/>
            <a:ext cx="276035"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0" name="稻壳儿小白白(http://dwz.cn/Wu2UP)"/>
          <p:cNvSpPr/>
          <p:nvPr/>
        </p:nvSpPr>
        <p:spPr>
          <a:xfrm>
            <a:off x="2770728" y="3593401"/>
            <a:ext cx="306895" cy="277749"/>
          </a:xfrm>
          <a:custGeom>
            <a:avLst/>
            <a:gdLst>
              <a:gd name="T0" fmla="*/ 676642531 w 113"/>
              <a:gd name="T1" fmla="*/ 19071291 h 102"/>
              <a:gd name="T2" fmla="*/ 581785232 w 113"/>
              <a:gd name="T3" fmla="*/ 31786326 h 102"/>
              <a:gd name="T4" fmla="*/ 240302978 w 113"/>
              <a:gd name="T5" fmla="*/ 444995954 h 102"/>
              <a:gd name="T6" fmla="*/ 126474722 w 113"/>
              <a:gd name="T7" fmla="*/ 317853172 h 102"/>
              <a:gd name="T8" fmla="*/ 31619938 w 113"/>
              <a:gd name="T9" fmla="*/ 311496915 h 102"/>
              <a:gd name="T10" fmla="*/ 25295447 w 113"/>
              <a:gd name="T11" fmla="*/ 394138337 h 102"/>
              <a:gd name="T12" fmla="*/ 246627469 w 113"/>
              <a:gd name="T13" fmla="*/ 648421379 h 102"/>
              <a:gd name="T14" fmla="*/ 689288997 w 113"/>
              <a:gd name="T15" fmla="*/ 101712713 h 102"/>
              <a:gd name="T16" fmla="*/ 676642531 w 113"/>
              <a:gd name="T17" fmla="*/ 19071291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13" h="102">
                <a:moveTo>
                  <a:pt x="107" y="3"/>
                </a:moveTo>
                <a:cubicBezTo>
                  <a:pt x="102" y="0"/>
                  <a:pt x="95" y="1"/>
                  <a:pt x="92" y="5"/>
                </a:cubicBezTo>
                <a:cubicBezTo>
                  <a:pt x="38" y="70"/>
                  <a:pt x="38" y="70"/>
                  <a:pt x="38" y="70"/>
                </a:cubicBezTo>
                <a:cubicBezTo>
                  <a:pt x="20" y="50"/>
                  <a:pt x="20" y="50"/>
                  <a:pt x="20" y="50"/>
                </a:cubicBezTo>
                <a:cubicBezTo>
                  <a:pt x="17" y="46"/>
                  <a:pt x="10" y="45"/>
                  <a:pt x="5" y="49"/>
                </a:cubicBezTo>
                <a:cubicBezTo>
                  <a:pt x="1" y="52"/>
                  <a:pt x="0" y="58"/>
                  <a:pt x="4" y="62"/>
                </a:cubicBezTo>
                <a:cubicBezTo>
                  <a:pt x="39" y="102"/>
                  <a:pt x="39" y="102"/>
                  <a:pt x="39" y="102"/>
                </a:cubicBezTo>
                <a:cubicBezTo>
                  <a:pt x="109" y="16"/>
                  <a:pt x="109" y="16"/>
                  <a:pt x="109" y="16"/>
                </a:cubicBezTo>
                <a:cubicBezTo>
                  <a:pt x="113" y="12"/>
                  <a:pt x="112" y="6"/>
                  <a:pt x="107" y="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21" name="稻壳儿小白白(http://dwz.cn/Wu2UP)"/>
          <p:cNvSpPr>
            <a:spLocks noEditPoints="1"/>
          </p:cNvSpPr>
          <p:nvPr/>
        </p:nvSpPr>
        <p:spPr>
          <a:xfrm>
            <a:off x="3418809" y="3595115"/>
            <a:ext cx="305181" cy="298323"/>
          </a:xfrm>
          <a:custGeom>
            <a:avLst/>
            <a:gdLst>
              <a:gd name="T0" fmla="*/ 712934202 w 112"/>
              <a:gd name="T1" fmla="*/ 51375316 h 109"/>
              <a:gd name="T2" fmla="*/ 662010150 w 112"/>
              <a:gd name="T3" fmla="*/ 0 h 109"/>
              <a:gd name="T4" fmla="*/ 547431034 w 112"/>
              <a:gd name="T5" fmla="*/ 134863689 h 109"/>
              <a:gd name="T6" fmla="*/ 324640830 w 112"/>
              <a:gd name="T7" fmla="*/ 44953718 h 109"/>
              <a:gd name="T8" fmla="*/ 0 w 112"/>
              <a:gd name="T9" fmla="*/ 372478009 h 109"/>
              <a:gd name="T10" fmla="*/ 324640830 w 112"/>
              <a:gd name="T11" fmla="*/ 700002299 h 109"/>
              <a:gd name="T12" fmla="*/ 649279137 w 112"/>
              <a:gd name="T13" fmla="*/ 372478009 h 109"/>
              <a:gd name="T14" fmla="*/ 598355085 w 112"/>
              <a:gd name="T15" fmla="*/ 199082200 h 109"/>
              <a:gd name="T16" fmla="*/ 712934202 w 112"/>
              <a:gd name="T17" fmla="*/ 51375316 h 109"/>
              <a:gd name="T18" fmla="*/ 604720592 w 112"/>
              <a:gd name="T19" fmla="*/ 372478009 h 109"/>
              <a:gd name="T20" fmla="*/ 324640830 w 112"/>
              <a:gd name="T21" fmla="*/ 648626983 h 109"/>
              <a:gd name="T22" fmla="*/ 50924052 w 112"/>
              <a:gd name="T23" fmla="*/ 372478009 h 109"/>
              <a:gd name="T24" fmla="*/ 324640830 w 112"/>
              <a:gd name="T25" fmla="*/ 89907436 h 109"/>
              <a:gd name="T26" fmla="*/ 515603501 w 112"/>
              <a:gd name="T27" fmla="*/ 166974211 h 109"/>
              <a:gd name="T28" fmla="*/ 318275324 w 112"/>
              <a:gd name="T29" fmla="*/ 398166934 h 109"/>
              <a:gd name="T30" fmla="*/ 165503168 w 112"/>
              <a:gd name="T31" fmla="*/ 250460050 h 109"/>
              <a:gd name="T32" fmla="*/ 114579117 w 112"/>
              <a:gd name="T33" fmla="*/ 346789084 h 109"/>
              <a:gd name="T34" fmla="*/ 273716778 w 112"/>
              <a:gd name="T35" fmla="*/ 526606490 h 109"/>
              <a:gd name="T36" fmla="*/ 305544311 w 112"/>
              <a:gd name="T37" fmla="*/ 571562743 h 109"/>
              <a:gd name="T38" fmla="*/ 343737350 w 112"/>
              <a:gd name="T39" fmla="*/ 526606490 h 109"/>
              <a:gd name="T40" fmla="*/ 566527553 w 112"/>
              <a:gd name="T41" fmla="*/ 237614320 h 109"/>
              <a:gd name="T42" fmla="*/ 604720592 w 112"/>
              <a:gd name="T43" fmla="*/ 372478009 h 10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112" h="109">
                <a:moveTo>
                  <a:pt x="112" y="8"/>
                </a:moveTo>
                <a:cubicBezTo>
                  <a:pt x="104" y="0"/>
                  <a:pt x="104" y="0"/>
                  <a:pt x="104" y="0"/>
                </a:cubicBezTo>
                <a:cubicBezTo>
                  <a:pt x="86" y="21"/>
                  <a:pt x="86" y="21"/>
                  <a:pt x="86" y="21"/>
                </a:cubicBezTo>
                <a:cubicBezTo>
                  <a:pt x="77" y="12"/>
                  <a:pt x="65" y="7"/>
                  <a:pt x="51" y="7"/>
                </a:cubicBezTo>
                <a:cubicBezTo>
                  <a:pt x="23" y="7"/>
                  <a:pt x="0" y="30"/>
                  <a:pt x="0" y="58"/>
                </a:cubicBezTo>
                <a:cubicBezTo>
                  <a:pt x="0" y="86"/>
                  <a:pt x="23" y="109"/>
                  <a:pt x="51" y="109"/>
                </a:cubicBezTo>
                <a:cubicBezTo>
                  <a:pt x="79" y="109"/>
                  <a:pt x="102" y="86"/>
                  <a:pt x="102" y="58"/>
                </a:cubicBezTo>
                <a:cubicBezTo>
                  <a:pt x="102" y="48"/>
                  <a:pt x="99" y="38"/>
                  <a:pt x="94" y="31"/>
                </a:cubicBezTo>
                <a:lnTo>
                  <a:pt x="112" y="8"/>
                </a:lnTo>
                <a:close/>
                <a:moveTo>
                  <a:pt x="95" y="58"/>
                </a:moveTo>
                <a:cubicBezTo>
                  <a:pt x="95" y="82"/>
                  <a:pt x="75" y="101"/>
                  <a:pt x="51" y="101"/>
                </a:cubicBezTo>
                <a:cubicBezTo>
                  <a:pt x="27" y="101"/>
                  <a:pt x="8" y="82"/>
                  <a:pt x="8" y="58"/>
                </a:cubicBezTo>
                <a:cubicBezTo>
                  <a:pt x="8" y="34"/>
                  <a:pt x="27" y="14"/>
                  <a:pt x="51" y="14"/>
                </a:cubicBezTo>
                <a:cubicBezTo>
                  <a:pt x="63" y="14"/>
                  <a:pt x="73" y="19"/>
                  <a:pt x="81" y="26"/>
                </a:cubicBezTo>
                <a:cubicBezTo>
                  <a:pt x="50" y="62"/>
                  <a:pt x="50" y="62"/>
                  <a:pt x="50" y="62"/>
                </a:cubicBezTo>
                <a:cubicBezTo>
                  <a:pt x="26" y="39"/>
                  <a:pt x="26" y="39"/>
                  <a:pt x="26" y="39"/>
                </a:cubicBezTo>
                <a:cubicBezTo>
                  <a:pt x="18" y="54"/>
                  <a:pt x="18" y="54"/>
                  <a:pt x="18" y="54"/>
                </a:cubicBezTo>
                <a:cubicBezTo>
                  <a:pt x="43" y="82"/>
                  <a:pt x="43" y="82"/>
                  <a:pt x="43" y="82"/>
                </a:cubicBezTo>
                <a:cubicBezTo>
                  <a:pt x="48" y="89"/>
                  <a:pt x="48" y="89"/>
                  <a:pt x="48" y="89"/>
                </a:cubicBezTo>
                <a:cubicBezTo>
                  <a:pt x="54" y="82"/>
                  <a:pt x="54" y="82"/>
                  <a:pt x="54" y="82"/>
                </a:cubicBezTo>
                <a:cubicBezTo>
                  <a:pt x="89" y="37"/>
                  <a:pt x="89" y="37"/>
                  <a:pt x="89" y="37"/>
                </a:cubicBezTo>
                <a:cubicBezTo>
                  <a:pt x="93" y="43"/>
                  <a:pt x="95" y="50"/>
                  <a:pt x="95" y="5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2" name="稻壳儿小白白(http://dwz.cn/Wu2UP)"/>
          <p:cNvPicPr>
            <a:picLocks noChangeArrowheads="1"/>
          </p:cNvPicPr>
          <p:nvPr/>
        </p:nvPicPr>
        <p:blipFill>
          <a:blip r:embed="rId17">
            <a:duotone>
              <a:srgbClr val="336699"/>
              <a:srgbClr val="336699"/>
            </a:duotone>
          </a:blip>
          <a:srcRect/>
          <a:stretch>
            <a:fillRect/>
          </a:stretch>
        </p:blipFill>
        <p:spPr>
          <a:xfrm>
            <a:off x="5342478" y="3636263"/>
            <a:ext cx="276034"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3" name="稻壳儿小白白(http://dwz.cn/Wu2UP)"/>
          <p:cNvSpPr>
            <a:spLocks noEditPoints="1"/>
          </p:cNvSpPr>
          <p:nvPr/>
        </p:nvSpPr>
        <p:spPr>
          <a:xfrm>
            <a:off x="4749261" y="3595115"/>
            <a:ext cx="281178" cy="317183"/>
          </a:xfrm>
          <a:custGeom>
            <a:avLst/>
            <a:gdLst>
              <a:gd name="T0" fmla="*/ 0 w 103"/>
              <a:gd name="T1" fmla="*/ 185889313 h 116"/>
              <a:gd name="T2" fmla="*/ 0 w 103"/>
              <a:gd name="T3" fmla="*/ 557667940 h 116"/>
              <a:gd name="T4" fmla="*/ 140561196 w 103"/>
              <a:gd name="T5" fmla="*/ 743557253 h 116"/>
              <a:gd name="T6" fmla="*/ 325844455 w 103"/>
              <a:gd name="T7" fmla="*/ 743557253 h 116"/>
              <a:gd name="T8" fmla="*/ 466405650 w 103"/>
              <a:gd name="T9" fmla="*/ 621767878 h 116"/>
              <a:gd name="T10" fmla="*/ 638911538 w 103"/>
              <a:gd name="T11" fmla="*/ 403828595 h 116"/>
              <a:gd name="T12" fmla="*/ 638911538 w 103"/>
              <a:gd name="T13" fmla="*/ 339728658 h 116"/>
              <a:gd name="T14" fmla="*/ 555852305 w 103"/>
              <a:gd name="T15" fmla="*/ 307678689 h 116"/>
              <a:gd name="T16" fmla="*/ 479183022 w 103"/>
              <a:gd name="T17" fmla="*/ 339728658 h 116"/>
              <a:gd name="T18" fmla="*/ 421681059 w 103"/>
              <a:gd name="T19" fmla="*/ 397418095 h 116"/>
              <a:gd name="T20" fmla="*/ 421681059 w 103"/>
              <a:gd name="T21" fmla="*/ 89739407 h 116"/>
              <a:gd name="T22" fmla="*/ 370569046 w 103"/>
              <a:gd name="T23" fmla="*/ 44870969 h 116"/>
              <a:gd name="T24" fmla="*/ 325844455 w 103"/>
              <a:gd name="T25" fmla="*/ 44870969 h 116"/>
              <a:gd name="T26" fmla="*/ 281119864 w 103"/>
              <a:gd name="T27" fmla="*/ 0 h 116"/>
              <a:gd name="T28" fmla="*/ 236397800 w 103"/>
              <a:gd name="T29" fmla="*/ 0 h 116"/>
              <a:gd name="T30" fmla="*/ 185283259 w 103"/>
              <a:gd name="T31" fmla="*/ 44870969 h 116"/>
              <a:gd name="T32" fmla="*/ 140561196 w 103"/>
              <a:gd name="T33" fmla="*/ 44870969 h 116"/>
              <a:gd name="T34" fmla="*/ 95836604 w 103"/>
              <a:gd name="T35" fmla="*/ 89739407 h 116"/>
              <a:gd name="T36" fmla="*/ 95836604 w 103"/>
              <a:gd name="T37" fmla="*/ 141018344 h 116"/>
              <a:gd name="T38" fmla="*/ 51112013 w 103"/>
              <a:gd name="T39" fmla="*/ 141018344 h 116"/>
              <a:gd name="T40" fmla="*/ 0 w 103"/>
              <a:gd name="T41" fmla="*/ 185889313 h 116"/>
              <a:gd name="T42" fmla="*/ 51112013 w 103"/>
              <a:gd name="T43" fmla="*/ 185889313 h 116"/>
              <a:gd name="T44" fmla="*/ 95836604 w 103"/>
              <a:gd name="T45" fmla="*/ 185889313 h 116"/>
              <a:gd name="T46" fmla="*/ 95836604 w 103"/>
              <a:gd name="T47" fmla="*/ 230760282 h 116"/>
              <a:gd name="T48" fmla="*/ 95836604 w 103"/>
              <a:gd name="T49" fmla="*/ 371778626 h 116"/>
              <a:gd name="T50" fmla="*/ 140561196 w 103"/>
              <a:gd name="T51" fmla="*/ 371778626 h 116"/>
              <a:gd name="T52" fmla="*/ 140561196 w 103"/>
              <a:gd name="T53" fmla="*/ 141018344 h 116"/>
              <a:gd name="T54" fmla="*/ 140561196 w 103"/>
              <a:gd name="T55" fmla="*/ 89739407 h 116"/>
              <a:gd name="T56" fmla="*/ 185283259 w 103"/>
              <a:gd name="T57" fmla="*/ 89739407 h 116"/>
              <a:gd name="T58" fmla="*/ 185283259 w 103"/>
              <a:gd name="T59" fmla="*/ 141018344 h 116"/>
              <a:gd name="T60" fmla="*/ 185283259 w 103"/>
              <a:gd name="T61" fmla="*/ 371778626 h 116"/>
              <a:gd name="T62" fmla="*/ 236397800 w 103"/>
              <a:gd name="T63" fmla="*/ 371778626 h 116"/>
              <a:gd name="T64" fmla="*/ 236397800 w 103"/>
              <a:gd name="T65" fmla="*/ 89739407 h 116"/>
              <a:gd name="T66" fmla="*/ 236397800 w 103"/>
              <a:gd name="T67" fmla="*/ 44870969 h 116"/>
              <a:gd name="T68" fmla="*/ 281119864 w 103"/>
              <a:gd name="T69" fmla="*/ 44870969 h 116"/>
              <a:gd name="T70" fmla="*/ 281119864 w 103"/>
              <a:gd name="T71" fmla="*/ 89739407 h 116"/>
              <a:gd name="T72" fmla="*/ 281119864 w 103"/>
              <a:gd name="T73" fmla="*/ 371778626 h 116"/>
              <a:gd name="T74" fmla="*/ 325844455 w 103"/>
              <a:gd name="T75" fmla="*/ 371778626 h 116"/>
              <a:gd name="T76" fmla="*/ 325844455 w 103"/>
              <a:gd name="T77" fmla="*/ 185889313 h 116"/>
              <a:gd name="T78" fmla="*/ 325844455 w 103"/>
              <a:gd name="T79" fmla="*/ 141018344 h 116"/>
              <a:gd name="T80" fmla="*/ 325844455 w 103"/>
              <a:gd name="T81" fmla="*/ 89739407 h 116"/>
              <a:gd name="T82" fmla="*/ 370569046 w 103"/>
              <a:gd name="T83" fmla="*/ 89739407 h 116"/>
              <a:gd name="T84" fmla="*/ 370569046 w 103"/>
              <a:gd name="T85" fmla="*/ 141018344 h 116"/>
              <a:gd name="T86" fmla="*/ 370569046 w 103"/>
              <a:gd name="T87" fmla="*/ 185889313 h 116"/>
              <a:gd name="T88" fmla="*/ 370569046 w 103"/>
              <a:gd name="T89" fmla="*/ 467928533 h 116"/>
              <a:gd name="T90" fmla="*/ 421681059 w 103"/>
              <a:gd name="T91" fmla="*/ 467928533 h 116"/>
              <a:gd name="T92" fmla="*/ 421681059 w 103"/>
              <a:gd name="T93" fmla="*/ 467928533 h 116"/>
              <a:gd name="T94" fmla="*/ 511130242 w 103"/>
              <a:gd name="T95" fmla="*/ 371778626 h 116"/>
              <a:gd name="T96" fmla="*/ 555852305 w 103"/>
              <a:gd name="T97" fmla="*/ 352549658 h 116"/>
              <a:gd name="T98" fmla="*/ 606966846 w 103"/>
              <a:gd name="T99" fmla="*/ 371778626 h 116"/>
              <a:gd name="T100" fmla="*/ 421681059 w 103"/>
              <a:gd name="T101" fmla="*/ 602538909 h 116"/>
              <a:gd name="T102" fmla="*/ 421681059 w 103"/>
              <a:gd name="T103" fmla="*/ 602538909 h 116"/>
              <a:gd name="T104" fmla="*/ 421681059 w 103"/>
              <a:gd name="T105" fmla="*/ 602538909 h 116"/>
              <a:gd name="T106" fmla="*/ 325844455 w 103"/>
              <a:gd name="T107" fmla="*/ 698686284 h 116"/>
              <a:gd name="T108" fmla="*/ 140561196 w 103"/>
              <a:gd name="T109" fmla="*/ 698686284 h 116"/>
              <a:gd name="T110" fmla="*/ 51112013 w 103"/>
              <a:gd name="T111" fmla="*/ 557667940 h 116"/>
              <a:gd name="T112" fmla="*/ 51112013 w 103"/>
              <a:gd name="T113" fmla="*/ 230760282 h 116"/>
              <a:gd name="T114" fmla="*/ 51112013 w 103"/>
              <a:gd name="T115" fmla="*/ 185889313 h 11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0" t="0" r="r" b="b"/>
            <a:pathLst>
              <a:path w="103" h="116">
                <a:moveTo>
                  <a:pt x="0" y="29"/>
                </a:moveTo>
                <a:cubicBezTo>
                  <a:pt x="0" y="87"/>
                  <a:pt x="0" y="87"/>
                  <a:pt x="0" y="87"/>
                </a:cubicBezTo>
                <a:cubicBezTo>
                  <a:pt x="0" y="101"/>
                  <a:pt x="0" y="116"/>
                  <a:pt x="22" y="116"/>
                </a:cubicBezTo>
                <a:cubicBezTo>
                  <a:pt x="51" y="116"/>
                  <a:pt x="51" y="116"/>
                  <a:pt x="51" y="116"/>
                </a:cubicBezTo>
                <a:cubicBezTo>
                  <a:pt x="68" y="116"/>
                  <a:pt x="72" y="107"/>
                  <a:pt x="73" y="97"/>
                </a:cubicBezTo>
                <a:cubicBezTo>
                  <a:pt x="100" y="63"/>
                  <a:pt x="100" y="63"/>
                  <a:pt x="100" y="63"/>
                </a:cubicBezTo>
                <a:cubicBezTo>
                  <a:pt x="103" y="60"/>
                  <a:pt x="102" y="56"/>
                  <a:pt x="100" y="53"/>
                </a:cubicBezTo>
                <a:cubicBezTo>
                  <a:pt x="99" y="52"/>
                  <a:pt x="94" y="48"/>
                  <a:pt x="87" y="48"/>
                </a:cubicBezTo>
                <a:cubicBezTo>
                  <a:pt x="84" y="48"/>
                  <a:pt x="80" y="49"/>
                  <a:pt x="75" y="53"/>
                </a:cubicBezTo>
                <a:cubicBezTo>
                  <a:pt x="66" y="62"/>
                  <a:pt x="66" y="62"/>
                  <a:pt x="66" y="62"/>
                </a:cubicBezTo>
                <a:cubicBezTo>
                  <a:pt x="66" y="14"/>
                  <a:pt x="66" y="14"/>
                  <a:pt x="66" y="14"/>
                </a:cubicBezTo>
                <a:cubicBezTo>
                  <a:pt x="66" y="10"/>
                  <a:pt x="62" y="7"/>
                  <a:pt x="58" y="7"/>
                </a:cubicBezTo>
                <a:cubicBezTo>
                  <a:pt x="51" y="7"/>
                  <a:pt x="51" y="7"/>
                  <a:pt x="51" y="7"/>
                </a:cubicBezTo>
                <a:cubicBezTo>
                  <a:pt x="51" y="3"/>
                  <a:pt x="48" y="0"/>
                  <a:pt x="44" y="0"/>
                </a:cubicBezTo>
                <a:cubicBezTo>
                  <a:pt x="37" y="0"/>
                  <a:pt x="37" y="0"/>
                  <a:pt x="37" y="0"/>
                </a:cubicBezTo>
                <a:cubicBezTo>
                  <a:pt x="33" y="0"/>
                  <a:pt x="29" y="3"/>
                  <a:pt x="29" y="7"/>
                </a:cubicBezTo>
                <a:cubicBezTo>
                  <a:pt x="22" y="7"/>
                  <a:pt x="22" y="7"/>
                  <a:pt x="22" y="7"/>
                </a:cubicBezTo>
                <a:cubicBezTo>
                  <a:pt x="18" y="7"/>
                  <a:pt x="15" y="10"/>
                  <a:pt x="15" y="14"/>
                </a:cubicBezTo>
                <a:cubicBezTo>
                  <a:pt x="15" y="22"/>
                  <a:pt x="15" y="22"/>
                  <a:pt x="15" y="22"/>
                </a:cubicBezTo>
                <a:cubicBezTo>
                  <a:pt x="8" y="22"/>
                  <a:pt x="8" y="22"/>
                  <a:pt x="8" y="22"/>
                </a:cubicBezTo>
                <a:cubicBezTo>
                  <a:pt x="4" y="22"/>
                  <a:pt x="0" y="25"/>
                  <a:pt x="0" y="29"/>
                </a:cubicBezTo>
                <a:close/>
                <a:moveTo>
                  <a:pt x="8" y="29"/>
                </a:moveTo>
                <a:cubicBezTo>
                  <a:pt x="15" y="29"/>
                  <a:pt x="15" y="29"/>
                  <a:pt x="15" y="29"/>
                </a:cubicBezTo>
                <a:cubicBezTo>
                  <a:pt x="15" y="36"/>
                  <a:pt x="15" y="36"/>
                  <a:pt x="15" y="36"/>
                </a:cubicBezTo>
                <a:cubicBezTo>
                  <a:pt x="15" y="58"/>
                  <a:pt x="15" y="58"/>
                  <a:pt x="15" y="58"/>
                </a:cubicBezTo>
                <a:cubicBezTo>
                  <a:pt x="22" y="58"/>
                  <a:pt x="22" y="58"/>
                  <a:pt x="22" y="58"/>
                </a:cubicBezTo>
                <a:cubicBezTo>
                  <a:pt x="22" y="22"/>
                  <a:pt x="22" y="22"/>
                  <a:pt x="22" y="22"/>
                </a:cubicBezTo>
                <a:cubicBezTo>
                  <a:pt x="22" y="14"/>
                  <a:pt x="22" y="14"/>
                  <a:pt x="22" y="14"/>
                </a:cubicBezTo>
                <a:cubicBezTo>
                  <a:pt x="29" y="14"/>
                  <a:pt x="29" y="14"/>
                  <a:pt x="29" y="14"/>
                </a:cubicBezTo>
                <a:cubicBezTo>
                  <a:pt x="29" y="22"/>
                  <a:pt x="29" y="22"/>
                  <a:pt x="29" y="22"/>
                </a:cubicBezTo>
                <a:cubicBezTo>
                  <a:pt x="29" y="58"/>
                  <a:pt x="29" y="58"/>
                  <a:pt x="29" y="58"/>
                </a:cubicBezTo>
                <a:cubicBezTo>
                  <a:pt x="37" y="58"/>
                  <a:pt x="37" y="58"/>
                  <a:pt x="37" y="58"/>
                </a:cubicBezTo>
                <a:cubicBezTo>
                  <a:pt x="37" y="14"/>
                  <a:pt x="37" y="14"/>
                  <a:pt x="37" y="14"/>
                </a:cubicBezTo>
                <a:cubicBezTo>
                  <a:pt x="37" y="7"/>
                  <a:pt x="37" y="7"/>
                  <a:pt x="37" y="7"/>
                </a:cubicBezTo>
                <a:cubicBezTo>
                  <a:pt x="44" y="7"/>
                  <a:pt x="44" y="7"/>
                  <a:pt x="44" y="7"/>
                </a:cubicBezTo>
                <a:cubicBezTo>
                  <a:pt x="44" y="14"/>
                  <a:pt x="44" y="14"/>
                  <a:pt x="44" y="14"/>
                </a:cubicBezTo>
                <a:cubicBezTo>
                  <a:pt x="44" y="58"/>
                  <a:pt x="44" y="58"/>
                  <a:pt x="44" y="58"/>
                </a:cubicBezTo>
                <a:cubicBezTo>
                  <a:pt x="51" y="58"/>
                  <a:pt x="51" y="58"/>
                  <a:pt x="51" y="58"/>
                </a:cubicBezTo>
                <a:cubicBezTo>
                  <a:pt x="51" y="29"/>
                  <a:pt x="51" y="29"/>
                  <a:pt x="51" y="29"/>
                </a:cubicBezTo>
                <a:cubicBezTo>
                  <a:pt x="51" y="22"/>
                  <a:pt x="51" y="22"/>
                  <a:pt x="51" y="22"/>
                </a:cubicBezTo>
                <a:cubicBezTo>
                  <a:pt x="51" y="14"/>
                  <a:pt x="51" y="14"/>
                  <a:pt x="51" y="14"/>
                </a:cubicBezTo>
                <a:cubicBezTo>
                  <a:pt x="58" y="14"/>
                  <a:pt x="58" y="14"/>
                  <a:pt x="58" y="14"/>
                </a:cubicBezTo>
                <a:cubicBezTo>
                  <a:pt x="58" y="22"/>
                  <a:pt x="58" y="22"/>
                  <a:pt x="58" y="22"/>
                </a:cubicBezTo>
                <a:cubicBezTo>
                  <a:pt x="58" y="29"/>
                  <a:pt x="58" y="29"/>
                  <a:pt x="58" y="29"/>
                </a:cubicBezTo>
                <a:cubicBezTo>
                  <a:pt x="58" y="73"/>
                  <a:pt x="58" y="73"/>
                  <a:pt x="58" y="73"/>
                </a:cubicBezTo>
                <a:cubicBezTo>
                  <a:pt x="66" y="73"/>
                  <a:pt x="66" y="73"/>
                  <a:pt x="66" y="73"/>
                </a:cubicBezTo>
                <a:cubicBezTo>
                  <a:pt x="66" y="73"/>
                  <a:pt x="66" y="73"/>
                  <a:pt x="66" y="73"/>
                </a:cubicBezTo>
                <a:cubicBezTo>
                  <a:pt x="66" y="73"/>
                  <a:pt x="73" y="65"/>
                  <a:pt x="80" y="58"/>
                </a:cubicBezTo>
                <a:cubicBezTo>
                  <a:pt x="83" y="56"/>
                  <a:pt x="85" y="55"/>
                  <a:pt x="87" y="55"/>
                </a:cubicBezTo>
                <a:cubicBezTo>
                  <a:pt x="92" y="55"/>
                  <a:pt x="95" y="58"/>
                  <a:pt x="95" y="58"/>
                </a:cubicBezTo>
                <a:cubicBezTo>
                  <a:pt x="66" y="94"/>
                  <a:pt x="66" y="94"/>
                  <a:pt x="66" y="94"/>
                </a:cubicBezTo>
                <a:cubicBezTo>
                  <a:pt x="66" y="94"/>
                  <a:pt x="66" y="94"/>
                  <a:pt x="66" y="94"/>
                </a:cubicBezTo>
                <a:cubicBezTo>
                  <a:pt x="66" y="94"/>
                  <a:pt x="66" y="94"/>
                  <a:pt x="66" y="94"/>
                </a:cubicBezTo>
                <a:cubicBezTo>
                  <a:pt x="65" y="104"/>
                  <a:pt x="63" y="109"/>
                  <a:pt x="51" y="109"/>
                </a:cubicBezTo>
                <a:cubicBezTo>
                  <a:pt x="37" y="109"/>
                  <a:pt x="37" y="109"/>
                  <a:pt x="22" y="109"/>
                </a:cubicBezTo>
                <a:cubicBezTo>
                  <a:pt x="8" y="109"/>
                  <a:pt x="8" y="102"/>
                  <a:pt x="8" y="87"/>
                </a:cubicBezTo>
                <a:cubicBezTo>
                  <a:pt x="8" y="76"/>
                  <a:pt x="8" y="49"/>
                  <a:pt x="8" y="36"/>
                </a:cubicBezTo>
                <a:lnTo>
                  <a:pt x="8" y="2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24" name="稻壳儿小白白(http://dwz.cn/Wu2UP)"/>
          <p:cNvSpPr>
            <a:spLocks noEditPoints="1"/>
          </p:cNvSpPr>
          <p:nvPr/>
        </p:nvSpPr>
        <p:spPr>
          <a:xfrm>
            <a:off x="9752172" y="2983039"/>
            <a:ext cx="296608" cy="296608"/>
          </a:xfrm>
          <a:custGeom>
            <a:avLst/>
            <a:gdLst>
              <a:gd name="T0" fmla="*/ 342815005 w 109"/>
              <a:gd name="T1" fmla="*/ 0 h 109"/>
              <a:gd name="T2" fmla="*/ 0 w 109"/>
              <a:gd name="T3" fmla="*/ 342815005 h 109"/>
              <a:gd name="T4" fmla="*/ 342815005 w 109"/>
              <a:gd name="T5" fmla="*/ 691976897 h 109"/>
              <a:gd name="T6" fmla="*/ 691976897 w 109"/>
              <a:gd name="T7" fmla="*/ 342815005 h 109"/>
              <a:gd name="T8" fmla="*/ 342815005 w 109"/>
              <a:gd name="T9" fmla="*/ 0 h 109"/>
              <a:gd name="T10" fmla="*/ 368207590 w 109"/>
              <a:gd name="T11" fmla="*/ 507871842 h 109"/>
              <a:gd name="T12" fmla="*/ 368207590 w 109"/>
              <a:gd name="T13" fmla="*/ 412645872 h 109"/>
              <a:gd name="T14" fmla="*/ 139664253 w 109"/>
              <a:gd name="T15" fmla="*/ 507871842 h 109"/>
              <a:gd name="T16" fmla="*/ 368207590 w 109"/>
              <a:gd name="T17" fmla="*/ 228543337 h 109"/>
              <a:gd name="T18" fmla="*/ 368207590 w 109"/>
              <a:gd name="T19" fmla="*/ 139664253 h 109"/>
              <a:gd name="T20" fmla="*/ 552312644 w 109"/>
              <a:gd name="T21" fmla="*/ 323769307 h 109"/>
              <a:gd name="T22" fmla="*/ 368207590 w 109"/>
              <a:gd name="T23" fmla="*/ 507871842 h 10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09" h="109">
                <a:moveTo>
                  <a:pt x="54" y="0"/>
                </a:moveTo>
                <a:cubicBezTo>
                  <a:pt x="24" y="0"/>
                  <a:pt x="0" y="24"/>
                  <a:pt x="0" y="54"/>
                </a:cubicBezTo>
                <a:cubicBezTo>
                  <a:pt x="0" y="84"/>
                  <a:pt x="24" y="109"/>
                  <a:pt x="54" y="109"/>
                </a:cubicBezTo>
                <a:cubicBezTo>
                  <a:pt x="84" y="109"/>
                  <a:pt x="109" y="84"/>
                  <a:pt x="109" y="54"/>
                </a:cubicBezTo>
                <a:cubicBezTo>
                  <a:pt x="109" y="24"/>
                  <a:pt x="84" y="0"/>
                  <a:pt x="54" y="0"/>
                </a:cubicBezTo>
                <a:close/>
                <a:moveTo>
                  <a:pt x="58" y="80"/>
                </a:moveTo>
                <a:cubicBezTo>
                  <a:pt x="58" y="65"/>
                  <a:pt x="58" y="65"/>
                  <a:pt x="58" y="65"/>
                </a:cubicBezTo>
                <a:cubicBezTo>
                  <a:pt x="36" y="58"/>
                  <a:pt x="29" y="65"/>
                  <a:pt x="22" y="80"/>
                </a:cubicBezTo>
                <a:cubicBezTo>
                  <a:pt x="22" y="43"/>
                  <a:pt x="44" y="36"/>
                  <a:pt x="58" y="36"/>
                </a:cubicBezTo>
                <a:cubicBezTo>
                  <a:pt x="58" y="22"/>
                  <a:pt x="58" y="22"/>
                  <a:pt x="58" y="22"/>
                </a:cubicBezTo>
                <a:cubicBezTo>
                  <a:pt x="87" y="51"/>
                  <a:pt x="87" y="51"/>
                  <a:pt x="87" y="51"/>
                </a:cubicBezTo>
                <a:lnTo>
                  <a:pt x="58" y="8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5" name="稻壳儿小白白(http://dwz.cn/Wu2UP)"/>
          <p:cNvPicPr>
            <a:picLocks noChangeArrowheads="1"/>
          </p:cNvPicPr>
          <p:nvPr/>
        </p:nvPicPr>
        <p:blipFill>
          <a:blip r:embed="rId18">
            <a:duotone>
              <a:srgbClr val="336699"/>
              <a:srgbClr val="336699"/>
            </a:duotone>
          </a:blip>
          <a:srcRect/>
          <a:stretch>
            <a:fillRect/>
          </a:stretch>
        </p:blipFill>
        <p:spPr>
          <a:xfrm>
            <a:off x="10386537" y="2983039"/>
            <a:ext cx="294894" cy="2966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6" name="稻壳儿小白白(http://dwz.cn/Wu2UP)"/>
          <p:cNvSpPr>
            <a:spLocks noEditPoints="1"/>
          </p:cNvSpPr>
          <p:nvPr/>
        </p:nvSpPr>
        <p:spPr>
          <a:xfrm>
            <a:off x="2141506" y="3595115"/>
            <a:ext cx="315468" cy="317183"/>
          </a:xfrm>
          <a:custGeom>
            <a:avLst/>
            <a:gdLst>
              <a:gd name="T0" fmla="*/ 367769009 w 116"/>
              <a:gd name="T1" fmla="*/ 0 h 116"/>
              <a:gd name="T2" fmla="*/ 0 w 116"/>
              <a:gd name="T3" fmla="*/ 371778626 h 116"/>
              <a:gd name="T4" fmla="*/ 367769009 w 116"/>
              <a:gd name="T5" fmla="*/ 743557253 h 116"/>
              <a:gd name="T6" fmla="*/ 735538017 w 116"/>
              <a:gd name="T7" fmla="*/ 371778626 h 116"/>
              <a:gd name="T8" fmla="*/ 367769009 w 116"/>
              <a:gd name="T9" fmla="*/ 0 h 116"/>
              <a:gd name="T10" fmla="*/ 323382399 w 116"/>
              <a:gd name="T11" fmla="*/ 89739407 h 116"/>
              <a:gd name="T12" fmla="*/ 412155618 w 116"/>
              <a:gd name="T13" fmla="*/ 89739407 h 116"/>
              <a:gd name="T14" fmla="*/ 412155618 w 116"/>
              <a:gd name="T15" fmla="*/ 326907657 h 116"/>
              <a:gd name="T16" fmla="*/ 323382399 w 116"/>
              <a:gd name="T17" fmla="*/ 326907657 h 116"/>
              <a:gd name="T18" fmla="*/ 323382399 w 116"/>
              <a:gd name="T19" fmla="*/ 89739407 h 116"/>
              <a:gd name="T20" fmla="*/ 367769009 w 116"/>
              <a:gd name="T21" fmla="*/ 621767878 h 116"/>
              <a:gd name="T22" fmla="*/ 126816726 w 116"/>
              <a:gd name="T23" fmla="*/ 371778626 h 116"/>
              <a:gd name="T24" fmla="*/ 272655205 w 116"/>
              <a:gd name="T25" fmla="*/ 147428844 h 116"/>
              <a:gd name="T26" fmla="*/ 278998308 w 116"/>
              <a:gd name="T27" fmla="*/ 141018344 h 116"/>
              <a:gd name="T28" fmla="*/ 278998308 w 116"/>
              <a:gd name="T29" fmla="*/ 230760282 h 116"/>
              <a:gd name="T30" fmla="*/ 196565673 w 116"/>
              <a:gd name="T31" fmla="*/ 371778626 h 116"/>
              <a:gd name="T32" fmla="*/ 367769009 w 116"/>
              <a:gd name="T33" fmla="*/ 544846939 h 116"/>
              <a:gd name="T34" fmla="*/ 538972344 w 116"/>
              <a:gd name="T35" fmla="*/ 371778626 h 116"/>
              <a:gd name="T36" fmla="*/ 462882812 w 116"/>
              <a:gd name="T37" fmla="*/ 230760282 h 116"/>
              <a:gd name="T38" fmla="*/ 462882812 w 116"/>
              <a:gd name="T39" fmla="*/ 141018344 h 116"/>
              <a:gd name="T40" fmla="*/ 469223397 w 116"/>
              <a:gd name="T41" fmla="*/ 147428844 h 116"/>
              <a:gd name="T42" fmla="*/ 615061876 w 116"/>
              <a:gd name="T43" fmla="*/ 371778626 h 116"/>
              <a:gd name="T44" fmla="*/ 367769009 w 116"/>
              <a:gd name="T45" fmla="*/ 621767878 h 11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16" h="116">
                <a:moveTo>
                  <a:pt x="58" y="0"/>
                </a:moveTo>
                <a:cubicBezTo>
                  <a:pt x="26" y="0"/>
                  <a:pt x="0" y="26"/>
                  <a:pt x="0" y="58"/>
                </a:cubicBezTo>
                <a:cubicBezTo>
                  <a:pt x="0" y="90"/>
                  <a:pt x="26" y="116"/>
                  <a:pt x="58" y="116"/>
                </a:cubicBezTo>
                <a:cubicBezTo>
                  <a:pt x="90" y="116"/>
                  <a:pt x="116" y="90"/>
                  <a:pt x="116" y="58"/>
                </a:cubicBezTo>
                <a:cubicBezTo>
                  <a:pt x="116" y="26"/>
                  <a:pt x="90" y="0"/>
                  <a:pt x="58" y="0"/>
                </a:cubicBezTo>
                <a:close/>
                <a:moveTo>
                  <a:pt x="51" y="14"/>
                </a:moveTo>
                <a:cubicBezTo>
                  <a:pt x="65" y="14"/>
                  <a:pt x="65" y="14"/>
                  <a:pt x="65" y="14"/>
                </a:cubicBezTo>
                <a:cubicBezTo>
                  <a:pt x="65" y="51"/>
                  <a:pt x="65" y="51"/>
                  <a:pt x="65" y="51"/>
                </a:cubicBezTo>
                <a:cubicBezTo>
                  <a:pt x="51" y="51"/>
                  <a:pt x="51" y="51"/>
                  <a:pt x="51" y="51"/>
                </a:cubicBezTo>
                <a:lnTo>
                  <a:pt x="51" y="14"/>
                </a:lnTo>
                <a:close/>
                <a:moveTo>
                  <a:pt x="58" y="97"/>
                </a:moveTo>
                <a:cubicBezTo>
                  <a:pt x="37" y="97"/>
                  <a:pt x="20" y="79"/>
                  <a:pt x="20" y="58"/>
                </a:cubicBezTo>
                <a:cubicBezTo>
                  <a:pt x="20" y="43"/>
                  <a:pt x="29" y="29"/>
                  <a:pt x="43" y="23"/>
                </a:cubicBezTo>
                <a:cubicBezTo>
                  <a:pt x="44" y="22"/>
                  <a:pt x="44" y="22"/>
                  <a:pt x="44" y="22"/>
                </a:cubicBezTo>
                <a:cubicBezTo>
                  <a:pt x="44" y="36"/>
                  <a:pt x="44" y="36"/>
                  <a:pt x="44" y="36"/>
                </a:cubicBezTo>
                <a:cubicBezTo>
                  <a:pt x="36" y="41"/>
                  <a:pt x="31" y="49"/>
                  <a:pt x="31" y="58"/>
                </a:cubicBezTo>
                <a:cubicBezTo>
                  <a:pt x="31" y="73"/>
                  <a:pt x="43" y="85"/>
                  <a:pt x="58" y="85"/>
                </a:cubicBezTo>
                <a:cubicBezTo>
                  <a:pt x="73" y="85"/>
                  <a:pt x="85" y="73"/>
                  <a:pt x="85" y="58"/>
                </a:cubicBezTo>
                <a:cubicBezTo>
                  <a:pt x="85" y="49"/>
                  <a:pt x="80" y="41"/>
                  <a:pt x="73" y="36"/>
                </a:cubicBezTo>
                <a:cubicBezTo>
                  <a:pt x="73" y="22"/>
                  <a:pt x="73" y="22"/>
                  <a:pt x="73" y="22"/>
                </a:cubicBezTo>
                <a:cubicBezTo>
                  <a:pt x="74" y="23"/>
                  <a:pt x="74" y="23"/>
                  <a:pt x="74" y="23"/>
                </a:cubicBezTo>
                <a:cubicBezTo>
                  <a:pt x="88" y="29"/>
                  <a:pt x="97" y="43"/>
                  <a:pt x="97" y="58"/>
                </a:cubicBezTo>
                <a:cubicBezTo>
                  <a:pt x="97" y="79"/>
                  <a:pt x="79" y="97"/>
                  <a:pt x="58" y="9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7" name="稻壳儿小白白(http://dwz.cn/Wu2UP)"/>
          <p:cNvPicPr>
            <a:picLocks noChangeArrowheads="1"/>
          </p:cNvPicPr>
          <p:nvPr/>
        </p:nvPicPr>
        <p:blipFill>
          <a:blip r:embed="rId19">
            <a:duotone>
              <a:srgbClr val="336699"/>
              <a:srgbClr val="336699"/>
            </a:duotone>
          </a:blip>
          <a:srcRect/>
          <a:stretch>
            <a:fillRect/>
          </a:stretch>
        </p:blipFill>
        <p:spPr>
          <a:xfrm>
            <a:off x="5935695" y="3596830"/>
            <a:ext cx="315468"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28" name="稻壳儿小白白(http://dwz.cn/Wu2UP)"/>
          <p:cNvPicPr>
            <a:picLocks noChangeArrowheads="1"/>
          </p:cNvPicPr>
          <p:nvPr/>
        </p:nvPicPr>
        <p:blipFill>
          <a:blip r:embed="rId20">
            <a:duotone>
              <a:srgbClr val="336699"/>
              <a:srgbClr val="336699"/>
            </a:duotone>
          </a:blip>
          <a:srcRect/>
          <a:stretch>
            <a:fillRect/>
          </a:stretch>
        </p:blipFill>
        <p:spPr>
          <a:xfrm>
            <a:off x="7159848" y="3596830"/>
            <a:ext cx="296608"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29" name="稻壳儿小白白(http://dwz.cn/Wu2UP)"/>
          <p:cNvPicPr>
            <a:picLocks noChangeArrowheads="1"/>
          </p:cNvPicPr>
          <p:nvPr/>
        </p:nvPicPr>
        <p:blipFill>
          <a:blip r:embed="rId21">
            <a:duotone>
              <a:srgbClr val="336699"/>
              <a:srgbClr val="336699"/>
            </a:duotone>
          </a:blip>
          <a:srcRect/>
          <a:stretch>
            <a:fillRect/>
          </a:stretch>
        </p:blipFill>
        <p:spPr>
          <a:xfrm>
            <a:off x="6566631" y="3596830"/>
            <a:ext cx="231457"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30" name="稻壳儿小白白(http://dwz.cn/Wu2UP)"/>
          <p:cNvSpPr/>
          <p:nvPr/>
        </p:nvSpPr>
        <p:spPr>
          <a:xfrm>
            <a:off x="7835361" y="3673982"/>
            <a:ext cx="315468" cy="159449"/>
          </a:xfrm>
          <a:custGeom>
            <a:avLst/>
            <a:gdLst>
              <a:gd name="T0" fmla="*/ 463708750 w 184"/>
              <a:gd name="T1" fmla="*/ 88206561 h 93"/>
              <a:gd name="T2" fmla="*/ 143649700 w 184"/>
              <a:gd name="T3" fmla="*/ 88206561 h 93"/>
              <a:gd name="T4" fmla="*/ 143649700 w 184"/>
              <a:gd name="T5" fmla="*/ 0 h 93"/>
              <a:gd name="T6" fmla="*/ 0 w 184"/>
              <a:gd name="T7" fmla="*/ 118448539 h 93"/>
              <a:gd name="T8" fmla="*/ 143649700 w 184"/>
              <a:gd name="T9" fmla="*/ 234376119 h 93"/>
              <a:gd name="T10" fmla="*/ 143649700 w 184"/>
              <a:gd name="T11" fmla="*/ 146169558 h 93"/>
              <a:gd name="T12" fmla="*/ 463708750 w 184"/>
              <a:gd name="T13" fmla="*/ 146169558 h 93"/>
              <a:gd name="T14" fmla="*/ 463708750 w 184"/>
              <a:gd name="T15" fmla="*/ 88206561 h 9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84" h="93">
                <a:moveTo>
                  <a:pt x="184" y="35"/>
                </a:moveTo>
                <a:lnTo>
                  <a:pt x="57" y="35"/>
                </a:lnTo>
                <a:lnTo>
                  <a:pt x="57" y="0"/>
                </a:lnTo>
                <a:lnTo>
                  <a:pt x="0" y="47"/>
                </a:lnTo>
                <a:lnTo>
                  <a:pt x="57" y="93"/>
                </a:lnTo>
                <a:lnTo>
                  <a:pt x="57" y="58"/>
                </a:lnTo>
                <a:lnTo>
                  <a:pt x="184" y="58"/>
                </a:lnTo>
                <a:lnTo>
                  <a:pt x="184" y="3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31" name="稻壳儿小白白(http://dwz.cn/Wu2UP)"/>
          <p:cNvSpPr/>
          <p:nvPr/>
        </p:nvSpPr>
        <p:spPr>
          <a:xfrm>
            <a:off x="9254967" y="3595115"/>
            <a:ext cx="161163" cy="317183"/>
          </a:xfrm>
          <a:custGeom>
            <a:avLst/>
            <a:gdLst>
              <a:gd name="T0" fmla="*/ 236894688 w 94"/>
              <a:gd name="T1" fmla="*/ 146169311 h 185"/>
              <a:gd name="T2" fmla="*/ 120967500 w 94"/>
              <a:gd name="T3" fmla="*/ 0 h 185"/>
              <a:gd name="T4" fmla="*/ 0 w 94"/>
              <a:gd name="T5" fmla="*/ 146169311 h 185"/>
              <a:gd name="T6" fmla="*/ 88206263 w 94"/>
              <a:gd name="T7" fmla="*/ 146169311 h 185"/>
              <a:gd name="T8" fmla="*/ 88206263 w 94"/>
              <a:gd name="T9" fmla="*/ 466230494 h 185"/>
              <a:gd name="T10" fmla="*/ 148690013 w 94"/>
              <a:gd name="T11" fmla="*/ 466230494 h 185"/>
              <a:gd name="T12" fmla="*/ 148690013 w 94"/>
              <a:gd name="T13" fmla="*/ 146169311 h 185"/>
              <a:gd name="T14" fmla="*/ 236894688 w 94"/>
              <a:gd name="T15" fmla="*/ 146169311 h 18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4" h="185">
                <a:moveTo>
                  <a:pt x="94" y="58"/>
                </a:moveTo>
                <a:lnTo>
                  <a:pt x="48" y="0"/>
                </a:lnTo>
                <a:lnTo>
                  <a:pt x="0" y="58"/>
                </a:lnTo>
                <a:lnTo>
                  <a:pt x="35" y="58"/>
                </a:lnTo>
                <a:lnTo>
                  <a:pt x="35" y="185"/>
                </a:lnTo>
                <a:lnTo>
                  <a:pt x="59" y="185"/>
                </a:lnTo>
                <a:lnTo>
                  <a:pt x="59" y="58"/>
                </a:lnTo>
                <a:lnTo>
                  <a:pt x="94" y="5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32" name="稻壳儿小白白(http://dwz.cn/Wu2UP)"/>
          <p:cNvSpPr/>
          <p:nvPr/>
        </p:nvSpPr>
        <p:spPr>
          <a:xfrm>
            <a:off x="8466297" y="3673982"/>
            <a:ext cx="315468" cy="159449"/>
          </a:xfrm>
          <a:custGeom>
            <a:avLst/>
            <a:gdLst>
              <a:gd name="T0" fmla="*/ 463708750 w 184"/>
              <a:gd name="T1" fmla="*/ 118448539 h 93"/>
              <a:gd name="T2" fmla="*/ 320060638 w 184"/>
              <a:gd name="T3" fmla="*/ 0 h 93"/>
              <a:gd name="T4" fmla="*/ 320060638 w 184"/>
              <a:gd name="T5" fmla="*/ 88206561 h 93"/>
              <a:gd name="T6" fmla="*/ 0 w 184"/>
              <a:gd name="T7" fmla="*/ 88206561 h 93"/>
              <a:gd name="T8" fmla="*/ 0 w 184"/>
              <a:gd name="T9" fmla="*/ 146169558 h 93"/>
              <a:gd name="T10" fmla="*/ 320060638 w 184"/>
              <a:gd name="T11" fmla="*/ 146169558 h 93"/>
              <a:gd name="T12" fmla="*/ 320060638 w 184"/>
              <a:gd name="T13" fmla="*/ 234376119 h 93"/>
              <a:gd name="T14" fmla="*/ 463708750 w 184"/>
              <a:gd name="T15" fmla="*/ 118448539 h 9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84" h="93">
                <a:moveTo>
                  <a:pt x="184" y="47"/>
                </a:moveTo>
                <a:lnTo>
                  <a:pt x="127" y="0"/>
                </a:lnTo>
                <a:lnTo>
                  <a:pt x="127" y="35"/>
                </a:lnTo>
                <a:lnTo>
                  <a:pt x="0" y="35"/>
                </a:lnTo>
                <a:lnTo>
                  <a:pt x="0" y="58"/>
                </a:lnTo>
                <a:lnTo>
                  <a:pt x="127" y="58"/>
                </a:lnTo>
                <a:lnTo>
                  <a:pt x="127" y="93"/>
                </a:lnTo>
                <a:lnTo>
                  <a:pt x="184" y="4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33" name="稻壳儿小白白(http://dwz.cn/Wu2UP)"/>
          <p:cNvSpPr/>
          <p:nvPr/>
        </p:nvSpPr>
        <p:spPr>
          <a:xfrm>
            <a:off x="9891046" y="3595115"/>
            <a:ext cx="157734" cy="317183"/>
          </a:xfrm>
          <a:custGeom>
            <a:avLst/>
            <a:gdLst>
              <a:gd name="T0" fmla="*/ 143649700 w 92"/>
              <a:gd name="T1" fmla="*/ 322580549 h 185"/>
              <a:gd name="T2" fmla="*/ 143649700 w 92"/>
              <a:gd name="T3" fmla="*/ 0 h 185"/>
              <a:gd name="T4" fmla="*/ 85685313 w 92"/>
              <a:gd name="T5" fmla="*/ 0 h 185"/>
              <a:gd name="T6" fmla="*/ 85685313 w 92"/>
              <a:gd name="T7" fmla="*/ 322580549 h 185"/>
              <a:gd name="T8" fmla="*/ 0 w 92"/>
              <a:gd name="T9" fmla="*/ 322580549 h 185"/>
              <a:gd name="T10" fmla="*/ 115927188 w 92"/>
              <a:gd name="T11" fmla="*/ 466230494 h 185"/>
              <a:gd name="T12" fmla="*/ 231854375 w 92"/>
              <a:gd name="T13" fmla="*/ 322580549 h 185"/>
              <a:gd name="T14" fmla="*/ 143649700 w 92"/>
              <a:gd name="T15" fmla="*/ 322580549 h 18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2" h="185">
                <a:moveTo>
                  <a:pt x="57" y="128"/>
                </a:moveTo>
                <a:lnTo>
                  <a:pt x="57" y="0"/>
                </a:lnTo>
                <a:lnTo>
                  <a:pt x="34" y="0"/>
                </a:lnTo>
                <a:lnTo>
                  <a:pt x="34" y="128"/>
                </a:lnTo>
                <a:lnTo>
                  <a:pt x="0" y="128"/>
                </a:lnTo>
                <a:lnTo>
                  <a:pt x="46" y="185"/>
                </a:lnTo>
                <a:lnTo>
                  <a:pt x="92" y="128"/>
                </a:lnTo>
                <a:lnTo>
                  <a:pt x="57" y="12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34" name="稻壳儿小白白(http://dwz.cn/Wu2UP)"/>
          <p:cNvPicPr>
            <a:picLocks noChangeArrowheads="1"/>
          </p:cNvPicPr>
          <p:nvPr/>
        </p:nvPicPr>
        <p:blipFill>
          <a:blip r:embed="rId22">
            <a:duotone>
              <a:srgbClr val="336699"/>
              <a:srgbClr val="336699"/>
            </a:duotone>
          </a:blip>
          <a:srcRect/>
          <a:stretch>
            <a:fillRect/>
          </a:stretch>
        </p:blipFill>
        <p:spPr>
          <a:xfrm>
            <a:off x="5303044" y="4227766"/>
            <a:ext cx="315468"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5" name="稻壳儿小白白(http://dwz.cn/Wu2UP)"/>
          <p:cNvPicPr>
            <a:picLocks noChangeArrowheads="1"/>
          </p:cNvPicPr>
          <p:nvPr/>
        </p:nvPicPr>
        <p:blipFill>
          <a:blip r:embed="rId23">
            <a:duotone>
              <a:srgbClr val="336699"/>
              <a:srgbClr val="336699"/>
            </a:duotone>
          </a:blip>
          <a:srcRect/>
          <a:stretch>
            <a:fillRect/>
          </a:stretch>
        </p:blipFill>
        <p:spPr>
          <a:xfrm>
            <a:off x="1510570" y="5491352"/>
            <a:ext cx="317183" cy="317183"/>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6" name="稻壳儿小白白(http://dwz.cn/Wu2UP)"/>
          <p:cNvPicPr>
            <a:picLocks noChangeArrowheads="1"/>
          </p:cNvPicPr>
          <p:nvPr/>
        </p:nvPicPr>
        <p:blipFill>
          <a:blip r:embed="rId24">
            <a:duotone>
              <a:srgbClr val="336699"/>
              <a:srgbClr val="336699"/>
            </a:duotone>
          </a:blip>
          <a:srcRect/>
          <a:stretch>
            <a:fillRect/>
          </a:stretch>
        </p:blipFill>
        <p:spPr>
          <a:xfrm>
            <a:off x="1550004" y="4227766"/>
            <a:ext cx="277749"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37" name="稻壳儿小白白(http://dwz.cn/Wu2UP)"/>
          <p:cNvSpPr>
            <a:spLocks noEditPoints="1"/>
          </p:cNvSpPr>
          <p:nvPr/>
        </p:nvSpPr>
        <p:spPr>
          <a:xfrm>
            <a:off x="4670394" y="4227766"/>
            <a:ext cx="277749" cy="315468"/>
          </a:xfrm>
          <a:custGeom>
            <a:avLst/>
            <a:gdLst>
              <a:gd name="T0" fmla="*/ 553064923 w 102"/>
              <a:gd name="T1" fmla="*/ 691151408 h 116"/>
              <a:gd name="T2" fmla="*/ 521281118 w 102"/>
              <a:gd name="T3" fmla="*/ 691151408 h 116"/>
              <a:gd name="T4" fmla="*/ 648421379 w 102"/>
              <a:gd name="T5" fmla="*/ 462882812 h 116"/>
              <a:gd name="T6" fmla="*/ 438637176 w 102"/>
              <a:gd name="T7" fmla="*/ 196565673 h 116"/>
              <a:gd name="T8" fmla="*/ 489494793 w 102"/>
              <a:gd name="T9" fmla="*/ 95113803 h 116"/>
              <a:gd name="T10" fmla="*/ 483138536 w 102"/>
              <a:gd name="T11" fmla="*/ 63408363 h 116"/>
              <a:gd name="T12" fmla="*/ 355995754 w 102"/>
              <a:gd name="T13" fmla="*/ 6340584 h 116"/>
              <a:gd name="T14" fmla="*/ 336924463 w 102"/>
              <a:gd name="T15" fmla="*/ 0 h 116"/>
              <a:gd name="T16" fmla="*/ 324211950 w 102"/>
              <a:gd name="T17" fmla="*/ 12681169 h 116"/>
              <a:gd name="T18" fmla="*/ 177997877 w 102"/>
              <a:gd name="T19" fmla="*/ 291679477 h 116"/>
              <a:gd name="T20" fmla="*/ 197069168 w 102"/>
              <a:gd name="T21" fmla="*/ 361428424 h 116"/>
              <a:gd name="T22" fmla="*/ 177997877 w 102"/>
              <a:gd name="T23" fmla="*/ 399474449 h 116"/>
              <a:gd name="T24" fmla="*/ 260639299 w 102"/>
              <a:gd name="T25" fmla="*/ 437517956 h 116"/>
              <a:gd name="T26" fmla="*/ 279710590 w 102"/>
              <a:gd name="T27" fmla="*/ 399474449 h 116"/>
              <a:gd name="T28" fmla="*/ 279710590 w 102"/>
              <a:gd name="T29" fmla="*/ 399474449 h 116"/>
              <a:gd name="T30" fmla="*/ 343280720 w 102"/>
              <a:gd name="T31" fmla="*/ 374109593 h 116"/>
              <a:gd name="T32" fmla="*/ 394138337 w 102"/>
              <a:gd name="T33" fmla="*/ 278998308 h 116"/>
              <a:gd name="T34" fmla="*/ 553064923 w 102"/>
              <a:gd name="T35" fmla="*/ 462882812 h 116"/>
              <a:gd name="T36" fmla="*/ 368710789 w 102"/>
              <a:gd name="T37" fmla="*/ 646767316 h 116"/>
              <a:gd name="T38" fmla="*/ 235211751 w 102"/>
              <a:gd name="T39" fmla="*/ 602380707 h 116"/>
              <a:gd name="T40" fmla="*/ 235211751 w 102"/>
              <a:gd name="T41" fmla="*/ 577015851 h 116"/>
              <a:gd name="T42" fmla="*/ 254283042 w 102"/>
              <a:gd name="T43" fmla="*/ 551653513 h 116"/>
              <a:gd name="T44" fmla="*/ 368710789 w 102"/>
              <a:gd name="T45" fmla="*/ 551653513 h 116"/>
              <a:gd name="T46" fmla="*/ 368710789 w 102"/>
              <a:gd name="T47" fmla="*/ 507266903 h 116"/>
              <a:gd name="T48" fmla="*/ 190712912 w 102"/>
              <a:gd name="T49" fmla="*/ 507266903 h 116"/>
              <a:gd name="T50" fmla="*/ 101712713 w 102"/>
              <a:gd name="T51" fmla="*/ 507266903 h 116"/>
              <a:gd name="T52" fmla="*/ 0 w 102"/>
              <a:gd name="T53" fmla="*/ 507266903 h 116"/>
              <a:gd name="T54" fmla="*/ 0 w 102"/>
              <a:gd name="T55" fmla="*/ 551653513 h 116"/>
              <a:gd name="T56" fmla="*/ 108071490 w 102"/>
              <a:gd name="T57" fmla="*/ 551653513 h 116"/>
              <a:gd name="T58" fmla="*/ 114427747 w 102"/>
              <a:gd name="T59" fmla="*/ 551653513 h 116"/>
              <a:gd name="T60" fmla="*/ 139855295 w 102"/>
              <a:gd name="T61" fmla="*/ 577015851 h 116"/>
              <a:gd name="T62" fmla="*/ 139855295 w 102"/>
              <a:gd name="T63" fmla="*/ 602380707 h 116"/>
              <a:gd name="T64" fmla="*/ 139855295 w 102"/>
              <a:gd name="T65" fmla="*/ 691151408 h 116"/>
              <a:gd name="T66" fmla="*/ 50857617 w 102"/>
              <a:gd name="T67" fmla="*/ 735538017 h 116"/>
              <a:gd name="T68" fmla="*/ 648421379 w 102"/>
              <a:gd name="T69" fmla="*/ 735538017 h 116"/>
              <a:gd name="T70" fmla="*/ 553064923 w 102"/>
              <a:gd name="T71" fmla="*/ 691151408 h 116"/>
              <a:gd name="T72" fmla="*/ 394138337 w 102"/>
              <a:gd name="T73" fmla="*/ 63408363 h 116"/>
              <a:gd name="T74" fmla="*/ 381423302 w 102"/>
              <a:gd name="T75" fmla="*/ 76089532 h 116"/>
              <a:gd name="T76" fmla="*/ 273354333 w 102"/>
              <a:gd name="T77" fmla="*/ 278998308 h 116"/>
              <a:gd name="T78" fmla="*/ 235211751 w 102"/>
              <a:gd name="T79" fmla="*/ 259974036 h 116"/>
              <a:gd name="T80" fmla="*/ 235211751 w 102"/>
              <a:gd name="T81" fmla="*/ 247292867 h 116"/>
              <a:gd name="T82" fmla="*/ 336924463 w 102"/>
              <a:gd name="T83" fmla="*/ 63408363 h 116"/>
              <a:gd name="T84" fmla="*/ 349639498 w 102"/>
              <a:gd name="T85" fmla="*/ 50727194 h 116"/>
              <a:gd name="T86" fmla="*/ 368710789 w 102"/>
              <a:gd name="T87" fmla="*/ 50727194 h 116"/>
              <a:gd name="T88" fmla="*/ 394138337 w 102"/>
              <a:gd name="T89" fmla="*/ 63408363 h 116"/>
              <a:gd name="T90" fmla="*/ 394138337 w 102"/>
              <a:gd name="T91" fmla="*/ 63408363 h 11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 h="116">
                <a:moveTo>
                  <a:pt x="87" y="109"/>
                </a:moveTo>
                <a:cubicBezTo>
                  <a:pt x="82" y="109"/>
                  <a:pt x="82" y="109"/>
                  <a:pt x="82" y="109"/>
                </a:cubicBezTo>
                <a:cubicBezTo>
                  <a:pt x="94" y="101"/>
                  <a:pt x="102" y="88"/>
                  <a:pt x="102" y="73"/>
                </a:cubicBezTo>
                <a:cubicBezTo>
                  <a:pt x="102" y="52"/>
                  <a:pt x="88" y="35"/>
                  <a:pt x="69" y="31"/>
                </a:cubicBezTo>
                <a:cubicBezTo>
                  <a:pt x="77" y="15"/>
                  <a:pt x="77" y="15"/>
                  <a:pt x="77" y="15"/>
                </a:cubicBezTo>
                <a:cubicBezTo>
                  <a:pt x="78" y="13"/>
                  <a:pt x="77" y="11"/>
                  <a:pt x="76" y="10"/>
                </a:cubicBezTo>
                <a:cubicBezTo>
                  <a:pt x="56" y="1"/>
                  <a:pt x="56" y="1"/>
                  <a:pt x="56" y="1"/>
                </a:cubicBezTo>
                <a:cubicBezTo>
                  <a:pt x="55" y="0"/>
                  <a:pt x="54" y="0"/>
                  <a:pt x="53" y="0"/>
                </a:cubicBezTo>
                <a:cubicBezTo>
                  <a:pt x="52" y="1"/>
                  <a:pt x="52" y="2"/>
                  <a:pt x="51" y="2"/>
                </a:cubicBezTo>
                <a:cubicBezTo>
                  <a:pt x="28" y="46"/>
                  <a:pt x="28" y="46"/>
                  <a:pt x="28" y="46"/>
                </a:cubicBezTo>
                <a:cubicBezTo>
                  <a:pt x="26" y="50"/>
                  <a:pt x="28" y="55"/>
                  <a:pt x="31" y="57"/>
                </a:cubicBezTo>
                <a:cubicBezTo>
                  <a:pt x="28" y="63"/>
                  <a:pt x="28" y="63"/>
                  <a:pt x="28" y="63"/>
                </a:cubicBezTo>
                <a:cubicBezTo>
                  <a:pt x="41" y="69"/>
                  <a:pt x="41" y="69"/>
                  <a:pt x="41" y="69"/>
                </a:cubicBezTo>
                <a:cubicBezTo>
                  <a:pt x="44" y="63"/>
                  <a:pt x="44" y="63"/>
                  <a:pt x="44" y="63"/>
                </a:cubicBezTo>
                <a:cubicBezTo>
                  <a:pt x="44" y="63"/>
                  <a:pt x="44" y="63"/>
                  <a:pt x="44" y="63"/>
                </a:cubicBezTo>
                <a:cubicBezTo>
                  <a:pt x="48" y="65"/>
                  <a:pt x="52" y="63"/>
                  <a:pt x="54" y="59"/>
                </a:cubicBezTo>
                <a:cubicBezTo>
                  <a:pt x="62" y="44"/>
                  <a:pt x="62" y="44"/>
                  <a:pt x="62" y="44"/>
                </a:cubicBezTo>
                <a:cubicBezTo>
                  <a:pt x="76" y="46"/>
                  <a:pt x="87" y="58"/>
                  <a:pt x="87" y="73"/>
                </a:cubicBezTo>
                <a:cubicBezTo>
                  <a:pt x="87" y="89"/>
                  <a:pt x="74" y="102"/>
                  <a:pt x="58" y="102"/>
                </a:cubicBezTo>
                <a:cubicBezTo>
                  <a:pt x="51" y="102"/>
                  <a:pt x="42" y="99"/>
                  <a:pt x="37" y="95"/>
                </a:cubicBezTo>
                <a:cubicBezTo>
                  <a:pt x="37" y="91"/>
                  <a:pt x="37" y="91"/>
                  <a:pt x="37" y="91"/>
                </a:cubicBezTo>
                <a:cubicBezTo>
                  <a:pt x="37" y="89"/>
                  <a:pt x="38" y="87"/>
                  <a:pt x="40" y="87"/>
                </a:cubicBezTo>
                <a:cubicBezTo>
                  <a:pt x="58" y="87"/>
                  <a:pt x="58" y="87"/>
                  <a:pt x="58" y="87"/>
                </a:cubicBezTo>
                <a:cubicBezTo>
                  <a:pt x="58" y="80"/>
                  <a:pt x="58" y="80"/>
                  <a:pt x="58" y="80"/>
                </a:cubicBezTo>
                <a:cubicBezTo>
                  <a:pt x="30" y="80"/>
                  <a:pt x="30" y="80"/>
                  <a:pt x="30" y="80"/>
                </a:cubicBezTo>
                <a:cubicBezTo>
                  <a:pt x="16" y="80"/>
                  <a:pt x="16" y="80"/>
                  <a:pt x="16" y="80"/>
                </a:cubicBezTo>
                <a:cubicBezTo>
                  <a:pt x="0" y="80"/>
                  <a:pt x="0" y="80"/>
                  <a:pt x="0" y="80"/>
                </a:cubicBezTo>
                <a:cubicBezTo>
                  <a:pt x="0" y="87"/>
                  <a:pt x="0" y="87"/>
                  <a:pt x="0" y="87"/>
                </a:cubicBezTo>
                <a:cubicBezTo>
                  <a:pt x="17" y="87"/>
                  <a:pt x="17" y="87"/>
                  <a:pt x="17" y="87"/>
                </a:cubicBezTo>
                <a:cubicBezTo>
                  <a:pt x="18" y="87"/>
                  <a:pt x="18" y="87"/>
                  <a:pt x="18" y="87"/>
                </a:cubicBezTo>
                <a:cubicBezTo>
                  <a:pt x="20" y="87"/>
                  <a:pt x="22" y="89"/>
                  <a:pt x="22" y="91"/>
                </a:cubicBezTo>
                <a:cubicBezTo>
                  <a:pt x="22" y="95"/>
                  <a:pt x="22" y="95"/>
                  <a:pt x="22" y="95"/>
                </a:cubicBezTo>
                <a:cubicBezTo>
                  <a:pt x="22" y="109"/>
                  <a:pt x="22" y="109"/>
                  <a:pt x="22" y="109"/>
                </a:cubicBezTo>
                <a:cubicBezTo>
                  <a:pt x="14" y="109"/>
                  <a:pt x="8" y="108"/>
                  <a:pt x="8" y="116"/>
                </a:cubicBezTo>
                <a:cubicBezTo>
                  <a:pt x="102" y="116"/>
                  <a:pt x="102" y="116"/>
                  <a:pt x="102" y="116"/>
                </a:cubicBezTo>
                <a:cubicBezTo>
                  <a:pt x="102" y="108"/>
                  <a:pt x="95" y="109"/>
                  <a:pt x="87" y="109"/>
                </a:cubicBezTo>
                <a:close/>
                <a:moveTo>
                  <a:pt x="62" y="10"/>
                </a:moveTo>
                <a:cubicBezTo>
                  <a:pt x="61" y="10"/>
                  <a:pt x="60" y="11"/>
                  <a:pt x="60" y="12"/>
                </a:cubicBezTo>
                <a:cubicBezTo>
                  <a:pt x="43" y="44"/>
                  <a:pt x="43" y="44"/>
                  <a:pt x="43" y="44"/>
                </a:cubicBezTo>
                <a:cubicBezTo>
                  <a:pt x="37" y="41"/>
                  <a:pt x="37" y="41"/>
                  <a:pt x="37" y="41"/>
                </a:cubicBezTo>
                <a:cubicBezTo>
                  <a:pt x="37" y="40"/>
                  <a:pt x="37" y="40"/>
                  <a:pt x="37" y="39"/>
                </a:cubicBezTo>
                <a:cubicBezTo>
                  <a:pt x="53" y="10"/>
                  <a:pt x="53" y="10"/>
                  <a:pt x="53" y="10"/>
                </a:cubicBezTo>
                <a:cubicBezTo>
                  <a:pt x="53" y="9"/>
                  <a:pt x="54" y="8"/>
                  <a:pt x="55" y="8"/>
                </a:cubicBezTo>
                <a:cubicBezTo>
                  <a:pt x="56" y="7"/>
                  <a:pt x="57" y="7"/>
                  <a:pt x="58" y="8"/>
                </a:cubicBezTo>
                <a:cubicBezTo>
                  <a:pt x="62" y="10"/>
                  <a:pt x="62" y="10"/>
                  <a:pt x="62" y="10"/>
                </a:cubicBezTo>
                <a:cubicBezTo>
                  <a:pt x="62" y="10"/>
                  <a:pt x="62" y="10"/>
                  <a:pt x="62" y="1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38" name="稻壳儿小白白(http://dwz.cn/Wu2UP)"/>
          <p:cNvSpPr>
            <a:spLocks noEditPoints="1"/>
          </p:cNvSpPr>
          <p:nvPr/>
        </p:nvSpPr>
        <p:spPr>
          <a:xfrm>
            <a:off x="4692682" y="4940998"/>
            <a:ext cx="274320" cy="238315"/>
          </a:xfrm>
          <a:custGeom>
            <a:avLst/>
            <a:gdLst>
              <a:gd name="T0" fmla="*/ 581851129 w 101"/>
              <a:gd name="T1" fmla="*/ 231588574 h 87"/>
              <a:gd name="T2" fmla="*/ 619797723 w 101"/>
              <a:gd name="T3" fmla="*/ 186558307 h 87"/>
              <a:gd name="T4" fmla="*/ 619797723 w 101"/>
              <a:gd name="T5" fmla="*/ 135093335 h 87"/>
              <a:gd name="T6" fmla="*/ 518607644 w 101"/>
              <a:gd name="T7" fmla="*/ 38598096 h 87"/>
              <a:gd name="T8" fmla="*/ 183410634 w 101"/>
              <a:gd name="T9" fmla="*/ 0 h 87"/>
              <a:gd name="T10" fmla="*/ 88542891 w 101"/>
              <a:gd name="T11" fmla="*/ 135093335 h 87"/>
              <a:gd name="T12" fmla="*/ 0 w 101"/>
              <a:gd name="T13" fmla="*/ 160827089 h 87"/>
              <a:gd name="T14" fmla="*/ 75893188 w 101"/>
              <a:gd name="T15" fmla="*/ 186558307 h 87"/>
              <a:gd name="T16" fmla="*/ 18974554 w 101"/>
              <a:gd name="T17" fmla="*/ 231588574 h 87"/>
              <a:gd name="T18" fmla="*/ 0 w 101"/>
              <a:gd name="T19" fmla="*/ 392415663 h 87"/>
              <a:gd name="T20" fmla="*/ 44271446 w 101"/>
              <a:gd name="T21" fmla="*/ 418146881 h 87"/>
              <a:gd name="T22" fmla="*/ 88542891 w 101"/>
              <a:gd name="T23" fmla="*/ 559674922 h 87"/>
              <a:gd name="T24" fmla="*/ 183410634 w 101"/>
              <a:gd name="T25" fmla="*/ 508209949 h 87"/>
              <a:gd name="T26" fmla="*/ 455361644 w 101"/>
              <a:gd name="T27" fmla="*/ 418146881 h 87"/>
              <a:gd name="T28" fmla="*/ 499633089 w 101"/>
              <a:gd name="T29" fmla="*/ 559674922 h 87"/>
              <a:gd name="T30" fmla="*/ 594500832 w 101"/>
              <a:gd name="T31" fmla="*/ 508209949 h 87"/>
              <a:gd name="T32" fmla="*/ 619797723 w 101"/>
              <a:gd name="T33" fmla="*/ 418146881 h 87"/>
              <a:gd name="T34" fmla="*/ 638772277 w 101"/>
              <a:gd name="T35" fmla="*/ 257322328 h 87"/>
              <a:gd name="T36" fmla="*/ 164436079 w 101"/>
              <a:gd name="T37" fmla="*/ 57897143 h 87"/>
              <a:gd name="T38" fmla="*/ 271953525 w 101"/>
              <a:gd name="T39" fmla="*/ 45030266 h 87"/>
              <a:gd name="T40" fmla="*/ 297250416 w 101"/>
              <a:gd name="T41" fmla="*/ 90063068 h 87"/>
              <a:gd name="T42" fmla="*/ 366818752 w 101"/>
              <a:gd name="T43" fmla="*/ 64329314 h 87"/>
              <a:gd name="T44" fmla="*/ 455361644 w 101"/>
              <a:gd name="T45" fmla="*/ 45030266 h 87"/>
              <a:gd name="T46" fmla="*/ 531257347 w 101"/>
              <a:gd name="T47" fmla="*/ 231588574 h 87"/>
              <a:gd name="T48" fmla="*/ 164436079 w 101"/>
              <a:gd name="T49" fmla="*/ 57897143 h 87"/>
              <a:gd name="T50" fmla="*/ 88542891 w 101"/>
              <a:gd name="T51" fmla="*/ 321651642 h 87"/>
              <a:gd name="T52" fmla="*/ 183410634 w 101"/>
              <a:gd name="T53" fmla="*/ 321651642 h 87"/>
              <a:gd name="T54" fmla="*/ 411090198 w 101"/>
              <a:gd name="T55" fmla="*/ 373116615 h 87"/>
              <a:gd name="T56" fmla="*/ 227682079 w 101"/>
              <a:gd name="T57" fmla="*/ 321651642 h 87"/>
              <a:gd name="T58" fmla="*/ 411090198 w 101"/>
              <a:gd name="T59" fmla="*/ 373116615 h 87"/>
              <a:gd name="T60" fmla="*/ 455361644 w 101"/>
              <a:gd name="T61" fmla="*/ 321651642 h 87"/>
              <a:gd name="T62" fmla="*/ 550229386 w 101"/>
              <a:gd name="T63" fmla="*/ 321651642 h 87"/>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101" h="87">
                <a:moveTo>
                  <a:pt x="98" y="36"/>
                </a:moveTo>
                <a:cubicBezTo>
                  <a:pt x="92" y="36"/>
                  <a:pt x="92" y="36"/>
                  <a:pt x="92" y="36"/>
                </a:cubicBezTo>
                <a:cubicBezTo>
                  <a:pt x="89" y="29"/>
                  <a:pt x="89" y="29"/>
                  <a:pt x="89" y="29"/>
                </a:cubicBezTo>
                <a:cubicBezTo>
                  <a:pt x="98" y="29"/>
                  <a:pt x="98" y="29"/>
                  <a:pt x="98" y="29"/>
                </a:cubicBezTo>
                <a:cubicBezTo>
                  <a:pt x="100" y="29"/>
                  <a:pt x="101" y="27"/>
                  <a:pt x="101" y="25"/>
                </a:cubicBezTo>
                <a:cubicBezTo>
                  <a:pt x="101" y="23"/>
                  <a:pt x="100" y="21"/>
                  <a:pt x="98" y="21"/>
                </a:cubicBezTo>
                <a:cubicBezTo>
                  <a:pt x="87" y="21"/>
                  <a:pt x="87" y="21"/>
                  <a:pt x="87" y="21"/>
                </a:cubicBezTo>
                <a:cubicBezTo>
                  <a:pt x="82" y="6"/>
                  <a:pt x="82" y="6"/>
                  <a:pt x="82" y="6"/>
                </a:cubicBezTo>
                <a:cubicBezTo>
                  <a:pt x="80" y="3"/>
                  <a:pt x="76" y="0"/>
                  <a:pt x="72" y="0"/>
                </a:cubicBezTo>
                <a:cubicBezTo>
                  <a:pt x="29" y="0"/>
                  <a:pt x="29" y="0"/>
                  <a:pt x="29" y="0"/>
                </a:cubicBezTo>
                <a:cubicBezTo>
                  <a:pt x="25" y="0"/>
                  <a:pt x="20" y="3"/>
                  <a:pt x="19" y="6"/>
                </a:cubicBezTo>
                <a:cubicBezTo>
                  <a:pt x="14" y="21"/>
                  <a:pt x="14" y="21"/>
                  <a:pt x="14" y="21"/>
                </a:cubicBezTo>
                <a:cubicBezTo>
                  <a:pt x="3" y="21"/>
                  <a:pt x="3" y="21"/>
                  <a:pt x="3" y="21"/>
                </a:cubicBezTo>
                <a:cubicBezTo>
                  <a:pt x="1" y="21"/>
                  <a:pt x="0" y="23"/>
                  <a:pt x="0" y="25"/>
                </a:cubicBezTo>
                <a:cubicBezTo>
                  <a:pt x="0" y="27"/>
                  <a:pt x="1" y="29"/>
                  <a:pt x="3" y="29"/>
                </a:cubicBezTo>
                <a:cubicBezTo>
                  <a:pt x="12" y="29"/>
                  <a:pt x="12" y="29"/>
                  <a:pt x="12" y="29"/>
                </a:cubicBezTo>
                <a:cubicBezTo>
                  <a:pt x="9" y="36"/>
                  <a:pt x="9" y="36"/>
                  <a:pt x="9" y="36"/>
                </a:cubicBezTo>
                <a:cubicBezTo>
                  <a:pt x="3" y="36"/>
                  <a:pt x="3" y="36"/>
                  <a:pt x="3" y="36"/>
                </a:cubicBezTo>
                <a:cubicBezTo>
                  <a:pt x="1" y="36"/>
                  <a:pt x="0" y="38"/>
                  <a:pt x="0" y="40"/>
                </a:cubicBezTo>
                <a:cubicBezTo>
                  <a:pt x="0" y="61"/>
                  <a:pt x="0" y="61"/>
                  <a:pt x="0" y="61"/>
                </a:cubicBezTo>
                <a:cubicBezTo>
                  <a:pt x="0" y="63"/>
                  <a:pt x="1" y="65"/>
                  <a:pt x="3" y="65"/>
                </a:cubicBezTo>
                <a:cubicBezTo>
                  <a:pt x="7" y="65"/>
                  <a:pt x="7" y="65"/>
                  <a:pt x="7" y="65"/>
                </a:cubicBezTo>
                <a:cubicBezTo>
                  <a:pt x="7" y="79"/>
                  <a:pt x="7" y="79"/>
                  <a:pt x="7" y="79"/>
                </a:cubicBezTo>
                <a:cubicBezTo>
                  <a:pt x="7" y="83"/>
                  <a:pt x="10" y="87"/>
                  <a:pt x="14" y="87"/>
                </a:cubicBezTo>
                <a:cubicBezTo>
                  <a:pt x="21" y="87"/>
                  <a:pt x="21" y="87"/>
                  <a:pt x="21" y="87"/>
                </a:cubicBezTo>
                <a:cubicBezTo>
                  <a:pt x="25" y="87"/>
                  <a:pt x="29" y="83"/>
                  <a:pt x="29" y="79"/>
                </a:cubicBezTo>
                <a:cubicBezTo>
                  <a:pt x="29" y="65"/>
                  <a:pt x="29" y="65"/>
                  <a:pt x="29" y="65"/>
                </a:cubicBezTo>
                <a:cubicBezTo>
                  <a:pt x="72" y="65"/>
                  <a:pt x="72" y="65"/>
                  <a:pt x="72" y="65"/>
                </a:cubicBezTo>
                <a:cubicBezTo>
                  <a:pt x="72" y="79"/>
                  <a:pt x="72" y="79"/>
                  <a:pt x="72" y="79"/>
                </a:cubicBezTo>
                <a:cubicBezTo>
                  <a:pt x="72" y="83"/>
                  <a:pt x="75" y="87"/>
                  <a:pt x="79" y="87"/>
                </a:cubicBezTo>
                <a:cubicBezTo>
                  <a:pt x="87" y="87"/>
                  <a:pt x="87" y="87"/>
                  <a:pt x="87" y="87"/>
                </a:cubicBezTo>
                <a:cubicBezTo>
                  <a:pt x="91" y="87"/>
                  <a:pt x="94" y="83"/>
                  <a:pt x="94" y="79"/>
                </a:cubicBezTo>
                <a:cubicBezTo>
                  <a:pt x="94" y="65"/>
                  <a:pt x="94" y="65"/>
                  <a:pt x="94" y="65"/>
                </a:cubicBezTo>
                <a:cubicBezTo>
                  <a:pt x="98" y="65"/>
                  <a:pt x="98" y="65"/>
                  <a:pt x="98" y="65"/>
                </a:cubicBezTo>
                <a:cubicBezTo>
                  <a:pt x="100" y="65"/>
                  <a:pt x="101" y="63"/>
                  <a:pt x="101" y="61"/>
                </a:cubicBezTo>
                <a:cubicBezTo>
                  <a:pt x="101" y="40"/>
                  <a:pt x="101" y="40"/>
                  <a:pt x="101" y="40"/>
                </a:cubicBezTo>
                <a:cubicBezTo>
                  <a:pt x="101" y="38"/>
                  <a:pt x="100" y="36"/>
                  <a:pt x="98" y="36"/>
                </a:cubicBezTo>
                <a:close/>
                <a:moveTo>
                  <a:pt x="26" y="9"/>
                </a:moveTo>
                <a:cubicBezTo>
                  <a:pt x="26" y="8"/>
                  <a:pt x="28" y="7"/>
                  <a:pt x="29" y="7"/>
                </a:cubicBezTo>
                <a:cubicBezTo>
                  <a:pt x="43" y="7"/>
                  <a:pt x="43" y="7"/>
                  <a:pt x="43" y="7"/>
                </a:cubicBezTo>
                <a:cubicBezTo>
                  <a:pt x="43" y="10"/>
                  <a:pt x="43" y="10"/>
                  <a:pt x="43" y="10"/>
                </a:cubicBezTo>
                <a:cubicBezTo>
                  <a:pt x="43" y="12"/>
                  <a:pt x="45" y="14"/>
                  <a:pt x="47" y="14"/>
                </a:cubicBezTo>
                <a:cubicBezTo>
                  <a:pt x="54" y="14"/>
                  <a:pt x="54" y="14"/>
                  <a:pt x="54" y="14"/>
                </a:cubicBezTo>
                <a:cubicBezTo>
                  <a:pt x="56" y="14"/>
                  <a:pt x="58" y="12"/>
                  <a:pt x="58" y="10"/>
                </a:cubicBezTo>
                <a:cubicBezTo>
                  <a:pt x="58" y="7"/>
                  <a:pt x="58" y="7"/>
                  <a:pt x="58" y="7"/>
                </a:cubicBezTo>
                <a:cubicBezTo>
                  <a:pt x="72" y="7"/>
                  <a:pt x="72" y="7"/>
                  <a:pt x="72" y="7"/>
                </a:cubicBezTo>
                <a:cubicBezTo>
                  <a:pt x="73" y="7"/>
                  <a:pt x="75" y="8"/>
                  <a:pt x="75" y="9"/>
                </a:cubicBezTo>
                <a:cubicBezTo>
                  <a:pt x="84" y="36"/>
                  <a:pt x="84" y="36"/>
                  <a:pt x="84" y="36"/>
                </a:cubicBezTo>
                <a:cubicBezTo>
                  <a:pt x="17" y="36"/>
                  <a:pt x="17" y="36"/>
                  <a:pt x="17" y="36"/>
                </a:cubicBezTo>
                <a:lnTo>
                  <a:pt x="26" y="9"/>
                </a:lnTo>
                <a:close/>
                <a:moveTo>
                  <a:pt x="21" y="58"/>
                </a:moveTo>
                <a:cubicBezTo>
                  <a:pt x="17" y="58"/>
                  <a:pt x="14" y="54"/>
                  <a:pt x="14" y="50"/>
                </a:cubicBezTo>
                <a:cubicBezTo>
                  <a:pt x="14" y="46"/>
                  <a:pt x="17" y="43"/>
                  <a:pt x="21" y="43"/>
                </a:cubicBezTo>
                <a:cubicBezTo>
                  <a:pt x="25" y="43"/>
                  <a:pt x="29" y="46"/>
                  <a:pt x="29" y="50"/>
                </a:cubicBezTo>
                <a:cubicBezTo>
                  <a:pt x="29" y="54"/>
                  <a:pt x="25" y="58"/>
                  <a:pt x="21" y="58"/>
                </a:cubicBezTo>
                <a:close/>
                <a:moveTo>
                  <a:pt x="65" y="58"/>
                </a:moveTo>
                <a:cubicBezTo>
                  <a:pt x="36" y="58"/>
                  <a:pt x="36" y="58"/>
                  <a:pt x="36" y="58"/>
                </a:cubicBezTo>
                <a:cubicBezTo>
                  <a:pt x="36" y="50"/>
                  <a:pt x="36" y="50"/>
                  <a:pt x="36" y="50"/>
                </a:cubicBezTo>
                <a:cubicBezTo>
                  <a:pt x="65" y="50"/>
                  <a:pt x="65" y="50"/>
                  <a:pt x="65" y="50"/>
                </a:cubicBezTo>
                <a:lnTo>
                  <a:pt x="65" y="58"/>
                </a:lnTo>
                <a:close/>
                <a:moveTo>
                  <a:pt x="79" y="58"/>
                </a:moveTo>
                <a:cubicBezTo>
                  <a:pt x="75" y="58"/>
                  <a:pt x="72" y="54"/>
                  <a:pt x="72" y="50"/>
                </a:cubicBezTo>
                <a:cubicBezTo>
                  <a:pt x="72" y="46"/>
                  <a:pt x="75" y="43"/>
                  <a:pt x="79" y="43"/>
                </a:cubicBezTo>
                <a:cubicBezTo>
                  <a:pt x="83" y="43"/>
                  <a:pt x="87" y="46"/>
                  <a:pt x="87" y="50"/>
                </a:cubicBezTo>
                <a:cubicBezTo>
                  <a:pt x="87" y="54"/>
                  <a:pt x="83" y="58"/>
                  <a:pt x="79" y="5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39" name="稻壳儿小白白(http://dwz.cn/Wu2UP)"/>
          <p:cNvPicPr>
            <a:picLocks noChangeArrowheads="1"/>
          </p:cNvPicPr>
          <p:nvPr/>
        </p:nvPicPr>
        <p:blipFill>
          <a:blip r:embed="rId25">
            <a:duotone>
              <a:srgbClr val="336699"/>
              <a:srgbClr val="336699"/>
            </a:duotone>
          </a:blip>
          <a:srcRect/>
          <a:stretch>
            <a:fillRect/>
          </a:stretch>
        </p:blipFill>
        <p:spPr>
          <a:xfrm>
            <a:off x="5303044" y="4879276"/>
            <a:ext cx="315468" cy="30346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0" name="稻壳儿小白白(http://dwz.cn/Wu2UP)"/>
          <p:cNvPicPr>
            <a:picLocks noChangeArrowheads="1"/>
          </p:cNvPicPr>
          <p:nvPr/>
        </p:nvPicPr>
        <p:blipFill>
          <a:blip r:embed="rId26">
            <a:duotone>
              <a:srgbClr val="336699"/>
              <a:srgbClr val="336699"/>
            </a:duotone>
          </a:blip>
          <a:srcRect/>
          <a:stretch>
            <a:fillRect/>
          </a:stretch>
        </p:blipFill>
        <p:spPr>
          <a:xfrm>
            <a:off x="5975128" y="4860416"/>
            <a:ext cx="236601" cy="32232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1" name="稻壳儿小白白(http://dwz.cn/Wu2UP)"/>
          <p:cNvPicPr>
            <a:picLocks noChangeArrowheads="1"/>
          </p:cNvPicPr>
          <p:nvPr/>
        </p:nvPicPr>
        <p:blipFill>
          <a:blip r:embed="rId27">
            <a:duotone>
              <a:srgbClr val="336699"/>
              <a:srgbClr val="336699"/>
            </a:duotone>
          </a:blip>
          <a:srcRect/>
          <a:stretch>
            <a:fillRect/>
          </a:stretch>
        </p:blipFill>
        <p:spPr>
          <a:xfrm>
            <a:off x="6566631" y="4899850"/>
            <a:ext cx="317182" cy="25717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2" name="稻壳儿小白白(http://dwz.cn/Wu2UP)"/>
          <p:cNvPicPr>
            <a:picLocks noChangeArrowheads="1"/>
          </p:cNvPicPr>
          <p:nvPr/>
        </p:nvPicPr>
        <p:blipFill>
          <a:blip r:embed="rId28">
            <a:duotone>
              <a:srgbClr val="336699"/>
              <a:srgbClr val="336699"/>
            </a:duotone>
          </a:blip>
          <a:srcRect/>
          <a:stretch>
            <a:fillRect/>
          </a:stretch>
        </p:blipFill>
        <p:spPr>
          <a:xfrm>
            <a:off x="7206139" y="4860416"/>
            <a:ext cx="308610" cy="32232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3" name="稻壳儿小白白(http://dwz.cn/Wu2UP)"/>
          <p:cNvPicPr>
            <a:picLocks noChangeArrowheads="1"/>
          </p:cNvPicPr>
          <p:nvPr/>
        </p:nvPicPr>
        <p:blipFill>
          <a:blip r:embed="rId29">
            <a:duotone>
              <a:srgbClr val="336699"/>
              <a:srgbClr val="336699"/>
            </a:duotone>
          </a:blip>
          <a:srcRect/>
          <a:stretch>
            <a:fillRect/>
          </a:stretch>
        </p:blipFill>
        <p:spPr>
          <a:xfrm>
            <a:off x="8462868" y="4939283"/>
            <a:ext cx="317182" cy="243459"/>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44" name="稻壳儿小白白(http://dwz.cn/Wu2UP)"/>
          <p:cNvSpPr>
            <a:spLocks noEditPoints="1"/>
          </p:cNvSpPr>
          <p:nvPr/>
        </p:nvSpPr>
        <p:spPr>
          <a:xfrm>
            <a:off x="9097233" y="4862131"/>
            <a:ext cx="318897" cy="317182"/>
          </a:xfrm>
          <a:custGeom>
            <a:avLst/>
            <a:gdLst>
              <a:gd name="T0" fmla="*/ 320060638 w 186"/>
              <a:gd name="T1" fmla="*/ 0 h 185"/>
              <a:gd name="T2" fmla="*/ 148690013 w 186"/>
              <a:gd name="T3" fmla="*/ 0 h 185"/>
              <a:gd name="T4" fmla="*/ 0 w 186"/>
              <a:gd name="T5" fmla="*/ 466227319 h 185"/>
              <a:gd name="T6" fmla="*/ 468749063 w 186"/>
              <a:gd name="T7" fmla="*/ 466227319 h 185"/>
              <a:gd name="T8" fmla="*/ 320060638 w 186"/>
              <a:gd name="T9" fmla="*/ 0 h 185"/>
              <a:gd name="T10" fmla="*/ 264617200 w 186"/>
              <a:gd name="T11" fmla="*/ 433466137 h 185"/>
              <a:gd name="T12" fmla="*/ 204133450 w 186"/>
              <a:gd name="T13" fmla="*/ 433466137 h 185"/>
              <a:gd name="T14" fmla="*/ 204133450 w 186"/>
              <a:gd name="T15" fmla="*/ 350300329 h 185"/>
              <a:gd name="T16" fmla="*/ 264617200 w 186"/>
              <a:gd name="T17" fmla="*/ 350300329 h 185"/>
              <a:gd name="T18" fmla="*/ 264617200 w 186"/>
              <a:gd name="T19" fmla="*/ 433466137 h 185"/>
              <a:gd name="T20" fmla="*/ 264617200 w 186"/>
              <a:gd name="T21" fmla="*/ 289816682 h 185"/>
              <a:gd name="T22" fmla="*/ 204133450 w 186"/>
              <a:gd name="T23" fmla="*/ 289816682 h 185"/>
              <a:gd name="T24" fmla="*/ 204133450 w 186"/>
              <a:gd name="T25" fmla="*/ 201612157 h 185"/>
              <a:gd name="T26" fmla="*/ 264617200 w 186"/>
              <a:gd name="T27" fmla="*/ 201612157 h 185"/>
              <a:gd name="T28" fmla="*/ 264617200 w 186"/>
              <a:gd name="T29" fmla="*/ 289816682 h 185"/>
              <a:gd name="T30" fmla="*/ 264617200 w 186"/>
              <a:gd name="T31" fmla="*/ 146168814 h 185"/>
              <a:gd name="T32" fmla="*/ 204133450 w 186"/>
              <a:gd name="T33" fmla="*/ 146168814 h 185"/>
              <a:gd name="T34" fmla="*/ 204133450 w 186"/>
              <a:gd name="T35" fmla="*/ 57962701 h 185"/>
              <a:gd name="T36" fmla="*/ 264617200 w 186"/>
              <a:gd name="T37" fmla="*/ 57962701 h 185"/>
              <a:gd name="T38" fmla="*/ 264617200 w 186"/>
              <a:gd name="T39" fmla="*/ 146168814 h 18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86" h="185">
                <a:moveTo>
                  <a:pt x="127" y="0"/>
                </a:moveTo>
                <a:lnTo>
                  <a:pt x="59" y="0"/>
                </a:lnTo>
                <a:lnTo>
                  <a:pt x="0" y="185"/>
                </a:lnTo>
                <a:lnTo>
                  <a:pt x="186" y="185"/>
                </a:lnTo>
                <a:lnTo>
                  <a:pt x="127" y="0"/>
                </a:lnTo>
                <a:close/>
                <a:moveTo>
                  <a:pt x="105" y="172"/>
                </a:moveTo>
                <a:lnTo>
                  <a:pt x="81" y="172"/>
                </a:lnTo>
                <a:lnTo>
                  <a:pt x="81" y="139"/>
                </a:lnTo>
                <a:lnTo>
                  <a:pt x="105" y="139"/>
                </a:lnTo>
                <a:lnTo>
                  <a:pt x="105" y="172"/>
                </a:lnTo>
                <a:close/>
                <a:moveTo>
                  <a:pt x="105" y="115"/>
                </a:moveTo>
                <a:lnTo>
                  <a:pt x="81" y="115"/>
                </a:lnTo>
                <a:lnTo>
                  <a:pt x="81" y="80"/>
                </a:lnTo>
                <a:lnTo>
                  <a:pt x="105" y="80"/>
                </a:lnTo>
                <a:lnTo>
                  <a:pt x="105" y="115"/>
                </a:lnTo>
                <a:close/>
                <a:moveTo>
                  <a:pt x="105" y="58"/>
                </a:moveTo>
                <a:lnTo>
                  <a:pt x="81" y="58"/>
                </a:lnTo>
                <a:lnTo>
                  <a:pt x="81" y="23"/>
                </a:lnTo>
                <a:lnTo>
                  <a:pt x="105" y="23"/>
                </a:lnTo>
                <a:lnTo>
                  <a:pt x="105" y="5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45" name="稻壳儿小白白(http://dwz.cn/Wu2UP)"/>
          <p:cNvPicPr>
            <a:picLocks noChangeArrowheads="1"/>
          </p:cNvPicPr>
          <p:nvPr/>
        </p:nvPicPr>
        <p:blipFill>
          <a:blip r:embed="rId30">
            <a:duotone>
              <a:srgbClr val="336699"/>
              <a:srgbClr val="336699"/>
            </a:duotone>
          </a:blip>
          <a:srcRect/>
          <a:stretch>
            <a:fillRect/>
          </a:stretch>
        </p:blipFill>
        <p:spPr>
          <a:xfrm>
            <a:off x="9733312" y="4918709"/>
            <a:ext cx="317183" cy="264033"/>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46" name="稻壳儿小白白(http://dwz.cn/Wu2UP)"/>
          <p:cNvSpPr/>
          <p:nvPr/>
        </p:nvSpPr>
        <p:spPr>
          <a:xfrm>
            <a:off x="10383108" y="4862131"/>
            <a:ext cx="296608" cy="317182"/>
          </a:xfrm>
          <a:custGeom>
            <a:avLst/>
            <a:gdLst>
              <a:gd name="T0" fmla="*/ 685627491 w 109"/>
              <a:gd name="T1" fmla="*/ 461513930 h 116"/>
              <a:gd name="T2" fmla="*/ 418995278 w 109"/>
              <a:gd name="T3" fmla="*/ 262806825 h 116"/>
              <a:gd name="T4" fmla="*/ 418995278 w 109"/>
              <a:gd name="T5" fmla="*/ 134607386 h 116"/>
              <a:gd name="T6" fmla="*/ 349161892 w 109"/>
              <a:gd name="T7" fmla="*/ 0 h 116"/>
              <a:gd name="T8" fmla="*/ 279331025 w 109"/>
              <a:gd name="T9" fmla="*/ 134607386 h 116"/>
              <a:gd name="T10" fmla="*/ 279331025 w 109"/>
              <a:gd name="T11" fmla="*/ 262806825 h 116"/>
              <a:gd name="T12" fmla="*/ 12696292 w 109"/>
              <a:gd name="T13" fmla="*/ 461513930 h 116"/>
              <a:gd name="T14" fmla="*/ 0 w 109"/>
              <a:gd name="T15" fmla="*/ 480745365 h 116"/>
              <a:gd name="T16" fmla="*/ 0 w 109"/>
              <a:gd name="T17" fmla="*/ 487155843 h 116"/>
              <a:gd name="T18" fmla="*/ 12696292 w 109"/>
              <a:gd name="T19" fmla="*/ 506384746 h 116"/>
              <a:gd name="T20" fmla="*/ 31741990 w 109"/>
              <a:gd name="T21" fmla="*/ 506384746 h 116"/>
              <a:gd name="T22" fmla="*/ 279331025 w 109"/>
              <a:gd name="T23" fmla="*/ 442285027 h 116"/>
              <a:gd name="T24" fmla="*/ 279331025 w 109"/>
              <a:gd name="T25" fmla="*/ 487155843 h 116"/>
              <a:gd name="T26" fmla="*/ 279331025 w 109"/>
              <a:gd name="T27" fmla="*/ 634584185 h 116"/>
              <a:gd name="T28" fmla="*/ 196801347 w 109"/>
              <a:gd name="T29" fmla="*/ 698683905 h 116"/>
              <a:gd name="T30" fmla="*/ 184105055 w 109"/>
              <a:gd name="T31" fmla="*/ 717912808 h 116"/>
              <a:gd name="T32" fmla="*/ 184105055 w 109"/>
              <a:gd name="T33" fmla="*/ 717912808 h 116"/>
              <a:gd name="T34" fmla="*/ 196801347 w 109"/>
              <a:gd name="T35" fmla="*/ 737141711 h 116"/>
              <a:gd name="T36" fmla="*/ 215847045 w 109"/>
              <a:gd name="T37" fmla="*/ 743552189 h 116"/>
              <a:gd name="T38" fmla="*/ 349161892 w 109"/>
              <a:gd name="T39" fmla="*/ 692273426 h 116"/>
              <a:gd name="T40" fmla="*/ 476129852 w 109"/>
              <a:gd name="T41" fmla="*/ 737141711 h 116"/>
              <a:gd name="T42" fmla="*/ 501524956 w 109"/>
              <a:gd name="T43" fmla="*/ 737141711 h 116"/>
              <a:gd name="T44" fmla="*/ 507871842 w 109"/>
              <a:gd name="T45" fmla="*/ 717912808 h 116"/>
              <a:gd name="T46" fmla="*/ 507871842 w 109"/>
              <a:gd name="T47" fmla="*/ 711502330 h 116"/>
              <a:gd name="T48" fmla="*/ 495175550 w 109"/>
              <a:gd name="T49" fmla="*/ 692273426 h 116"/>
              <a:gd name="T50" fmla="*/ 418995278 w 109"/>
              <a:gd name="T51" fmla="*/ 634584185 h 116"/>
              <a:gd name="T52" fmla="*/ 418995278 w 109"/>
              <a:gd name="T53" fmla="*/ 487155843 h 116"/>
              <a:gd name="T54" fmla="*/ 418995278 w 109"/>
              <a:gd name="T55" fmla="*/ 442285027 h 116"/>
              <a:gd name="T56" fmla="*/ 666584313 w 109"/>
              <a:gd name="T57" fmla="*/ 506384746 h 116"/>
              <a:gd name="T58" fmla="*/ 685627491 w 109"/>
              <a:gd name="T59" fmla="*/ 506384746 h 116"/>
              <a:gd name="T60" fmla="*/ 691976897 w 109"/>
              <a:gd name="T61" fmla="*/ 487155843 h 116"/>
              <a:gd name="T62" fmla="*/ 691976897 w 109"/>
              <a:gd name="T63" fmla="*/ 480745365 h 116"/>
              <a:gd name="T64" fmla="*/ 685627491 w 109"/>
              <a:gd name="T65" fmla="*/ 461513930 h 11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09" h="116">
                <a:moveTo>
                  <a:pt x="108" y="72"/>
                </a:moveTo>
                <a:cubicBezTo>
                  <a:pt x="66" y="41"/>
                  <a:pt x="66" y="41"/>
                  <a:pt x="66" y="41"/>
                </a:cubicBezTo>
                <a:cubicBezTo>
                  <a:pt x="66" y="21"/>
                  <a:pt x="66" y="21"/>
                  <a:pt x="66" y="21"/>
                </a:cubicBezTo>
                <a:cubicBezTo>
                  <a:pt x="66" y="16"/>
                  <a:pt x="60" y="0"/>
                  <a:pt x="55" y="0"/>
                </a:cubicBezTo>
                <a:cubicBezTo>
                  <a:pt x="49" y="0"/>
                  <a:pt x="44" y="16"/>
                  <a:pt x="44" y="21"/>
                </a:cubicBezTo>
                <a:cubicBezTo>
                  <a:pt x="44" y="41"/>
                  <a:pt x="44" y="41"/>
                  <a:pt x="44" y="41"/>
                </a:cubicBezTo>
                <a:cubicBezTo>
                  <a:pt x="2" y="72"/>
                  <a:pt x="2" y="72"/>
                  <a:pt x="2" y="72"/>
                </a:cubicBezTo>
                <a:cubicBezTo>
                  <a:pt x="1" y="73"/>
                  <a:pt x="0" y="74"/>
                  <a:pt x="0" y="75"/>
                </a:cubicBezTo>
                <a:cubicBezTo>
                  <a:pt x="0" y="76"/>
                  <a:pt x="0" y="76"/>
                  <a:pt x="0" y="76"/>
                </a:cubicBezTo>
                <a:cubicBezTo>
                  <a:pt x="0" y="77"/>
                  <a:pt x="1" y="78"/>
                  <a:pt x="2" y="79"/>
                </a:cubicBezTo>
                <a:cubicBezTo>
                  <a:pt x="3" y="79"/>
                  <a:pt x="4" y="80"/>
                  <a:pt x="5" y="79"/>
                </a:cubicBezTo>
                <a:cubicBezTo>
                  <a:pt x="44" y="69"/>
                  <a:pt x="44" y="69"/>
                  <a:pt x="44" y="69"/>
                </a:cubicBezTo>
                <a:cubicBezTo>
                  <a:pt x="44" y="76"/>
                  <a:pt x="44" y="76"/>
                  <a:pt x="44" y="76"/>
                </a:cubicBezTo>
                <a:cubicBezTo>
                  <a:pt x="44" y="99"/>
                  <a:pt x="44" y="99"/>
                  <a:pt x="44" y="99"/>
                </a:cubicBezTo>
                <a:cubicBezTo>
                  <a:pt x="31" y="109"/>
                  <a:pt x="31" y="109"/>
                  <a:pt x="31" y="109"/>
                </a:cubicBezTo>
                <a:cubicBezTo>
                  <a:pt x="30" y="109"/>
                  <a:pt x="29" y="110"/>
                  <a:pt x="29" y="112"/>
                </a:cubicBezTo>
                <a:cubicBezTo>
                  <a:pt x="29" y="112"/>
                  <a:pt x="29" y="112"/>
                  <a:pt x="29" y="112"/>
                </a:cubicBezTo>
                <a:cubicBezTo>
                  <a:pt x="29" y="113"/>
                  <a:pt x="30" y="114"/>
                  <a:pt x="31" y="115"/>
                </a:cubicBezTo>
                <a:cubicBezTo>
                  <a:pt x="32" y="116"/>
                  <a:pt x="33" y="116"/>
                  <a:pt x="34" y="116"/>
                </a:cubicBezTo>
                <a:cubicBezTo>
                  <a:pt x="55" y="108"/>
                  <a:pt x="55" y="108"/>
                  <a:pt x="55" y="108"/>
                </a:cubicBezTo>
                <a:cubicBezTo>
                  <a:pt x="75" y="115"/>
                  <a:pt x="75" y="115"/>
                  <a:pt x="75" y="115"/>
                </a:cubicBezTo>
                <a:cubicBezTo>
                  <a:pt x="77" y="116"/>
                  <a:pt x="78" y="116"/>
                  <a:pt x="79" y="115"/>
                </a:cubicBezTo>
                <a:cubicBezTo>
                  <a:pt x="80" y="114"/>
                  <a:pt x="80" y="113"/>
                  <a:pt x="80" y="112"/>
                </a:cubicBezTo>
                <a:cubicBezTo>
                  <a:pt x="80" y="111"/>
                  <a:pt x="80" y="111"/>
                  <a:pt x="80" y="111"/>
                </a:cubicBezTo>
                <a:cubicBezTo>
                  <a:pt x="80" y="110"/>
                  <a:pt x="80" y="109"/>
                  <a:pt x="78" y="108"/>
                </a:cubicBezTo>
                <a:cubicBezTo>
                  <a:pt x="66" y="99"/>
                  <a:pt x="66" y="99"/>
                  <a:pt x="66" y="99"/>
                </a:cubicBezTo>
                <a:cubicBezTo>
                  <a:pt x="66" y="76"/>
                  <a:pt x="66" y="76"/>
                  <a:pt x="66" y="76"/>
                </a:cubicBezTo>
                <a:cubicBezTo>
                  <a:pt x="66" y="69"/>
                  <a:pt x="66" y="69"/>
                  <a:pt x="66" y="69"/>
                </a:cubicBezTo>
                <a:cubicBezTo>
                  <a:pt x="105" y="79"/>
                  <a:pt x="105" y="79"/>
                  <a:pt x="105" y="79"/>
                </a:cubicBezTo>
                <a:cubicBezTo>
                  <a:pt x="106" y="80"/>
                  <a:pt x="107" y="79"/>
                  <a:pt x="108" y="79"/>
                </a:cubicBezTo>
                <a:cubicBezTo>
                  <a:pt x="109" y="78"/>
                  <a:pt x="109" y="77"/>
                  <a:pt x="109" y="76"/>
                </a:cubicBezTo>
                <a:cubicBezTo>
                  <a:pt x="109" y="75"/>
                  <a:pt x="109" y="75"/>
                  <a:pt x="109" y="75"/>
                </a:cubicBezTo>
                <a:cubicBezTo>
                  <a:pt x="109" y="74"/>
                  <a:pt x="109" y="73"/>
                  <a:pt x="108" y="7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47" name="稻壳儿小白白(http://dwz.cn/Wu2UP)"/>
          <p:cNvSpPr>
            <a:spLocks noEditPoints="1"/>
          </p:cNvSpPr>
          <p:nvPr/>
        </p:nvSpPr>
        <p:spPr>
          <a:xfrm>
            <a:off x="7854220" y="4862131"/>
            <a:ext cx="277749" cy="317182"/>
          </a:xfrm>
          <a:custGeom>
            <a:avLst/>
            <a:gdLst>
              <a:gd name="T0" fmla="*/ 553064923 w 102"/>
              <a:gd name="T1" fmla="*/ 0 h 116"/>
              <a:gd name="T2" fmla="*/ 95356456 w 102"/>
              <a:gd name="T3" fmla="*/ 0 h 116"/>
              <a:gd name="T4" fmla="*/ 0 w 102"/>
              <a:gd name="T5" fmla="*/ 89739101 h 116"/>
              <a:gd name="T6" fmla="*/ 0 w 102"/>
              <a:gd name="T7" fmla="*/ 461513930 h 116"/>
              <a:gd name="T8" fmla="*/ 0 w 102"/>
              <a:gd name="T9" fmla="*/ 487155843 h 116"/>
              <a:gd name="T10" fmla="*/ 25427548 w 102"/>
              <a:gd name="T11" fmla="*/ 506384746 h 116"/>
              <a:gd name="T12" fmla="*/ 44498839 w 102"/>
              <a:gd name="T13" fmla="*/ 506384746 h 116"/>
              <a:gd name="T14" fmla="*/ 44498839 w 102"/>
              <a:gd name="T15" fmla="*/ 628173707 h 116"/>
              <a:gd name="T16" fmla="*/ 69928908 w 102"/>
              <a:gd name="T17" fmla="*/ 647402610 h 116"/>
              <a:gd name="T18" fmla="*/ 95356456 w 102"/>
              <a:gd name="T19" fmla="*/ 647402610 h 116"/>
              <a:gd name="T20" fmla="*/ 95356456 w 102"/>
              <a:gd name="T21" fmla="*/ 692273426 h 116"/>
              <a:gd name="T22" fmla="*/ 139855295 w 102"/>
              <a:gd name="T23" fmla="*/ 743552189 h 116"/>
              <a:gd name="T24" fmla="*/ 184354134 w 102"/>
              <a:gd name="T25" fmla="*/ 743552189 h 116"/>
              <a:gd name="T26" fmla="*/ 228855494 w 102"/>
              <a:gd name="T27" fmla="*/ 692273426 h 116"/>
              <a:gd name="T28" fmla="*/ 228855494 w 102"/>
              <a:gd name="T29" fmla="*/ 647402610 h 116"/>
              <a:gd name="T30" fmla="*/ 413209628 w 102"/>
              <a:gd name="T31" fmla="*/ 647402610 h 116"/>
              <a:gd name="T32" fmla="*/ 413209628 w 102"/>
              <a:gd name="T33" fmla="*/ 692273426 h 116"/>
              <a:gd name="T34" fmla="*/ 464067245 w 102"/>
              <a:gd name="T35" fmla="*/ 743552189 h 116"/>
              <a:gd name="T36" fmla="*/ 508566084 w 102"/>
              <a:gd name="T37" fmla="*/ 743552189 h 116"/>
              <a:gd name="T38" fmla="*/ 553064923 w 102"/>
              <a:gd name="T39" fmla="*/ 692273426 h 116"/>
              <a:gd name="T40" fmla="*/ 553064923 w 102"/>
              <a:gd name="T41" fmla="*/ 647402610 h 116"/>
              <a:gd name="T42" fmla="*/ 578492471 w 102"/>
              <a:gd name="T43" fmla="*/ 647402610 h 116"/>
              <a:gd name="T44" fmla="*/ 597563762 w 102"/>
              <a:gd name="T45" fmla="*/ 628173707 h 116"/>
              <a:gd name="T46" fmla="*/ 597563762 w 102"/>
              <a:gd name="T47" fmla="*/ 506384746 h 116"/>
              <a:gd name="T48" fmla="*/ 622993831 w 102"/>
              <a:gd name="T49" fmla="*/ 506384746 h 116"/>
              <a:gd name="T50" fmla="*/ 648421379 w 102"/>
              <a:gd name="T51" fmla="*/ 487155843 h 116"/>
              <a:gd name="T52" fmla="*/ 648421379 w 102"/>
              <a:gd name="T53" fmla="*/ 461513930 h 116"/>
              <a:gd name="T54" fmla="*/ 648421379 w 102"/>
              <a:gd name="T55" fmla="*/ 89739101 h 116"/>
              <a:gd name="T56" fmla="*/ 553064923 w 102"/>
              <a:gd name="T57" fmla="*/ 0 h 116"/>
              <a:gd name="T58" fmla="*/ 464067245 w 102"/>
              <a:gd name="T59" fmla="*/ 185888680 h 116"/>
              <a:gd name="T60" fmla="*/ 508566084 w 102"/>
              <a:gd name="T61" fmla="*/ 230756965 h 116"/>
              <a:gd name="T62" fmla="*/ 508566084 w 102"/>
              <a:gd name="T63" fmla="*/ 320496066 h 116"/>
              <a:gd name="T64" fmla="*/ 139855295 w 102"/>
              <a:gd name="T65" fmla="*/ 320496066 h 116"/>
              <a:gd name="T66" fmla="*/ 139855295 w 102"/>
              <a:gd name="T67" fmla="*/ 230756965 h 116"/>
              <a:gd name="T68" fmla="*/ 184354134 w 102"/>
              <a:gd name="T69" fmla="*/ 185888680 h 116"/>
              <a:gd name="T70" fmla="*/ 464067245 w 102"/>
              <a:gd name="T71" fmla="*/ 185888680 h 116"/>
              <a:gd name="T72" fmla="*/ 184354134 w 102"/>
              <a:gd name="T73" fmla="*/ 557663509 h 116"/>
              <a:gd name="T74" fmla="*/ 139855295 w 102"/>
              <a:gd name="T75" fmla="*/ 557663509 h 116"/>
              <a:gd name="T76" fmla="*/ 95356456 w 102"/>
              <a:gd name="T77" fmla="*/ 506384746 h 116"/>
              <a:gd name="T78" fmla="*/ 139855295 w 102"/>
              <a:gd name="T79" fmla="*/ 461513930 h 116"/>
              <a:gd name="T80" fmla="*/ 184354134 w 102"/>
              <a:gd name="T81" fmla="*/ 461513930 h 116"/>
              <a:gd name="T82" fmla="*/ 228855494 w 102"/>
              <a:gd name="T83" fmla="*/ 506384746 h 116"/>
              <a:gd name="T84" fmla="*/ 184354134 w 102"/>
              <a:gd name="T85" fmla="*/ 557663509 h 116"/>
              <a:gd name="T86" fmla="*/ 508566084 w 102"/>
              <a:gd name="T87" fmla="*/ 557663509 h 116"/>
              <a:gd name="T88" fmla="*/ 464067245 w 102"/>
              <a:gd name="T89" fmla="*/ 557663509 h 116"/>
              <a:gd name="T90" fmla="*/ 413209628 w 102"/>
              <a:gd name="T91" fmla="*/ 506384746 h 116"/>
              <a:gd name="T92" fmla="*/ 464067245 w 102"/>
              <a:gd name="T93" fmla="*/ 461513930 h 116"/>
              <a:gd name="T94" fmla="*/ 508566084 w 102"/>
              <a:gd name="T95" fmla="*/ 461513930 h 116"/>
              <a:gd name="T96" fmla="*/ 553064923 w 102"/>
              <a:gd name="T97" fmla="*/ 506384746 h 116"/>
              <a:gd name="T98" fmla="*/ 508566084 w 102"/>
              <a:gd name="T99" fmla="*/ 557663509 h 11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02" h="116">
                <a:moveTo>
                  <a:pt x="87" y="0"/>
                </a:moveTo>
                <a:cubicBezTo>
                  <a:pt x="15" y="0"/>
                  <a:pt x="15" y="0"/>
                  <a:pt x="15" y="0"/>
                </a:cubicBezTo>
                <a:cubicBezTo>
                  <a:pt x="7" y="0"/>
                  <a:pt x="0" y="6"/>
                  <a:pt x="0" y="14"/>
                </a:cubicBezTo>
                <a:cubicBezTo>
                  <a:pt x="0" y="72"/>
                  <a:pt x="0" y="72"/>
                  <a:pt x="0" y="72"/>
                </a:cubicBezTo>
                <a:cubicBezTo>
                  <a:pt x="0" y="76"/>
                  <a:pt x="0" y="76"/>
                  <a:pt x="0" y="76"/>
                </a:cubicBezTo>
                <a:cubicBezTo>
                  <a:pt x="0" y="78"/>
                  <a:pt x="2" y="79"/>
                  <a:pt x="4" y="79"/>
                </a:cubicBezTo>
                <a:cubicBezTo>
                  <a:pt x="7" y="79"/>
                  <a:pt x="7" y="79"/>
                  <a:pt x="7" y="79"/>
                </a:cubicBezTo>
                <a:cubicBezTo>
                  <a:pt x="7" y="98"/>
                  <a:pt x="7" y="98"/>
                  <a:pt x="7" y="98"/>
                </a:cubicBezTo>
                <a:cubicBezTo>
                  <a:pt x="7" y="100"/>
                  <a:pt x="9" y="101"/>
                  <a:pt x="11" y="101"/>
                </a:cubicBezTo>
                <a:cubicBezTo>
                  <a:pt x="15" y="101"/>
                  <a:pt x="15" y="101"/>
                  <a:pt x="15" y="101"/>
                </a:cubicBezTo>
                <a:cubicBezTo>
                  <a:pt x="15" y="108"/>
                  <a:pt x="15" y="108"/>
                  <a:pt x="15" y="108"/>
                </a:cubicBezTo>
                <a:cubicBezTo>
                  <a:pt x="15" y="112"/>
                  <a:pt x="18" y="116"/>
                  <a:pt x="22" y="116"/>
                </a:cubicBezTo>
                <a:cubicBezTo>
                  <a:pt x="29" y="116"/>
                  <a:pt x="29" y="116"/>
                  <a:pt x="29" y="116"/>
                </a:cubicBezTo>
                <a:cubicBezTo>
                  <a:pt x="33" y="116"/>
                  <a:pt x="36" y="112"/>
                  <a:pt x="36" y="108"/>
                </a:cubicBezTo>
                <a:cubicBezTo>
                  <a:pt x="36" y="101"/>
                  <a:pt x="36" y="101"/>
                  <a:pt x="36" y="101"/>
                </a:cubicBezTo>
                <a:cubicBezTo>
                  <a:pt x="65" y="101"/>
                  <a:pt x="65" y="101"/>
                  <a:pt x="65" y="101"/>
                </a:cubicBezTo>
                <a:cubicBezTo>
                  <a:pt x="65" y="108"/>
                  <a:pt x="65" y="108"/>
                  <a:pt x="65" y="108"/>
                </a:cubicBezTo>
                <a:cubicBezTo>
                  <a:pt x="65" y="112"/>
                  <a:pt x="69" y="116"/>
                  <a:pt x="73" y="116"/>
                </a:cubicBezTo>
                <a:cubicBezTo>
                  <a:pt x="80" y="116"/>
                  <a:pt x="80" y="116"/>
                  <a:pt x="80" y="116"/>
                </a:cubicBezTo>
                <a:cubicBezTo>
                  <a:pt x="84" y="116"/>
                  <a:pt x="87" y="112"/>
                  <a:pt x="87" y="108"/>
                </a:cubicBezTo>
                <a:cubicBezTo>
                  <a:pt x="87" y="101"/>
                  <a:pt x="87" y="101"/>
                  <a:pt x="87" y="101"/>
                </a:cubicBezTo>
                <a:cubicBezTo>
                  <a:pt x="91" y="101"/>
                  <a:pt x="91" y="101"/>
                  <a:pt x="91" y="101"/>
                </a:cubicBezTo>
                <a:cubicBezTo>
                  <a:pt x="93" y="101"/>
                  <a:pt x="94" y="100"/>
                  <a:pt x="94" y="98"/>
                </a:cubicBezTo>
                <a:cubicBezTo>
                  <a:pt x="94" y="79"/>
                  <a:pt x="94" y="79"/>
                  <a:pt x="94" y="79"/>
                </a:cubicBezTo>
                <a:cubicBezTo>
                  <a:pt x="98" y="79"/>
                  <a:pt x="98" y="79"/>
                  <a:pt x="98" y="79"/>
                </a:cubicBezTo>
                <a:cubicBezTo>
                  <a:pt x="100" y="79"/>
                  <a:pt x="102" y="78"/>
                  <a:pt x="102" y="76"/>
                </a:cubicBezTo>
                <a:cubicBezTo>
                  <a:pt x="102" y="72"/>
                  <a:pt x="102" y="72"/>
                  <a:pt x="102" y="72"/>
                </a:cubicBezTo>
                <a:cubicBezTo>
                  <a:pt x="102" y="14"/>
                  <a:pt x="102" y="14"/>
                  <a:pt x="102" y="14"/>
                </a:cubicBezTo>
                <a:cubicBezTo>
                  <a:pt x="102" y="6"/>
                  <a:pt x="95" y="0"/>
                  <a:pt x="87" y="0"/>
                </a:cubicBezTo>
                <a:close/>
                <a:moveTo>
                  <a:pt x="73" y="29"/>
                </a:moveTo>
                <a:cubicBezTo>
                  <a:pt x="77" y="29"/>
                  <a:pt x="80" y="32"/>
                  <a:pt x="80" y="36"/>
                </a:cubicBezTo>
                <a:cubicBezTo>
                  <a:pt x="80" y="50"/>
                  <a:pt x="80" y="50"/>
                  <a:pt x="80" y="50"/>
                </a:cubicBezTo>
                <a:cubicBezTo>
                  <a:pt x="22" y="50"/>
                  <a:pt x="22" y="50"/>
                  <a:pt x="22" y="50"/>
                </a:cubicBezTo>
                <a:cubicBezTo>
                  <a:pt x="22" y="36"/>
                  <a:pt x="22" y="36"/>
                  <a:pt x="22" y="36"/>
                </a:cubicBezTo>
                <a:cubicBezTo>
                  <a:pt x="22" y="32"/>
                  <a:pt x="25" y="29"/>
                  <a:pt x="29" y="29"/>
                </a:cubicBezTo>
                <a:lnTo>
                  <a:pt x="73" y="29"/>
                </a:lnTo>
                <a:close/>
                <a:moveTo>
                  <a:pt x="29" y="87"/>
                </a:moveTo>
                <a:cubicBezTo>
                  <a:pt x="22" y="87"/>
                  <a:pt x="22" y="87"/>
                  <a:pt x="22" y="87"/>
                </a:cubicBezTo>
                <a:cubicBezTo>
                  <a:pt x="18" y="87"/>
                  <a:pt x="15" y="83"/>
                  <a:pt x="15" y="79"/>
                </a:cubicBezTo>
                <a:cubicBezTo>
                  <a:pt x="15" y="75"/>
                  <a:pt x="18" y="72"/>
                  <a:pt x="22" y="72"/>
                </a:cubicBezTo>
                <a:cubicBezTo>
                  <a:pt x="29" y="72"/>
                  <a:pt x="29" y="72"/>
                  <a:pt x="29" y="72"/>
                </a:cubicBezTo>
                <a:cubicBezTo>
                  <a:pt x="33" y="72"/>
                  <a:pt x="36" y="75"/>
                  <a:pt x="36" y="79"/>
                </a:cubicBezTo>
                <a:cubicBezTo>
                  <a:pt x="36" y="83"/>
                  <a:pt x="33" y="87"/>
                  <a:pt x="29" y="87"/>
                </a:cubicBezTo>
                <a:close/>
                <a:moveTo>
                  <a:pt x="80" y="87"/>
                </a:moveTo>
                <a:cubicBezTo>
                  <a:pt x="73" y="87"/>
                  <a:pt x="73" y="87"/>
                  <a:pt x="73" y="87"/>
                </a:cubicBezTo>
                <a:cubicBezTo>
                  <a:pt x="69" y="87"/>
                  <a:pt x="65" y="83"/>
                  <a:pt x="65" y="79"/>
                </a:cubicBezTo>
                <a:cubicBezTo>
                  <a:pt x="65" y="75"/>
                  <a:pt x="69" y="72"/>
                  <a:pt x="73" y="72"/>
                </a:cubicBezTo>
                <a:cubicBezTo>
                  <a:pt x="80" y="72"/>
                  <a:pt x="80" y="72"/>
                  <a:pt x="80" y="72"/>
                </a:cubicBezTo>
                <a:cubicBezTo>
                  <a:pt x="84" y="72"/>
                  <a:pt x="87" y="75"/>
                  <a:pt x="87" y="79"/>
                </a:cubicBezTo>
                <a:cubicBezTo>
                  <a:pt x="87" y="83"/>
                  <a:pt x="84" y="87"/>
                  <a:pt x="80" y="8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48" name="稻壳儿小白白(http://dwz.cn/Wu2UP)"/>
          <p:cNvPicPr>
            <a:picLocks noChangeArrowheads="1"/>
          </p:cNvPicPr>
          <p:nvPr/>
        </p:nvPicPr>
        <p:blipFill>
          <a:blip r:embed="rId31">
            <a:duotone>
              <a:srgbClr val="336699"/>
              <a:srgbClr val="336699"/>
            </a:duotone>
          </a:blip>
          <a:srcRect/>
          <a:stretch>
            <a:fillRect/>
          </a:stretch>
        </p:blipFill>
        <p:spPr>
          <a:xfrm>
            <a:off x="10365963" y="3596830"/>
            <a:ext cx="315468" cy="236601"/>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9" name="稻壳儿小白白(http://dwz.cn/Wu2UP)"/>
          <p:cNvPicPr>
            <a:picLocks noChangeArrowheads="1"/>
          </p:cNvPicPr>
          <p:nvPr/>
        </p:nvPicPr>
        <p:blipFill>
          <a:blip r:embed="rId32">
            <a:duotone>
              <a:srgbClr val="336699"/>
              <a:srgbClr val="336699"/>
            </a:duotone>
          </a:blip>
          <a:srcRect/>
          <a:stretch>
            <a:fillRect/>
          </a:stretch>
        </p:blipFill>
        <p:spPr>
          <a:xfrm>
            <a:off x="2775871" y="4227766"/>
            <a:ext cx="315468"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50" name="稻壳儿小白白(http://dwz.cn/Wu2UP)"/>
          <p:cNvSpPr>
            <a:spLocks noEditPoints="1"/>
          </p:cNvSpPr>
          <p:nvPr/>
        </p:nvSpPr>
        <p:spPr>
          <a:xfrm>
            <a:off x="4039458" y="4287773"/>
            <a:ext cx="315468" cy="255461"/>
          </a:xfrm>
          <a:custGeom>
            <a:avLst/>
            <a:gdLst>
              <a:gd name="T0" fmla="*/ 646767316 w 116"/>
              <a:gd name="T1" fmla="*/ 139305784 h 94"/>
              <a:gd name="T2" fmla="*/ 532631759 w 116"/>
              <a:gd name="T3" fmla="*/ 139305784 h 94"/>
              <a:gd name="T4" fmla="*/ 513607488 w 116"/>
              <a:gd name="T5" fmla="*/ 44325711 h 94"/>
              <a:gd name="T6" fmla="*/ 462882812 w 116"/>
              <a:gd name="T7" fmla="*/ 0 h 94"/>
              <a:gd name="T8" fmla="*/ 278998308 w 116"/>
              <a:gd name="T9" fmla="*/ 0 h 94"/>
              <a:gd name="T10" fmla="*/ 221930529 w 116"/>
              <a:gd name="T11" fmla="*/ 44325711 h 94"/>
              <a:gd name="T12" fmla="*/ 202906258 w 116"/>
              <a:gd name="T13" fmla="*/ 139305784 h 94"/>
              <a:gd name="T14" fmla="*/ 95113803 w 116"/>
              <a:gd name="T15" fmla="*/ 139305784 h 94"/>
              <a:gd name="T16" fmla="*/ 0 w 116"/>
              <a:gd name="T17" fmla="*/ 227954690 h 94"/>
              <a:gd name="T18" fmla="*/ 0 w 116"/>
              <a:gd name="T19" fmla="*/ 506566258 h 94"/>
              <a:gd name="T20" fmla="*/ 95113803 w 116"/>
              <a:gd name="T21" fmla="*/ 595215164 h 94"/>
              <a:gd name="T22" fmla="*/ 646767316 w 116"/>
              <a:gd name="T23" fmla="*/ 595215164 h 94"/>
              <a:gd name="T24" fmla="*/ 735538017 w 116"/>
              <a:gd name="T25" fmla="*/ 506566258 h 94"/>
              <a:gd name="T26" fmla="*/ 735538017 w 116"/>
              <a:gd name="T27" fmla="*/ 227954690 h 94"/>
              <a:gd name="T28" fmla="*/ 646767316 w 116"/>
              <a:gd name="T29" fmla="*/ 139305784 h 94"/>
              <a:gd name="T30" fmla="*/ 266314621 w 116"/>
              <a:gd name="T31" fmla="*/ 56988043 h 94"/>
              <a:gd name="T32" fmla="*/ 278998308 w 116"/>
              <a:gd name="T33" fmla="*/ 44325711 h 94"/>
              <a:gd name="T34" fmla="*/ 462882812 w 116"/>
              <a:gd name="T35" fmla="*/ 44325711 h 94"/>
              <a:gd name="T36" fmla="*/ 469223397 w 116"/>
              <a:gd name="T37" fmla="*/ 56988043 h 94"/>
              <a:gd name="T38" fmla="*/ 488245150 w 116"/>
              <a:gd name="T39" fmla="*/ 139305784 h 94"/>
              <a:gd name="T40" fmla="*/ 247292867 w 116"/>
              <a:gd name="T41" fmla="*/ 139305784 h 94"/>
              <a:gd name="T42" fmla="*/ 266314621 w 116"/>
              <a:gd name="T43" fmla="*/ 56988043 h 94"/>
              <a:gd name="T44" fmla="*/ 507266903 w 116"/>
              <a:gd name="T45" fmla="*/ 411586185 h 94"/>
              <a:gd name="T46" fmla="*/ 412155618 w 116"/>
              <a:gd name="T47" fmla="*/ 411586185 h 94"/>
              <a:gd name="T48" fmla="*/ 412155618 w 116"/>
              <a:gd name="T49" fmla="*/ 506566258 h 94"/>
              <a:gd name="T50" fmla="*/ 323382399 w 116"/>
              <a:gd name="T51" fmla="*/ 506566258 h 94"/>
              <a:gd name="T52" fmla="*/ 323382399 w 116"/>
              <a:gd name="T53" fmla="*/ 411586185 h 94"/>
              <a:gd name="T54" fmla="*/ 228271114 w 116"/>
              <a:gd name="T55" fmla="*/ 411586185 h 94"/>
              <a:gd name="T56" fmla="*/ 228271114 w 116"/>
              <a:gd name="T57" fmla="*/ 322934763 h 94"/>
              <a:gd name="T58" fmla="*/ 323382399 w 116"/>
              <a:gd name="T59" fmla="*/ 322934763 h 94"/>
              <a:gd name="T60" fmla="*/ 323382399 w 116"/>
              <a:gd name="T61" fmla="*/ 227954690 h 94"/>
              <a:gd name="T62" fmla="*/ 412155618 w 116"/>
              <a:gd name="T63" fmla="*/ 227954690 h 94"/>
              <a:gd name="T64" fmla="*/ 412155618 w 116"/>
              <a:gd name="T65" fmla="*/ 322934763 h 94"/>
              <a:gd name="T66" fmla="*/ 507266903 w 116"/>
              <a:gd name="T67" fmla="*/ 322934763 h 94"/>
              <a:gd name="T68" fmla="*/ 507266903 w 116"/>
              <a:gd name="T69" fmla="*/ 411586185 h 94"/>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116" h="94">
                <a:moveTo>
                  <a:pt x="102" y="22"/>
                </a:moveTo>
                <a:cubicBezTo>
                  <a:pt x="84" y="22"/>
                  <a:pt x="84" y="22"/>
                  <a:pt x="84" y="22"/>
                </a:cubicBezTo>
                <a:cubicBezTo>
                  <a:pt x="81" y="7"/>
                  <a:pt x="81" y="7"/>
                  <a:pt x="81" y="7"/>
                </a:cubicBezTo>
                <a:cubicBezTo>
                  <a:pt x="81" y="3"/>
                  <a:pt x="77" y="0"/>
                  <a:pt x="73" y="0"/>
                </a:cubicBezTo>
                <a:cubicBezTo>
                  <a:pt x="44" y="0"/>
                  <a:pt x="44" y="0"/>
                  <a:pt x="44" y="0"/>
                </a:cubicBezTo>
                <a:cubicBezTo>
                  <a:pt x="40" y="0"/>
                  <a:pt x="36" y="3"/>
                  <a:pt x="35" y="7"/>
                </a:cubicBezTo>
                <a:cubicBezTo>
                  <a:pt x="32" y="22"/>
                  <a:pt x="32" y="22"/>
                  <a:pt x="32" y="22"/>
                </a:cubicBezTo>
                <a:cubicBezTo>
                  <a:pt x="15" y="22"/>
                  <a:pt x="15" y="22"/>
                  <a:pt x="15" y="22"/>
                </a:cubicBezTo>
                <a:cubicBezTo>
                  <a:pt x="7" y="22"/>
                  <a:pt x="0" y="28"/>
                  <a:pt x="0" y="36"/>
                </a:cubicBezTo>
                <a:cubicBezTo>
                  <a:pt x="0" y="80"/>
                  <a:pt x="0" y="80"/>
                  <a:pt x="0" y="80"/>
                </a:cubicBezTo>
                <a:cubicBezTo>
                  <a:pt x="0" y="88"/>
                  <a:pt x="7" y="94"/>
                  <a:pt x="15" y="94"/>
                </a:cubicBezTo>
                <a:cubicBezTo>
                  <a:pt x="102" y="94"/>
                  <a:pt x="102" y="94"/>
                  <a:pt x="102" y="94"/>
                </a:cubicBezTo>
                <a:cubicBezTo>
                  <a:pt x="110" y="94"/>
                  <a:pt x="116" y="88"/>
                  <a:pt x="116" y="80"/>
                </a:cubicBezTo>
                <a:cubicBezTo>
                  <a:pt x="116" y="36"/>
                  <a:pt x="116" y="36"/>
                  <a:pt x="116" y="36"/>
                </a:cubicBezTo>
                <a:cubicBezTo>
                  <a:pt x="116" y="28"/>
                  <a:pt x="110" y="22"/>
                  <a:pt x="102" y="22"/>
                </a:cubicBezTo>
                <a:close/>
                <a:moveTo>
                  <a:pt x="42" y="9"/>
                </a:moveTo>
                <a:cubicBezTo>
                  <a:pt x="44" y="7"/>
                  <a:pt x="44" y="7"/>
                  <a:pt x="44" y="7"/>
                </a:cubicBezTo>
                <a:cubicBezTo>
                  <a:pt x="73" y="7"/>
                  <a:pt x="73" y="7"/>
                  <a:pt x="73" y="7"/>
                </a:cubicBezTo>
                <a:cubicBezTo>
                  <a:pt x="74" y="9"/>
                  <a:pt x="74" y="9"/>
                  <a:pt x="74" y="9"/>
                </a:cubicBezTo>
                <a:cubicBezTo>
                  <a:pt x="77" y="22"/>
                  <a:pt x="77" y="22"/>
                  <a:pt x="77" y="22"/>
                </a:cubicBezTo>
                <a:cubicBezTo>
                  <a:pt x="39" y="22"/>
                  <a:pt x="39" y="22"/>
                  <a:pt x="39" y="22"/>
                </a:cubicBezTo>
                <a:lnTo>
                  <a:pt x="42" y="9"/>
                </a:lnTo>
                <a:close/>
                <a:moveTo>
                  <a:pt x="80" y="65"/>
                </a:moveTo>
                <a:cubicBezTo>
                  <a:pt x="65" y="65"/>
                  <a:pt x="65" y="65"/>
                  <a:pt x="65" y="65"/>
                </a:cubicBezTo>
                <a:cubicBezTo>
                  <a:pt x="65" y="80"/>
                  <a:pt x="65" y="80"/>
                  <a:pt x="65" y="80"/>
                </a:cubicBezTo>
                <a:cubicBezTo>
                  <a:pt x="51" y="80"/>
                  <a:pt x="51" y="80"/>
                  <a:pt x="51" y="80"/>
                </a:cubicBezTo>
                <a:cubicBezTo>
                  <a:pt x="51" y="65"/>
                  <a:pt x="51" y="65"/>
                  <a:pt x="51" y="65"/>
                </a:cubicBezTo>
                <a:cubicBezTo>
                  <a:pt x="36" y="65"/>
                  <a:pt x="36" y="65"/>
                  <a:pt x="36" y="65"/>
                </a:cubicBezTo>
                <a:cubicBezTo>
                  <a:pt x="36" y="51"/>
                  <a:pt x="36" y="51"/>
                  <a:pt x="36" y="51"/>
                </a:cubicBezTo>
                <a:cubicBezTo>
                  <a:pt x="51" y="51"/>
                  <a:pt x="51" y="51"/>
                  <a:pt x="51" y="51"/>
                </a:cubicBezTo>
                <a:cubicBezTo>
                  <a:pt x="51" y="36"/>
                  <a:pt x="51" y="36"/>
                  <a:pt x="51" y="36"/>
                </a:cubicBezTo>
                <a:cubicBezTo>
                  <a:pt x="65" y="36"/>
                  <a:pt x="65" y="36"/>
                  <a:pt x="65" y="36"/>
                </a:cubicBezTo>
                <a:cubicBezTo>
                  <a:pt x="65" y="51"/>
                  <a:pt x="65" y="51"/>
                  <a:pt x="65" y="51"/>
                </a:cubicBezTo>
                <a:cubicBezTo>
                  <a:pt x="80" y="51"/>
                  <a:pt x="80" y="51"/>
                  <a:pt x="80" y="51"/>
                </a:cubicBezTo>
                <a:lnTo>
                  <a:pt x="80" y="6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51" name="稻壳儿小白白(http://dwz.cn/Wu2UP)"/>
          <p:cNvPicPr>
            <a:picLocks noChangeArrowheads="1"/>
          </p:cNvPicPr>
          <p:nvPr/>
        </p:nvPicPr>
        <p:blipFill>
          <a:blip r:embed="rId33">
            <a:duotone>
              <a:srgbClr val="336699"/>
              <a:srgbClr val="336699"/>
            </a:duotone>
          </a:blip>
          <a:srcRect/>
          <a:stretch>
            <a:fillRect/>
          </a:stretch>
        </p:blipFill>
        <p:spPr>
          <a:xfrm>
            <a:off x="9095518" y="4227766"/>
            <a:ext cx="322326"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52" name="稻壳儿小白白(http://dwz.cn/Wu2UP)"/>
          <p:cNvSpPr/>
          <p:nvPr/>
        </p:nvSpPr>
        <p:spPr>
          <a:xfrm>
            <a:off x="9752172" y="4227766"/>
            <a:ext cx="276034" cy="198882"/>
          </a:xfrm>
          <a:custGeom>
            <a:avLst/>
            <a:gdLst>
              <a:gd name="T0" fmla="*/ 583928594 w 102"/>
              <a:gd name="T1" fmla="*/ 229087645 h 73"/>
              <a:gd name="T2" fmla="*/ 590208015 w 102"/>
              <a:gd name="T3" fmla="*/ 184541003 h 73"/>
              <a:gd name="T4" fmla="*/ 408122324 w 102"/>
              <a:gd name="T5" fmla="*/ 0 h 73"/>
              <a:gd name="T6" fmla="*/ 251151814 w 102"/>
              <a:gd name="T7" fmla="*/ 101817292 h 73"/>
              <a:gd name="T8" fmla="*/ 207200873 w 102"/>
              <a:gd name="T9" fmla="*/ 95452765 h 73"/>
              <a:gd name="T10" fmla="*/ 94181304 w 102"/>
              <a:gd name="T11" fmla="*/ 203632061 h 73"/>
              <a:gd name="T12" fmla="*/ 0 w 102"/>
              <a:gd name="T13" fmla="*/ 324540410 h 73"/>
              <a:gd name="T14" fmla="*/ 182085691 w 102"/>
              <a:gd name="T15" fmla="*/ 464537295 h 73"/>
              <a:gd name="T16" fmla="*/ 458352687 w 102"/>
              <a:gd name="T17" fmla="*/ 464537295 h 73"/>
              <a:gd name="T18" fmla="*/ 640438378 w 102"/>
              <a:gd name="T19" fmla="*/ 324540410 h 73"/>
              <a:gd name="T20" fmla="*/ 583928594 w 102"/>
              <a:gd name="T21" fmla="*/ 229087645 h 73"/>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02" h="73">
                <a:moveTo>
                  <a:pt x="93" y="36"/>
                </a:moveTo>
                <a:cubicBezTo>
                  <a:pt x="94" y="34"/>
                  <a:pt x="94" y="32"/>
                  <a:pt x="94" y="29"/>
                </a:cubicBezTo>
                <a:cubicBezTo>
                  <a:pt x="94" y="13"/>
                  <a:pt x="81" y="0"/>
                  <a:pt x="65" y="0"/>
                </a:cubicBezTo>
                <a:cubicBezTo>
                  <a:pt x="54" y="0"/>
                  <a:pt x="44" y="7"/>
                  <a:pt x="40" y="16"/>
                </a:cubicBezTo>
                <a:cubicBezTo>
                  <a:pt x="37" y="15"/>
                  <a:pt x="35" y="15"/>
                  <a:pt x="33" y="15"/>
                </a:cubicBezTo>
                <a:cubicBezTo>
                  <a:pt x="23" y="15"/>
                  <a:pt x="15" y="23"/>
                  <a:pt x="15" y="32"/>
                </a:cubicBezTo>
                <a:cubicBezTo>
                  <a:pt x="6" y="36"/>
                  <a:pt x="0" y="43"/>
                  <a:pt x="0" y="51"/>
                </a:cubicBezTo>
                <a:cubicBezTo>
                  <a:pt x="0" y="63"/>
                  <a:pt x="13" y="73"/>
                  <a:pt x="29" y="73"/>
                </a:cubicBezTo>
                <a:cubicBezTo>
                  <a:pt x="73" y="73"/>
                  <a:pt x="73" y="73"/>
                  <a:pt x="73" y="73"/>
                </a:cubicBezTo>
                <a:cubicBezTo>
                  <a:pt x="89" y="73"/>
                  <a:pt x="102" y="63"/>
                  <a:pt x="102" y="51"/>
                </a:cubicBezTo>
                <a:cubicBezTo>
                  <a:pt x="102" y="45"/>
                  <a:pt x="98" y="40"/>
                  <a:pt x="93" y="3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53" name="稻壳儿小白白(http://dwz.cn/Wu2UP)"/>
          <p:cNvPicPr>
            <a:picLocks noChangeArrowheads="1"/>
          </p:cNvPicPr>
          <p:nvPr/>
        </p:nvPicPr>
        <p:blipFill>
          <a:blip r:embed="rId34">
            <a:duotone>
              <a:srgbClr val="336699"/>
              <a:srgbClr val="336699"/>
            </a:duotone>
          </a:blip>
          <a:srcRect/>
          <a:stretch>
            <a:fillRect/>
          </a:stretch>
        </p:blipFill>
        <p:spPr>
          <a:xfrm>
            <a:off x="10386537" y="4227766"/>
            <a:ext cx="276034"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54" name="稻壳儿小白白(http://dwz.cn/Wu2UP)"/>
          <p:cNvPicPr>
            <a:picLocks noChangeArrowheads="1"/>
          </p:cNvPicPr>
          <p:nvPr/>
        </p:nvPicPr>
        <p:blipFill>
          <a:blip r:embed="rId35">
            <a:duotone>
              <a:srgbClr val="336699"/>
              <a:srgbClr val="336699"/>
            </a:duotone>
          </a:blip>
          <a:srcRect/>
          <a:stretch>
            <a:fillRect/>
          </a:stretch>
        </p:blipFill>
        <p:spPr>
          <a:xfrm>
            <a:off x="7838790" y="4227766"/>
            <a:ext cx="315468"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55" name="稻壳儿小白白(http://dwz.cn/Wu2UP)"/>
          <p:cNvPicPr>
            <a:picLocks noChangeArrowheads="1"/>
          </p:cNvPicPr>
          <p:nvPr/>
        </p:nvPicPr>
        <p:blipFill>
          <a:blip r:embed="rId36">
            <a:duotone>
              <a:srgbClr val="336699"/>
              <a:srgbClr val="336699"/>
            </a:duotone>
          </a:blip>
          <a:srcRect/>
          <a:stretch>
            <a:fillRect/>
          </a:stretch>
        </p:blipFill>
        <p:spPr>
          <a:xfrm>
            <a:off x="8462868" y="4227766"/>
            <a:ext cx="317182"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56" name="稻壳儿小白白(http://dwz.cn/Wu2UP)"/>
          <p:cNvSpPr/>
          <p:nvPr/>
        </p:nvSpPr>
        <p:spPr>
          <a:xfrm>
            <a:off x="1548289" y="4862131"/>
            <a:ext cx="277749" cy="317182"/>
          </a:xfrm>
          <a:custGeom>
            <a:avLst/>
            <a:gdLst>
              <a:gd name="T0" fmla="*/ 597563762 w 102"/>
              <a:gd name="T1" fmla="*/ 224346487 h 116"/>
              <a:gd name="T2" fmla="*/ 603922540 w 102"/>
              <a:gd name="T3" fmla="*/ 185888680 h 116"/>
              <a:gd name="T4" fmla="*/ 419565885 w 102"/>
              <a:gd name="T5" fmla="*/ 0 h 116"/>
              <a:gd name="T6" fmla="*/ 254283042 w 102"/>
              <a:gd name="T7" fmla="*/ 96149579 h 116"/>
              <a:gd name="T8" fmla="*/ 209784203 w 102"/>
              <a:gd name="T9" fmla="*/ 89739101 h 116"/>
              <a:gd name="T10" fmla="*/ 95356456 w 102"/>
              <a:gd name="T11" fmla="*/ 205117583 h 116"/>
              <a:gd name="T12" fmla="*/ 0 w 102"/>
              <a:gd name="T13" fmla="*/ 320496066 h 116"/>
              <a:gd name="T14" fmla="*/ 184354134 w 102"/>
              <a:gd name="T15" fmla="*/ 461513930 h 116"/>
              <a:gd name="T16" fmla="*/ 209784203 w 102"/>
              <a:gd name="T17" fmla="*/ 461513930 h 116"/>
              <a:gd name="T18" fmla="*/ 139855295 w 102"/>
              <a:gd name="T19" fmla="*/ 557663509 h 116"/>
              <a:gd name="T20" fmla="*/ 254283042 w 102"/>
              <a:gd name="T21" fmla="*/ 557663509 h 116"/>
              <a:gd name="T22" fmla="*/ 139855295 w 102"/>
              <a:gd name="T23" fmla="*/ 743552189 h 116"/>
              <a:gd name="T24" fmla="*/ 419565885 w 102"/>
              <a:gd name="T25" fmla="*/ 506384746 h 116"/>
              <a:gd name="T26" fmla="*/ 279710590 w 102"/>
              <a:gd name="T27" fmla="*/ 506384746 h 116"/>
              <a:gd name="T28" fmla="*/ 324211950 w 102"/>
              <a:gd name="T29" fmla="*/ 461513930 h 116"/>
              <a:gd name="T30" fmla="*/ 464067245 w 102"/>
              <a:gd name="T31" fmla="*/ 461513930 h 116"/>
              <a:gd name="T32" fmla="*/ 648421379 w 102"/>
              <a:gd name="T33" fmla="*/ 320496066 h 116"/>
              <a:gd name="T34" fmla="*/ 597563762 w 102"/>
              <a:gd name="T35" fmla="*/ 224346487 h 11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02" h="116">
                <a:moveTo>
                  <a:pt x="94" y="35"/>
                </a:moveTo>
                <a:cubicBezTo>
                  <a:pt x="94" y="33"/>
                  <a:pt x="95" y="31"/>
                  <a:pt x="95" y="29"/>
                </a:cubicBezTo>
                <a:cubicBezTo>
                  <a:pt x="95" y="13"/>
                  <a:pt x="82" y="0"/>
                  <a:pt x="66" y="0"/>
                </a:cubicBezTo>
                <a:cubicBezTo>
                  <a:pt x="54" y="0"/>
                  <a:pt x="45" y="6"/>
                  <a:pt x="40" y="15"/>
                </a:cubicBezTo>
                <a:cubicBezTo>
                  <a:pt x="38" y="15"/>
                  <a:pt x="35" y="14"/>
                  <a:pt x="33" y="14"/>
                </a:cubicBezTo>
                <a:cubicBezTo>
                  <a:pt x="23" y="14"/>
                  <a:pt x="15" y="22"/>
                  <a:pt x="15" y="32"/>
                </a:cubicBezTo>
                <a:cubicBezTo>
                  <a:pt x="6" y="35"/>
                  <a:pt x="0" y="42"/>
                  <a:pt x="0" y="50"/>
                </a:cubicBezTo>
                <a:cubicBezTo>
                  <a:pt x="0" y="62"/>
                  <a:pt x="13" y="72"/>
                  <a:pt x="29" y="72"/>
                </a:cubicBezTo>
                <a:cubicBezTo>
                  <a:pt x="33" y="72"/>
                  <a:pt x="33" y="72"/>
                  <a:pt x="33" y="72"/>
                </a:cubicBezTo>
                <a:cubicBezTo>
                  <a:pt x="22" y="87"/>
                  <a:pt x="22" y="87"/>
                  <a:pt x="22" y="87"/>
                </a:cubicBezTo>
                <a:cubicBezTo>
                  <a:pt x="40" y="87"/>
                  <a:pt x="40" y="87"/>
                  <a:pt x="40" y="87"/>
                </a:cubicBezTo>
                <a:cubicBezTo>
                  <a:pt x="22" y="116"/>
                  <a:pt x="22" y="116"/>
                  <a:pt x="22" y="116"/>
                </a:cubicBezTo>
                <a:cubicBezTo>
                  <a:pt x="66" y="79"/>
                  <a:pt x="66" y="79"/>
                  <a:pt x="66" y="79"/>
                </a:cubicBezTo>
                <a:cubicBezTo>
                  <a:pt x="44" y="79"/>
                  <a:pt x="44" y="79"/>
                  <a:pt x="44" y="79"/>
                </a:cubicBezTo>
                <a:cubicBezTo>
                  <a:pt x="51" y="72"/>
                  <a:pt x="51" y="72"/>
                  <a:pt x="51" y="72"/>
                </a:cubicBezTo>
                <a:cubicBezTo>
                  <a:pt x="73" y="72"/>
                  <a:pt x="73" y="72"/>
                  <a:pt x="73" y="72"/>
                </a:cubicBezTo>
                <a:cubicBezTo>
                  <a:pt x="89" y="72"/>
                  <a:pt x="102" y="62"/>
                  <a:pt x="102" y="50"/>
                </a:cubicBezTo>
                <a:cubicBezTo>
                  <a:pt x="102" y="45"/>
                  <a:pt x="99" y="39"/>
                  <a:pt x="94" y="3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57" name="稻壳儿小白白(http://dwz.cn/Wu2UP)"/>
          <p:cNvPicPr>
            <a:picLocks noChangeArrowheads="1"/>
          </p:cNvPicPr>
          <p:nvPr/>
        </p:nvPicPr>
        <p:blipFill>
          <a:blip r:embed="rId37">
            <a:duotone>
              <a:srgbClr val="336699"/>
              <a:srgbClr val="336699"/>
            </a:duotone>
          </a:blip>
          <a:srcRect/>
          <a:stretch>
            <a:fillRect/>
          </a:stretch>
        </p:blipFill>
        <p:spPr>
          <a:xfrm>
            <a:off x="2143221" y="4860416"/>
            <a:ext cx="276034" cy="32232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58" name="稻壳儿小白白(http://dwz.cn/Wu2UP)"/>
          <p:cNvPicPr>
            <a:picLocks noChangeArrowheads="1"/>
          </p:cNvPicPr>
          <p:nvPr/>
        </p:nvPicPr>
        <p:blipFill>
          <a:blip r:embed="rId38">
            <a:duotone>
              <a:srgbClr val="336699"/>
              <a:srgbClr val="336699"/>
            </a:duotone>
          </a:blip>
          <a:srcRect/>
          <a:stretch>
            <a:fillRect/>
          </a:stretch>
        </p:blipFill>
        <p:spPr>
          <a:xfrm>
            <a:off x="2775871" y="4860416"/>
            <a:ext cx="276035" cy="32232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59" name="稻壳儿小白白(http://dwz.cn/Wu2UP)"/>
          <p:cNvSpPr>
            <a:spLocks noEditPoints="1"/>
          </p:cNvSpPr>
          <p:nvPr/>
        </p:nvSpPr>
        <p:spPr>
          <a:xfrm>
            <a:off x="3466815" y="4862131"/>
            <a:ext cx="159448" cy="317182"/>
          </a:xfrm>
          <a:custGeom>
            <a:avLst/>
            <a:gdLst>
              <a:gd name="T0" fmla="*/ 278613928 w 58"/>
              <a:gd name="T1" fmla="*/ 397416742 h 116"/>
              <a:gd name="T2" fmla="*/ 278613928 w 58"/>
              <a:gd name="T3" fmla="*/ 320496066 h 116"/>
              <a:gd name="T4" fmla="*/ 278613928 w 58"/>
              <a:gd name="T5" fmla="*/ 89739101 h 116"/>
              <a:gd name="T6" fmla="*/ 187903719 w 58"/>
              <a:gd name="T7" fmla="*/ 0 h 116"/>
              <a:gd name="T8" fmla="*/ 90712755 w 58"/>
              <a:gd name="T9" fmla="*/ 89739101 h 116"/>
              <a:gd name="T10" fmla="*/ 90712755 w 58"/>
              <a:gd name="T11" fmla="*/ 320496066 h 116"/>
              <a:gd name="T12" fmla="*/ 90712755 w 58"/>
              <a:gd name="T13" fmla="*/ 397416742 h 116"/>
              <a:gd name="T14" fmla="*/ 0 w 58"/>
              <a:gd name="T15" fmla="*/ 557663509 h 116"/>
              <a:gd name="T16" fmla="*/ 187903719 w 58"/>
              <a:gd name="T17" fmla="*/ 743552189 h 116"/>
              <a:gd name="T18" fmla="*/ 375804893 w 58"/>
              <a:gd name="T19" fmla="*/ 557663509 h 116"/>
              <a:gd name="T20" fmla="*/ 278613928 w 58"/>
              <a:gd name="T21" fmla="*/ 397416742 h 116"/>
              <a:gd name="T22" fmla="*/ 136067859 w 58"/>
              <a:gd name="T23" fmla="*/ 275627781 h 116"/>
              <a:gd name="T24" fmla="*/ 187903719 w 58"/>
              <a:gd name="T25" fmla="*/ 275627781 h 116"/>
              <a:gd name="T26" fmla="*/ 187903719 w 58"/>
              <a:gd name="T27" fmla="*/ 230756965 h 116"/>
              <a:gd name="T28" fmla="*/ 136067859 w 58"/>
              <a:gd name="T29" fmla="*/ 230756965 h 116"/>
              <a:gd name="T30" fmla="*/ 136067859 w 58"/>
              <a:gd name="T31" fmla="*/ 185888680 h 116"/>
              <a:gd name="T32" fmla="*/ 187903719 w 58"/>
              <a:gd name="T33" fmla="*/ 185888680 h 116"/>
              <a:gd name="T34" fmla="*/ 187903719 w 58"/>
              <a:gd name="T35" fmla="*/ 134607386 h 116"/>
              <a:gd name="T36" fmla="*/ 136067859 w 58"/>
              <a:gd name="T37" fmla="*/ 134607386 h 116"/>
              <a:gd name="T38" fmla="*/ 136067859 w 58"/>
              <a:gd name="T39" fmla="*/ 89739101 h 116"/>
              <a:gd name="T40" fmla="*/ 187903719 w 58"/>
              <a:gd name="T41" fmla="*/ 44868285 h 116"/>
              <a:gd name="T42" fmla="*/ 233258824 w 58"/>
              <a:gd name="T43" fmla="*/ 89739101 h 116"/>
              <a:gd name="T44" fmla="*/ 233258824 w 58"/>
              <a:gd name="T45" fmla="*/ 320496066 h 116"/>
              <a:gd name="T46" fmla="*/ 136067859 w 58"/>
              <a:gd name="T47" fmla="*/ 320496066 h 116"/>
              <a:gd name="T48" fmla="*/ 136067859 w 58"/>
              <a:gd name="T49" fmla="*/ 275627781 h 116"/>
              <a:gd name="T50" fmla="*/ 187903719 w 58"/>
              <a:gd name="T51" fmla="*/ 692273426 h 116"/>
              <a:gd name="T52" fmla="*/ 45355105 w 58"/>
              <a:gd name="T53" fmla="*/ 557663509 h 116"/>
              <a:gd name="T54" fmla="*/ 45355105 w 58"/>
              <a:gd name="T55" fmla="*/ 532024128 h 116"/>
              <a:gd name="T56" fmla="*/ 187903719 w 58"/>
              <a:gd name="T57" fmla="*/ 647402610 h 116"/>
              <a:gd name="T58" fmla="*/ 323969033 w 58"/>
              <a:gd name="T59" fmla="*/ 532024128 h 116"/>
              <a:gd name="T60" fmla="*/ 323969033 w 58"/>
              <a:gd name="T61" fmla="*/ 557663509 h 116"/>
              <a:gd name="T62" fmla="*/ 187903719 w 58"/>
              <a:gd name="T63" fmla="*/ 692273426 h 11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8" h="116">
                <a:moveTo>
                  <a:pt x="43" y="62"/>
                </a:moveTo>
                <a:cubicBezTo>
                  <a:pt x="43" y="50"/>
                  <a:pt x="43" y="50"/>
                  <a:pt x="43" y="50"/>
                </a:cubicBezTo>
                <a:cubicBezTo>
                  <a:pt x="43" y="14"/>
                  <a:pt x="43" y="14"/>
                  <a:pt x="43" y="14"/>
                </a:cubicBezTo>
                <a:cubicBezTo>
                  <a:pt x="43" y="6"/>
                  <a:pt x="37" y="0"/>
                  <a:pt x="29" y="0"/>
                </a:cubicBezTo>
                <a:cubicBezTo>
                  <a:pt x="21" y="0"/>
                  <a:pt x="14" y="6"/>
                  <a:pt x="14" y="14"/>
                </a:cubicBezTo>
                <a:cubicBezTo>
                  <a:pt x="14" y="50"/>
                  <a:pt x="14" y="50"/>
                  <a:pt x="14" y="50"/>
                </a:cubicBezTo>
                <a:cubicBezTo>
                  <a:pt x="14" y="62"/>
                  <a:pt x="14" y="62"/>
                  <a:pt x="14" y="62"/>
                </a:cubicBezTo>
                <a:cubicBezTo>
                  <a:pt x="5" y="67"/>
                  <a:pt x="0" y="76"/>
                  <a:pt x="0" y="87"/>
                </a:cubicBezTo>
                <a:cubicBezTo>
                  <a:pt x="0" y="103"/>
                  <a:pt x="13" y="116"/>
                  <a:pt x="29" y="116"/>
                </a:cubicBezTo>
                <a:cubicBezTo>
                  <a:pt x="45" y="116"/>
                  <a:pt x="58" y="103"/>
                  <a:pt x="58" y="87"/>
                </a:cubicBezTo>
                <a:cubicBezTo>
                  <a:pt x="58" y="76"/>
                  <a:pt x="52" y="67"/>
                  <a:pt x="43" y="62"/>
                </a:cubicBezTo>
                <a:close/>
                <a:moveTo>
                  <a:pt x="21" y="43"/>
                </a:moveTo>
                <a:cubicBezTo>
                  <a:pt x="29" y="43"/>
                  <a:pt x="29" y="43"/>
                  <a:pt x="29" y="43"/>
                </a:cubicBezTo>
                <a:cubicBezTo>
                  <a:pt x="29" y="36"/>
                  <a:pt x="29" y="36"/>
                  <a:pt x="29" y="36"/>
                </a:cubicBezTo>
                <a:cubicBezTo>
                  <a:pt x="21" y="36"/>
                  <a:pt x="21" y="36"/>
                  <a:pt x="21" y="36"/>
                </a:cubicBezTo>
                <a:cubicBezTo>
                  <a:pt x="21" y="29"/>
                  <a:pt x="21" y="29"/>
                  <a:pt x="21" y="29"/>
                </a:cubicBezTo>
                <a:cubicBezTo>
                  <a:pt x="29" y="29"/>
                  <a:pt x="29" y="29"/>
                  <a:pt x="29" y="29"/>
                </a:cubicBezTo>
                <a:cubicBezTo>
                  <a:pt x="29" y="21"/>
                  <a:pt x="29" y="21"/>
                  <a:pt x="29" y="21"/>
                </a:cubicBezTo>
                <a:cubicBezTo>
                  <a:pt x="21" y="21"/>
                  <a:pt x="21" y="21"/>
                  <a:pt x="21" y="21"/>
                </a:cubicBezTo>
                <a:cubicBezTo>
                  <a:pt x="21" y="14"/>
                  <a:pt x="21" y="14"/>
                  <a:pt x="21" y="14"/>
                </a:cubicBezTo>
                <a:cubicBezTo>
                  <a:pt x="21" y="10"/>
                  <a:pt x="25" y="7"/>
                  <a:pt x="29" y="7"/>
                </a:cubicBezTo>
                <a:cubicBezTo>
                  <a:pt x="33" y="7"/>
                  <a:pt x="36" y="10"/>
                  <a:pt x="36" y="14"/>
                </a:cubicBezTo>
                <a:cubicBezTo>
                  <a:pt x="36" y="50"/>
                  <a:pt x="36" y="50"/>
                  <a:pt x="36" y="50"/>
                </a:cubicBezTo>
                <a:cubicBezTo>
                  <a:pt x="21" y="50"/>
                  <a:pt x="21" y="50"/>
                  <a:pt x="21" y="50"/>
                </a:cubicBezTo>
                <a:lnTo>
                  <a:pt x="21" y="43"/>
                </a:lnTo>
                <a:close/>
                <a:moveTo>
                  <a:pt x="29" y="108"/>
                </a:moveTo>
                <a:cubicBezTo>
                  <a:pt x="17" y="108"/>
                  <a:pt x="7" y="99"/>
                  <a:pt x="7" y="87"/>
                </a:cubicBezTo>
                <a:cubicBezTo>
                  <a:pt x="7" y="85"/>
                  <a:pt x="7" y="84"/>
                  <a:pt x="7" y="83"/>
                </a:cubicBezTo>
                <a:cubicBezTo>
                  <a:pt x="9" y="93"/>
                  <a:pt x="18" y="101"/>
                  <a:pt x="29" y="101"/>
                </a:cubicBezTo>
                <a:cubicBezTo>
                  <a:pt x="39" y="101"/>
                  <a:pt x="48" y="93"/>
                  <a:pt x="50" y="83"/>
                </a:cubicBezTo>
                <a:cubicBezTo>
                  <a:pt x="50" y="84"/>
                  <a:pt x="50" y="85"/>
                  <a:pt x="50" y="87"/>
                </a:cubicBezTo>
                <a:cubicBezTo>
                  <a:pt x="50" y="99"/>
                  <a:pt x="41" y="108"/>
                  <a:pt x="29" y="10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60" name="稻壳儿小白白(http://dwz.cn/Wu2UP)"/>
          <p:cNvSpPr/>
          <p:nvPr/>
        </p:nvSpPr>
        <p:spPr>
          <a:xfrm>
            <a:off x="4058317" y="4862131"/>
            <a:ext cx="296609" cy="317182"/>
          </a:xfrm>
          <a:custGeom>
            <a:avLst/>
            <a:gdLst>
              <a:gd name="T0" fmla="*/ 368211450 w 109"/>
              <a:gd name="T1" fmla="*/ 44868285 h 116"/>
              <a:gd name="T2" fmla="*/ 368211450 w 109"/>
              <a:gd name="T3" fmla="*/ 19228903 h 116"/>
              <a:gd name="T4" fmla="*/ 349165683 w 109"/>
              <a:gd name="T5" fmla="*/ 0 h 116"/>
              <a:gd name="T6" fmla="*/ 323770486 w 109"/>
              <a:gd name="T7" fmla="*/ 19228903 h 116"/>
              <a:gd name="T8" fmla="*/ 323770486 w 109"/>
              <a:gd name="T9" fmla="*/ 44868285 h 116"/>
              <a:gd name="T10" fmla="*/ 0 w 109"/>
              <a:gd name="T11" fmla="*/ 391006264 h 116"/>
              <a:gd name="T12" fmla="*/ 0 w 109"/>
              <a:gd name="T13" fmla="*/ 416645645 h 116"/>
              <a:gd name="T14" fmla="*/ 6349429 w 109"/>
              <a:gd name="T15" fmla="*/ 416645645 h 116"/>
              <a:gd name="T16" fmla="*/ 114272085 w 109"/>
              <a:gd name="T17" fmla="*/ 320496066 h 116"/>
              <a:gd name="T18" fmla="*/ 228544169 w 109"/>
              <a:gd name="T19" fmla="*/ 416645645 h 116"/>
              <a:gd name="T20" fmla="*/ 234893598 w 109"/>
              <a:gd name="T21" fmla="*/ 416645645 h 116"/>
              <a:gd name="T22" fmla="*/ 323770486 w 109"/>
              <a:gd name="T23" fmla="*/ 326906544 h 116"/>
              <a:gd name="T24" fmla="*/ 323770486 w 109"/>
              <a:gd name="T25" fmla="*/ 576894944 h 116"/>
              <a:gd name="T26" fmla="*/ 253939365 w 109"/>
              <a:gd name="T27" fmla="*/ 692273426 h 116"/>
              <a:gd name="T28" fmla="*/ 184105725 w 109"/>
              <a:gd name="T29" fmla="*/ 628173707 h 116"/>
              <a:gd name="T30" fmla="*/ 165059958 w 109"/>
              <a:gd name="T31" fmla="*/ 602534325 h 116"/>
              <a:gd name="T32" fmla="*/ 139667281 w 109"/>
              <a:gd name="T33" fmla="*/ 628173707 h 116"/>
              <a:gd name="T34" fmla="*/ 253939365 w 109"/>
              <a:gd name="T35" fmla="*/ 743552189 h 116"/>
              <a:gd name="T36" fmla="*/ 368211450 w 109"/>
              <a:gd name="T37" fmla="*/ 576894944 h 116"/>
              <a:gd name="T38" fmla="*/ 368211450 w 109"/>
              <a:gd name="T39" fmla="*/ 326906544 h 116"/>
              <a:gd name="T40" fmla="*/ 463437767 w 109"/>
              <a:gd name="T41" fmla="*/ 416645645 h 116"/>
              <a:gd name="T42" fmla="*/ 463437767 w 109"/>
              <a:gd name="T43" fmla="*/ 416645645 h 116"/>
              <a:gd name="T44" fmla="*/ 577709852 w 109"/>
              <a:gd name="T45" fmla="*/ 320496066 h 116"/>
              <a:gd name="T46" fmla="*/ 691981936 w 109"/>
              <a:gd name="T47" fmla="*/ 416645645 h 116"/>
              <a:gd name="T48" fmla="*/ 691981936 w 109"/>
              <a:gd name="T49" fmla="*/ 416645645 h 116"/>
              <a:gd name="T50" fmla="*/ 691981936 w 109"/>
              <a:gd name="T51" fmla="*/ 391006264 h 116"/>
              <a:gd name="T52" fmla="*/ 368211450 w 109"/>
              <a:gd name="T53" fmla="*/ 44868285 h 11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09" h="116">
                <a:moveTo>
                  <a:pt x="58" y="7"/>
                </a:moveTo>
                <a:cubicBezTo>
                  <a:pt x="58" y="3"/>
                  <a:pt x="58" y="3"/>
                  <a:pt x="58" y="3"/>
                </a:cubicBezTo>
                <a:cubicBezTo>
                  <a:pt x="58" y="1"/>
                  <a:pt x="57" y="0"/>
                  <a:pt x="55" y="0"/>
                </a:cubicBezTo>
                <a:cubicBezTo>
                  <a:pt x="53" y="0"/>
                  <a:pt x="51" y="1"/>
                  <a:pt x="51" y="3"/>
                </a:cubicBezTo>
                <a:cubicBezTo>
                  <a:pt x="51" y="7"/>
                  <a:pt x="51" y="7"/>
                  <a:pt x="51" y="7"/>
                </a:cubicBezTo>
                <a:cubicBezTo>
                  <a:pt x="23" y="9"/>
                  <a:pt x="0" y="32"/>
                  <a:pt x="0" y="61"/>
                </a:cubicBezTo>
                <a:cubicBezTo>
                  <a:pt x="0" y="62"/>
                  <a:pt x="0" y="64"/>
                  <a:pt x="0" y="65"/>
                </a:cubicBezTo>
                <a:cubicBezTo>
                  <a:pt x="1" y="65"/>
                  <a:pt x="1" y="65"/>
                  <a:pt x="1" y="65"/>
                </a:cubicBezTo>
                <a:cubicBezTo>
                  <a:pt x="2" y="57"/>
                  <a:pt x="10" y="50"/>
                  <a:pt x="18" y="50"/>
                </a:cubicBezTo>
                <a:cubicBezTo>
                  <a:pt x="27" y="50"/>
                  <a:pt x="35" y="57"/>
                  <a:pt x="36" y="65"/>
                </a:cubicBezTo>
                <a:cubicBezTo>
                  <a:pt x="37" y="65"/>
                  <a:pt x="37" y="65"/>
                  <a:pt x="37" y="65"/>
                </a:cubicBezTo>
                <a:cubicBezTo>
                  <a:pt x="38" y="58"/>
                  <a:pt x="44" y="52"/>
                  <a:pt x="51" y="51"/>
                </a:cubicBezTo>
                <a:cubicBezTo>
                  <a:pt x="51" y="90"/>
                  <a:pt x="51" y="90"/>
                  <a:pt x="51" y="90"/>
                </a:cubicBezTo>
                <a:cubicBezTo>
                  <a:pt x="51" y="108"/>
                  <a:pt x="47" y="108"/>
                  <a:pt x="40" y="108"/>
                </a:cubicBezTo>
                <a:cubicBezTo>
                  <a:pt x="29" y="108"/>
                  <a:pt x="29" y="105"/>
                  <a:pt x="29" y="98"/>
                </a:cubicBezTo>
                <a:cubicBezTo>
                  <a:pt x="29" y="96"/>
                  <a:pt x="28" y="94"/>
                  <a:pt x="26" y="94"/>
                </a:cubicBezTo>
                <a:cubicBezTo>
                  <a:pt x="24" y="94"/>
                  <a:pt x="22" y="96"/>
                  <a:pt x="22" y="98"/>
                </a:cubicBezTo>
                <a:cubicBezTo>
                  <a:pt x="22" y="105"/>
                  <a:pt x="22" y="116"/>
                  <a:pt x="40" y="116"/>
                </a:cubicBezTo>
                <a:cubicBezTo>
                  <a:pt x="50" y="116"/>
                  <a:pt x="58" y="114"/>
                  <a:pt x="58" y="90"/>
                </a:cubicBezTo>
                <a:cubicBezTo>
                  <a:pt x="58" y="51"/>
                  <a:pt x="58" y="51"/>
                  <a:pt x="58" y="51"/>
                </a:cubicBezTo>
                <a:cubicBezTo>
                  <a:pt x="65" y="52"/>
                  <a:pt x="71" y="58"/>
                  <a:pt x="73" y="65"/>
                </a:cubicBezTo>
                <a:cubicBezTo>
                  <a:pt x="73" y="65"/>
                  <a:pt x="73" y="65"/>
                  <a:pt x="73" y="65"/>
                </a:cubicBezTo>
                <a:cubicBezTo>
                  <a:pt x="75" y="57"/>
                  <a:pt x="82" y="50"/>
                  <a:pt x="91" y="50"/>
                </a:cubicBezTo>
                <a:cubicBezTo>
                  <a:pt x="100" y="50"/>
                  <a:pt x="107" y="57"/>
                  <a:pt x="109" y="65"/>
                </a:cubicBezTo>
                <a:cubicBezTo>
                  <a:pt x="109" y="65"/>
                  <a:pt x="109" y="65"/>
                  <a:pt x="109" y="65"/>
                </a:cubicBezTo>
                <a:cubicBezTo>
                  <a:pt x="109" y="64"/>
                  <a:pt x="109" y="62"/>
                  <a:pt x="109" y="61"/>
                </a:cubicBezTo>
                <a:cubicBezTo>
                  <a:pt x="109" y="32"/>
                  <a:pt x="87" y="9"/>
                  <a:pt x="58" y="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61" name="稻壳儿小白白(http://dwz.cn/Wu2UP)"/>
          <p:cNvPicPr>
            <a:picLocks noChangeArrowheads="1"/>
          </p:cNvPicPr>
          <p:nvPr/>
        </p:nvPicPr>
        <p:blipFill>
          <a:blip r:embed="rId39">
            <a:duotone>
              <a:srgbClr val="336699"/>
              <a:srgbClr val="336699"/>
            </a:duotone>
          </a:blip>
          <a:srcRect/>
          <a:stretch>
            <a:fillRect/>
          </a:stretch>
        </p:blipFill>
        <p:spPr>
          <a:xfrm>
            <a:off x="3406807" y="4267199"/>
            <a:ext cx="317183" cy="277749"/>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62" name="稻壳儿小白白(http://dwz.cn/Wu2UP)"/>
          <p:cNvSpPr/>
          <p:nvPr/>
        </p:nvSpPr>
        <p:spPr>
          <a:xfrm>
            <a:off x="3566256" y="1827466"/>
            <a:ext cx="145732" cy="168021"/>
          </a:xfrm>
          <a:custGeom>
            <a:avLst/>
            <a:gdLst>
              <a:gd name="T0" fmla="*/ 318453819 w 54"/>
              <a:gd name="T1" fmla="*/ 170003327 h 62"/>
              <a:gd name="T2" fmla="*/ 218545465 w 54"/>
              <a:gd name="T3" fmla="*/ 113336388 h 62"/>
              <a:gd name="T4" fmla="*/ 143615448 w 54"/>
              <a:gd name="T5" fmla="*/ 69260986 h 62"/>
              <a:gd name="T6" fmla="*/ 43709593 w 54"/>
              <a:gd name="T7" fmla="*/ 12594047 h 62"/>
              <a:gd name="T8" fmla="*/ 0 w 54"/>
              <a:gd name="T9" fmla="*/ 37779632 h 62"/>
              <a:gd name="T10" fmla="*/ 0 w 54"/>
              <a:gd name="T11" fmla="*/ 352600700 h 62"/>
              <a:gd name="T12" fmla="*/ 43709593 w 54"/>
              <a:gd name="T13" fmla="*/ 377786285 h 62"/>
              <a:gd name="T14" fmla="*/ 137370864 w 54"/>
              <a:gd name="T15" fmla="*/ 321119346 h 62"/>
              <a:gd name="T16" fmla="*/ 218545465 w 54"/>
              <a:gd name="T17" fmla="*/ 277043945 h 62"/>
              <a:gd name="T18" fmla="*/ 318453819 w 54"/>
              <a:gd name="T19" fmla="*/ 220377006 h 62"/>
              <a:gd name="T20" fmla="*/ 318453819 w 54"/>
              <a:gd name="T21" fmla="*/ 170003327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4" h="62">
                <a:moveTo>
                  <a:pt x="51" y="27"/>
                </a:moveTo>
                <a:cubicBezTo>
                  <a:pt x="35" y="18"/>
                  <a:pt x="35" y="18"/>
                  <a:pt x="35" y="18"/>
                </a:cubicBezTo>
                <a:cubicBezTo>
                  <a:pt x="32" y="16"/>
                  <a:pt x="26" y="13"/>
                  <a:pt x="23" y="11"/>
                </a:cubicBezTo>
                <a:cubicBezTo>
                  <a:pt x="7" y="2"/>
                  <a:pt x="7" y="2"/>
                  <a:pt x="7" y="2"/>
                </a:cubicBezTo>
                <a:cubicBezTo>
                  <a:pt x="3" y="0"/>
                  <a:pt x="0" y="2"/>
                  <a:pt x="0" y="6"/>
                </a:cubicBezTo>
                <a:cubicBezTo>
                  <a:pt x="0" y="56"/>
                  <a:pt x="0" y="56"/>
                  <a:pt x="0" y="56"/>
                </a:cubicBezTo>
                <a:cubicBezTo>
                  <a:pt x="0" y="60"/>
                  <a:pt x="3" y="62"/>
                  <a:pt x="7" y="60"/>
                </a:cubicBezTo>
                <a:cubicBezTo>
                  <a:pt x="22" y="51"/>
                  <a:pt x="22" y="51"/>
                  <a:pt x="22" y="51"/>
                </a:cubicBezTo>
                <a:cubicBezTo>
                  <a:pt x="26" y="49"/>
                  <a:pt x="32" y="46"/>
                  <a:pt x="35" y="44"/>
                </a:cubicBezTo>
                <a:cubicBezTo>
                  <a:pt x="51" y="35"/>
                  <a:pt x="51" y="35"/>
                  <a:pt x="51" y="35"/>
                </a:cubicBezTo>
                <a:cubicBezTo>
                  <a:pt x="54" y="33"/>
                  <a:pt x="54" y="29"/>
                  <a:pt x="51" y="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63" name="稻壳儿小白白(http://dwz.cn/Wu2UP)"/>
          <p:cNvSpPr/>
          <p:nvPr/>
        </p:nvSpPr>
        <p:spPr>
          <a:xfrm>
            <a:off x="2239233" y="1827466"/>
            <a:ext cx="240030" cy="168021"/>
          </a:xfrm>
          <a:custGeom>
            <a:avLst/>
            <a:gdLst>
              <a:gd name="T0" fmla="*/ 529414653 w 88"/>
              <a:gd name="T1" fmla="*/ 12594047 h 62"/>
              <a:gd name="T2" fmla="*/ 433738554 w 88"/>
              <a:gd name="T3" fmla="*/ 69260986 h 62"/>
              <a:gd name="T4" fmla="*/ 350816574 w 88"/>
              <a:gd name="T5" fmla="*/ 113336388 h 62"/>
              <a:gd name="T6" fmla="*/ 325303284 w 88"/>
              <a:gd name="T7" fmla="*/ 125927925 h 62"/>
              <a:gd name="T8" fmla="*/ 325303284 w 88"/>
              <a:gd name="T9" fmla="*/ 37779632 h 62"/>
              <a:gd name="T10" fmla="*/ 293410409 w 88"/>
              <a:gd name="T11" fmla="*/ 12594047 h 62"/>
              <a:gd name="T12" fmla="*/ 197734310 w 88"/>
              <a:gd name="T13" fmla="*/ 69260986 h 62"/>
              <a:gd name="T14" fmla="*/ 121191915 w 88"/>
              <a:gd name="T15" fmla="*/ 113336388 h 62"/>
              <a:gd name="T16" fmla="*/ 19136230 w 88"/>
              <a:gd name="T17" fmla="*/ 170003327 h 62"/>
              <a:gd name="T18" fmla="*/ 25513290 w 88"/>
              <a:gd name="T19" fmla="*/ 220377006 h 62"/>
              <a:gd name="T20" fmla="*/ 121191915 w 88"/>
              <a:gd name="T21" fmla="*/ 277043945 h 62"/>
              <a:gd name="T22" fmla="*/ 204111369 w 88"/>
              <a:gd name="T23" fmla="*/ 321119346 h 62"/>
              <a:gd name="T24" fmla="*/ 293410409 w 88"/>
              <a:gd name="T25" fmla="*/ 377786285 h 62"/>
              <a:gd name="T26" fmla="*/ 325303284 w 88"/>
              <a:gd name="T27" fmla="*/ 352600700 h 62"/>
              <a:gd name="T28" fmla="*/ 325303284 w 88"/>
              <a:gd name="T29" fmla="*/ 264452407 h 62"/>
              <a:gd name="T30" fmla="*/ 350816574 w 88"/>
              <a:gd name="T31" fmla="*/ 277043945 h 62"/>
              <a:gd name="T32" fmla="*/ 433738554 w 88"/>
              <a:gd name="T33" fmla="*/ 321119346 h 62"/>
              <a:gd name="T34" fmla="*/ 529414653 w 88"/>
              <a:gd name="T35" fmla="*/ 377786285 h 62"/>
              <a:gd name="T36" fmla="*/ 561307528 w 88"/>
              <a:gd name="T37" fmla="*/ 352600700 h 62"/>
              <a:gd name="T38" fmla="*/ 561307528 w 88"/>
              <a:gd name="T39" fmla="*/ 37779632 h 62"/>
              <a:gd name="T40" fmla="*/ 529414653 w 88"/>
              <a:gd name="T41" fmla="*/ 12594047 h 62"/>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88" h="62">
                <a:moveTo>
                  <a:pt x="83" y="2"/>
                </a:moveTo>
                <a:cubicBezTo>
                  <a:pt x="68" y="11"/>
                  <a:pt x="68" y="11"/>
                  <a:pt x="68" y="11"/>
                </a:cubicBezTo>
                <a:cubicBezTo>
                  <a:pt x="65" y="13"/>
                  <a:pt x="58" y="16"/>
                  <a:pt x="55" y="18"/>
                </a:cubicBezTo>
                <a:cubicBezTo>
                  <a:pt x="51" y="20"/>
                  <a:pt x="51" y="20"/>
                  <a:pt x="51" y="20"/>
                </a:cubicBezTo>
                <a:cubicBezTo>
                  <a:pt x="51" y="6"/>
                  <a:pt x="51" y="6"/>
                  <a:pt x="51" y="6"/>
                </a:cubicBezTo>
                <a:cubicBezTo>
                  <a:pt x="51" y="2"/>
                  <a:pt x="49" y="0"/>
                  <a:pt x="46" y="2"/>
                </a:cubicBezTo>
                <a:cubicBezTo>
                  <a:pt x="31" y="11"/>
                  <a:pt x="31" y="11"/>
                  <a:pt x="31" y="11"/>
                </a:cubicBezTo>
                <a:cubicBezTo>
                  <a:pt x="28" y="13"/>
                  <a:pt x="22" y="16"/>
                  <a:pt x="19" y="18"/>
                </a:cubicBezTo>
                <a:cubicBezTo>
                  <a:pt x="3" y="27"/>
                  <a:pt x="3" y="27"/>
                  <a:pt x="3" y="27"/>
                </a:cubicBezTo>
                <a:cubicBezTo>
                  <a:pt x="0" y="29"/>
                  <a:pt x="0" y="33"/>
                  <a:pt x="4" y="35"/>
                </a:cubicBezTo>
                <a:cubicBezTo>
                  <a:pt x="19" y="44"/>
                  <a:pt x="19" y="44"/>
                  <a:pt x="19" y="44"/>
                </a:cubicBezTo>
                <a:cubicBezTo>
                  <a:pt x="22" y="46"/>
                  <a:pt x="28" y="49"/>
                  <a:pt x="32" y="51"/>
                </a:cubicBezTo>
                <a:cubicBezTo>
                  <a:pt x="46" y="60"/>
                  <a:pt x="46" y="60"/>
                  <a:pt x="46" y="60"/>
                </a:cubicBezTo>
                <a:cubicBezTo>
                  <a:pt x="49" y="62"/>
                  <a:pt x="51" y="60"/>
                  <a:pt x="51" y="56"/>
                </a:cubicBezTo>
                <a:cubicBezTo>
                  <a:pt x="51" y="42"/>
                  <a:pt x="51" y="42"/>
                  <a:pt x="51" y="42"/>
                </a:cubicBezTo>
                <a:cubicBezTo>
                  <a:pt x="55" y="44"/>
                  <a:pt x="55" y="44"/>
                  <a:pt x="55" y="44"/>
                </a:cubicBezTo>
                <a:cubicBezTo>
                  <a:pt x="59" y="46"/>
                  <a:pt x="65" y="49"/>
                  <a:pt x="68" y="51"/>
                </a:cubicBezTo>
                <a:cubicBezTo>
                  <a:pt x="83" y="60"/>
                  <a:pt x="83" y="60"/>
                  <a:pt x="83" y="60"/>
                </a:cubicBezTo>
                <a:cubicBezTo>
                  <a:pt x="86" y="62"/>
                  <a:pt x="88" y="60"/>
                  <a:pt x="88" y="56"/>
                </a:cubicBezTo>
                <a:cubicBezTo>
                  <a:pt x="88" y="6"/>
                  <a:pt x="88" y="6"/>
                  <a:pt x="88" y="6"/>
                </a:cubicBezTo>
                <a:cubicBezTo>
                  <a:pt x="88" y="2"/>
                  <a:pt x="86" y="0"/>
                  <a:pt x="83" y="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64" name="稻壳儿小白白(http://dwz.cn/Wu2UP)"/>
          <p:cNvSpPr/>
          <p:nvPr/>
        </p:nvSpPr>
        <p:spPr>
          <a:xfrm>
            <a:off x="4159473" y="1832609"/>
            <a:ext cx="245173" cy="169736"/>
          </a:xfrm>
          <a:custGeom>
            <a:avLst/>
            <a:gdLst>
              <a:gd name="T0" fmla="*/ 553518315 w 90"/>
              <a:gd name="T1" fmla="*/ 173492743 h 62"/>
              <a:gd name="T2" fmla="*/ 451721089 w 90"/>
              <a:gd name="T3" fmla="*/ 115661828 h 62"/>
              <a:gd name="T4" fmla="*/ 375374431 w 90"/>
              <a:gd name="T5" fmla="*/ 70682792 h 62"/>
              <a:gd name="T6" fmla="*/ 273577206 w 90"/>
              <a:gd name="T7" fmla="*/ 12851878 h 62"/>
              <a:gd name="T8" fmla="*/ 229042496 w 90"/>
              <a:gd name="T9" fmla="*/ 32127159 h 62"/>
              <a:gd name="T10" fmla="*/ 229042496 w 90"/>
              <a:gd name="T11" fmla="*/ 128513706 h 62"/>
              <a:gd name="T12" fmla="*/ 209955832 w 90"/>
              <a:gd name="T13" fmla="*/ 115661828 h 62"/>
              <a:gd name="T14" fmla="*/ 133606651 w 90"/>
              <a:gd name="T15" fmla="*/ 70682792 h 62"/>
              <a:gd name="T16" fmla="*/ 38173329 w 90"/>
              <a:gd name="T17" fmla="*/ 12851878 h 62"/>
              <a:gd name="T18" fmla="*/ 0 w 90"/>
              <a:gd name="T19" fmla="*/ 32127159 h 62"/>
              <a:gd name="T20" fmla="*/ 0 w 90"/>
              <a:gd name="T21" fmla="*/ 154214926 h 62"/>
              <a:gd name="T22" fmla="*/ 0 w 90"/>
              <a:gd name="T23" fmla="*/ 244175534 h 62"/>
              <a:gd name="T24" fmla="*/ 0 w 90"/>
              <a:gd name="T25" fmla="*/ 359837363 h 62"/>
              <a:gd name="T26" fmla="*/ 38173329 w 90"/>
              <a:gd name="T27" fmla="*/ 385538583 h 62"/>
              <a:gd name="T28" fmla="*/ 133606651 w 90"/>
              <a:gd name="T29" fmla="*/ 327707669 h 62"/>
              <a:gd name="T30" fmla="*/ 209955832 w 90"/>
              <a:gd name="T31" fmla="*/ 276302694 h 62"/>
              <a:gd name="T32" fmla="*/ 229042496 w 90"/>
              <a:gd name="T33" fmla="*/ 269876755 h 62"/>
              <a:gd name="T34" fmla="*/ 229042496 w 90"/>
              <a:gd name="T35" fmla="*/ 359837363 h 62"/>
              <a:gd name="T36" fmla="*/ 273577206 w 90"/>
              <a:gd name="T37" fmla="*/ 385538583 h 62"/>
              <a:gd name="T38" fmla="*/ 369013051 w 90"/>
              <a:gd name="T39" fmla="*/ 327707669 h 62"/>
              <a:gd name="T40" fmla="*/ 451721089 w 90"/>
              <a:gd name="T41" fmla="*/ 276302694 h 62"/>
              <a:gd name="T42" fmla="*/ 553518315 w 90"/>
              <a:gd name="T43" fmla="*/ 218471779 h 62"/>
              <a:gd name="T44" fmla="*/ 553518315 w 90"/>
              <a:gd name="T45" fmla="*/ 173492743 h 62"/>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90" h="62">
                <a:moveTo>
                  <a:pt x="87" y="27"/>
                </a:moveTo>
                <a:cubicBezTo>
                  <a:pt x="71" y="18"/>
                  <a:pt x="71" y="18"/>
                  <a:pt x="71" y="18"/>
                </a:cubicBezTo>
                <a:cubicBezTo>
                  <a:pt x="68" y="16"/>
                  <a:pt x="62" y="13"/>
                  <a:pt x="59" y="11"/>
                </a:cubicBezTo>
                <a:cubicBezTo>
                  <a:pt x="43" y="2"/>
                  <a:pt x="43" y="2"/>
                  <a:pt x="43" y="2"/>
                </a:cubicBezTo>
                <a:cubicBezTo>
                  <a:pt x="39" y="0"/>
                  <a:pt x="36" y="1"/>
                  <a:pt x="36" y="5"/>
                </a:cubicBezTo>
                <a:cubicBezTo>
                  <a:pt x="36" y="20"/>
                  <a:pt x="36" y="20"/>
                  <a:pt x="36" y="20"/>
                </a:cubicBezTo>
                <a:cubicBezTo>
                  <a:pt x="33" y="18"/>
                  <a:pt x="33" y="18"/>
                  <a:pt x="33" y="18"/>
                </a:cubicBezTo>
                <a:cubicBezTo>
                  <a:pt x="30" y="16"/>
                  <a:pt x="25" y="13"/>
                  <a:pt x="21" y="11"/>
                </a:cubicBezTo>
                <a:cubicBezTo>
                  <a:pt x="6" y="2"/>
                  <a:pt x="6" y="2"/>
                  <a:pt x="6" y="2"/>
                </a:cubicBezTo>
                <a:cubicBezTo>
                  <a:pt x="2" y="0"/>
                  <a:pt x="0" y="1"/>
                  <a:pt x="0" y="5"/>
                </a:cubicBezTo>
                <a:cubicBezTo>
                  <a:pt x="0" y="24"/>
                  <a:pt x="0" y="24"/>
                  <a:pt x="0" y="24"/>
                </a:cubicBezTo>
                <a:cubicBezTo>
                  <a:pt x="0" y="27"/>
                  <a:pt x="0" y="34"/>
                  <a:pt x="0" y="38"/>
                </a:cubicBezTo>
                <a:cubicBezTo>
                  <a:pt x="0" y="56"/>
                  <a:pt x="0" y="56"/>
                  <a:pt x="0" y="56"/>
                </a:cubicBezTo>
                <a:cubicBezTo>
                  <a:pt x="0" y="60"/>
                  <a:pt x="2" y="62"/>
                  <a:pt x="6" y="60"/>
                </a:cubicBezTo>
                <a:cubicBezTo>
                  <a:pt x="21" y="51"/>
                  <a:pt x="21" y="51"/>
                  <a:pt x="21" y="51"/>
                </a:cubicBezTo>
                <a:cubicBezTo>
                  <a:pt x="25" y="49"/>
                  <a:pt x="30" y="45"/>
                  <a:pt x="33" y="43"/>
                </a:cubicBezTo>
                <a:cubicBezTo>
                  <a:pt x="36" y="42"/>
                  <a:pt x="36" y="42"/>
                  <a:pt x="36" y="42"/>
                </a:cubicBezTo>
                <a:cubicBezTo>
                  <a:pt x="36" y="56"/>
                  <a:pt x="36" y="56"/>
                  <a:pt x="36" y="56"/>
                </a:cubicBezTo>
                <a:cubicBezTo>
                  <a:pt x="36" y="60"/>
                  <a:pt x="39" y="62"/>
                  <a:pt x="43" y="60"/>
                </a:cubicBezTo>
                <a:cubicBezTo>
                  <a:pt x="58" y="51"/>
                  <a:pt x="58" y="51"/>
                  <a:pt x="58" y="51"/>
                </a:cubicBezTo>
                <a:cubicBezTo>
                  <a:pt x="62" y="49"/>
                  <a:pt x="68" y="45"/>
                  <a:pt x="71" y="43"/>
                </a:cubicBezTo>
                <a:cubicBezTo>
                  <a:pt x="87" y="34"/>
                  <a:pt x="87" y="34"/>
                  <a:pt x="87" y="34"/>
                </a:cubicBezTo>
                <a:cubicBezTo>
                  <a:pt x="90" y="32"/>
                  <a:pt x="90" y="29"/>
                  <a:pt x="87" y="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65" name="稻壳儿小白白(http://dwz.cn/Wu2UP)"/>
          <p:cNvSpPr/>
          <p:nvPr/>
        </p:nvSpPr>
        <p:spPr>
          <a:xfrm>
            <a:off x="1668304" y="1832609"/>
            <a:ext cx="157734" cy="169736"/>
          </a:xfrm>
          <a:custGeom>
            <a:avLst/>
            <a:gdLst>
              <a:gd name="T0" fmla="*/ 329722984 w 58"/>
              <a:gd name="T1" fmla="*/ 12851878 h 62"/>
              <a:gd name="T2" fmla="*/ 228271114 w 58"/>
              <a:gd name="T3" fmla="*/ 70682792 h 62"/>
              <a:gd name="T4" fmla="*/ 152179064 w 58"/>
              <a:gd name="T5" fmla="*/ 115661828 h 62"/>
              <a:gd name="T6" fmla="*/ 88770701 w 58"/>
              <a:gd name="T7" fmla="*/ 154214926 h 62"/>
              <a:gd name="T8" fmla="*/ 88770701 w 58"/>
              <a:gd name="T9" fmla="*/ 38553098 h 62"/>
              <a:gd name="T10" fmla="*/ 63408363 w 58"/>
              <a:gd name="T11" fmla="*/ 19277816 h 62"/>
              <a:gd name="T12" fmla="*/ 19021753 w 58"/>
              <a:gd name="T13" fmla="*/ 19277816 h 62"/>
              <a:gd name="T14" fmla="*/ 0 w 58"/>
              <a:gd name="T15" fmla="*/ 38553098 h 62"/>
              <a:gd name="T16" fmla="*/ 0 w 58"/>
              <a:gd name="T17" fmla="*/ 353411424 h 62"/>
              <a:gd name="T18" fmla="*/ 19021753 w 58"/>
              <a:gd name="T19" fmla="*/ 379112644 h 62"/>
              <a:gd name="T20" fmla="*/ 63408363 w 58"/>
              <a:gd name="T21" fmla="*/ 379112644 h 62"/>
              <a:gd name="T22" fmla="*/ 88770701 w 58"/>
              <a:gd name="T23" fmla="*/ 353411424 h 62"/>
              <a:gd name="T24" fmla="*/ 88770701 w 58"/>
              <a:gd name="T25" fmla="*/ 244175534 h 62"/>
              <a:gd name="T26" fmla="*/ 152179064 w 58"/>
              <a:gd name="T27" fmla="*/ 276302694 h 62"/>
              <a:gd name="T28" fmla="*/ 228271114 w 58"/>
              <a:gd name="T29" fmla="*/ 327707669 h 62"/>
              <a:gd name="T30" fmla="*/ 329722984 w 58"/>
              <a:gd name="T31" fmla="*/ 385538583 h 62"/>
              <a:gd name="T32" fmla="*/ 367769009 w 58"/>
              <a:gd name="T33" fmla="*/ 359837363 h 62"/>
              <a:gd name="T34" fmla="*/ 367769009 w 58"/>
              <a:gd name="T35" fmla="*/ 32127159 h 62"/>
              <a:gd name="T36" fmla="*/ 329722984 w 58"/>
              <a:gd name="T37" fmla="*/ 12851878 h 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8" h="62">
                <a:moveTo>
                  <a:pt x="52" y="2"/>
                </a:moveTo>
                <a:cubicBezTo>
                  <a:pt x="36" y="11"/>
                  <a:pt x="36" y="11"/>
                  <a:pt x="36" y="11"/>
                </a:cubicBezTo>
                <a:cubicBezTo>
                  <a:pt x="33" y="13"/>
                  <a:pt x="27" y="16"/>
                  <a:pt x="24" y="18"/>
                </a:cubicBezTo>
                <a:cubicBezTo>
                  <a:pt x="14" y="24"/>
                  <a:pt x="14" y="24"/>
                  <a:pt x="14" y="24"/>
                </a:cubicBezTo>
                <a:cubicBezTo>
                  <a:pt x="14" y="6"/>
                  <a:pt x="14" y="6"/>
                  <a:pt x="14" y="6"/>
                </a:cubicBezTo>
                <a:cubicBezTo>
                  <a:pt x="14" y="4"/>
                  <a:pt x="12" y="3"/>
                  <a:pt x="10" y="3"/>
                </a:cubicBezTo>
                <a:cubicBezTo>
                  <a:pt x="3" y="3"/>
                  <a:pt x="3" y="3"/>
                  <a:pt x="3" y="3"/>
                </a:cubicBezTo>
                <a:cubicBezTo>
                  <a:pt x="1" y="3"/>
                  <a:pt x="0" y="4"/>
                  <a:pt x="0" y="6"/>
                </a:cubicBezTo>
                <a:cubicBezTo>
                  <a:pt x="0" y="55"/>
                  <a:pt x="0" y="55"/>
                  <a:pt x="0" y="55"/>
                </a:cubicBezTo>
                <a:cubicBezTo>
                  <a:pt x="0" y="57"/>
                  <a:pt x="1" y="59"/>
                  <a:pt x="3" y="59"/>
                </a:cubicBezTo>
                <a:cubicBezTo>
                  <a:pt x="10" y="59"/>
                  <a:pt x="10" y="59"/>
                  <a:pt x="10" y="59"/>
                </a:cubicBezTo>
                <a:cubicBezTo>
                  <a:pt x="12" y="59"/>
                  <a:pt x="14" y="57"/>
                  <a:pt x="14" y="55"/>
                </a:cubicBezTo>
                <a:cubicBezTo>
                  <a:pt x="14" y="38"/>
                  <a:pt x="14" y="38"/>
                  <a:pt x="14" y="38"/>
                </a:cubicBezTo>
                <a:cubicBezTo>
                  <a:pt x="24" y="43"/>
                  <a:pt x="24" y="43"/>
                  <a:pt x="24" y="43"/>
                </a:cubicBezTo>
                <a:cubicBezTo>
                  <a:pt x="27" y="45"/>
                  <a:pt x="33" y="49"/>
                  <a:pt x="36" y="51"/>
                </a:cubicBezTo>
                <a:cubicBezTo>
                  <a:pt x="52" y="60"/>
                  <a:pt x="52" y="60"/>
                  <a:pt x="52" y="60"/>
                </a:cubicBezTo>
                <a:cubicBezTo>
                  <a:pt x="55" y="62"/>
                  <a:pt x="58" y="60"/>
                  <a:pt x="58" y="56"/>
                </a:cubicBezTo>
                <a:cubicBezTo>
                  <a:pt x="58" y="5"/>
                  <a:pt x="58" y="5"/>
                  <a:pt x="58" y="5"/>
                </a:cubicBezTo>
                <a:cubicBezTo>
                  <a:pt x="58" y="1"/>
                  <a:pt x="55" y="0"/>
                  <a:pt x="52" y="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66" name="稻壳儿小白白(http://dwz.cn/Wu2UP)"/>
          <p:cNvSpPr/>
          <p:nvPr/>
        </p:nvSpPr>
        <p:spPr>
          <a:xfrm>
            <a:off x="4828128" y="1827466"/>
            <a:ext cx="159448" cy="168021"/>
          </a:xfrm>
          <a:custGeom>
            <a:avLst/>
            <a:gdLst>
              <a:gd name="T0" fmla="*/ 356367718 w 58"/>
              <a:gd name="T1" fmla="*/ 18889816 h 62"/>
              <a:gd name="T2" fmla="*/ 311010068 w 58"/>
              <a:gd name="T3" fmla="*/ 18889816 h 62"/>
              <a:gd name="T4" fmla="*/ 285092138 w 58"/>
              <a:gd name="T5" fmla="*/ 44075401 h 62"/>
              <a:gd name="T6" fmla="*/ 285092138 w 58"/>
              <a:gd name="T7" fmla="*/ 151116020 h 62"/>
              <a:gd name="T8" fmla="*/ 220299859 w 58"/>
              <a:gd name="T9" fmla="*/ 113336388 h 62"/>
              <a:gd name="T10" fmla="*/ 142546069 w 58"/>
              <a:gd name="T11" fmla="*/ 69260986 h 62"/>
              <a:gd name="T12" fmla="*/ 38876895 w 58"/>
              <a:gd name="T13" fmla="*/ 12594047 h 62"/>
              <a:gd name="T14" fmla="*/ 0 w 58"/>
              <a:gd name="T15" fmla="*/ 37779632 h 62"/>
              <a:gd name="T16" fmla="*/ 0 w 58"/>
              <a:gd name="T17" fmla="*/ 352600700 h 62"/>
              <a:gd name="T18" fmla="*/ 45355105 w 58"/>
              <a:gd name="T19" fmla="*/ 377786285 h 62"/>
              <a:gd name="T20" fmla="*/ 142546069 w 58"/>
              <a:gd name="T21" fmla="*/ 321119346 h 62"/>
              <a:gd name="T22" fmla="*/ 220299859 w 58"/>
              <a:gd name="T23" fmla="*/ 277043945 h 62"/>
              <a:gd name="T24" fmla="*/ 285092138 w 58"/>
              <a:gd name="T25" fmla="*/ 239264313 h 62"/>
              <a:gd name="T26" fmla="*/ 285092138 w 58"/>
              <a:gd name="T27" fmla="*/ 358898979 h 62"/>
              <a:gd name="T28" fmla="*/ 311010068 w 58"/>
              <a:gd name="T29" fmla="*/ 384084564 h 62"/>
              <a:gd name="T30" fmla="*/ 356367718 w 58"/>
              <a:gd name="T31" fmla="*/ 384084564 h 62"/>
              <a:gd name="T32" fmla="*/ 375804893 w 58"/>
              <a:gd name="T33" fmla="*/ 358898979 h 62"/>
              <a:gd name="T34" fmla="*/ 375804893 w 58"/>
              <a:gd name="T35" fmla="*/ 44075401 h 62"/>
              <a:gd name="T36" fmla="*/ 356367718 w 58"/>
              <a:gd name="T37" fmla="*/ 18889816 h 62"/>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8" h="62">
                <a:moveTo>
                  <a:pt x="55" y="3"/>
                </a:moveTo>
                <a:cubicBezTo>
                  <a:pt x="48" y="3"/>
                  <a:pt x="48" y="3"/>
                  <a:pt x="48" y="3"/>
                </a:cubicBezTo>
                <a:cubicBezTo>
                  <a:pt x="46" y="3"/>
                  <a:pt x="44" y="5"/>
                  <a:pt x="44" y="7"/>
                </a:cubicBezTo>
                <a:cubicBezTo>
                  <a:pt x="44" y="24"/>
                  <a:pt x="44" y="24"/>
                  <a:pt x="44" y="24"/>
                </a:cubicBezTo>
                <a:cubicBezTo>
                  <a:pt x="34" y="18"/>
                  <a:pt x="34" y="18"/>
                  <a:pt x="34" y="18"/>
                </a:cubicBezTo>
                <a:cubicBezTo>
                  <a:pt x="31" y="16"/>
                  <a:pt x="25" y="13"/>
                  <a:pt x="22" y="11"/>
                </a:cubicBezTo>
                <a:cubicBezTo>
                  <a:pt x="6" y="2"/>
                  <a:pt x="6" y="2"/>
                  <a:pt x="6" y="2"/>
                </a:cubicBezTo>
                <a:cubicBezTo>
                  <a:pt x="3" y="0"/>
                  <a:pt x="0" y="2"/>
                  <a:pt x="0" y="6"/>
                </a:cubicBezTo>
                <a:cubicBezTo>
                  <a:pt x="0" y="56"/>
                  <a:pt x="0" y="56"/>
                  <a:pt x="0" y="56"/>
                </a:cubicBezTo>
                <a:cubicBezTo>
                  <a:pt x="0" y="60"/>
                  <a:pt x="3" y="62"/>
                  <a:pt x="7" y="60"/>
                </a:cubicBezTo>
                <a:cubicBezTo>
                  <a:pt x="22" y="51"/>
                  <a:pt x="22" y="51"/>
                  <a:pt x="22" y="51"/>
                </a:cubicBezTo>
                <a:cubicBezTo>
                  <a:pt x="25" y="49"/>
                  <a:pt x="31" y="46"/>
                  <a:pt x="34" y="44"/>
                </a:cubicBezTo>
                <a:cubicBezTo>
                  <a:pt x="44" y="38"/>
                  <a:pt x="44" y="38"/>
                  <a:pt x="44" y="38"/>
                </a:cubicBezTo>
                <a:cubicBezTo>
                  <a:pt x="44" y="57"/>
                  <a:pt x="44" y="57"/>
                  <a:pt x="44" y="57"/>
                </a:cubicBezTo>
                <a:cubicBezTo>
                  <a:pt x="44" y="59"/>
                  <a:pt x="46" y="61"/>
                  <a:pt x="48" y="61"/>
                </a:cubicBezTo>
                <a:cubicBezTo>
                  <a:pt x="55" y="61"/>
                  <a:pt x="55" y="61"/>
                  <a:pt x="55" y="61"/>
                </a:cubicBezTo>
                <a:cubicBezTo>
                  <a:pt x="57" y="61"/>
                  <a:pt x="58" y="59"/>
                  <a:pt x="58" y="57"/>
                </a:cubicBezTo>
                <a:cubicBezTo>
                  <a:pt x="58" y="7"/>
                  <a:pt x="58" y="7"/>
                  <a:pt x="58" y="7"/>
                </a:cubicBezTo>
                <a:cubicBezTo>
                  <a:pt x="58" y="5"/>
                  <a:pt x="57" y="3"/>
                  <a:pt x="55" y="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67" name="稻壳儿小白白(http://dwz.cn/Wu2UP)"/>
          <p:cNvPicPr>
            <a:picLocks noChangeArrowheads="1"/>
          </p:cNvPicPr>
          <p:nvPr/>
        </p:nvPicPr>
        <p:blipFill>
          <a:blip r:embed="rId40">
            <a:duotone>
              <a:srgbClr val="336699"/>
              <a:srgbClr val="336699"/>
            </a:duotone>
          </a:blip>
          <a:srcRect/>
          <a:stretch>
            <a:fillRect/>
          </a:stretch>
        </p:blipFill>
        <p:spPr>
          <a:xfrm>
            <a:off x="2913031" y="1837753"/>
            <a:ext cx="157734" cy="1783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68" name="稻壳儿小白白(http://dwz.cn/Wu2UP)"/>
          <p:cNvSpPr>
            <a:spLocks noEditPoints="1"/>
          </p:cNvSpPr>
          <p:nvPr/>
        </p:nvSpPr>
        <p:spPr>
          <a:xfrm>
            <a:off x="5304759" y="1836038"/>
            <a:ext cx="317182" cy="176594"/>
          </a:xfrm>
          <a:custGeom>
            <a:avLst/>
            <a:gdLst>
              <a:gd name="T0" fmla="*/ 435985495 w 185"/>
              <a:gd name="T1" fmla="*/ 88206532 h 103"/>
              <a:gd name="T2" fmla="*/ 435985495 w 185"/>
              <a:gd name="T3" fmla="*/ 0 h 103"/>
              <a:gd name="T4" fmla="*/ 0 w 185"/>
              <a:gd name="T5" fmla="*/ 0 h 103"/>
              <a:gd name="T6" fmla="*/ 0 w 185"/>
              <a:gd name="T7" fmla="*/ 259577681 h 103"/>
              <a:gd name="T8" fmla="*/ 435985495 w 185"/>
              <a:gd name="T9" fmla="*/ 259577681 h 103"/>
              <a:gd name="T10" fmla="*/ 435985495 w 185"/>
              <a:gd name="T11" fmla="*/ 204134074 h 103"/>
              <a:gd name="T12" fmla="*/ 466227319 w 185"/>
              <a:gd name="T13" fmla="*/ 204134074 h 103"/>
              <a:gd name="T14" fmla="*/ 466227319 w 185"/>
              <a:gd name="T15" fmla="*/ 88206532 h 103"/>
              <a:gd name="T16" fmla="*/ 435985495 w 185"/>
              <a:gd name="T17" fmla="*/ 88206532 h 103"/>
              <a:gd name="T18" fmla="*/ 378022794 w 185"/>
              <a:gd name="T19" fmla="*/ 204134074 h 103"/>
              <a:gd name="T20" fmla="*/ 57962701 w 185"/>
              <a:gd name="T21" fmla="*/ 204134074 h 103"/>
              <a:gd name="T22" fmla="*/ 57962701 w 185"/>
              <a:gd name="T23" fmla="*/ 55443607 h 103"/>
              <a:gd name="T24" fmla="*/ 378022794 w 185"/>
              <a:gd name="T25" fmla="*/ 55443607 h 103"/>
              <a:gd name="T26" fmla="*/ 378022794 w 185"/>
              <a:gd name="T27" fmla="*/ 204134074 h 10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5" h="103">
                <a:moveTo>
                  <a:pt x="173" y="35"/>
                </a:moveTo>
                <a:lnTo>
                  <a:pt x="173" y="0"/>
                </a:lnTo>
                <a:lnTo>
                  <a:pt x="0" y="0"/>
                </a:lnTo>
                <a:lnTo>
                  <a:pt x="0" y="103"/>
                </a:lnTo>
                <a:lnTo>
                  <a:pt x="173" y="103"/>
                </a:lnTo>
                <a:lnTo>
                  <a:pt x="173" y="81"/>
                </a:lnTo>
                <a:lnTo>
                  <a:pt x="185" y="81"/>
                </a:lnTo>
                <a:lnTo>
                  <a:pt x="185" y="35"/>
                </a:lnTo>
                <a:lnTo>
                  <a:pt x="173" y="35"/>
                </a:lnTo>
                <a:close/>
                <a:moveTo>
                  <a:pt x="150" y="81"/>
                </a:moveTo>
                <a:lnTo>
                  <a:pt x="23" y="81"/>
                </a:lnTo>
                <a:lnTo>
                  <a:pt x="23" y="22"/>
                </a:lnTo>
                <a:lnTo>
                  <a:pt x="150" y="22"/>
                </a:lnTo>
                <a:lnTo>
                  <a:pt x="150" y="8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69" name="稻壳儿小白白(http://dwz.cn/Wu2UP)"/>
          <p:cNvPicPr>
            <a:picLocks noChangeArrowheads="1"/>
          </p:cNvPicPr>
          <p:nvPr/>
        </p:nvPicPr>
        <p:blipFill>
          <a:blip r:embed="rId41">
            <a:duotone>
              <a:srgbClr val="336699"/>
              <a:srgbClr val="336699"/>
            </a:duotone>
          </a:blip>
          <a:srcRect/>
          <a:stretch>
            <a:fillRect/>
          </a:stretch>
        </p:blipFill>
        <p:spPr>
          <a:xfrm>
            <a:off x="5935695" y="1837753"/>
            <a:ext cx="315468" cy="1783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70" name="稻壳儿小白白(http://dwz.cn/Wu2UP)"/>
          <p:cNvPicPr>
            <a:picLocks noChangeArrowheads="1"/>
          </p:cNvPicPr>
          <p:nvPr/>
        </p:nvPicPr>
        <p:blipFill>
          <a:blip r:embed="rId42">
            <a:duotone>
              <a:srgbClr val="336699"/>
              <a:srgbClr val="336699"/>
            </a:duotone>
          </a:blip>
          <a:srcRect/>
          <a:stretch>
            <a:fillRect/>
          </a:stretch>
        </p:blipFill>
        <p:spPr>
          <a:xfrm>
            <a:off x="6566631" y="1837753"/>
            <a:ext cx="317182" cy="1783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71" name="稻壳儿小白白(http://dwz.cn/Wu2UP)"/>
          <p:cNvPicPr>
            <a:picLocks noChangeArrowheads="1"/>
          </p:cNvPicPr>
          <p:nvPr/>
        </p:nvPicPr>
        <p:blipFill>
          <a:blip r:embed="rId43">
            <a:duotone>
              <a:srgbClr val="336699"/>
              <a:srgbClr val="336699"/>
            </a:duotone>
          </a:blip>
          <a:srcRect/>
          <a:stretch>
            <a:fillRect/>
          </a:stretch>
        </p:blipFill>
        <p:spPr>
          <a:xfrm>
            <a:off x="7206139" y="1837753"/>
            <a:ext cx="308610" cy="1783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72" name="稻壳儿小白白(http://dwz.cn/Wu2UP)"/>
          <p:cNvPicPr>
            <a:picLocks noChangeArrowheads="1"/>
          </p:cNvPicPr>
          <p:nvPr/>
        </p:nvPicPr>
        <p:blipFill>
          <a:blip r:embed="rId44">
            <a:duotone>
              <a:srgbClr val="336699"/>
              <a:srgbClr val="336699"/>
            </a:duotone>
          </a:blip>
          <a:srcRect/>
          <a:stretch>
            <a:fillRect/>
          </a:stretch>
        </p:blipFill>
        <p:spPr>
          <a:xfrm>
            <a:off x="9095518" y="1700593"/>
            <a:ext cx="276035"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73" name="稻壳儿小白白(http://dwz.cn/Wu2UP)"/>
          <p:cNvSpPr>
            <a:spLocks noEditPoints="1"/>
          </p:cNvSpPr>
          <p:nvPr/>
        </p:nvSpPr>
        <p:spPr>
          <a:xfrm>
            <a:off x="8466297" y="1702307"/>
            <a:ext cx="296608" cy="315468"/>
          </a:xfrm>
          <a:custGeom>
            <a:avLst/>
            <a:gdLst>
              <a:gd name="T0" fmla="*/ 647538615 w 109"/>
              <a:gd name="T1" fmla="*/ 0 h 116"/>
              <a:gd name="T2" fmla="*/ 95225970 w 109"/>
              <a:gd name="T3" fmla="*/ 0 h 116"/>
              <a:gd name="T4" fmla="*/ 44438282 w 109"/>
              <a:gd name="T5" fmla="*/ 44386609 h 116"/>
              <a:gd name="T6" fmla="*/ 44438282 w 109"/>
              <a:gd name="T7" fmla="*/ 139497895 h 116"/>
              <a:gd name="T8" fmla="*/ 114271668 w 109"/>
              <a:gd name="T9" fmla="*/ 139497895 h 116"/>
              <a:gd name="T10" fmla="*/ 139664253 w 109"/>
              <a:gd name="T11" fmla="*/ 164862751 h 116"/>
              <a:gd name="T12" fmla="*/ 114271668 w 109"/>
              <a:gd name="T13" fmla="*/ 183884504 h 116"/>
              <a:gd name="T14" fmla="*/ 25392584 w 109"/>
              <a:gd name="T15" fmla="*/ 183884504 h 116"/>
              <a:gd name="T16" fmla="*/ 0 w 109"/>
              <a:gd name="T17" fmla="*/ 209246842 h 116"/>
              <a:gd name="T18" fmla="*/ 25392584 w 109"/>
              <a:gd name="T19" fmla="*/ 228271114 h 116"/>
              <a:gd name="T20" fmla="*/ 44438282 w 109"/>
              <a:gd name="T21" fmla="*/ 228271114 h 116"/>
              <a:gd name="T22" fmla="*/ 44438282 w 109"/>
              <a:gd name="T23" fmla="*/ 323382399 h 116"/>
              <a:gd name="T24" fmla="*/ 114271668 w 109"/>
              <a:gd name="T25" fmla="*/ 323382399 h 116"/>
              <a:gd name="T26" fmla="*/ 139664253 w 109"/>
              <a:gd name="T27" fmla="*/ 348747255 h 116"/>
              <a:gd name="T28" fmla="*/ 114271668 w 109"/>
              <a:gd name="T29" fmla="*/ 367769009 h 116"/>
              <a:gd name="T30" fmla="*/ 25392584 w 109"/>
              <a:gd name="T31" fmla="*/ 367769009 h 116"/>
              <a:gd name="T32" fmla="*/ 0 w 109"/>
              <a:gd name="T33" fmla="*/ 393131347 h 116"/>
              <a:gd name="T34" fmla="*/ 25392584 w 109"/>
              <a:gd name="T35" fmla="*/ 418496203 h 116"/>
              <a:gd name="T36" fmla="*/ 44438282 w 109"/>
              <a:gd name="T37" fmla="*/ 418496203 h 116"/>
              <a:gd name="T38" fmla="*/ 44438282 w 109"/>
              <a:gd name="T39" fmla="*/ 507266903 h 116"/>
              <a:gd name="T40" fmla="*/ 114271668 w 109"/>
              <a:gd name="T41" fmla="*/ 507266903 h 116"/>
              <a:gd name="T42" fmla="*/ 139664253 w 109"/>
              <a:gd name="T43" fmla="*/ 532631759 h 116"/>
              <a:gd name="T44" fmla="*/ 114271668 w 109"/>
              <a:gd name="T45" fmla="*/ 551653513 h 116"/>
              <a:gd name="T46" fmla="*/ 25392584 w 109"/>
              <a:gd name="T47" fmla="*/ 551653513 h 116"/>
              <a:gd name="T48" fmla="*/ 0 w 109"/>
              <a:gd name="T49" fmla="*/ 577015851 h 116"/>
              <a:gd name="T50" fmla="*/ 25392584 w 109"/>
              <a:gd name="T51" fmla="*/ 602380707 h 116"/>
              <a:gd name="T52" fmla="*/ 44438282 w 109"/>
              <a:gd name="T53" fmla="*/ 602380707 h 116"/>
              <a:gd name="T54" fmla="*/ 44438282 w 109"/>
              <a:gd name="T55" fmla="*/ 691151408 h 116"/>
              <a:gd name="T56" fmla="*/ 95225970 w 109"/>
              <a:gd name="T57" fmla="*/ 735538017 h 116"/>
              <a:gd name="T58" fmla="*/ 647538615 w 109"/>
              <a:gd name="T59" fmla="*/ 735538017 h 116"/>
              <a:gd name="T60" fmla="*/ 691976897 w 109"/>
              <a:gd name="T61" fmla="*/ 691151408 h 116"/>
              <a:gd name="T62" fmla="*/ 691976897 w 109"/>
              <a:gd name="T63" fmla="*/ 44386609 h 116"/>
              <a:gd name="T64" fmla="*/ 647538615 w 109"/>
              <a:gd name="T65" fmla="*/ 0 h 116"/>
              <a:gd name="T66" fmla="*/ 552312644 w 109"/>
              <a:gd name="T67" fmla="*/ 323382399 h 116"/>
              <a:gd name="T68" fmla="*/ 279331025 w 109"/>
              <a:gd name="T69" fmla="*/ 323382399 h 116"/>
              <a:gd name="T70" fmla="*/ 279331025 w 109"/>
              <a:gd name="T71" fmla="*/ 139497895 h 116"/>
              <a:gd name="T72" fmla="*/ 552312644 w 109"/>
              <a:gd name="T73" fmla="*/ 139497895 h 116"/>
              <a:gd name="T74" fmla="*/ 552312644 w 109"/>
              <a:gd name="T75" fmla="*/ 323382399 h 11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109" h="116">
                <a:moveTo>
                  <a:pt x="102" y="0"/>
                </a:moveTo>
                <a:cubicBezTo>
                  <a:pt x="15" y="0"/>
                  <a:pt x="15" y="0"/>
                  <a:pt x="15" y="0"/>
                </a:cubicBezTo>
                <a:cubicBezTo>
                  <a:pt x="11" y="0"/>
                  <a:pt x="7" y="3"/>
                  <a:pt x="7" y="7"/>
                </a:cubicBezTo>
                <a:cubicBezTo>
                  <a:pt x="7" y="22"/>
                  <a:pt x="7" y="22"/>
                  <a:pt x="7" y="22"/>
                </a:cubicBezTo>
                <a:cubicBezTo>
                  <a:pt x="18" y="22"/>
                  <a:pt x="18" y="22"/>
                  <a:pt x="18" y="22"/>
                </a:cubicBezTo>
                <a:cubicBezTo>
                  <a:pt x="20" y="22"/>
                  <a:pt x="22" y="24"/>
                  <a:pt x="22" y="26"/>
                </a:cubicBezTo>
                <a:cubicBezTo>
                  <a:pt x="22" y="28"/>
                  <a:pt x="20" y="29"/>
                  <a:pt x="18" y="29"/>
                </a:cubicBezTo>
                <a:cubicBezTo>
                  <a:pt x="4" y="29"/>
                  <a:pt x="4" y="29"/>
                  <a:pt x="4" y="29"/>
                </a:cubicBezTo>
                <a:cubicBezTo>
                  <a:pt x="2" y="29"/>
                  <a:pt x="0" y="31"/>
                  <a:pt x="0" y="33"/>
                </a:cubicBezTo>
                <a:cubicBezTo>
                  <a:pt x="0" y="35"/>
                  <a:pt x="2" y="36"/>
                  <a:pt x="4" y="36"/>
                </a:cubicBezTo>
                <a:cubicBezTo>
                  <a:pt x="7" y="36"/>
                  <a:pt x="7" y="36"/>
                  <a:pt x="7" y="36"/>
                </a:cubicBezTo>
                <a:cubicBezTo>
                  <a:pt x="7" y="51"/>
                  <a:pt x="7" y="51"/>
                  <a:pt x="7" y="51"/>
                </a:cubicBezTo>
                <a:cubicBezTo>
                  <a:pt x="18" y="51"/>
                  <a:pt x="18" y="51"/>
                  <a:pt x="18" y="51"/>
                </a:cubicBezTo>
                <a:cubicBezTo>
                  <a:pt x="20" y="51"/>
                  <a:pt x="22" y="53"/>
                  <a:pt x="22" y="55"/>
                </a:cubicBezTo>
                <a:cubicBezTo>
                  <a:pt x="22" y="57"/>
                  <a:pt x="20" y="58"/>
                  <a:pt x="18" y="58"/>
                </a:cubicBezTo>
                <a:cubicBezTo>
                  <a:pt x="4" y="58"/>
                  <a:pt x="4" y="58"/>
                  <a:pt x="4" y="58"/>
                </a:cubicBezTo>
                <a:cubicBezTo>
                  <a:pt x="2" y="58"/>
                  <a:pt x="0" y="60"/>
                  <a:pt x="0" y="62"/>
                </a:cubicBezTo>
                <a:cubicBezTo>
                  <a:pt x="0" y="64"/>
                  <a:pt x="2" y="66"/>
                  <a:pt x="4" y="66"/>
                </a:cubicBezTo>
                <a:cubicBezTo>
                  <a:pt x="7" y="66"/>
                  <a:pt x="7" y="66"/>
                  <a:pt x="7" y="66"/>
                </a:cubicBezTo>
                <a:cubicBezTo>
                  <a:pt x="7" y="80"/>
                  <a:pt x="7" y="80"/>
                  <a:pt x="7" y="80"/>
                </a:cubicBezTo>
                <a:cubicBezTo>
                  <a:pt x="18" y="80"/>
                  <a:pt x="18" y="80"/>
                  <a:pt x="18" y="80"/>
                </a:cubicBezTo>
                <a:cubicBezTo>
                  <a:pt x="20" y="80"/>
                  <a:pt x="22" y="82"/>
                  <a:pt x="22" y="84"/>
                </a:cubicBezTo>
                <a:cubicBezTo>
                  <a:pt x="22" y="86"/>
                  <a:pt x="20" y="87"/>
                  <a:pt x="18" y="87"/>
                </a:cubicBezTo>
                <a:cubicBezTo>
                  <a:pt x="4" y="87"/>
                  <a:pt x="4" y="87"/>
                  <a:pt x="4" y="87"/>
                </a:cubicBezTo>
                <a:cubicBezTo>
                  <a:pt x="2" y="87"/>
                  <a:pt x="0" y="89"/>
                  <a:pt x="0" y="91"/>
                </a:cubicBezTo>
                <a:cubicBezTo>
                  <a:pt x="0" y="93"/>
                  <a:pt x="2" y="95"/>
                  <a:pt x="4" y="95"/>
                </a:cubicBezTo>
                <a:cubicBezTo>
                  <a:pt x="7" y="95"/>
                  <a:pt x="7" y="95"/>
                  <a:pt x="7" y="95"/>
                </a:cubicBezTo>
                <a:cubicBezTo>
                  <a:pt x="7" y="109"/>
                  <a:pt x="7" y="109"/>
                  <a:pt x="7" y="109"/>
                </a:cubicBezTo>
                <a:cubicBezTo>
                  <a:pt x="7" y="113"/>
                  <a:pt x="11" y="116"/>
                  <a:pt x="15" y="116"/>
                </a:cubicBezTo>
                <a:cubicBezTo>
                  <a:pt x="102" y="116"/>
                  <a:pt x="102" y="116"/>
                  <a:pt x="102" y="116"/>
                </a:cubicBezTo>
                <a:cubicBezTo>
                  <a:pt x="106" y="116"/>
                  <a:pt x="109" y="113"/>
                  <a:pt x="109" y="109"/>
                </a:cubicBezTo>
                <a:cubicBezTo>
                  <a:pt x="109" y="7"/>
                  <a:pt x="109" y="7"/>
                  <a:pt x="109" y="7"/>
                </a:cubicBezTo>
                <a:cubicBezTo>
                  <a:pt x="109" y="3"/>
                  <a:pt x="106" y="0"/>
                  <a:pt x="102" y="0"/>
                </a:cubicBezTo>
                <a:close/>
                <a:moveTo>
                  <a:pt x="87" y="51"/>
                </a:moveTo>
                <a:cubicBezTo>
                  <a:pt x="44" y="51"/>
                  <a:pt x="44" y="51"/>
                  <a:pt x="44" y="51"/>
                </a:cubicBezTo>
                <a:cubicBezTo>
                  <a:pt x="44" y="22"/>
                  <a:pt x="44" y="22"/>
                  <a:pt x="44" y="22"/>
                </a:cubicBezTo>
                <a:cubicBezTo>
                  <a:pt x="87" y="22"/>
                  <a:pt x="87" y="22"/>
                  <a:pt x="87" y="22"/>
                </a:cubicBezTo>
                <a:lnTo>
                  <a:pt x="87" y="5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74" name="稻壳儿小白白(http://dwz.cn/Wu2UP)"/>
          <p:cNvPicPr>
            <a:picLocks noChangeArrowheads="1"/>
          </p:cNvPicPr>
          <p:nvPr/>
        </p:nvPicPr>
        <p:blipFill>
          <a:blip r:embed="rId45">
            <a:duotone>
              <a:srgbClr val="336699"/>
              <a:srgbClr val="336699"/>
            </a:duotone>
          </a:blip>
          <a:srcRect/>
          <a:stretch>
            <a:fillRect/>
          </a:stretch>
        </p:blipFill>
        <p:spPr>
          <a:xfrm>
            <a:off x="7850791" y="1700593"/>
            <a:ext cx="303467" cy="31546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75" name="稻壳儿小白白(http://dwz.cn/Wu2UP)"/>
          <p:cNvSpPr>
            <a:spLocks noEditPoints="1"/>
          </p:cNvSpPr>
          <p:nvPr/>
        </p:nvSpPr>
        <p:spPr>
          <a:xfrm>
            <a:off x="9731598" y="1757171"/>
            <a:ext cx="317182" cy="255461"/>
          </a:xfrm>
          <a:custGeom>
            <a:avLst/>
            <a:gdLst>
              <a:gd name="T0" fmla="*/ 371777361 w 116"/>
              <a:gd name="T1" fmla="*/ 139305784 h 94"/>
              <a:gd name="T2" fmla="*/ 0 w 116"/>
              <a:gd name="T3" fmla="*/ 0 h 94"/>
              <a:gd name="T4" fmla="*/ 0 w 116"/>
              <a:gd name="T5" fmla="*/ 506566258 h 94"/>
              <a:gd name="T6" fmla="*/ 19228903 w 116"/>
              <a:gd name="T7" fmla="*/ 506566258 h 94"/>
              <a:gd name="T8" fmla="*/ 44868285 w 116"/>
              <a:gd name="T9" fmla="*/ 506566258 h 94"/>
              <a:gd name="T10" fmla="*/ 44868285 w 116"/>
              <a:gd name="T11" fmla="*/ 550889453 h 94"/>
              <a:gd name="T12" fmla="*/ 326906544 w 116"/>
              <a:gd name="T13" fmla="*/ 595215164 h 94"/>
              <a:gd name="T14" fmla="*/ 416645645 w 116"/>
              <a:gd name="T15" fmla="*/ 595215164 h 94"/>
              <a:gd name="T16" fmla="*/ 698683905 w 116"/>
              <a:gd name="T17" fmla="*/ 550889453 h 94"/>
              <a:gd name="T18" fmla="*/ 698683905 w 116"/>
              <a:gd name="T19" fmla="*/ 506566258 h 94"/>
              <a:gd name="T20" fmla="*/ 717912808 w 116"/>
              <a:gd name="T21" fmla="*/ 506566258 h 94"/>
              <a:gd name="T22" fmla="*/ 743552189 w 116"/>
              <a:gd name="T23" fmla="*/ 506566258 h 94"/>
              <a:gd name="T24" fmla="*/ 743552189 w 116"/>
              <a:gd name="T25" fmla="*/ 0 h 94"/>
              <a:gd name="T26" fmla="*/ 371777361 w 116"/>
              <a:gd name="T27" fmla="*/ 139305784 h 94"/>
              <a:gd name="T28" fmla="*/ 326906544 w 116"/>
              <a:gd name="T29" fmla="*/ 481236561 h 94"/>
              <a:gd name="T30" fmla="*/ 44868285 w 116"/>
              <a:gd name="T31" fmla="*/ 436913366 h 94"/>
              <a:gd name="T32" fmla="*/ 44868285 w 116"/>
              <a:gd name="T33" fmla="*/ 44325711 h 94"/>
              <a:gd name="T34" fmla="*/ 108968004 w 116"/>
              <a:gd name="T35" fmla="*/ 44325711 h 94"/>
              <a:gd name="T36" fmla="*/ 121788961 w 116"/>
              <a:gd name="T37" fmla="*/ 50656877 h 94"/>
              <a:gd name="T38" fmla="*/ 121788961 w 116"/>
              <a:gd name="T39" fmla="*/ 50656877 h 94"/>
              <a:gd name="T40" fmla="*/ 320496066 w 116"/>
              <a:gd name="T41" fmla="*/ 126640935 h 94"/>
              <a:gd name="T42" fmla="*/ 326906544 w 116"/>
              <a:gd name="T43" fmla="*/ 139305784 h 94"/>
              <a:gd name="T44" fmla="*/ 326906544 w 116"/>
              <a:gd name="T45" fmla="*/ 481236561 h 94"/>
              <a:gd name="T46" fmla="*/ 698683905 w 116"/>
              <a:gd name="T47" fmla="*/ 436913366 h 94"/>
              <a:gd name="T48" fmla="*/ 416645645 w 116"/>
              <a:gd name="T49" fmla="*/ 481236561 h 94"/>
              <a:gd name="T50" fmla="*/ 416645645 w 116"/>
              <a:gd name="T51" fmla="*/ 139305784 h 94"/>
              <a:gd name="T52" fmla="*/ 698683905 w 116"/>
              <a:gd name="T53" fmla="*/ 44325711 h 94"/>
              <a:gd name="T54" fmla="*/ 698683905 w 116"/>
              <a:gd name="T55" fmla="*/ 436913366 h 9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16" h="94">
                <a:moveTo>
                  <a:pt x="58" y="22"/>
                </a:moveTo>
                <a:cubicBezTo>
                  <a:pt x="58" y="3"/>
                  <a:pt x="17" y="0"/>
                  <a:pt x="0" y="0"/>
                </a:cubicBezTo>
                <a:cubicBezTo>
                  <a:pt x="0" y="80"/>
                  <a:pt x="0" y="80"/>
                  <a:pt x="0" y="80"/>
                </a:cubicBezTo>
                <a:cubicBezTo>
                  <a:pt x="3" y="80"/>
                  <a:pt x="3" y="80"/>
                  <a:pt x="3" y="80"/>
                </a:cubicBezTo>
                <a:cubicBezTo>
                  <a:pt x="5" y="80"/>
                  <a:pt x="6" y="80"/>
                  <a:pt x="7" y="80"/>
                </a:cubicBezTo>
                <a:cubicBezTo>
                  <a:pt x="7" y="87"/>
                  <a:pt x="7" y="87"/>
                  <a:pt x="7" y="87"/>
                </a:cubicBezTo>
                <a:cubicBezTo>
                  <a:pt x="21" y="87"/>
                  <a:pt x="51" y="83"/>
                  <a:pt x="51" y="94"/>
                </a:cubicBezTo>
                <a:cubicBezTo>
                  <a:pt x="65" y="94"/>
                  <a:pt x="65" y="94"/>
                  <a:pt x="65" y="94"/>
                </a:cubicBezTo>
                <a:cubicBezTo>
                  <a:pt x="65" y="83"/>
                  <a:pt x="94" y="87"/>
                  <a:pt x="109" y="87"/>
                </a:cubicBezTo>
                <a:cubicBezTo>
                  <a:pt x="109" y="80"/>
                  <a:pt x="109" y="80"/>
                  <a:pt x="109" y="80"/>
                </a:cubicBezTo>
                <a:cubicBezTo>
                  <a:pt x="110" y="80"/>
                  <a:pt x="111" y="80"/>
                  <a:pt x="112" y="80"/>
                </a:cubicBezTo>
                <a:cubicBezTo>
                  <a:pt x="116" y="80"/>
                  <a:pt x="116" y="80"/>
                  <a:pt x="116" y="80"/>
                </a:cubicBezTo>
                <a:cubicBezTo>
                  <a:pt x="116" y="0"/>
                  <a:pt x="116" y="0"/>
                  <a:pt x="116" y="0"/>
                </a:cubicBezTo>
                <a:cubicBezTo>
                  <a:pt x="98" y="0"/>
                  <a:pt x="58" y="3"/>
                  <a:pt x="58" y="22"/>
                </a:cubicBezTo>
                <a:close/>
                <a:moveTo>
                  <a:pt x="51" y="76"/>
                </a:moveTo>
                <a:cubicBezTo>
                  <a:pt x="40" y="69"/>
                  <a:pt x="20" y="69"/>
                  <a:pt x="7" y="69"/>
                </a:cubicBezTo>
                <a:cubicBezTo>
                  <a:pt x="7" y="7"/>
                  <a:pt x="7" y="7"/>
                  <a:pt x="7" y="7"/>
                </a:cubicBezTo>
                <a:cubicBezTo>
                  <a:pt x="11" y="7"/>
                  <a:pt x="14" y="7"/>
                  <a:pt x="17" y="7"/>
                </a:cubicBezTo>
                <a:cubicBezTo>
                  <a:pt x="19" y="8"/>
                  <a:pt x="19" y="8"/>
                  <a:pt x="19" y="8"/>
                </a:cubicBezTo>
                <a:cubicBezTo>
                  <a:pt x="19" y="8"/>
                  <a:pt x="19" y="8"/>
                  <a:pt x="19" y="8"/>
                </a:cubicBezTo>
                <a:cubicBezTo>
                  <a:pt x="34" y="9"/>
                  <a:pt x="49" y="12"/>
                  <a:pt x="50" y="20"/>
                </a:cubicBezTo>
                <a:cubicBezTo>
                  <a:pt x="51" y="22"/>
                  <a:pt x="51" y="22"/>
                  <a:pt x="51" y="22"/>
                </a:cubicBezTo>
                <a:lnTo>
                  <a:pt x="51" y="76"/>
                </a:lnTo>
                <a:close/>
                <a:moveTo>
                  <a:pt x="109" y="69"/>
                </a:moveTo>
                <a:cubicBezTo>
                  <a:pt x="95" y="69"/>
                  <a:pt x="76" y="69"/>
                  <a:pt x="65" y="76"/>
                </a:cubicBezTo>
                <a:cubicBezTo>
                  <a:pt x="65" y="22"/>
                  <a:pt x="65" y="22"/>
                  <a:pt x="65" y="22"/>
                </a:cubicBezTo>
                <a:cubicBezTo>
                  <a:pt x="65" y="17"/>
                  <a:pt x="73" y="7"/>
                  <a:pt x="109" y="7"/>
                </a:cubicBezTo>
                <a:lnTo>
                  <a:pt x="109" y="6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76" name="稻壳儿小白白(http://dwz.cn/Wu2UP)"/>
          <p:cNvSpPr>
            <a:spLocks noEditPoints="1"/>
          </p:cNvSpPr>
          <p:nvPr/>
        </p:nvSpPr>
        <p:spPr>
          <a:xfrm>
            <a:off x="10364248" y="1697164"/>
            <a:ext cx="315468" cy="315468"/>
          </a:xfrm>
          <a:custGeom>
            <a:avLst/>
            <a:gdLst>
              <a:gd name="T0" fmla="*/ 375504075 w 184"/>
              <a:gd name="T1" fmla="*/ 292338125 h 184"/>
              <a:gd name="T2" fmla="*/ 375504075 w 184"/>
              <a:gd name="T3" fmla="*/ 204133450 h 184"/>
              <a:gd name="T4" fmla="*/ 259576888 w 184"/>
              <a:gd name="T5" fmla="*/ 204133450 h 184"/>
              <a:gd name="T6" fmla="*/ 259576888 w 184"/>
              <a:gd name="T7" fmla="*/ 176410938 h 184"/>
              <a:gd name="T8" fmla="*/ 347781563 w 184"/>
              <a:gd name="T9" fmla="*/ 176410938 h 184"/>
              <a:gd name="T10" fmla="*/ 347781563 w 184"/>
              <a:gd name="T11" fmla="*/ 0 h 184"/>
              <a:gd name="T12" fmla="*/ 143649700 w 184"/>
              <a:gd name="T13" fmla="*/ 0 h 184"/>
              <a:gd name="T14" fmla="*/ 143649700 w 184"/>
              <a:gd name="T15" fmla="*/ 176410938 h 184"/>
              <a:gd name="T16" fmla="*/ 231854375 w 184"/>
              <a:gd name="T17" fmla="*/ 176410938 h 184"/>
              <a:gd name="T18" fmla="*/ 231854375 w 184"/>
              <a:gd name="T19" fmla="*/ 204133450 h 184"/>
              <a:gd name="T20" fmla="*/ 88206263 w 184"/>
              <a:gd name="T21" fmla="*/ 204133450 h 184"/>
              <a:gd name="T22" fmla="*/ 88206263 w 184"/>
              <a:gd name="T23" fmla="*/ 292338125 h 184"/>
              <a:gd name="T24" fmla="*/ 0 w 184"/>
              <a:gd name="T25" fmla="*/ 292338125 h 184"/>
              <a:gd name="T26" fmla="*/ 0 w 184"/>
              <a:gd name="T27" fmla="*/ 463708750 h 184"/>
              <a:gd name="T28" fmla="*/ 204133450 w 184"/>
              <a:gd name="T29" fmla="*/ 463708750 h 184"/>
              <a:gd name="T30" fmla="*/ 204133450 w 184"/>
              <a:gd name="T31" fmla="*/ 292338125 h 184"/>
              <a:gd name="T32" fmla="*/ 115927188 w 184"/>
              <a:gd name="T33" fmla="*/ 292338125 h 184"/>
              <a:gd name="T34" fmla="*/ 115927188 w 184"/>
              <a:gd name="T35" fmla="*/ 231854375 h 184"/>
              <a:gd name="T36" fmla="*/ 347781563 w 184"/>
              <a:gd name="T37" fmla="*/ 231854375 h 184"/>
              <a:gd name="T38" fmla="*/ 347781563 w 184"/>
              <a:gd name="T39" fmla="*/ 292338125 h 184"/>
              <a:gd name="T40" fmla="*/ 259576888 w 184"/>
              <a:gd name="T41" fmla="*/ 292338125 h 184"/>
              <a:gd name="T42" fmla="*/ 259576888 w 184"/>
              <a:gd name="T43" fmla="*/ 463708750 h 184"/>
              <a:gd name="T44" fmla="*/ 463708750 w 184"/>
              <a:gd name="T45" fmla="*/ 463708750 h 184"/>
              <a:gd name="T46" fmla="*/ 463708750 w 184"/>
              <a:gd name="T47" fmla="*/ 292338125 h 184"/>
              <a:gd name="T48" fmla="*/ 375504075 w 184"/>
              <a:gd name="T49" fmla="*/ 292338125 h 184"/>
              <a:gd name="T50" fmla="*/ 176410938 w 184"/>
              <a:gd name="T51" fmla="*/ 320060638 h 184"/>
              <a:gd name="T52" fmla="*/ 176410938 w 184"/>
              <a:gd name="T53" fmla="*/ 347781563 h 184"/>
              <a:gd name="T54" fmla="*/ 27722513 w 184"/>
              <a:gd name="T55" fmla="*/ 347781563 h 184"/>
              <a:gd name="T56" fmla="*/ 27722513 w 184"/>
              <a:gd name="T57" fmla="*/ 320060638 h 184"/>
              <a:gd name="T58" fmla="*/ 176410938 w 184"/>
              <a:gd name="T59" fmla="*/ 320060638 h 184"/>
              <a:gd name="T60" fmla="*/ 176410938 w 184"/>
              <a:gd name="T61" fmla="*/ 57964388 h 184"/>
              <a:gd name="T62" fmla="*/ 176410938 w 184"/>
              <a:gd name="T63" fmla="*/ 27722513 h 184"/>
              <a:gd name="T64" fmla="*/ 320060638 w 184"/>
              <a:gd name="T65" fmla="*/ 27722513 h 184"/>
              <a:gd name="T66" fmla="*/ 320060638 w 184"/>
              <a:gd name="T67" fmla="*/ 57964388 h 184"/>
              <a:gd name="T68" fmla="*/ 176410938 w 184"/>
              <a:gd name="T69" fmla="*/ 57964388 h 184"/>
              <a:gd name="T70" fmla="*/ 435987825 w 184"/>
              <a:gd name="T71" fmla="*/ 347781563 h 184"/>
              <a:gd name="T72" fmla="*/ 292338125 w 184"/>
              <a:gd name="T73" fmla="*/ 347781563 h 184"/>
              <a:gd name="T74" fmla="*/ 292338125 w 184"/>
              <a:gd name="T75" fmla="*/ 320060638 h 184"/>
              <a:gd name="T76" fmla="*/ 435987825 w 184"/>
              <a:gd name="T77" fmla="*/ 320060638 h 184"/>
              <a:gd name="T78" fmla="*/ 435987825 w 184"/>
              <a:gd name="T79" fmla="*/ 347781563 h 18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84" h="184">
                <a:moveTo>
                  <a:pt x="149" y="116"/>
                </a:moveTo>
                <a:lnTo>
                  <a:pt x="149" y="81"/>
                </a:lnTo>
                <a:lnTo>
                  <a:pt x="103" y="81"/>
                </a:lnTo>
                <a:lnTo>
                  <a:pt x="103" y="70"/>
                </a:lnTo>
                <a:lnTo>
                  <a:pt x="138" y="70"/>
                </a:lnTo>
                <a:lnTo>
                  <a:pt x="138" y="0"/>
                </a:lnTo>
                <a:lnTo>
                  <a:pt x="57" y="0"/>
                </a:lnTo>
                <a:lnTo>
                  <a:pt x="57" y="70"/>
                </a:lnTo>
                <a:lnTo>
                  <a:pt x="92" y="70"/>
                </a:lnTo>
                <a:lnTo>
                  <a:pt x="92" y="81"/>
                </a:lnTo>
                <a:lnTo>
                  <a:pt x="35" y="81"/>
                </a:lnTo>
                <a:lnTo>
                  <a:pt x="35" y="116"/>
                </a:lnTo>
                <a:lnTo>
                  <a:pt x="0" y="116"/>
                </a:lnTo>
                <a:lnTo>
                  <a:pt x="0" y="184"/>
                </a:lnTo>
                <a:lnTo>
                  <a:pt x="81" y="184"/>
                </a:lnTo>
                <a:lnTo>
                  <a:pt x="81" y="116"/>
                </a:lnTo>
                <a:lnTo>
                  <a:pt x="46" y="116"/>
                </a:lnTo>
                <a:lnTo>
                  <a:pt x="46" y="92"/>
                </a:lnTo>
                <a:lnTo>
                  <a:pt x="138" y="92"/>
                </a:lnTo>
                <a:lnTo>
                  <a:pt x="138" y="116"/>
                </a:lnTo>
                <a:lnTo>
                  <a:pt x="103" y="116"/>
                </a:lnTo>
                <a:lnTo>
                  <a:pt x="103" y="184"/>
                </a:lnTo>
                <a:lnTo>
                  <a:pt x="184" y="184"/>
                </a:lnTo>
                <a:lnTo>
                  <a:pt x="184" y="116"/>
                </a:lnTo>
                <a:lnTo>
                  <a:pt x="149" y="116"/>
                </a:lnTo>
                <a:close/>
                <a:moveTo>
                  <a:pt x="70" y="127"/>
                </a:moveTo>
                <a:lnTo>
                  <a:pt x="70" y="138"/>
                </a:lnTo>
                <a:lnTo>
                  <a:pt x="11" y="138"/>
                </a:lnTo>
                <a:lnTo>
                  <a:pt x="11" y="127"/>
                </a:lnTo>
                <a:lnTo>
                  <a:pt x="70" y="127"/>
                </a:lnTo>
                <a:close/>
                <a:moveTo>
                  <a:pt x="70" y="23"/>
                </a:moveTo>
                <a:lnTo>
                  <a:pt x="70" y="11"/>
                </a:lnTo>
                <a:lnTo>
                  <a:pt x="127" y="11"/>
                </a:lnTo>
                <a:lnTo>
                  <a:pt x="127" y="23"/>
                </a:lnTo>
                <a:lnTo>
                  <a:pt x="70" y="23"/>
                </a:lnTo>
                <a:close/>
                <a:moveTo>
                  <a:pt x="173" y="138"/>
                </a:moveTo>
                <a:lnTo>
                  <a:pt x="116" y="138"/>
                </a:lnTo>
                <a:lnTo>
                  <a:pt x="116" y="127"/>
                </a:lnTo>
                <a:lnTo>
                  <a:pt x="173" y="127"/>
                </a:lnTo>
                <a:lnTo>
                  <a:pt x="173" y="13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77" name="稻壳儿小白白(http://dwz.cn/Wu2UP)"/>
          <p:cNvPicPr>
            <a:picLocks noChangeArrowheads="1"/>
          </p:cNvPicPr>
          <p:nvPr/>
        </p:nvPicPr>
        <p:blipFill>
          <a:blip r:embed="rId46">
            <a:duotone>
              <a:srgbClr val="336699"/>
              <a:srgbClr val="336699"/>
            </a:duotone>
          </a:blip>
          <a:srcRect/>
          <a:stretch>
            <a:fillRect/>
          </a:stretch>
        </p:blipFill>
        <p:spPr>
          <a:xfrm>
            <a:off x="2775871" y="2324671"/>
            <a:ext cx="31546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78" name="稻壳儿小白白(http://dwz.cn/Wu2UP)"/>
          <p:cNvPicPr>
            <a:picLocks noChangeArrowheads="1"/>
          </p:cNvPicPr>
          <p:nvPr/>
        </p:nvPicPr>
        <p:blipFill>
          <a:blip r:embed="rId47">
            <a:duotone>
              <a:srgbClr val="336699"/>
              <a:srgbClr val="336699"/>
            </a:duotone>
          </a:blip>
          <a:srcRect/>
          <a:stretch>
            <a:fillRect/>
          </a:stretch>
        </p:blipFill>
        <p:spPr>
          <a:xfrm>
            <a:off x="1510570" y="2324671"/>
            <a:ext cx="317183"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79" name="稻壳儿小白白(http://dwz.cn/Wu2UP)"/>
          <p:cNvPicPr>
            <a:picLocks noChangeArrowheads="1"/>
          </p:cNvPicPr>
          <p:nvPr/>
        </p:nvPicPr>
        <p:blipFill>
          <a:blip r:embed="rId48">
            <a:duotone>
              <a:srgbClr val="336699"/>
              <a:srgbClr val="336699"/>
            </a:duotone>
          </a:blip>
          <a:srcRect/>
          <a:stretch>
            <a:fillRect/>
          </a:stretch>
        </p:blipFill>
        <p:spPr>
          <a:xfrm>
            <a:off x="3406807" y="2324671"/>
            <a:ext cx="317183"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80" name="稻壳儿小白白(http://dwz.cn/Wu2UP)"/>
          <p:cNvPicPr>
            <a:picLocks noChangeArrowheads="1"/>
          </p:cNvPicPr>
          <p:nvPr/>
        </p:nvPicPr>
        <p:blipFill>
          <a:blip r:embed="rId49">
            <a:duotone>
              <a:srgbClr val="336699"/>
              <a:srgbClr val="336699"/>
            </a:duotone>
          </a:blip>
          <a:srcRect/>
          <a:stretch>
            <a:fillRect/>
          </a:stretch>
        </p:blipFill>
        <p:spPr>
          <a:xfrm>
            <a:off x="2143221" y="2324671"/>
            <a:ext cx="31546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81" name="稻壳儿小白白(http://dwz.cn/Wu2UP)"/>
          <p:cNvSpPr>
            <a:spLocks noEditPoints="1"/>
          </p:cNvSpPr>
          <p:nvPr/>
        </p:nvSpPr>
        <p:spPr>
          <a:xfrm>
            <a:off x="6568345" y="2328100"/>
            <a:ext cx="315468" cy="277749"/>
          </a:xfrm>
          <a:custGeom>
            <a:avLst/>
            <a:gdLst>
              <a:gd name="T0" fmla="*/ 678470239 w 116"/>
              <a:gd name="T1" fmla="*/ 444995954 h 102"/>
              <a:gd name="T2" fmla="*/ 418496203 w 116"/>
              <a:gd name="T3" fmla="*/ 298781881 h 102"/>
              <a:gd name="T4" fmla="*/ 437517956 w 116"/>
              <a:gd name="T5" fmla="*/ 260639299 h 102"/>
              <a:gd name="T6" fmla="*/ 507266903 w 116"/>
              <a:gd name="T7" fmla="*/ 139855295 h 102"/>
              <a:gd name="T8" fmla="*/ 367769009 w 116"/>
              <a:gd name="T9" fmla="*/ 0 h 102"/>
              <a:gd name="T10" fmla="*/ 234611698 w 116"/>
              <a:gd name="T11" fmla="*/ 139855295 h 102"/>
              <a:gd name="T12" fmla="*/ 278998308 w 116"/>
              <a:gd name="T13" fmla="*/ 184354134 h 102"/>
              <a:gd name="T14" fmla="*/ 323382399 w 116"/>
              <a:gd name="T15" fmla="*/ 139855295 h 102"/>
              <a:gd name="T16" fmla="*/ 367769009 w 116"/>
              <a:gd name="T17" fmla="*/ 95356456 h 102"/>
              <a:gd name="T18" fmla="*/ 418496203 w 116"/>
              <a:gd name="T19" fmla="*/ 139855295 h 102"/>
              <a:gd name="T20" fmla="*/ 393131347 w 116"/>
              <a:gd name="T21" fmla="*/ 177997877 h 102"/>
              <a:gd name="T22" fmla="*/ 323382399 w 116"/>
              <a:gd name="T23" fmla="*/ 298781881 h 102"/>
              <a:gd name="T24" fmla="*/ 63408363 w 116"/>
              <a:gd name="T25" fmla="*/ 444995954 h 102"/>
              <a:gd name="T26" fmla="*/ 0 w 116"/>
              <a:gd name="T27" fmla="*/ 553064923 h 102"/>
              <a:gd name="T28" fmla="*/ 95113803 w 116"/>
              <a:gd name="T29" fmla="*/ 648421379 h 102"/>
              <a:gd name="T30" fmla="*/ 646767316 w 116"/>
              <a:gd name="T31" fmla="*/ 648421379 h 102"/>
              <a:gd name="T32" fmla="*/ 735538017 w 116"/>
              <a:gd name="T33" fmla="*/ 553064923 h 102"/>
              <a:gd name="T34" fmla="*/ 678470239 w 116"/>
              <a:gd name="T35" fmla="*/ 444995954 h 102"/>
              <a:gd name="T36" fmla="*/ 95113803 w 116"/>
              <a:gd name="T37" fmla="*/ 553064923 h 102"/>
              <a:gd name="T38" fmla="*/ 107794972 w 116"/>
              <a:gd name="T39" fmla="*/ 527637375 h 102"/>
              <a:gd name="T40" fmla="*/ 367769009 w 116"/>
              <a:gd name="T41" fmla="*/ 381423302 h 102"/>
              <a:gd name="T42" fmla="*/ 627743045 w 116"/>
              <a:gd name="T43" fmla="*/ 521281118 h 102"/>
              <a:gd name="T44" fmla="*/ 646767316 w 116"/>
              <a:gd name="T45" fmla="*/ 553064923 h 102"/>
              <a:gd name="T46" fmla="*/ 95113803 w 116"/>
              <a:gd name="T47" fmla="*/ 553064923 h 102"/>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6" h="102">
                <a:moveTo>
                  <a:pt x="107" y="70"/>
                </a:moveTo>
                <a:cubicBezTo>
                  <a:pt x="66" y="47"/>
                  <a:pt x="66" y="47"/>
                  <a:pt x="66" y="47"/>
                </a:cubicBezTo>
                <a:cubicBezTo>
                  <a:pt x="66" y="45"/>
                  <a:pt x="67" y="42"/>
                  <a:pt x="69" y="41"/>
                </a:cubicBezTo>
                <a:cubicBezTo>
                  <a:pt x="76" y="37"/>
                  <a:pt x="80" y="30"/>
                  <a:pt x="80" y="22"/>
                </a:cubicBezTo>
                <a:cubicBezTo>
                  <a:pt x="80" y="10"/>
                  <a:pt x="70" y="0"/>
                  <a:pt x="58" y="0"/>
                </a:cubicBezTo>
                <a:cubicBezTo>
                  <a:pt x="46" y="0"/>
                  <a:pt x="37" y="10"/>
                  <a:pt x="37" y="22"/>
                </a:cubicBezTo>
                <a:cubicBezTo>
                  <a:pt x="37" y="26"/>
                  <a:pt x="40" y="29"/>
                  <a:pt x="44" y="29"/>
                </a:cubicBezTo>
                <a:cubicBezTo>
                  <a:pt x="48" y="29"/>
                  <a:pt x="51" y="26"/>
                  <a:pt x="51" y="22"/>
                </a:cubicBezTo>
                <a:cubicBezTo>
                  <a:pt x="51" y="18"/>
                  <a:pt x="54" y="15"/>
                  <a:pt x="58" y="15"/>
                </a:cubicBezTo>
                <a:cubicBezTo>
                  <a:pt x="62" y="15"/>
                  <a:pt x="66" y="18"/>
                  <a:pt x="66" y="22"/>
                </a:cubicBezTo>
                <a:cubicBezTo>
                  <a:pt x="66" y="25"/>
                  <a:pt x="64" y="27"/>
                  <a:pt x="62" y="28"/>
                </a:cubicBezTo>
                <a:cubicBezTo>
                  <a:pt x="55" y="32"/>
                  <a:pt x="51" y="39"/>
                  <a:pt x="51" y="47"/>
                </a:cubicBezTo>
                <a:cubicBezTo>
                  <a:pt x="10" y="70"/>
                  <a:pt x="10" y="70"/>
                  <a:pt x="10" y="70"/>
                </a:cubicBezTo>
                <a:cubicBezTo>
                  <a:pt x="4" y="74"/>
                  <a:pt x="0" y="81"/>
                  <a:pt x="0" y="87"/>
                </a:cubicBezTo>
                <a:cubicBezTo>
                  <a:pt x="0" y="95"/>
                  <a:pt x="7" y="102"/>
                  <a:pt x="15" y="102"/>
                </a:cubicBezTo>
                <a:cubicBezTo>
                  <a:pt x="102" y="102"/>
                  <a:pt x="102" y="102"/>
                  <a:pt x="102" y="102"/>
                </a:cubicBezTo>
                <a:cubicBezTo>
                  <a:pt x="110" y="102"/>
                  <a:pt x="116" y="95"/>
                  <a:pt x="116" y="87"/>
                </a:cubicBezTo>
                <a:cubicBezTo>
                  <a:pt x="116" y="81"/>
                  <a:pt x="112" y="74"/>
                  <a:pt x="107" y="70"/>
                </a:cubicBezTo>
                <a:close/>
                <a:moveTo>
                  <a:pt x="15" y="87"/>
                </a:moveTo>
                <a:cubicBezTo>
                  <a:pt x="15" y="86"/>
                  <a:pt x="16" y="83"/>
                  <a:pt x="17" y="83"/>
                </a:cubicBezTo>
                <a:cubicBezTo>
                  <a:pt x="58" y="60"/>
                  <a:pt x="58" y="60"/>
                  <a:pt x="58" y="60"/>
                </a:cubicBezTo>
                <a:cubicBezTo>
                  <a:pt x="99" y="82"/>
                  <a:pt x="99" y="82"/>
                  <a:pt x="99" y="82"/>
                </a:cubicBezTo>
                <a:cubicBezTo>
                  <a:pt x="100" y="83"/>
                  <a:pt x="102" y="86"/>
                  <a:pt x="102" y="87"/>
                </a:cubicBezTo>
                <a:lnTo>
                  <a:pt x="15" y="8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82" name="稻壳儿小白白(http://dwz.cn/Wu2UP)"/>
          <p:cNvSpPr>
            <a:spLocks noEditPoints="1"/>
          </p:cNvSpPr>
          <p:nvPr/>
        </p:nvSpPr>
        <p:spPr>
          <a:xfrm>
            <a:off x="7202710" y="2350388"/>
            <a:ext cx="315468" cy="276035"/>
          </a:xfrm>
          <a:custGeom>
            <a:avLst/>
            <a:gdLst>
              <a:gd name="T0" fmla="*/ 551653513 w 116"/>
              <a:gd name="T1" fmla="*/ 441863571 h 101"/>
              <a:gd name="T2" fmla="*/ 589699538 w 116"/>
              <a:gd name="T3" fmla="*/ 64038712 h 101"/>
              <a:gd name="T4" fmla="*/ 577015851 w 116"/>
              <a:gd name="T5" fmla="*/ 38421709 h 101"/>
              <a:gd name="T6" fmla="*/ 367769009 w 116"/>
              <a:gd name="T7" fmla="*/ 0 h 101"/>
              <a:gd name="T8" fmla="*/ 152179064 w 116"/>
              <a:gd name="T9" fmla="*/ 38421709 h 101"/>
              <a:gd name="T10" fmla="*/ 139497895 w 116"/>
              <a:gd name="T11" fmla="*/ 64038712 h 101"/>
              <a:gd name="T12" fmla="*/ 183884504 w 116"/>
              <a:gd name="T13" fmla="*/ 441863571 h 101"/>
              <a:gd name="T14" fmla="*/ 0 w 116"/>
              <a:gd name="T15" fmla="*/ 461073160 h 101"/>
              <a:gd name="T16" fmla="*/ 133157310 w 116"/>
              <a:gd name="T17" fmla="*/ 601957821 h 101"/>
              <a:gd name="T18" fmla="*/ 367769009 w 116"/>
              <a:gd name="T19" fmla="*/ 646784413 h 101"/>
              <a:gd name="T20" fmla="*/ 596040122 w 116"/>
              <a:gd name="T21" fmla="*/ 601957821 h 101"/>
              <a:gd name="T22" fmla="*/ 735538017 w 116"/>
              <a:gd name="T23" fmla="*/ 461073160 h 101"/>
              <a:gd name="T24" fmla="*/ 551653513 w 116"/>
              <a:gd name="T25" fmla="*/ 441863571 h 101"/>
              <a:gd name="T26" fmla="*/ 272655205 w 116"/>
              <a:gd name="T27" fmla="*/ 83248301 h 101"/>
              <a:gd name="T28" fmla="*/ 272655205 w 116"/>
              <a:gd name="T29" fmla="*/ 83248301 h 101"/>
              <a:gd name="T30" fmla="*/ 304360646 w 116"/>
              <a:gd name="T31" fmla="*/ 377824859 h 101"/>
              <a:gd name="T32" fmla="*/ 304360646 w 116"/>
              <a:gd name="T33" fmla="*/ 454670807 h 101"/>
              <a:gd name="T34" fmla="*/ 215589945 w 116"/>
              <a:gd name="T35" fmla="*/ 448265924 h 101"/>
              <a:gd name="T36" fmla="*/ 215589945 w 116"/>
              <a:gd name="T37" fmla="*/ 377824859 h 101"/>
              <a:gd name="T38" fmla="*/ 183884504 w 116"/>
              <a:gd name="T39" fmla="*/ 83248301 h 101"/>
              <a:gd name="T40" fmla="*/ 183884504 w 116"/>
              <a:gd name="T41" fmla="*/ 70441065 h 101"/>
              <a:gd name="T42" fmla="*/ 272655205 w 116"/>
              <a:gd name="T43" fmla="*/ 83248301 h 101"/>
              <a:gd name="T44" fmla="*/ 697491992 w 116"/>
              <a:gd name="T45" fmla="*/ 486690163 h 101"/>
              <a:gd name="T46" fmla="*/ 691151408 w 116"/>
              <a:gd name="T47" fmla="*/ 493092516 h 101"/>
              <a:gd name="T48" fmla="*/ 596040122 w 116"/>
              <a:gd name="T49" fmla="*/ 557131229 h 101"/>
              <a:gd name="T50" fmla="*/ 367769009 w 116"/>
              <a:gd name="T51" fmla="*/ 601957821 h 101"/>
              <a:gd name="T52" fmla="*/ 133157310 w 116"/>
              <a:gd name="T53" fmla="*/ 557131229 h 101"/>
              <a:gd name="T54" fmla="*/ 38046025 w 116"/>
              <a:gd name="T55" fmla="*/ 493092516 h 101"/>
              <a:gd name="T56" fmla="*/ 38046025 w 116"/>
              <a:gd name="T57" fmla="*/ 486690163 h 101"/>
              <a:gd name="T58" fmla="*/ 38046025 w 116"/>
              <a:gd name="T59" fmla="*/ 486690163 h 101"/>
              <a:gd name="T60" fmla="*/ 50727194 w 116"/>
              <a:gd name="T61" fmla="*/ 461073160 h 101"/>
              <a:gd name="T62" fmla="*/ 82430116 w 116"/>
              <a:gd name="T63" fmla="*/ 461073160 h 101"/>
              <a:gd name="T64" fmla="*/ 139497895 w 116"/>
              <a:gd name="T65" fmla="*/ 499497400 h 101"/>
              <a:gd name="T66" fmla="*/ 367769009 w 116"/>
              <a:gd name="T67" fmla="*/ 544323992 h 101"/>
              <a:gd name="T68" fmla="*/ 589699538 w 116"/>
              <a:gd name="T69" fmla="*/ 499497400 h 101"/>
              <a:gd name="T70" fmla="*/ 653107901 w 116"/>
              <a:gd name="T71" fmla="*/ 461073160 h 101"/>
              <a:gd name="T72" fmla="*/ 678470239 w 116"/>
              <a:gd name="T73" fmla="*/ 461073160 h 101"/>
              <a:gd name="T74" fmla="*/ 697491992 w 116"/>
              <a:gd name="T75" fmla="*/ 480285280 h 101"/>
              <a:gd name="T76" fmla="*/ 697491992 w 116"/>
              <a:gd name="T77" fmla="*/ 486690163 h 10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16" h="101">
                <a:moveTo>
                  <a:pt x="87" y="69"/>
                </a:moveTo>
                <a:cubicBezTo>
                  <a:pt x="87" y="46"/>
                  <a:pt x="87" y="28"/>
                  <a:pt x="93" y="10"/>
                </a:cubicBezTo>
                <a:cubicBezTo>
                  <a:pt x="93" y="8"/>
                  <a:pt x="93" y="6"/>
                  <a:pt x="91" y="6"/>
                </a:cubicBezTo>
                <a:cubicBezTo>
                  <a:pt x="86" y="4"/>
                  <a:pt x="74" y="0"/>
                  <a:pt x="58" y="0"/>
                </a:cubicBezTo>
                <a:cubicBezTo>
                  <a:pt x="42" y="0"/>
                  <a:pt x="30" y="4"/>
                  <a:pt x="24" y="6"/>
                </a:cubicBezTo>
                <a:cubicBezTo>
                  <a:pt x="23" y="6"/>
                  <a:pt x="22" y="8"/>
                  <a:pt x="22" y="10"/>
                </a:cubicBezTo>
                <a:cubicBezTo>
                  <a:pt x="28" y="28"/>
                  <a:pt x="28" y="46"/>
                  <a:pt x="29" y="69"/>
                </a:cubicBezTo>
                <a:cubicBezTo>
                  <a:pt x="11" y="66"/>
                  <a:pt x="0" y="63"/>
                  <a:pt x="0" y="72"/>
                </a:cubicBezTo>
                <a:cubicBezTo>
                  <a:pt x="0" y="78"/>
                  <a:pt x="7" y="87"/>
                  <a:pt x="21" y="94"/>
                </a:cubicBezTo>
                <a:cubicBezTo>
                  <a:pt x="30" y="98"/>
                  <a:pt x="43" y="101"/>
                  <a:pt x="58" y="101"/>
                </a:cubicBezTo>
                <a:cubicBezTo>
                  <a:pt x="72" y="101"/>
                  <a:pt x="85" y="98"/>
                  <a:pt x="94" y="94"/>
                </a:cubicBezTo>
                <a:cubicBezTo>
                  <a:pt x="108" y="87"/>
                  <a:pt x="116" y="77"/>
                  <a:pt x="116" y="72"/>
                </a:cubicBezTo>
                <a:cubicBezTo>
                  <a:pt x="116" y="63"/>
                  <a:pt x="104" y="66"/>
                  <a:pt x="87" y="69"/>
                </a:cubicBezTo>
                <a:close/>
                <a:moveTo>
                  <a:pt x="43" y="13"/>
                </a:moveTo>
                <a:cubicBezTo>
                  <a:pt x="43" y="13"/>
                  <a:pt x="43" y="13"/>
                  <a:pt x="43" y="13"/>
                </a:cubicBezTo>
                <a:cubicBezTo>
                  <a:pt x="47" y="27"/>
                  <a:pt x="48" y="42"/>
                  <a:pt x="48" y="59"/>
                </a:cubicBezTo>
                <a:cubicBezTo>
                  <a:pt x="48" y="63"/>
                  <a:pt x="48" y="67"/>
                  <a:pt x="48" y="71"/>
                </a:cubicBezTo>
                <a:cubicBezTo>
                  <a:pt x="46" y="71"/>
                  <a:pt x="36" y="71"/>
                  <a:pt x="34" y="70"/>
                </a:cubicBezTo>
                <a:cubicBezTo>
                  <a:pt x="34" y="67"/>
                  <a:pt x="34" y="63"/>
                  <a:pt x="34" y="59"/>
                </a:cubicBezTo>
                <a:cubicBezTo>
                  <a:pt x="34" y="42"/>
                  <a:pt x="33" y="28"/>
                  <a:pt x="29" y="13"/>
                </a:cubicBezTo>
                <a:cubicBezTo>
                  <a:pt x="29" y="11"/>
                  <a:pt x="29" y="11"/>
                  <a:pt x="29" y="11"/>
                </a:cubicBezTo>
                <a:cubicBezTo>
                  <a:pt x="31" y="12"/>
                  <a:pt x="40" y="12"/>
                  <a:pt x="43" y="13"/>
                </a:cubicBezTo>
                <a:close/>
                <a:moveTo>
                  <a:pt x="110" y="76"/>
                </a:moveTo>
                <a:cubicBezTo>
                  <a:pt x="109" y="77"/>
                  <a:pt x="109" y="77"/>
                  <a:pt x="109" y="77"/>
                </a:cubicBezTo>
                <a:cubicBezTo>
                  <a:pt x="105" y="80"/>
                  <a:pt x="100" y="84"/>
                  <a:pt x="94" y="87"/>
                </a:cubicBezTo>
                <a:cubicBezTo>
                  <a:pt x="85" y="91"/>
                  <a:pt x="71" y="94"/>
                  <a:pt x="58" y="94"/>
                </a:cubicBezTo>
                <a:cubicBezTo>
                  <a:pt x="44" y="94"/>
                  <a:pt x="30" y="91"/>
                  <a:pt x="21" y="87"/>
                </a:cubicBezTo>
                <a:cubicBezTo>
                  <a:pt x="15" y="84"/>
                  <a:pt x="10" y="80"/>
                  <a:pt x="6" y="77"/>
                </a:cubicBezTo>
                <a:cubicBezTo>
                  <a:pt x="6" y="76"/>
                  <a:pt x="6" y="76"/>
                  <a:pt x="6" y="76"/>
                </a:cubicBezTo>
                <a:cubicBezTo>
                  <a:pt x="6" y="76"/>
                  <a:pt x="6" y="76"/>
                  <a:pt x="6" y="76"/>
                </a:cubicBezTo>
                <a:cubicBezTo>
                  <a:pt x="6" y="74"/>
                  <a:pt x="7" y="73"/>
                  <a:pt x="8" y="72"/>
                </a:cubicBezTo>
                <a:cubicBezTo>
                  <a:pt x="10" y="71"/>
                  <a:pt x="12" y="71"/>
                  <a:pt x="13" y="72"/>
                </a:cubicBezTo>
                <a:cubicBezTo>
                  <a:pt x="16" y="74"/>
                  <a:pt x="19" y="76"/>
                  <a:pt x="22" y="78"/>
                </a:cubicBezTo>
                <a:cubicBezTo>
                  <a:pt x="31" y="82"/>
                  <a:pt x="44" y="85"/>
                  <a:pt x="58" y="85"/>
                </a:cubicBezTo>
                <a:cubicBezTo>
                  <a:pt x="71" y="85"/>
                  <a:pt x="84" y="82"/>
                  <a:pt x="93" y="78"/>
                </a:cubicBezTo>
                <a:cubicBezTo>
                  <a:pt x="97" y="76"/>
                  <a:pt x="100" y="74"/>
                  <a:pt x="103" y="72"/>
                </a:cubicBezTo>
                <a:cubicBezTo>
                  <a:pt x="104" y="71"/>
                  <a:pt x="106" y="71"/>
                  <a:pt x="107" y="72"/>
                </a:cubicBezTo>
                <a:cubicBezTo>
                  <a:pt x="109" y="72"/>
                  <a:pt x="110" y="74"/>
                  <a:pt x="110" y="75"/>
                </a:cubicBezTo>
                <a:lnTo>
                  <a:pt x="110" y="7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83" name="稻壳儿小白白(http://dwz.cn/Wu2UP)"/>
          <p:cNvPicPr>
            <a:picLocks noChangeArrowheads="1"/>
          </p:cNvPicPr>
          <p:nvPr/>
        </p:nvPicPr>
        <p:blipFill>
          <a:blip r:embed="rId50">
            <a:duotone>
              <a:srgbClr val="336699"/>
              <a:srgbClr val="336699"/>
            </a:duotone>
          </a:blip>
          <a:srcRect/>
          <a:stretch>
            <a:fillRect/>
          </a:stretch>
        </p:blipFill>
        <p:spPr>
          <a:xfrm>
            <a:off x="7850791" y="2352103"/>
            <a:ext cx="303467" cy="29660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84" name="稻壳儿小白白(http://dwz.cn/Wu2UP)"/>
          <p:cNvPicPr>
            <a:picLocks noChangeArrowheads="1"/>
          </p:cNvPicPr>
          <p:nvPr/>
        </p:nvPicPr>
        <p:blipFill>
          <a:blip r:embed="rId51">
            <a:duotone>
              <a:srgbClr val="336699"/>
              <a:srgbClr val="336699"/>
            </a:duotone>
          </a:blip>
          <a:srcRect/>
          <a:stretch>
            <a:fillRect/>
          </a:stretch>
        </p:blipFill>
        <p:spPr>
          <a:xfrm>
            <a:off x="5303044" y="2324671"/>
            <a:ext cx="31546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85" name="稻壳儿小白白(http://dwz.cn/Wu2UP)"/>
          <p:cNvPicPr>
            <a:picLocks noChangeArrowheads="1"/>
          </p:cNvPicPr>
          <p:nvPr/>
        </p:nvPicPr>
        <p:blipFill>
          <a:blip r:embed="rId52">
            <a:duotone>
              <a:srgbClr val="336699"/>
              <a:srgbClr val="336699"/>
            </a:duotone>
          </a:blip>
          <a:srcRect/>
          <a:stretch>
            <a:fillRect/>
          </a:stretch>
        </p:blipFill>
        <p:spPr>
          <a:xfrm>
            <a:off x="5935695" y="2324671"/>
            <a:ext cx="31546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86" name="稻壳儿小白白(http://dwz.cn/Wu2UP)"/>
          <p:cNvPicPr>
            <a:picLocks noChangeArrowheads="1"/>
          </p:cNvPicPr>
          <p:nvPr/>
        </p:nvPicPr>
        <p:blipFill>
          <a:blip r:embed="rId53">
            <a:duotone>
              <a:srgbClr val="336699"/>
              <a:srgbClr val="336699"/>
            </a:duotone>
          </a:blip>
          <a:srcRect/>
          <a:stretch>
            <a:fillRect/>
          </a:stretch>
        </p:blipFill>
        <p:spPr>
          <a:xfrm>
            <a:off x="4039458" y="2324671"/>
            <a:ext cx="29660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87" name="稻壳儿小白白(http://dwz.cn/Wu2UP)"/>
          <p:cNvPicPr>
            <a:picLocks noChangeArrowheads="1"/>
          </p:cNvPicPr>
          <p:nvPr/>
        </p:nvPicPr>
        <p:blipFill>
          <a:blip r:embed="rId54">
            <a:duotone>
              <a:srgbClr val="336699"/>
              <a:srgbClr val="336699"/>
            </a:duotone>
          </a:blip>
          <a:srcRect/>
          <a:stretch>
            <a:fillRect/>
          </a:stretch>
        </p:blipFill>
        <p:spPr>
          <a:xfrm>
            <a:off x="4672108" y="2324671"/>
            <a:ext cx="315468" cy="324040"/>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88" name="稻壳儿小白白(http://dwz.cn/Wu2UP)"/>
          <p:cNvSpPr/>
          <p:nvPr/>
        </p:nvSpPr>
        <p:spPr>
          <a:xfrm>
            <a:off x="5937409" y="4227766"/>
            <a:ext cx="315468" cy="315468"/>
          </a:xfrm>
          <a:custGeom>
            <a:avLst/>
            <a:gdLst>
              <a:gd name="T0" fmla="*/ 735538017 w 116"/>
              <a:gd name="T1" fmla="*/ 462882812 h 116"/>
              <a:gd name="T2" fmla="*/ 405815034 w 116"/>
              <a:gd name="T3" fmla="*/ 564334682 h 116"/>
              <a:gd name="T4" fmla="*/ 703832577 w 116"/>
              <a:gd name="T5" fmla="*/ 152179064 h 116"/>
              <a:gd name="T6" fmla="*/ 405815034 w 116"/>
              <a:gd name="T7" fmla="*/ 481904566 h 116"/>
              <a:gd name="T8" fmla="*/ 367769009 w 116"/>
              <a:gd name="T9" fmla="*/ 0 h 116"/>
              <a:gd name="T10" fmla="*/ 323382399 w 116"/>
              <a:gd name="T11" fmla="*/ 475563981 h 116"/>
              <a:gd name="T12" fmla="*/ 31705441 w 116"/>
              <a:gd name="T13" fmla="*/ 152179064 h 116"/>
              <a:gd name="T14" fmla="*/ 329722984 w 116"/>
              <a:gd name="T15" fmla="*/ 564334682 h 116"/>
              <a:gd name="T16" fmla="*/ 0 w 116"/>
              <a:gd name="T17" fmla="*/ 462882812 h 116"/>
              <a:gd name="T18" fmla="*/ 304360646 w 116"/>
              <a:gd name="T19" fmla="*/ 589699538 h 116"/>
              <a:gd name="T20" fmla="*/ 63408363 w 116"/>
              <a:gd name="T21" fmla="*/ 659448485 h 116"/>
              <a:gd name="T22" fmla="*/ 342406671 w 116"/>
              <a:gd name="T23" fmla="*/ 596040122 h 116"/>
              <a:gd name="T24" fmla="*/ 323382399 w 116"/>
              <a:gd name="T25" fmla="*/ 735538017 h 116"/>
              <a:gd name="T26" fmla="*/ 412155618 w 116"/>
              <a:gd name="T27" fmla="*/ 735538017 h 116"/>
              <a:gd name="T28" fmla="*/ 393131347 w 116"/>
              <a:gd name="T29" fmla="*/ 596040122 h 116"/>
              <a:gd name="T30" fmla="*/ 672129654 w 116"/>
              <a:gd name="T31" fmla="*/ 659448485 h 116"/>
              <a:gd name="T32" fmla="*/ 431177372 w 116"/>
              <a:gd name="T33" fmla="*/ 589699538 h 116"/>
              <a:gd name="T34" fmla="*/ 735538017 w 116"/>
              <a:gd name="T35" fmla="*/ 462882812 h 11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6" h="116">
                <a:moveTo>
                  <a:pt x="116" y="73"/>
                </a:moveTo>
                <a:cubicBezTo>
                  <a:pt x="102" y="70"/>
                  <a:pt x="79" y="78"/>
                  <a:pt x="64" y="89"/>
                </a:cubicBezTo>
                <a:cubicBezTo>
                  <a:pt x="90" y="64"/>
                  <a:pt x="107" y="55"/>
                  <a:pt x="111" y="24"/>
                </a:cubicBezTo>
                <a:cubicBezTo>
                  <a:pt x="87" y="34"/>
                  <a:pt x="73" y="56"/>
                  <a:pt x="64" y="76"/>
                </a:cubicBezTo>
                <a:cubicBezTo>
                  <a:pt x="72" y="48"/>
                  <a:pt x="69" y="19"/>
                  <a:pt x="58" y="0"/>
                </a:cubicBezTo>
                <a:cubicBezTo>
                  <a:pt x="48" y="19"/>
                  <a:pt x="44" y="47"/>
                  <a:pt x="51" y="75"/>
                </a:cubicBezTo>
                <a:cubicBezTo>
                  <a:pt x="43" y="55"/>
                  <a:pt x="28" y="34"/>
                  <a:pt x="5" y="24"/>
                </a:cubicBezTo>
                <a:cubicBezTo>
                  <a:pt x="9" y="55"/>
                  <a:pt x="26" y="64"/>
                  <a:pt x="52" y="89"/>
                </a:cubicBezTo>
                <a:cubicBezTo>
                  <a:pt x="37" y="78"/>
                  <a:pt x="14" y="70"/>
                  <a:pt x="0" y="73"/>
                </a:cubicBezTo>
                <a:cubicBezTo>
                  <a:pt x="6" y="86"/>
                  <a:pt x="26" y="91"/>
                  <a:pt x="48" y="93"/>
                </a:cubicBezTo>
                <a:cubicBezTo>
                  <a:pt x="32" y="97"/>
                  <a:pt x="21" y="97"/>
                  <a:pt x="10" y="104"/>
                </a:cubicBezTo>
                <a:cubicBezTo>
                  <a:pt x="27" y="110"/>
                  <a:pt x="43" y="106"/>
                  <a:pt x="54" y="94"/>
                </a:cubicBezTo>
                <a:cubicBezTo>
                  <a:pt x="51" y="116"/>
                  <a:pt x="51" y="116"/>
                  <a:pt x="51" y="116"/>
                </a:cubicBezTo>
                <a:cubicBezTo>
                  <a:pt x="65" y="116"/>
                  <a:pt x="65" y="116"/>
                  <a:pt x="65" y="116"/>
                </a:cubicBezTo>
                <a:cubicBezTo>
                  <a:pt x="62" y="94"/>
                  <a:pt x="62" y="94"/>
                  <a:pt x="62" y="94"/>
                </a:cubicBezTo>
                <a:cubicBezTo>
                  <a:pt x="73" y="106"/>
                  <a:pt x="89" y="110"/>
                  <a:pt x="106" y="104"/>
                </a:cubicBezTo>
                <a:cubicBezTo>
                  <a:pt x="95" y="97"/>
                  <a:pt x="84" y="97"/>
                  <a:pt x="68" y="93"/>
                </a:cubicBezTo>
                <a:cubicBezTo>
                  <a:pt x="90" y="91"/>
                  <a:pt x="110" y="86"/>
                  <a:pt x="116" y="7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89" name="稻壳儿小白白(http://dwz.cn/Wu2UP)"/>
          <p:cNvPicPr>
            <a:picLocks noChangeArrowheads="1"/>
          </p:cNvPicPr>
          <p:nvPr/>
        </p:nvPicPr>
        <p:blipFill>
          <a:blip r:embed="rId55">
            <a:duotone>
              <a:srgbClr val="336699"/>
              <a:srgbClr val="336699"/>
            </a:duotone>
          </a:blip>
          <a:srcRect/>
          <a:stretch>
            <a:fillRect/>
          </a:stretch>
        </p:blipFill>
        <p:spPr>
          <a:xfrm>
            <a:off x="6561487" y="4227766"/>
            <a:ext cx="322326"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90" name="稻壳儿小白白(http://dwz.cn/Wu2UP)"/>
          <p:cNvPicPr>
            <a:picLocks noChangeArrowheads="1"/>
          </p:cNvPicPr>
          <p:nvPr/>
        </p:nvPicPr>
        <p:blipFill>
          <a:blip r:embed="rId56">
            <a:duotone>
              <a:srgbClr val="336699"/>
              <a:srgbClr val="336699"/>
            </a:duotone>
          </a:blip>
          <a:srcRect/>
          <a:stretch>
            <a:fillRect/>
          </a:stretch>
        </p:blipFill>
        <p:spPr>
          <a:xfrm>
            <a:off x="7206139" y="4227766"/>
            <a:ext cx="308610"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91" name="稻壳儿小白白(http://dwz.cn/Wu2UP)"/>
          <p:cNvPicPr>
            <a:picLocks noChangeArrowheads="1"/>
          </p:cNvPicPr>
          <p:nvPr/>
        </p:nvPicPr>
        <p:blipFill>
          <a:blip r:embed="rId57">
            <a:duotone>
              <a:srgbClr val="336699"/>
              <a:srgbClr val="336699"/>
            </a:duotone>
          </a:blip>
          <a:srcRect/>
          <a:stretch>
            <a:fillRect/>
          </a:stretch>
        </p:blipFill>
        <p:spPr>
          <a:xfrm>
            <a:off x="2182654" y="4227766"/>
            <a:ext cx="276035" cy="31718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92" name="稻壳儿小白白(http://dwz.cn/Wu2UP)"/>
          <p:cNvSpPr/>
          <p:nvPr/>
        </p:nvSpPr>
        <p:spPr>
          <a:xfrm>
            <a:off x="5409343" y="5539358"/>
            <a:ext cx="181737" cy="265748"/>
          </a:xfrm>
          <a:custGeom>
            <a:avLst/>
            <a:gdLst>
              <a:gd name="T0" fmla="*/ 40322500 w 106"/>
              <a:gd name="T1" fmla="*/ 390625806 h 155"/>
              <a:gd name="T2" fmla="*/ 267136563 w 106"/>
              <a:gd name="T3" fmla="*/ 194053219 h 155"/>
              <a:gd name="T4" fmla="*/ 40322500 w 106"/>
              <a:gd name="T5" fmla="*/ 0 h 155"/>
              <a:gd name="T6" fmla="*/ 0 w 106"/>
              <a:gd name="T7" fmla="*/ 42843537 h 155"/>
              <a:gd name="T8" fmla="*/ 178931888 w 106"/>
              <a:gd name="T9" fmla="*/ 194053219 h 155"/>
              <a:gd name="T10" fmla="*/ 0 w 106"/>
              <a:gd name="T11" fmla="*/ 347782269 h 155"/>
              <a:gd name="T12" fmla="*/ 40322500 w 106"/>
              <a:gd name="T13" fmla="*/ 390625806 h 15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6" h="155">
                <a:moveTo>
                  <a:pt x="16" y="155"/>
                </a:moveTo>
                <a:lnTo>
                  <a:pt x="106" y="77"/>
                </a:lnTo>
                <a:lnTo>
                  <a:pt x="16" y="0"/>
                </a:lnTo>
                <a:lnTo>
                  <a:pt x="0" y="17"/>
                </a:lnTo>
                <a:lnTo>
                  <a:pt x="71" y="77"/>
                </a:lnTo>
                <a:lnTo>
                  <a:pt x="0" y="138"/>
                </a:lnTo>
                <a:lnTo>
                  <a:pt x="16" y="15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93" name="稻壳儿小白白(http://dwz.cn/Wu2UP)"/>
          <p:cNvSpPr/>
          <p:nvPr/>
        </p:nvSpPr>
        <p:spPr>
          <a:xfrm>
            <a:off x="4720114" y="5539358"/>
            <a:ext cx="181737" cy="265748"/>
          </a:xfrm>
          <a:custGeom>
            <a:avLst/>
            <a:gdLst>
              <a:gd name="T0" fmla="*/ 226814063 w 106"/>
              <a:gd name="T1" fmla="*/ 390625806 h 155"/>
              <a:gd name="T2" fmla="*/ 267136563 w 106"/>
              <a:gd name="T3" fmla="*/ 347782269 h 155"/>
              <a:gd name="T4" fmla="*/ 90725625 w 106"/>
              <a:gd name="T5" fmla="*/ 194053219 h 155"/>
              <a:gd name="T6" fmla="*/ 267136563 w 106"/>
              <a:gd name="T7" fmla="*/ 42843537 h 155"/>
              <a:gd name="T8" fmla="*/ 226814063 w 106"/>
              <a:gd name="T9" fmla="*/ 0 h 155"/>
              <a:gd name="T10" fmla="*/ 0 w 106"/>
              <a:gd name="T11" fmla="*/ 194053219 h 155"/>
              <a:gd name="T12" fmla="*/ 226814063 w 106"/>
              <a:gd name="T13" fmla="*/ 390625806 h 15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6" h="155">
                <a:moveTo>
                  <a:pt x="90" y="155"/>
                </a:moveTo>
                <a:lnTo>
                  <a:pt x="106" y="138"/>
                </a:lnTo>
                <a:lnTo>
                  <a:pt x="36" y="77"/>
                </a:lnTo>
                <a:lnTo>
                  <a:pt x="106" y="17"/>
                </a:lnTo>
                <a:lnTo>
                  <a:pt x="90" y="0"/>
                </a:lnTo>
                <a:lnTo>
                  <a:pt x="0" y="77"/>
                </a:lnTo>
                <a:lnTo>
                  <a:pt x="90" y="15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94" name="稻壳儿小白白(http://dwz.cn/Wu2UP)"/>
          <p:cNvSpPr/>
          <p:nvPr/>
        </p:nvSpPr>
        <p:spPr>
          <a:xfrm>
            <a:off x="4063461" y="5573648"/>
            <a:ext cx="267462" cy="180023"/>
          </a:xfrm>
          <a:custGeom>
            <a:avLst/>
            <a:gdLst>
              <a:gd name="T0" fmla="*/ 45362813 w 156"/>
              <a:gd name="T1" fmla="*/ 264617994 h 105"/>
              <a:gd name="T2" fmla="*/ 196572188 w 156"/>
              <a:gd name="T3" fmla="*/ 88206527 h 105"/>
              <a:gd name="T4" fmla="*/ 347781563 w 156"/>
              <a:gd name="T5" fmla="*/ 264617994 h 105"/>
              <a:gd name="T6" fmla="*/ 393144375 w 156"/>
              <a:gd name="T7" fmla="*/ 229335700 h 105"/>
              <a:gd name="T8" fmla="*/ 196572188 w 156"/>
              <a:gd name="T9" fmla="*/ 0 h 105"/>
              <a:gd name="T10" fmla="*/ 0 w 156"/>
              <a:gd name="T11" fmla="*/ 229335700 h 105"/>
              <a:gd name="T12" fmla="*/ 45362813 w 156"/>
              <a:gd name="T13" fmla="*/ 264617994 h 10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56" h="105">
                <a:moveTo>
                  <a:pt x="18" y="105"/>
                </a:moveTo>
                <a:lnTo>
                  <a:pt x="78" y="35"/>
                </a:lnTo>
                <a:lnTo>
                  <a:pt x="138" y="105"/>
                </a:lnTo>
                <a:lnTo>
                  <a:pt x="156" y="91"/>
                </a:lnTo>
                <a:lnTo>
                  <a:pt x="78" y="0"/>
                </a:lnTo>
                <a:lnTo>
                  <a:pt x="0" y="91"/>
                </a:lnTo>
                <a:lnTo>
                  <a:pt x="18" y="10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95" name="稻壳儿小白白(http://dwz.cn/Wu2UP)"/>
          <p:cNvSpPr/>
          <p:nvPr/>
        </p:nvSpPr>
        <p:spPr>
          <a:xfrm>
            <a:off x="3432525" y="5590793"/>
            <a:ext cx="265747" cy="181737"/>
          </a:xfrm>
          <a:custGeom>
            <a:avLst/>
            <a:gdLst>
              <a:gd name="T0" fmla="*/ 196571788 w 155"/>
              <a:gd name="T1" fmla="*/ 267136563 h 106"/>
              <a:gd name="T2" fmla="*/ 390622631 w 155"/>
              <a:gd name="T3" fmla="*/ 35282188 h 106"/>
              <a:gd name="T4" fmla="*/ 347780856 w 155"/>
              <a:gd name="T5" fmla="*/ 0 h 106"/>
              <a:gd name="T6" fmla="*/ 196571788 w 155"/>
              <a:gd name="T7" fmla="*/ 176410938 h 106"/>
              <a:gd name="T8" fmla="*/ 42841775 w 155"/>
              <a:gd name="T9" fmla="*/ 0 h 106"/>
              <a:gd name="T10" fmla="*/ 0 w 155"/>
              <a:gd name="T11" fmla="*/ 35282188 h 106"/>
              <a:gd name="T12" fmla="*/ 196571788 w 155"/>
              <a:gd name="T13" fmla="*/ 267136563 h 10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55" h="106">
                <a:moveTo>
                  <a:pt x="78" y="106"/>
                </a:moveTo>
                <a:lnTo>
                  <a:pt x="155" y="14"/>
                </a:lnTo>
                <a:lnTo>
                  <a:pt x="138" y="0"/>
                </a:lnTo>
                <a:lnTo>
                  <a:pt x="78" y="70"/>
                </a:lnTo>
                <a:lnTo>
                  <a:pt x="17" y="0"/>
                </a:lnTo>
                <a:lnTo>
                  <a:pt x="0" y="14"/>
                </a:lnTo>
                <a:lnTo>
                  <a:pt x="78" y="10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96" name="稻壳儿小白白(http://dwz.cn/Wu2UP)"/>
          <p:cNvPicPr>
            <a:picLocks noChangeArrowheads="1"/>
          </p:cNvPicPr>
          <p:nvPr/>
        </p:nvPicPr>
        <p:blipFill>
          <a:blip r:embed="rId58">
            <a:duotone>
              <a:srgbClr val="336699"/>
              <a:srgbClr val="336699"/>
            </a:duotone>
          </a:blip>
          <a:srcRect/>
          <a:stretch>
            <a:fillRect/>
          </a:stretch>
        </p:blipFill>
        <p:spPr>
          <a:xfrm>
            <a:off x="7838790" y="5511926"/>
            <a:ext cx="269176"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97" name="稻壳儿小白白(http://dwz.cn/Wu2UP)"/>
          <p:cNvPicPr>
            <a:picLocks noChangeArrowheads="1"/>
          </p:cNvPicPr>
          <p:nvPr/>
        </p:nvPicPr>
        <p:blipFill>
          <a:blip r:embed="rId59">
            <a:duotone>
              <a:srgbClr val="336699"/>
              <a:srgbClr val="336699"/>
            </a:duotone>
          </a:blip>
          <a:srcRect/>
          <a:stretch>
            <a:fillRect/>
          </a:stretch>
        </p:blipFill>
        <p:spPr>
          <a:xfrm>
            <a:off x="7206139" y="5511926"/>
            <a:ext cx="269177"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98" name="稻壳儿小白白(http://dwz.cn/Wu2UP)"/>
          <p:cNvPicPr>
            <a:picLocks noChangeArrowheads="1"/>
          </p:cNvPicPr>
          <p:nvPr/>
        </p:nvPicPr>
        <p:blipFill>
          <a:blip r:embed="rId60">
            <a:duotone>
              <a:srgbClr val="336699"/>
              <a:srgbClr val="336699"/>
            </a:duotone>
          </a:blip>
          <a:srcRect/>
          <a:stretch>
            <a:fillRect/>
          </a:stretch>
        </p:blipFill>
        <p:spPr>
          <a:xfrm>
            <a:off x="6566631" y="5511926"/>
            <a:ext cx="277749"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99" name="稻壳儿小白白(http://dwz.cn/Wu2UP)"/>
          <p:cNvPicPr>
            <a:picLocks noChangeArrowheads="1"/>
          </p:cNvPicPr>
          <p:nvPr/>
        </p:nvPicPr>
        <p:blipFill>
          <a:blip r:embed="rId61">
            <a:duotone>
              <a:srgbClr val="336699"/>
              <a:srgbClr val="336699"/>
            </a:duotone>
          </a:blip>
          <a:srcRect/>
          <a:stretch>
            <a:fillRect/>
          </a:stretch>
        </p:blipFill>
        <p:spPr>
          <a:xfrm>
            <a:off x="5935695" y="5511926"/>
            <a:ext cx="282892"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0" name="稻壳儿小白白(http://dwz.cn/Wu2UP)"/>
          <p:cNvPicPr>
            <a:picLocks noChangeArrowheads="1"/>
          </p:cNvPicPr>
          <p:nvPr/>
        </p:nvPicPr>
        <p:blipFill>
          <a:blip r:embed="rId62">
            <a:duotone>
              <a:srgbClr val="336699"/>
              <a:srgbClr val="336699"/>
            </a:duotone>
          </a:blip>
          <a:srcRect/>
          <a:stretch>
            <a:fillRect/>
          </a:stretch>
        </p:blipFill>
        <p:spPr>
          <a:xfrm>
            <a:off x="2787873" y="5491352"/>
            <a:ext cx="322326" cy="317183"/>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1" name="稻壳儿小白白(http://dwz.cn/Wu2UP)"/>
          <p:cNvPicPr>
            <a:picLocks noChangeArrowheads="1"/>
          </p:cNvPicPr>
          <p:nvPr/>
        </p:nvPicPr>
        <p:blipFill>
          <a:blip r:embed="rId63">
            <a:duotone>
              <a:srgbClr val="336699"/>
              <a:srgbClr val="336699"/>
            </a:duotone>
          </a:blip>
          <a:srcRect/>
          <a:stretch>
            <a:fillRect/>
          </a:stretch>
        </p:blipFill>
        <p:spPr>
          <a:xfrm>
            <a:off x="2156937" y="5491352"/>
            <a:ext cx="315468" cy="317183"/>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2" name="稻壳儿小白白(http://dwz.cn/Wu2UP)"/>
          <p:cNvPicPr>
            <a:picLocks noChangeArrowheads="1"/>
          </p:cNvPicPr>
          <p:nvPr/>
        </p:nvPicPr>
        <p:blipFill>
          <a:blip r:embed="rId64">
            <a:duotone>
              <a:srgbClr val="336699"/>
              <a:srgbClr val="336699"/>
            </a:duotone>
          </a:blip>
          <a:srcRect/>
          <a:stretch>
            <a:fillRect/>
          </a:stretch>
        </p:blipFill>
        <p:spPr>
          <a:xfrm>
            <a:off x="8462868" y="5532500"/>
            <a:ext cx="282892"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3" name="稻壳儿小白白(http://dwz.cn/Wu2UP)"/>
          <p:cNvPicPr>
            <a:picLocks noChangeArrowheads="1"/>
          </p:cNvPicPr>
          <p:nvPr/>
        </p:nvPicPr>
        <p:blipFill>
          <a:blip r:embed="rId65">
            <a:duotone>
              <a:srgbClr val="336699"/>
              <a:srgbClr val="336699"/>
            </a:duotone>
          </a:blip>
          <a:srcRect/>
          <a:stretch>
            <a:fillRect/>
          </a:stretch>
        </p:blipFill>
        <p:spPr>
          <a:xfrm>
            <a:off x="9074944" y="5532500"/>
            <a:ext cx="284607"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4" name="稻壳儿小白白(http://dwz.cn/Wu2UP)"/>
          <p:cNvPicPr>
            <a:picLocks noChangeArrowheads="1"/>
          </p:cNvPicPr>
          <p:nvPr/>
        </p:nvPicPr>
        <p:blipFill>
          <a:blip r:embed="rId66">
            <a:duotone>
              <a:srgbClr val="336699"/>
              <a:srgbClr val="336699"/>
            </a:duotone>
          </a:blip>
          <a:srcRect/>
          <a:stretch>
            <a:fillRect/>
          </a:stretch>
        </p:blipFill>
        <p:spPr>
          <a:xfrm>
            <a:off x="9714453" y="5532500"/>
            <a:ext cx="276034"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205" name="稻壳儿小白白(http://dwz.cn/Wu2UP)"/>
          <p:cNvPicPr>
            <a:picLocks noChangeArrowheads="1"/>
          </p:cNvPicPr>
          <p:nvPr/>
        </p:nvPicPr>
        <p:blipFill>
          <a:blip r:embed="rId67">
            <a:duotone>
              <a:srgbClr val="336699"/>
              <a:srgbClr val="336699"/>
            </a:duotone>
          </a:blip>
          <a:srcRect/>
          <a:stretch>
            <a:fillRect/>
          </a:stretch>
        </p:blipFill>
        <p:spPr>
          <a:xfrm>
            <a:off x="10365963" y="5532500"/>
            <a:ext cx="276034" cy="27603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Tree>
    <p:extLst>
      <p:ext uri="{BB962C8B-B14F-4D97-AF65-F5344CB8AC3E}">
        <p14:creationId xmlns:p14="http://schemas.microsoft.com/office/powerpoint/2010/main" val="1851778670"/>
      </p:ext>
    </p:extLst>
  </p:cSld>
  <p:clrMapOvr>
    <a:masterClrMapping/>
  </p:clrMapOvr>
</p:sld>
</file>

<file path=ppt/slides/vr_icons_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I04 线框办公与沟通图标（结构示例）</a:t>
            </a:r>
          </a:p>
        </p:txBody>
      </p:sp>
      <p:sp>
        <p:nvSpPr>
          <p:cNvPr id="101" name="稻壳儿小白白(http://dwz.cn/Wu2UP)"/>
          <p:cNvSpPr/>
          <p:nvPr/>
        </p:nvSpPr>
        <p:spPr>
          <a:xfrm>
            <a:off x="9892336" y="5686385"/>
            <a:ext cx="384048" cy="552069"/>
          </a:xfrm>
          <a:custGeom>
            <a:avLst/>
            <a:gdLst>
              <a:gd name="T0" fmla="*/ 265468645 w 443"/>
              <a:gd name="T1" fmla="*/ 382891844 h 634"/>
              <a:gd name="T2" fmla="*/ 265468645 w 443"/>
              <a:gd name="T3" fmla="*/ 382891844 h 634"/>
              <a:gd name="T4" fmla="*/ 246782386 w 443"/>
              <a:gd name="T5" fmla="*/ 382891844 h 634"/>
              <a:gd name="T6" fmla="*/ 246782386 w 443"/>
              <a:gd name="T7" fmla="*/ 296432318 h 634"/>
              <a:gd name="T8" fmla="*/ 152064353 w 443"/>
              <a:gd name="T9" fmla="*/ 210622644 h 634"/>
              <a:gd name="T10" fmla="*/ 246782386 w 443"/>
              <a:gd name="T11" fmla="*/ 114412092 h 634"/>
              <a:gd name="T12" fmla="*/ 246782386 w 443"/>
              <a:gd name="T13" fmla="*/ 28603224 h 634"/>
              <a:gd name="T14" fmla="*/ 265468645 w 443"/>
              <a:gd name="T15" fmla="*/ 28603224 h 634"/>
              <a:gd name="T16" fmla="*/ 284798675 w 443"/>
              <a:gd name="T17" fmla="*/ 18852199 h 634"/>
              <a:gd name="T18" fmla="*/ 265468645 w 443"/>
              <a:gd name="T19" fmla="*/ 0 h 634"/>
              <a:gd name="T20" fmla="*/ 19330031 w 443"/>
              <a:gd name="T21" fmla="*/ 0 h 634"/>
              <a:gd name="T22" fmla="*/ 0 w 443"/>
              <a:gd name="T23" fmla="*/ 18852199 h 634"/>
              <a:gd name="T24" fmla="*/ 19330031 w 443"/>
              <a:gd name="T25" fmla="*/ 28603224 h 634"/>
              <a:gd name="T26" fmla="*/ 38016289 w 443"/>
              <a:gd name="T27" fmla="*/ 28603224 h 634"/>
              <a:gd name="T28" fmla="*/ 38016289 w 443"/>
              <a:gd name="T29" fmla="*/ 114412092 h 634"/>
              <a:gd name="T30" fmla="*/ 132734322 w 443"/>
              <a:gd name="T31" fmla="*/ 210622644 h 634"/>
              <a:gd name="T32" fmla="*/ 38016289 w 443"/>
              <a:gd name="T33" fmla="*/ 296432318 h 634"/>
              <a:gd name="T34" fmla="*/ 38016289 w 443"/>
              <a:gd name="T35" fmla="*/ 382891844 h 634"/>
              <a:gd name="T36" fmla="*/ 19330031 w 443"/>
              <a:gd name="T37" fmla="*/ 382891844 h 634"/>
              <a:gd name="T38" fmla="*/ 0 w 443"/>
              <a:gd name="T39" fmla="*/ 401744043 h 634"/>
              <a:gd name="T40" fmla="*/ 19330031 w 443"/>
              <a:gd name="T41" fmla="*/ 411495069 h 634"/>
              <a:gd name="T42" fmla="*/ 265468645 w 443"/>
              <a:gd name="T43" fmla="*/ 411495069 h 634"/>
              <a:gd name="T44" fmla="*/ 284798675 w 443"/>
              <a:gd name="T45" fmla="*/ 401744043 h 634"/>
              <a:gd name="T46" fmla="*/ 265468645 w 443"/>
              <a:gd name="T47" fmla="*/ 382891844 h 634"/>
              <a:gd name="T48" fmla="*/ 66367161 w 443"/>
              <a:gd name="T49" fmla="*/ 114412092 h 634"/>
              <a:gd name="T50" fmla="*/ 66367161 w 443"/>
              <a:gd name="T51" fmla="*/ 114412092 h 634"/>
              <a:gd name="T52" fmla="*/ 66367161 w 443"/>
              <a:gd name="T53" fmla="*/ 28603224 h 634"/>
              <a:gd name="T54" fmla="*/ 218431514 w 443"/>
              <a:gd name="T55" fmla="*/ 28603224 h 634"/>
              <a:gd name="T56" fmla="*/ 218431514 w 443"/>
              <a:gd name="T57" fmla="*/ 114412092 h 634"/>
              <a:gd name="T58" fmla="*/ 152064353 w 443"/>
              <a:gd name="T59" fmla="*/ 182020226 h 634"/>
              <a:gd name="T60" fmla="*/ 132734322 w 443"/>
              <a:gd name="T61" fmla="*/ 182020226 h 634"/>
              <a:gd name="T62" fmla="*/ 66367161 w 443"/>
              <a:gd name="T63" fmla="*/ 114412092 h 634"/>
              <a:gd name="T64" fmla="*/ 218431514 w 443"/>
              <a:gd name="T65" fmla="*/ 382891844 h 634"/>
              <a:gd name="T66" fmla="*/ 218431514 w 443"/>
              <a:gd name="T67" fmla="*/ 382891844 h 634"/>
              <a:gd name="T68" fmla="*/ 66367161 w 443"/>
              <a:gd name="T69" fmla="*/ 382891844 h 634"/>
              <a:gd name="T70" fmla="*/ 66367161 w 443"/>
              <a:gd name="T71" fmla="*/ 296432318 h 634"/>
              <a:gd name="T72" fmla="*/ 132734322 w 443"/>
              <a:gd name="T73" fmla="*/ 229474843 h 634"/>
              <a:gd name="T74" fmla="*/ 152064353 w 443"/>
              <a:gd name="T75" fmla="*/ 229474843 h 634"/>
              <a:gd name="T76" fmla="*/ 218431514 w 443"/>
              <a:gd name="T77" fmla="*/ 296432318 h 634"/>
              <a:gd name="T78" fmla="*/ 218431514 w 443"/>
              <a:gd name="T79" fmla="*/ 382891844 h 63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443" h="634">
                <a:moveTo>
                  <a:pt x="412" y="589"/>
                </a:moveTo>
                <a:lnTo>
                  <a:pt x="412" y="589"/>
                </a:lnTo>
                <a:cubicBezTo>
                  <a:pt x="383" y="589"/>
                  <a:pt x="383" y="589"/>
                  <a:pt x="383" y="589"/>
                </a:cubicBezTo>
                <a:cubicBezTo>
                  <a:pt x="383" y="456"/>
                  <a:pt x="383" y="456"/>
                  <a:pt x="383" y="456"/>
                </a:cubicBezTo>
                <a:cubicBezTo>
                  <a:pt x="383" y="383"/>
                  <a:pt x="310" y="324"/>
                  <a:pt x="236" y="324"/>
                </a:cubicBezTo>
                <a:cubicBezTo>
                  <a:pt x="310" y="324"/>
                  <a:pt x="383" y="250"/>
                  <a:pt x="383" y="176"/>
                </a:cubicBezTo>
                <a:cubicBezTo>
                  <a:pt x="383" y="44"/>
                  <a:pt x="383" y="44"/>
                  <a:pt x="383" y="44"/>
                </a:cubicBezTo>
                <a:cubicBezTo>
                  <a:pt x="412" y="44"/>
                  <a:pt x="412" y="44"/>
                  <a:pt x="412" y="44"/>
                </a:cubicBezTo>
                <a:cubicBezTo>
                  <a:pt x="427" y="44"/>
                  <a:pt x="442" y="29"/>
                  <a:pt x="442" y="29"/>
                </a:cubicBezTo>
                <a:cubicBezTo>
                  <a:pt x="442" y="15"/>
                  <a:pt x="427" y="0"/>
                  <a:pt x="412" y="0"/>
                </a:cubicBezTo>
                <a:cubicBezTo>
                  <a:pt x="30" y="0"/>
                  <a:pt x="30" y="0"/>
                  <a:pt x="30" y="0"/>
                </a:cubicBezTo>
                <a:cubicBezTo>
                  <a:pt x="15" y="0"/>
                  <a:pt x="0" y="15"/>
                  <a:pt x="0" y="29"/>
                </a:cubicBezTo>
                <a:cubicBezTo>
                  <a:pt x="0" y="29"/>
                  <a:pt x="15" y="44"/>
                  <a:pt x="30" y="44"/>
                </a:cubicBezTo>
                <a:cubicBezTo>
                  <a:pt x="59" y="44"/>
                  <a:pt x="59" y="44"/>
                  <a:pt x="59" y="44"/>
                </a:cubicBezTo>
                <a:cubicBezTo>
                  <a:pt x="59" y="176"/>
                  <a:pt x="59" y="176"/>
                  <a:pt x="59" y="176"/>
                </a:cubicBezTo>
                <a:cubicBezTo>
                  <a:pt x="59" y="250"/>
                  <a:pt x="133" y="324"/>
                  <a:pt x="206" y="324"/>
                </a:cubicBezTo>
                <a:cubicBezTo>
                  <a:pt x="133" y="324"/>
                  <a:pt x="59" y="383"/>
                  <a:pt x="59" y="456"/>
                </a:cubicBezTo>
                <a:cubicBezTo>
                  <a:pt x="59" y="589"/>
                  <a:pt x="59" y="589"/>
                  <a:pt x="59" y="589"/>
                </a:cubicBezTo>
                <a:cubicBezTo>
                  <a:pt x="30" y="589"/>
                  <a:pt x="30" y="589"/>
                  <a:pt x="30" y="589"/>
                </a:cubicBezTo>
                <a:cubicBezTo>
                  <a:pt x="15" y="589"/>
                  <a:pt x="0" y="604"/>
                  <a:pt x="0" y="618"/>
                </a:cubicBezTo>
                <a:cubicBezTo>
                  <a:pt x="0" y="618"/>
                  <a:pt x="15" y="633"/>
                  <a:pt x="30" y="633"/>
                </a:cubicBezTo>
                <a:cubicBezTo>
                  <a:pt x="412" y="633"/>
                  <a:pt x="412" y="633"/>
                  <a:pt x="412" y="633"/>
                </a:cubicBezTo>
                <a:cubicBezTo>
                  <a:pt x="427" y="633"/>
                  <a:pt x="442" y="618"/>
                  <a:pt x="442" y="618"/>
                </a:cubicBezTo>
                <a:cubicBezTo>
                  <a:pt x="442" y="604"/>
                  <a:pt x="427" y="589"/>
                  <a:pt x="412" y="589"/>
                </a:cubicBezTo>
                <a:close/>
                <a:moveTo>
                  <a:pt x="103" y="176"/>
                </a:moveTo>
                <a:lnTo>
                  <a:pt x="103" y="176"/>
                </a:lnTo>
                <a:cubicBezTo>
                  <a:pt x="103" y="147"/>
                  <a:pt x="103" y="44"/>
                  <a:pt x="103" y="44"/>
                </a:cubicBezTo>
                <a:cubicBezTo>
                  <a:pt x="339" y="44"/>
                  <a:pt x="339" y="44"/>
                  <a:pt x="339" y="44"/>
                </a:cubicBezTo>
                <a:cubicBezTo>
                  <a:pt x="339" y="44"/>
                  <a:pt x="339" y="147"/>
                  <a:pt x="339" y="176"/>
                </a:cubicBezTo>
                <a:cubicBezTo>
                  <a:pt x="339" y="235"/>
                  <a:pt x="295" y="280"/>
                  <a:pt x="236" y="280"/>
                </a:cubicBezTo>
                <a:cubicBezTo>
                  <a:pt x="206" y="280"/>
                  <a:pt x="206" y="280"/>
                  <a:pt x="206" y="280"/>
                </a:cubicBezTo>
                <a:cubicBezTo>
                  <a:pt x="148" y="280"/>
                  <a:pt x="103" y="235"/>
                  <a:pt x="103" y="176"/>
                </a:cubicBezTo>
                <a:close/>
                <a:moveTo>
                  <a:pt x="339" y="589"/>
                </a:moveTo>
                <a:lnTo>
                  <a:pt x="339" y="589"/>
                </a:lnTo>
                <a:cubicBezTo>
                  <a:pt x="103" y="589"/>
                  <a:pt x="103" y="589"/>
                  <a:pt x="103" y="589"/>
                </a:cubicBezTo>
                <a:cubicBezTo>
                  <a:pt x="103" y="589"/>
                  <a:pt x="103" y="486"/>
                  <a:pt x="103" y="456"/>
                </a:cubicBezTo>
                <a:cubicBezTo>
                  <a:pt x="103" y="397"/>
                  <a:pt x="148" y="353"/>
                  <a:pt x="206" y="353"/>
                </a:cubicBezTo>
                <a:cubicBezTo>
                  <a:pt x="236" y="353"/>
                  <a:pt x="236" y="353"/>
                  <a:pt x="236" y="353"/>
                </a:cubicBezTo>
                <a:cubicBezTo>
                  <a:pt x="295" y="353"/>
                  <a:pt x="339" y="397"/>
                  <a:pt x="339" y="456"/>
                </a:cubicBezTo>
                <a:cubicBezTo>
                  <a:pt x="339" y="486"/>
                  <a:pt x="339" y="589"/>
                  <a:pt x="339" y="58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2" name="稻壳儿小白白(http://dwz.cn/Wu2UP)"/>
          <p:cNvSpPr/>
          <p:nvPr/>
        </p:nvSpPr>
        <p:spPr>
          <a:xfrm>
            <a:off x="8975079" y="5713817"/>
            <a:ext cx="449199" cy="512635"/>
          </a:xfrm>
          <a:custGeom>
            <a:avLst/>
            <a:gdLst>
              <a:gd name="T0" fmla="*/ 181220212 w 517"/>
              <a:gd name="T1" fmla="*/ 47895809 h 590"/>
              <a:gd name="T2" fmla="*/ 181220212 w 517"/>
              <a:gd name="T3" fmla="*/ 47895809 h 590"/>
              <a:gd name="T4" fmla="*/ 181220212 w 517"/>
              <a:gd name="T5" fmla="*/ 19416894 h 590"/>
              <a:gd name="T6" fmla="*/ 228466718 w 517"/>
              <a:gd name="T7" fmla="*/ 19416894 h 590"/>
              <a:gd name="T8" fmla="*/ 247883255 w 517"/>
              <a:gd name="T9" fmla="*/ 9708849 h 590"/>
              <a:gd name="T10" fmla="*/ 228466718 w 517"/>
              <a:gd name="T11" fmla="*/ 0 h 590"/>
              <a:gd name="T12" fmla="*/ 104849302 w 517"/>
              <a:gd name="T13" fmla="*/ 0 h 590"/>
              <a:gd name="T14" fmla="*/ 95788252 w 517"/>
              <a:gd name="T15" fmla="*/ 9708849 h 590"/>
              <a:gd name="T16" fmla="*/ 104849302 w 517"/>
              <a:gd name="T17" fmla="*/ 19416894 h 590"/>
              <a:gd name="T18" fmla="*/ 152742624 w 517"/>
              <a:gd name="T19" fmla="*/ 19416894 h 590"/>
              <a:gd name="T20" fmla="*/ 152742624 w 517"/>
              <a:gd name="T21" fmla="*/ 47895809 h 590"/>
              <a:gd name="T22" fmla="*/ 0 w 517"/>
              <a:gd name="T23" fmla="*/ 209705672 h 590"/>
              <a:gd name="T24" fmla="*/ 171512345 w 517"/>
              <a:gd name="T25" fmla="*/ 381223579 h 590"/>
              <a:gd name="T26" fmla="*/ 333963640 w 517"/>
              <a:gd name="T27" fmla="*/ 209705672 h 590"/>
              <a:gd name="T28" fmla="*/ 181220212 w 517"/>
              <a:gd name="T29" fmla="*/ 47895809 h 590"/>
              <a:gd name="T30" fmla="*/ 171512345 w 517"/>
              <a:gd name="T31" fmla="*/ 352745468 h 590"/>
              <a:gd name="T32" fmla="*/ 171512345 w 517"/>
              <a:gd name="T33" fmla="*/ 352745468 h 590"/>
              <a:gd name="T34" fmla="*/ 28477588 w 517"/>
              <a:gd name="T35" fmla="*/ 209705672 h 590"/>
              <a:gd name="T36" fmla="*/ 171512345 w 517"/>
              <a:gd name="T37" fmla="*/ 76373920 h 590"/>
              <a:gd name="T38" fmla="*/ 304838432 w 517"/>
              <a:gd name="T39" fmla="*/ 209705672 h 590"/>
              <a:gd name="T40" fmla="*/ 171512345 w 517"/>
              <a:gd name="T41" fmla="*/ 352745468 h 590"/>
              <a:gd name="T42" fmla="*/ 181220212 w 517"/>
              <a:gd name="T43" fmla="*/ 181226756 h 590"/>
              <a:gd name="T44" fmla="*/ 181220212 w 517"/>
              <a:gd name="T45" fmla="*/ 181226756 h 590"/>
              <a:gd name="T46" fmla="*/ 181220212 w 517"/>
              <a:gd name="T47" fmla="*/ 114561685 h 590"/>
              <a:gd name="T48" fmla="*/ 171512345 w 517"/>
              <a:gd name="T49" fmla="*/ 95143987 h 590"/>
              <a:gd name="T50" fmla="*/ 152742624 w 517"/>
              <a:gd name="T51" fmla="*/ 114561685 h 590"/>
              <a:gd name="T52" fmla="*/ 152742624 w 517"/>
              <a:gd name="T53" fmla="*/ 181226756 h 590"/>
              <a:gd name="T54" fmla="*/ 133973706 w 517"/>
              <a:gd name="T55" fmla="*/ 209705672 h 590"/>
              <a:gd name="T56" fmla="*/ 171512345 w 517"/>
              <a:gd name="T57" fmla="*/ 247892632 h 590"/>
              <a:gd name="T58" fmla="*/ 209697800 w 517"/>
              <a:gd name="T59" fmla="*/ 209705672 h 590"/>
              <a:gd name="T60" fmla="*/ 181220212 w 517"/>
              <a:gd name="T61" fmla="*/ 181226756 h 590"/>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517" h="590">
                <a:moveTo>
                  <a:pt x="280" y="74"/>
                </a:moveTo>
                <a:lnTo>
                  <a:pt x="280" y="74"/>
                </a:lnTo>
                <a:cubicBezTo>
                  <a:pt x="280" y="30"/>
                  <a:pt x="280" y="30"/>
                  <a:pt x="280" y="30"/>
                </a:cubicBezTo>
                <a:cubicBezTo>
                  <a:pt x="353" y="30"/>
                  <a:pt x="353" y="30"/>
                  <a:pt x="353" y="30"/>
                </a:cubicBezTo>
                <a:cubicBezTo>
                  <a:pt x="369" y="30"/>
                  <a:pt x="383" y="30"/>
                  <a:pt x="383" y="15"/>
                </a:cubicBezTo>
                <a:cubicBezTo>
                  <a:pt x="383" y="0"/>
                  <a:pt x="369" y="0"/>
                  <a:pt x="353" y="0"/>
                </a:cubicBezTo>
                <a:cubicBezTo>
                  <a:pt x="162" y="0"/>
                  <a:pt x="162" y="0"/>
                  <a:pt x="162" y="0"/>
                </a:cubicBezTo>
                <a:cubicBezTo>
                  <a:pt x="148" y="0"/>
                  <a:pt x="148" y="0"/>
                  <a:pt x="148" y="15"/>
                </a:cubicBezTo>
                <a:cubicBezTo>
                  <a:pt x="148" y="30"/>
                  <a:pt x="148" y="30"/>
                  <a:pt x="162" y="30"/>
                </a:cubicBezTo>
                <a:cubicBezTo>
                  <a:pt x="236" y="30"/>
                  <a:pt x="236" y="30"/>
                  <a:pt x="236" y="30"/>
                </a:cubicBezTo>
                <a:cubicBezTo>
                  <a:pt x="236" y="74"/>
                  <a:pt x="236" y="74"/>
                  <a:pt x="236" y="74"/>
                </a:cubicBezTo>
                <a:cubicBezTo>
                  <a:pt x="103" y="89"/>
                  <a:pt x="0" y="192"/>
                  <a:pt x="0" y="324"/>
                </a:cubicBezTo>
                <a:cubicBezTo>
                  <a:pt x="0" y="472"/>
                  <a:pt x="118" y="589"/>
                  <a:pt x="265" y="589"/>
                </a:cubicBezTo>
                <a:cubicBezTo>
                  <a:pt x="398" y="589"/>
                  <a:pt x="516" y="472"/>
                  <a:pt x="516" y="324"/>
                </a:cubicBezTo>
                <a:cubicBezTo>
                  <a:pt x="516" y="192"/>
                  <a:pt x="412" y="89"/>
                  <a:pt x="280" y="74"/>
                </a:cubicBezTo>
                <a:close/>
                <a:moveTo>
                  <a:pt x="265" y="545"/>
                </a:moveTo>
                <a:lnTo>
                  <a:pt x="265" y="545"/>
                </a:lnTo>
                <a:cubicBezTo>
                  <a:pt x="148" y="545"/>
                  <a:pt x="44" y="442"/>
                  <a:pt x="44" y="324"/>
                </a:cubicBezTo>
                <a:cubicBezTo>
                  <a:pt x="44" y="206"/>
                  <a:pt x="148" y="118"/>
                  <a:pt x="265" y="118"/>
                </a:cubicBezTo>
                <a:cubicBezTo>
                  <a:pt x="383" y="118"/>
                  <a:pt x="471" y="206"/>
                  <a:pt x="471" y="324"/>
                </a:cubicBezTo>
                <a:cubicBezTo>
                  <a:pt x="471" y="442"/>
                  <a:pt x="383" y="545"/>
                  <a:pt x="265" y="545"/>
                </a:cubicBezTo>
                <a:close/>
                <a:moveTo>
                  <a:pt x="280" y="280"/>
                </a:moveTo>
                <a:lnTo>
                  <a:pt x="280" y="280"/>
                </a:lnTo>
                <a:cubicBezTo>
                  <a:pt x="280" y="177"/>
                  <a:pt x="280" y="177"/>
                  <a:pt x="280" y="177"/>
                </a:cubicBezTo>
                <a:cubicBezTo>
                  <a:pt x="280" y="163"/>
                  <a:pt x="265" y="147"/>
                  <a:pt x="265" y="147"/>
                </a:cubicBezTo>
                <a:cubicBezTo>
                  <a:pt x="251" y="147"/>
                  <a:pt x="236" y="163"/>
                  <a:pt x="236" y="177"/>
                </a:cubicBezTo>
                <a:cubicBezTo>
                  <a:pt x="236" y="280"/>
                  <a:pt x="236" y="280"/>
                  <a:pt x="236" y="280"/>
                </a:cubicBezTo>
                <a:cubicBezTo>
                  <a:pt x="221" y="280"/>
                  <a:pt x="207" y="309"/>
                  <a:pt x="207" y="324"/>
                </a:cubicBezTo>
                <a:cubicBezTo>
                  <a:pt x="207" y="368"/>
                  <a:pt x="221" y="383"/>
                  <a:pt x="265" y="383"/>
                </a:cubicBezTo>
                <a:cubicBezTo>
                  <a:pt x="295" y="383"/>
                  <a:pt x="324" y="368"/>
                  <a:pt x="324" y="324"/>
                </a:cubicBezTo>
                <a:cubicBezTo>
                  <a:pt x="324" y="309"/>
                  <a:pt x="310" y="280"/>
                  <a:pt x="280" y="28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3" name="稻壳儿小白白(http://dwz.cn/Wu2UP)"/>
          <p:cNvSpPr/>
          <p:nvPr/>
        </p:nvSpPr>
        <p:spPr>
          <a:xfrm>
            <a:off x="8056107" y="5713817"/>
            <a:ext cx="512635" cy="512635"/>
          </a:xfrm>
          <a:custGeom>
            <a:avLst/>
            <a:gdLst>
              <a:gd name="T0" fmla="*/ 152748645 w 590"/>
              <a:gd name="T1" fmla="*/ 257601481 h 590"/>
              <a:gd name="T2" fmla="*/ 152748645 w 590"/>
              <a:gd name="T3" fmla="*/ 257601481 h 590"/>
              <a:gd name="T4" fmla="*/ 162456690 w 590"/>
              <a:gd name="T5" fmla="*/ 199996822 h 590"/>
              <a:gd name="T6" fmla="*/ 143039796 w 590"/>
              <a:gd name="T7" fmla="*/ 190935605 h 590"/>
              <a:gd name="T8" fmla="*/ 124269730 w 590"/>
              <a:gd name="T9" fmla="*/ 305497290 h 590"/>
              <a:gd name="T10" fmla="*/ 219414521 w 590"/>
              <a:gd name="T11" fmla="*/ 229122565 h 590"/>
              <a:gd name="T12" fmla="*/ 190935605 w 590"/>
              <a:gd name="T13" fmla="*/ 219414521 h 590"/>
              <a:gd name="T14" fmla="*/ 152748645 w 590"/>
              <a:gd name="T15" fmla="*/ 257601481 h 590"/>
              <a:gd name="T16" fmla="*/ 209705672 w 590"/>
              <a:gd name="T17" fmla="*/ 190935605 h 590"/>
              <a:gd name="T18" fmla="*/ 209705672 w 590"/>
              <a:gd name="T19" fmla="*/ 190935605 h 590"/>
              <a:gd name="T20" fmla="*/ 190935605 w 590"/>
              <a:gd name="T21" fmla="*/ 171518711 h 590"/>
              <a:gd name="T22" fmla="*/ 171518711 w 590"/>
              <a:gd name="T23" fmla="*/ 190935605 h 590"/>
              <a:gd name="T24" fmla="*/ 190935605 w 590"/>
              <a:gd name="T25" fmla="*/ 209705672 h 590"/>
              <a:gd name="T26" fmla="*/ 209705672 w 590"/>
              <a:gd name="T27" fmla="*/ 190935605 h 590"/>
              <a:gd name="T28" fmla="*/ 190935605 w 590"/>
              <a:gd name="T29" fmla="*/ 0 h 590"/>
              <a:gd name="T30" fmla="*/ 190935605 w 590"/>
              <a:gd name="T31" fmla="*/ 0 h 590"/>
              <a:gd name="T32" fmla="*/ 0 w 590"/>
              <a:gd name="T33" fmla="*/ 190935605 h 590"/>
              <a:gd name="T34" fmla="*/ 190935605 w 590"/>
              <a:gd name="T35" fmla="*/ 381223579 h 590"/>
              <a:gd name="T36" fmla="*/ 381223579 w 590"/>
              <a:gd name="T37" fmla="*/ 190935605 h 590"/>
              <a:gd name="T38" fmla="*/ 190935605 w 590"/>
              <a:gd name="T39" fmla="*/ 0 h 590"/>
              <a:gd name="T40" fmla="*/ 190935605 w 590"/>
              <a:gd name="T41" fmla="*/ 352745468 h 590"/>
              <a:gd name="T42" fmla="*/ 190935605 w 590"/>
              <a:gd name="T43" fmla="*/ 352745468 h 590"/>
              <a:gd name="T44" fmla="*/ 29125743 w 590"/>
              <a:gd name="T45" fmla="*/ 190935605 h 590"/>
              <a:gd name="T46" fmla="*/ 190935605 w 590"/>
              <a:gd name="T47" fmla="*/ 19416894 h 590"/>
              <a:gd name="T48" fmla="*/ 362454317 w 590"/>
              <a:gd name="T49" fmla="*/ 190935605 h 590"/>
              <a:gd name="T50" fmla="*/ 190935605 w 590"/>
              <a:gd name="T51" fmla="*/ 352745468 h 590"/>
              <a:gd name="T52" fmla="*/ 181226756 w 590"/>
              <a:gd name="T53" fmla="*/ 171518711 h 590"/>
              <a:gd name="T54" fmla="*/ 181226756 w 590"/>
              <a:gd name="T55" fmla="*/ 171518711 h 590"/>
              <a:gd name="T56" fmla="*/ 229122565 w 590"/>
              <a:gd name="T57" fmla="*/ 124269730 h 590"/>
              <a:gd name="T58" fmla="*/ 209705672 w 590"/>
              <a:gd name="T59" fmla="*/ 190935605 h 590"/>
              <a:gd name="T60" fmla="*/ 238831415 w 590"/>
              <a:gd name="T61" fmla="*/ 199996822 h 590"/>
              <a:gd name="T62" fmla="*/ 247892632 w 590"/>
              <a:gd name="T63" fmla="*/ 86082769 h 590"/>
              <a:gd name="T64" fmla="*/ 162456690 w 590"/>
              <a:gd name="T65" fmla="*/ 152748645 h 590"/>
              <a:gd name="T66" fmla="*/ 181226756 w 590"/>
              <a:gd name="T67" fmla="*/ 171518711 h 59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590" h="590">
                <a:moveTo>
                  <a:pt x="236" y="398"/>
                </a:moveTo>
                <a:lnTo>
                  <a:pt x="236" y="398"/>
                </a:lnTo>
                <a:cubicBezTo>
                  <a:pt x="251" y="309"/>
                  <a:pt x="251" y="309"/>
                  <a:pt x="251" y="309"/>
                </a:cubicBezTo>
                <a:cubicBezTo>
                  <a:pt x="221" y="295"/>
                  <a:pt x="221" y="295"/>
                  <a:pt x="221" y="295"/>
                </a:cubicBezTo>
                <a:cubicBezTo>
                  <a:pt x="192" y="472"/>
                  <a:pt x="192" y="472"/>
                  <a:pt x="192" y="472"/>
                </a:cubicBezTo>
                <a:cubicBezTo>
                  <a:pt x="339" y="354"/>
                  <a:pt x="339" y="354"/>
                  <a:pt x="339" y="354"/>
                </a:cubicBezTo>
                <a:cubicBezTo>
                  <a:pt x="295" y="339"/>
                  <a:pt x="295" y="339"/>
                  <a:pt x="295" y="339"/>
                </a:cubicBezTo>
                <a:lnTo>
                  <a:pt x="236" y="398"/>
                </a:lnTo>
                <a:close/>
                <a:moveTo>
                  <a:pt x="324" y="295"/>
                </a:moveTo>
                <a:lnTo>
                  <a:pt x="324" y="295"/>
                </a:lnTo>
                <a:cubicBezTo>
                  <a:pt x="324" y="280"/>
                  <a:pt x="310" y="265"/>
                  <a:pt x="295" y="265"/>
                </a:cubicBezTo>
                <a:cubicBezTo>
                  <a:pt x="280" y="265"/>
                  <a:pt x="265" y="280"/>
                  <a:pt x="265" y="295"/>
                </a:cubicBezTo>
                <a:cubicBezTo>
                  <a:pt x="265" y="309"/>
                  <a:pt x="280" y="324"/>
                  <a:pt x="295" y="324"/>
                </a:cubicBezTo>
                <a:cubicBezTo>
                  <a:pt x="310" y="324"/>
                  <a:pt x="324" y="309"/>
                  <a:pt x="324" y="295"/>
                </a:cubicBezTo>
                <a:close/>
                <a:moveTo>
                  <a:pt x="295" y="0"/>
                </a:moveTo>
                <a:lnTo>
                  <a:pt x="295" y="0"/>
                </a:lnTo>
                <a:cubicBezTo>
                  <a:pt x="133" y="0"/>
                  <a:pt x="0" y="133"/>
                  <a:pt x="0" y="295"/>
                </a:cubicBezTo>
                <a:cubicBezTo>
                  <a:pt x="0" y="457"/>
                  <a:pt x="133" y="589"/>
                  <a:pt x="295" y="589"/>
                </a:cubicBezTo>
                <a:cubicBezTo>
                  <a:pt x="457" y="589"/>
                  <a:pt x="589" y="457"/>
                  <a:pt x="589" y="295"/>
                </a:cubicBezTo>
                <a:cubicBezTo>
                  <a:pt x="589" y="133"/>
                  <a:pt x="457" y="0"/>
                  <a:pt x="295" y="0"/>
                </a:cubicBezTo>
                <a:close/>
                <a:moveTo>
                  <a:pt x="295" y="545"/>
                </a:moveTo>
                <a:lnTo>
                  <a:pt x="295" y="545"/>
                </a:lnTo>
                <a:cubicBezTo>
                  <a:pt x="162" y="545"/>
                  <a:pt x="45" y="427"/>
                  <a:pt x="45" y="295"/>
                </a:cubicBezTo>
                <a:cubicBezTo>
                  <a:pt x="45" y="147"/>
                  <a:pt x="162" y="30"/>
                  <a:pt x="295" y="30"/>
                </a:cubicBezTo>
                <a:cubicBezTo>
                  <a:pt x="442" y="30"/>
                  <a:pt x="560" y="147"/>
                  <a:pt x="560" y="295"/>
                </a:cubicBezTo>
                <a:cubicBezTo>
                  <a:pt x="560" y="427"/>
                  <a:pt x="442" y="545"/>
                  <a:pt x="295" y="545"/>
                </a:cubicBezTo>
                <a:close/>
                <a:moveTo>
                  <a:pt x="280" y="265"/>
                </a:moveTo>
                <a:lnTo>
                  <a:pt x="280" y="265"/>
                </a:lnTo>
                <a:cubicBezTo>
                  <a:pt x="354" y="192"/>
                  <a:pt x="354" y="192"/>
                  <a:pt x="354" y="192"/>
                </a:cubicBezTo>
                <a:cubicBezTo>
                  <a:pt x="324" y="295"/>
                  <a:pt x="324" y="295"/>
                  <a:pt x="324" y="295"/>
                </a:cubicBezTo>
                <a:cubicBezTo>
                  <a:pt x="369" y="309"/>
                  <a:pt x="369" y="309"/>
                  <a:pt x="369" y="309"/>
                </a:cubicBezTo>
                <a:cubicBezTo>
                  <a:pt x="383" y="133"/>
                  <a:pt x="383" y="133"/>
                  <a:pt x="383" y="133"/>
                </a:cubicBezTo>
                <a:cubicBezTo>
                  <a:pt x="251" y="236"/>
                  <a:pt x="251" y="236"/>
                  <a:pt x="251" y="236"/>
                </a:cubicBezTo>
                <a:lnTo>
                  <a:pt x="280" y="26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4" name="稻壳儿小白白(http://dwz.cn/Wu2UP)"/>
          <p:cNvSpPr/>
          <p:nvPr/>
        </p:nvSpPr>
        <p:spPr>
          <a:xfrm>
            <a:off x="7162852" y="5686385"/>
            <a:ext cx="534924" cy="552069"/>
          </a:xfrm>
          <a:custGeom>
            <a:avLst/>
            <a:gdLst>
              <a:gd name="T0" fmla="*/ 188235604 w 619"/>
              <a:gd name="T1" fmla="*/ 363389792 h 634"/>
              <a:gd name="T2" fmla="*/ 188235604 w 619"/>
              <a:gd name="T3" fmla="*/ 363389792 h 634"/>
              <a:gd name="T4" fmla="*/ 207443482 w 619"/>
              <a:gd name="T5" fmla="*/ 363389792 h 634"/>
              <a:gd name="T6" fmla="*/ 207443482 w 619"/>
              <a:gd name="T7" fmla="*/ 334786568 h 634"/>
              <a:gd name="T8" fmla="*/ 188235604 w 619"/>
              <a:gd name="T9" fmla="*/ 334786568 h 634"/>
              <a:gd name="T10" fmla="*/ 188235604 w 619"/>
              <a:gd name="T11" fmla="*/ 363389792 h 634"/>
              <a:gd name="T12" fmla="*/ 84513863 w 619"/>
              <a:gd name="T13" fmla="*/ 296432318 h 634"/>
              <a:gd name="T14" fmla="*/ 84513863 w 619"/>
              <a:gd name="T15" fmla="*/ 296432318 h 634"/>
              <a:gd name="T16" fmla="*/ 94118202 w 619"/>
              <a:gd name="T17" fmla="*/ 315934369 h 634"/>
              <a:gd name="T18" fmla="*/ 113326080 w 619"/>
              <a:gd name="T19" fmla="*/ 296432318 h 634"/>
              <a:gd name="T20" fmla="*/ 94118202 w 619"/>
              <a:gd name="T21" fmla="*/ 277580119 h 634"/>
              <a:gd name="T22" fmla="*/ 84513863 w 619"/>
              <a:gd name="T23" fmla="*/ 296432318 h 634"/>
              <a:gd name="T24" fmla="*/ 122289490 w 619"/>
              <a:gd name="T25" fmla="*/ 105311725 h 634"/>
              <a:gd name="T26" fmla="*/ 122289490 w 619"/>
              <a:gd name="T27" fmla="*/ 105311725 h 634"/>
              <a:gd name="T28" fmla="*/ 103721741 w 619"/>
              <a:gd name="T29" fmla="*/ 95560699 h 634"/>
              <a:gd name="T30" fmla="*/ 84513863 w 619"/>
              <a:gd name="T31" fmla="*/ 105311725 h 634"/>
              <a:gd name="T32" fmla="*/ 103721741 w 619"/>
              <a:gd name="T33" fmla="*/ 124813777 h 634"/>
              <a:gd name="T34" fmla="*/ 122289490 w 619"/>
              <a:gd name="T35" fmla="*/ 105311725 h 634"/>
              <a:gd name="T36" fmla="*/ 197839943 w 619"/>
              <a:gd name="T37" fmla="*/ 57206449 h 634"/>
              <a:gd name="T38" fmla="*/ 197839943 w 619"/>
              <a:gd name="T39" fmla="*/ 57206449 h 634"/>
              <a:gd name="T40" fmla="*/ 188235604 w 619"/>
              <a:gd name="T41" fmla="*/ 66957475 h 634"/>
              <a:gd name="T42" fmla="*/ 188235604 w 619"/>
              <a:gd name="T43" fmla="*/ 191120592 h 634"/>
              <a:gd name="T44" fmla="*/ 84513863 w 619"/>
              <a:gd name="T45" fmla="*/ 191120592 h 634"/>
              <a:gd name="T46" fmla="*/ 75550453 w 619"/>
              <a:gd name="T47" fmla="*/ 210622644 h 634"/>
              <a:gd name="T48" fmla="*/ 84513863 w 619"/>
              <a:gd name="T49" fmla="*/ 219723817 h 634"/>
              <a:gd name="T50" fmla="*/ 197839943 w 619"/>
              <a:gd name="T51" fmla="*/ 219723817 h 634"/>
              <a:gd name="T52" fmla="*/ 207443482 w 619"/>
              <a:gd name="T53" fmla="*/ 210622644 h 634"/>
              <a:gd name="T54" fmla="*/ 207443482 w 619"/>
              <a:gd name="T55" fmla="*/ 66957475 h 634"/>
              <a:gd name="T56" fmla="*/ 197839943 w 619"/>
              <a:gd name="T57" fmla="*/ 57206449 h 634"/>
              <a:gd name="T58" fmla="*/ 273390397 w 619"/>
              <a:gd name="T59" fmla="*/ 296432318 h 634"/>
              <a:gd name="T60" fmla="*/ 273390397 w 619"/>
              <a:gd name="T61" fmla="*/ 296432318 h 634"/>
              <a:gd name="T62" fmla="*/ 291958146 w 619"/>
              <a:gd name="T63" fmla="*/ 315934369 h 634"/>
              <a:gd name="T64" fmla="*/ 301561685 w 619"/>
              <a:gd name="T65" fmla="*/ 296432318 h 634"/>
              <a:gd name="T66" fmla="*/ 291958146 w 619"/>
              <a:gd name="T67" fmla="*/ 277580119 h 634"/>
              <a:gd name="T68" fmla="*/ 273390397 w 619"/>
              <a:gd name="T69" fmla="*/ 296432318 h 634"/>
              <a:gd name="T70" fmla="*/ 273390397 w 619"/>
              <a:gd name="T71" fmla="*/ 105311725 h 634"/>
              <a:gd name="T72" fmla="*/ 273390397 w 619"/>
              <a:gd name="T73" fmla="*/ 105311725 h 634"/>
              <a:gd name="T74" fmla="*/ 291958146 w 619"/>
              <a:gd name="T75" fmla="*/ 124813777 h 634"/>
              <a:gd name="T76" fmla="*/ 311166024 w 619"/>
              <a:gd name="T77" fmla="*/ 105311725 h 634"/>
              <a:gd name="T78" fmla="*/ 291958146 w 619"/>
              <a:gd name="T79" fmla="*/ 95560699 h 634"/>
              <a:gd name="T80" fmla="*/ 273390397 w 619"/>
              <a:gd name="T81" fmla="*/ 105311725 h 634"/>
              <a:gd name="T82" fmla="*/ 197839943 w 619"/>
              <a:gd name="T83" fmla="*/ 0 h 634"/>
              <a:gd name="T84" fmla="*/ 197839943 w 619"/>
              <a:gd name="T85" fmla="*/ 0 h 634"/>
              <a:gd name="T86" fmla="*/ 0 w 619"/>
              <a:gd name="T87" fmla="*/ 210622644 h 634"/>
              <a:gd name="T88" fmla="*/ 197839943 w 619"/>
              <a:gd name="T89" fmla="*/ 411495069 h 634"/>
              <a:gd name="T90" fmla="*/ 395679887 w 619"/>
              <a:gd name="T91" fmla="*/ 210622644 h 634"/>
              <a:gd name="T92" fmla="*/ 197839943 w 619"/>
              <a:gd name="T93" fmla="*/ 0 h 634"/>
              <a:gd name="T94" fmla="*/ 197839943 w 619"/>
              <a:gd name="T95" fmla="*/ 382891844 h 634"/>
              <a:gd name="T96" fmla="*/ 197839943 w 619"/>
              <a:gd name="T97" fmla="*/ 382891844 h 634"/>
              <a:gd name="T98" fmla="*/ 18567749 w 619"/>
              <a:gd name="T99" fmla="*/ 210622644 h 634"/>
              <a:gd name="T100" fmla="*/ 197839943 w 619"/>
              <a:gd name="T101" fmla="*/ 28603224 h 634"/>
              <a:gd name="T102" fmla="*/ 377112138 w 619"/>
              <a:gd name="T103" fmla="*/ 210622644 h 634"/>
              <a:gd name="T104" fmla="*/ 197839943 w 619"/>
              <a:gd name="T105" fmla="*/ 382891844 h 634"/>
              <a:gd name="T106" fmla="*/ 320129433 w 619"/>
              <a:gd name="T107" fmla="*/ 191120592 h 634"/>
              <a:gd name="T108" fmla="*/ 320129433 w 619"/>
              <a:gd name="T109" fmla="*/ 191120592 h 634"/>
              <a:gd name="T110" fmla="*/ 320129433 w 619"/>
              <a:gd name="T111" fmla="*/ 219723817 h 634"/>
              <a:gd name="T112" fmla="*/ 348940850 w 619"/>
              <a:gd name="T113" fmla="*/ 219723817 h 634"/>
              <a:gd name="T114" fmla="*/ 348940850 w 619"/>
              <a:gd name="T115" fmla="*/ 191120592 h 634"/>
              <a:gd name="T116" fmla="*/ 320129433 w 619"/>
              <a:gd name="T117" fmla="*/ 191120592 h 63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0" t="0" r="r" b="b"/>
            <a:pathLst>
              <a:path w="619" h="634">
                <a:moveTo>
                  <a:pt x="294" y="559"/>
                </a:moveTo>
                <a:lnTo>
                  <a:pt x="294" y="559"/>
                </a:lnTo>
                <a:cubicBezTo>
                  <a:pt x="324" y="559"/>
                  <a:pt x="324" y="559"/>
                  <a:pt x="324" y="559"/>
                </a:cubicBezTo>
                <a:cubicBezTo>
                  <a:pt x="324" y="515"/>
                  <a:pt x="324" y="515"/>
                  <a:pt x="324" y="515"/>
                </a:cubicBezTo>
                <a:cubicBezTo>
                  <a:pt x="294" y="515"/>
                  <a:pt x="294" y="515"/>
                  <a:pt x="294" y="515"/>
                </a:cubicBezTo>
                <a:lnTo>
                  <a:pt x="294" y="559"/>
                </a:lnTo>
                <a:close/>
                <a:moveTo>
                  <a:pt x="132" y="456"/>
                </a:moveTo>
                <a:lnTo>
                  <a:pt x="132" y="456"/>
                </a:lnTo>
                <a:cubicBezTo>
                  <a:pt x="147" y="486"/>
                  <a:pt x="147" y="486"/>
                  <a:pt x="147" y="486"/>
                </a:cubicBezTo>
                <a:cubicBezTo>
                  <a:pt x="177" y="456"/>
                  <a:pt x="177" y="456"/>
                  <a:pt x="177" y="456"/>
                </a:cubicBezTo>
                <a:cubicBezTo>
                  <a:pt x="147" y="427"/>
                  <a:pt x="147" y="427"/>
                  <a:pt x="147" y="427"/>
                </a:cubicBezTo>
                <a:lnTo>
                  <a:pt x="132" y="456"/>
                </a:lnTo>
                <a:close/>
                <a:moveTo>
                  <a:pt x="191" y="162"/>
                </a:moveTo>
                <a:lnTo>
                  <a:pt x="191" y="162"/>
                </a:lnTo>
                <a:cubicBezTo>
                  <a:pt x="162" y="147"/>
                  <a:pt x="162" y="147"/>
                  <a:pt x="162" y="147"/>
                </a:cubicBezTo>
                <a:cubicBezTo>
                  <a:pt x="132" y="162"/>
                  <a:pt x="132" y="162"/>
                  <a:pt x="132" y="162"/>
                </a:cubicBezTo>
                <a:cubicBezTo>
                  <a:pt x="162" y="192"/>
                  <a:pt x="162" y="192"/>
                  <a:pt x="162" y="192"/>
                </a:cubicBezTo>
                <a:lnTo>
                  <a:pt x="191" y="162"/>
                </a:lnTo>
                <a:close/>
                <a:moveTo>
                  <a:pt x="309" y="88"/>
                </a:moveTo>
                <a:lnTo>
                  <a:pt x="309" y="88"/>
                </a:lnTo>
                <a:cubicBezTo>
                  <a:pt x="294" y="88"/>
                  <a:pt x="294" y="88"/>
                  <a:pt x="294" y="103"/>
                </a:cubicBezTo>
                <a:cubicBezTo>
                  <a:pt x="294" y="294"/>
                  <a:pt x="294" y="294"/>
                  <a:pt x="294" y="294"/>
                </a:cubicBezTo>
                <a:cubicBezTo>
                  <a:pt x="132" y="294"/>
                  <a:pt x="132" y="294"/>
                  <a:pt x="132" y="294"/>
                </a:cubicBezTo>
                <a:cubicBezTo>
                  <a:pt x="118" y="294"/>
                  <a:pt x="118" y="309"/>
                  <a:pt x="118" y="324"/>
                </a:cubicBezTo>
                <a:cubicBezTo>
                  <a:pt x="118" y="324"/>
                  <a:pt x="118" y="338"/>
                  <a:pt x="132" y="338"/>
                </a:cubicBezTo>
                <a:cubicBezTo>
                  <a:pt x="309" y="338"/>
                  <a:pt x="309" y="338"/>
                  <a:pt x="309" y="338"/>
                </a:cubicBezTo>
                <a:cubicBezTo>
                  <a:pt x="324" y="338"/>
                  <a:pt x="324" y="324"/>
                  <a:pt x="324" y="324"/>
                </a:cubicBezTo>
                <a:cubicBezTo>
                  <a:pt x="324" y="103"/>
                  <a:pt x="324" y="103"/>
                  <a:pt x="324" y="103"/>
                </a:cubicBezTo>
                <a:cubicBezTo>
                  <a:pt x="324" y="88"/>
                  <a:pt x="324" y="88"/>
                  <a:pt x="309" y="88"/>
                </a:cubicBezTo>
                <a:close/>
                <a:moveTo>
                  <a:pt x="427" y="456"/>
                </a:moveTo>
                <a:lnTo>
                  <a:pt x="427" y="456"/>
                </a:lnTo>
                <a:cubicBezTo>
                  <a:pt x="456" y="486"/>
                  <a:pt x="456" y="486"/>
                  <a:pt x="456" y="486"/>
                </a:cubicBezTo>
                <a:cubicBezTo>
                  <a:pt x="471" y="456"/>
                  <a:pt x="471" y="456"/>
                  <a:pt x="471" y="456"/>
                </a:cubicBezTo>
                <a:cubicBezTo>
                  <a:pt x="456" y="427"/>
                  <a:pt x="456" y="427"/>
                  <a:pt x="456" y="427"/>
                </a:cubicBezTo>
                <a:lnTo>
                  <a:pt x="427" y="456"/>
                </a:lnTo>
                <a:close/>
                <a:moveTo>
                  <a:pt x="427" y="162"/>
                </a:moveTo>
                <a:lnTo>
                  <a:pt x="427" y="162"/>
                </a:lnTo>
                <a:cubicBezTo>
                  <a:pt x="456" y="192"/>
                  <a:pt x="456" y="192"/>
                  <a:pt x="456" y="192"/>
                </a:cubicBezTo>
                <a:cubicBezTo>
                  <a:pt x="486" y="162"/>
                  <a:pt x="486" y="162"/>
                  <a:pt x="486" y="162"/>
                </a:cubicBezTo>
                <a:cubicBezTo>
                  <a:pt x="456" y="147"/>
                  <a:pt x="456" y="147"/>
                  <a:pt x="456" y="147"/>
                </a:cubicBezTo>
                <a:lnTo>
                  <a:pt x="427" y="162"/>
                </a:lnTo>
                <a:close/>
                <a:moveTo>
                  <a:pt x="309" y="0"/>
                </a:moveTo>
                <a:lnTo>
                  <a:pt x="309" y="0"/>
                </a:lnTo>
                <a:cubicBezTo>
                  <a:pt x="132" y="0"/>
                  <a:pt x="0" y="147"/>
                  <a:pt x="0" y="324"/>
                </a:cubicBezTo>
                <a:cubicBezTo>
                  <a:pt x="0" y="486"/>
                  <a:pt x="132" y="633"/>
                  <a:pt x="309" y="633"/>
                </a:cubicBezTo>
                <a:cubicBezTo>
                  <a:pt x="486" y="633"/>
                  <a:pt x="618" y="486"/>
                  <a:pt x="618" y="324"/>
                </a:cubicBezTo>
                <a:cubicBezTo>
                  <a:pt x="618" y="147"/>
                  <a:pt x="486" y="0"/>
                  <a:pt x="309" y="0"/>
                </a:cubicBezTo>
                <a:close/>
                <a:moveTo>
                  <a:pt x="309" y="589"/>
                </a:moveTo>
                <a:lnTo>
                  <a:pt x="309" y="589"/>
                </a:lnTo>
                <a:cubicBezTo>
                  <a:pt x="162" y="589"/>
                  <a:pt x="29" y="471"/>
                  <a:pt x="29" y="324"/>
                </a:cubicBezTo>
                <a:cubicBezTo>
                  <a:pt x="29" y="162"/>
                  <a:pt x="162" y="44"/>
                  <a:pt x="309" y="44"/>
                </a:cubicBezTo>
                <a:cubicBezTo>
                  <a:pt x="456" y="44"/>
                  <a:pt x="589" y="162"/>
                  <a:pt x="589" y="324"/>
                </a:cubicBezTo>
                <a:cubicBezTo>
                  <a:pt x="589" y="471"/>
                  <a:pt x="456" y="589"/>
                  <a:pt x="309" y="589"/>
                </a:cubicBezTo>
                <a:close/>
                <a:moveTo>
                  <a:pt x="500" y="294"/>
                </a:moveTo>
                <a:lnTo>
                  <a:pt x="500" y="294"/>
                </a:lnTo>
                <a:cubicBezTo>
                  <a:pt x="500" y="338"/>
                  <a:pt x="500" y="338"/>
                  <a:pt x="500" y="338"/>
                </a:cubicBezTo>
                <a:cubicBezTo>
                  <a:pt x="545" y="338"/>
                  <a:pt x="545" y="338"/>
                  <a:pt x="545" y="338"/>
                </a:cubicBezTo>
                <a:cubicBezTo>
                  <a:pt x="545" y="294"/>
                  <a:pt x="545" y="294"/>
                  <a:pt x="545" y="294"/>
                </a:cubicBezTo>
                <a:lnTo>
                  <a:pt x="500" y="294"/>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5" name="稻壳儿小白白(http://dwz.cn/Wu2UP)"/>
          <p:cNvSpPr/>
          <p:nvPr/>
        </p:nvSpPr>
        <p:spPr>
          <a:xfrm>
            <a:off x="6266169" y="5686385"/>
            <a:ext cx="552069" cy="552069"/>
          </a:xfrm>
          <a:custGeom>
            <a:avLst/>
            <a:gdLst>
              <a:gd name="T0" fmla="*/ 29253078 w 634"/>
              <a:gd name="T1" fmla="*/ 66957475 h 634"/>
              <a:gd name="T2" fmla="*/ 29253078 w 634"/>
              <a:gd name="T3" fmla="*/ 66957475 h 634"/>
              <a:gd name="T4" fmla="*/ 66957475 w 634"/>
              <a:gd name="T5" fmla="*/ 28603224 h 634"/>
              <a:gd name="T6" fmla="*/ 96210553 w 634"/>
              <a:gd name="T7" fmla="*/ 28603224 h 634"/>
              <a:gd name="T8" fmla="*/ 96210553 w 634"/>
              <a:gd name="T9" fmla="*/ 0 h 634"/>
              <a:gd name="T10" fmla="*/ 66957475 w 634"/>
              <a:gd name="T11" fmla="*/ 0 h 634"/>
              <a:gd name="T12" fmla="*/ 0 w 634"/>
              <a:gd name="T13" fmla="*/ 66957475 h 634"/>
              <a:gd name="T14" fmla="*/ 0 w 634"/>
              <a:gd name="T15" fmla="*/ 95560699 h 634"/>
              <a:gd name="T16" fmla="*/ 29253078 w 634"/>
              <a:gd name="T17" fmla="*/ 95560699 h 634"/>
              <a:gd name="T18" fmla="*/ 29253078 w 634"/>
              <a:gd name="T19" fmla="*/ 66957475 h 634"/>
              <a:gd name="T20" fmla="*/ 297082171 w 634"/>
              <a:gd name="T21" fmla="*/ 191120592 h 634"/>
              <a:gd name="T22" fmla="*/ 297082171 w 634"/>
              <a:gd name="T23" fmla="*/ 191120592 h 634"/>
              <a:gd name="T24" fmla="*/ 220373670 w 634"/>
              <a:gd name="T25" fmla="*/ 191120592 h 634"/>
              <a:gd name="T26" fmla="*/ 220373670 w 634"/>
              <a:gd name="T27" fmla="*/ 105311725 h 634"/>
              <a:gd name="T28" fmla="*/ 210622644 w 634"/>
              <a:gd name="T29" fmla="*/ 95560699 h 634"/>
              <a:gd name="T30" fmla="*/ 191771252 w 634"/>
              <a:gd name="T31" fmla="*/ 105311725 h 634"/>
              <a:gd name="T32" fmla="*/ 191771252 w 634"/>
              <a:gd name="T33" fmla="*/ 210622644 h 634"/>
              <a:gd name="T34" fmla="*/ 210622644 w 634"/>
              <a:gd name="T35" fmla="*/ 219723817 h 634"/>
              <a:gd name="T36" fmla="*/ 297082171 w 634"/>
              <a:gd name="T37" fmla="*/ 219723817 h 634"/>
              <a:gd name="T38" fmla="*/ 306183343 w 634"/>
              <a:gd name="T39" fmla="*/ 210622644 h 634"/>
              <a:gd name="T40" fmla="*/ 297082171 w 634"/>
              <a:gd name="T41" fmla="*/ 191120592 h 634"/>
              <a:gd name="T42" fmla="*/ 382891844 w 634"/>
              <a:gd name="T43" fmla="*/ 210622644 h 634"/>
              <a:gd name="T44" fmla="*/ 382891844 w 634"/>
              <a:gd name="T45" fmla="*/ 210622644 h 634"/>
              <a:gd name="T46" fmla="*/ 210622644 w 634"/>
              <a:gd name="T47" fmla="*/ 28603224 h 634"/>
              <a:gd name="T48" fmla="*/ 29253078 w 634"/>
              <a:gd name="T49" fmla="*/ 210622644 h 634"/>
              <a:gd name="T50" fmla="*/ 124813777 w 634"/>
              <a:gd name="T51" fmla="*/ 363389792 h 634"/>
              <a:gd name="T52" fmla="*/ 76708501 w 634"/>
              <a:gd name="T53" fmla="*/ 411495069 h 634"/>
              <a:gd name="T54" fmla="*/ 115062751 w 634"/>
              <a:gd name="T55" fmla="*/ 411495069 h 634"/>
              <a:gd name="T56" fmla="*/ 153417002 w 634"/>
              <a:gd name="T57" fmla="*/ 373140818 h 634"/>
              <a:gd name="T58" fmla="*/ 210622644 w 634"/>
              <a:gd name="T59" fmla="*/ 382891844 h 634"/>
              <a:gd name="T60" fmla="*/ 258727921 w 634"/>
              <a:gd name="T61" fmla="*/ 373140818 h 634"/>
              <a:gd name="T62" fmla="*/ 297082171 w 634"/>
              <a:gd name="T63" fmla="*/ 411495069 h 634"/>
              <a:gd name="T64" fmla="*/ 335436421 w 634"/>
              <a:gd name="T65" fmla="*/ 411495069 h 634"/>
              <a:gd name="T66" fmla="*/ 297082171 w 634"/>
              <a:gd name="T67" fmla="*/ 363389792 h 634"/>
              <a:gd name="T68" fmla="*/ 382891844 w 634"/>
              <a:gd name="T69" fmla="*/ 210622644 h 634"/>
              <a:gd name="T70" fmla="*/ 210622644 w 634"/>
              <a:gd name="T71" fmla="*/ 363389792 h 634"/>
              <a:gd name="T72" fmla="*/ 210622644 w 634"/>
              <a:gd name="T73" fmla="*/ 363389792 h 634"/>
              <a:gd name="T74" fmla="*/ 57856302 w 634"/>
              <a:gd name="T75" fmla="*/ 210622644 h 634"/>
              <a:gd name="T76" fmla="*/ 210622644 w 634"/>
              <a:gd name="T77" fmla="*/ 57206449 h 634"/>
              <a:gd name="T78" fmla="*/ 364039646 w 634"/>
              <a:gd name="T79" fmla="*/ 210622644 h 634"/>
              <a:gd name="T80" fmla="*/ 210622644 w 634"/>
              <a:gd name="T81" fmla="*/ 363389792 h 634"/>
              <a:gd name="T82" fmla="*/ 344537594 w 634"/>
              <a:gd name="T83" fmla="*/ 0 h 634"/>
              <a:gd name="T84" fmla="*/ 344537594 w 634"/>
              <a:gd name="T85" fmla="*/ 0 h 634"/>
              <a:gd name="T86" fmla="*/ 325685395 w 634"/>
              <a:gd name="T87" fmla="*/ 0 h 634"/>
              <a:gd name="T88" fmla="*/ 325685395 w 634"/>
              <a:gd name="T89" fmla="*/ 28603224 h 634"/>
              <a:gd name="T90" fmla="*/ 344537594 w 634"/>
              <a:gd name="T91" fmla="*/ 28603224 h 634"/>
              <a:gd name="T92" fmla="*/ 382891844 w 634"/>
              <a:gd name="T93" fmla="*/ 66957475 h 634"/>
              <a:gd name="T94" fmla="*/ 382891844 w 634"/>
              <a:gd name="T95" fmla="*/ 95560699 h 634"/>
              <a:gd name="T96" fmla="*/ 411495069 w 634"/>
              <a:gd name="T97" fmla="*/ 95560699 h 634"/>
              <a:gd name="T98" fmla="*/ 411495069 w 634"/>
              <a:gd name="T99" fmla="*/ 66957475 h 634"/>
              <a:gd name="T100" fmla="*/ 344537594 w 634"/>
              <a:gd name="T101" fmla="*/ 0 h 63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634" h="634">
                <a:moveTo>
                  <a:pt x="45" y="103"/>
                </a:moveTo>
                <a:lnTo>
                  <a:pt x="45" y="103"/>
                </a:lnTo>
                <a:cubicBezTo>
                  <a:pt x="45" y="74"/>
                  <a:pt x="74" y="44"/>
                  <a:pt x="103" y="44"/>
                </a:cubicBezTo>
                <a:cubicBezTo>
                  <a:pt x="148" y="44"/>
                  <a:pt x="148" y="44"/>
                  <a:pt x="148" y="44"/>
                </a:cubicBezTo>
                <a:cubicBezTo>
                  <a:pt x="148" y="0"/>
                  <a:pt x="148" y="0"/>
                  <a:pt x="148" y="0"/>
                </a:cubicBezTo>
                <a:cubicBezTo>
                  <a:pt x="103" y="0"/>
                  <a:pt x="103" y="0"/>
                  <a:pt x="103" y="0"/>
                </a:cubicBezTo>
                <a:cubicBezTo>
                  <a:pt x="45" y="0"/>
                  <a:pt x="0" y="44"/>
                  <a:pt x="0" y="103"/>
                </a:cubicBezTo>
                <a:cubicBezTo>
                  <a:pt x="0" y="147"/>
                  <a:pt x="0" y="147"/>
                  <a:pt x="0" y="147"/>
                </a:cubicBezTo>
                <a:cubicBezTo>
                  <a:pt x="30" y="147"/>
                  <a:pt x="45" y="147"/>
                  <a:pt x="45" y="147"/>
                </a:cubicBezTo>
                <a:lnTo>
                  <a:pt x="45" y="103"/>
                </a:lnTo>
                <a:close/>
                <a:moveTo>
                  <a:pt x="457" y="294"/>
                </a:moveTo>
                <a:lnTo>
                  <a:pt x="457" y="294"/>
                </a:lnTo>
                <a:cubicBezTo>
                  <a:pt x="339" y="294"/>
                  <a:pt x="339" y="294"/>
                  <a:pt x="339" y="294"/>
                </a:cubicBezTo>
                <a:cubicBezTo>
                  <a:pt x="339" y="162"/>
                  <a:pt x="339" y="162"/>
                  <a:pt x="339" y="162"/>
                </a:cubicBezTo>
                <a:cubicBezTo>
                  <a:pt x="339" y="147"/>
                  <a:pt x="324" y="147"/>
                  <a:pt x="324" y="147"/>
                </a:cubicBezTo>
                <a:cubicBezTo>
                  <a:pt x="310" y="147"/>
                  <a:pt x="295" y="147"/>
                  <a:pt x="295" y="162"/>
                </a:cubicBezTo>
                <a:cubicBezTo>
                  <a:pt x="295" y="324"/>
                  <a:pt x="295" y="324"/>
                  <a:pt x="295" y="324"/>
                </a:cubicBezTo>
                <a:cubicBezTo>
                  <a:pt x="295" y="324"/>
                  <a:pt x="310" y="338"/>
                  <a:pt x="324" y="338"/>
                </a:cubicBezTo>
                <a:cubicBezTo>
                  <a:pt x="457" y="338"/>
                  <a:pt x="457" y="338"/>
                  <a:pt x="457" y="338"/>
                </a:cubicBezTo>
                <a:cubicBezTo>
                  <a:pt x="471" y="338"/>
                  <a:pt x="471" y="324"/>
                  <a:pt x="471" y="324"/>
                </a:cubicBezTo>
                <a:cubicBezTo>
                  <a:pt x="471" y="309"/>
                  <a:pt x="471" y="294"/>
                  <a:pt x="457" y="294"/>
                </a:cubicBezTo>
                <a:close/>
                <a:moveTo>
                  <a:pt x="589" y="324"/>
                </a:moveTo>
                <a:lnTo>
                  <a:pt x="589" y="324"/>
                </a:lnTo>
                <a:cubicBezTo>
                  <a:pt x="589" y="162"/>
                  <a:pt x="471" y="44"/>
                  <a:pt x="324" y="44"/>
                </a:cubicBezTo>
                <a:cubicBezTo>
                  <a:pt x="162" y="44"/>
                  <a:pt x="45" y="162"/>
                  <a:pt x="45" y="324"/>
                </a:cubicBezTo>
                <a:cubicBezTo>
                  <a:pt x="45" y="427"/>
                  <a:pt x="103" y="515"/>
                  <a:pt x="192" y="559"/>
                </a:cubicBezTo>
                <a:cubicBezTo>
                  <a:pt x="118" y="633"/>
                  <a:pt x="118" y="633"/>
                  <a:pt x="118" y="633"/>
                </a:cubicBezTo>
                <a:cubicBezTo>
                  <a:pt x="177" y="633"/>
                  <a:pt x="177" y="633"/>
                  <a:pt x="177" y="633"/>
                </a:cubicBezTo>
                <a:cubicBezTo>
                  <a:pt x="236" y="574"/>
                  <a:pt x="236" y="574"/>
                  <a:pt x="236" y="574"/>
                </a:cubicBezTo>
                <a:cubicBezTo>
                  <a:pt x="265" y="589"/>
                  <a:pt x="295" y="589"/>
                  <a:pt x="324" y="589"/>
                </a:cubicBezTo>
                <a:cubicBezTo>
                  <a:pt x="354" y="589"/>
                  <a:pt x="383" y="589"/>
                  <a:pt x="398" y="574"/>
                </a:cubicBezTo>
                <a:cubicBezTo>
                  <a:pt x="457" y="633"/>
                  <a:pt x="457" y="633"/>
                  <a:pt x="457" y="633"/>
                </a:cubicBezTo>
                <a:cubicBezTo>
                  <a:pt x="516" y="633"/>
                  <a:pt x="516" y="633"/>
                  <a:pt x="516" y="633"/>
                </a:cubicBezTo>
                <a:cubicBezTo>
                  <a:pt x="457" y="559"/>
                  <a:pt x="457" y="559"/>
                  <a:pt x="457" y="559"/>
                </a:cubicBezTo>
                <a:cubicBezTo>
                  <a:pt x="530" y="515"/>
                  <a:pt x="589" y="427"/>
                  <a:pt x="589" y="324"/>
                </a:cubicBezTo>
                <a:close/>
                <a:moveTo>
                  <a:pt x="324" y="559"/>
                </a:moveTo>
                <a:lnTo>
                  <a:pt x="324" y="559"/>
                </a:lnTo>
                <a:cubicBezTo>
                  <a:pt x="192" y="559"/>
                  <a:pt x="89" y="456"/>
                  <a:pt x="89" y="324"/>
                </a:cubicBezTo>
                <a:cubicBezTo>
                  <a:pt x="89" y="192"/>
                  <a:pt x="192" y="88"/>
                  <a:pt x="324" y="88"/>
                </a:cubicBezTo>
                <a:cubicBezTo>
                  <a:pt x="457" y="88"/>
                  <a:pt x="560" y="192"/>
                  <a:pt x="560" y="324"/>
                </a:cubicBezTo>
                <a:cubicBezTo>
                  <a:pt x="560" y="456"/>
                  <a:pt x="457" y="559"/>
                  <a:pt x="324" y="559"/>
                </a:cubicBezTo>
                <a:close/>
                <a:moveTo>
                  <a:pt x="530" y="0"/>
                </a:moveTo>
                <a:lnTo>
                  <a:pt x="530" y="0"/>
                </a:lnTo>
                <a:cubicBezTo>
                  <a:pt x="501" y="0"/>
                  <a:pt x="501" y="0"/>
                  <a:pt x="501" y="0"/>
                </a:cubicBezTo>
                <a:cubicBezTo>
                  <a:pt x="501" y="44"/>
                  <a:pt x="501" y="44"/>
                  <a:pt x="501" y="44"/>
                </a:cubicBezTo>
                <a:cubicBezTo>
                  <a:pt x="530" y="44"/>
                  <a:pt x="530" y="44"/>
                  <a:pt x="530" y="44"/>
                </a:cubicBezTo>
                <a:cubicBezTo>
                  <a:pt x="575" y="44"/>
                  <a:pt x="589" y="74"/>
                  <a:pt x="589" y="103"/>
                </a:cubicBezTo>
                <a:cubicBezTo>
                  <a:pt x="589" y="147"/>
                  <a:pt x="589" y="147"/>
                  <a:pt x="589" y="147"/>
                </a:cubicBezTo>
                <a:cubicBezTo>
                  <a:pt x="604" y="147"/>
                  <a:pt x="604" y="147"/>
                  <a:pt x="633" y="147"/>
                </a:cubicBezTo>
                <a:cubicBezTo>
                  <a:pt x="633" y="103"/>
                  <a:pt x="633" y="103"/>
                  <a:pt x="633" y="103"/>
                </a:cubicBezTo>
                <a:cubicBezTo>
                  <a:pt x="633" y="44"/>
                  <a:pt x="589" y="0"/>
                  <a:pt x="530" y="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6" name="稻壳儿小白白(http://dwz.cn/Wu2UP)"/>
          <p:cNvSpPr/>
          <p:nvPr/>
        </p:nvSpPr>
        <p:spPr>
          <a:xfrm>
            <a:off x="5398632" y="5686385"/>
            <a:ext cx="510921" cy="552069"/>
          </a:xfrm>
          <a:custGeom>
            <a:avLst/>
            <a:gdLst>
              <a:gd name="T0" fmla="*/ 302814506 w 590"/>
              <a:gd name="T1" fmla="*/ 363389792 h 634"/>
              <a:gd name="T2" fmla="*/ 302814506 w 590"/>
              <a:gd name="T3" fmla="*/ 287331145 h 634"/>
              <a:gd name="T4" fmla="*/ 255881457 w 590"/>
              <a:gd name="T5" fmla="*/ 334786568 h 634"/>
              <a:gd name="T6" fmla="*/ 284169738 w 590"/>
              <a:gd name="T7" fmla="*/ 306183343 h 634"/>
              <a:gd name="T8" fmla="*/ 284169738 w 590"/>
              <a:gd name="T9" fmla="*/ 334786568 h 634"/>
              <a:gd name="T10" fmla="*/ 284169738 w 590"/>
              <a:gd name="T11" fmla="*/ 258078067 h 634"/>
              <a:gd name="T12" fmla="*/ 331745848 w 590"/>
              <a:gd name="T13" fmla="*/ 210622644 h 634"/>
              <a:gd name="T14" fmla="*/ 255881457 w 590"/>
              <a:gd name="T15" fmla="*/ 210622644 h 634"/>
              <a:gd name="T16" fmla="*/ 284169738 w 590"/>
              <a:gd name="T17" fmla="*/ 210622644 h 634"/>
              <a:gd name="T18" fmla="*/ 302814506 w 590"/>
              <a:gd name="T19" fmla="*/ 229474843 h 634"/>
              <a:gd name="T20" fmla="*/ 331745848 w 590"/>
              <a:gd name="T21" fmla="*/ 28603224 h 634"/>
              <a:gd name="T22" fmla="*/ 284169738 w 590"/>
              <a:gd name="T23" fmla="*/ 18852199 h 634"/>
              <a:gd name="T24" fmla="*/ 255881457 w 590"/>
              <a:gd name="T25" fmla="*/ 28603224 h 634"/>
              <a:gd name="T26" fmla="*/ 113796989 w 590"/>
              <a:gd name="T27" fmla="*/ 0 h 634"/>
              <a:gd name="T28" fmla="*/ 57219624 w 590"/>
              <a:gd name="T29" fmla="*/ 28603224 h 634"/>
              <a:gd name="T30" fmla="*/ 57219624 w 590"/>
              <a:gd name="T31" fmla="*/ 411495069 h 634"/>
              <a:gd name="T32" fmla="*/ 378678897 w 590"/>
              <a:gd name="T33" fmla="*/ 76708501 h 634"/>
              <a:gd name="T34" fmla="*/ 360034130 w 590"/>
              <a:gd name="T35" fmla="*/ 363389792 h 634"/>
              <a:gd name="T36" fmla="*/ 28288281 w 590"/>
              <a:gd name="T37" fmla="*/ 363389792 h 634"/>
              <a:gd name="T38" fmla="*/ 360034130 w 590"/>
              <a:gd name="T39" fmla="*/ 363389792 h 634"/>
              <a:gd name="T40" fmla="*/ 28288281 w 590"/>
              <a:gd name="T41" fmla="*/ 105311725 h 634"/>
              <a:gd name="T42" fmla="*/ 104152673 w 590"/>
              <a:gd name="T43" fmla="*/ 57206449 h 634"/>
              <a:gd name="T44" fmla="*/ 133084016 w 590"/>
              <a:gd name="T45" fmla="*/ 66957475 h 634"/>
              <a:gd name="T46" fmla="*/ 255881457 w 590"/>
              <a:gd name="T47" fmla="*/ 66957475 h 634"/>
              <a:gd name="T48" fmla="*/ 284169738 w 590"/>
              <a:gd name="T49" fmla="*/ 57206449 h 634"/>
              <a:gd name="T50" fmla="*/ 360034130 w 590"/>
              <a:gd name="T51" fmla="*/ 105311725 h 634"/>
              <a:gd name="T52" fmla="*/ 104152673 w 590"/>
              <a:gd name="T53" fmla="*/ 258078067 h 634"/>
              <a:gd name="T54" fmla="*/ 104152673 w 590"/>
              <a:gd name="T55" fmla="*/ 182020226 h 634"/>
              <a:gd name="T56" fmla="*/ 57219624 w 590"/>
              <a:gd name="T57" fmla="*/ 229474843 h 634"/>
              <a:gd name="T58" fmla="*/ 75864392 w 590"/>
              <a:gd name="T59" fmla="*/ 210622644 h 634"/>
              <a:gd name="T60" fmla="*/ 75864392 w 590"/>
              <a:gd name="T61" fmla="*/ 229474843 h 634"/>
              <a:gd name="T62" fmla="*/ 180017065 w 590"/>
              <a:gd name="T63" fmla="*/ 258078067 h 634"/>
              <a:gd name="T64" fmla="*/ 227593175 w 590"/>
              <a:gd name="T65" fmla="*/ 210622644 h 634"/>
              <a:gd name="T66" fmla="*/ 151728783 w 590"/>
              <a:gd name="T67" fmla="*/ 210622644 h 634"/>
              <a:gd name="T68" fmla="*/ 180017065 w 590"/>
              <a:gd name="T69" fmla="*/ 210622644 h 634"/>
              <a:gd name="T70" fmla="*/ 208305346 w 590"/>
              <a:gd name="T71" fmla="*/ 229474843 h 634"/>
              <a:gd name="T72" fmla="*/ 75864392 w 590"/>
              <a:gd name="T73" fmla="*/ 363389792 h 634"/>
              <a:gd name="T74" fmla="*/ 133084016 w 590"/>
              <a:gd name="T75" fmla="*/ 334786568 h 634"/>
              <a:gd name="T76" fmla="*/ 75864392 w 590"/>
              <a:gd name="T77" fmla="*/ 287331145 h 634"/>
              <a:gd name="T78" fmla="*/ 75864392 w 590"/>
              <a:gd name="T79" fmla="*/ 363389792 h 634"/>
              <a:gd name="T80" fmla="*/ 104152673 w 590"/>
              <a:gd name="T81" fmla="*/ 306183343 h 634"/>
              <a:gd name="T82" fmla="*/ 75864392 w 590"/>
              <a:gd name="T83" fmla="*/ 306183343 h 634"/>
              <a:gd name="T84" fmla="*/ 208305346 w 590"/>
              <a:gd name="T85" fmla="*/ 363389792 h 634"/>
              <a:gd name="T86" fmla="*/ 208305346 w 590"/>
              <a:gd name="T87" fmla="*/ 287331145 h 634"/>
              <a:gd name="T88" fmla="*/ 151728783 w 590"/>
              <a:gd name="T89" fmla="*/ 334786568 h 634"/>
              <a:gd name="T90" fmla="*/ 180017065 w 590"/>
              <a:gd name="T91" fmla="*/ 306183343 h 634"/>
              <a:gd name="T92" fmla="*/ 180017065 w 590"/>
              <a:gd name="T93" fmla="*/ 334786568 h 634"/>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0" t="0" r="r" b="b"/>
            <a:pathLst>
              <a:path w="590" h="634">
                <a:moveTo>
                  <a:pt x="442" y="559"/>
                </a:moveTo>
                <a:lnTo>
                  <a:pt x="442" y="559"/>
                </a:lnTo>
                <a:cubicBezTo>
                  <a:pt x="471" y="559"/>
                  <a:pt x="471" y="559"/>
                  <a:pt x="471" y="559"/>
                </a:cubicBezTo>
                <a:cubicBezTo>
                  <a:pt x="501" y="559"/>
                  <a:pt x="516" y="530"/>
                  <a:pt x="516" y="515"/>
                </a:cubicBezTo>
                <a:cubicBezTo>
                  <a:pt x="516" y="471"/>
                  <a:pt x="516" y="471"/>
                  <a:pt x="516" y="471"/>
                </a:cubicBezTo>
                <a:cubicBezTo>
                  <a:pt x="516" y="456"/>
                  <a:pt x="501" y="442"/>
                  <a:pt x="471" y="442"/>
                </a:cubicBezTo>
                <a:cubicBezTo>
                  <a:pt x="442" y="442"/>
                  <a:pt x="442" y="442"/>
                  <a:pt x="442" y="442"/>
                </a:cubicBezTo>
                <a:cubicBezTo>
                  <a:pt x="412" y="442"/>
                  <a:pt x="398" y="456"/>
                  <a:pt x="398" y="471"/>
                </a:cubicBezTo>
                <a:cubicBezTo>
                  <a:pt x="398" y="515"/>
                  <a:pt x="398" y="515"/>
                  <a:pt x="398" y="515"/>
                </a:cubicBezTo>
                <a:cubicBezTo>
                  <a:pt x="398" y="530"/>
                  <a:pt x="412" y="559"/>
                  <a:pt x="442" y="559"/>
                </a:cubicBezTo>
                <a:close/>
                <a:moveTo>
                  <a:pt x="442" y="471"/>
                </a:moveTo>
                <a:lnTo>
                  <a:pt x="442" y="471"/>
                </a:lnTo>
                <a:cubicBezTo>
                  <a:pt x="471" y="471"/>
                  <a:pt x="471" y="471"/>
                  <a:pt x="471" y="471"/>
                </a:cubicBezTo>
                <a:cubicBezTo>
                  <a:pt x="471" y="515"/>
                  <a:pt x="471" y="515"/>
                  <a:pt x="471" y="515"/>
                </a:cubicBezTo>
                <a:cubicBezTo>
                  <a:pt x="442" y="515"/>
                  <a:pt x="442" y="515"/>
                  <a:pt x="442" y="515"/>
                </a:cubicBezTo>
                <a:lnTo>
                  <a:pt x="442" y="471"/>
                </a:lnTo>
                <a:close/>
                <a:moveTo>
                  <a:pt x="442" y="397"/>
                </a:moveTo>
                <a:lnTo>
                  <a:pt x="442" y="397"/>
                </a:lnTo>
                <a:cubicBezTo>
                  <a:pt x="471" y="397"/>
                  <a:pt x="471" y="397"/>
                  <a:pt x="471" y="397"/>
                </a:cubicBezTo>
                <a:cubicBezTo>
                  <a:pt x="501" y="397"/>
                  <a:pt x="516" y="383"/>
                  <a:pt x="516" y="353"/>
                </a:cubicBezTo>
                <a:cubicBezTo>
                  <a:pt x="516" y="324"/>
                  <a:pt x="516" y="324"/>
                  <a:pt x="516" y="324"/>
                </a:cubicBezTo>
                <a:cubicBezTo>
                  <a:pt x="516" y="294"/>
                  <a:pt x="501" y="280"/>
                  <a:pt x="471" y="280"/>
                </a:cubicBezTo>
                <a:cubicBezTo>
                  <a:pt x="442" y="280"/>
                  <a:pt x="442" y="280"/>
                  <a:pt x="442" y="280"/>
                </a:cubicBezTo>
                <a:cubicBezTo>
                  <a:pt x="412" y="280"/>
                  <a:pt x="398" y="294"/>
                  <a:pt x="398" y="324"/>
                </a:cubicBezTo>
                <a:cubicBezTo>
                  <a:pt x="398" y="353"/>
                  <a:pt x="398" y="353"/>
                  <a:pt x="398" y="353"/>
                </a:cubicBezTo>
                <a:cubicBezTo>
                  <a:pt x="398" y="383"/>
                  <a:pt x="412" y="397"/>
                  <a:pt x="442" y="397"/>
                </a:cubicBezTo>
                <a:close/>
                <a:moveTo>
                  <a:pt x="442" y="324"/>
                </a:moveTo>
                <a:lnTo>
                  <a:pt x="442" y="324"/>
                </a:lnTo>
                <a:cubicBezTo>
                  <a:pt x="471" y="324"/>
                  <a:pt x="471" y="324"/>
                  <a:pt x="471" y="324"/>
                </a:cubicBezTo>
                <a:cubicBezTo>
                  <a:pt x="471" y="353"/>
                  <a:pt x="471" y="353"/>
                  <a:pt x="471" y="353"/>
                </a:cubicBezTo>
                <a:cubicBezTo>
                  <a:pt x="442" y="353"/>
                  <a:pt x="442" y="353"/>
                  <a:pt x="442" y="353"/>
                </a:cubicBezTo>
                <a:lnTo>
                  <a:pt x="442" y="324"/>
                </a:lnTo>
                <a:close/>
                <a:moveTo>
                  <a:pt x="516" y="44"/>
                </a:moveTo>
                <a:lnTo>
                  <a:pt x="516" y="44"/>
                </a:lnTo>
                <a:cubicBezTo>
                  <a:pt x="442" y="44"/>
                  <a:pt x="442" y="44"/>
                  <a:pt x="442" y="44"/>
                </a:cubicBezTo>
                <a:cubicBezTo>
                  <a:pt x="442" y="29"/>
                  <a:pt x="442" y="29"/>
                  <a:pt x="442" y="29"/>
                </a:cubicBezTo>
                <a:cubicBezTo>
                  <a:pt x="442" y="15"/>
                  <a:pt x="427" y="0"/>
                  <a:pt x="412" y="0"/>
                </a:cubicBezTo>
                <a:cubicBezTo>
                  <a:pt x="412" y="0"/>
                  <a:pt x="398" y="15"/>
                  <a:pt x="398" y="29"/>
                </a:cubicBezTo>
                <a:cubicBezTo>
                  <a:pt x="398" y="44"/>
                  <a:pt x="398" y="44"/>
                  <a:pt x="398" y="44"/>
                </a:cubicBezTo>
                <a:cubicBezTo>
                  <a:pt x="207" y="44"/>
                  <a:pt x="207" y="44"/>
                  <a:pt x="207" y="44"/>
                </a:cubicBezTo>
                <a:cubicBezTo>
                  <a:pt x="207" y="29"/>
                  <a:pt x="207" y="29"/>
                  <a:pt x="207" y="29"/>
                </a:cubicBezTo>
                <a:cubicBezTo>
                  <a:pt x="207" y="15"/>
                  <a:pt x="192" y="0"/>
                  <a:pt x="177" y="0"/>
                </a:cubicBezTo>
                <a:cubicBezTo>
                  <a:pt x="177" y="0"/>
                  <a:pt x="162" y="15"/>
                  <a:pt x="162" y="29"/>
                </a:cubicBezTo>
                <a:cubicBezTo>
                  <a:pt x="162" y="44"/>
                  <a:pt x="162" y="44"/>
                  <a:pt x="162" y="44"/>
                </a:cubicBezTo>
                <a:cubicBezTo>
                  <a:pt x="89" y="44"/>
                  <a:pt x="89" y="44"/>
                  <a:pt x="89" y="44"/>
                </a:cubicBezTo>
                <a:cubicBezTo>
                  <a:pt x="44" y="44"/>
                  <a:pt x="0" y="74"/>
                  <a:pt x="0" y="118"/>
                </a:cubicBezTo>
                <a:cubicBezTo>
                  <a:pt x="0" y="559"/>
                  <a:pt x="0" y="559"/>
                  <a:pt x="0" y="559"/>
                </a:cubicBezTo>
                <a:cubicBezTo>
                  <a:pt x="0" y="604"/>
                  <a:pt x="44" y="633"/>
                  <a:pt x="89" y="633"/>
                </a:cubicBezTo>
                <a:cubicBezTo>
                  <a:pt x="516" y="633"/>
                  <a:pt x="516" y="633"/>
                  <a:pt x="516" y="633"/>
                </a:cubicBezTo>
                <a:cubicBezTo>
                  <a:pt x="560" y="633"/>
                  <a:pt x="589" y="604"/>
                  <a:pt x="589" y="559"/>
                </a:cubicBezTo>
                <a:cubicBezTo>
                  <a:pt x="589" y="118"/>
                  <a:pt x="589" y="118"/>
                  <a:pt x="589" y="118"/>
                </a:cubicBezTo>
                <a:cubicBezTo>
                  <a:pt x="589" y="74"/>
                  <a:pt x="560" y="44"/>
                  <a:pt x="516" y="44"/>
                </a:cubicBezTo>
                <a:close/>
                <a:moveTo>
                  <a:pt x="560" y="559"/>
                </a:moveTo>
                <a:lnTo>
                  <a:pt x="560" y="559"/>
                </a:lnTo>
                <a:cubicBezTo>
                  <a:pt x="560" y="574"/>
                  <a:pt x="530" y="589"/>
                  <a:pt x="516" y="589"/>
                </a:cubicBezTo>
                <a:cubicBezTo>
                  <a:pt x="89" y="589"/>
                  <a:pt x="89" y="589"/>
                  <a:pt x="89" y="589"/>
                </a:cubicBezTo>
                <a:cubicBezTo>
                  <a:pt x="59" y="589"/>
                  <a:pt x="44" y="574"/>
                  <a:pt x="44" y="559"/>
                </a:cubicBezTo>
                <a:cubicBezTo>
                  <a:pt x="44" y="206"/>
                  <a:pt x="44" y="206"/>
                  <a:pt x="44" y="206"/>
                </a:cubicBezTo>
                <a:cubicBezTo>
                  <a:pt x="560" y="206"/>
                  <a:pt x="560" y="206"/>
                  <a:pt x="560" y="206"/>
                </a:cubicBezTo>
                <a:lnTo>
                  <a:pt x="560" y="559"/>
                </a:lnTo>
                <a:close/>
                <a:moveTo>
                  <a:pt x="560" y="162"/>
                </a:moveTo>
                <a:lnTo>
                  <a:pt x="560" y="162"/>
                </a:lnTo>
                <a:cubicBezTo>
                  <a:pt x="44" y="162"/>
                  <a:pt x="44" y="162"/>
                  <a:pt x="44" y="162"/>
                </a:cubicBezTo>
                <a:cubicBezTo>
                  <a:pt x="44" y="118"/>
                  <a:pt x="44" y="118"/>
                  <a:pt x="44" y="118"/>
                </a:cubicBezTo>
                <a:cubicBezTo>
                  <a:pt x="44" y="103"/>
                  <a:pt x="59" y="88"/>
                  <a:pt x="89" y="88"/>
                </a:cubicBezTo>
                <a:cubicBezTo>
                  <a:pt x="162" y="88"/>
                  <a:pt x="162" y="88"/>
                  <a:pt x="162" y="88"/>
                </a:cubicBezTo>
                <a:cubicBezTo>
                  <a:pt x="162" y="103"/>
                  <a:pt x="162" y="103"/>
                  <a:pt x="162" y="103"/>
                </a:cubicBezTo>
                <a:cubicBezTo>
                  <a:pt x="162" y="118"/>
                  <a:pt x="177" y="118"/>
                  <a:pt x="177" y="118"/>
                </a:cubicBezTo>
                <a:cubicBezTo>
                  <a:pt x="192" y="118"/>
                  <a:pt x="207" y="118"/>
                  <a:pt x="207" y="103"/>
                </a:cubicBezTo>
                <a:cubicBezTo>
                  <a:pt x="207" y="88"/>
                  <a:pt x="207" y="88"/>
                  <a:pt x="207" y="88"/>
                </a:cubicBezTo>
                <a:cubicBezTo>
                  <a:pt x="398" y="88"/>
                  <a:pt x="398" y="88"/>
                  <a:pt x="398" y="88"/>
                </a:cubicBezTo>
                <a:cubicBezTo>
                  <a:pt x="398" y="103"/>
                  <a:pt x="398" y="103"/>
                  <a:pt x="398" y="103"/>
                </a:cubicBezTo>
                <a:cubicBezTo>
                  <a:pt x="398" y="118"/>
                  <a:pt x="412" y="118"/>
                  <a:pt x="412" y="118"/>
                </a:cubicBezTo>
                <a:cubicBezTo>
                  <a:pt x="427" y="118"/>
                  <a:pt x="442" y="118"/>
                  <a:pt x="442" y="103"/>
                </a:cubicBezTo>
                <a:cubicBezTo>
                  <a:pt x="442" y="88"/>
                  <a:pt x="442" y="88"/>
                  <a:pt x="442" y="88"/>
                </a:cubicBezTo>
                <a:cubicBezTo>
                  <a:pt x="516" y="88"/>
                  <a:pt x="516" y="88"/>
                  <a:pt x="516" y="88"/>
                </a:cubicBezTo>
                <a:cubicBezTo>
                  <a:pt x="530" y="88"/>
                  <a:pt x="560" y="103"/>
                  <a:pt x="560" y="118"/>
                </a:cubicBezTo>
                <a:lnTo>
                  <a:pt x="560" y="162"/>
                </a:lnTo>
                <a:close/>
                <a:moveTo>
                  <a:pt x="118" y="397"/>
                </a:moveTo>
                <a:lnTo>
                  <a:pt x="118" y="397"/>
                </a:lnTo>
                <a:cubicBezTo>
                  <a:pt x="162" y="397"/>
                  <a:pt x="162" y="397"/>
                  <a:pt x="162" y="397"/>
                </a:cubicBezTo>
                <a:cubicBezTo>
                  <a:pt x="177" y="397"/>
                  <a:pt x="207" y="383"/>
                  <a:pt x="207" y="353"/>
                </a:cubicBezTo>
                <a:cubicBezTo>
                  <a:pt x="207" y="324"/>
                  <a:pt x="207" y="324"/>
                  <a:pt x="207" y="324"/>
                </a:cubicBezTo>
                <a:cubicBezTo>
                  <a:pt x="207" y="294"/>
                  <a:pt x="177" y="280"/>
                  <a:pt x="162" y="280"/>
                </a:cubicBezTo>
                <a:cubicBezTo>
                  <a:pt x="118" y="280"/>
                  <a:pt x="118" y="280"/>
                  <a:pt x="118" y="280"/>
                </a:cubicBezTo>
                <a:cubicBezTo>
                  <a:pt x="103" y="280"/>
                  <a:pt x="89" y="294"/>
                  <a:pt x="89" y="324"/>
                </a:cubicBezTo>
                <a:cubicBezTo>
                  <a:pt x="89" y="353"/>
                  <a:pt x="89" y="353"/>
                  <a:pt x="89" y="353"/>
                </a:cubicBezTo>
                <a:cubicBezTo>
                  <a:pt x="89" y="383"/>
                  <a:pt x="103" y="397"/>
                  <a:pt x="118" y="397"/>
                </a:cubicBezTo>
                <a:close/>
                <a:moveTo>
                  <a:pt x="118" y="324"/>
                </a:moveTo>
                <a:lnTo>
                  <a:pt x="118" y="324"/>
                </a:lnTo>
                <a:cubicBezTo>
                  <a:pt x="162" y="324"/>
                  <a:pt x="162" y="324"/>
                  <a:pt x="162" y="324"/>
                </a:cubicBezTo>
                <a:cubicBezTo>
                  <a:pt x="162" y="353"/>
                  <a:pt x="162" y="353"/>
                  <a:pt x="162" y="353"/>
                </a:cubicBezTo>
                <a:cubicBezTo>
                  <a:pt x="118" y="353"/>
                  <a:pt x="118" y="353"/>
                  <a:pt x="118" y="353"/>
                </a:cubicBezTo>
                <a:lnTo>
                  <a:pt x="118" y="324"/>
                </a:lnTo>
                <a:close/>
                <a:moveTo>
                  <a:pt x="280" y="397"/>
                </a:moveTo>
                <a:lnTo>
                  <a:pt x="280" y="397"/>
                </a:lnTo>
                <a:cubicBezTo>
                  <a:pt x="324" y="397"/>
                  <a:pt x="324" y="397"/>
                  <a:pt x="324" y="397"/>
                </a:cubicBezTo>
                <a:cubicBezTo>
                  <a:pt x="339" y="397"/>
                  <a:pt x="354" y="383"/>
                  <a:pt x="354" y="353"/>
                </a:cubicBezTo>
                <a:cubicBezTo>
                  <a:pt x="354" y="324"/>
                  <a:pt x="354" y="324"/>
                  <a:pt x="354" y="324"/>
                </a:cubicBezTo>
                <a:cubicBezTo>
                  <a:pt x="354" y="294"/>
                  <a:pt x="339" y="280"/>
                  <a:pt x="324" y="280"/>
                </a:cubicBezTo>
                <a:cubicBezTo>
                  <a:pt x="280" y="280"/>
                  <a:pt x="280" y="280"/>
                  <a:pt x="280" y="280"/>
                </a:cubicBezTo>
                <a:cubicBezTo>
                  <a:pt x="265" y="280"/>
                  <a:pt x="236" y="294"/>
                  <a:pt x="236" y="324"/>
                </a:cubicBezTo>
                <a:cubicBezTo>
                  <a:pt x="236" y="353"/>
                  <a:pt x="236" y="353"/>
                  <a:pt x="236" y="353"/>
                </a:cubicBezTo>
                <a:cubicBezTo>
                  <a:pt x="236" y="383"/>
                  <a:pt x="265" y="397"/>
                  <a:pt x="280" y="397"/>
                </a:cubicBezTo>
                <a:close/>
                <a:moveTo>
                  <a:pt x="280" y="324"/>
                </a:moveTo>
                <a:lnTo>
                  <a:pt x="280" y="324"/>
                </a:lnTo>
                <a:cubicBezTo>
                  <a:pt x="324" y="324"/>
                  <a:pt x="324" y="324"/>
                  <a:pt x="324" y="324"/>
                </a:cubicBezTo>
                <a:cubicBezTo>
                  <a:pt x="324" y="353"/>
                  <a:pt x="324" y="353"/>
                  <a:pt x="324" y="353"/>
                </a:cubicBezTo>
                <a:cubicBezTo>
                  <a:pt x="280" y="353"/>
                  <a:pt x="280" y="353"/>
                  <a:pt x="280" y="353"/>
                </a:cubicBezTo>
                <a:lnTo>
                  <a:pt x="280" y="324"/>
                </a:lnTo>
                <a:close/>
                <a:moveTo>
                  <a:pt x="118" y="559"/>
                </a:moveTo>
                <a:lnTo>
                  <a:pt x="118" y="559"/>
                </a:lnTo>
                <a:cubicBezTo>
                  <a:pt x="162" y="559"/>
                  <a:pt x="162" y="559"/>
                  <a:pt x="162" y="559"/>
                </a:cubicBezTo>
                <a:cubicBezTo>
                  <a:pt x="177" y="559"/>
                  <a:pt x="207" y="530"/>
                  <a:pt x="207" y="515"/>
                </a:cubicBezTo>
                <a:cubicBezTo>
                  <a:pt x="207" y="471"/>
                  <a:pt x="207" y="471"/>
                  <a:pt x="207" y="471"/>
                </a:cubicBezTo>
                <a:cubicBezTo>
                  <a:pt x="207" y="456"/>
                  <a:pt x="177" y="442"/>
                  <a:pt x="162" y="442"/>
                </a:cubicBezTo>
                <a:cubicBezTo>
                  <a:pt x="118" y="442"/>
                  <a:pt x="118" y="442"/>
                  <a:pt x="118" y="442"/>
                </a:cubicBezTo>
                <a:cubicBezTo>
                  <a:pt x="103" y="442"/>
                  <a:pt x="89" y="456"/>
                  <a:pt x="89" y="471"/>
                </a:cubicBezTo>
                <a:cubicBezTo>
                  <a:pt x="89" y="515"/>
                  <a:pt x="89" y="515"/>
                  <a:pt x="89" y="515"/>
                </a:cubicBezTo>
                <a:cubicBezTo>
                  <a:pt x="89" y="530"/>
                  <a:pt x="103" y="559"/>
                  <a:pt x="118" y="559"/>
                </a:cubicBezTo>
                <a:close/>
                <a:moveTo>
                  <a:pt x="118" y="471"/>
                </a:moveTo>
                <a:lnTo>
                  <a:pt x="118" y="471"/>
                </a:lnTo>
                <a:cubicBezTo>
                  <a:pt x="162" y="471"/>
                  <a:pt x="162" y="471"/>
                  <a:pt x="162" y="471"/>
                </a:cubicBezTo>
                <a:cubicBezTo>
                  <a:pt x="162" y="515"/>
                  <a:pt x="162" y="515"/>
                  <a:pt x="162" y="515"/>
                </a:cubicBezTo>
                <a:cubicBezTo>
                  <a:pt x="118" y="515"/>
                  <a:pt x="118" y="515"/>
                  <a:pt x="118" y="515"/>
                </a:cubicBezTo>
                <a:lnTo>
                  <a:pt x="118" y="471"/>
                </a:lnTo>
                <a:close/>
                <a:moveTo>
                  <a:pt x="280" y="559"/>
                </a:moveTo>
                <a:lnTo>
                  <a:pt x="280" y="559"/>
                </a:lnTo>
                <a:cubicBezTo>
                  <a:pt x="324" y="559"/>
                  <a:pt x="324" y="559"/>
                  <a:pt x="324" y="559"/>
                </a:cubicBezTo>
                <a:cubicBezTo>
                  <a:pt x="339" y="559"/>
                  <a:pt x="354" y="530"/>
                  <a:pt x="354" y="515"/>
                </a:cubicBezTo>
                <a:cubicBezTo>
                  <a:pt x="354" y="471"/>
                  <a:pt x="354" y="471"/>
                  <a:pt x="354" y="471"/>
                </a:cubicBezTo>
                <a:cubicBezTo>
                  <a:pt x="354" y="456"/>
                  <a:pt x="339" y="442"/>
                  <a:pt x="324" y="442"/>
                </a:cubicBezTo>
                <a:cubicBezTo>
                  <a:pt x="280" y="442"/>
                  <a:pt x="280" y="442"/>
                  <a:pt x="280" y="442"/>
                </a:cubicBezTo>
                <a:cubicBezTo>
                  <a:pt x="265" y="442"/>
                  <a:pt x="236" y="456"/>
                  <a:pt x="236" y="471"/>
                </a:cubicBezTo>
                <a:cubicBezTo>
                  <a:pt x="236" y="515"/>
                  <a:pt x="236" y="515"/>
                  <a:pt x="236" y="515"/>
                </a:cubicBezTo>
                <a:cubicBezTo>
                  <a:pt x="236" y="530"/>
                  <a:pt x="265" y="559"/>
                  <a:pt x="280" y="559"/>
                </a:cubicBezTo>
                <a:close/>
                <a:moveTo>
                  <a:pt x="280" y="471"/>
                </a:moveTo>
                <a:lnTo>
                  <a:pt x="280" y="471"/>
                </a:lnTo>
                <a:cubicBezTo>
                  <a:pt x="324" y="471"/>
                  <a:pt x="324" y="471"/>
                  <a:pt x="324" y="471"/>
                </a:cubicBezTo>
                <a:cubicBezTo>
                  <a:pt x="324" y="515"/>
                  <a:pt x="324" y="515"/>
                  <a:pt x="324" y="515"/>
                </a:cubicBezTo>
                <a:cubicBezTo>
                  <a:pt x="280" y="515"/>
                  <a:pt x="280" y="515"/>
                  <a:pt x="280" y="515"/>
                </a:cubicBezTo>
                <a:lnTo>
                  <a:pt x="280" y="47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7" name="稻壳儿小白白(http://dwz.cn/Wu2UP)"/>
          <p:cNvSpPr/>
          <p:nvPr/>
        </p:nvSpPr>
        <p:spPr>
          <a:xfrm>
            <a:off x="4507092" y="5789255"/>
            <a:ext cx="534924" cy="346329"/>
          </a:xfrm>
          <a:custGeom>
            <a:avLst/>
            <a:gdLst>
              <a:gd name="T0" fmla="*/ 273390397 w 619"/>
              <a:gd name="T1" fmla="*/ 57127687 h 398"/>
              <a:gd name="T2" fmla="*/ 273390397 w 619"/>
              <a:gd name="T3" fmla="*/ 57127687 h 398"/>
              <a:gd name="T4" fmla="*/ 197839943 w 619"/>
              <a:gd name="T5" fmla="*/ 133731144 h 398"/>
              <a:gd name="T6" fmla="*/ 273390397 w 619"/>
              <a:gd name="T7" fmla="*/ 210333794 h 398"/>
              <a:gd name="T8" fmla="*/ 348940850 w 619"/>
              <a:gd name="T9" fmla="*/ 133731144 h 398"/>
              <a:gd name="T10" fmla="*/ 273390397 w 619"/>
              <a:gd name="T11" fmla="*/ 57127687 h 398"/>
              <a:gd name="T12" fmla="*/ 273390397 w 619"/>
              <a:gd name="T13" fmla="*/ 181120946 h 398"/>
              <a:gd name="T14" fmla="*/ 273390397 w 619"/>
              <a:gd name="T15" fmla="*/ 181120946 h 398"/>
              <a:gd name="T16" fmla="*/ 226011231 w 619"/>
              <a:gd name="T17" fmla="*/ 133731144 h 398"/>
              <a:gd name="T18" fmla="*/ 273390397 w 619"/>
              <a:gd name="T19" fmla="*/ 75954049 h 398"/>
              <a:gd name="T20" fmla="*/ 320129433 w 619"/>
              <a:gd name="T21" fmla="*/ 133731144 h 398"/>
              <a:gd name="T22" fmla="*/ 273390397 w 619"/>
              <a:gd name="T23" fmla="*/ 181120946 h 398"/>
              <a:gd name="T24" fmla="*/ 273390397 w 619"/>
              <a:gd name="T25" fmla="*/ 0 h 398"/>
              <a:gd name="T26" fmla="*/ 273390397 w 619"/>
              <a:gd name="T27" fmla="*/ 0 h 398"/>
              <a:gd name="T28" fmla="*/ 122289490 w 619"/>
              <a:gd name="T29" fmla="*/ 0 h 398"/>
              <a:gd name="T30" fmla="*/ 0 w 619"/>
              <a:gd name="T31" fmla="*/ 133731144 h 398"/>
              <a:gd name="T32" fmla="*/ 122289490 w 619"/>
              <a:gd name="T33" fmla="*/ 257723597 h 398"/>
              <a:gd name="T34" fmla="*/ 273390397 w 619"/>
              <a:gd name="T35" fmla="*/ 257723597 h 398"/>
              <a:gd name="T36" fmla="*/ 395679887 w 619"/>
              <a:gd name="T37" fmla="*/ 133731144 h 398"/>
              <a:gd name="T38" fmla="*/ 273390397 w 619"/>
              <a:gd name="T39" fmla="*/ 0 h 398"/>
              <a:gd name="T40" fmla="*/ 273390397 w 619"/>
              <a:gd name="T41" fmla="*/ 229160156 h 398"/>
              <a:gd name="T42" fmla="*/ 273390397 w 619"/>
              <a:gd name="T43" fmla="*/ 229160156 h 398"/>
              <a:gd name="T44" fmla="*/ 122289490 w 619"/>
              <a:gd name="T45" fmla="*/ 229160156 h 398"/>
              <a:gd name="T46" fmla="*/ 18567749 w 619"/>
              <a:gd name="T47" fmla="*/ 133731144 h 398"/>
              <a:gd name="T48" fmla="*/ 122289490 w 619"/>
              <a:gd name="T49" fmla="*/ 28564246 h 398"/>
              <a:gd name="T50" fmla="*/ 273390397 w 619"/>
              <a:gd name="T51" fmla="*/ 28564246 h 398"/>
              <a:gd name="T52" fmla="*/ 377112138 w 619"/>
              <a:gd name="T53" fmla="*/ 133731144 h 398"/>
              <a:gd name="T54" fmla="*/ 273390397 w 619"/>
              <a:gd name="T55" fmla="*/ 229160156 h 39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619" h="398">
                <a:moveTo>
                  <a:pt x="427" y="88"/>
                </a:moveTo>
                <a:lnTo>
                  <a:pt x="427" y="88"/>
                </a:lnTo>
                <a:cubicBezTo>
                  <a:pt x="368" y="88"/>
                  <a:pt x="309" y="132"/>
                  <a:pt x="309" y="206"/>
                </a:cubicBezTo>
                <a:cubicBezTo>
                  <a:pt x="309" y="265"/>
                  <a:pt x="368" y="324"/>
                  <a:pt x="427" y="324"/>
                </a:cubicBezTo>
                <a:cubicBezTo>
                  <a:pt x="486" y="324"/>
                  <a:pt x="545" y="265"/>
                  <a:pt x="545" y="206"/>
                </a:cubicBezTo>
                <a:cubicBezTo>
                  <a:pt x="545" y="132"/>
                  <a:pt x="486" y="88"/>
                  <a:pt x="427" y="88"/>
                </a:cubicBezTo>
                <a:close/>
                <a:moveTo>
                  <a:pt x="427" y="279"/>
                </a:moveTo>
                <a:lnTo>
                  <a:pt x="427" y="279"/>
                </a:lnTo>
                <a:cubicBezTo>
                  <a:pt x="382" y="279"/>
                  <a:pt x="353" y="250"/>
                  <a:pt x="353" y="206"/>
                </a:cubicBezTo>
                <a:cubicBezTo>
                  <a:pt x="353" y="162"/>
                  <a:pt x="382" y="117"/>
                  <a:pt x="427" y="117"/>
                </a:cubicBezTo>
                <a:cubicBezTo>
                  <a:pt x="471" y="117"/>
                  <a:pt x="500" y="162"/>
                  <a:pt x="500" y="206"/>
                </a:cubicBezTo>
                <a:cubicBezTo>
                  <a:pt x="500" y="250"/>
                  <a:pt x="471" y="279"/>
                  <a:pt x="427" y="279"/>
                </a:cubicBezTo>
                <a:close/>
                <a:moveTo>
                  <a:pt x="427" y="0"/>
                </a:moveTo>
                <a:lnTo>
                  <a:pt x="427" y="0"/>
                </a:lnTo>
                <a:cubicBezTo>
                  <a:pt x="191" y="0"/>
                  <a:pt x="191" y="0"/>
                  <a:pt x="191" y="0"/>
                </a:cubicBezTo>
                <a:cubicBezTo>
                  <a:pt x="88" y="0"/>
                  <a:pt x="0" y="88"/>
                  <a:pt x="0" y="206"/>
                </a:cubicBezTo>
                <a:cubicBezTo>
                  <a:pt x="0" y="309"/>
                  <a:pt x="88" y="397"/>
                  <a:pt x="191" y="397"/>
                </a:cubicBezTo>
                <a:cubicBezTo>
                  <a:pt x="427" y="397"/>
                  <a:pt x="427" y="397"/>
                  <a:pt x="427" y="397"/>
                </a:cubicBezTo>
                <a:cubicBezTo>
                  <a:pt x="530" y="397"/>
                  <a:pt x="618" y="309"/>
                  <a:pt x="618" y="206"/>
                </a:cubicBezTo>
                <a:cubicBezTo>
                  <a:pt x="618" y="88"/>
                  <a:pt x="530" y="0"/>
                  <a:pt x="427" y="0"/>
                </a:cubicBezTo>
                <a:close/>
                <a:moveTo>
                  <a:pt x="427" y="353"/>
                </a:moveTo>
                <a:lnTo>
                  <a:pt x="427" y="353"/>
                </a:lnTo>
                <a:cubicBezTo>
                  <a:pt x="191" y="353"/>
                  <a:pt x="191" y="353"/>
                  <a:pt x="191" y="353"/>
                </a:cubicBezTo>
                <a:cubicBezTo>
                  <a:pt x="103" y="353"/>
                  <a:pt x="29" y="294"/>
                  <a:pt x="29" y="206"/>
                </a:cubicBezTo>
                <a:cubicBezTo>
                  <a:pt x="29" y="117"/>
                  <a:pt x="103" y="44"/>
                  <a:pt x="191" y="44"/>
                </a:cubicBezTo>
                <a:cubicBezTo>
                  <a:pt x="427" y="44"/>
                  <a:pt x="427" y="44"/>
                  <a:pt x="427" y="44"/>
                </a:cubicBezTo>
                <a:cubicBezTo>
                  <a:pt x="515" y="44"/>
                  <a:pt x="589" y="117"/>
                  <a:pt x="589" y="206"/>
                </a:cubicBezTo>
                <a:cubicBezTo>
                  <a:pt x="589" y="294"/>
                  <a:pt x="515" y="353"/>
                  <a:pt x="427" y="35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8" name="稻壳儿小白白(http://dwz.cn/Wu2UP)"/>
          <p:cNvSpPr/>
          <p:nvPr/>
        </p:nvSpPr>
        <p:spPr>
          <a:xfrm>
            <a:off x="3612123" y="5789255"/>
            <a:ext cx="552069" cy="346329"/>
          </a:xfrm>
          <a:custGeom>
            <a:avLst/>
            <a:gdLst>
              <a:gd name="T0" fmla="*/ 287331145 w 634"/>
              <a:gd name="T1" fmla="*/ 0 h 398"/>
              <a:gd name="T2" fmla="*/ 287331145 w 634"/>
              <a:gd name="T3" fmla="*/ 0 h 398"/>
              <a:gd name="T4" fmla="*/ 134564803 w 634"/>
              <a:gd name="T5" fmla="*/ 0 h 398"/>
              <a:gd name="T6" fmla="*/ 0 w 634"/>
              <a:gd name="T7" fmla="*/ 133731144 h 398"/>
              <a:gd name="T8" fmla="*/ 134564803 w 634"/>
              <a:gd name="T9" fmla="*/ 257723597 h 398"/>
              <a:gd name="T10" fmla="*/ 287331145 w 634"/>
              <a:gd name="T11" fmla="*/ 257723597 h 398"/>
              <a:gd name="T12" fmla="*/ 411495069 w 634"/>
              <a:gd name="T13" fmla="*/ 133731144 h 398"/>
              <a:gd name="T14" fmla="*/ 287331145 w 634"/>
              <a:gd name="T15" fmla="*/ 0 h 398"/>
              <a:gd name="T16" fmla="*/ 287331145 w 634"/>
              <a:gd name="T17" fmla="*/ 229160156 h 398"/>
              <a:gd name="T18" fmla="*/ 287331145 w 634"/>
              <a:gd name="T19" fmla="*/ 229160156 h 398"/>
              <a:gd name="T20" fmla="*/ 134564803 w 634"/>
              <a:gd name="T21" fmla="*/ 229160156 h 398"/>
              <a:gd name="T22" fmla="*/ 28603224 w 634"/>
              <a:gd name="T23" fmla="*/ 133731144 h 398"/>
              <a:gd name="T24" fmla="*/ 134564803 w 634"/>
              <a:gd name="T25" fmla="*/ 28564246 h 398"/>
              <a:gd name="T26" fmla="*/ 287331145 w 634"/>
              <a:gd name="T27" fmla="*/ 28564246 h 398"/>
              <a:gd name="T28" fmla="*/ 382891844 w 634"/>
              <a:gd name="T29" fmla="*/ 133731144 h 398"/>
              <a:gd name="T30" fmla="*/ 287331145 w 634"/>
              <a:gd name="T31" fmla="*/ 229160156 h 398"/>
              <a:gd name="T32" fmla="*/ 134564803 w 634"/>
              <a:gd name="T33" fmla="*/ 57127687 h 398"/>
              <a:gd name="T34" fmla="*/ 134564803 w 634"/>
              <a:gd name="T35" fmla="*/ 57127687 h 398"/>
              <a:gd name="T36" fmla="*/ 57856302 w 634"/>
              <a:gd name="T37" fmla="*/ 133731144 h 398"/>
              <a:gd name="T38" fmla="*/ 134564803 w 634"/>
              <a:gd name="T39" fmla="*/ 210333794 h 398"/>
              <a:gd name="T40" fmla="*/ 210622644 w 634"/>
              <a:gd name="T41" fmla="*/ 133731144 h 398"/>
              <a:gd name="T42" fmla="*/ 134564803 w 634"/>
              <a:gd name="T43" fmla="*/ 57127687 h 398"/>
              <a:gd name="T44" fmla="*/ 134564803 w 634"/>
              <a:gd name="T45" fmla="*/ 181120946 h 398"/>
              <a:gd name="T46" fmla="*/ 134564803 w 634"/>
              <a:gd name="T47" fmla="*/ 181120946 h 398"/>
              <a:gd name="T48" fmla="*/ 76708501 w 634"/>
              <a:gd name="T49" fmla="*/ 133731144 h 398"/>
              <a:gd name="T50" fmla="*/ 134564803 w 634"/>
              <a:gd name="T51" fmla="*/ 75954049 h 398"/>
              <a:gd name="T52" fmla="*/ 182020226 w 634"/>
              <a:gd name="T53" fmla="*/ 133731144 h 398"/>
              <a:gd name="T54" fmla="*/ 134564803 w 634"/>
              <a:gd name="T55" fmla="*/ 181120946 h 398"/>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634" h="398">
                <a:moveTo>
                  <a:pt x="442" y="0"/>
                </a:moveTo>
                <a:lnTo>
                  <a:pt x="442" y="0"/>
                </a:lnTo>
                <a:cubicBezTo>
                  <a:pt x="207" y="0"/>
                  <a:pt x="207" y="0"/>
                  <a:pt x="207" y="0"/>
                </a:cubicBezTo>
                <a:cubicBezTo>
                  <a:pt x="89" y="0"/>
                  <a:pt x="0" y="88"/>
                  <a:pt x="0" y="206"/>
                </a:cubicBezTo>
                <a:cubicBezTo>
                  <a:pt x="0" y="309"/>
                  <a:pt x="89" y="397"/>
                  <a:pt x="207" y="397"/>
                </a:cubicBezTo>
                <a:cubicBezTo>
                  <a:pt x="442" y="397"/>
                  <a:pt x="442" y="397"/>
                  <a:pt x="442" y="397"/>
                </a:cubicBezTo>
                <a:cubicBezTo>
                  <a:pt x="545" y="397"/>
                  <a:pt x="633" y="309"/>
                  <a:pt x="633" y="206"/>
                </a:cubicBezTo>
                <a:cubicBezTo>
                  <a:pt x="633" y="88"/>
                  <a:pt x="545" y="0"/>
                  <a:pt x="442" y="0"/>
                </a:cubicBezTo>
                <a:close/>
                <a:moveTo>
                  <a:pt x="442" y="353"/>
                </a:moveTo>
                <a:lnTo>
                  <a:pt x="442" y="353"/>
                </a:lnTo>
                <a:cubicBezTo>
                  <a:pt x="207" y="353"/>
                  <a:pt x="207" y="353"/>
                  <a:pt x="207" y="353"/>
                </a:cubicBezTo>
                <a:cubicBezTo>
                  <a:pt x="118" y="353"/>
                  <a:pt x="44" y="294"/>
                  <a:pt x="44" y="206"/>
                </a:cubicBezTo>
                <a:cubicBezTo>
                  <a:pt x="44" y="117"/>
                  <a:pt x="118" y="44"/>
                  <a:pt x="207" y="44"/>
                </a:cubicBezTo>
                <a:cubicBezTo>
                  <a:pt x="442" y="44"/>
                  <a:pt x="442" y="44"/>
                  <a:pt x="442" y="44"/>
                </a:cubicBezTo>
                <a:cubicBezTo>
                  <a:pt x="530" y="44"/>
                  <a:pt x="589" y="117"/>
                  <a:pt x="589" y="206"/>
                </a:cubicBezTo>
                <a:cubicBezTo>
                  <a:pt x="589" y="294"/>
                  <a:pt x="530" y="353"/>
                  <a:pt x="442" y="353"/>
                </a:cubicBezTo>
                <a:close/>
                <a:moveTo>
                  <a:pt x="207" y="88"/>
                </a:moveTo>
                <a:lnTo>
                  <a:pt x="207" y="88"/>
                </a:lnTo>
                <a:cubicBezTo>
                  <a:pt x="133" y="88"/>
                  <a:pt x="89" y="132"/>
                  <a:pt x="89" y="206"/>
                </a:cubicBezTo>
                <a:cubicBezTo>
                  <a:pt x="89" y="265"/>
                  <a:pt x="133" y="324"/>
                  <a:pt x="207" y="324"/>
                </a:cubicBezTo>
                <a:cubicBezTo>
                  <a:pt x="265" y="324"/>
                  <a:pt x="324" y="265"/>
                  <a:pt x="324" y="206"/>
                </a:cubicBezTo>
                <a:cubicBezTo>
                  <a:pt x="324" y="132"/>
                  <a:pt x="265" y="88"/>
                  <a:pt x="207" y="88"/>
                </a:cubicBezTo>
                <a:close/>
                <a:moveTo>
                  <a:pt x="207" y="279"/>
                </a:moveTo>
                <a:lnTo>
                  <a:pt x="207" y="279"/>
                </a:lnTo>
                <a:cubicBezTo>
                  <a:pt x="162" y="279"/>
                  <a:pt x="118" y="250"/>
                  <a:pt x="118" y="206"/>
                </a:cubicBezTo>
                <a:cubicBezTo>
                  <a:pt x="118" y="162"/>
                  <a:pt x="162" y="117"/>
                  <a:pt x="207" y="117"/>
                </a:cubicBezTo>
                <a:cubicBezTo>
                  <a:pt x="251" y="117"/>
                  <a:pt x="280" y="162"/>
                  <a:pt x="280" y="206"/>
                </a:cubicBezTo>
                <a:cubicBezTo>
                  <a:pt x="280" y="250"/>
                  <a:pt x="251" y="279"/>
                  <a:pt x="207" y="27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09" name="稻壳儿小白白(http://dwz.cn/Wu2UP)"/>
          <p:cNvSpPr/>
          <p:nvPr/>
        </p:nvSpPr>
        <p:spPr>
          <a:xfrm>
            <a:off x="2732584" y="5686385"/>
            <a:ext cx="550355" cy="552069"/>
          </a:xfrm>
          <a:custGeom>
            <a:avLst/>
            <a:gdLst>
              <a:gd name="T0" fmla="*/ 332711130 w 634"/>
              <a:gd name="T1" fmla="*/ 306183343 h 634"/>
              <a:gd name="T2" fmla="*/ 142129237 w 634"/>
              <a:gd name="T3" fmla="*/ 267829093 h 634"/>
              <a:gd name="T4" fmla="*/ 75587011 w 634"/>
              <a:gd name="T5" fmla="*/ 306183343 h 634"/>
              <a:gd name="T6" fmla="*/ 75587011 w 634"/>
              <a:gd name="T7" fmla="*/ 334786568 h 634"/>
              <a:gd name="T8" fmla="*/ 142129237 w 634"/>
              <a:gd name="T9" fmla="*/ 373140818 h 634"/>
              <a:gd name="T10" fmla="*/ 332711130 w 634"/>
              <a:gd name="T11" fmla="*/ 334786568 h 634"/>
              <a:gd name="T12" fmla="*/ 332711130 w 634"/>
              <a:gd name="T13" fmla="*/ 306183343 h 634"/>
              <a:gd name="T14" fmla="*/ 142129237 w 634"/>
              <a:gd name="T15" fmla="*/ 354288620 h 634"/>
              <a:gd name="T16" fmla="*/ 142129237 w 634"/>
              <a:gd name="T17" fmla="*/ 287331145 h 634"/>
              <a:gd name="T18" fmla="*/ 142129237 w 634"/>
              <a:gd name="T19" fmla="*/ 354288620 h 634"/>
              <a:gd name="T20" fmla="*/ 332711130 w 634"/>
              <a:gd name="T21" fmla="*/ 105311725 h 634"/>
              <a:gd name="T22" fmla="*/ 142129237 w 634"/>
              <a:gd name="T23" fmla="*/ 66957475 h 634"/>
              <a:gd name="T24" fmla="*/ 75587011 w 634"/>
              <a:gd name="T25" fmla="*/ 105311725 h 634"/>
              <a:gd name="T26" fmla="*/ 75587011 w 634"/>
              <a:gd name="T27" fmla="*/ 133914950 h 634"/>
              <a:gd name="T28" fmla="*/ 142129237 w 634"/>
              <a:gd name="T29" fmla="*/ 172268394 h 634"/>
              <a:gd name="T30" fmla="*/ 332711130 w 634"/>
              <a:gd name="T31" fmla="*/ 133914950 h 634"/>
              <a:gd name="T32" fmla="*/ 332711130 w 634"/>
              <a:gd name="T33" fmla="*/ 105311725 h 634"/>
              <a:gd name="T34" fmla="*/ 142129237 w 634"/>
              <a:gd name="T35" fmla="*/ 152766342 h 634"/>
              <a:gd name="T36" fmla="*/ 142129237 w 634"/>
              <a:gd name="T37" fmla="*/ 86459527 h 634"/>
              <a:gd name="T38" fmla="*/ 142129237 w 634"/>
              <a:gd name="T39" fmla="*/ 152766342 h 634"/>
              <a:gd name="T40" fmla="*/ 332711130 w 634"/>
              <a:gd name="T41" fmla="*/ 210622644 h 634"/>
              <a:gd name="T42" fmla="*/ 256477891 w 634"/>
              <a:gd name="T43" fmla="*/ 172268394 h 634"/>
              <a:gd name="T44" fmla="*/ 75587011 w 634"/>
              <a:gd name="T45" fmla="*/ 210622644 h 634"/>
              <a:gd name="T46" fmla="*/ 75587011 w 634"/>
              <a:gd name="T47" fmla="*/ 229474843 h 634"/>
              <a:gd name="T48" fmla="*/ 256477891 w 634"/>
              <a:gd name="T49" fmla="*/ 267829093 h 634"/>
              <a:gd name="T50" fmla="*/ 332711130 w 634"/>
              <a:gd name="T51" fmla="*/ 229474843 h 634"/>
              <a:gd name="T52" fmla="*/ 332711130 w 634"/>
              <a:gd name="T53" fmla="*/ 210622644 h 634"/>
              <a:gd name="T54" fmla="*/ 256477891 w 634"/>
              <a:gd name="T55" fmla="*/ 248976895 h 634"/>
              <a:gd name="T56" fmla="*/ 256477891 w 634"/>
              <a:gd name="T57" fmla="*/ 191120592 h 634"/>
              <a:gd name="T58" fmla="*/ 256477891 w 634"/>
              <a:gd name="T59" fmla="*/ 248976895 h 634"/>
              <a:gd name="T60" fmla="*/ 351446125 w 634"/>
              <a:gd name="T61" fmla="*/ 0 h 634"/>
              <a:gd name="T62" fmla="*/ 0 w 634"/>
              <a:gd name="T63" fmla="*/ 57206449 h 634"/>
              <a:gd name="T64" fmla="*/ 47161003 w 634"/>
              <a:gd name="T65" fmla="*/ 411495069 h 634"/>
              <a:gd name="T66" fmla="*/ 408943566 w 634"/>
              <a:gd name="T67" fmla="*/ 363389792 h 634"/>
              <a:gd name="T68" fmla="*/ 351446125 w 634"/>
              <a:gd name="T69" fmla="*/ 0 h 634"/>
              <a:gd name="T70" fmla="*/ 379872133 w 634"/>
              <a:gd name="T71" fmla="*/ 363389792 h 634"/>
              <a:gd name="T72" fmla="*/ 47161003 w 634"/>
              <a:gd name="T73" fmla="*/ 382891844 h 634"/>
              <a:gd name="T74" fmla="*/ 28426008 w 634"/>
              <a:gd name="T75" fmla="*/ 57206449 h 634"/>
              <a:gd name="T76" fmla="*/ 351446125 w 634"/>
              <a:gd name="T77" fmla="*/ 28603224 h 634"/>
              <a:gd name="T78" fmla="*/ 379872133 w 634"/>
              <a:gd name="T79" fmla="*/ 363389792 h 63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634" h="634">
                <a:moveTo>
                  <a:pt x="515" y="471"/>
                </a:moveTo>
                <a:lnTo>
                  <a:pt x="515" y="471"/>
                </a:lnTo>
                <a:cubicBezTo>
                  <a:pt x="294" y="471"/>
                  <a:pt x="294" y="471"/>
                  <a:pt x="294" y="471"/>
                </a:cubicBezTo>
                <a:cubicBezTo>
                  <a:pt x="279" y="442"/>
                  <a:pt x="250" y="412"/>
                  <a:pt x="220" y="412"/>
                </a:cubicBezTo>
                <a:cubicBezTo>
                  <a:pt x="176" y="412"/>
                  <a:pt x="147" y="442"/>
                  <a:pt x="147" y="471"/>
                </a:cubicBezTo>
                <a:cubicBezTo>
                  <a:pt x="117" y="471"/>
                  <a:pt x="117" y="471"/>
                  <a:pt x="117" y="471"/>
                </a:cubicBezTo>
                <a:cubicBezTo>
                  <a:pt x="103" y="471"/>
                  <a:pt x="103" y="486"/>
                  <a:pt x="103" y="501"/>
                </a:cubicBezTo>
                <a:cubicBezTo>
                  <a:pt x="103" y="501"/>
                  <a:pt x="103" y="515"/>
                  <a:pt x="117" y="515"/>
                </a:cubicBezTo>
                <a:cubicBezTo>
                  <a:pt x="147" y="515"/>
                  <a:pt x="147" y="515"/>
                  <a:pt x="147" y="515"/>
                </a:cubicBezTo>
                <a:cubicBezTo>
                  <a:pt x="147" y="545"/>
                  <a:pt x="176" y="574"/>
                  <a:pt x="220" y="574"/>
                </a:cubicBezTo>
                <a:cubicBezTo>
                  <a:pt x="250" y="574"/>
                  <a:pt x="279" y="545"/>
                  <a:pt x="294" y="515"/>
                </a:cubicBezTo>
                <a:cubicBezTo>
                  <a:pt x="515" y="515"/>
                  <a:pt x="515" y="515"/>
                  <a:pt x="515" y="515"/>
                </a:cubicBezTo>
                <a:lnTo>
                  <a:pt x="530" y="501"/>
                </a:lnTo>
                <a:cubicBezTo>
                  <a:pt x="530" y="486"/>
                  <a:pt x="515" y="471"/>
                  <a:pt x="515" y="471"/>
                </a:cubicBezTo>
                <a:close/>
                <a:moveTo>
                  <a:pt x="220" y="545"/>
                </a:moveTo>
                <a:lnTo>
                  <a:pt x="220" y="545"/>
                </a:lnTo>
                <a:cubicBezTo>
                  <a:pt x="191" y="545"/>
                  <a:pt x="162" y="515"/>
                  <a:pt x="162" y="501"/>
                </a:cubicBezTo>
                <a:cubicBezTo>
                  <a:pt x="162" y="471"/>
                  <a:pt x="191" y="442"/>
                  <a:pt x="220" y="442"/>
                </a:cubicBezTo>
                <a:cubicBezTo>
                  <a:pt x="235" y="442"/>
                  <a:pt x="265" y="471"/>
                  <a:pt x="265" y="501"/>
                </a:cubicBezTo>
                <a:cubicBezTo>
                  <a:pt x="265" y="515"/>
                  <a:pt x="235" y="545"/>
                  <a:pt x="220" y="545"/>
                </a:cubicBezTo>
                <a:close/>
                <a:moveTo>
                  <a:pt x="515" y="162"/>
                </a:moveTo>
                <a:lnTo>
                  <a:pt x="515" y="162"/>
                </a:lnTo>
                <a:cubicBezTo>
                  <a:pt x="294" y="162"/>
                  <a:pt x="294" y="162"/>
                  <a:pt x="294" y="162"/>
                </a:cubicBezTo>
                <a:cubicBezTo>
                  <a:pt x="279" y="133"/>
                  <a:pt x="250" y="103"/>
                  <a:pt x="220" y="103"/>
                </a:cubicBezTo>
                <a:cubicBezTo>
                  <a:pt x="176" y="103"/>
                  <a:pt x="147" y="133"/>
                  <a:pt x="147" y="162"/>
                </a:cubicBezTo>
                <a:cubicBezTo>
                  <a:pt x="117" y="162"/>
                  <a:pt x="117" y="162"/>
                  <a:pt x="117" y="162"/>
                </a:cubicBezTo>
                <a:cubicBezTo>
                  <a:pt x="103" y="162"/>
                  <a:pt x="103" y="176"/>
                  <a:pt x="103" y="176"/>
                </a:cubicBezTo>
                <a:cubicBezTo>
                  <a:pt x="103" y="192"/>
                  <a:pt x="103" y="206"/>
                  <a:pt x="117" y="206"/>
                </a:cubicBezTo>
                <a:cubicBezTo>
                  <a:pt x="147" y="206"/>
                  <a:pt x="147" y="206"/>
                  <a:pt x="147" y="206"/>
                </a:cubicBezTo>
                <a:cubicBezTo>
                  <a:pt x="147" y="235"/>
                  <a:pt x="176" y="265"/>
                  <a:pt x="220" y="265"/>
                </a:cubicBezTo>
                <a:cubicBezTo>
                  <a:pt x="250" y="265"/>
                  <a:pt x="279" y="235"/>
                  <a:pt x="294" y="206"/>
                </a:cubicBezTo>
                <a:cubicBezTo>
                  <a:pt x="515" y="206"/>
                  <a:pt x="515" y="206"/>
                  <a:pt x="515" y="206"/>
                </a:cubicBezTo>
                <a:cubicBezTo>
                  <a:pt x="515" y="206"/>
                  <a:pt x="530" y="192"/>
                  <a:pt x="530" y="176"/>
                </a:cubicBezTo>
                <a:lnTo>
                  <a:pt x="515" y="162"/>
                </a:lnTo>
                <a:close/>
                <a:moveTo>
                  <a:pt x="220" y="235"/>
                </a:moveTo>
                <a:lnTo>
                  <a:pt x="220" y="235"/>
                </a:lnTo>
                <a:cubicBezTo>
                  <a:pt x="191" y="235"/>
                  <a:pt x="162" y="206"/>
                  <a:pt x="162" y="176"/>
                </a:cubicBezTo>
                <a:cubicBezTo>
                  <a:pt x="162" y="162"/>
                  <a:pt x="191" y="133"/>
                  <a:pt x="220" y="133"/>
                </a:cubicBezTo>
                <a:cubicBezTo>
                  <a:pt x="235" y="133"/>
                  <a:pt x="265" y="162"/>
                  <a:pt x="265" y="176"/>
                </a:cubicBezTo>
                <a:cubicBezTo>
                  <a:pt x="265" y="206"/>
                  <a:pt x="235" y="235"/>
                  <a:pt x="220" y="235"/>
                </a:cubicBezTo>
                <a:close/>
                <a:moveTo>
                  <a:pt x="515" y="324"/>
                </a:moveTo>
                <a:lnTo>
                  <a:pt x="515" y="324"/>
                </a:lnTo>
                <a:cubicBezTo>
                  <a:pt x="471" y="324"/>
                  <a:pt x="471" y="324"/>
                  <a:pt x="471" y="324"/>
                </a:cubicBezTo>
                <a:cubicBezTo>
                  <a:pt x="456" y="280"/>
                  <a:pt x="426" y="265"/>
                  <a:pt x="397" y="265"/>
                </a:cubicBezTo>
                <a:cubicBezTo>
                  <a:pt x="353" y="265"/>
                  <a:pt x="324" y="280"/>
                  <a:pt x="324" y="324"/>
                </a:cubicBezTo>
                <a:cubicBezTo>
                  <a:pt x="117" y="324"/>
                  <a:pt x="117" y="324"/>
                  <a:pt x="117" y="324"/>
                </a:cubicBezTo>
                <a:cubicBezTo>
                  <a:pt x="103" y="324"/>
                  <a:pt x="103" y="324"/>
                  <a:pt x="103" y="338"/>
                </a:cubicBezTo>
                <a:cubicBezTo>
                  <a:pt x="103" y="353"/>
                  <a:pt x="103" y="353"/>
                  <a:pt x="117" y="353"/>
                </a:cubicBezTo>
                <a:cubicBezTo>
                  <a:pt x="324" y="353"/>
                  <a:pt x="324" y="353"/>
                  <a:pt x="324" y="353"/>
                </a:cubicBezTo>
                <a:cubicBezTo>
                  <a:pt x="324" y="397"/>
                  <a:pt x="353" y="412"/>
                  <a:pt x="397" y="412"/>
                </a:cubicBezTo>
                <a:cubicBezTo>
                  <a:pt x="426" y="412"/>
                  <a:pt x="456" y="397"/>
                  <a:pt x="471" y="353"/>
                </a:cubicBezTo>
                <a:cubicBezTo>
                  <a:pt x="515" y="353"/>
                  <a:pt x="515" y="353"/>
                  <a:pt x="515" y="353"/>
                </a:cubicBezTo>
                <a:cubicBezTo>
                  <a:pt x="515" y="353"/>
                  <a:pt x="530" y="353"/>
                  <a:pt x="530" y="338"/>
                </a:cubicBezTo>
                <a:cubicBezTo>
                  <a:pt x="530" y="324"/>
                  <a:pt x="515" y="324"/>
                  <a:pt x="515" y="324"/>
                </a:cubicBezTo>
                <a:close/>
                <a:moveTo>
                  <a:pt x="397" y="383"/>
                </a:moveTo>
                <a:lnTo>
                  <a:pt x="397" y="383"/>
                </a:lnTo>
                <a:cubicBezTo>
                  <a:pt x="367" y="383"/>
                  <a:pt x="338" y="368"/>
                  <a:pt x="338" y="338"/>
                </a:cubicBezTo>
                <a:cubicBezTo>
                  <a:pt x="338" y="309"/>
                  <a:pt x="367" y="294"/>
                  <a:pt x="397" y="294"/>
                </a:cubicBezTo>
                <a:cubicBezTo>
                  <a:pt x="412" y="294"/>
                  <a:pt x="441" y="309"/>
                  <a:pt x="441" y="338"/>
                </a:cubicBezTo>
                <a:cubicBezTo>
                  <a:pt x="441" y="368"/>
                  <a:pt x="412" y="383"/>
                  <a:pt x="397" y="383"/>
                </a:cubicBezTo>
                <a:close/>
                <a:moveTo>
                  <a:pt x="544" y="0"/>
                </a:moveTo>
                <a:lnTo>
                  <a:pt x="544" y="0"/>
                </a:lnTo>
                <a:cubicBezTo>
                  <a:pt x="73" y="0"/>
                  <a:pt x="73" y="0"/>
                  <a:pt x="73" y="0"/>
                </a:cubicBezTo>
                <a:cubicBezTo>
                  <a:pt x="29" y="0"/>
                  <a:pt x="0" y="44"/>
                  <a:pt x="0" y="88"/>
                </a:cubicBezTo>
                <a:cubicBezTo>
                  <a:pt x="0" y="559"/>
                  <a:pt x="0" y="559"/>
                  <a:pt x="0" y="559"/>
                </a:cubicBezTo>
                <a:cubicBezTo>
                  <a:pt x="0" y="604"/>
                  <a:pt x="29" y="633"/>
                  <a:pt x="73" y="633"/>
                </a:cubicBezTo>
                <a:cubicBezTo>
                  <a:pt x="544" y="633"/>
                  <a:pt x="544" y="633"/>
                  <a:pt x="544" y="633"/>
                </a:cubicBezTo>
                <a:cubicBezTo>
                  <a:pt x="588" y="633"/>
                  <a:pt x="633" y="604"/>
                  <a:pt x="633" y="559"/>
                </a:cubicBezTo>
                <a:cubicBezTo>
                  <a:pt x="633" y="88"/>
                  <a:pt x="633" y="88"/>
                  <a:pt x="633" y="88"/>
                </a:cubicBezTo>
                <a:cubicBezTo>
                  <a:pt x="633" y="44"/>
                  <a:pt x="588" y="0"/>
                  <a:pt x="544" y="0"/>
                </a:cubicBezTo>
                <a:close/>
                <a:moveTo>
                  <a:pt x="588" y="559"/>
                </a:moveTo>
                <a:lnTo>
                  <a:pt x="588" y="559"/>
                </a:lnTo>
                <a:cubicBezTo>
                  <a:pt x="588" y="574"/>
                  <a:pt x="574" y="589"/>
                  <a:pt x="544" y="589"/>
                </a:cubicBezTo>
                <a:cubicBezTo>
                  <a:pt x="73" y="589"/>
                  <a:pt x="73" y="589"/>
                  <a:pt x="73" y="589"/>
                </a:cubicBezTo>
                <a:cubicBezTo>
                  <a:pt x="58" y="589"/>
                  <a:pt x="44" y="574"/>
                  <a:pt x="44" y="559"/>
                </a:cubicBezTo>
                <a:cubicBezTo>
                  <a:pt x="44" y="88"/>
                  <a:pt x="44" y="88"/>
                  <a:pt x="44" y="88"/>
                </a:cubicBezTo>
                <a:cubicBezTo>
                  <a:pt x="44" y="59"/>
                  <a:pt x="58" y="44"/>
                  <a:pt x="73" y="44"/>
                </a:cubicBezTo>
                <a:cubicBezTo>
                  <a:pt x="544" y="44"/>
                  <a:pt x="544" y="44"/>
                  <a:pt x="544" y="44"/>
                </a:cubicBezTo>
                <a:cubicBezTo>
                  <a:pt x="574" y="44"/>
                  <a:pt x="588" y="59"/>
                  <a:pt x="588" y="88"/>
                </a:cubicBezTo>
                <a:lnTo>
                  <a:pt x="588" y="55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0" name="稻壳儿小白白(http://dwz.cn/Wu2UP)"/>
          <p:cNvSpPr/>
          <p:nvPr/>
        </p:nvSpPr>
        <p:spPr>
          <a:xfrm>
            <a:off x="1863333" y="5713817"/>
            <a:ext cx="512635" cy="512635"/>
          </a:xfrm>
          <a:custGeom>
            <a:avLst/>
            <a:gdLst>
              <a:gd name="T0" fmla="*/ 190935006 w 589"/>
              <a:gd name="T1" fmla="*/ 124269730 h 590"/>
              <a:gd name="T2" fmla="*/ 190935006 w 589"/>
              <a:gd name="T3" fmla="*/ 247892632 h 590"/>
              <a:gd name="T4" fmla="*/ 190935006 w 589"/>
              <a:gd name="T5" fmla="*/ 124269730 h 590"/>
              <a:gd name="T6" fmla="*/ 190935006 w 589"/>
              <a:gd name="T7" fmla="*/ 229122565 h 590"/>
              <a:gd name="T8" fmla="*/ 190935006 w 589"/>
              <a:gd name="T9" fmla="*/ 152748645 h 590"/>
              <a:gd name="T10" fmla="*/ 190935006 w 589"/>
              <a:gd name="T11" fmla="*/ 229122565 h 590"/>
              <a:gd name="T12" fmla="*/ 372778098 w 589"/>
              <a:gd name="T13" fmla="*/ 229122565 h 590"/>
              <a:gd name="T14" fmla="*/ 343552942 w 589"/>
              <a:gd name="T15" fmla="*/ 190935605 h 590"/>
              <a:gd name="T16" fmla="*/ 372778098 w 589"/>
              <a:gd name="T17" fmla="*/ 143039796 h 590"/>
              <a:gd name="T18" fmla="*/ 353295198 w 589"/>
              <a:gd name="T19" fmla="*/ 67312703 h 590"/>
              <a:gd name="T20" fmla="*/ 286402508 w 589"/>
              <a:gd name="T21" fmla="*/ 76373920 h 590"/>
              <a:gd name="T22" fmla="*/ 238343988 w 589"/>
              <a:gd name="T23" fmla="*/ 19416894 h 590"/>
              <a:gd name="T24" fmla="*/ 162359386 w 589"/>
              <a:gd name="T25" fmla="*/ 0 h 590"/>
              <a:gd name="T26" fmla="*/ 142876486 w 589"/>
              <a:gd name="T27" fmla="*/ 47895809 h 590"/>
              <a:gd name="T28" fmla="*/ 66891883 w 589"/>
              <a:gd name="T29" fmla="*/ 57604659 h 590"/>
              <a:gd name="T30" fmla="*/ 0 w 589"/>
              <a:gd name="T31" fmla="*/ 105499663 h 590"/>
              <a:gd name="T32" fmla="*/ 37667532 w 589"/>
              <a:gd name="T33" fmla="*/ 162456690 h 590"/>
              <a:gd name="T34" fmla="*/ 37667532 w 589"/>
              <a:gd name="T35" fmla="*/ 219414521 h 590"/>
              <a:gd name="T36" fmla="*/ 0 w 589"/>
              <a:gd name="T37" fmla="*/ 267309526 h 590"/>
              <a:gd name="T38" fmla="*/ 66891883 w 589"/>
              <a:gd name="T39" fmla="*/ 324266552 h 590"/>
              <a:gd name="T40" fmla="*/ 142876486 w 589"/>
              <a:gd name="T41" fmla="*/ 333975401 h 590"/>
              <a:gd name="T42" fmla="*/ 162359386 w 589"/>
              <a:gd name="T43" fmla="*/ 381223579 h 590"/>
              <a:gd name="T44" fmla="*/ 238343988 w 589"/>
              <a:gd name="T45" fmla="*/ 352745468 h 590"/>
              <a:gd name="T46" fmla="*/ 286402508 w 589"/>
              <a:gd name="T47" fmla="*/ 305497290 h 590"/>
              <a:gd name="T48" fmla="*/ 353295198 w 589"/>
              <a:gd name="T49" fmla="*/ 314558507 h 590"/>
              <a:gd name="T50" fmla="*/ 372778098 w 589"/>
              <a:gd name="T51" fmla="*/ 229122565 h 590"/>
              <a:gd name="T52" fmla="*/ 353295198 w 589"/>
              <a:gd name="T53" fmla="*/ 267309526 h 590"/>
              <a:gd name="T54" fmla="*/ 324719578 w 589"/>
              <a:gd name="T55" fmla="*/ 295788441 h 590"/>
              <a:gd name="T56" fmla="*/ 219510625 w 589"/>
              <a:gd name="T57" fmla="*/ 314558507 h 590"/>
              <a:gd name="T58" fmla="*/ 200676456 w 589"/>
              <a:gd name="T59" fmla="*/ 352745468 h 590"/>
              <a:gd name="T60" fmla="*/ 162359386 w 589"/>
              <a:gd name="T61" fmla="*/ 343036618 h 590"/>
              <a:gd name="T62" fmla="*/ 95467503 w 589"/>
              <a:gd name="T63" fmla="*/ 276371547 h 590"/>
              <a:gd name="T64" fmla="*/ 47408983 w 589"/>
              <a:gd name="T65" fmla="*/ 286079592 h 590"/>
              <a:gd name="T66" fmla="*/ 37667532 w 589"/>
              <a:gd name="T67" fmla="*/ 247892632 h 590"/>
              <a:gd name="T68" fmla="*/ 66891883 w 589"/>
              <a:gd name="T69" fmla="*/ 190935605 h 590"/>
              <a:gd name="T70" fmla="*/ 37667532 w 589"/>
              <a:gd name="T71" fmla="*/ 124269730 h 590"/>
              <a:gd name="T72" fmla="*/ 47408983 w 589"/>
              <a:gd name="T73" fmla="*/ 86082769 h 590"/>
              <a:gd name="T74" fmla="*/ 95467503 w 589"/>
              <a:gd name="T75" fmla="*/ 105499663 h 590"/>
              <a:gd name="T76" fmla="*/ 162359386 w 589"/>
              <a:gd name="T77" fmla="*/ 38186960 h 590"/>
              <a:gd name="T78" fmla="*/ 200676456 w 589"/>
              <a:gd name="T79" fmla="*/ 19416894 h 590"/>
              <a:gd name="T80" fmla="*/ 219510625 w 589"/>
              <a:gd name="T81" fmla="*/ 67312703 h 590"/>
              <a:gd name="T82" fmla="*/ 324719578 w 589"/>
              <a:gd name="T83" fmla="*/ 86082769 h 590"/>
              <a:gd name="T84" fmla="*/ 353295198 w 589"/>
              <a:gd name="T85" fmla="*/ 105499663 h 590"/>
              <a:gd name="T86" fmla="*/ 314978128 w 589"/>
              <a:gd name="T87" fmla="*/ 143039796 h 590"/>
              <a:gd name="T88" fmla="*/ 314978128 w 589"/>
              <a:gd name="T89" fmla="*/ 229122565 h 590"/>
              <a:gd name="T90" fmla="*/ 353295198 w 589"/>
              <a:gd name="T91" fmla="*/ 267309526 h 590"/>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589" h="590">
                <a:moveTo>
                  <a:pt x="294" y="192"/>
                </a:moveTo>
                <a:lnTo>
                  <a:pt x="294" y="192"/>
                </a:lnTo>
                <a:cubicBezTo>
                  <a:pt x="235" y="192"/>
                  <a:pt x="191" y="236"/>
                  <a:pt x="191" y="295"/>
                </a:cubicBezTo>
                <a:cubicBezTo>
                  <a:pt x="191" y="339"/>
                  <a:pt x="235" y="383"/>
                  <a:pt x="294" y="383"/>
                </a:cubicBezTo>
                <a:cubicBezTo>
                  <a:pt x="353" y="383"/>
                  <a:pt x="397" y="339"/>
                  <a:pt x="397" y="295"/>
                </a:cubicBezTo>
                <a:cubicBezTo>
                  <a:pt x="397" y="236"/>
                  <a:pt x="353" y="192"/>
                  <a:pt x="294" y="192"/>
                </a:cubicBezTo>
                <a:close/>
                <a:moveTo>
                  <a:pt x="294" y="354"/>
                </a:moveTo>
                <a:lnTo>
                  <a:pt x="294" y="354"/>
                </a:lnTo>
                <a:cubicBezTo>
                  <a:pt x="265" y="354"/>
                  <a:pt x="235" y="324"/>
                  <a:pt x="235" y="295"/>
                </a:cubicBezTo>
                <a:cubicBezTo>
                  <a:pt x="235" y="251"/>
                  <a:pt x="265" y="236"/>
                  <a:pt x="294" y="236"/>
                </a:cubicBezTo>
                <a:cubicBezTo>
                  <a:pt x="324" y="236"/>
                  <a:pt x="353" y="251"/>
                  <a:pt x="353" y="295"/>
                </a:cubicBezTo>
                <a:cubicBezTo>
                  <a:pt x="353" y="324"/>
                  <a:pt x="324" y="354"/>
                  <a:pt x="294" y="354"/>
                </a:cubicBezTo>
                <a:close/>
                <a:moveTo>
                  <a:pt x="574" y="354"/>
                </a:moveTo>
                <a:lnTo>
                  <a:pt x="574" y="354"/>
                </a:lnTo>
                <a:cubicBezTo>
                  <a:pt x="529" y="339"/>
                  <a:pt x="529" y="339"/>
                  <a:pt x="529" y="339"/>
                </a:cubicBezTo>
                <a:cubicBezTo>
                  <a:pt x="529" y="324"/>
                  <a:pt x="529" y="309"/>
                  <a:pt x="529" y="295"/>
                </a:cubicBezTo>
                <a:cubicBezTo>
                  <a:pt x="529" y="280"/>
                  <a:pt x="529" y="265"/>
                  <a:pt x="529" y="251"/>
                </a:cubicBezTo>
                <a:cubicBezTo>
                  <a:pt x="574" y="221"/>
                  <a:pt x="574" y="221"/>
                  <a:pt x="574" y="221"/>
                </a:cubicBezTo>
                <a:cubicBezTo>
                  <a:pt x="588" y="206"/>
                  <a:pt x="588" y="192"/>
                  <a:pt x="588" y="163"/>
                </a:cubicBezTo>
                <a:cubicBezTo>
                  <a:pt x="544" y="104"/>
                  <a:pt x="544" y="104"/>
                  <a:pt x="544" y="104"/>
                </a:cubicBezTo>
                <a:cubicBezTo>
                  <a:pt x="529" y="74"/>
                  <a:pt x="515" y="74"/>
                  <a:pt x="485" y="89"/>
                </a:cubicBezTo>
                <a:cubicBezTo>
                  <a:pt x="441" y="118"/>
                  <a:pt x="441" y="118"/>
                  <a:pt x="441" y="118"/>
                </a:cubicBezTo>
                <a:cubicBezTo>
                  <a:pt x="426" y="89"/>
                  <a:pt x="397" y="74"/>
                  <a:pt x="367" y="74"/>
                </a:cubicBezTo>
                <a:cubicBezTo>
                  <a:pt x="367" y="30"/>
                  <a:pt x="367" y="30"/>
                  <a:pt x="367" y="30"/>
                </a:cubicBezTo>
                <a:cubicBezTo>
                  <a:pt x="367" y="15"/>
                  <a:pt x="353" y="0"/>
                  <a:pt x="338" y="0"/>
                </a:cubicBezTo>
                <a:cubicBezTo>
                  <a:pt x="250" y="0"/>
                  <a:pt x="250" y="0"/>
                  <a:pt x="250" y="0"/>
                </a:cubicBezTo>
                <a:cubicBezTo>
                  <a:pt x="235" y="0"/>
                  <a:pt x="220" y="15"/>
                  <a:pt x="220" y="30"/>
                </a:cubicBezTo>
                <a:cubicBezTo>
                  <a:pt x="220" y="74"/>
                  <a:pt x="220" y="74"/>
                  <a:pt x="220" y="74"/>
                </a:cubicBezTo>
                <a:cubicBezTo>
                  <a:pt x="191" y="74"/>
                  <a:pt x="162" y="89"/>
                  <a:pt x="147" y="118"/>
                </a:cubicBezTo>
                <a:cubicBezTo>
                  <a:pt x="103" y="89"/>
                  <a:pt x="103" y="89"/>
                  <a:pt x="103" y="89"/>
                </a:cubicBezTo>
                <a:cubicBezTo>
                  <a:pt x="73" y="74"/>
                  <a:pt x="58" y="74"/>
                  <a:pt x="44" y="104"/>
                </a:cubicBezTo>
                <a:cubicBezTo>
                  <a:pt x="0" y="163"/>
                  <a:pt x="0" y="163"/>
                  <a:pt x="0" y="163"/>
                </a:cubicBezTo>
                <a:cubicBezTo>
                  <a:pt x="0" y="192"/>
                  <a:pt x="0" y="206"/>
                  <a:pt x="14" y="221"/>
                </a:cubicBezTo>
                <a:cubicBezTo>
                  <a:pt x="58" y="251"/>
                  <a:pt x="58" y="251"/>
                  <a:pt x="58" y="251"/>
                </a:cubicBezTo>
                <a:cubicBezTo>
                  <a:pt x="58" y="265"/>
                  <a:pt x="58" y="280"/>
                  <a:pt x="58" y="295"/>
                </a:cubicBezTo>
                <a:cubicBezTo>
                  <a:pt x="58" y="309"/>
                  <a:pt x="58" y="324"/>
                  <a:pt x="58" y="339"/>
                </a:cubicBezTo>
                <a:cubicBezTo>
                  <a:pt x="14" y="354"/>
                  <a:pt x="14" y="354"/>
                  <a:pt x="14" y="354"/>
                </a:cubicBezTo>
                <a:cubicBezTo>
                  <a:pt x="0" y="368"/>
                  <a:pt x="0" y="398"/>
                  <a:pt x="0" y="413"/>
                </a:cubicBezTo>
                <a:cubicBezTo>
                  <a:pt x="44" y="486"/>
                  <a:pt x="44" y="486"/>
                  <a:pt x="44" y="486"/>
                </a:cubicBezTo>
                <a:cubicBezTo>
                  <a:pt x="58" y="501"/>
                  <a:pt x="73" y="501"/>
                  <a:pt x="103" y="501"/>
                </a:cubicBezTo>
                <a:cubicBezTo>
                  <a:pt x="147" y="472"/>
                  <a:pt x="147" y="472"/>
                  <a:pt x="147" y="472"/>
                </a:cubicBezTo>
                <a:cubicBezTo>
                  <a:pt x="162" y="486"/>
                  <a:pt x="191" y="501"/>
                  <a:pt x="220" y="516"/>
                </a:cubicBezTo>
                <a:cubicBezTo>
                  <a:pt x="220" y="545"/>
                  <a:pt x="220" y="545"/>
                  <a:pt x="220" y="545"/>
                </a:cubicBezTo>
                <a:cubicBezTo>
                  <a:pt x="220" y="560"/>
                  <a:pt x="235" y="589"/>
                  <a:pt x="250" y="589"/>
                </a:cubicBezTo>
                <a:cubicBezTo>
                  <a:pt x="338" y="589"/>
                  <a:pt x="338" y="589"/>
                  <a:pt x="338" y="589"/>
                </a:cubicBezTo>
                <a:cubicBezTo>
                  <a:pt x="353" y="589"/>
                  <a:pt x="367" y="560"/>
                  <a:pt x="367" y="545"/>
                </a:cubicBezTo>
                <a:cubicBezTo>
                  <a:pt x="367" y="516"/>
                  <a:pt x="367" y="516"/>
                  <a:pt x="367" y="516"/>
                </a:cubicBezTo>
                <a:cubicBezTo>
                  <a:pt x="397" y="501"/>
                  <a:pt x="426" y="486"/>
                  <a:pt x="441" y="472"/>
                </a:cubicBezTo>
                <a:cubicBezTo>
                  <a:pt x="485" y="501"/>
                  <a:pt x="485" y="501"/>
                  <a:pt x="485" y="501"/>
                </a:cubicBezTo>
                <a:cubicBezTo>
                  <a:pt x="515" y="501"/>
                  <a:pt x="529" y="501"/>
                  <a:pt x="544" y="486"/>
                </a:cubicBezTo>
                <a:cubicBezTo>
                  <a:pt x="588" y="413"/>
                  <a:pt x="588" y="413"/>
                  <a:pt x="588" y="413"/>
                </a:cubicBezTo>
                <a:cubicBezTo>
                  <a:pt x="588" y="398"/>
                  <a:pt x="588" y="368"/>
                  <a:pt x="574" y="354"/>
                </a:cubicBezTo>
                <a:close/>
                <a:moveTo>
                  <a:pt x="544" y="413"/>
                </a:moveTo>
                <a:lnTo>
                  <a:pt x="544" y="413"/>
                </a:lnTo>
                <a:cubicBezTo>
                  <a:pt x="515" y="442"/>
                  <a:pt x="515" y="442"/>
                  <a:pt x="515" y="442"/>
                </a:cubicBezTo>
                <a:cubicBezTo>
                  <a:pt x="515" y="457"/>
                  <a:pt x="500" y="457"/>
                  <a:pt x="500" y="457"/>
                </a:cubicBezTo>
                <a:cubicBezTo>
                  <a:pt x="441" y="427"/>
                  <a:pt x="441" y="427"/>
                  <a:pt x="441" y="427"/>
                </a:cubicBezTo>
                <a:cubicBezTo>
                  <a:pt x="412" y="457"/>
                  <a:pt x="382" y="472"/>
                  <a:pt x="338" y="486"/>
                </a:cubicBezTo>
                <a:cubicBezTo>
                  <a:pt x="338" y="530"/>
                  <a:pt x="338" y="530"/>
                  <a:pt x="338" y="530"/>
                </a:cubicBezTo>
                <a:cubicBezTo>
                  <a:pt x="338" y="530"/>
                  <a:pt x="324" y="545"/>
                  <a:pt x="309" y="545"/>
                </a:cubicBezTo>
                <a:cubicBezTo>
                  <a:pt x="279" y="545"/>
                  <a:pt x="279" y="545"/>
                  <a:pt x="279" y="545"/>
                </a:cubicBezTo>
                <a:cubicBezTo>
                  <a:pt x="265" y="545"/>
                  <a:pt x="250" y="530"/>
                  <a:pt x="250" y="530"/>
                </a:cubicBezTo>
                <a:cubicBezTo>
                  <a:pt x="250" y="486"/>
                  <a:pt x="250" y="486"/>
                  <a:pt x="250" y="486"/>
                </a:cubicBezTo>
                <a:cubicBezTo>
                  <a:pt x="206" y="472"/>
                  <a:pt x="176" y="457"/>
                  <a:pt x="147" y="427"/>
                </a:cubicBezTo>
                <a:cubicBezTo>
                  <a:pt x="88" y="457"/>
                  <a:pt x="88" y="457"/>
                  <a:pt x="88" y="457"/>
                </a:cubicBezTo>
                <a:cubicBezTo>
                  <a:pt x="88" y="457"/>
                  <a:pt x="73" y="457"/>
                  <a:pt x="73" y="442"/>
                </a:cubicBezTo>
                <a:cubicBezTo>
                  <a:pt x="44" y="413"/>
                  <a:pt x="44" y="413"/>
                  <a:pt x="44" y="413"/>
                </a:cubicBezTo>
                <a:cubicBezTo>
                  <a:pt x="44" y="398"/>
                  <a:pt x="44" y="383"/>
                  <a:pt x="58" y="383"/>
                </a:cubicBezTo>
                <a:cubicBezTo>
                  <a:pt x="103" y="354"/>
                  <a:pt x="103" y="354"/>
                  <a:pt x="103" y="354"/>
                </a:cubicBezTo>
                <a:cubicBezTo>
                  <a:pt x="103" y="339"/>
                  <a:pt x="103" y="309"/>
                  <a:pt x="103" y="295"/>
                </a:cubicBezTo>
                <a:cubicBezTo>
                  <a:pt x="103" y="265"/>
                  <a:pt x="103" y="251"/>
                  <a:pt x="103" y="221"/>
                </a:cubicBezTo>
                <a:cubicBezTo>
                  <a:pt x="58" y="192"/>
                  <a:pt x="58" y="192"/>
                  <a:pt x="58" y="192"/>
                </a:cubicBezTo>
                <a:cubicBezTo>
                  <a:pt x="44" y="192"/>
                  <a:pt x="44" y="177"/>
                  <a:pt x="44" y="163"/>
                </a:cubicBezTo>
                <a:cubicBezTo>
                  <a:pt x="73" y="133"/>
                  <a:pt x="73" y="133"/>
                  <a:pt x="73" y="133"/>
                </a:cubicBezTo>
                <a:cubicBezTo>
                  <a:pt x="73" y="133"/>
                  <a:pt x="88" y="118"/>
                  <a:pt x="88" y="133"/>
                </a:cubicBezTo>
                <a:cubicBezTo>
                  <a:pt x="147" y="163"/>
                  <a:pt x="147" y="163"/>
                  <a:pt x="147" y="163"/>
                </a:cubicBezTo>
                <a:cubicBezTo>
                  <a:pt x="176" y="133"/>
                  <a:pt x="206" y="104"/>
                  <a:pt x="250" y="104"/>
                </a:cubicBezTo>
                <a:cubicBezTo>
                  <a:pt x="250" y="59"/>
                  <a:pt x="250" y="59"/>
                  <a:pt x="250" y="59"/>
                </a:cubicBezTo>
                <a:cubicBezTo>
                  <a:pt x="250" y="45"/>
                  <a:pt x="265" y="30"/>
                  <a:pt x="279" y="30"/>
                </a:cubicBezTo>
                <a:cubicBezTo>
                  <a:pt x="309" y="30"/>
                  <a:pt x="309" y="30"/>
                  <a:pt x="309" y="30"/>
                </a:cubicBezTo>
                <a:cubicBezTo>
                  <a:pt x="324" y="30"/>
                  <a:pt x="338" y="45"/>
                  <a:pt x="338" y="59"/>
                </a:cubicBezTo>
                <a:cubicBezTo>
                  <a:pt x="338" y="104"/>
                  <a:pt x="338" y="104"/>
                  <a:pt x="338" y="104"/>
                </a:cubicBezTo>
                <a:cubicBezTo>
                  <a:pt x="382" y="104"/>
                  <a:pt x="412" y="133"/>
                  <a:pt x="441" y="163"/>
                </a:cubicBezTo>
                <a:cubicBezTo>
                  <a:pt x="500" y="133"/>
                  <a:pt x="500" y="133"/>
                  <a:pt x="500" y="133"/>
                </a:cubicBezTo>
                <a:cubicBezTo>
                  <a:pt x="500" y="118"/>
                  <a:pt x="515" y="133"/>
                  <a:pt x="515" y="133"/>
                </a:cubicBezTo>
                <a:cubicBezTo>
                  <a:pt x="544" y="163"/>
                  <a:pt x="544" y="163"/>
                  <a:pt x="544" y="163"/>
                </a:cubicBezTo>
                <a:cubicBezTo>
                  <a:pt x="544" y="177"/>
                  <a:pt x="544" y="192"/>
                  <a:pt x="529" y="192"/>
                </a:cubicBezTo>
                <a:cubicBezTo>
                  <a:pt x="485" y="221"/>
                  <a:pt x="485" y="221"/>
                  <a:pt x="485" y="221"/>
                </a:cubicBezTo>
                <a:cubicBezTo>
                  <a:pt x="485" y="251"/>
                  <a:pt x="485" y="265"/>
                  <a:pt x="485" y="295"/>
                </a:cubicBezTo>
                <a:cubicBezTo>
                  <a:pt x="485" y="309"/>
                  <a:pt x="485" y="339"/>
                  <a:pt x="485" y="354"/>
                </a:cubicBezTo>
                <a:cubicBezTo>
                  <a:pt x="529" y="383"/>
                  <a:pt x="529" y="383"/>
                  <a:pt x="529" y="383"/>
                </a:cubicBezTo>
                <a:cubicBezTo>
                  <a:pt x="544" y="383"/>
                  <a:pt x="544" y="398"/>
                  <a:pt x="544" y="41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1" name="稻壳儿小白白(http://dwz.cn/Wu2UP)"/>
          <p:cNvSpPr/>
          <p:nvPr/>
        </p:nvSpPr>
        <p:spPr>
          <a:xfrm>
            <a:off x="9816898" y="4806846"/>
            <a:ext cx="534924" cy="540068"/>
          </a:xfrm>
          <a:custGeom>
            <a:avLst/>
            <a:gdLst>
              <a:gd name="T0" fmla="*/ 377112138 w 619"/>
              <a:gd name="T1" fmla="*/ 76762090 h 620"/>
              <a:gd name="T2" fmla="*/ 377112138 w 619"/>
              <a:gd name="T3" fmla="*/ 76762090 h 620"/>
              <a:gd name="T4" fmla="*/ 339337311 w 619"/>
              <a:gd name="T5" fmla="*/ 115143539 h 620"/>
              <a:gd name="T6" fmla="*/ 292598275 w 619"/>
              <a:gd name="T7" fmla="*/ 115143539 h 620"/>
              <a:gd name="T8" fmla="*/ 292598275 w 619"/>
              <a:gd name="T9" fmla="*/ 57896810 h 620"/>
              <a:gd name="T10" fmla="*/ 320129433 w 619"/>
              <a:gd name="T11" fmla="*/ 19516168 h 620"/>
              <a:gd name="T12" fmla="*/ 188235604 w 619"/>
              <a:gd name="T13" fmla="*/ 48139129 h 620"/>
              <a:gd name="T14" fmla="*/ 160064317 w 619"/>
              <a:gd name="T15" fmla="*/ 172390267 h 620"/>
              <a:gd name="T16" fmla="*/ 28171288 w 619"/>
              <a:gd name="T17" fmla="*/ 306399085 h 620"/>
              <a:gd name="T18" fmla="*/ 28171288 w 619"/>
              <a:gd name="T19" fmla="*/ 383161175 h 620"/>
              <a:gd name="T20" fmla="*/ 94118202 w 619"/>
              <a:gd name="T21" fmla="*/ 383161175 h 620"/>
              <a:gd name="T22" fmla="*/ 235614770 w 619"/>
              <a:gd name="T23" fmla="*/ 239394676 h 620"/>
              <a:gd name="T24" fmla="*/ 348940850 w 619"/>
              <a:gd name="T25" fmla="*/ 210770909 h 620"/>
              <a:gd name="T26" fmla="*/ 377112138 w 619"/>
              <a:gd name="T27" fmla="*/ 76762090 h 620"/>
              <a:gd name="T28" fmla="*/ 339337311 w 619"/>
              <a:gd name="T29" fmla="*/ 191905629 h 620"/>
              <a:gd name="T30" fmla="*/ 339337311 w 619"/>
              <a:gd name="T31" fmla="*/ 191905629 h 620"/>
              <a:gd name="T32" fmla="*/ 226011231 w 619"/>
              <a:gd name="T33" fmla="*/ 210770909 h 620"/>
              <a:gd name="T34" fmla="*/ 75550453 w 619"/>
              <a:gd name="T35" fmla="*/ 364295896 h 620"/>
              <a:gd name="T36" fmla="*/ 47379166 w 619"/>
              <a:gd name="T37" fmla="*/ 364295896 h 620"/>
              <a:gd name="T38" fmla="*/ 47379166 w 619"/>
              <a:gd name="T39" fmla="*/ 325914447 h 620"/>
              <a:gd name="T40" fmla="*/ 188235604 w 619"/>
              <a:gd name="T41" fmla="*/ 172390267 h 620"/>
              <a:gd name="T42" fmla="*/ 207443482 w 619"/>
              <a:gd name="T43" fmla="*/ 67004409 h 620"/>
              <a:gd name="T44" fmla="*/ 273390397 w 619"/>
              <a:gd name="T45" fmla="*/ 38381448 h 620"/>
              <a:gd name="T46" fmla="*/ 273390397 w 619"/>
              <a:gd name="T47" fmla="*/ 134008818 h 620"/>
              <a:gd name="T48" fmla="*/ 357904260 w 619"/>
              <a:gd name="T49" fmla="*/ 134008818 h 620"/>
              <a:gd name="T50" fmla="*/ 339337311 w 619"/>
              <a:gd name="T51" fmla="*/ 191905629 h 62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0" t="0" r="r" b="b"/>
            <a:pathLst>
              <a:path w="619" h="620">
                <a:moveTo>
                  <a:pt x="589" y="118"/>
                </a:moveTo>
                <a:lnTo>
                  <a:pt x="589" y="118"/>
                </a:lnTo>
                <a:cubicBezTo>
                  <a:pt x="574" y="132"/>
                  <a:pt x="559" y="148"/>
                  <a:pt x="530" y="177"/>
                </a:cubicBezTo>
                <a:cubicBezTo>
                  <a:pt x="515" y="191"/>
                  <a:pt x="471" y="191"/>
                  <a:pt x="457" y="177"/>
                </a:cubicBezTo>
                <a:cubicBezTo>
                  <a:pt x="427" y="148"/>
                  <a:pt x="427" y="118"/>
                  <a:pt x="457" y="89"/>
                </a:cubicBezTo>
                <a:cubicBezTo>
                  <a:pt x="471" y="59"/>
                  <a:pt x="500" y="30"/>
                  <a:pt x="500" y="30"/>
                </a:cubicBezTo>
                <a:cubicBezTo>
                  <a:pt x="427" y="0"/>
                  <a:pt x="353" y="15"/>
                  <a:pt x="294" y="74"/>
                </a:cubicBezTo>
                <a:cubicBezTo>
                  <a:pt x="250" y="118"/>
                  <a:pt x="236" y="191"/>
                  <a:pt x="250" y="265"/>
                </a:cubicBezTo>
                <a:cubicBezTo>
                  <a:pt x="44" y="471"/>
                  <a:pt x="44" y="471"/>
                  <a:pt x="44" y="471"/>
                </a:cubicBezTo>
                <a:cubicBezTo>
                  <a:pt x="0" y="501"/>
                  <a:pt x="0" y="560"/>
                  <a:pt x="44" y="589"/>
                </a:cubicBezTo>
                <a:cubicBezTo>
                  <a:pt x="74" y="619"/>
                  <a:pt x="118" y="619"/>
                  <a:pt x="147" y="589"/>
                </a:cubicBezTo>
                <a:cubicBezTo>
                  <a:pt x="368" y="368"/>
                  <a:pt x="368" y="368"/>
                  <a:pt x="368" y="368"/>
                </a:cubicBezTo>
                <a:cubicBezTo>
                  <a:pt x="427" y="398"/>
                  <a:pt x="500" y="383"/>
                  <a:pt x="545" y="324"/>
                </a:cubicBezTo>
                <a:cubicBezTo>
                  <a:pt x="603" y="280"/>
                  <a:pt x="618" y="191"/>
                  <a:pt x="589" y="118"/>
                </a:cubicBezTo>
                <a:close/>
                <a:moveTo>
                  <a:pt x="530" y="295"/>
                </a:moveTo>
                <a:lnTo>
                  <a:pt x="530" y="295"/>
                </a:lnTo>
                <a:cubicBezTo>
                  <a:pt x="471" y="339"/>
                  <a:pt x="412" y="353"/>
                  <a:pt x="353" y="324"/>
                </a:cubicBezTo>
                <a:cubicBezTo>
                  <a:pt x="118" y="560"/>
                  <a:pt x="118" y="560"/>
                  <a:pt x="118" y="560"/>
                </a:cubicBezTo>
                <a:cubicBezTo>
                  <a:pt x="103" y="574"/>
                  <a:pt x="88" y="574"/>
                  <a:pt x="74" y="560"/>
                </a:cubicBezTo>
                <a:cubicBezTo>
                  <a:pt x="44" y="545"/>
                  <a:pt x="44" y="515"/>
                  <a:pt x="74" y="501"/>
                </a:cubicBezTo>
                <a:cubicBezTo>
                  <a:pt x="294" y="265"/>
                  <a:pt x="294" y="265"/>
                  <a:pt x="294" y="265"/>
                </a:cubicBezTo>
                <a:cubicBezTo>
                  <a:pt x="265" y="221"/>
                  <a:pt x="280" y="148"/>
                  <a:pt x="324" y="103"/>
                </a:cubicBezTo>
                <a:cubicBezTo>
                  <a:pt x="353" y="74"/>
                  <a:pt x="383" y="59"/>
                  <a:pt x="427" y="59"/>
                </a:cubicBezTo>
                <a:cubicBezTo>
                  <a:pt x="383" y="103"/>
                  <a:pt x="383" y="162"/>
                  <a:pt x="427" y="206"/>
                </a:cubicBezTo>
                <a:cubicBezTo>
                  <a:pt x="457" y="236"/>
                  <a:pt x="530" y="236"/>
                  <a:pt x="559" y="206"/>
                </a:cubicBezTo>
                <a:cubicBezTo>
                  <a:pt x="559" y="236"/>
                  <a:pt x="545" y="280"/>
                  <a:pt x="530" y="29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2" name="稻壳儿小白白(http://dwz.cn/Wu2UP)"/>
          <p:cNvSpPr/>
          <p:nvPr/>
        </p:nvSpPr>
        <p:spPr>
          <a:xfrm>
            <a:off x="9026514" y="4806846"/>
            <a:ext cx="342900" cy="550355"/>
          </a:xfrm>
          <a:custGeom>
            <a:avLst/>
            <a:gdLst>
              <a:gd name="T0" fmla="*/ 130439185 w 399"/>
              <a:gd name="T1" fmla="*/ 257124119 h 634"/>
              <a:gd name="T2" fmla="*/ 130439185 w 399"/>
              <a:gd name="T3" fmla="*/ 257124119 h 634"/>
              <a:gd name="T4" fmla="*/ 112076704 w 399"/>
              <a:gd name="T5" fmla="*/ 266168904 h 634"/>
              <a:gd name="T6" fmla="*/ 112076704 w 399"/>
              <a:gd name="T7" fmla="*/ 313976136 h 634"/>
              <a:gd name="T8" fmla="*/ 130439185 w 399"/>
              <a:gd name="T9" fmla="*/ 332711130 h 634"/>
              <a:gd name="T10" fmla="*/ 139937130 w 399"/>
              <a:gd name="T11" fmla="*/ 313976136 h 634"/>
              <a:gd name="T12" fmla="*/ 139937130 w 399"/>
              <a:gd name="T13" fmla="*/ 266168904 h 634"/>
              <a:gd name="T14" fmla="*/ 130439185 w 399"/>
              <a:gd name="T15" fmla="*/ 257124119 h 634"/>
              <a:gd name="T16" fmla="*/ 223520000 w 399"/>
              <a:gd name="T17" fmla="*/ 199626678 h 634"/>
              <a:gd name="T18" fmla="*/ 223520000 w 399"/>
              <a:gd name="T19" fmla="*/ 199626678 h 634"/>
              <a:gd name="T20" fmla="*/ 223520000 w 399"/>
              <a:gd name="T21" fmla="*/ 104658444 h 634"/>
              <a:gd name="T22" fmla="*/ 130439185 w 399"/>
              <a:gd name="T23" fmla="*/ 0 h 634"/>
              <a:gd name="T24" fmla="*/ 27861222 w 399"/>
              <a:gd name="T25" fmla="*/ 104658444 h 634"/>
              <a:gd name="T26" fmla="*/ 27861222 w 399"/>
              <a:gd name="T27" fmla="*/ 199626678 h 634"/>
              <a:gd name="T28" fmla="*/ 0 w 399"/>
              <a:gd name="T29" fmla="*/ 275859114 h 634"/>
              <a:gd name="T30" fmla="*/ 130439185 w 399"/>
              <a:gd name="T31" fmla="*/ 408943566 h 634"/>
              <a:gd name="T32" fmla="*/ 252013835 w 399"/>
              <a:gd name="T33" fmla="*/ 275859114 h 634"/>
              <a:gd name="T34" fmla="*/ 223520000 w 399"/>
              <a:gd name="T35" fmla="*/ 199626678 h 634"/>
              <a:gd name="T36" fmla="*/ 56355056 w 399"/>
              <a:gd name="T37" fmla="*/ 104658444 h 634"/>
              <a:gd name="T38" fmla="*/ 56355056 w 399"/>
              <a:gd name="T39" fmla="*/ 104658444 h 634"/>
              <a:gd name="T40" fmla="*/ 130439185 w 399"/>
              <a:gd name="T41" fmla="*/ 28426008 h 634"/>
              <a:gd name="T42" fmla="*/ 205157519 w 399"/>
              <a:gd name="T43" fmla="*/ 104658444 h 634"/>
              <a:gd name="T44" fmla="*/ 205157519 w 399"/>
              <a:gd name="T45" fmla="*/ 180891684 h 634"/>
              <a:gd name="T46" fmla="*/ 130439185 w 399"/>
              <a:gd name="T47" fmla="*/ 152465675 h 634"/>
              <a:gd name="T48" fmla="*/ 56355056 w 399"/>
              <a:gd name="T49" fmla="*/ 180891684 h 634"/>
              <a:gd name="T50" fmla="*/ 56355056 w 399"/>
              <a:gd name="T51" fmla="*/ 104658444 h 634"/>
              <a:gd name="T52" fmla="*/ 130439185 w 399"/>
              <a:gd name="T53" fmla="*/ 380518362 h 634"/>
              <a:gd name="T54" fmla="*/ 130439185 w 399"/>
              <a:gd name="T55" fmla="*/ 380518362 h 634"/>
              <a:gd name="T56" fmla="*/ 27861222 w 399"/>
              <a:gd name="T57" fmla="*/ 275859114 h 634"/>
              <a:gd name="T58" fmla="*/ 130439185 w 399"/>
              <a:gd name="T59" fmla="*/ 180891684 h 634"/>
              <a:gd name="T60" fmla="*/ 223520000 w 399"/>
              <a:gd name="T61" fmla="*/ 275859114 h 634"/>
              <a:gd name="T62" fmla="*/ 130439185 w 399"/>
              <a:gd name="T63" fmla="*/ 380518362 h 634"/>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399" h="634">
                <a:moveTo>
                  <a:pt x="206" y="398"/>
                </a:moveTo>
                <a:lnTo>
                  <a:pt x="206" y="398"/>
                </a:lnTo>
                <a:cubicBezTo>
                  <a:pt x="192" y="398"/>
                  <a:pt x="177" y="398"/>
                  <a:pt x="177" y="412"/>
                </a:cubicBezTo>
                <a:cubicBezTo>
                  <a:pt x="177" y="486"/>
                  <a:pt x="177" y="486"/>
                  <a:pt x="177" y="486"/>
                </a:cubicBezTo>
                <a:cubicBezTo>
                  <a:pt x="177" y="501"/>
                  <a:pt x="192" y="515"/>
                  <a:pt x="206" y="515"/>
                </a:cubicBezTo>
                <a:cubicBezTo>
                  <a:pt x="206" y="515"/>
                  <a:pt x="221" y="501"/>
                  <a:pt x="221" y="486"/>
                </a:cubicBezTo>
                <a:cubicBezTo>
                  <a:pt x="221" y="412"/>
                  <a:pt x="221" y="412"/>
                  <a:pt x="221" y="412"/>
                </a:cubicBezTo>
                <a:cubicBezTo>
                  <a:pt x="221" y="398"/>
                  <a:pt x="206" y="398"/>
                  <a:pt x="206" y="398"/>
                </a:cubicBezTo>
                <a:close/>
                <a:moveTo>
                  <a:pt x="353" y="309"/>
                </a:moveTo>
                <a:lnTo>
                  <a:pt x="353" y="309"/>
                </a:lnTo>
                <a:cubicBezTo>
                  <a:pt x="353" y="162"/>
                  <a:pt x="353" y="162"/>
                  <a:pt x="353" y="162"/>
                </a:cubicBezTo>
                <a:cubicBezTo>
                  <a:pt x="353" y="74"/>
                  <a:pt x="294" y="0"/>
                  <a:pt x="206" y="0"/>
                </a:cubicBezTo>
                <a:cubicBezTo>
                  <a:pt x="118" y="0"/>
                  <a:pt x="44" y="74"/>
                  <a:pt x="44" y="162"/>
                </a:cubicBezTo>
                <a:cubicBezTo>
                  <a:pt x="44" y="309"/>
                  <a:pt x="44" y="309"/>
                  <a:pt x="44" y="309"/>
                </a:cubicBezTo>
                <a:cubicBezTo>
                  <a:pt x="15" y="353"/>
                  <a:pt x="0" y="383"/>
                  <a:pt x="0" y="427"/>
                </a:cubicBezTo>
                <a:cubicBezTo>
                  <a:pt x="0" y="545"/>
                  <a:pt x="89" y="633"/>
                  <a:pt x="206" y="633"/>
                </a:cubicBezTo>
                <a:cubicBezTo>
                  <a:pt x="310" y="633"/>
                  <a:pt x="398" y="545"/>
                  <a:pt x="398" y="427"/>
                </a:cubicBezTo>
                <a:cubicBezTo>
                  <a:pt x="398" y="383"/>
                  <a:pt x="383" y="353"/>
                  <a:pt x="353" y="309"/>
                </a:cubicBezTo>
                <a:close/>
                <a:moveTo>
                  <a:pt x="89" y="162"/>
                </a:moveTo>
                <a:lnTo>
                  <a:pt x="89" y="162"/>
                </a:lnTo>
                <a:cubicBezTo>
                  <a:pt x="89" y="89"/>
                  <a:pt x="133" y="44"/>
                  <a:pt x="206" y="44"/>
                </a:cubicBezTo>
                <a:cubicBezTo>
                  <a:pt x="265" y="44"/>
                  <a:pt x="324" y="89"/>
                  <a:pt x="324" y="162"/>
                </a:cubicBezTo>
                <a:cubicBezTo>
                  <a:pt x="324" y="280"/>
                  <a:pt x="324" y="280"/>
                  <a:pt x="324" y="280"/>
                </a:cubicBezTo>
                <a:cubicBezTo>
                  <a:pt x="280" y="250"/>
                  <a:pt x="251" y="236"/>
                  <a:pt x="206" y="236"/>
                </a:cubicBezTo>
                <a:cubicBezTo>
                  <a:pt x="162" y="236"/>
                  <a:pt x="118" y="250"/>
                  <a:pt x="89" y="280"/>
                </a:cubicBezTo>
                <a:lnTo>
                  <a:pt x="89" y="162"/>
                </a:lnTo>
                <a:close/>
                <a:moveTo>
                  <a:pt x="206" y="589"/>
                </a:moveTo>
                <a:lnTo>
                  <a:pt x="206" y="589"/>
                </a:lnTo>
                <a:cubicBezTo>
                  <a:pt x="118" y="589"/>
                  <a:pt x="44" y="515"/>
                  <a:pt x="44" y="427"/>
                </a:cubicBezTo>
                <a:cubicBezTo>
                  <a:pt x="44" y="339"/>
                  <a:pt x="118" y="280"/>
                  <a:pt x="206" y="280"/>
                </a:cubicBezTo>
                <a:cubicBezTo>
                  <a:pt x="280" y="280"/>
                  <a:pt x="353" y="353"/>
                  <a:pt x="353" y="427"/>
                </a:cubicBezTo>
                <a:cubicBezTo>
                  <a:pt x="353" y="515"/>
                  <a:pt x="294" y="589"/>
                  <a:pt x="206" y="58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3" name="稻壳儿小白白(http://dwz.cn/Wu2UP)"/>
          <p:cNvSpPr/>
          <p:nvPr/>
        </p:nvSpPr>
        <p:spPr>
          <a:xfrm>
            <a:off x="8145261" y="4806846"/>
            <a:ext cx="342900" cy="550355"/>
          </a:xfrm>
          <a:custGeom>
            <a:avLst/>
            <a:gdLst>
              <a:gd name="T0" fmla="*/ 121574649 w 399"/>
              <a:gd name="T1" fmla="*/ 257124119 h 634"/>
              <a:gd name="T2" fmla="*/ 121574649 w 399"/>
              <a:gd name="T3" fmla="*/ 257124119 h 634"/>
              <a:gd name="T4" fmla="*/ 112076704 w 399"/>
              <a:gd name="T5" fmla="*/ 266168904 h 634"/>
              <a:gd name="T6" fmla="*/ 112076704 w 399"/>
              <a:gd name="T7" fmla="*/ 313976136 h 634"/>
              <a:gd name="T8" fmla="*/ 121574649 w 399"/>
              <a:gd name="T9" fmla="*/ 332711130 h 634"/>
              <a:gd name="T10" fmla="*/ 139937130 w 399"/>
              <a:gd name="T11" fmla="*/ 313976136 h 634"/>
              <a:gd name="T12" fmla="*/ 139937130 w 399"/>
              <a:gd name="T13" fmla="*/ 266168904 h 634"/>
              <a:gd name="T14" fmla="*/ 121574649 w 399"/>
              <a:gd name="T15" fmla="*/ 257124119 h 634"/>
              <a:gd name="T16" fmla="*/ 121574649 w 399"/>
              <a:gd name="T17" fmla="*/ 152465675 h 634"/>
              <a:gd name="T18" fmla="*/ 121574649 w 399"/>
              <a:gd name="T19" fmla="*/ 152465675 h 634"/>
              <a:gd name="T20" fmla="*/ 46857112 w 399"/>
              <a:gd name="T21" fmla="*/ 180891684 h 634"/>
              <a:gd name="T22" fmla="*/ 46857112 w 399"/>
              <a:gd name="T23" fmla="*/ 104658444 h 634"/>
              <a:gd name="T24" fmla="*/ 121574649 w 399"/>
              <a:gd name="T25" fmla="*/ 28426008 h 634"/>
              <a:gd name="T26" fmla="*/ 195658778 w 399"/>
              <a:gd name="T27" fmla="*/ 104658444 h 634"/>
              <a:gd name="T28" fmla="*/ 224153409 w 399"/>
              <a:gd name="T29" fmla="*/ 104658444 h 634"/>
              <a:gd name="T30" fmla="*/ 121574649 w 399"/>
              <a:gd name="T31" fmla="*/ 0 h 634"/>
              <a:gd name="T32" fmla="*/ 28493835 w 399"/>
              <a:gd name="T33" fmla="*/ 104658444 h 634"/>
              <a:gd name="T34" fmla="*/ 28493835 w 399"/>
              <a:gd name="T35" fmla="*/ 199626678 h 634"/>
              <a:gd name="T36" fmla="*/ 0 w 399"/>
              <a:gd name="T37" fmla="*/ 275859114 h 634"/>
              <a:gd name="T38" fmla="*/ 121574649 w 399"/>
              <a:gd name="T39" fmla="*/ 408943566 h 634"/>
              <a:gd name="T40" fmla="*/ 252013835 w 399"/>
              <a:gd name="T41" fmla="*/ 275859114 h 634"/>
              <a:gd name="T42" fmla="*/ 121574649 w 399"/>
              <a:gd name="T43" fmla="*/ 152465675 h 634"/>
              <a:gd name="T44" fmla="*/ 121574649 w 399"/>
              <a:gd name="T45" fmla="*/ 380518362 h 634"/>
              <a:gd name="T46" fmla="*/ 121574649 w 399"/>
              <a:gd name="T47" fmla="*/ 380518362 h 634"/>
              <a:gd name="T48" fmla="*/ 28493835 w 399"/>
              <a:gd name="T49" fmla="*/ 275859114 h 634"/>
              <a:gd name="T50" fmla="*/ 121574649 w 399"/>
              <a:gd name="T51" fmla="*/ 180891684 h 634"/>
              <a:gd name="T52" fmla="*/ 224153409 w 399"/>
              <a:gd name="T53" fmla="*/ 275859114 h 634"/>
              <a:gd name="T54" fmla="*/ 121574649 w 399"/>
              <a:gd name="T55" fmla="*/ 380518362 h 63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399" h="634">
                <a:moveTo>
                  <a:pt x="192" y="398"/>
                </a:moveTo>
                <a:lnTo>
                  <a:pt x="192" y="398"/>
                </a:lnTo>
                <a:cubicBezTo>
                  <a:pt x="192" y="398"/>
                  <a:pt x="177" y="398"/>
                  <a:pt x="177" y="412"/>
                </a:cubicBezTo>
                <a:cubicBezTo>
                  <a:pt x="177" y="486"/>
                  <a:pt x="177" y="486"/>
                  <a:pt x="177" y="486"/>
                </a:cubicBezTo>
                <a:cubicBezTo>
                  <a:pt x="177" y="501"/>
                  <a:pt x="192" y="515"/>
                  <a:pt x="192" y="515"/>
                </a:cubicBezTo>
                <a:cubicBezTo>
                  <a:pt x="207" y="515"/>
                  <a:pt x="221" y="501"/>
                  <a:pt x="221" y="486"/>
                </a:cubicBezTo>
                <a:cubicBezTo>
                  <a:pt x="221" y="412"/>
                  <a:pt x="221" y="412"/>
                  <a:pt x="221" y="412"/>
                </a:cubicBezTo>
                <a:cubicBezTo>
                  <a:pt x="221" y="398"/>
                  <a:pt x="207" y="398"/>
                  <a:pt x="192" y="398"/>
                </a:cubicBezTo>
                <a:close/>
                <a:moveTo>
                  <a:pt x="192" y="236"/>
                </a:moveTo>
                <a:lnTo>
                  <a:pt x="192" y="236"/>
                </a:lnTo>
                <a:cubicBezTo>
                  <a:pt x="148" y="236"/>
                  <a:pt x="118" y="250"/>
                  <a:pt x="74" y="280"/>
                </a:cubicBezTo>
                <a:cubicBezTo>
                  <a:pt x="74" y="162"/>
                  <a:pt x="74" y="162"/>
                  <a:pt x="74" y="162"/>
                </a:cubicBezTo>
                <a:cubicBezTo>
                  <a:pt x="74" y="89"/>
                  <a:pt x="133" y="44"/>
                  <a:pt x="192" y="44"/>
                </a:cubicBezTo>
                <a:cubicBezTo>
                  <a:pt x="266" y="44"/>
                  <a:pt x="309" y="89"/>
                  <a:pt x="309" y="162"/>
                </a:cubicBezTo>
                <a:cubicBezTo>
                  <a:pt x="354" y="162"/>
                  <a:pt x="354" y="162"/>
                  <a:pt x="354" y="162"/>
                </a:cubicBezTo>
                <a:cubicBezTo>
                  <a:pt x="354" y="74"/>
                  <a:pt x="280" y="0"/>
                  <a:pt x="192" y="0"/>
                </a:cubicBezTo>
                <a:cubicBezTo>
                  <a:pt x="104" y="0"/>
                  <a:pt x="45" y="74"/>
                  <a:pt x="45" y="162"/>
                </a:cubicBezTo>
                <a:cubicBezTo>
                  <a:pt x="45" y="309"/>
                  <a:pt x="45" y="309"/>
                  <a:pt x="45" y="309"/>
                </a:cubicBezTo>
                <a:cubicBezTo>
                  <a:pt x="15" y="353"/>
                  <a:pt x="0" y="383"/>
                  <a:pt x="0" y="427"/>
                </a:cubicBezTo>
                <a:cubicBezTo>
                  <a:pt x="0" y="545"/>
                  <a:pt x="89" y="633"/>
                  <a:pt x="192" y="633"/>
                </a:cubicBezTo>
                <a:cubicBezTo>
                  <a:pt x="309" y="633"/>
                  <a:pt x="398" y="545"/>
                  <a:pt x="398" y="427"/>
                </a:cubicBezTo>
                <a:cubicBezTo>
                  <a:pt x="398" y="324"/>
                  <a:pt x="309" y="236"/>
                  <a:pt x="192" y="236"/>
                </a:cubicBezTo>
                <a:close/>
                <a:moveTo>
                  <a:pt x="192" y="589"/>
                </a:moveTo>
                <a:lnTo>
                  <a:pt x="192" y="589"/>
                </a:lnTo>
                <a:cubicBezTo>
                  <a:pt x="104" y="589"/>
                  <a:pt x="45" y="515"/>
                  <a:pt x="45" y="427"/>
                </a:cubicBezTo>
                <a:cubicBezTo>
                  <a:pt x="45" y="339"/>
                  <a:pt x="104" y="280"/>
                  <a:pt x="192" y="280"/>
                </a:cubicBezTo>
                <a:cubicBezTo>
                  <a:pt x="280" y="280"/>
                  <a:pt x="354" y="339"/>
                  <a:pt x="354" y="427"/>
                </a:cubicBezTo>
                <a:cubicBezTo>
                  <a:pt x="354" y="515"/>
                  <a:pt x="280" y="589"/>
                  <a:pt x="192" y="58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4" name="稻壳儿小白白(http://dwz.cn/Wu2UP)"/>
          <p:cNvSpPr/>
          <p:nvPr/>
        </p:nvSpPr>
        <p:spPr>
          <a:xfrm>
            <a:off x="7162852" y="4806846"/>
            <a:ext cx="534924" cy="550355"/>
          </a:xfrm>
          <a:custGeom>
            <a:avLst/>
            <a:gdLst>
              <a:gd name="T0" fmla="*/ 226011231 w 619"/>
              <a:gd name="T1" fmla="*/ 209316888 h 634"/>
              <a:gd name="T2" fmla="*/ 226011231 w 619"/>
              <a:gd name="T3" fmla="*/ 209316888 h 634"/>
              <a:gd name="T4" fmla="*/ 245219109 w 619"/>
              <a:gd name="T5" fmla="*/ 123393439 h 634"/>
              <a:gd name="T6" fmla="*/ 131893029 w 619"/>
              <a:gd name="T7" fmla="*/ 0 h 634"/>
              <a:gd name="T8" fmla="*/ 18567749 w 619"/>
              <a:gd name="T9" fmla="*/ 123393439 h 634"/>
              <a:gd name="T10" fmla="*/ 46739037 w 619"/>
              <a:gd name="T11" fmla="*/ 209316888 h 634"/>
              <a:gd name="T12" fmla="*/ 0 w 619"/>
              <a:gd name="T13" fmla="*/ 275859114 h 634"/>
              <a:gd name="T14" fmla="*/ 0 w 619"/>
              <a:gd name="T15" fmla="*/ 332711130 h 634"/>
              <a:gd name="T16" fmla="*/ 75550453 w 619"/>
              <a:gd name="T17" fmla="*/ 408943566 h 634"/>
              <a:gd name="T18" fmla="*/ 197839943 w 619"/>
              <a:gd name="T19" fmla="*/ 408943566 h 634"/>
              <a:gd name="T20" fmla="*/ 273390397 w 619"/>
              <a:gd name="T21" fmla="*/ 332711130 h 634"/>
              <a:gd name="T22" fmla="*/ 273390397 w 619"/>
              <a:gd name="T23" fmla="*/ 275859114 h 634"/>
              <a:gd name="T24" fmla="*/ 226011231 w 619"/>
              <a:gd name="T25" fmla="*/ 209316888 h 634"/>
              <a:gd name="T26" fmla="*/ 46739037 w 619"/>
              <a:gd name="T27" fmla="*/ 123393439 h 634"/>
              <a:gd name="T28" fmla="*/ 46739037 w 619"/>
              <a:gd name="T29" fmla="*/ 123393439 h 634"/>
              <a:gd name="T30" fmla="*/ 131893029 w 619"/>
              <a:gd name="T31" fmla="*/ 28426008 h 634"/>
              <a:gd name="T32" fmla="*/ 226011231 w 619"/>
              <a:gd name="T33" fmla="*/ 123393439 h 634"/>
              <a:gd name="T34" fmla="*/ 131893029 w 619"/>
              <a:gd name="T35" fmla="*/ 228052686 h 634"/>
              <a:gd name="T36" fmla="*/ 46739037 w 619"/>
              <a:gd name="T37" fmla="*/ 123393439 h 634"/>
              <a:gd name="T38" fmla="*/ 245219109 w 619"/>
              <a:gd name="T39" fmla="*/ 323666345 h 634"/>
              <a:gd name="T40" fmla="*/ 245219109 w 619"/>
              <a:gd name="T41" fmla="*/ 323666345 h 634"/>
              <a:gd name="T42" fmla="*/ 188235604 w 619"/>
              <a:gd name="T43" fmla="*/ 380518362 h 634"/>
              <a:gd name="T44" fmla="*/ 84513863 w 619"/>
              <a:gd name="T45" fmla="*/ 380518362 h 634"/>
              <a:gd name="T46" fmla="*/ 18567749 w 619"/>
              <a:gd name="T47" fmla="*/ 323666345 h 634"/>
              <a:gd name="T48" fmla="*/ 18567749 w 619"/>
              <a:gd name="T49" fmla="*/ 285550127 h 634"/>
              <a:gd name="T50" fmla="*/ 65946915 w 619"/>
              <a:gd name="T51" fmla="*/ 228052686 h 634"/>
              <a:gd name="T52" fmla="*/ 131893029 w 619"/>
              <a:gd name="T53" fmla="*/ 257124119 h 634"/>
              <a:gd name="T54" fmla="*/ 197839943 w 619"/>
              <a:gd name="T55" fmla="*/ 228052686 h 634"/>
              <a:gd name="T56" fmla="*/ 245219109 w 619"/>
              <a:gd name="T57" fmla="*/ 285550127 h 634"/>
              <a:gd name="T58" fmla="*/ 245219109 w 619"/>
              <a:gd name="T59" fmla="*/ 323666345 h 634"/>
              <a:gd name="T60" fmla="*/ 282353807 w 619"/>
              <a:gd name="T61" fmla="*/ 104658444 h 634"/>
              <a:gd name="T62" fmla="*/ 282353807 w 619"/>
              <a:gd name="T63" fmla="*/ 104658444 h 634"/>
              <a:gd name="T64" fmla="*/ 386075548 w 619"/>
              <a:gd name="T65" fmla="*/ 104658444 h 634"/>
              <a:gd name="T66" fmla="*/ 395679887 w 619"/>
              <a:gd name="T67" fmla="*/ 85277221 h 634"/>
              <a:gd name="T68" fmla="*/ 386075548 w 619"/>
              <a:gd name="T69" fmla="*/ 76232436 h 634"/>
              <a:gd name="T70" fmla="*/ 282353807 w 619"/>
              <a:gd name="T71" fmla="*/ 76232436 h 634"/>
              <a:gd name="T72" fmla="*/ 273390397 w 619"/>
              <a:gd name="T73" fmla="*/ 85277221 h 634"/>
              <a:gd name="T74" fmla="*/ 282353807 w 619"/>
              <a:gd name="T75" fmla="*/ 104658444 h 634"/>
              <a:gd name="T76" fmla="*/ 386075548 w 619"/>
              <a:gd name="T77" fmla="*/ 304285122 h 634"/>
              <a:gd name="T78" fmla="*/ 386075548 w 619"/>
              <a:gd name="T79" fmla="*/ 304285122 h 634"/>
              <a:gd name="T80" fmla="*/ 311166024 w 619"/>
              <a:gd name="T81" fmla="*/ 304285122 h 634"/>
              <a:gd name="T82" fmla="*/ 301561685 w 619"/>
              <a:gd name="T83" fmla="*/ 313976136 h 634"/>
              <a:gd name="T84" fmla="*/ 311166024 w 619"/>
              <a:gd name="T85" fmla="*/ 332711130 h 634"/>
              <a:gd name="T86" fmla="*/ 386075548 w 619"/>
              <a:gd name="T87" fmla="*/ 332711130 h 634"/>
              <a:gd name="T88" fmla="*/ 395679887 w 619"/>
              <a:gd name="T89" fmla="*/ 313976136 h 634"/>
              <a:gd name="T90" fmla="*/ 386075548 w 619"/>
              <a:gd name="T91" fmla="*/ 304285122 h 634"/>
              <a:gd name="T92" fmla="*/ 386075548 w 619"/>
              <a:gd name="T93" fmla="*/ 152465675 h 634"/>
              <a:gd name="T94" fmla="*/ 386075548 w 619"/>
              <a:gd name="T95" fmla="*/ 152465675 h 634"/>
              <a:gd name="T96" fmla="*/ 282353807 w 619"/>
              <a:gd name="T97" fmla="*/ 152465675 h 634"/>
              <a:gd name="T98" fmla="*/ 273390397 w 619"/>
              <a:gd name="T99" fmla="*/ 161510460 h 634"/>
              <a:gd name="T100" fmla="*/ 282353807 w 619"/>
              <a:gd name="T101" fmla="*/ 180891684 h 634"/>
              <a:gd name="T102" fmla="*/ 386075548 w 619"/>
              <a:gd name="T103" fmla="*/ 180891684 h 634"/>
              <a:gd name="T104" fmla="*/ 395679887 w 619"/>
              <a:gd name="T105" fmla="*/ 161510460 h 634"/>
              <a:gd name="T106" fmla="*/ 386075548 w 619"/>
              <a:gd name="T107" fmla="*/ 152465675 h 634"/>
              <a:gd name="T108" fmla="*/ 386075548 w 619"/>
              <a:gd name="T109" fmla="*/ 228052686 h 634"/>
              <a:gd name="T110" fmla="*/ 386075548 w 619"/>
              <a:gd name="T111" fmla="*/ 228052686 h 634"/>
              <a:gd name="T112" fmla="*/ 311166024 w 619"/>
              <a:gd name="T113" fmla="*/ 228052686 h 634"/>
              <a:gd name="T114" fmla="*/ 301561685 w 619"/>
              <a:gd name="T115" fmla="*/ 237742896 h 634"/>
              <a:gd name="T116" fmla="*/ 311166024 w 619"/>
              <a:gd name="T117" fmla="*/ 257124119 h 634"/>
              <a:gd name="T118" fmla="*/ 386075548 w 619"/>
              <a:gd name="T119" fmla="*/ 257124119 h 634"/>
              <a:gd name="T120" fmla="*/ 395679887 w 619"/>
              <a:gd name="T121" fmla="*/ 237742896 h 634"/>
              <a:gd name="T122" fmla="*/ 386075548 w 619"/>
              <a:gd name="T123" fmla="*/ 228052686 h 63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619" h="634">
                <a:moveTo>
                  <a:pt x="353" y="324"/>
                </a:moveTo>
                <a:lnTo>
                  <a:pt x="353" y="324"/>
                </a:lnTo>
                <a:cubicBezTo>
                  <a:pt x="368" y="280"/>
                  <a:pt x="383" y="250"/>
                  <a:pt x="383" y="191"/>
                </a:cubicBezTo>
                <a:cubicBezTo>
                  <a:pt x="383" y="89"/>
                  <a:pt x="309" y="0"/>
                  <a:pt x="206" y="0"/>
                </a:cubicBezTo>
                <a:cubicBezTo>
                  <a:pt x="118" y="0"/>
                  <a:pt x="29" y="89"/>
                  <a:pt x="29" y="191"/>
                </a:cubicBezTo>
                <a:cubicBezTo>
                  <a:pt x="29" y="250"/>
                  <a:pt x="44" y="280"/>
                  <a:pt x="73" y="324"/>
                </a:cubicBezTo>
                <a:cubicBezTo>
                  <a:pt x="29" y="339"/>
                  <a:pt x="0" y="383"/>
                  <a:pt x="0" y="427"/>
                </a:cubicBezTo>
                <a:cubicBezTo>
                  <a:pt x="0" y="515"/>
                  <a:pt x="0" y="515"/>
                  <a:pt x="0" y="515"/>
                </a:cubicBezTo>
                <a:cubicBezTo>
                  <a:pt x="0" y="574"/>
                  <a:pt x="44" y="633"/>
                  <a:pt x="118" y="633"/>
                </a:cubicBezTo>
                <a:cubicBezTo>
                  <a:pt x="309" y="633"/>
                  <a:pt x="309" y="633"/>
                  <a:pt x="309" y="633"/>
                </a:cubicBezTo>
                <a:cubicBezTo>
                  <a:pt x="368" y="633"/>
                  <a:pt x="427" y="574"/>
                  <a:pt x="427" y="515"/>
                </a:cubicBezTo>
                <a:cubicBezTo>
                  <a:pt x="427" y="427"/>
                  <a:pt x="427" y="427"/>
                  <a:pt x="427" y="427"/>
                </a:cubicBezTo>
                <a:cubicBezTo>
                  <a:pt x="427" y="383"/>
                  <a:pt x="398" y="339"/>
                  <a:pt x="353" y="324"/>
                </a:cubicBezTo>
                <a:close/>
                <a:moveTo>
                  <a:pt x="73" y="191"/>
                </a:moveTo>
                <a:lnTo>
                  <a:pt x="73" y="191"/>
                </a:lnTo>
                <a:cubicBezTo>
                  <a:pt x="73" y="103"/>
                  <a:pt x="132" y="44"/>
                  <a:pt x="206" y="44"/>
                </a:cubicBezTo>
                <a:cubicBezTo>
                  <a:pt x="280" y="44"/>
                  <a:pt x="353" y="103"/>
                  <a:pt x="353" y="191"/>
                </a:cubicBezTo>
                <a:cubicBezTo>
                  <a:pt x="353" y="280"/>
                  <a:pt x="280" y="353"/>
                  <a:pt x="206" y="353"/>
                </a:cubicBezTo>
                <a:cubicBezTo>
                  <a:pt x="132" y="353"/>
                  <a:pt x="73" y="280"/>
                  <a:pt x="73" y="191"/>
                </a:cubicBezTo>
                <a:close/>
                <a:moveTo>
                  <a:pt x="383" y="501"/>
                </a:moveTo>
                <a:lnTo>
                  <a:pt x="383" y="501"/>
                </a:lnTo>
                <a:cubicBezTo>
                  <a:pt x="383" y="545"/>
                  <a:pt x="339" y="589"/>
                  <a:pt x="294" y="589"/>
                </a:cubicBezTo>
                <a:cubicBezTo>
                  <a:pt x="132" y="589"/>
                  <a:pt x="132" y="589"/>
                  <a:pt x="132" y="589"/>
                </a:cubicBezTo>
                <a:cubicBezTo>
                  <a:pt x="73" y="589"/>
                  <a:pt x="29" y="545"/>
                  <a:pt x="29" y="501"/>
                </a:cubicBezTo>
                <a:cubicBezTo>
                  <a:pt x="29" y="442"/>
                  <a:pt x="29" y="442"/>
                  <a:pt x="29" y="442"/>
                </a:cubicBezTo>
                <a:cubicBezTo>
                  <a:pt x="29" y="398"/>
                  <a:pt x="59" y="368"/>
                  <a:pt x="103" y="353"/>
                </a:cubicBezTo>
                <a:cubicBezTo>
                  <a:pt x="132" y="383"/>
                  <a:pt x="177" y="398"/>
                  <a:pt x="206" y="398"/>
                </a:cubicBezTo>
                <a:cubicBezTo>
                  <a:pt x="250" y="398"/>
                  <a:pt x="280" y="383"/>
                  <a:pt x="309" y="353"/>
                </a:cubicBezTo>
                <a:cubicBezTo>
                  <a:pt x="353" y="368"/>
                  <a:pt x="383" y="398"/>
                  <a:pt x="383" y="442"/>
                </a:cubicBezTo>
                <a:lnTo>
                  <a:pt x="383" y="501"/>
                </a:lnTo>
                <a:close/>
                <a:moveTo>
                  <a:pt x="441" y="162"/>
                </a:moveTo>
                <a:lnTo>
                  <a:pt x="441" y="162"/>
                </a:lnTo>
                <a:cubicBezTo>
                  <a:pt x="603" y="162"/>
                  <a:pt x="603" y="162"/>
                  <a:pt x="603" y="162"/>
                </a:cubicBezTo>
                <a:cubicBezTo>
                  <a:pt x="618" y="162"/>
                  <a:pt x="618" y="148"/>
                  <a:pt x="618" y="132"/>
                </a:cubicBezTo>
                <a:cubicBezTo>
                  <a:pt x="618" y="132"/>
                  <a:pt x="618" y="118"/>
                  <a:pt x="603" y="118"/>
                </a:cubicBezTo>
                <a:cubicBezTo>
                  <a:pt x="441" y="118"/>
                  <a:pt x="441" y="118"/>
                  <a:pt x="441" y="118"/>
                </a:cubicBezTo>
                <a:lnTo>
                  <a:pt x="427" y="132"/>
                </a:lnTo>
                <a:cubicBezTo>
                  <a:pt x="427" y="148"/>
                  <a:pt x="441" y="162"/>
                  <a:pt x="441" y="162"/>
                </a:cubicBezTo>
                <a:close/>
                <a:moveTo>
                  <a:pt x="603" y="471"/>
                </a:moveTo>
                <a:lnTo>
                  <a:pt x="603" y="471"/>
                </a:lnTo>
                <a:cubicBezTo>
                  <a:pt x="486" y="471"/>
                  <a:pt x="486" y="471"/>
                  <a:pt x="486" y="471"/>
                </a:cubicBezTo>
                <a:cubicBezTo>
                  <a:pt x="471" y="471"/>
                  <a:pt x="471" y="486"/>
                  <a:pt x="471" y="486"/>
                </a:cubicBezTo>
                <a:cubicBezTo>
                  <a:pt x="471" y="501"/>
                  <a:pt x="471" y="515"/>
                  <a:pt x="486" y="515"/>
                </a:cubicBezTo>
                <a:cubicBezTo>
                  <a:pt x="603" y="515"/>
                  <a:pt x="603" y="515"/>
                  <a:pt x="603" y="515"/>
                </a:cubicBezTo>
                <a:cubicBezTo>
                  <a:pt x="618" y="515"/>
                  <a:pt x="618" y="501"/>
                  <a:pt x="618" y="486"/>
                </a:cubicBezTo>
                <a:cubicBezTo>
                  <a:pt x="618" y="486"/>
                  <a:pt x="618" y="471"/>
                  <a:pt x="603" y="471"/>
                </a:cubicBezTo>
                <a:close/>
                <a:moveTo>
                  <a:pt x="603" y="236"/>
                </a:moveTo>
                <a:lnTo>
                  <a:pt x="603" y="236"/>
                </a:lnTo>
                <a:cubicBezTo>
                  <a:pt x="441" y="236"/>
                  <a:pt x="441" y="236"/>
                  <a:pt x="441" y="236"/>
                </a:cubicBezTo>
                <a:lnTo>
                  <a:pt x="427" y="250"/>
                </a:lnTo>
                <a:cubicBezTo>
                  <a:pt x="427" y="265"/>
                  <a:pt x="441" y="280"/>
                  <a:pt x="441" y="280"/>
                </a:cubicBezTo>
                <a:cubicBezTo>
                  <a:pt x="603" y="280"/>
                  <a:pt x="603" y="280"/>
                  <a:pt x="603" y="280"/>
                </a:cubicBezTo>
                <a:cubicBezTo>
                  <a:pt x="618" y="280"/>
                  <a:pt x="618" y="265"/>
                  <a:pt x="618" y="250"/>
                </a:cubicBezTo>
                <a:cubicBezTo>
                  <a:pt x="618" y="250"/>
                  <a:pt x="618" y="236"/>
                  <a:pt x="603" y="236"/>
                </a:cubicBezTo>
                <a:close/>
                <a:moveTo>
                  <a:pt x="603" y="353"/>
                </a:moveTo>
                <a:lnTo>
                  <a:pt x="603" y="353"/>
                </a:lnTo>
                <a:cubicBezTo>
                  <a:pt x="486" y="353"/>
                  <a:pt x="486" y="353"/>
                  <a:pt x="486" y="353"/>
                </a:cubicBezTo>
                <a:cubicBezTo>
                  <a:pt x="471" y="353"/>
                  <a:pt x="471" y="368"/>
                  <a:pt x="471" y="368"/>
                </a:cubicBezTo>
                <a:cubicBezTo>
                  <a:pt x="471" y="383"/>
                  <a:pt x="471" y="398"/>
                  <a:pt x="486" y="398"/>
                </a:cubicBezTo>
                <a:cubicBezTo>
                  <a:pt x="603" y="398"/>
                  <a:pt x="603" y="398"/>
                  <a:pt x="603" y="398"/>
                </a:cubicBezTo>
                <a:cubicBezTo>
                  <a:pt x="618" y="398"/>
                  <a:pt x="618" y="383"/>
                  <a:pt x="618" y="368"/>
                </a:cubicBezTo>
                <a:cubicBezTo>
                  <a:pt x="618" y="368"/>
                  <a:pt x="618" y="353"/>
                  <a:pt x="603" y="35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5" name="稻壳儿小白白(http://dwz.cn/Wu2UP)"/>
          <p:cNvSpPr/>
          <p:nvPr/>
        </p:nvSpPr>
        <p:spPr>
          <a:xfrm>
            <a:off x="6353608" y="4806846"/>
            <a:ext cx="372047" cy="550355"/>
          </a:xfrm>
          <a:custGeom>
            <a:avLst/>
            <a:gdLst>
              <a:gd name="T0" fmla="*/ 229331618 w 428"/>
              <a:gd name="T1" fmla="*/ 209316888 h 634"/>
              <a:gd name="T2" fmla="*/ 229331618 w 428"/>
              <a:gd name="T3" fmla="*/ 209316888 h 634"/>
              <a:gd name="T4" fmla="*/ 257836390 w 428"/>
              <a:gd name="T5" fmla="*/ 123393439 h 634"/>
              <a:gd name="T6" fmla="*/ 143170179 w 428"/>
              <a:gd name="T7" fmla="*/ 0 h 634"/>
              <a:gd name="T8" fmla="*/ 29152699 w 428"/>
              <a:gd name="T9" fmla="*/ 123393439 h 634"/>
              <a:gd name="T10" fmla="*/ 47939369 w 428"/>
              <a:gd name="T11" fmla="*/ 209316888 h 634"/>
              <a:gd name="T12" fmla="*/ 0 w 428"/>
              <a:gd name="T13" fmla="*/ 275859114 h 634"/>
              <a:gd name="T14" fmla="*/ 0 w 428"/>
              <a:gd name="T15" fmla="*/ 332711130 h 634"/>
              <a:gd name="T16" fmla="*/ 76444141 w 428"/>
              <a:gd name="T17" fmla="*/ 408943566 h 634"/>
              <a:gd name="T18" fmla="*/ 200178918 w 428"/>
              <a:gd name="T19" fmla="*/ 408943566 h 634"/>
              <a:gd name="T20" fmla="*/ 276623059 w 428"/>
              <a:gd name="T21" fmla="*/ 332711130 h 634"/>
              <a:gd name="T22" fmla="*/ 276623059 w 428"/>
              <a:gd name="T23" fmla="*/ 275859114 h 634"/>
              <a:gd name="T24" fmla="*/ 229331618 w 428"/>
              <a:gd name="T25" fmla="*/ 209316888 h 634"/>
              <a:gd name="T26" fmla="*/ 47939369 w 428"/>
              <a:gd name="T27" fmla="*/ 123393439 h 634"/>
              <a:gd name="T28" fmla="*/ 47939369 w 428"/>
              <a:gd name="T29" fmla="*/ 123393439 h 634"/>
              <a:gd name="T30" fmla="*/ 143170179 w 428"/>
              <a:gd name="T31" fmla="*/ 28426008 h 634"/>
              <a:gd name="T32" fmla="*/ 229331618 w 428"/>
              <a:gd name="T33" fmla="*/ 123393439 h 634"/>
              <a:gd name="T34" fmla="*/ 143170179 w 428"/>
              <a:gd name="T35" fmla="*/ 228052686 h 634"/>
              <a:gd name="T36" fmla="*/ 47939369 w 428"/>
              <a:gd name="T37" fmla="*/ 123393439 h 634"/>
              <a:gd name="T38" fmla="*/ 257836390 w 428"/>
              <a:gd name="T39" fmla="*/ 323666345 h 634"/>
              <a:gd name="T40" fmla="*/ 257836390 w 428"/>
              <a:gd name="T41" fmla="*/ 323666345 h 634"/>
              <a:gd name="T42" fmla="*/ 191109547 w 428"/>
              <a:gd name="T43" fmla="*/ 380518362 h 634"/>
              <a:gd name="T44" fmla="*/ 86161439 w 428"/>
              <a:gd name="T45" fmla="*/ 380518362 h 634"/>
              <a:gd name="T46" fmla="*/ 29152699 w 428"/>
              <a:gd name="T47" fmla="*/ 323666345 h 634"/>
              <a:gd name="T48" fmla="*/ 29152699 w 428"/>
              <a:gd name="T49" fmla="*/ 285550127 h 634"/>
              <a:gd name="T50" fmla="*/ 76444141 w 428"/>
              <a:gd name="T51" fmla="*/ 228052686 h 634"/>
              <a:gd name="T52" fmla="*/ 143170179 w 428"/>
              <a:gd name="T53" fmla="*/ 257124119 h 634"/>
              <a:gd name="T54" fmla="*/ 210544949 w 428"/>
              <a:gd name="T55" fmla="*/ 228052686 h 634"/>
              <a:gd name="T56" fmla="*/ 257836390 w 428"/>
              <a:gd name="T57" fmla="*/ 285550127 h 634"/>
              <a:gd name="T58" fmla="*/ 257836390 w 428"/>
              <a:gd name="T59" fmla="*/ 323666345 h 634"/>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428" h="634">
                <a:moveTo>
                  <a:pt x="354" y="324"/>
                </a:moveTo>
                <a:lnTo>
                  <a:pt x="354" y="324"/>
                </a:lnTo>
                <a:cubicBezTo>
                  <a:pt x="383" y="280"/>
                  <a:pt x="398" y="250"/>
                  <a:pt x="398" y="191"/>
                </a:cubicBezTo>
                <a:cubicBezTo>
                  <a:pt x="398" y="89"/>
                  <a:pt x="309" y="0"/>
                  <a:pt x="221" y="0"/>
                </a:cubicBezTo>
                <a:cubicBezTo>
                  <a:pt x="118" y="0"/>
                  <a:pt x="45" y="89"/>
                  <a:pt x="45" y="191"/>
                </a:cubicBezTo>
                <a:cubicBezTo>
                  <a:pt x="45" y="250"/>
                  <a:pt x="59" y="280"/>
                  <a:pt x="74" y="324"/>
                </a:cubicBezTo>
                <a:cubicBezTo>
                  <a:pt x="30" y="339"/>
                  <a:pt x="0" y="383"/>
                  <a:pt x="0" y="427"/>
                </a:cubicBezTo>
                <a:cubicBezTo>
                  <a:pt x="0" y="515"/>
                  <a:pt x="0" y="515"/>
                  <a:pt x="0" y="515"/>
                </a:cubicBezTo>
                <a:cubicBezTo>
                  <a:pt x="0" y="574"/>
                  <a:pt x="59" y="633"/>
                  <a:pt x="118" y="633"/>
                </a:cubicBezTo>
                <a:cubicBezTo>
                  <a:pt x="309" y="633"/>
                  <a:pt x="309" y="633"/>
                  <a:pt x="309" y="633"/>
                </a:cubicBezTo>
                <a:cubicBezTo>
                  <a:pt x="383" y="633"/>
                  <a:pt x="427" y="574"/>
                  <a:pt x="427" y="515"/>
                </a:cubicBezTo>
                <a:cubicBezTo>
                  <a:pt x="427" y="427"/>
                  <a:pt x="427" y="427"/>
                  <a:pt x="427" y="427"/>
                </a:cubicBezTo>
                <a:cubicBezTo>
                  <a:pt x="427" y="383"/>
                  <a:pt x="398" y="339"/>
                  <a:pt x="354" y="324"/>
                </a:cubicBezTo>
                <a:close/>
                <a:moveTo>
                  <a:pt x="74" y="191"/>
                </a:moveTo>
                <a:lnTo>
                  <a:pt x="74" y="191"/>
                </a:lnTo>
                <a:cubicBezTo>
                  <a:pt x="74" y="103"/>
                  <a:pt x="148" y="44"/>
                  <a:pt x="221" y="44"/>
                </a:cubicBezTo>
                <a:cubicBezTo>
                  <a:pt x="295" y="44"/>
                  <a:pt x="354" y="103"/>
                  <a:pt x="354" y="191"/>
                </a:cubicBezTo>
                <a:cubicBezTo>
                  <a:pt x="354" y="280"/>
                  <a:pt x="295" y="353"/>
                  <a:pt x="221" y="353"/>
                </a:cubicBezTo>
                <a:cubicBezTo>
                  <a:pt x="148" y="353"/>
                  <a:pt x="74" y="280"/>
                  <a:pt x="74" y="191"/>
                </a:cubicBezTo>
                <a:close/>
                <a:moveTo>
                  <a:pt x="398" y="501"/>
                </a:moveTo>
                <a:lnTo>
                  <a:pt x="398" y="501"/>
                </a:lnTo>
                <a:cubicBezTo>
                  <a:pt x="398" y="545"/>
                  <a:pt x="354" y="589"/>
                  <a:pt x="295" y="589"/>
                </a:cubicBezTo>
                <a:cubicBezTo>
                  <a:pt x="133" y="589"/>
                  <a:pt x="133" y="589"/>
                  <a:pt x="133" y="589"/>
                </a:cubicBezTo>
                <a:cubicBezTo>
                  <a:pt x="89" y="589"/>
                  <a:pt x="45" y="545"/>
                  <a:pt x="45" y="501"/>
                </a:cubicBezTo>
                <a:cubicBezTo>
                  <a:pt x="45" y="442"/>
                  <a:pt x="45" y="442"/>
                  <a:pt x="45" y="442"/>
                </a:cubicBezTo>
                <a:cubicBezTo>
                  <a:pt x="45" y="398"/>
                  <a:pt x="74" y="368"/>
                  <a:pt x="118" y="353"/>
                </a:cubicBezTo>
                <a:cubicBezTo>
                  <a:pt x="148" y="383"/>
                  <a:pt x="177" y="398"/>
                  <a:pt x="221" y="398"/>
                </a:cubicBezTo>
                <a:cubicBezTo>
                  <a:pt x="251" y="398"/>
                  <a:pt x="295" y="383"/>
                  <a:pt x="325" y="353"/>
                </a:cubicBezTo>
                <a:cubicBezTo>
                  <a:pt x="368" y="368"/>
                  <a:pt x="398" y="398"/>
                  <a:pt x="398" y="442"/>
                </a:cubicBezTo>
                <a:lnTo>
                  <a:pt x="398" y="50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6" name="稻壳儿小白白(http://dwz.cn/Wu2UP)"/>
          <p:cNvSpPr/>
          <p:nvPr/>
        </p:nvSpPr>
        <p:spPr>
          <a:xfrm>
            <a:off x="5374629" y="4791416"/>
            <a:ext cx="562356" cy="562356"/>
          </a:xfrm>
          <a:custGeom>
            <a:avLst/>
            <a:gdLst>
              <a:gd name="T0" fmla="*/ 407464197 w 649"/>
              <a:gd name="T1" fmla="*/ 19310829 h 649"/>
              <a:gd name="T2" fmla="*/ 407464197 w 649"/>
              <a:gd name="T3" fmla="*/ 19310829 h 649"/>
              <a:gd name="T4" fmla="*/ 341162800 w 649"/>
              <a:gd name="T5" fmla="*/ 19310829 h 649"/>
              <a:gd name="T6" fmla="*/ 265205588 w 649"/>
              <a:gd name="T7" fmla="*/ 104923858 h 649"/>
              <a:gd name="T8" fmla="*/ 113935418 w 649"/>
              <a:gd name="T9" fmla="*/ 47634021 h 649"/>
              <a:gd name="T10" fmla="*/ 66301397 w 649"/>
              <a:gd name="T11" fmla="*/ 57289837 h 649"/>
              <a:gd name="T12" fmla="*/ 66301397 w 649"/>
              <a:gd name="T13" fmla="*/ 113935418 h 649"/>
              <a:gd name="T14" fmla="*/ 170580999 w 649"/>
              <a:gd name="T15" fmla="*/ 199547644 h 649"/>
              <a:gd name="T16" fmla="*/ 104279602 w 649"/>
              <a:gd name="T17" fmla="*/ 265849844 h 649"/>
              <a:gd name="T18" fmla="*/ 37978205 w 649"/>
              <a:gd name="T19" fmla="*/ 246538212 h 649"/>
              <a:gd name="T20" fmla="*/ 18667376 w 649"/>
              <a:gd name="T21" fmla="*/ 256194028 h 649"/>
              <a:gd name="T22" fmla="*/ 9655816 w 649"/>
              <a:gd name="T23" fmla="*/ 284517219 h 649"/>
              <a:gd name="T24" fmla="*/ 84968773 w 649"/>
              <a:gd name="T25" fmla="*/ 341162800 h 649"/>
              <a:gd name="T26" fmla="*/ 142258610 w 649"/>
              <a:gd name="T27" fmla="*/ 408107651 h 649"/>
              <a:gd name="T28" fmla="*/ 170580999 w 649"/>
              <a:gd name="T29" fmla="*/ 398452637 h 649"/>
              <a:gd name="T30" fmla="*/ 170580999 w 649"/>
              <a:gd name="T31" fmla="*/ 379141006 h 649"/>
              <a:gd name="T32" fmla="*/ 160925986 w 649"/>
              <a:gd name="T33" fmla="*/ 322495425 h 649"/>
              <a:gd name="T34" fmla="*/ 227227382 w 649"/>
              <a:gd name="T35" fmla="*/ 256194028 h 649"/>
              <a:gd name="T36" fmla="*/ 312839609 w 649"/>
              <a:gd name="T37" fmla="*/ 360473630 h 649"/>
              <a:gd name="T38" fmla="*/ 369485992 w 649"/>
              <a:gd name="T39" fmla="*/ 360473630 h 649"/>
              <a:gd name="T40" fmla="*/ 379141006 w 649"/>
              <a:gd name="T41" fmla="*/ 312839609 h 649"/>
              <a:gd name="T42" fmla="*/ 321851971 w 649"/>
              <a:gd name="T43" fmla="*/ 161569439 h 649"/>
              <a:gd name="T44" fmla="*/ 397808382 w 649"/>
              <a:gd name="T45" fmla="*/ 75957213 h 649"/>
              <a:gd name="T46" fmla="*/ 407464197 w 649"/>
              <a:gd name="T47" fmla="*/ 19310829 h 649"/>
              <a:gd name="T48" fmla="*/ 388153368 w 649"/>
              <a:gd name="T49" fmla="*/ 66944851 h 649"/>
              <a:gd name="T50" fmla="*/ 388153368 w 649"/>
              <a:gd name="T51" fmla="*/ 66944851 h 649"/>
              <a:gd name="T52" fmla="*/ 293528779 w 649"/>
              <a:gd name="T53" fmla="*/ 161569439 h 649"/>
              <a:gd name="T54" fmla="*/ 350818616 w 649"/>
              <a:gd name="T55" fmla="*/ 312839609 h 649"/>
              <a:gd name="T56" fmla="*/ 350818616 w 649"/>
              <a:gd name="T57" fmla="*/ 341162800 h 649"/>
              <a:gd name="T58" fmla="*/ 321851971 w 649"/>
              <a:gd name="T59" fmla="*/ 341162800 h 649"/>
              <a:gd name="T60" fmla="*/ 236883198 w 649"/>
              <a:gd name="T61" fmla="*/ 218215822 h 649"/>
              <a:gd name="T62" fmla="*/ 132602794 w 649"/>
              <a:gd name="T63" fmla="*/ 312839609 h 649"/>
              <a:gd name="T64" fmla="*/ 151913623 w 649"/>
              <a:gd name="T65" fmla="*/ 379141006 h 649"/>
              <a:gd name="T66" fmla="*/ 104279602 w 649"/>
              <a:gd name="T67" fmla="*/ 322495425 h 649"/>
              <a:gd name="T68" fmla="*/ 37978205 w 649"/>
              <a:gd name="T69" fmla="*/ 274861404 h 649"/>
              <a:gd name="T70" fmla="*/ 104279602 w 649"/>
              <a:gd name="T71" fmla="*/ 294172233 h 649"/>
              <a:gd name="T72" fmla="*/ 208560007 w 649"/>
              <a:gd name="T73" fmla="*/ 189892631 h 649"/>
              <a:gd name="T74" fmla="*/ 84968773 w 649"/>
              <a:gd name="T75" fmla="*/ 94624589 h 649"/>
              <a:gd name="T76" fmla="*/ 84968773 w 649"/>
              <a:gd name="T77" fmla="*/ 75957213 h 649"/>
              <a:gd name="T78" fmla="*/ 113935418 w 649"/>
              <a:gd name="T79" fmla="*/ 75957213 h 649"/>
              <a:gd name="T80" fmla="*/ 265205588 w 649"/>
              <a:gd name="T81" fmla="*/ 132602794 h 649"/>
              <a:gd name="T82" fmla="*/ 359830176 w 649"/>
              <a:gd name="T83" fmla="*/ 37978205 h 649"/>
              <a:gd name="T84" fmla="*/ 388153368 w 649"/>
              <a:gd name="T85" fmla="*/ 37978205 h 649"/>
              <a:gd name="T86" fmla="*/ 388153368 w 649"/>
              <a:gd name="T87" fmla="*/ 66944851 h 64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49" h="649">
                <a:moveTo>
                  <a:pt x="633" y="30"/>
                </a:moveTo>
                <a:lnTo>
                  <a:pt x="633" y="30"/>
                </a:lnTo>
                <a:cubicBezTo>
                  <a:pt x="603" y="0"/>
                  <a:pt x="559" y="15"/>
                  <a:pt x="530" y="30"/>
                </a:cubicBezTo>
                <a:cubicBezTo>
                  <a:pt x="412" y="163"/>
                  <a:pt x="412" y="163"/>
                  <a:pt x="412" y="163"/>
                </a:cubicBezTo>
                <a:cubicBezTo>
                  <a:pt x="177" y="74"/>
                  <a:pt x="177" y="74"/>
                  <a:pt x="177" y="74"/>
                </a:cubicBezTo>
                <a:cubicBezTo>
                  <a:pt x="162" y="74"/>
                  <a:pt x="132" y="59"/>
                  <a:pt x="103" y="89"/>
                </a:cubicBezTo>
                <a:cubicBezTo>
                  <a:pt x="88" y="104"/>
                  <a:pt x="59" y="133"/>
                  <a:pt x="103" y="177"/>
                </a:cubicBezTo>
                <a:cubicBezTo>
                  <a:pt x="265" y="310"/>
                  <a:pt x="265" y="310"/>
                  <a:pt x="265" y="310"/>
                </a:cubicBezTo>
                <a:cubicBezTo>
                  <a:pt x="162" y="413"/>
                  <a:pt x="162" y="413"/>
                  <a:pt x="162" y="413"/>
                </a:cubicBezTo>
                <a:cubicBezTo>
                  <a:pt x="59" y="383"/>
                  <a:pt x="59" y="383"/>
                  <a:pt x="59" y="383"/>
                </a:cubicBezTo>
                <a:cubicBezTo>
                  <a:pt x="44" y="383"/>
                  <a:pt x="44" y="383"/>
                  <a:pt x="29" y="398"/>
                </a:cubicBezTo>
                <a:cubicBezTo>
                  <a:pt x="29" y="398"/>
                  <a:pt x="0" y="413"/>
                  <a:pt x="15" y="442"/>
                </a:cubicBezTo>
                <a:cubicBezTo>
                  <a:pt x="132" y="530"/>
                  <a:pt x="132" y="530"/>
                  <a:pt x="132" y="530"/>
                </a:cubicBezTo>
                <a:cubicBezTo>
                  <a:pt x="221" y="634"/>
                  <a:pt x="221" y="634"/>
                  <a:pt x="221" y="634"/>
                </a:cubicBezTo>
                <a:cubicBezTo>
                  <a:pt x="236" y="648"/>
                  <a:pt x="250" y="648"/>
                  <a:pt x="265" y="619"/>
                </a:cubicBezTo>
                <a:cubicBezTo>
                  <a:pt x="280" y="619"/>
                  <a:pt x="280" y="604"/>
                  <a:pt x="265" y="589"/>
                </a:cubicBezTo>
                <a:cubicBezTo>
                  <a:pt x="250" y="501"/>
                  <a:pt x="250" y="501"/>
                  <a:pt x="250" y="501"/>
                </a:cubicBezTo>
                <a:cubicBezTo>
                  <a:pt x="353" y="398"/>
                  <a:pt x="353" y="398"/>
                  <a:pt x="353" y="398"/>
                </a:cubicBezTo>
                <a:cubicBezTo>
                  <a:pt x="486" y="560"/>
                  <a:pt x="486" y="560"/>
                  <a:pt x="486" y="560"/>
                </a:cubicBezTo>
                <a:cubicBezTo>
                  <a:pt x="530" y="589"/>
                  <a:pt x="559" y="560"/>
                  <a:pt x="574" y="560"/>
                </a:cubicBezTo>
                <a:cubicBezTo>
                  <a:pt x="589" y="530"/>
                  <a:pt x="589" y="501"/>
                  <a:pt x="589" y="486"/>
                </a:cubicBezTo>
                <a:cubicBezTo>
                  <a:pt x="500" y="251"/>
                  <a:pt x="500" y="251"/>
                  <a:pt x="500" y="251"/>
                </a:cubicBezTo>
                <a:cubicBezTo>
                  <a:pt x="618" y="118"/>
                  <a:pt x="618" y="118"/>
                  <a:pt x="618" y="118"/>
                </a:cubicBezTo>
                <a:cubicBezTo>
                  <a:pt x="648" y="104"/>
                  <a:pt x="648" y="59"/>
                  <a:pt x="633" y="30"/>
                </a:cubicBezTo>
                <a:close/>
                <a:moveTo>
                  <a:pt x="603" y="104"/>
                </a:moveTo>
                <a:lnTo>
                  <a:pt x="603" y="104"/>
                </a:lnTo>
                <a:cubicBezTo>
                  <a:pt x="456" y="251"/>
                  <a:pt x="456" y="251"/>
                  <a:pt x="456" y="251"/>
                </a:cubicBezTo>
                <a:cubicBezTo>
                  <a:pt x="545" y="486"/>
                  <a:pt x="545" y="486"/>
                  <a:pt x="545" y="486"/>
                </a:cubicBezTo>
                <a:cubicBezTo>
                  <a:pt x="545" y="501"/>
                  <a:pt x="545" y="516"/>
                  <a:pt x="545" y="530"/>
                </a:cubicBezTo>
                <a:cubicBezTo>
                  <a:pt x="530" y="545"/>
                  <a:pt x="515" y="530"/>
                  <a:pt x="500" y="530"/>
                </a:cubicBezTo>
                <a:cubicBezTo>
                  <a:pt x="368" y="339"/>
                  <a:pt x="368" y="339"/>
                  <a:pt x="368" y="339"/>
                </a:cubicBezTo>
                <a:cubicBezTo>
                  <a:pt x="206" y="486"/>
                  <a:pt x="206" y="486"/>
                  <a:pt x="206" y="486"/>
                </a:cubicBezTo>
                <a:cubicBezTo>
                  <a:pt x="236" y="589"/>
                  <a:pt x="236" y="589"/>
                  <a:pt x="236" y="589"/>
                </a:cubicBezTo>
                <a:cubicBezTo>
                  <a:pt x="221" y="589"/>
                  <a:pt x="162" y="501"/>
                  <a:pt x="162" y="501"/>
                </a:cubicBezTo>
                <a:cubicBezTo>
                  <a:pt x="162" y="501"/>
                  <a:pt x="73" y="427"/>
                  <a:pt x="59" y="427"/>
                </a:cubicBezTo>
                <a:cubicBezTo>
                  <a:pt x="162" y="457"/>
                  <a:pt x="162" y="457"/>
                  <a:pt x="162" y="457"/>
                </a:cubicBezTo>
                <a:cubicBezTo>
                  <a:pt x="324" y="295"/>
                  <a:pt x="324" y="295"/>
                  <a:pt x="324" y="295"/>
                </a:cubicBezTo>
                <a:cubicBezTo>
                  <a:pt x="132" y="147"/>
                  <a:pt x="132" y="147"/>
                  <a:pt x="132" y="147"/>
                </a:cubicBezTo>
                <a:cubicBezTo>
                  <a:pt x="132" y="147"/>
                  <a:pt x="118" y="133"/>
                  <a:pt x="132" y="118"/>
                </a:cubicBezTo>
                <a:cubicBezTo>
                  <a:pt x="147" y="118"/>
                  <a:pt x="162" y="118"/>
                  <a:pt x="177" y="118"/>
                </a:cubicBezTo>
                <a:cubicBezTo>
                  <a:pt x="412" y="206"/>
                  <a:pt x="412" y="206"/>
                  <a:pt x="412" y="206"/>
                </a:cubicBezTo>
                <a:cubicBezTo>
                  <a:pt x="559" y="59"/>
                  <a:pt x="559" y="59"/>
                  <a:pt x="559" y="59"/>
                </a:cubicBezTo>
                <a:cubicBezTo>
                  <a:pt x="574" y="45"/>
                  <a:pt x="589" y="45"/>
                  <a:pt x="603" y="59"/>
                </a:cubicBezTo>
                <a:cubicBezTo>
                  <a:pt x="603" y="74"/>
                  <a:pt x="618" y="89"/>
                  <a:pt x="603" y="10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7" name="稻壳儿小白白(http://dwz.cn/Wu2UP)"/>
          <p:cNvSpPr/>
          <p:nvPr/>
        </p:nvSpPr>
        <p:spPr>
          <a:xfrm>
            <a:off x="4507092" y="4818848"/>
            <a:ext cx="550354" cy="534924"/>
          </a:xfrm>
          <a:custGeom>
            <a:avLst/>
            <a:gdLst>
              <a:gd name="T0" fmla="*/ 389560775 w 634"/>
              <a:gd name="T1" fmla="*/ 47379166 h 619"/>
              <a:gd name="T2" fmla="*/ 389560775 w 634"/>
              <a:gd name="T3" fmla="*/ 47379166 h 619"/>
              <a:gd name="T4" fmla="*/ 352090859 w 634"/>
              <a:gd name="T5" fmla="*/ 9603539 h 619"/>
              <a:gd name="T6" fmla="*/ 313974716 w 634"/>
              <a:gd name="T7" fmla="*/ 9603539 h 619"/>
              <a:gd name="T8" fmla="*/ 266167578 w 634"/>
              <a:gd name="T9" fmla="*/ 85153992 h 619"/>
              <a:gd name="T10" fmla="*/ 266167578 w 634"/>
              <a:gd name="T11" fmla="*/ 122289490 h 619"/>
              <a:gd name="T12" fmla="*/ 284902536 w 634"/>
              <a:gd name="T13" fmla="*/ 141497368 h 619"/>
              <a:gd name="T14" fmla="*/ 228051435 w 634"/>
              <a:gd name="T15" fmla="*/ 207443482 h 619"/>
              <a:gd name="T16" fmla="*/ 151819149 w 634"/>
              <a:gd name="T17" fmla="*/ 273390397 h 619"/>
              <a:gd name="T18" fmla="*/ 123393197 w 634"/>
              <a:gd name="T19" fmla="*/ 254182519 h 619"/>
              <a:gd name="T20" fmla="*/ 85277054 w 634"/>
              <a:gd name="T21" fmla="*/ 254182519 h 619"/>
              <a:gd name="T22" fmla="*/ 18734958 w 634"/>
              <a:gd name="T23" fmla="*/ 311166024 h 619"/>
              <a:gd name="T24" fmla="*/ 18734958 w 634"/>
              <a:gd name="T25" fmla="*/ 339337311 h 619"/>
              <a:gd name="T26" fmla="*/ 56851101 w 634"/>
              <a:gd name="T27" fmla="*/ 377112138 h 619"/>
              <a:gd name="T28" fmla="*/ 123393197 w 634"/>
              <a:gd name="T29" fmla="*/ 377112138 h 619"/>
              <a:gd name="T30" fmla="*/ 275858573 w 634"/>
              <a:gd name="T31" fmla="*/ 263786858 h 619"/>
              <a:gd name="T32" fmla="*/ 389560775 w 634"/>
              <a:gd name="T33" fmla="*/ 122289490 h 619"/>
              <a:gd name="T34" fmla="*/ 389560775 w 634"/>
              <a:gd name="T35" fmla="*/ 47379166 h 619"/>
              <a:gd name="T36" fmla="*/ 370825817 w 634"/>
              <a:gd name="T37" fmla="*/ 103721741 h 619"/>
              <a:gd name="T38" fmla="*/ 370825817 w 634"/>
              <a:gd name="T39" fmla="*/ 103721741 h 619"/>
              <a:gd name="T40" fmla="*/ 266167578 w 634"/>
              <a:gd name="T41" fmla="*/ 245219109 h 619"/>
              <a:gd name="T42" fmla="*/ 104658239 w 634"/>
              <a:gd name="T43" fmla="*/ 357904260 h 619"/>
              <a:gd name="T44" fmla="*/ 66542096 w 634"/>
              <a:gd name="T45" fmla="*/ 357904260 h 619"/>
              <a:gd name="T46" fmla="*/ 47160910 w 634"/>
              <a:gd name="T47" fmla="*/ 339337311 h 619"/>
              <a:gd name="T48" fmla="*/ 47160910 w 634"/>
              <a:gd name="T49" fmla="*/ 311166024 h 619"/>
              <a:gd name="T50" fmla="*/ 94967244 w 634"/>
              <a:gd name="T51" fmla="*/ 282993936 h 619"/>
              <a:gd name="T52" fmla="*/ 114348429 w 634"/>
              <a:gd name="T53" fmla="*/ 282993936 h 619"/>
              <a:gd name="T54" fmla="*/ 142774382 w 634"/>
              <a:gd name="T55" fmla="*/ 311166024 h 619"/>
              <a:gd name="T56" fmla="*/ 323018679 w 634"/>
              <a:gd name="T57" fmla="*/ 141497368 h 619"/>
              <a:gd name="T58" fmla="*/ 284902536 w 634"/>
              <a:gd name="T59" fmla="*/ 112685151 h 619"/>
              <a:gd name="T60" fmla="*/ 284902536 w 634"/>
              <a:gd name="T61" fmla="*/ 85153992 h 619"/>
              <a:gd name="T62" fmla="*/ 323018679 w 634"/>
              <a:gd name="T63" fmla="*/ 37775627 h 619"/>
              <a:gd name="T64" fmla="*/ 352090859 w 634"/>
              <a:gd name="T65" fmla="*/ 37775627 h 619"/>
              <a:gd name="T66" fmla="*/ 370825817 w 634"/>
              <a:gd name="T67" fmla="*/ 65946915 h 619"/>
              <a:gd name="T68" fmla="*/ 370825817 w 634"/>
              <a:gd name="T69" fmla="*/ 103721741 h 619"/>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634" h="619">
                <a:moveTo>
                  <a:pt x="603" y="74"/>
                </a:moveTo>
                <a:lnTo>
                  <a:pt x="603" y="74"/>
                </a:lnTo>
                <a:cubicBezTo>
                  <a:pt x="545" y="15"/>
                  <a:pt x="545" y="15"/>
                  <a:pt x="545" y="15"/>
                </a:cubicBezTo>
                <a:cubicBezTo>
                  <a:pt x="530" y="0"/>
                  <a:pt x="500" y="0"/>
                  <a:pt x="486" y="15"/>
                </a:cubicBezTo>
                <a:cubicBezTo>
                  <a:pt x="412" y="133"/>
                  <a:pt x="412" y="133"/>
                  <a:pt x="412" y="133"/>
                </a:cubicBezTo>
                <a:cubicBezTo>
                  <a:pt x="398" y="147"/>
                  <a:pt x="398" y="176"/>
                  <a:pt x="412" y="191"/>
                </a:cubicBezTo>
                <a:cubicBezTo>
                  <a:pt x="441" y="221"/>
                  <a:pt x="441" y="221"/>
                  <a:pt x="441" y="221"/>
                </a:cubicBezTo>
                <a:cubicBezTo>
                  <a:pt x="412" y="250"/>
                  <a:pt x="382" y="294"/>
                  <a:pt x="353" y="324"/>
                </a:cubicBezTo>
                <a:cubicBezTo>
                  <a:pt x="309" y="368"/>
                  <a:pt x="265" y="397"/>
                  <a:pt x="235" y="427"/>
                </a:cubicBezTo>
                <a:cubicBezTo>
                  <a:pt x="191" y="397"/>
                  <a:pt x="191" y="397"/>
                  <a:pt x="191" y="397"/>
                </a:cubicBezTo>
                <a:cubicBezTo>
                  <a:pt x="177" y="383"/>
                  <a:pt x="162" y="383"/>
                  <a:pt x="132" y="397"/>
                </a:cubicBezTo>
                <a:cubicBezTo>
                  <a:pt x="29" y="486"/>
                  <a:pt x="29" y="486"/>
                  <a:pt x="29" y="486"/>
                </a:cubicBezTo>
                <a:cubicBezTo>
                  <a:pt x="0" y="500"/>
                  <a:pt x="15" y="515"/>
                  <a:pt x="29" y="530"/>
                </a:cubicBezTo>
                <a:cubicBezTo>
                  <a:pt x="88" y="589"/>
                  <a:pt x="88" y="589"/>
                  <a:pt x="88" y="589"/>
                </a:cubicBezTo>
                <a:cubicBezTo>
                  <a:pt x="118" y="618"/>
                  <a:pt x="147" y="618"/>
                  <a:pt x="191" y="589"/>
                </a:cubicBezTo>
                <a:cubicBezTo>
                  <a:pt x="191" y="589"/>
                  <a:pt x="324" y="530"/>
                  <a:pt x="427" y="412"/>
                </a:cubicBezTo>
                <a:cubicBezTo>
                  <a:pt x="530" y="324"/>
                  <a:pt x="603" y="191"/>
                  <a:pt x="603" y="191"/>
                </a:cubicBezTo>
                <a:cubicBezTo>
                  <a:pt x="618" y="147"/>
                  <a:pt x="633" y="103"/>
                  <a:pt x="603" y="74"/>
                </a:cubicBezTo>
                <a:close/>
                <a:moveTo>
                  <a:pt x="574" y="162"/>
                </a:moveTo>
                <a:lnTo>
                  <a:pt x="574" y="162"/>
                </a:lnTo>
                <a:cubicBezTo>
                  <a:pt x="545" y="221"/>
                  <a:pt x="471" y="324"/>
                  <a:pt x="412" y="383"/>
                </a:cubicBezTo>
                <a:cubicBezTo>
                  <a:pt x="339" y="456"/>
                  <a:pt x="162" y="559"/>
                  <a:pt x="162" y="559"/>
                </a:cubicBezTo>
                <a:cubicBezTo>
                  <a:pt x="147" y="574"/>
                  <a:pt x="118" y="574"/>
                  <a:pt x="103" y="559"/>
                </a:cubicBezTo>
                <a:cubicBezTo>
                  <a:pt x="73" y="530"/>
                  <a:pt x="73" y="530"/>
                  <a:pt x="73" y="530"/>
                </a:cubicBezTo>
                <a:cubicBezTo>
                  <a:pt x="59" y="515"/>
                  <a:pt x="59" y="500"/>
                  <a:pt x="73" y="486"/>
                </a:cubicBezTo>
                <a:cubicBezTo>
                  <a:pt x="147" y="442"/>
                  <a:pt x="147" y="442"/>
                  <a:pt x="147" y="442"/>
                </a:cubicBezTo>
                <a:cubicBezTo>
                  <a:pt x="162" y="427"/>
                  <a:pt x="177" y="427"/>
                  <a:pt x="177" y="442"/>
                </a:cubicBezTo>
                <a:cubicBezTo>
                  <a:pt x="221" y="486"/>
                  <a:pt x="221" y="486"/>
                  <a:pt x="221" y="486"/>
                </a:cubicBezTo>
                <a:cubicBezTo>
                  <a:pt x="235" y="471"/>
                  <a:pt x="398" y="368"/>
                  <a:pt x="500" y="221"/>
                </a:cubicBezTo>
                <a:cubicBezTo>
                  <a:pt x="441" y="176"/>
                  <a:pt x="441" y="176"/>
                  <a:pt x="441" y="176"/>
                </a:cubicBezTo>
                <a:cubicBezTo>
                  <a:pt x="441" y="162"/>
                  <a:pt x="441" y="147"/>
                  <a:pt x="441" y="133"/>
                </a:cubicBezTo>
                <a:cubicBezTo>
                  <a:pt x="500" y="59"/>
                  <a:pt x="500" y="59"/>
                  <a:pt x="500" y="59"/>
                </a:cubicBezTo>
                <a:cubicBezTo>
                  <a:pt x="515" y="44"/>
                  <a:pt x="530" y="59"/>
                  <a:pt x="545" y="59"/>
                </a:cubicBezTo>
                <a:cubicBezTo>
                  <a:pt x="574" y="103"/>
                  <a:pt x="574" y="103"/>
                  <a:pt x="574" y="103"/>
                </a:cubicBezTo>
                <a:cubicBezTo>
                  <a:pt x="589" y="117"/>
                  <a:pt x="589" y="147"/>
                  <a:pt x="574" y="16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8" name="稻壳儿小白白(http://dwz.cn/Wu2UP)"/>
          <p:cNvSpPr/>
          <p:nvPr/>
        </p:nvSpPr>
        <p:spPr>
          <a:xfrm>
            <a:off x="3612123" y="4818848"/>
            <a:ext cx="552069" cy="510921"/>
          </a:xfrm>
          <a:custGeom>
            <a:avLst/>
            <a:gdLst>
              <a:gd name="T0" fmla="*/ 382891844 w 634"/>
              <a:gd name="T1" fmla="*/ 0 h 590"/>
              <a:gd name="T2" fmla="*/ 382891844 w 634"/>
              <a:gd name="T3" fmla="*/ 0 h 590"/>
              <a:gd name="T4" fmla="*/ 267829093 w 634"/>
              <a:gd name="T5" fmla="*/ 75221330 h 590"/>
              <a:gd name="T6" fmla="*/ 105311725 w 634"/>
              <a:gd name="T7" fmla="*/ 75221330 h 590"/>
              <a:gd name="T8" fmla="*/ 0 w 634"/>
              <a:gd name="T9" fmla="*/ 170373551 h 590"/>
              <a:gd name="T10" fmla="*/ 76708501 w 634"/>
              <a:gd name="T11" fmla="*/ 255238395 h 590"/>
              <a:gd name="T12" fmla="*/ 76708501 w 634"/>
              <a:gd name="T13" fmla="*/ 359391870 h 590"/>
              <a:gd name="T14" fmla="*/ 105311725 w 634"/>
              <a:gd name="T15" fmla="*/ 378678897 h 590"/>
              <a:gd name="T16" fmla="*/ 143665976 w 634"/>
              <a:gd name="T17" fmla="*/ 378678897 h 590"/>
              <a:gd name="T18" fmla="*/ 172268394 w 634"/>
              <a:gd name="T19" fmla="*/ 359391870 h 590"/>
              <a:gd name="T20" fmla="*/ 172268394 w 634"/>
              <a:gd name="T21" fmla="*/ 255238395 h 590"/>
              <a:gd name="T22" fmla="*/ 267829093 w 634"/>
              <a:gd name="T23" fmla="*/ 255238395 h 590"/>
              <a:gd name="T24" fmla="*/ 382891844 w 634"/>
              <a:gd name="T25" fmla="*/ 331102787 h 590"/>
              <a:gd name="T26" fmla="*/ 411495069 w 634"/>
              <a:gd name="T27" fmla="*/ 302814506 h 590"/>
              <a:gd name="T28" fmla="*/ 411495069 w 634"/>
              <a:gd name="T29" fmla="*/ 28288281 h 590"/>
              <a:gd name="T30" fmla="*/ 382891844 w 634"/>
              <a:gd name="T31" fmla="*/ 0 h 590"/>
              <a:gd name="T32" fmla="*/ 143665976 w 634"/>
              <a:gd name="T33" fmla="*/ 340747102 h 590"/>
              <a:gd name="T34" fmla="*/ 143665976 w 634"/>
              <a:gd name="T35" fmla="*/ 340747102 h 590"/>
              <a:gd name="T36" fmla="*/ 134564803 w 634"/>
              <a:gd name="T37" fmla="*/ 359391870 h 590"/>
              <a:gd name="T38" fmla="*/ 115062751 w 634"/>
              <a:gd name="T39" fmla="*/ 359391870 h 590"/>
              <a:gd name="T40" fmla="*/ 105311725 w 634"/>
              <a:gd name="T41" fmla="*/ 340747102 h 590"/>
              <a:gd name="T42" fmla="*/ 105311725 w 634"/>
              <a:gd name="T43" fmla="*/ 255238395 h 590"/>
              <a:gd name="T44" fmla="*/ 143665976 w 634"/>
              <a:gd name="T45" fmla="*/ 255238395 h 590"/>
              <a:gd name="T46" fmla="*/ 143665976 w 634"/>
              <a:gd name="T47" fmla="*/ 340747102 h 590"/>
              <a:gd name="T48" fmla="*/ 210622644 w 634"/>
              <a:gd name="T49" fmla="*/ 226950114 h 590"/>
              <a:gd name="T50" fmla="*/ 210622644 w 634"/>
              <a:gd name="T51" fmla="*/ 226950114 h 590"/>
              <a:gd name="T52" fmla="*/ 105311725 w 634"/>
              <a:gd name="T53" fmla="*/ 226950114 h 590"/>
              <a:gd name="T54" fmla="*/ 28603224 w 634"/>
              <a:gd name="T55" fmla="*/ 170373551 h 590"/>
              <a:gd name="T56" fmla="*/ 105311725 w 634"/>
              <a:gd name="T57" fmla="*/ 104152673 h 590"/>
              <a:gd name="T58" fmla="*/ 210622644 w 634"/>
              <a:gd name="T59" fmla="*/ 104152673 h 590"/>
              <a:gd name="T60" fmla="*/ 210622644 w 634"/>
              <a:gd name="T61" fmla="*/ 226950114 h 590"/>
              <a:gd name="T62" fmla="*/ 267829093 w 634"/>
              <a:gd name="T63" fmla="*/ 226950114 h 590"/>
              <a:gd name="T64" fmla="*/ 267829093 w 634"/>
              <a:gd name="T65" fmla="*/ 226950114 h 590"/>
              <a:gd name="T66" fmla="*/ 230124696 w 634"/>
              <a:gd name="T67" fmla="*/ 226950114 h 590"/>
              <a:gd name="T68" fmla="*/ 230124696 w 634"/>
              <a:gd name="T69" fmla="*/ 104152673 h 590"/>
              <a:gd name="T70" fmla="*/ 267829093 w 634"/>
              <a:gd name="T71" fmla="*/ 104152673 h 590"/>
              <a:gd name="T72" fmla="*/ 267829093 w 634"/>
              <a:gd name="T73" fmla="*/ 226950114 h 590"/>
              <a:gd name="T74" fmla="*/ 382891844 w 634"/>
              <a:gd name="T75" fmla="*/ 302814506 h 590"/>
              <a:gd name="T76" fmla="*/ 382891844 w 634"/>
              <a:gd name="T77" fmla="*/ 302814506 h 590"/>
              <a:gd name="T78" fmla="*/ 297082171 w 634"/>
              <a:gd name="T79" fmla="*/ 246237943 h 590"/>
              <a:gd name="T80" fmla="*/ 297082171 w 634"/>
              <a:gd name="T81" fmla="*/ 94509159 h 590"/>
              <a:gd name="T82" fmla="*/ 382891844 w 634"/>
              <a:gd name="T83" fmla="*/ 28288281 h 590"/>
              <a:gd name="T84" fmla="*/ 382891844 w 634"/>
              <a:gd name="T85" fmla="*/ 302814506 h 590"/>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634" h="590">
                <a:moveTo>
                  <a:pt x="589" y="0"/>
                </a:moveTo>
                <a:lnTo>
                  <a:pt x="589" y="0"/>
                </a:lnTo>
                <a:cubicBezTo>
                  <a:pt x="412" y="117"/>
                  <a:pt x="412" y="117"/>
                  <a:pt x="412" y="117"/>
                </a:cubicBezTo>
                <a:cubicBezTo>
                  <a:pt x="162" y="117"/>
                  <a:pt x="162" y="117"/>
                  <a:pt x="162" y="117"/>
                </a:cubicBezTo>
                <a:cubicBezTo>
                  <a:pt x="74" y="117"/>
                  <a:pt x="0" y="176"/>
                  <a:pt x="0" y="265"/>
                </a:cubicBezTo>
                <a:cubicBezTo>
                  <a:pt x="0" y="338"/>
                  <a:pt x="59" y="383"/>
                  <a:pt x="118" y="397"/>
                </a:cubicBezTo>
                <a:lnTo>
                  <a:pt x="118" y="559"/>
                </a:lnTo>
                <a:cubicBezTo>
                  <a:pt x="118" y="574"/>
                  <a:pt x="148" y="589"/>
                  <a:pt x="162" y="589"/>
                </a:cubicBezTo>
                <a:cubicBezTo>
                  <a:pt x="221" y="589"/>
                  <a:pt x="221" y="589"/>
                  <a:pt x="221" y="589"/>
                </a:cubicBezTo>
                <a:cubicBezTo>
                  <a:pt x="236" y="589"/>
                  <a:pt x="265" y="574"/>
                  <a:pt x="265" y="559"/>
                </a:cubicBezTo>
                <a:cubicBezTo>
                  <a:pt x="265" y="397"/>
                  <a:pt x="265" y="397"/>
                  <a:pt x="265" y="397"/>
                </a:cubicBezTo>
                <a:cubicBezTo>
                  <a:pt x="412" y="397"/>
                  <a:pt x="412" y="397"/>
                  <a:pt x="412" y="397"/>
                </a:cubicBezTo>
                <a:cubicBezTo>
                  <a:pt x="589" y="515"/>
                  <a:pt x="589" y="515"/>
                  <a:pt x="589" y="515"/>
                </a:cubicBezTo>
                <a:cubicBezTo>
                  <a:pt x="619" y="515"/>
                  <a:pt x="633" y="500"/>
                  <a:pt x="633" y="471"/>
                </a:cubicBezTo>
                <a:cubicBezTo>
                  <a:pt x="633" y="44"/>
                  <a:pt x="633" y="44"/>
                  <a:pt x="633" y="44"/>
                </a:cubicBezTo>
                <a:cubicBezTo>
                  <a:pt x="633" y="29"/>
                  <a:pt x="619" y="0"/>
                  <a:pt x="589" y="0"/>
                </a:cubicBezTo>
                <a:close/>
                <a:moveTo>
                  <a:pt x="221" y="530"/>
                </a:moveTo>
                <a:lnTo>
                  <a:pt x="221" y="530"/>
                </a:lnTo>
                <a:cubicBezTo>
                  <a:pt x="221" y="545"/>
                  <a:pt x="207" y="559"/>
                  <a:pt x="207" y="559"/>
                </a:cubicBezTo>
                <a:cubicBezTo>
                  <a:pt x="177" y="559"/>
                  <a:pt x="177" y="559"/>
                  <a:pt x="177" y="559"/>
                </a:cubicBezTo>
                <a:cubicBezTo>
                  <a:pt x="177" y="559"/>
                  <a:pt x="162" y="545"/>
                  <a:pt x="162" y="530"/>
                </a:cubicBezTo>
                <a:cubicBezTo>
                  <a:pt x="162" y="397"/>
                  <a:pt x="162" y="397"/>
                  <a:pt x="162" y="397"/>
                </a:cubicBezTo>
                <a:cubicBezTo>
                  <a:pt x="162" y="397"/>
                  <a:pt x="207" y="397"/>
                  <a:pt x="221" y="397"/>
                </a:cubicBezTo>
                <a:lnTo>
                  <a:pt x="221" y="530"/>
                </a:lnTo>
                <a:close/>
                <a:moveTo>
                  <a:pt x="324" y="353"/>
                </a:moveTo>
                <a:lnTo>
                  <a:pt x="324" y="353"/>
                </a:lnTo>
                <a:cubicBezTo>
                  <a:pt x="162" y="353"/>
                  <a:pt x="162" y="353"/>
                  <a:pt x="162" y="353"/>
                </a:cubicBezTo>
                <a:cubicBezTo>
                  <a:pt x="118" y="353"/>
                  <a:pt x="44" y="353"/>
                  <a:pt x="44" y="265"/>
                </a:cubicBezTo>
                <a:cubicBezTo>
                  <a:pt x="44" y="176"/>
                  <a:pt x="118" y="162"/>
                  <a:pt x="162" y="162"/>
                </a:cubicBezTo>
                <a:cubicBezTo>
                  <a:pt x="324" y="162"/>
                  <a:pt x="324" y="162"/>
                  <a:pt x="324" y="162"/>
                </a:cubicBezTo>
                <a:lnTo>
                  <a:pt x="324" y="353"/>
                </a:lnTo>
                <a:close/>
                <a:moveTo>
                  <a:pt x="412" y="353"/>
                </a:moveTo>
                <a:lnTo>
                  <a:pt x="412" y="353"/>
                </a:lnTo>
                <a:cubicBezTo>
                  <a:pt x="354" y="353"/>
                  <a:pt x="354" y="353"/>
                  <a:pt x="354" y="353"/>
                </a:cubicBezTo>
                <a:cubicBezTo>
                  <a:pt x="354" y="162"/>
                  <a:pt x="354" y="162"/>
                  <a:pt x="354" y="162"/>
                </a:cubicBezTo>
                <a:cubicBezTo>
                  <a:pt x="412" y="162"/>
                  <a:pt x="412" y="162"/>
                  <a:pt x="412" y="162"/>
                </a:cubicBezTo>
                <a:cubicBezTo>
                  <a:pt x="412" y="162"/>
                  <a:pt x="412" y="338"/>
                  <a:pt x="412" y="353"/>
                </a:cubicBezTo>
                <a:close/>
                <a:moveTo>
                  <a:pt x="589" y="471"/>
                </a:moveTo>
                <a:lnTo>
                  <a:pt x="589" y="471"/>
                </a:lnTo>
                <a:cubicBezTo>
                  <a:pt x="457" y="383"/>
                  <a:pt x="457" y="383"/>
                  <a:pt x="457" y="383"/>
                </a:cubicBezTo>
                <a:cubicBezTo>
                  <a:pt x="457" y="353"/>
                  <a:pt x="457" y="162"/>
                  <a:pt x="457" y="147"/>
                </a:cubicBezTo>
                <a:cubicBezTo>
                  <a:pt x="589" y="44"/>
                  <a:pt x="589" y="44"/>
                  <a:pt x="589" y="44"/>
                </a:cubicBezTo>
                <a:cubicBezTo>
                  <a:pt x="589" y="74"/>
                  <a:pt x="589" y="456"/>
                  <a:pt x="589" y="47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19" name="稻壳儿小白白(http://dwz.cn/Wu2UP)"/>
          <p:cNvSpPr/>
          <p:nvPr/>
        </p:nvSpPr>
        <p:spPr>
          <a:xfrm>
            <a:off x="2768589" y="4806846"/>
            <a:ext cx="421767" cy="550355"/>
          </a:xfrm>
          <a:custGeom>
            <a:avLst/>
            <a:gdLst>
              <a:gd name="T0" fmla="*/ 46942388 w 487"/>
              <a:gd name="T1" fmla="*/ 247433910 h 634"/>
              <a:gd name="T2" fmla="*/ 46942388 w 487"/>
              <a:gd name="T3" fmla="*/ 247433910 h 634"/>
              <a:gd name="T4" fmla="*/ 46942388 w 487"/>
              <a:gd name="T5" fmla="*/ 237742896 h 634"/>
              <a:gd name="T6" fmla="*/ 18648170 w 487"/>
              <a:gd name="T7" fmla="*/ 237742896 h 634"/>
              <a:gd name="T8" fmla="*/ 28294218 w 487"/>
              <a:gd name="T9" fmla="*/ 266168904 h 634"/>
              <a:gd name="T10" fmla="*/ 46942388 w 487"/>
              <a:gd name="T11" fmla="*/ 247433910 h 634"/>
              <a:gd name="T12" fmla="*/ 293227340 w 487"/>
              <a:gd name="T13" fmla="*/ 38116218 h 634"/>
              <a:gd name="T14" fmla="*/ 293227340 w 487"/>
              <a:gd name="T15" fmla="*/ 38116218 h 634"/>
              <a:gd name="T16" fmla="*/ 0 w 487"/>
              <a:gd name="T17" fmla="*/ 323666345 h 634"/>
              <a:gd name="T18" fmla="*/ 18648170 w 487"/>
              <a:gd name="T19" fmla="*/ 342401340 h 634"/>
              <a:gd name="T20" fmla="*/ 312518634 w 487"/>
              <a:gd name="T21" fmla="*/ 57497441 h 634"/>
              <a:gd name="T22" fmla="*/ 293227340 w 487"/>
              <a:gd name="T23" fmla="*/ 38116218 h 634"/>
              <a:gd name="T24" fmla="*/ 94527097 w 487"/>
              <a:gd name="T25" fmla="*/ 85277221 h 634"/>
              <a:gd name="T26" fmla="*/ 94527097 w 487"/>
              <a:gd name="T27" fmla="*/ 85277221 h 634"/>
              <a:gd name="T28" fmla="*/ 160760779 w 487"/>
              <a:gd name="T29" fmla="*/ 28426008 h 634"/>
              <a:gd name="T30" fmla="*/ 217991536 w 487"/>
              <a:gd name="T31" fmla="*/ 66542226 h 634"/>
              <a:gd name="T32" fmla="*/ 236639706 w 487"/>
              <a:gd name="T33" fmla="*/ 47807231 h 634"/>
              <a:gd name="T34" fmla="*/ 160760779 w 487"/>
              <a:gd name="T35" fmla="*/ 0 h 634"/>
              <a:gd name="T36" fmla="*/ 75878927 w 487"/>
              <a:gd name="T37" fmla="*/ 85277221 h 634"/>
              <a:gd name="T38" fmla="*/ 75878927 w 487"/>
              <a:gd name="T39" fmla="*/ 219007901 h 634"/>
              <a:gd name="T40" fmla="*/ 94527097 w 487"/>
              <a:gd name="T41" fmla="*/ 190581893 h 634"/>
              <a:gd name="T42" fmla="*/ 94527097 w 487"/>
              <a:gd name="T43" fmla="*/ 85277221 h 634"/>
              <a:gd name="T44" fmla="*/ 160760779 w 487"/>
              <a:gd name="T45" fmla="*/ 275859114 h 634"/>
              <a:gd name="T46" fmla="*/ 160760779 w 487"/>
              <a:gd name="T47" fmla="*/ 275859114 h 634"/>
              <a:gd name="T48" fmla="*/ 132466561 w 487"/>
              <a:gd name="T49" fmla="*/ 266168904 h 634"/>
              <a:gd name="T50" fmla="*/ 113175268 w 487"/>
              <a:gd name="T51" fmla="*/ 285550127 h 634"/>
              <a:gd name="T52" fmla="*/ 160760779 w 487"/>
              <a:gd name="T53" fmla="*/ 304285122 h 634"/>
              <a:gd name="T54" fmla="*/ 245642631 w 487"/>
              <a:gd name="T55" fmla="*/ 219007901 h 634"/>
              <a:gd name="T56" fmla="*/ 245642631 w 487"/>
              <a:gd name="T57" fmla="*/ 152465675 h 634"/>
              <a:gd name="T58" fmla="*/ 226993659 w 487"/>
              <a:gd name="T59" fmla="*/ 180891684 h 634"/>
              <a:gd name="T60" fmla="*/ 226993659 w 487"/>
              <a:gd name="T61" fmla="*/ 219007901 h 634"/>
              <a:gd name="T62" fmla="*/ 160760779 w 487"/>
              <a:gd name="T63" fmla="*/ 275859114 h 634"/>
              <a:gd name="T64" fmla="*/ 160760779 w 487"/>
              <a:gd name="T65" fmla="*/ 332711130 h 634"/>
              <a:gd name="T66" fmla="*/ 160760779 w 487"/>
              <a:gd name="T67" fmla="*/ 332711130 h 634"/>
              <a:gd name="T68" fmla="*/ 94527097 w 487"/>
              <a:gd name="T69" fmla="*/ 304285122 h 634"/>
              <a:gd name="T70" fmla="*/ 75878927 w 487"/>
              <a:gd name="T71" fmla="*/ 323666345 h 634"/>
              <a:gd name="T72" fmla="*/ 151114731 w 487"/>
              <a:gd name="T73" fmla="*/ 352092354 h 634"/>
              <a:gd name="T74" fmla="*/ 151114731 w 487"/>
              <a:gd name="T75" fmla="*/ 380518362 h 634"/>
              <a:gd name="T76" fmla="*/ 132466561 w 487"/>
              <a:gd name="T77" fmla="*/ 380518362 h 634"/>
              <a:gd name="T78" fmla="*/ 122821315 w 487"/>
              <a:gd name="T79" fmla="*/ 390208571 h 634"/>
              <a:gd name="T80" fmla="*/ 132466561 w 487"/>
              <a:gd name="T81" fmla="*/ 408943566 h 634"/>
              <a:gd name="T82" fmla="*/ 189054195 w 487"/>
              <a:gd name="T83" fmla="*/ 408943566 h 634"/>
              <a:gd name="T84" fmla="*/ 198700243 w 487"/>
              <a:gd name="T85" fmla="*/ 390208571 h 634"/>
              <a:gd name="T86" fmla="*/ 189054195 w 487"/>
              <a:gd name="T87" fmla="*/ 380518362 h 634"/>
              <a:gd name="T88" fmla="*/ 170406025 w 487"/>
              <a:gd name="T89" fmla="*/ 380518362 h 634"/>
              <a:gd name="T90" fmla="*/ 170406025 w 487"/>
              <a:gd name="T91" fmla="*/ 352092354 h 634"/>
              <a:gd name="T92" fmla="*/ 302873388 w 487"/>
              <a:gd name="T93" fmla="*/ 237742896 h 634"/>
              <a:gd name="T94" fmla="*/ 274579170 w 487"/>
              <a:gd name="T95" fmla="*/ 237742896 h 634"/>
              <a:gd name="T96" fmla="*/ 160760779 w 487"/>
              <a:gd name="T97" fmla="*/ 332711130 h 63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487" h="634">
                <a:moveTo>
                  <a:pt x="73" y="383"/>
                </a:moveTo>
                <a:lnTo>
                  <a:pt x="73" y="383"/>
                </a:lnTo>
                <a:cubicBezTo>
                  <a:pt x="73" y="368"/>
                  <a:pt x="73" y="368"/>
                  <a:pt x="73" y="368"/>
                </a:cubicBezTo>
                <a:cubicBezTo>
                  <a:pt x="29" y="368"/>
                  <a:pt x="29" y="368"/>
                  <a:pt x="29" y="368"/>
                </a:cubicBezTo>
                <a:cubicBezTo>
                  <a:pt x="29" y="383"/>
                  <a:pt x="44" y="398"/>
                  <a:pt x="44" y="412"/>
                </a:cubicBezTo>
                <a:lnTo>
                  <a:pt x="73" y="383"/>
                </a:lnTo>
                <a:close/>
                <a:moveTo>
                  <a:pt x="456" y="59"/>
                </a:moveTo>
                <a:lnTo>
                  <a:pt x="456" y="59"/>
                </a:lnTo>
                <a:cubicBezTo>
                  <a:pt x="0" y="501"/>
                  <a:pt x="0" y="501"/>
                  <a:pt x="0" y="501"/>
                </a:cubicBezTo>
                <a:cubicBezTo>
                  <a:pt x="29" y="530"/>
                  <a:pt x="29" y="530"/>
                  <a:pt x="29" y="530"/>
                </a:cubicBezTo>
                <a:cubicBezTo>
                  <a:pt x="486" y="89"/>
                  <a:pt x="486" y="89"/>
                  <a:pt x="486" y="89"/>
                </a:cubicBezTo>
                <a:lnTo>
                  <a:pt x="456" y="59"/>
                </a:lnTo>
                <a:close/>
                <a:moveTo>
                  <a:pt x="147" y="132"/>
                </a:moveTo>
                <a:lnTo>
                  <a:pt x="147" y="132"/>
                </a:lnTo>
                <a:cubicBezTo>
                  <a:pt x="147" y="89"/>
                  <a:pt x="191" y="44"/>
                  <a:pt x="250" y="44"/>
                </a:cubicBezTo>
                <a:cubicBezTo>
                  <a:pt x="294" y="44"/>
                  <a:pt x="323" y="74"/>
                  <a:pt x="339" y="103"/>
                </a:cubicBezTo>
                <a:cubicBezTo>
                  <a:pt x="368" y="74"/>
                  <a:pt x="368" y="74"/>
                  <a:pt x="368" y="74"/>
                </a:cubicBezTo>
                <a:cubicBezTo>
                  <a:pt x="353" y="30"/>
                  <a:pt x="309" y="0"/>
                  <a:pt x="250" y="0"/>
                </a:cubicBezTo>
                <a:cubicBezTo>
                  <a:pt x="176" y="0"/>
                  <a:pt x="118" y="59"/>
                  <a:pt x="118" y="132"/>
                </a:cubicBezTo>
                <a:cubicBezTo>
                  <a:pt x="118" y="339"/>
                  <a:pt x="118" y="339"/>
                  <a:pt x="118" y="339"/>
                </a:cubicBezTo>
                <a:lnTo>
                  <a:pt x="147" y="295"/>
                </a:lnTo>
                <a:lnTo>
                  <a:pt x="147" y="132"/>
                </a:lnTo>
                <a:close/>
                <a:moveTo>
                  <a:pt x="250" y="427"/>
                </a:moveTo>
                <a:lnTo>
                  <a:pt x="250" y="427"/>
                </a:lnTo>
                <a:cubicBezTo>
                  <a:pt x="235" y="427"/>
                  <a:pt x="221" y="427"/>
                  <a:pt x="206" y="412"/>
                </a:cubicBezTo>
                <a:cubicBezTo>
                  <a:pt x="176" y="442"/>
                  <a:pt x="176" y="442"/>
                  <a:pt x="176" y="442"/>
                </a:cubicBezTo>
                <a:cubicBezTo>
                  <a:pt x="191" y="457"/>
                  <a:pt x="221" y="471"/>
                  <a:pt x="250" y="471"/>
                </a:cubicBezTo>
                <a:cubicBezTo>
                  <a:pt x="323" y="471"/>
                  <a:pt x="382" y="412"/>
                  <a:pt x="382" y="339"/>
                </a:cubicBezTo>
                <a:cubicBezTo>
                  <a:pt x="382" y="236"/>
                  <a:pt x="382" y="236"/>
                  <a:pt x="382" y="236"/>
                </a:cubicBezTo>
                <a:cubicBezTo>
                  <a:pt x="353" y="280"/>
                  <a:pt x="353" y="280"/>
                  <a:pt x="353" y="280"/>
                </a:cubicBezTo>
                <a:cubicBezTo>
                  <a:pt x="353" y="339"/>
                  <a:pt x="353" y="339"/>
                  <a:pt x="353" y="339"/>
                </a:cubicBezTo>
                <a:cubicBezTo>
                  <a:pt x="353" y="383"/>
                  <a:pt x="309" y="427"/>
                  <a:pt x="250" y="427"/>
                </a:cubicBezTo>
                <a:close/>
                <a:moveTo>
                  <a:pt x="250" y="515"/>
                </a:moveTo>
                <a:lnTo>
                  <a:pt x="250" y="515"/>
                </a:lnTo>
                <a:cubicBezTo>
                  <a:pt x="206" y="515"/>
                  <a:pt x="176" y="501"/>
                  <a:pt x="147" y="471"/>
                </a:cubicBezTo>
                <a:cubicBezTo>
                  <a:pt x="118" y="501"/>
                  <a:pt x="118" y="501"/>
                  <a:pt x="118" y="501"/>
                </a:cubicBezTo>
                <a:cubicBezTo>
                  <a:pt x="147" y="530"/>
                  <a:pt x="191" y="545"/>
                  <a:pt x="235" y="545"/>
                </a:cubicBezTo>
                <a:cubicBezTo>
                  <a:pt x="235" y="589"/>
                  <a:pt x="235" y="589"/>
                  <a:pt x="235" y="589"/>
                </a:cubicBezTo>
                <a:cubicBezTo>
                  <a:pt x="206" y="589"/>
                  <a:pt x="206" y="589"/>
                  <a:pt x="206" y="589"/>
                </a:cubicBezTo>
                <a:lnTo>
                  <a:pt x="191" y="604"/>
                </a:lnTo>
                <a:cubicBezTo>
                  <a:pt x="191" y="619"/>
                  <a:pt x="206" y="633"/>
                  <a:pt x="206" y="633"/>
                </a:cubicBezTo>
                <a:cubicBezTo>
                  <a:pt x="294" y="633"/>
                  <a:pt x="294" y="633"/>
                  <a:pt x="294" y="633"/>
                </a:cubicBezTo>
                <a:cubicBezTo>
                  <a:pt x="294" y="633"/>
                  <a:pt x="309" y="619"/>
                  <a:pt x="309" y="604"/>
                </a:cubicBezTo>
                <a:lnTo>
                  <a:pt x="294" y="589"/>
                </a:lnTo>
                <a:cubicBezTo>
                  <a:pt x="265" y="589"/>
                  <a:pt x="265" y="589"/>
                  <a:pt x="265" y="589"/>
                </a:cubicBezTo>
                <a:cubicBezTo>
                  <a:pt x="265" y="545"/>
                  <a:pt x="265" y="545"/>
                  <a:pt x="265" y="545"/>
                </a:cubicBezTo>
                <a:cubicBezTo>
                  <a:pt x="368" y="545"/>
                  <a:pt x="441" y="471"/>
                  <a:pt x="471" y="368"/>
                </a:cubicBezTo>
                <a:cubicBezTo>
                  <a:pt x="427" y="368"/>
                  <a:pt x="427" y="368"/>
                  <a:pt x="427" y="368"/>
                </a:cubicBezTo>
                <a:cubicBezTo>
                  <a:pt x="412" y="457"/>
                  <a:pt x="339" y="515"/>
                  <a:pt x="250" y="51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0" name="稻壳儿小白白(http://dwz.cn/Wu2UP)"/>
          <p:cNvSpPr/>
          <p:nvPr/>
        </p:nvSpPr>
        <p:spPr>
          <a:xfrm>
            <a:off x="1925055" y="4806846"/>
            <a:ext cx="382333" cy="550355"/>
          </a:xfrm>
          <a:custGeom>
            <a:avLst/>
            <a:gdLst>
              <a:gd name="T0" fmla="*/ 282261040 w 443"/>
              <a:gd name="T1" fmla="*/ 237742896 h 634"/>
              <a:gd name="T2" fmla="*/ 282261040 w 443"/>
              <a:gd name="T3" fmla="*/ 237742896 h 634"/>
              <a:gd name="T4" fmla="*/ 254162236 w 443"/>
              <a:gd name="T5" fmla="*/ 237742896 h 634"/>
              <a:gd name="T6" fmla="*/ 141130120 w 443"/>
              <a:gd name="T7" fmla="*/ 332711130 h 634"/>
              <a:gd name="T8" fmla="*/ 28098004 w 443"/>
              <a:gd name="T9" fmla="*/ 237742896 h 634"/>
              <a:gd name="T10" fmla="*/ 0 w 443"/>
              <a:gd name="T11" fmla="*/ 237742896 h 634"/>
              <a:gd name="T12" fmla="*/ 131551818 w 443"/>
              <a:gd name="T13" fmla="*/ 352092354 h 634"/>
              <a:gd name="T14" fmla="*/ 131551818 w 443"/>
              <a:gd name="T15" fmla="*/ 380518362 h 634"/>
              <a:gd name="T16" fmla="*/ 113032116 w 443"/>
              <a:gd name="T17" fmla="*/ 380518362 h 634"/>
              <a:gd name="T18" fmla="*/ 103453015 w 443"/>
              <a:gd name="T19" fmla="*/ 390208571 h 634"/>
              <a:gd name="T20" fmla="*/ 113032116 w 443"/>
              <a:gd name="T21" fmla="*/ 408943566 h 634"/>
              <a:gd name="T22" fmla="*/ 169228924 w 443"/>
              <a:gd name="T23" fmla="*/ 408943566 h 634"/>
              <a:gd name="T24" fmla="*/ 178808025 w 443"/>
              <a:gd name="T25" fmla="*/ 390208571 h 634"/>
              <a:gd name="T26" fmla="*/ 169228924 w 443"/>
              <a:gd name="T27" fmla="*/ 380518362 h 634"/>
              <a:gd name="T28" fmla="*/ 150709221 w 443"/>
              <a:gd name="T29" fmla="*/ 380518362 h 634"/>
              <a:gd name="T30" fmla="*/ 150709221 w 443"/>
              <a:gd name="T31" fmla="*/ 352092354 h 634"/>
              <a:gd name="T32" fmla="*/ 282261040 w 443"/>
              <a:gd name="T33" fmla="*/ 237742896 h 634"/>
              <a:gd name="T34" fmla="*/ 141130120 w 443"/>
              <a:gd name="T35" fmla="*/ 304285122 h 634"/>
              <a:gd name="T36" fmla="*/ 141130120 w 443"/>
              <a:gd name="T37" fmla="*/ 304285122 h 634"/>
              <a:gd name="T38" fmla="*/ 225425732 w 443"/>
              <a:gd name="T39" fmla="*/ 219007901 h 634"/>
              <a:gd name="T40" fmla="*/ 225425732 w 443"/>
              <a:gd name="T41" fmla="*/ 85277221 h 634"/>
              <a:gd name="T42" fmla="*/ 141130120 w 443"/>
              <a:gd name="T43" fmla="*/ 0 h 634"/>
              <a:gd name="T44" fmla="*/ 56835308 w 443"/>
              <a:gd name="T45" fmla="*/ 85277221 h 634"/>
              <a:gd name="T46" fmla="*/ 56835308 w 443"/>
              <a:gd name="T47" fmla="*/ 219007901 h 634"/>
              <a:gd name="T48" fmla="*/ 141130120 w 443"/>
              <a:gd name="T49" fmla="*/ 304285122 h 634"/>
              <a:gd name="T50" fmla="*/ 75355010 w 443"/>
              <a:gd name="T51" fmla="*/ 85277221 h 634"/>
              <a:gd name="T52" fmla="*/ 75355010 w 443"/>
              <a:gd name="T53" fmla="*/ 85277221 h 634"/>
              <a:gd name="T54" fmla="*/ 141130120 w 443"/>
              <a:gd name="T55" fmla="*/ 28426008 h 634"/>
              <a:gd name="T56" fmla="*/ 206906029 w 443"/>
              <a:gd name="T57" fmla="*/ 85277221 h 634"/>
              <a:gd name="T58" fmla="*/ 206906029 w 443"/>
              <a:gd name="T59" fmla="*/ 219007901 h 634"/>
              <a:gd name="T60" fmla="*/ 141130120 w 443"/>
              <a:gd name="T61" fmla="*/ 275859114 h 634"/>
              <a:gd name="T62" fmla="*/ 75355010 w 443"/>
              <a:gd name="T63" fmla="*/ 219007901 h 634"/>
              <a:gd name="T64" fmla="*/ 75355010 w 443"/>
              <a:gd name="T65" fmla="*/ 85277221 h 634"/>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443" h="634">
                <a:moveTo>
                  <a:pt x="442" y="368"/>
                </a:moveTo>
                <a:lnTo>
                  <a:pt x="442" y="368"/>
                </a:lnTo>
                <a:cubicBezTo>
                  <a:pt x="398" y="368"/>
                  <a:pt x="398" y="368"/>
                  <a:pt x="398" y="368"/>
                </a:cubicBezTo>
                <a:cubicBezTo>
                  <a:pt x="383" y="457"/>
                  <a:pt x="309" y="515"/>
                  <a:pt x="221" y="515"/>
                </a:cubicBezTo>
                <a:cubicBezTo>
                  <a:pt x="133" y="515"/>
                  <a:pt x="59" y="457"/>
                  <a:pt x="44" y="368"/>
                </a:cubicBezTo>
                <a:cubicBezTo>
                  <a:pt x="0" y="368"/>
                  <a:pt x="0" y="368"/>
                  <a:pt x="0" y="368"/>
                </a:cubicBezTo>
                <a:cubicBezTo>
                  <a:pt x="30" y="471"/>
                  <a:pt x="103" y="545"/>
                  <a:pt x="206" y="545"/>
                </a:cubicBezTo>
                <a:cubicBezTo>
                  <a:pt x="206" y="589"/>
                  <a:pt x="206" y="589"/>
                  <a:pt x="206" y="589"/>
                </a:cubicBezTo>
                <a:cubicBezTo>
                  <a:pt x="177" y="589"/>
                  <a:pt x="177" y="589"/>
                  <a:pt x="177" y="589"/>
                </a:cubicBezTo>
                <a:lnTo>
                  <a:pt x="162" y="604"/>
                </a:lnTo>
                <a:cubicBezTo>
                  <a:pt x="162" y="619"/>
                  <a:pt x="177" y="633"/>
                  <a:pt x="177" y="633"/>
                </a:cubicBezTo>
                <a:cubicBezTo>
                  <a:pt x="265" y="633"/>
                  <a:pt x="265" y="633"/>
                  <a:pt x="265" y="633"/>
                </a:cubicBezTo>
                <a:cubicBezTo>
                  <a:pt x="265" y="633"/>
                  <a:pt x="280" y="619"/>
                  <a:pt x="280" y="604"/>
                </a:cubicBezTo>
                <a:lnTo>
                  <a:pt x="265" y="589"/>
                </a:lnTo>
                <a:cubicBezTo>
                  <a:pt x="236" y="589"/>
                  <a:pt x="236" y="589"/>
                  <a:pt x="236" y="589"/>
                </a:cubicBezTo>
                <a:cubicBezTo>
                  <a:pt x="236" y="545"/>
                  <a:pt x="236" y="545"/>
                  <a:pt x="236" y="545"/>
                </a:cubicBezTo>
                <a:cubicBezTo>
                  <a:pt x="339" y="545"/>
                  <a:pt x="412" y="471"/>
                  <a:pt x="442" y="368"/>
                </a:cubicBezTo>
                <a:close/>
                <a:moveTo>
                  <a:pt x="221" y="471"/>
                </a:moveTo>
                <a:lnTo>
                  <a:pt x="221" y="471"/>
                </a:lnTo>
                <a:cubicBezTo>
                  <a:pt x="294" y="471"/>
                  <a:pt x="353" y="412"/>
                  <a:pt x="353" y="339"/>
                </a:cubicBezTo>
                <a:cubicBezTo>
                  <a:pt x="353" y="132"/>
                  <a:pt x="353" y="132"/>
                  <a:pt x="353" y="132"/>
                </a:cubicBezTo>
                <a:cubicBezTo>
                  <a:pt x="353" y="59"/>
                  <a:pt x="294" y="0"/>
                  <a:pt x="221" y="0"/>
                </a:cubicBezTo>
                <a:cubicBezTo>
                  <a:pt x="147" y="0"/>
                  <a:pt x="89" y="59"/>
                  <a:pt x="89" y="132"/>
                </a:cubicBezTo>
                <a:cubicBezTo>
                  <a:pt x="89" y="339"/>
                  <a:pt x="89" y="339"/>
                  <a:pt x="89" y="339"/>
                </a:cubicBezTo>
                <a:cubicBezTo>
                  <a:pt x="89" y="412"/>
                  <a:pt x="147" y="471"/>
                  <a:pt x="221" y="471"/>
                </a:cubicBezTo>
                <a:close/>
                <a:moveTo>
                  <a:pt x="118" y="132"/>
                </a:moveTo>
                <a:lnTo>
                  <a:pt x="118" y="132"/>
                </a:lnTo>
                <a:cubicBezTo>
                  <a:pt x="118" y="89"/>
                  <a:pt x="162" y="44"/>
                  <a:pt x="221" y="44"/>
                </a:cubicBezTo>
                <a:cubicBezTo>
                  <a:pt x="280" y="44"/>
                  <a:pt x="324" y="89"/>
                  <a:pt x="324" y="132"/>
                </a:cubicBezTo>
                <a:cubicBezTo>
                  <a:pt x="324" y="339"/>
                  <a:pt x="324" y="339"/>
                  <a:pt x="324" y="339"/>
                </a:cubicBezTo>
                <a:cubicBezTo>
                  <a:pt x="324" y="383"/>
                  <a:pt x="280" y="427"/>
                  <a:pt x="221" y="427"/>
                </a:cubicBezTo>
                <a:cubicBezTo>
                  <a:pt x="162" y="427"/>
                  <a:pt x="118" y="383"/>
                  <a:pt x="118" y="339"/>
                </a:cubicBezTo>
                <a:lnTo>
                  <a:pt x="118" y="13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1" name="稻壳儿小白白(http://dwz.cn/Wu2UP)"/>
          <p:cNvSpPr/>
          <p:nvPr/>
        </p:nvSpPr>
        <p:spPr>
          <a:xfrm>
            <a:off x="9816898" y="3910163"/>
            <a:ext cx="550355" cy="552069"/>
          </a:xfrm>
          <a:custGeom>
            <a:avLst/>
            <a:gdLst>
              <a:gd name="T0" fmla="*/ 389562343 w 634"/>
              <a:gd name="T1" fmla="*/ 9130086 h 633"/>
              <a:gd name="T2" fmla="*/ 389562343 w 634"/>
              <a:gd name="T3" fmla="*/ 9130086 h 633"/>
              <a:gd name="T4" fmla="*/ 0 w 634"/>
              <a:gd name="T5" fmla="*/ 201507123 h 633"/>
              <a:gd name="T6" fmla="*/ 123393439 w 634"/>
              <a:gd name="T7" fmla="*/ 278457938 h 633"/>
              <a:gd name="T8" fmla="*/ 199626678 w 634"/>
              <a:gd name="T9" fmla="*/ 412143525 h 633"/>
              <a:gd name="T10" fmla="*/ 399253357 w 634"/>
              <a:gd name="T11" fmla="*/ 18911860 h 633"/>
              <a:gd name="T12" fmla="*/ 389562343 w 634"/>
              <a:gd name="T13" fmla="*/ 9130086 h 633"/>
              <a:gd name="T14" fmla="*/ 47807231 w 634"/>
              <a:gd name="T15" fmla="*/ 201507123 h 633"/>
              <a:gd name="T16" fmla="*/ 47807231 w 634"/>
              <a:gd name="T17" fmla="*/ 201507123 h 633"/>
              <a:gd name="T18" fmla="*/ 342401340 w 634"/>
              <a:gd name="T19" fmla="*/ 57387267 h 633"/>
              <a:gd name="T20" fmla="*/ 133084452 w 634"/>
              <a:gd name="T21" fmla="*/ 249112617 h 633"/>
              <a:gd name="T22" fmla="*/ 47807231 w 634"/>
              <a:gd name="T23" fmla="*/ 201507123 h 633"/>
              <a:gd name="T24" fmla="*/ 199626678 w 634"/>
              <a:gd name="T25" fmla="*/ 364538839 h 633"/>
              <a:gd name="T26" fmla="*/ 199626678 w 634"/>
              <a:gd name="T27" fmla="*/ 364538839 h 633"/>
              <a:gd name="T28" fmla="*/ 152465675 w 634"/>
              <a:gd name="T29" fmla="*/ 258894390 h 633"/>
              <a:gd name="T30" fmla="*/ 352092354 w 634"/>
              <a:gd name="T31" fmla="*/ 66516546 h 633"/>
              <a:gd name="T32" fmla="*/ 199626678 w 634"/>
              <a:gd name="T33" fmla="*/ 364538839 h 63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634" h="633">
                <a:moveTo>
                  <a:pt x="603" y="14"/>
                </a:moveTo>
                <a:lnTo>
                  <a:pt x="603" y="14"/>
                </a:lnTo>
                <a:cubicBezTo>
                  <a:pt x="574" y="14"/>
                  <a:pt x="0" y="309"/>
                  <a:pt x="0" y="309"/>
                </a:cubicBezTo>
                <a:lnTo>
                  <a:pt x="191" y="427"/>
                </a:lnTo>
                <a:lnTo>
                  <a:pt x="309" y="632"/>
                </a:lnTo>
                <a:cubicBezTo>
                  <a:pt x="309" y="632"/>
                  <a:pt x="618" y="44"/>
                  <a:pt x="618" y="29"/>
                </a:cubicBezTo>
                <a:cubicBezTo>
                  <a:pt x="633" y="14"/>
                  <a:pt x="618" y="0"/>
                  <a:pt x="603" y="14"/>
                </a:cubicBezTo>
                <a:close/>
                <a:moveTo>
                  <a:pt x="74" y="309"/>
                </a:moveTo>
                <a:lnTo>
                  <a:pt x="74" y="309"/>
                </a:lnTo>
                <a:cubicBezTo>
                  <a:pt x="530" y="88"/>
                  <a:pt x="530" y="88"/>
                  <a:pt x="530" y="88"/>
                </a:cubicBezTo>
                <a:cubicBezTo>
                  <a:pt x="206" y="382"/>
                  <a:pt x="206" y="382"/>
                  <a:pt x="206" y="382"/>
                </a:cubicBezTo>
                <a:lnTo>
                  <a:pt x="74" y="309"/>
                </a:lnTo>
                <a:close/>
                <a:moveTo>
                  <a:pt x="309" y="559"/>
                </a:moveTo>
                <a:lnTo>
                  <a:pt x="309" y="559"/>
                </a:lnTo>
                <a:cubicBezTo>
                  <a:pt x="309" y="559"/>
                  <a:pt x="250" y="441"/>
                  <a:pt x="236" y="397"/>
                </a:cubicBezTo>
                <a:cubicBezTo>
                  <a:pt x="545" y="102"/>
                  <a:pt x="545" y="102"/>
                  <a:pt x="545" y="102"/>
                </a:cubicBezTo>
                <a:lnTo>
                  <a:pt x="309" y="559"/>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2" name="稻壳儿小白白(http://dwz.cn/Wu2UP)"/>
          <p:cNvSpPr/>
          <p:nvPr/>
        </p:nvSpPr>
        <p:spPr>
          <a:xfrm>
            <a:off x="8925358" y="3922164"/>
            <a:ext cx="550355" cy="536639"/>
          </a:xfrm>
          <a:custGeom>
            <a:avLst/>
            <a:gdLst>
              <a:gd name="T0" fmla="*/ 209316888 w 634"/>
              <a:gd name="T1" fmla="*/ 0 h 619"/>
              <a:gd name="T2" fmla="*/ 209316888 w 634"/>
              <a:gd name="T3" fmla="*/ 0 h 619"/>
              <a:gd name="T4" fmla="*/ 0 w 634"/>
              <a:gd name="T5" fmla="*/ 114053857 h 619"/>
              <a:gd name="T6" fmla="*/ 0 w 634"/>
              <a:gd name="T7" fmla="*/ 351181815 h 619"/>
              <a:gd name="T8" fmla="*/ 57497441 w 634"/>
              <a:gd name="T9" fmla="*/ 398220813 h 619"/>
              <a:gd name="T10" fmla="*/ 361782563 w 634"/>
              <a:gd name="T11" fmla="*/ 398220813 h 619"/>
              <a:gd name="T12" fmla="*/ 408943566 w 634"/>
              <a:gd name="T13" fmla="*/ 351181815 h 619"/>
              <a:gd name="T14" fmla="*/ 408943566 w 634"/>
              <a:gd name="T15" fmla="*/ 114053857 h 619"/>
              <a:gd name="T16" fmla="*/ 209316888 w 634"/>
              <a:gd name="T17" fmla="*/ 0 h 619"/>
              <a:gd name="T18" fmla="*/ 29071433 w 634"/>
              <a:gd name="T19" fmla="*/ 351181815 h 619"/>
              <a:gd name="T20" fmla="*/ 29071433 w 634"/>
              <a:gd name="T21" fmla="*/ 351181815 h 619"/>
              <a:gd name="T22" fmla="*/ 29071433 w 634"/>
              <a:gd name="T23" fmla="*/ 152071810 h 619"/>
              <a:gd name="T24" fmla="*/ 142774662 w 634"/>
              <a:gd name="T25" fmla="*/ 246793593 h 619"/>
              <a:gd name="T26" fmla="*/ 29071433 w 634"/>
              <a:gd name="T27" fmla="*/ 360847451 h 619"/>
              <a:gd name="T28" fmla="*/ 29071433 w 634"/>
              <a:gd name="T29" fmla="*/ 351181815 h 619"/>
              <a:gd name="T30" fmla="*/ 47807231 w 634"/>
              <a:gd name="T31" fmla="*/ 379534132 h 619"/>
              <a:gd name="T32" fmla="*/ 47807231 w 634"/>
              <a:gd name="T33" fmla="*/ 379534132 h 619"/>
              <a:gd name="T34" fmla="*/ 162155885 w 634"/>
              <a:gd name="T35" fmla="*/ 256459229 h 619"/>
              <a:gd name="T36" fmla="*/ 209316888 w 634"/>
              <a:gd name="T37" fmla="*/ 284811546 h 619"/>
              <a:gd name="T38" fmla="*/ 247433910 w 634"/>
              <a:gd name="T39" fmla="*/ 256459229 h 619"/>
              <a:gd name="T40" fmla="*/ 361782563 w 634"/>
              <a:gd name="T41" fmla="*/ 379534132 h 619"/>
              <a:gd name="T42" fmla="*/ 47807231 w 634"/>
              <a:gd name="T43" fmla="*/ 379534132 h 619"/>
              <a:gd name="T44" fmla="*/ 380518362 w 634"/>
              <a:gd name="T45" fmla="*/ 351181815 h 619"/>
              <a:gd name="T46" fmla="*/ 380518362 w 634"/>
              <a:gd name="T47" fmla="*/ 351181815 h 619"/>
              <a:gd name="T48" fmla="*/ 380518362 w 634"/>
              <a:gd name="T49" fmla="*/ 360847451 h 619"/>
              <a:gd name="T50" fmla="*/ 266168904 w 634"/>
              <a:gd name="T51" fmla="*/ 246793593 h 619"/>
              <a:gd name="T52" fmla="*/ 380518362 w 634"/>
              <a:gd name="T53" fmla="*/ 152071810 h 619"/>
              <a:gd name="T54" fmla="*/ 380518362 w 634"/>
              <a:gd name="T55" fmla="*/ 351181815 h 619"/>
              <a:gd name="T56" fmla="*/ 209316888 w 634"/>
              <a:gd name="T57" fmla="*/ 256459229 h 619"/>
              <a:gd name="T58" fmla="*/ 209316888 w 634"/>
              <a:gd name="T59" fmla="*/ 256459229 h 619"/>
              <a:gd name="T60" fmla="*/ 29071433 w 634"/>
              <a:gd name="T61" fmla="*/ 123719493 h 619"/>
              <a:gd name="T62" fmla="*/ 209316888 w 634"/>
              <a:gd name="T63" fmla="*/ 28996907 h 619"/>
              <a:gd name="T64" fmla="*/ 380518362 w 634"/>
              <a:gd name="T65" fmla="*/ 123719493 h 619"/>
              <a:gd name="T66" fmla="*/ 209316888 w 634"/>
              <a:gd name="T67" fmla="*/ 256459229 h 619"/>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34" h="619">
                <a:moveTo>
                  <a:pt x="324" y="0"/>
                </a:moveTo>
                <a:lnTo>
                  <a:pt x="324" y="0"/>
                </a:lnTo>
                <a:cubicBezTo>
                  <a:pt x="0" y="177"/>
                  <a:pt x="0" y="177"/>
                  <a:pt x="0" y="177"/>
                </a:cubicBezTo>
                <a:cubicBezTo>
                  <a:pt x="0" y="221"/>
                  <a:pt x="0" y="545"/>
                  <a:pt x="0" y="545"/>
                </a:cubicBezTo>
                <a:cubicBezTo>
                  <a:pt x="0" y="589"/>
                  <a:pt x="45" y="618"/>
                  <a:pt x="89" y="618"/>
                </a:cubicBezTo>
                <a:cubicBezTo>
                  <a:pt x="560" y="618"/>
                  <a:pt x="560" y="618"/>
                  <a:pt x="560" y="618"/>
                </a:cubicBezTo>
                <a:cubicBezTo>
                  <a:pt x="604" y="618"/>
                  <a:pt x="633" y="589"/>
                  <a:pt x="633" y="545"/>
                </a:cubicBezTo>
                <a:cubicBezTo>
                  <a:pt x="633" y="545"/>
                  <a:pt x="633" y="221"/>
                  <a:pt x="633" y="177"/>
                </a:cubicBezTo>
                <a:lnTo>
                  <a:pt x="324" y="0"/>
                </a:lnTo>
                <a:close/>
                <a:moveTo>
                  <a:pt x="45" y="545"/>
                </a:moveTo>
                <a:lnTo>
                  <a:pt x="45" y="545"/>
                </a:lnTo>
                <a:cubicBezTo>
                  <a:pt x="45" y="236"/>
                  <a:pt x="45" y="236"/>
                  <a:pt x="45" y="236"/>
                </a:cubicBezTo>
                <a:cubicBezTo>
                  <a:pt x="221" y="383"/>
                  <a:pt x="221" y="383"/>
                  <a:pt x="221" y="383"/>
                </a:cubicBezTo>
                <a:cubicBezTo>
                  <a:pt x="45" y="560"/>
                  <a:pt x="45" y="560"/>
                  <a:pt x="45" y="560"/>
                </a:cubicBezTo>
                <a:lnTo>
                  <a:pt x="45" y="545"/>
                </a:lnTo>
                <a:close/>
                <a:moveTo>
                  <a:pt x="74" y="589"/>
                </a:moveTo>
                <a:lnTo>
                  <a:pt x="74" y="589"/>
                </a:lnTo>
                <a:cubicBezTo>
                  <a:pt x="251" y="398"/>
                  <a:pt x="251" y="398"/>
                  <a:pt x="251" y="398"/>
                </a:cubicBezTo>
                <a:cubicBezTo>
                  <a:pt x="324" y="442"/>
                  <a:pt x="324" y="442"/>
                  <a:pt x="324" y="442"/>
                </a:cubicBezTo>
                <a:cubicBezTo>
                  <a:pt x="383" y="398"/>
                  <a:pt x="383" y="398"/>
                  <a:pt x="383" y="398"/>
                </a:cubicBezTo>
                <a:cubicBezTo>
                  <a:pt x="560" y="589"/>
                  <a:pt x="560" y="589"/>
                  <a:pt x="560" y="589"/>
                </a:cubicBezTo>
                <a:lnTo>
                  <a:pt x="74" y="589"/>
                </a:lnTo>
                <a:close/>
                <a:moveTo>
                  <a:pt x="589" y="545"/>
                </a:moveTo>
                <a:lnTo>
                  <a:pt x="589" y="545"/>
                </a:lnTo>
                <a:lnTo>
                  <a:pt x="589" y="560"/>
                </a:lnTo>
                <a:cubicBezTo>
                  <a:pt x="412" y="383"/>
                  <a:pt x="412" y="383"/>
                  <a:pt x="412" y="383"/>
                </a:cubicBezTo>
                <a:cubicBezTo>
                  <a:pt x="589" y="236"/>
                  <a:pt x="589" y="236"/>
                  <a:pt x="589" y="236"/>
                </a:cubicBezTo>
                <a:lnTo>
                  <a:pt x="589" y="545"/>
                </a:lnTo>
                <a:close/>
                <a:moveTo>
                  <a:pt x="324" y="398"/>
                </a:moveTo>
                <a:lnTo>
                  <a:pt x="324" y="398"/>
                </a:lnTo>
                <a:cubicBezTo>
                  <a:pt x="45" y="192"/>
                  <a:pt x="45" y="192"/>
                  <a:pt x="45" y="192"/>
                </a:cubicBezTo>
                <a:cubicBezTo>
                  <a:pt x="324" y="45"/>
                  <a:pt x="324" y="45"/>
                  <a:pt x="324" y="45"/>
                </a:cubicBezTo>
                <a:cubicBezTo>
                  <a:pt x="589" y="192"/>
                  <a:pt x="589" y="192"/>
                  <a:pt x="589" y="192"/>
                </a:cubicBezTo>
                <a:lnTo>
                  <a:pt x="324" y="398"/>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3" name="稻壳儿小白白(http://dwz.cn/Wu2UP)"/>
          <p:cNvSpPr/>
          <p:nvPr/>
        </p:nvSpPr>
        <p:spPr>
          <a:xfrm>
            <a:off x="8040676" y="3989030"/>
            <a:ext cx="550355" cy="408051"/>
          </a:xfrm>
          <a:custGeom>
            <a:avLst/>
            <a:gdLst>
              <a:gd name="T0" fmla="*/ 218361673 w 634"/>
              <a:gd name="T1" fmla="*/ 179413243 h 472"/>
              <a:gd name="T2" fmla="*/ 218361673 w 634"/>
              <a:gd name="T3" fmla="*/ 179413243 h 472"/>
              <a:gd name="T4" fmla="*/ 66542226 w 634"/>
              <a:gd name="T5" fmla="*/ 179413243 h 472"/>
              <a:gd name="T6" fmla="*/ 47161003 w 634"/>
              <a:gd name="T7" fmla="*/ 188384185 h 472"/>
              <a:gd name="T8" fmla="*/ 66542226 w 634"/>
              <a:gd name="T9" fmla="*/ 197995509 h 472"/>
              <a:gd name="T10" fmla="*/ 218361673 w 634"/>
              <a:gd name="T11" fmla="*/ 197995509 h 472"/>
              <a:gd name="T12" fmla="*/ 228052686 w 634"/>
              <a:gd name="T13" fmla="*/ 188384185 h 472"/>
              <a:gd name="T14" fmla="*/ 218361673 w 634"/>
              <a:gd name="T15" fmla="*/ 179413243 h 472"/>
              <a:gd name="T16" fmla="*/ 218361673 w 634"/>
              <a:gd name="T17" fmla="*/ 226189099 h 472"/>
              <a:gd name="T18" fmla="*/ 218361673 w 634"/>
              <a:gd name="T19" fmla="*/ 226189099 h 472"/>
              <a:gd name="T20" fmla="*/ 66542226 w 634"/>
              <a:gd name="T21" fmla="*/ 226189099 h 472"/>
              <a:gd name="T22" fmla="*/ 47161003 w 634"/>
              <a:gd name="T23" fmla="*/ 235800422 h 472"/>
              <a:gd name="T24" fmla="*/ 66542226 w 634"/>
              <a:gd name="T25" fmla="*/ 254382688 h 472"/>
              <a:gd name="T26" fmla="*/ 218361673 w 634"/>
              <a:gd name="T27" fmla="*/ 254382688 h 472"/>
              <a:gd name="T28" fmla="*/ 228052686 w 634"/>
              <a:gd name="T29" fmla="*/ 235800422 h 472"/>
              <a:gd name="T30" fmla="*/ 218361673 w 634"/>
              <a:gd name="T31" fmla="*/ 226189099 h 472"/>
              <a:gd name="T32" fmla="*/ 351446125 w 634"/>
              <a:gd name="T33" fmla="*/ 0 h 472"/>
              <a:gd name="T34" fmla="*/ 351446125 w 634"/>
              <a:gd name="T35" fmla="*/ 0 h 472"/>
              <a:gd name="T36" fmla="*/ 47161003 w 634"/>
              <a:gd name="T37" fmla="*/ 0 h 472"/>
              <a:gd name="T38" fmla="*/ 0 w 634"/>
              <a:gd name="T39" fmla="*/ 46775856 h 472"/>
              <a:gd name="T40" fmla="*/ 0 w 634"/>
              <a:gd name="T41" fmla="*/ 254382688 h 472"/>
              <a:gd name="T42" fmla="*/ 47161003 w 634"/>
              <a:gd name="T43" fmla="*/ 301799726 h 472"/>
              <a:gd name="T44" fmla="*/ 351446125 w 634"/>
              <a:gd name="T45" fmla="*/ 301799726 h 472"/>
              <a:gd name="T46" fmla="*/ 408943566 w 634"/>
              <a:gd name="T47" fmla="*/ 254382688 h 472"/>
              <a:gd name="T48" fmla="*/ 408943566 w 634"/>
              <a:gd name="T49" fmla="*/ 46775856 h 472"/>
              <a:gd name="T50" fmla="*/ 351446125 w 634"/>
              <a:gd name="T51" fmla="*/ 0 h 472"/>
              <a:gd name="T52" fmla="*/ 379872133 w 634"/>
              <a:gd name="T53" fmla="*/ 254382688 h 472"/>
              <a:gd name="T54" fmla="*/ 379872133 w 634"/>
              <a:gd name="T55" fmla="*/ 254382688 h 472"/>
              <a:gd name="T56" fmla="*/ 351446125 w 634"/>
              <a:gd name="T57" fmla="*/ 273606136 h 472"/>
              <a:gd name="T58" fmla="*/ 47161003 w 634"/>
              <a:gd name="T59" fmla="*/ 273606136 h 472"/>
              <a:gd name="T60" fmla="*/ 28426008 w 634"/>
              <a:gd name="T61" fmla="*/ 254382688 h 472"/>
              <a:gd name="T62" fmla="*/ 28426008 w 634"/>
              <a:gd name="T63" fmla="*/ 46775856 h 472"/>
              <a:gd name="T64" fmla="*/ 47161003 w 634"/>
              <a:gd name="T65" fmla="*/ 28193590 h 472"/>
              <a:gd name="T66" fmla="*/ 351446125 w 634"/>
              <a:gd name="T67" fmla="*/ 28193590 h 472"/>
              <a:gd name="T68" fmla="*/ 379872133 w 634"/>
              <a:gd name="T69" fmla="*/ 46775856 h 472"/>
              <a:gd name="T70" fmla="*/ 379872133 w 634"/>
              <a:gd name="T71" fmla="*/ 254382688 h 472"/>
              <a:gd name="T72" fmla="*/ 332711130 w 634"/>
              <a:gd name="T73" fmla="*/ 46775856 h 472"/>
              <a:gd name="T74" fmla="*/ 332711130 w 634"/>
              <a:gd name="T75" fmla="*/ 46775856 h 472"/>
              <a:gd name="T76" fmla="*/ 275213689 w 634"/>
              <a:gd name="T77" fmla="*/ 46775856 h 472"/>
              <a:gd name="T78" fmla="*/ 256477891 w 634"/>
              <a:gd name="T79" fmla="*/ 75609827 h 472"/>
              <a:gd name="T80" fmla="*/ 256477891 w 634"/>
              <a:gd name="T81" fmla="*/ 122385682 h 472"/>
              <a:gd name="T82" fmla="*/ 275213689 w 634"/>
              <a:gd name="T83" fmla="*/ 150579272 h 472"/>
              <a:gd name="T84" fmla="*/ 332711130 w 634"/>
              <a:gd name="T85" fmla="*/ 150579272 h 472"/>
              <a:gd name="T86" fmla="*/ 351446125 w 634"/>
              <a:gd name="T87" fmla="*/ 122385682 h 472"/>
              <a:gd name="T88" fmla="*/ 351446125 w 634"/>
              <a:gd name="T89" fmla="*/ 75609827 h 472"/>
              <a:gd name="T90" fmla="*/ 332711130 w 634"/>
              <a:gd name="T91" fmla="*/ 46775856 h 472"/>
              <a:gd name="T92" fmla="*/ 332711130 w 634"/>
              <a:gd name="T93" fmla="*/ 113414740 h 472"/>
              <a:gd name="T94" fmla="*/ 332711130 w 634"/>
              <a:gd name="T95" fmla="*/ 113414740 h 472"/>
              <a:gd name="T96" fmla="*/ 313329907 w 634"/>
              <a:gd name="T97" fmla="*/ 122385682 h 472"/>
              <a:gd name="T98" fmla="*/ 294594913 w 634"/>
              <a:gd name="T99" fmla="*/ 122385682 h 472"/>
              <a:gd name="T100" fmla="*/ 275213689 w 634"/>
              <a:gd name="T101" fmla="*/ 113414740 h 472"/>
              <a:gd name="T102" fmla="*/ 275213689 w 634"/>
              <a:gd name="T103" fmla="*/ 84580769 h 472"/>
              <a:gd name="T104" fmla="*/ 294594913 w 634"/>
              <a:gd name="T105" fmla="*/ 75609827 h 472"/>
              <a:gd name="T106" fmla="*/ 313329907 w 634"/>
              <a:gd name="T107" fmla="*/ 75609827 h 472"/>
              <a:gd name="T108" fmla="*/ 332711130 w 634"/>
              <a:gd name="T109" fmla="*/ 84580769 h 472"/>
              <a:gd name="T110" fmla="*/ 332711130 w 634"/>
              <a:gd name="T111" fmla="*/ 113414740 h 47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634" h="472">
                <a:moveTo>
                  <a:pt x="338" y="280"/>
                </a:moveTo>
                <a:lnTo>
                  <a:pt x="338" y="280"/>
                </a:lnTo>
                <a:cubicBezTo>
                  <a:pt x="103" y="280"/>
                  <a:pt x="103" y="280"/>
                  <a:pt x="103" y="280"/>
                </a:cubicBezTo>
                <a:cubicBezTo>
                  <a:pt x="88" y="280"/>
                  <a:pt x="73" y="280"/>
                  <a:pt x="73" y="294"/>
                </a:cubicBezTo>
                <a:cubicBezTo>
                  <a:pt x="73" y="309"/>
                  <a:pt x="88" y="309"/>
                  <a:pt x="103" y="309"/>
                </a:cubicBezTo>
                <a:cubicBezTo>
                  <a:pt x="338" y="309"/>
                  <a:pt x="338" y="309"/>
                  <a:pt x="338" y="309"/>
                </a:cubicBezTo>
                <a:cubicBezTo>
                  <a:pt x="338" y="309"/>
                  <a:pt x="353" y="309"/>
                  <a:pt x="353" y="294"/>
                </a:cubicBezTo>
                <a:cubicBezTo>
                  <a:pt x="353" y="280"/>
                  <a:pt x="338" y="280"/>
                  <a:pt x="338" y="280"/>
                </a:cubicBezTo>
                <a:close/>
                <a:moveTo>
                  <a:pt x="338" y="353"/>
                </a:moveTo>
                <a:lnTo>
                  <a:pt x="338" y="353"/>
                </a:lnTo>
                <a:cubicBezTo>
                  <a:pt x="103" y="353"/>
                  <a:pt x="103" y="353"/>
                  <a:pt x="103" y="353"/>
                </a:cubicBezTo>
                <a:cubicBezTo>
                  <a:pt x="88" y="353"/>
                  <a:pt x="73" y="368"/>
                  <a:pt x="73" y="368"/>
                </a:cubicBezTo>
                <a:cubicBezTo>
                  <a:pt x="73" y="383"/>
                  <a:pt x="88" y="397"/>
                  <a:pt x="103" y="397"/>
                </a:cubicBezTo>
                <a:cubicBezTo>
                  <a:pt x="338" y="397"/>
                  <a:pt x="338" y="397"/>
                  <a:pt x="338" y="397"/>
                </a:cubicBezTo>
                <a:cubicBezTo>
                  <a:pt x="338" y="397"/>
                  <a:pt x="353" y="383"/>
                  <a:pt x="353" y="368"/>
                </a:cubicBezTo>
                <a:lnTo>
                  <a:pt x="338" y="353"/>
                </a:lnTo>
                <a:close/>
                <a:moveTo>
                  <a:pt x="544" y="0"/>
                </a:moveTo>
                <a:lnTo>
                  <a:pt x="544" y="0"/>
                </a:lnTo>
                <a:cubicBezTo>
                  <a:pt x="73" y="0"/>
                  <a:pt x="73" y="0"/>
                  <a:pt x="73" y="0"/>
                </a:cubicBezTo>
                <a:cubicBezTo>
                  <a:pt x="29" y="0"/>
                  <a:pt x="0" y="30"/>
                  <a:pt x="0" y="73"/>
                </a:cubicBezTo>
                <a:cubicBezTo>
                  <a:pt x="0" y="397"/>
                  <a:pt x="0" y="397"/>
                  <a:pt x="0" y="397"/>
                </a:cubicBezTo>
                <a:cubicBezTo>
                  <a:pt x="0" y="442"/>
                  <a:pt x="29" y="471"/>
                  <a:pt x="73" y="471"/>
                </a:cubicBezTo>
                <a:cubicBezTo>
                  <a:pt x="544" y="471"/>
                  <a:pt x="544" y="471"/>
                  <a:pt x="544" y="471"/>
                </a:cubicBezTo>
                <a:cubicBezTo>
                  <a:pt x="588" y="471"/>
                  <a:pt x="633" y="442"/>
                  <a:pt x="633" y="397"/>
                </a:cubicBezTo>
                <a:cubicBezTo>
                  <a:pt x="633" y="73"/>
                  <a:pt x="633" y="73"/>
                  <a:pt x="633" y="73"/>
                </a:cubicBezTo>
                <a:cubicBezTo>
                  <a:pt x="633" y="30"/>
                  <a:pt x="588" y="0"/>
                  <a:pt x="544" y="0"/>
                </a:cubicBezTo>
                <a:close/>
                <a:moveTo>
                  <a:pt x="588" y="397"/>
                </a:moveTo>
                <a:lnTo>
                  <a:pt x="588" y="397"/>
                </a:lnTo>
                <a:cubicBezTo>
                  <a:pt x="588" y="412"/>
                  <a:pt x="574" y="427"/>
                  <a:pt x="544" y="427"/>
                </a:cubicBezTo>
                <a:cubicBezTo>
                  <a:pt x="73" y="427"/>
                  <a:pt x="73" y="427"/>
                  <a:pt x="73" y="427"/>
                </a:cubicBezTo>
                <a:cubicBezTo>
                  <a:pt x="59" y="427"/>
                  <a:pt x="44" y="412"/>
                  <a:pt x="44" y="397"/>
                </a:cubicBezTo>
                <a:cubicBezTo>
                  <a:pt x="44" y="73"/>
                  <a:pt x="44" y="73"/>
                  <a:pt x="44" y="73"/>
                </a:cubicBezTo>
                <a:cubicBezTo>
                  <a:pt x="44" y="59"/>
                  <a:pt x="59" y="44"/>
                  <a:pt x="73" y="44"/>
                </a:cubicBezTo>
                <a:cubicBezTo>
                  <a:pt x="544" y="44"/>
                  <a:pt x="544" y="44"/>
                  <a:pt x="544" y="44"/>
                </a:cubicBezTo>
                <a:cubicBezTo>
                  <a:pt x="574" y="44"/>
                  <a:pt x="588" y="59"/>
                  <a:pt x="588" y="73"/>
                </a:cubicBezTo>
                <a:lnTo>
                  <a:pt x="588" y="397"/>
                </a:lnTo>
                <a:close/>
                <a:moveTo>
                  <a:pt x="515" y="73"/>
                </a:moveTo>
                <a:lnTo>
                  <a:pt x="515" y="73"/>
                </a:lnTo>
                <a:cubicBezTo>
                  <a:pt x="426" y="73"/>
                  <a:pt x="426" y="73"/>
                  <a:pt x="426" y="73"/>
                </a:cubicBezTo>
                <a:cubicBezTo>
                  <a:pt x="412" y="73"/>
                  <a:pt x="397" y="103"/>
                  <a:pt x="397" y="118"/>
                </a:cubicBezTo>
                <a:cubicBezTo>
                  <a:pt x="397" y="191"/>
                  <a:pt x="397" y="191"/>
                  <a:pt x="397" y="191"/>
                </a:cubicBezTo>
                <a:cubicBezTo>
                  <a:pt x="397" y="221"/>
                  <a:pt x="412" y="235"/>
                  <a:pt x="426" y="235"/>
                </a:cubicBezTo>
                <a:cubicBezTo>
                  <a:pt x="515" y="235"/>
                  <a:pt x="515" y="235"/>
                  <a:pt x="515" y="235"/>
                </a:cubicBezTo>
                <a:cubicBezTo>
                  <a:pt x="530" y="235"/>
                  <a:pt x="544" y="221"/>
                  <a:pt x="544" y="191"/>
                </a:cubicBezTo>
                <a:cubicBezTo>
                  <a:pt x="544" y="118"/>
                  <a:pt x="544" y="118"/>
                  <a:pt x="544" y="118"/>
                </a:cubicBezTo>
                <a:cubicBezTo>
                  <a:pt x="544" y="103"/>
                  <a:pt x="530" y="73"/>
                  <a:pt x="515" y="73"/>
                </a:cubicBezTo>
                <a:close/>
                <a:moveTo>
                  <a:pt x="515" y="177"/>
                </a:moveTo>
                <a:lnTo>
                  <a:pt x="515" y="177"/>
                </a:lnTo>
                <a:cubicBezTo>
                  <a:pt x="515" y="191"/>
                  <a:pt x="500" y="191"/>
                  <a:pt x="485" y="191"/>
                </a:cubicBezTo>
                <a:cubicBezTo>
                  <a:pt x="456" y="191"/>
                  <a:pt x="456" y="191"/>
                  <a:pt x="456" y="191"/>
                </a:cubicBezTo>
                <a:cubicBezTo>
                  <a:pt x="442" y="191"/>
                  <a:pt x="426" y="191"/>
                  <a:pt x="426" y="177"/>
                </a:cubicBezTo>
                <a:cubicBezTo>
                  <a:pt x="426" y="132"/>
                  <a:pt x="426" y="132"/>
                  <a:pt x="426" y="132"/>
                </a:cubicBezTo>
                <a:cubicBezTo>
                  <a:pt x="426" y="132"/>
                  <a:pt x="442" y="118"/>
                  <a:pt x="456" y="118"/>
                </a:cubicBezTo>
                <a:cubicBezTo>
                  <a:pt x="485" y="118"/>
                  <a:pt x="485" y="118"/>
                  <a:pt x="485" y="118"/>
                </a:cubicBezTo>
                <a:cubicBezTo>
                  <a:pt x="500" y="118"/>
                  <a:pt x="515" y="132"/>
                  <a:pt x="515" y="132"/>
                </a:cubicBezTo>
                <a:lnTo>
                  <a:pt x="515" y="17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4" name="稻壳儿小白白(http://dwz.cn/Wu2UP)"/>
          <p:cNvSpPr/>
          <p:nvPr/>
        </p:nvSpPr>
        <p:spPr>
          <a:xfrm>
            <a:off x="7162852" y="3989030"/>
            <a:ext cx="534924" cy="408051"/>
          </a:xfrm>
          <a:custGeom>
            <a:avLst/>
            <a:gdLst>
              <a:gd name="T0" fmla="*/ 348940850 w 619"/>
              <a:gd name="T1" fmla="*/ 0 h 472"/>
              <a:gd name="T2" fmla="*/ 348940850 w 619"/>
              <a:gd name="T3" fmla="*/ 0 h 472"/>
              <a:gd name="T4" fmla="*/ 46739037 w 619"/>
              <a:gd name="T5" fmla="*/ 0 h 472"/>
              <a:gd name="T6" fmla="*/ 0 w 619"/>
              <a:gd name="T7" fmla="*/ 46775856 h 472"/>
              <a:gd name="T8" fmla="*/ 0 w 619"/>
              <a:gd name="T9" fmla="*/ 254382688 h 472"/>
              <a:gd name="T10" fmla="*/ 46739037 w 619"/>
              <a:gd name="T11" fmla="*/ 301799726 h 472"/>
              <a:gd name="T12" fmla="*/ 348940850 w 619"/>
              <a:gd name="T13" fmla="*/ 301799726 h 472"/>
              <a:gd name="T14" fmla="*/ 395679887 w 619"/>
              <a:gd name="T15" fmla="*/ 254382688 h 472"/>
              <a:gd name="T16" fmla="*/ 395679887 w 619"/>
              <a:gd name="T17" fmla="*/ 46775856 h 472"/>
              <a:gd name="T18" fmla="*/ 348940850 w 619"/>
              <a:gd name="T19" fmla="*/ 0 h 472"/>
              <a:gd name="T20" fmla="*/ 357904260 w 619"/>
              <a:gd name="T21" fmla="*/ 28193590 h 472"/>
              <a:gd name="T22" fmla="*/ 357904260 w 619"/>
              <a:gd name="T23" fmla="*/ 28193590 h 472"/>
              <a:gd name="T24" fmla="*/ 197839943 w 619"/>
              <a:gd name="T25" fmla="*/ 150579272 h 472"/>
              <a:gd name="T26" fmla="*/ 37775627 w 619"/>
              <a:gd name="T27" fmla="*/ 28193590 h 472"/>
              <a:gd name="T28" fmla="*/ 357904260 w 619"/>
              <a:gd name="T29" fmla="*/ 28193590 h 472"/>
              <a:gd name="T30" fmla="*/ 18567749 w 619"/>
              <a:gd name="T31" fmla="*/ 254382688 h 472"/>
              <a:gd name="T32" fmla="*/ 18567749 w 619"/>
              <a:gd name="T33" fmla="*/ 254382688 h 472"/>
              <a:gd name="T34" fmla="*/ 18567749 w 619"/>
              <a:gd name="T35" fmla="*/ 46775856 h 472"/>
              <a:gd name="T36" fmla="*/ 131893029 w 619"/>
              <a:gd name="T37" fmla="*/ 141608330 h 472"/>
              <a:gd name="T38" fmla="*/ 18567749 w 619"/>
              <a:gd name="T39" fmla="*/ 254382688 h 472"/>
              <a:gd name="T40" fmla="*/ 37775627 w 619"/>
              <a:gd name="T41" fmla="*/ 273606136 h 472"/>
              <a:gd name="T42" fmla="*/ 37775627 w 619"/>
              <a:gd name="T43" fmla="*/ 273606136 h 472"/>
              <a:gd name="T44" fmla="*/ 151100907 w 619"/>
              <a:gd name="T45" fmla="*/ 150579272 h 472"/>
              <a:gd name="T46" fmla="*/ 197839943 w 619"/>
              <a:gd name="T47" fmla="*/ 188384185 h 472"/>
              <a:gd name="T48" fmla="*/ 235614770 w 619"/>
              <a:gd name="T49" fmla="*/ 150579272 h 472"/>
              <a:gd name="T50" fmla="*/ 357904260 w 619"/>
              <a:gd name="T51" fmla="*/ 273606136 h 472"/>
              <a:gd name="T52" fmla="*/ 37775627 w 619"/>
              <a:gd name="T53" fmla="*/ 273606136 h 472"/>
              <a:gd name="T54" fmla="*/ 377112138 w 619"/>
              <a:gd name="T55" fmla="*/ 254382688 h 472"/>
              <a:gd name="T56" fmla="*/ 377112138 w 619"/>
              <a:gd name="T57" fmla="*/ 254382688 h 472"/>
              <a:gd name="T58" fmla="*/ 263786858 w 619"/>
              <a:gd name="T59" fmla="*/ 141608330 h 472"/>
              <a:gd name="T60" fmla="*/ 377112138 w 619"/>
              <a:gd name="T61" fmla="*/ 46775856 h 472"/>
              <a:gd name="T62" fmla="*/ 377112138 w 619"/>
              <a:gd name="T63" fmla="*/ 254382688 h 472"/>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619" h="472">
                <a:moveTo>
                  <a:pt x="545" y="0"/>
                </a:moveTo>
                <a:lnTo>
                  <a:pt x="545" y="0"/>
                </a:lnTo>
                <a:cubicBezTo>
                  <a:pt x="73" y="0"/>
                  <a:pt x="73" y="0"/>
                  <a:pt x="73" y="0"/>
                </a:cubicBezTo>
                <a:cubicBezTo>
                  <a:pt x="29" y="0"/>
                  <a:pt x="0" y="30"/>
                  <a:pt x="0" y="73"/>
                </a:cubicBezTo>
                <a:cubicBezTo>
                  <a:pt x="0" y="397"/>
                  <a:pt x="0" y="397"/>
                  <a:pt x="0" y="397"/>
                </a:cubicBezTo>
                <a:cubicBezTo>
                  <a:pt x="0" y="442"/>
                  <a:pt x="29" y="471"/>
                  <a:pt x="73" y="471"/>
                </a:cubicBezTo>
                <a:cubicBezTo>
                  <a:pt x="545" y="471"/>
                  <a:pt x="545" y="471"/>
                  <a:pt x="545" y="471"/>
                </a:cubicBezTo>
                <a:cubicBezTo>
                  <a:pt x="589" y="471"/>
                  <a:pt x="618" y="442"/>
                  <a:pt x="618" y="397"/>
                </a:cubicBezTo>
                <a:cubicBezTo>
                  <a:pt x="618" y="73"/>
                  <a:pt x="618" y="73"/>
                  <a:pt x="618" y="73"/>
                </a:cubicBezTo>
                <a:cubicBezTo>
                  <a:pt x="618" y="30"/>
                  <a:pt x="589" y="0"/>
                  <a:pt x="545" y="0"/>
                </a:cubicBezTo>
                <a:close/>
                <a:moveTo>
                  <a:pt x="559" y="44"/>
                </a:moveTo>
                <a:lnTo>
                  <a:pt x="559" y="44"/>
                </a:lnTo>
                <a:cubicBezTo>
                  <a:pt x="309" y="235"/>
                  <a:pt x="309" y="235"/>
                  <a:pt x="309" y="235"/>
                </a:cubicBezTo>
                <a:cubicBezTo>
                  <a:pt x="59" y="44"/>
                  <a:pt x="59" y="44"/>
                  <a:pt x="59" y="44"/>
                </a:cubicBezTo>
                <a:lnTo>
                  <a:pt x="559" y="44"/>
                </a:lnTo>
                <a:close/>
                <a:moveTo>
                  <a:pt x="29" y="397"/>
                </a:moveTo>
                <a:lnTo>
                  <a:pt x="29" y="397"/>
                </a:lnTo>
                <a:cubicBezTo>
                  <a:pt x="29" y="73"/>
                  <a:pt x="29" y="73"/>
                  <a:pt x="29" y="73"/>
                </a:cubicBezTo>
                <a:cubicBezTo>
                  <a:pt x="206" y="221"/>
                  <a:pt x="206" y="221"/>
                  <a:pt x="206" y="221"/>
                </a:cubicBezTo>
                <a:cubicBezTo>
                  <a:pt x="29" y="397"/>
                  <a:pt x="29" y="397"/>
                  <a:pt x="29" y="397"/>
                </a:cubicBezTo>
                <a:close/>
                <a:moveTo>
                  <a:pt x="59" y="427"/>
                </a:moveTo>
                <a:lnTo>
                  <a:pt x="59" y="427"/>
                </a:lnTo>
                <a:cubicBezTo>
                  <a:pt x="236" y="235"/>
                  <a:pt x="236" y="235"/>
                  <a:pt x="236" y="235"/>
                </a:cubicBezTo>
                <a:cubicBezTo>
                  <a:pt x="309" y="294"/>
                  <a:pt x="309" y="294"/>
                  <a:pt x="309" y="294"/>
                </a:cubicBezTo>
                <a:cubicBezTo>
                  <a:pt x="368" y="235"/>
                  <a:pt x="368" y="235"/>
                  <a:pt x="368" y="235"/>
                </a:cubicBezTo>
                <a:cubicBezTo>
                  <a:pt x="559" y="427"/>
                  <a:pt x="559" y="427"/>
                  <a:pt x="559" y="427"/>
                </a:cubicBezTo>
                <a:cubicBezTo>
                  <a:pt x="545" y="427"/>
                  <a:pt x="73" y="427"/>
                  <a:pt x="59" y="427"/>
                </a:cubicBezTo>
                <a:close/>
                <a:moveTo>
                  <a:pt x="589" y="397"/>
                </a:moveTo>
                <a:lnTo>
                  <a:pt x="589" y="397"/>
                </a:lnTo>
                <a:cubicBezTo>
                  <a:pt x="412" y="221"/>
                  <a:pt x="412" y="221"/>
                  <a:pt x="412" y="221"/>
                </a:cubicBezTo>
                <a:cubicBezTo>
                  <a:pt x="589" y="73"/>
                  <a:pt x="589" y="73"/>
                  <a:pt x="589" y="73"/>
                </a:cubicBezTo>
                <a:lnTo>
                  <a:pt x="589" y="39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5" name="稻壳儿小白白(http://dwz.cn/Wu2UP)"/>
          <p:cNvSpPr/>
          <p:nvPr/>
        </p:nvSpPr>
        <p:spPr>
          <a:xfrm>
            <a:off x="6266169" y="3922164"/>
            <a:ext cx="552069" cy="536639"/>
          </a:xfrm>
          <a:custGeom>
            <a:avLst/>
            <a:gdLst>
              <a:gd name="T0" fmla="*/ 344537594 w 634"/>
              <a:gd name="T1" fmla="*/ 0 h 619"/>
              <a:gd name="T2" fmla="*/ 344537594 w 634"/>
              <a:gd name="T3" fmla="*/ 0 h 619"/>
              <a:gd name="T4" fmla="*/ 66957475 w 634"/>
              <a:gd name="T5" fmla="*/ 0 h 619"/>
              <a:gd name="T6" fmla="*/ 0 w 634"/>
              <a:gd name="T7" fmla="*/ 67014859 h 619"/>
              <a:gd name="T8" fmla="*/ 0 w 634"/>
              <a:gd name="T9" fmla="*/ 275145910 h 619"/>
              <a:gd name="T10" fmla="*/ 66957475 w 634"/>
              <a:gd name="T11" fmla="*/ 341516180 h 619"/>
              <a:gd name="T12" fmla="*/ 153417002 w 634"/>
              <a:gd name="T13" fmla="*/ 341516180 h 619"/>
              <a:gd name="T14" fmla="*/ 210622644 w 634"/>
              <a:gd name="T15" fmla="*/ 398220813 h 619"/>
              <a:gd name="T16" fmla="*/ 258727921 w 634"/>
              <a:gd name="T17" fmla="*/ 341516180 h 619"/>
              <a:gd name="T18" fmla="*/ 344537594 w 634"/>
              <a:gd name="T19" fmla="*/ 341516180 h 619"/>
              <a:gd name="T20" fmla="*/ 411495069 w 634"/>
              <a:gd name="T21" fmla="*/ 275145910 h 619"/>
              <a:gd name="T22" fmla="*/ 411495069 w 634"/>
              <a:gd name="T23" fmla="*/ 67014859 h 619"/>
              <a:gd name="T24" fmla="*/ 344537594 w 634"/>
              <a:gd name="T25" fmla="*/ 0 h 619"/>
              <a:gd name="T26" fmla="*/ 382891844 w 634"/>
              <a:gd name="T27" fmla="*/ 275145910 h 619"/>
              <a:gd name="T28" fmla="*/ 382891844 w 634"/>
              <a:gd name="T29" fmla="*/ 275145910 h 619"/>
              <a:gd name="T30" fmla="*/ 344537594 w 634"/>
              <a:gd name="T31" fmla="*/ 313163863 h 619"/>
              <a:gd name="T32" fmla="*/ 248976895 w 634"/>
              <a:gd name="T33" fmla="*/ 313163863 h 619"/>
              <a:gd name="T34" fmla="*/ 210622644 w 634"/>
              <a:gd name="T35" fmla="*/ 360847451 h 619"/>
              <a:gd name="T36" fmla="*/ 172268394 w 634"/>
              <a:gd name="T37" fmla="*/ 313163863 h 619"/>
              <a:gd name="T38" fmla="*/ 66957475 w 634"/>
              <a:gd name="T39" fmla="*/ 313163863 h 619"/>
              <a:gd name="T40" fmla="*/ 29253078 w 634"/>
              <a:gd name="T41" fmla="*/ 275145910 h 619"/>
              <a:gd name="T42" fmla="*/ 29253078 w 634"/>
              <a:gd name="T43" fmla="*/ 56704634 h 619"/>
              <a:gd name="T44" fmla="*/ 66957475 w 634"/>
              <a:gd name="T45" fmla="*/ 19331271 h 619"/>
              <a:gd name="T46" fmla="*/ 344537594 w 634"/>
              <a:gd name="T47" fmla="*/ 19331271 h 619"/>
              <a:gd name="T48" fmla="*/ 382891844 w 634"/>
              <a:gd name="T49" fmla="*/ 56704634 h 619"/>
              <a:gd name="T50" fmla="*/ 382891844 w 634"/>
              <a:gd name="T51" fmla="*/ 275145910 h 619"/>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0" t="0" r="r" b="b"/>
            <a:pathLst>
              <a:path w="634" h="619">
                <a:moveTo>
                  <a:pt x="530" y="0"/>
                </a:moveTo>
                <a:lnTo>
                  <a:pt x="530" y="0"/>
                </a:lnTo>
                <a:cubicBezTo>
                  <a:pt x="103" y="0"/>
                  <a:pt x="103" y="0"/>
                  <a:pt x="103" y="0"/>
                </a:cubicBezTo>
                <a:cubicBezTo>
                  <a:pt x="59" y="0"/>
                  <a:pt x="0" y="45"/>
                  <a:pt x="0" y="104"/>
                </a:cubicBezTo>
                <a:cubicBezTo>
                  <a:pt x="0" y="427"/>
                  <a:pt x="0" y="427"/>
                  <a:pt x="0" y="427"/>
                </a:cubicBezTo>
                <a:cubicBezTo>
                  <a:pt x="0" y="486"/>
                  <a:pt x="45" y="530"/>
                  <a:pt x="103" y="530"/>
                </a:cubicBezTo>
                <a:cubicBezTo>
                  <a:pt x="236" y="530"/>
                  <a:pt x="236" y="530"/>
                  <a:pt x="236" y="530"/>
                </a:cubicBezTo>
                <a:cubicBezTo>
                  <a:pt x="324" y="618"/>
                  <a:pt x="324" y="618"/>
                  <a:pt x="324" y="618"/>
                </a:cubicBezTo>
                <a:cubicBezTo>
                  <a:pt x="398" y="530"/>
                  <a:pt x="398" y="530"/>
                  <a:pt x="398" y="530"/>
                </a:cubicBezTo>
                <a:cubicBezTo>
                  <a:pt x="530" y="530"/>
                  <a:pt x="530" y="530"/>
                  <a:pt x="530" y="530"/>
                </a:cubicBezTo>
                <a:cubicBezTo>
                  <a:pt x="589" y="530"/>
                  <a:pt x="633" y="486"/>
                  <a:pt x="633" y="427"/>
                </a:cubicBezTo>
                <a:cubicBezTo>
                  <a:pt x="633" y="104"/>
                  <a:pt x="633" y="104"/>
                  <a:pt x="633" y="104"/>
                </a:cubicBezTo>
                <a:cubicBezTo>
                  <a:pt x="633" y="45"/>
                  <a:pt x="589" y="0"/>
                  <a:pt x="530" y="0"/>
                </a:cubicBezTo>
                <a:close/>
                <a:moveTo>
                  <a:pt x="589" y="427"/>
                </a:moveTo>
                <a:lnTo>
                  <a:pt x="589" y="427"/>
                </a:lnTo>
                <a:cubicBezTo>
                  <a:pt x="589" y="457"/>
                  <a:pt x="560" y="486"/>
                  <a:pt x="530" y="486"/>
                </a:cubicBezTo>
                <a:cubicBezTo>
                  <a:pt x="383" y="486"/>
                  <a:pt x="383" y="486"/>
                  <a:pt x="383" y="486"/>
                </a:cubicBezTo>
                <a:cubicBezTo>
                  <a:pt x="324" y="560"/>
                  <a:pt x="324" y="560"/>
                  <a:pt x="324" y="560"/>
                </a:cubicBezTo>
                <a:cubicBezTo>
                  <a:pt x="265" y="486"/>
                  <a:pt x="265" y="486"/>
                  <a:pt x="265" y="486"/>
                </a:cubicBezTo>
                <a:cubicBezTo>
                  <a:pt x="103" y="486"/>
                  <a:pt x="103" y="486"/>
                  <a:pt x="103" y="486"/>
                </a:cubicBezTo>
                <a:cubicBezTo>
                  <a:pt x="74" y="486"/>
                  <a:pt x="45" y="457"/>
                  <a:pt x="45" y="427"/>
                </a:cubicBezTo>
                <a:cubicBezTo>
                  <a:pt x="45" y="88"/>
                  <a:pt x="45" y="88"/>
                  <a:pt x="45" y="88"/>
                </a:cubicBezTo>
                <a:cubicBezTo>
                  <a:pt x="45" y="59"/>
                  <a:pt x="74" y="30"/>
                  <a:pt x="103" y="30"/>
                </a:cubicBezTo>
                <a:cubicBezTo>
                  <a:pt x="530" y="30"/>
                  <a:pt x="530" y="30"/>
                  <a:pt x="530" y="30"/>
                </a:cubicBezTo>
                <a:cubicBezTo>
                  <a:pt x="560" y="30"/>
                  <a:pt x="589" y="59"/>
                  <a:pt x="589" y="88"/>
                </a:cubicBezTo>
                <a:lnTo>
                  <a:pt x="589" y="42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6" name="稻壳儿小白白(http://dwz.cn/Wu2UP)"/>
          <p:cNvSpPr/>
          <p:nvPr/>
        </p:nvSpPr>
        <p:spPr>
          <a:xfrm>
            <a:off x="5386630" y="3922164"/>
            <a:ext cx="550355" cy="536639"/>
          </a:xfrm>
          <a:custGeom>
            <a:avLst/>
            <a:gdLst>
              <a:gd name="T0" fmla="*/ 199626678 w 634"/>
              <a:gd name="T1" fmla="*/ 0 h 619"/>
              <a:gd name="T2" fmla="*/ 199626678 w 634"/>
              <a:gd name="T3" fmla="*/ 0 h 619"/>
              <a:gd name="T4" fmla="*/ 0 w 634"/>
              <a:gd name="T5" fmla="*/ 170758491 h 619"/>
              <a:gd name="T6" fmla="*/ 142774662 w 634"/>
              <a:gd name="T7" fmla="*/ 341516180 h 619"/>
              <a:gd name="T8" fmla="*/ 199626678 w 634"/>
              <a:gd name="T9" fmla="*/ 398220813 h 619"/>
              <a:gd name="T10" fmla="*/ 256477891 w 634"/>
              <a:gd name="T11" fmla="*/ 341516180 h 619"/>
              <a:gd name="T12" fmla="*/ 408943566 w 634"/>
              <a:gd name="T13" fmla="*/ 170758491 h 619"/>
              <a:gd name="T14" fmla="*/ 199626678 w 634"/>
              <a:gd name="T15" fmla="*/ 0 h 619"/>
              <a:gd name="T16" fmla="*/ 247433910 w 634"/>
              <a:gd name="T17" fmla="*/ 313163863 h 619"/>
              <a:gd name="T18" fmla="*/ 247433910 w 634"/>
              <a:gd name="T19" fmla="*/ 313163863 h 619"/>
              <a:gd name="T20" fmla="*/ 218361673 w 634"/>
              <a:gd name="T21" fmla="*/ 341516180 h 619"/>
              <a:gd name="T22" fmla="*/ 199626678 w 634"/>
              <a:gd name="T23" fmla="*/ 360847451 h 619"/>
              <a:gd name="T24" fmla="*/ 161510460 w 634"/>
              <a:gd name="T25" fmla="*/ 313163863 h 619"/>
              <a:gd name="T26" fmla="*/ 28426008 w 634"/>
              <a:gd name="T27" fmla="*/ 170758491 h 619"/>
              <a:gd name="T28" fmla="*/ 199626678 w 634"/>
              <a:gd name="T29" fmla="*/ 19331271 h 619"/>
              <a:gd name="T30" fmla="*/ 379872133 w 634"/>
              <a:gd name="T31" fmla="*/ 170758491 h 619"/>
              <a:gd name="T32" fmla="*/ 247433910 w 634"/>
              <a:gd name="T33" fmla="*/ 313163863 h 619"/>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634" h="619">
                <a:moveTo>
                  <a:pt x="309" y="0"/>
                </a:moveTo>
                <a:lnTo>
                  <a:pt x="309" y="0"/>
                </a:lnTo>
                <a:cubicBezTo>
                  <a:pt x="147" y="0"/>
                  <a:pt x="0" y="118"/>
                  <a:pt x="0" y="265"/>
                </a:cubicBezTo>
                <a:cubicBezTo>
                  <a:pt x="0" y="383"/>
                  <a:pt x="103" y="486"/>
                  <a:pt x="221" y="530"/>
                </a:cubicBezTo>
                <a:cubicBezTo>
                  <a:pt x="309" y="618"/>
                  <a:pt x="309" y="618"/>
                  <a:pt x="309" y="618"/>
                </a:cubicBezTo>
                <a:cubicBezTo>
                  <a:pt x="397" y="530"/>
                  <a:pt x="397" y="530"/>
                  <a:pt x="397" y="530"/>
                </a:cubicBezTo>
                <a:cubicBezTo>
                  <a:pt x="530" y="486"/>
                  <a:pt x="633" y="383"/>
                  <a:pt x="633" y="265"/>
                </a:cubicBezTo>
                <a:cubicBezTo>
                  <a:pt x="633" y="118"/>
                  <a:pt x="485" y="0"/>
                  <a:pt x="309" y="0"/>
                </a:cubicBezTo>
                <a:close/>
                <a:moveTo>
                  <a:pt x="383" y="486"/>
                </a:moveTo>
                <a:lnTo>
                  <a:pt x="383" y="486"/>
                </a:lnTo>
                <a:cubicBezTo>
                  <a:pt x="338" y="530"/>
                  <a:pt x="338" y="530"/>
                  <a:pt x="338" y="530"/>
                </a:cubicBezTo>
                <a:cubicBezTo>
                  <a:pt x="309" y="560"/>
                  <a:pt x="309" y="560"/>
                  <a:pt x="309" y="560"/>
                </a:cubicBezTo>
                <a:cubicBezTo>
                  <a:pt x="250" y="486"/>
                  <a:pt x="250" y="486"/>
                  <a:pt x="250" y="486"/>
                </a:cubicBezTo>
                <a:cubicBezTo>
                  <a:pt x="132" y="457"/>
                  <a:pt x="44" y="368"/>
                  <a:pt x="44" y="265"/>
                </a:cubicBezTo>
                <a:cubicBezTo>
                  <a:pt x="44" y="133"/>
                  <a:pt x="162" y="30"/>
                  <a:pt x="309" y="30"/>
                </a:cubicBezTo>
                <a:cubicBezTo>
                  <a:pt x="471" y="30"/>
                  <a:pt x="588" y="133"/>
                  <a:pt x="588" y="265"/>
                </a:cubicBezTo>
                <a:cubicBezTo>
                  <a:pt x="588" y="368"/>
                  <a:pt x="500" y="457"/>
                  <a:pt x="383" y="48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7" name="稻壳儿小白白(http://dwz.cn/Wu2UP)"/>
          <p:cNvSpPr/>
          <p:nvPr/>
        </p:nvSpPr>
        <p:spPr>
          <a:xfrm>
            <a:off x="4517379" y="3922164"/>
            <a:ext cx="524637" cy="536639"/>
          </a:xfrm>
          <a:custGeom>
            <a:avLst/>
            <a:gdLst>
              <a:gd name="T0" fmla="*/ 161709994 w 604"/>
              <a:gd name="T1" fmla="*/ 161736643 h 619"/>
              <a:gd name="T2" fmla="*/ 161709994 w 604"/>
              <a:gd name="T3" fmla="*/ 161736643 h 619"/>
              <a:gd name="T4" fmla="*/ 180467825 w 604"/>
              <a:gd name="T5" fmla="*/ 142406174 h 619"/>
              <a:gd name="T6" fmla="*/ 161709994 w 604"/>
              <a:gd name="T7" fmla="*/ 123719493 h 619"/>
              <a:gd name="T8" fmla="*/ 142304730 w 604"/>
              <a:gd name="T9" fmla="*/ 142406174 h 619"/>
              <a:gd name="T10" fmla="*/ 161709994 w 604"/>
              <a:gd name="T11" fmla="*/ 161736643 h 619"/>
              <a:gd name="T12" fmla="*/ 85382999 w 604"/>
              <a:gd name="T13" fmla="*/ 161736643 h 619"/>
              <a:gd name="T14" fmla="*/ 85382999 w 604"/>
              <a:gd name="T15" fmla="*/ 161736643 h 619"/>
              <a:gd name="T16" fmla="*/ 104788262 w 604"/>
              <a:gd name="T17" fmla="*/ 142406174 h 619"/>
              <a:gd name="T18" fmla="*/ 85382999 w 604"/>
              <a:gd name="T19" fmla="*/ 123719493 h 619"/>
              <a:gd name="T20" fmla="*/ 66624363 w 604"/>
              <a:gd name="T21" fmla="*/ 142406174 h 619"/>
              <a:gd name="T22" fmla="*/ 85382999 w 604"/>
              <a:gd name="T23" fmla="*/ 161736643 h 619"/>
              <a:gd name="T24" fmla="*/ 237390361 w 604"/>
              <a:gd name="T25" fmla="*/ 161736643 h 619"/>
              <a:gd name="T26" fmla="*/ 237390361 w 604"/>
              <a:gd name="T27" fmla="*/ 161736643 h 619"/>
              <a:gd name="T28" fmla="*/ 256795624 w 604"/>
              <a:gd name="T29" fmla="*/ 142406174 h 619"/>
              <a:gd name="T30" fmla="*/ 237390361 w 604"/>
              <a:gd name="T31" fmla="*/ 123719493 h 619"/>
              <a:gd name="T32" fmla="*/ 218631725 w 604"/>
              <a:gd name="T33" fmla="*/ 142406174 h 619"/>
              <a:gd name="T34" fmla="*/ 237390361 w 604"/>
              <a:gd name="T35" fmla="*/ 161736643 h 619"/>
              <a:gd name="T36" fmla="*/ 342825251 w 604"/>
              <a:gd name="T37" fmla="*/ 114053857 h 619"/>
              <a:gd name="T38" fmla="*/ 342825251 w 604"/>
              <a:gd name="T39" fmla="*/ 114053857 h 619"/>
              <a:gd name="T40" fmla="*/ 342825251 w 604"/>
              <a:gd name="T41" fmla="*/ 123719493 h 619"/>
              <a:gd name="T42" fmla="*/ 342825251 w 604"/>
              <a:gd name="T43" fmla="*/ 142406174 h 619"/>
              <a:gd name="T44" fmla="*/ 371285714 w 604"/>
              <a:gd name="T45" fmla="*/ 218441276 h 619"/>
              <a:gd name="T46" fmla="*/ 304661351 w 604"/>
              <a:gd name="T47" fmla="*/ 322829498 h 619"/>
              <a:gd name="T48" fmla="*/ 304661351 w 604"/>
              <a:gd name="T49" fmla="*/ 360847451 h 619"/>
              <a:gd name="T50" fmla="*/ 256795624 w 604"/>
              <a:gd name="T51" fmla="*/ 332495134 h 619"/>
              <a:gd name="T52" fmla="*/ 228334357 w 604"/>
              <a:gd name="T53" fmla="*/ 341516180 h 619"/>
              <a:gd name="T54" fmla="*/ 152007362 w 604"/>
              <a:gd name="T55" fmla="*/ 313163863 h 619"/>
              <a:gd name="T56" fmla="*/ 133248726 w 604"/>
              <a:gd name="T57" fmla="*/ 313163863 h 619"/>
              <a:gd name="T58" fmla="*/ 113843462 w 604"/>
              <a:gd name="T59" fmla="*/ 313163863 h 619"/>
              <a:gd name="T60" fmla="*/ 228334357 w 604"/>
              <a:gd name="T61" fmla="*/ 360847451 h 619"/>
              <a:gd name="T62" fmla="*/ 256795624 w 604"/>
              <a:gd name="T63" fmla="*/ 360847451 h 619"/>
              <a:gd name="T64" fmla="*/ 333122619 w 604"/>
              <a:gd name="T65" fmla="*/ 398220813 h 619"/>
              <a:gd name="T66" fmla="*/ 333122619 w 604"/>
              <a:gd name="T67" fmla="*/ 332495134 h 619"/>
              <a:gd name="T68" fmla="*/ 390044350 w 604"/>
              <a:gd name="T69" fmla="*/ 218441276 h 619"/>
              <a:gd name="T70" fmla="*/ 342825251 w 604"/>
              <a:gd name="T71" fmla="*/ 114053857 h 619"/>
              <a:gd name="T72" fmla="*/ 123546094 w 604"/>
              <a:gd name="T73" fmla="*/ 284811546 h 619"/>
              <a:gd name="T74" fmla="*/ 123546094 w 604"/>
              <a:gd name="T75" fmla="*/ 284811546 h 619"/>
              <a:gd name="T76" fmla="*/ 161709994 w 604"/>
              <a:gd name="T77" fmla="*/ 284811546 h 619"/>
              <a:gd name="T78" fmla="*/ 313717355 w 604"/>
              <a:gd name="T79" fmla="*/ 142406174 h 619"/>
              <a:gd name="T80" fmla="*/ 161709994 w 604"/>
              <a:gd name="T81" fmla="*/ 0 h 619"/>
              <a:gd name="T82" fmla="*/ 0 w 604"/>
              <a:gd name="T83" fmla="*/ 142406174 h 619"/>
              <a:gd name="T84" fmla="*/ 47219099 w 604"/>
              <a:gd name="T85" fmla="*/ 256459229 h 619"/>
              <a:gd name="T86" fmla="*/ 47219099 w 604"/>
              <a:gd name="T87" fmla="*/ 322829498 h 619"/>
              <a:gd name="T88" fmla="*/ 123546094 w 604"/>
              <a:gd name="T89" fmla="*/ 284811546 h 619"/>
              <a:gd name="T90" fmla="*/ 28461268 w 604"/>
              <a:gd name="T91" fmla="*/ 142406174 h 619"/>
              <a:gd name="T92" fmla="*/ 28461268 w 604"/>
              <a:gd name="T93" fmla="*/ 142406174 h 619"/>
              <a:gd name="T94" fmla="*/ 161709994 w 604"/>
              <a:gd name="T95" fmla="*/ 19331271 h 619"/>
              <a:gd name="T96" fmla="*/ 294958720 w 604"/>
              <a:gd name="T97" fmla="*/ 142406174 h 619"/>
              <a:gd name="T98" fmla="*/ 161709994 w 604"/>
              <a:gd name="T99" fmla="*/ 266124864 h 619"/>
              <a:gd name="T100" fmla="*/ 123546094 w 604"/>
              <a:gd name="T101" fmla="*/ 256459229 h 619"/>
              <a:gd name="T102" fmla="*/ 75680367 w 604"/>
              <a:gd name="T103" fmla="*/ 284811546 h 619"/>
              <a:gd name="T104" fmla="*/ 75680367 w 604"/>
              <a:gd name="T105" fmla="*/ 246793593 h 619"/>
              <a:gd name="T106" fmla="*/ 28461268 w 604"/>
              <a:gd name="T107" fmla="*/ 142406174 h 619"/>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604" h="619">
                <a:moveTo>
                  <a:pt x="250" y="251"/>
                </a:moveTo>
                <a:lnTo>
                  <a:pt x="250" y="251"/>
                </a:lnTo>
                <a:cubicBezTo>
                  <a:pt x="265" y="251"/>
                  <a:pt x="279" y="236"/>
                  <a:pt x="279" y="221"/>
                </a:cubicBezTo>
                <a:cubicBezTo>
                  <a:pt x="279" y="206"/>
                  <a:pt x="265" y="192"/>
                  <a:pt x="250" y="192"/>
                </a:cubicBezTo>
                <a:cubicBezTo>
                  <a:pt x="235" y="192"/>
                  <a:pt x="220" y="206"/>
                  <a:pt x="220" y="221"/>
                </a:cubicBezTo>
                <a:cubicBezTo>
                  <a:pt x="220" y="236"/>
                  <a:pt x="235" y="251"/>
                  <a:pt x="250" y="251"/>
                </a:cubicBezTo>
                <a:close/>
                <a:moveTo>
                  <a:pt x="132" y="251"/>
                </a:moveTo>
                <a:lnTo>
                  <a:pt x="132" y="251"/>
                </a:lnTo>
                <a:cubicBezTo>
                  <a:pt x="147" y="251"/>
                  <a:pt x="162" y="236"/>
                  <a:pt x="162" y="221"/>
                </a:cubicBezTo>
                <a:cubicBezTo>
                  <a:pt x="162" y="206"/>
                  <a:pt x="147" y="192"/>
                  <a:pt x="132" y="192"/>
                </a:cubicBezTo>
                <a:cubicBezTo>
                  <a:pt x="117" y="192"/>
                  <a:pt x="103" y="206"/>
                  <a:pt x="103" y="221"/>
                </a:cubicBezTo>
                <a:cubicBezTo>
                  <a:pt x="103" y="236"/>
                  <a:pt x="117" y="251"/>
                  <a:pt x="132" y="251"/>
                </a:cubicBezTo>
                <a:close/>
                <a:moveTo>
                  <a:pt x="367" y="251"/>
                </a:moveTo>
                <a:lnTo>
                  <a:pt x="367" y="251"/>
                </a:lnTo>
                <a:cubicBezTo>
                  <a:pt x="383" y="251"/>
                  <a:pt x="397" y="236"/>
                  <a:pt x="397" y="221"/>
                </a:cubicBezTo>
                <a:cubicBezTo>
                  <a:pt x="397" y="206"/>
                  <a:pt x="383" y="192"/>
                  <a:pt x="367" y="192"/>
                </a:cubicBezTo>
                <a:cubicBezTo>
                  <a:pt x="353" y="192"/>
                  <a:pt x="338" y="206"/>
                  <a:pt x="338" y="221"/>
                </a:cubicBezTo>
                <a:cubicBezTo>
                  <a:pt x="338" y="236"/>
                  <a:pt x="353" y="251"/>
                  <a:pt x="367" y="251"/>
                </a:cubicBezTo>
                <a:close/>
                <a:moveTo>
                  <a:pt x="530" y="177"/>
                </a:moveTo>
                <a:lnTo>
                  <a:pt x="530" y="177"/>
                </a:lnTo>
                <a:lnTo>
                  <a:pt x="530" y="192"/>
                </a:lnTo>
                <a:cubicBezTo>
                  <a:pt x="530" y="206"/>
                  <a:pt x="530" y="221"/>
                  <a:pt x="530" y="221"/>
                </a:cubicBezTo>
                <a:cubicBezTo>
                  <a:pt x="559" y="265"/>
                  <a:pt x="574" y="295"/>
                  <a:pt x="574" y="339"/>
                </a:cubicBezTo>
                <a:cubicBezTo>
                  <a:pt x="574" y="398"/>
                  <a:pt x="530" y="457"/>
                  <a:pt x="471" y="501"/>
                </a:cubicBezTo>
                <a:cubicBezTo>
                  <a:pt x="471" y="560"/>
                  <a:pt x="471" y="560"/>
                  <a:pt x="471" y="560"/>
                </a:cubicBezTo>
                <a:cubicBezTo>
                  <a:pt x="397" y="516"/>
                  <a:pt x="397" y="516"/>
                  <a:pt x="397" y="516"/>
                </a:cubicBezTo>
                <a:cubicBezTo>
                  <a:pt x="383" y="530"/>
                  <a:pt x="367" y="530"/>
                  <a:pt x="353" y="530"/>
                </a:cubicBezTo>
                <a:cubicBezTo>
                  <a:pt x="309" y="530"/>
                  <a:pt x="279" y="516"/>
                  <a:pt x="235" y="486"/>
                </a:cubicBezTo>
                <a:cubicBezTo>
                  <a:pt x="220" y="486"/>
                  <a:pt x="220" y="486"/>
                  <a:pt x="206" y="486"/>
                </a:cubicBezTo>
                <a:cubicBezTo>
                  <a:pt x="191" y="486"/>
                  <a:pt x="191" y="486"/>
                  <a:pt x="176" y="486"/>
                </a:cubicBezTo>
                <a:cubicBezTo>
                  <a:pt x="235" y="530"/>
                  <a:pt x="279" y="560"/>
                  <a:pt x="353" y="560"/>
                </a:cubicBezTo>
                <a:cubicBezTo>
                  <a:pt x="367" y="560"/>
                  <a:pt x="383" y="560"/>
                  <a:pt x="397" y="560"/>
                </a:cubicBezTo>
                <a:cubicBezTo>
                  <a:pt x="515" y="618"/>
                  <a:pt x="515" y="618"/>
                  <a:pt x="515" y="618"/>
                </a:cubicBezTo>
                <a:cubicBezTo>
                  <a:pt x="515" y="516"/>
                  <a:pt x="515" y="516"/>
                  <a:pt x="515" y="516"/>
                </a:cubicBezTo>
                <a:cubicBezTo>
                  <a:pt x="574" y="471"/>
                  <a:pt x="603" y="413"/>
                  <a:pt x="603" y="339"/>
                </a:cubicBezTo>
                <a:cubicBezTo>
                  <a:pt x="603" y="280"/>
                  <a:pt x="574" y="221"/>
                  <a:pt x="530" y="177"/>
                </a:cubicBezTo>
                <a:close/>
                <a:moveTo>
                  <a:pt x="191" y="442"/>
                </a:moveTo>
                <a:lnTo>
                  <a:pt x="191" y="442"/>
                </a:lnTo>
                <a:cubicBezTo>
                  <a:pt x="206" y="442"/>
                  <a:pt x="235" y="442"/>
                  <a:pt x="250" y="442"/>
                </a:cubicBezTo>
                <a:cubicBezTo>
                  <a:pt x="397" y="442"/>
                  <a:pt x="485" y="339"/>
                  <a:pt x="485" y="221"/>
                </a:cubicBezTo>
                <a:cubicBezTo>
                  <a:pt x="485" y="88"/>
                  <a:pt x="367" y="0"/>
                  <a:pt x="250" y="0"/>
                </a:cubicBezTo>
                <a:cubicBezTo>
                  <a:pt x="117" y="0"/>
                  <a:pt x="0" y="88"/>
                  <a:pt x="0" y="221"/>
                </a:cubicBezTo>
                <a:cubicBezTo>
                  <a:pt x="0" y="295"/>
                  <a:pt x="29" y="354"/>
                  <a:pt x="73" y="398"/>
                </a:cubicBezTo>
                <a:cubicBezTo>
                  <a:pt x="73" y="501"/>
                  <a:pt x="73" y="501"/>
                  <a:pt x="73" y="501"/>
                </a:cubicBezTo>
                <a:lnTo>
                  <a:pt x="191" y="442"/>
                </a:lnTo>
                <a:close/>
                <a:moveTo>
                  <a:pt x="44" y="221"/>
                </a:moveTo>
                <a:lnTo>
                  <a:pt x="44" y="221"/>
                </a:lnTo>
                <a:cubicBezTo>
                  <a:pt x="44" y="118"/>
                  <a:pt x="132" y="30"/>
                  <a:pt x="250" y="30"/>
                </a:cubicBezTo>
                <a:cubicBezTo>
                  <a:pt x="353" y="30"/>
                  <a:pt x="456" y="118"/>
                  <a:pt x="456" y="221"/>
                </a:cubicBezTo>
                <a:cubicBezTo>
                  <a:pt x="456" y="324"/>
                  <a:pt x="367" y="413"/>
                  <a:pt x="250" y="413"/>
                </a:cubicBezTo>
                <a:cubicBezTo>
                  <a:pt x="235" y="413"/>
                  <a:pt x="206" y="413"/>
                  <a:pt x="191" y="398"/>
                </a:cubicBezTo>
                <a:cubicBezTo>
                  <a:pt x="117" y="442"/>
                  <a:pt x="117" y="442"/>
                  <a:pt x="117" y="442"/>
                </a:cubicBezTo>
                <a:cubicBezTo>
                  <a:pt x="117" y="383"/>
                  <a:pt x="117" y="383"/>
                  <a:pt x="117" y="383"/>
                </a:cubicBezTo>
                <a:cubicBezTo>
                  <a:pt x="73" y="339"/>
                  <a:pt x="44" y="280"/>
                  <a:pt x="44" y="22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8" name="稻壳儿小白白(http://dwz.cn/Wu2UP)"/>
          <p:cNvSpPr/>
          <p:nvPr/>
        </p:nvSpPr>
        <p:spPr>
          <a:xfrm>
            <a:off x="3612123" y="3922164"/>
            <a:ext cx="552069" cy="536639"/>
          </a:xfrm>
          <a:custGeom>
            <a:avLst/>
            <a:gdLst>
              <a:gd name="T0" fmla="*/ 210622644 w 634"/>
              <a:gd name="T1" fmla="*/ 152071810 h 619"/>
              <a:gd name="T2" fmla="*/ 210622644 w 634"/>
              <a:gd name="T3" fmla="*/ 152071810 h 619"/>
              <a:gd name="T4" fmla="*/ 182020226 w 634"/>
              <a:gd name="T5" fmla="*/ 170758491 h 619"/>
              <a:gd name="T6" fmla="*/ 210622644 w 634"/>
              <a:gd name="T7" fmla="*/ 199110808 h 619"/>
              <a:gd name="T8" fmla="*/ 230124696 w 634"/>
              <a:gd name="T9" fmla="*/ 170758491 h 619"/>
              <a:gd name="T10" fmla="*/ 210622644 w 634"/>
              <a:gd name="T11" fmla="*/ 152071810 h 619"/>
              <a:gd name="T12" fmla="*/ 105311725 w 634"/>
              <a:gd name="T13" fmla="*/ 152071810 h 619"/>
              <a:gd name="T14" fmla="*/ 105311725 w 634"/>
              <a:gd name="T15" fmla="*/ 152071810 h 619"/>
              <a:gd name="T16" fmla="*/ 76708501 w 634"/>
              <a:gd name="T17" fmla="*/ 170758491 h 619"/>
              <a:gd name="T18" fmla="*/ 105311725 w 634"/>
              <a:gd name="T19" fmla="*/ 199110808 h 619"/>
              <a:gd name="T20" fmla="*/ 134564803 w 634"/>
              <a:gd name="T21" fmla="*/ 170758491 h 619"/>
              <a:gd name="T22" fmla="*/ 105311725 w 634"/>
              <a:gd name="T23" fmla="*/ 152071810 h 619"/>
              <a:gd name="T24" fmla="*/ 210622644 w 634"/>
              <a:gd name="T25" fmla="*/ 0 h 619"/>
              <a:gd name="T26" fmla="*/ 210622644 w 634"/>
              <a:gd name="T27" fmla="*/ 0 h 619"/>
              <a:gd name="T28" fmla="*/ 0 w 634"/>
              <a:gd name="T29" fmla="*/ 170758491 h 619"/>
              <a:gd name="T30" fmla="*/ 76708501 w 634"/>
              <a:gd name="T31" fmla="*/ 313163863 h 619"/>
              <a:gd name="T32" fmla="*/ 76708501 w 634"/>
              <a:gd name="T33" fmla="*/ 398220813 h 619"/>
              <a:gd name="T34" fmla="*/ 172268394 w 634"/>
              <a:gd name="T35" fmla="*/ 351181815 h 619"/>
              <a:gd name="T36" fmla="*/ 210622644 w 634"/>
              <a:gd name="T37" fmla="*/ 351181815 h 619"/>
              <a:gd name="T38" fmla="*/ 411495069 w 634"/>
              <a:gd name="T39" fmla="*/ 170758491 h 619"/>
              <a:gd name="T40" fmla="*/ 210622644 w 634"/>
              <a:gd name="T41" fmla="*/ 0 h 619"/>
              <a:gd name="T42" fmla="*/ 210622644 w 634"/>
              <a:gd name="T43" fmla="*/ 322829498 h 619"/>
              <a:gd name="T44" fmla="*/ 210622644 w 634"/>
              <a:gd name="T45" fmla="*/ 322829498 h 619"/>
              <a:gd name="T46" fmla="*/ 163168028 w 634"/>
              <a:gd name="T47" fmla="*/ 322829498 h 619"/>
              <a:gd name="T48" fmla="*/ 105311725 w 634"/>
              <a:gd name="T49" fmla="*/ 360847451 h 619"/>
              <a:gd name="T50" fmla="*/ 105311725 w 634"/>
              <a:gd name="T51" fmla="*/ 294477181 h 619"/>
              <a:gd name="T52" fmla="*/ 28603224 w 634"/>
              <a:gd name="T53" fmla="*/ 170758491 h 619"/>
              <a:gd name="T54" fmla="*/ 210622644 w 634"/>
              <a:gd name="T55" fmla="*/ 19331271 h 619"/>
              <a:gd name="T56" fmla="*/ 382891844 w 634"/>
              <a:gd name="T57" fmla="*/ 170758491 h 619"/>
              <a:gd name="T58" fmla="*/ 210622644 w 634"/>
              <a:gd name="T59" fmla="*/ 322829498 h 619"/>
              <a:gd name="T60" fmla="*/ 306183343 w 634"/>
              <a:gd name="T61" fmla="*/ 152071810 h 619"/>
              <a:gd name="T62" fmla="*/ 306183343 w 634"/>
              <a:gd name="T63" fmla="*/ 152071810 h 619"/>
              <a:gd name="T64" fmla="*/ 287331145 w 634"/>
              <a:gd name="T65" fmla="*/ 170758491 h 619"/>
              <a:gd name="T66" fmla="*/ 306183343 w 634"/>
              <a:gd name="T67" fmla="*/ 199110808 h 619"/>
              <a:gd name="T68" fmla="*/ 335436421 w 634"/>
              <a:gd name="T69" fmla="*/ 170758491 h 619"/>
              <a:gd name="T70" fmla="*/ 306183343 w 634"/>
              <a:gd name="T71" fmla="*/ 152071810 h 619"/>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634" h="619">
                <a:moveTo>
                  <a:pt x="324" y="236"/>
                </a:moveTo>
                <a:lnTo>
                  <a:pt x="324" y="236"/>
                </a:lnTo>
                <a:cubicBezTo>
                  <a:pt x="295" y="236"/>
                  <a:pt x="280" y="251"/>
                  <a:pt x="280" y="265"/>
                </a:cubicBezTo>
                <a:cubicBezTo>
                  <a:pt x="280" y="295"/>
                  <a:pt x="295" y="309"/>
                  <a:pt x="324" y="309"/>
                </a:cubicBezTo>
                <a:cubicBezTo>
                  <a:pt x="339" y="309"/>
                  <a:pt x="354" y="295"/>
                  <a:pt x="354" y="265"/>
                </a:cubicBezTo>
                <a:cubicBezTo>
                  <a:pt x="354" y="251"/>
                  <a:pt x="339" y="236"/>
                  <a:pt x="324" y="236"/>
                </a:cubicBezTo>
                <a:close/>
                <a:moveTo>
                  <a:pt x="162" y="236"/>
                </a:moveTo>
                <a:lnTo>
                  <a:pt x="162" y="236"/>
                </a:lnTo>
                <a:cubicBezTo>
                  <a:pt x="148" y="236"/>
                  <a:pt x="118" y="251"/>
                  <a:pt x="118" y="265"/>
                </a:cubicBezTo>
                <a:cubicBezTo>
                  <a:pt x="118" y="295"/>
                  <a:pt x="148" y="309"/>
                  <a:pt x="162" y="309"/>
                </a:cubicBezTo>
                <a:cubicBezTo>
                  <a:pt x="177" y="309"/>
                  <a:pt x="207" y="295"/>
                  <a:pt x="207" y="265"/>
                </a:cubicBezTo>
                <a:cubicBezTo>
                  <a:pt x="207" y="251"/>
                  <a:pt x="177" y="236"/>
                  <a:pt x="162" y="236"/>
                </a:cubicBezTo>
                <a:close/>
                <a:moveTo>
                  <a:pt x="324" y="0"/>
                </a:moveTo>
                <a:lnTo>
                  <a:pt x="324" y="0"/>
                </a:lnTo>
                <a:cubicBezTo>
                  <a:pt x="148" y="0"/>
                  <a:pt x="0" y="118"/>
                  <a:pt x="0" y="265"/>
                </a:cubicBezTo>
                <a:cubicBezTo>
                  <a:pt x="0" y="354"/>
                  <a:pt x="44" y="427"/>
                  <a:pt x="118" y="486"/>
                </a:cubicBezTo>
                <a:cubicBezTo>
                  <a:pt x="118" y="618"/>
                  <a:pt x="118" y="618"/>
                  <a:pt x="118" y="618"/>
                </a:cubicBezTo>
                <a:cubicBezTo>
                  <a:pt x="265" y="545"/>
                  <a:pt x="265" y="545"/>
                  <a:pt x="265" y="545"/>
                </a:cubicBezTo>
                <a:cubicBezTo>
                  <a:pt x="280" y="545"/>
                  <a:pt x="295" y="545"/>
                  <a:pt x="324" y="545"/>
                </a:cubicBezTo>
                <a:cubicBezTo>
                  <a:pt x="486" y="545"/>
                  <a:pt x="633" y="427"/>
                  <a:pt x="633" y="265"/>
                </a:cubicBezTo>
                <a:cubicBezTo>
                  <a:pt x="633" y="118"/>
                  <a:pt x="486" y="0"/>
                  <a:pt x="324" y="0"/>
                </a:cubicBezTo>
                <a:close/>
                <a:moveTo>
                  <a:pt x="324" y="501"/>
                </a:moveTo>
                <a:lnTo>
                  <a:pt x="324" y="501"/>
                </a:lnTo>
                <a:cubicBezTo>
                  <a:pt x="295" y="501"/>
                  <a:pt x="280" y="501"/>
                  <a:pt x="251" y="501"/>
                </a:cubicBezTo>
                <a:cubicBezTo>
                  <a:pt x="162" y="560"/>
                  <a:pt x="162" y="560"/>
                  <a:pt x="162" y="560"/>
                </a:cubicBezTo>
                <a:cubicBezTo>
                  <a:pt x="162" y="457"/>
                  <a:pt x="162" y="457"/>
                  <a:pt x="162" y="457"/>
                </a:cubicBezTo>
                <a:cubicBezTo>
                  <a:pt x="89" y="427"/>
                  <a:pt x="44" y="354"/>
                  <a:pt x="44" y="265"/>
                </a:cubicBezTo>
                <a:cubicBezTo>
                  <a:pt x="44" y="133"/>
                  <a:pt x="162" y="30"/>
                  <a:pt x="324" y="30"/>
                </a:cubicBezTo>
                <a:cubicBezTo>
                  <a:pt x="471" y="30"/>
                  <a:pt x="589" y="133"/>
                  <a:pt x="589" y="265"/>
                </a:cubicBezTo>
                <a:cubicBezTo>
                  <a:pt x="589" y="398"/>
                  <a:pt x="471" y="501"/>
                  <a:pt x="324" y="501"/>
                </a:cubicBezTo>
                <a:close/>
                <a:moveTo>
                  <a:pt x="471" y="236"/>
                </a:moveTo>
                <a:lnTo>
                  <a:pt x="471" y="236"/>
                </a:lnTo>
                <a:cubicBezTo>
                  <a:pt x="457" y="236"/>
                  <a:pt x="442" y="251"/>
                  <a:pt x="442" y="265"/>
                </a:cubicBezTo>
                <a:cubicBezTo>
                  <a:pt x="442" y="295"/>
                  <a:pt x="457" y="309"/>
                  <a:pt x="471" y="309"/>
                </a:cubicBezTo>
                <a:cubicBezTo>
                  <a:pt x="501" y="309"/>
                  <a:pt x="516" y="295"/>
                  <a:pt x="516" y="265"/>
                </a:cubicBezTo>
                <a:cubicBezTo>
                  <a:pt x="516" y="251"/>
                  <a:pt x="501" y="236"/>
                  <a:pt x="471" y="236"/>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29" name="稻壳儿小白白(http://dwz.cn/Wu2UP)"/>
          <p:cNvSpPr/>
          <p:nvPr/>
        </p:nvSpPr>
        <p:spPr>
          <a:xfrm>
            <a:off x="2732584" y="3922164"/>
            <a:ext cx="550355" cy="536639"/>
          </a:xfrm>
          <a:custGeom>
            <a:avLst/>
            <a:gdLst>
              <a:gd name="T0" fmla="*/ 266168904 w 634"/>
              <a:gd name="T1" fmla="*/ 208776444 h 619"/>
              <a:gd name="T2" fmla="*/ 266168904 w 634"/>
              <a:gd name="T3" fmla="*/ 208776444 h 619"/>
              <a:gd name="T4" fmla="*/ 142129237 w 634"/>
              <a:gd name="T5" fmla="*/ 208776444 h 619"/>
              <a:gd name="T6" fmla="*/ 123393439 w 634"/>
              <a:gd name="T7" fmla="*/ 228106912 h 619"/>
              <a:gd name="T8" fmla="*/ 142129237 w 634"/>
              <a:gd name="T9" fmla="*/ 237128761 h 619"/>
              <a:gd name="T10" fmla="*/ 266168904 w 634"/>
              <a:gd name="T11" fmla="*/ 237128761 h 619"/>
              <a:gd name="T12" fmla="*/ 275213689 w 634"/>
              <a:gd name="T13" fmla="*/ 228106912 h 619"/>
              <a:gd name="T14" fmla="*/ 266168904 w 634"/>
              <a:gd name="T15" fmla="*/ 208776444 h 619"/>
              <a:gd name="T16" fmla="*/ 294594913 w 634"/>
              <a:gd name="T17" fmla="*/ 132740539 h 619"/>
              <a:gd name="T18" fmla="*/ 294594913 w 634"/>
              <a:gd name="T19" fmla="*/ 132740539 h 619"/>
              <a:gd name="T20" fmla="*/ 113703229 w 634"/>
              <a:gd name="T21" fmla="*/ 132740539 h 619"/>
              <a:gd name="T22" fmla="*/ 104658444 w 634"/>
              <a:gd name="T23" fmla="*/ 152071810 h 619"/>
              <a:gd name="T24" fmla="*/ 113703229 w 634"/>
              <a:gd name="T25" fmla="*/ 161736643 h 619"/>
              <a:gd name="T26" fmla="*/ 294594913 w 634"/>
              <a:gd name="T27" fmla="*/ 161736643 h 619"/>
              <a:gd name="T28" fmla="*/ 304285122 w 634"/>
              <a:gd name="T29" fmla="*/ 152071810 h 619"/>
              <a:gd name="T30" fmla="*/ 294594913 w 634"/>
              <a:gd name="T31" fmla="*/ 132740539 h 619"/>
              <a:gd name="T32" fmla="*/ 199626678 w 634"/>
              <a:gd name="T33" fmla="*/ 0 h 619"/>
              <a:gd name="T34" fmla="*/ 199626678 w 634"/>
              <a:gd name="T35" fmla="*/ 0 h 619"/>
              <a:gd name="T36" fmla="*/ 0 w 634"/>
              <a:gd name="T37" fmla="*/ 170758491 h 619"/>
              <a:gd name="T38" fmla="*/ 75587011 w 634"/>
              <a:gd name="T39" fmla="*/ 313163863 h 619"/>
              <a:gd name="T40" fmla="*/ 75587011 w 634"/>
              <a:gd name="T41" fmla="*/ 398220813 h 619"/>
              <a:gd name="T42" fmla="*/ 161510460 w 634"/>
              <a:gd name="T43" fmla="*/ 351181815 h 619"/>
              <a:gd name="T44" fmla="*/ 199626678 w 634"/>
              <a:gd name="T45" fmla="*/ 351181815 h 619"/>
              <a:gd name="T46" fmla="*/ 408943566 w 634"/>
              <a:gd name="T47" fmla="*/ 170758491 h 619"/>
              <a:gd name="T48" fmla="*/ 199626678 w 634"/>
              <a:gd name="T49" fmla="*/ 0 h 619"/>
              <a:gd name="T50" fmla="*/ 199626678 w 634"/>
              <a:gd name="T51" fmla="*/ 322829498 h 619"/>
              <a:gd name="T52" fmla="*/ 199626678 w 634"/>
              <a:gd name="T53" fmla="*/ 322829498 h 619"/>
              <a:gd name="T54" fmla="*/ 161510460 w 634"/>
              <a:gd name="T55" fmla="*/ 322829498 h 619"/>
              <a:gd name="T56" fmla="*/ 104658444 w 634"/>
              <a:gd name="T57" fmla="*/ 360847451 h 619"/>
              <a:gd name="T58" fmla="*/ 104658444 w 634"/>
              <a:gd name="T59" fmla="*/ 294477181 h 619"/>
              <a:gd name="T60" fmla="*/ 28426008 w 634"/>
              <a:gd name="T61" fmla="*/ 170758491 h 619"/>
              <a:gd name="T62" fmla="*/ 199626678 w 634"/>
              <a:gd name="T63" fmla="*/ 19331271 h 619"/>
              <a:gd name="T64" fmla="*/ 379872133 w 634"/>
              <a:gd name="T65" fmla="*/ 170758491 h 619"/>
              <a:gd name="T66" fmla="*/ 199626678 w 634"/>
              <a:gd name="T67" fmla="*/ 322829498 h 619"/>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634" h="619">
                <a:moveTo>
                  <a:pt x="412" y="324"/>
                </a:moveTo>
                <a:lnTo>
                  <a:pt x="412" y="324"/>
                </a:lnTo>
                <a:cubicBezTo>
                  <a:pt x="220" y="324"/>
                  <a:pt x="220" y="324"/>
                  <a:pt x="220" y="324"/>
                </a:cubicBezTo>
                <a:cubicBezTo>
                  <a:pt x="206" y="324"/>
                  <a:pt x="191" y="339"/>
                  <a:pt x="191" y="354"/>
                </a:cubicBezTo>
                <a:cubicBezTo>
                  <a:pt x="191" y="354"/>
                  <a:pt x="206" y="368"/>
                  <a:pt x="220" y="368"/>
                </a:cubicBezTo>
                <a:cubicBezTo>
                  <a:pt x="412" y="368"/>
                  <a:pt x="412" y="368"/>
                  <a:pt x="412" y="368"/>
                </a:cubicBezTo>
                <a:cubicBezTo>
                  <a:pt x="426" y="368"/>
                  <a:pt x="426" y="354"/>
                  <a:pt x="426" y="354"/>
                </a:cubicBezTo>
                <a:cubicBezTo>
                  <a:pt x="426" y="339"/>
                  <a:pt x="426" y="324"/>
                  <a:pt x="412" y="324"/>
                </a:cubicBezTo>
                <a:close/>
                <a:moveTo>
                  <a:pt x="456" y="206"/>
                </a:moveTo>
                <a:lnTo>
                  <a:pt x="456" y="206"/>
                </a:lnTo>
                <a:cubicBezTo>
                  <a:pt x="176" y="206"/>
                  <a:pt x="176" y="206"/>
                  <a:pt x="176" y="206"/>
                </a:cubicBezTo>
                <a:cubicBezTo>
                  <a:pt x="162" y="206"/>
                  <a:pt x="162" y="221"/>
                  <a:pt x="162" y="236"/>
                </a:cubicBezTo>
                <a:cubicBezTo>
                  <a:pt x="162" y="236"/>
                  <a:pt x="162" y="251"/>
                  <a:pt x="176" y="251"/>
                </a:cubicBezTo>
                <a:cubicBezTo>
                  <a:pt x="456" y="251"/>
                  <a:pt x="456" y="251"/>
                  <a:pt x="456" y="251"/>
                </a:cubicBezTo>
                <a:lnTo>
                  <a:pt x="471" y="236"/>
                </a:lnTo>
                <a:cubicBezTo>
                  <a:pt x="471" y="221"/>
                  <a:pt x="456" y="206"/>
                  <a:pt x="456" y="206"/>
                </a:cubicBezTo>
                <a:close/>
                <a:moveTo>
                  <a:pt x="309" y="0"/>
                </a:moveTo>
                <a:lnTo>
                  <a:pt x="309" y="0"/>
                </a:lnTo>
                <a:cubicBezTo>
                  <a:pt x="147" y="0"/>
                  <a:pt x="0" y="118"/>
                  <a:pt x="0" y="265"/>
                </a:cubicBezTo>
                <a:cubicBezTo>
                  <a:pt x="0" y="354"/>
                  <a:pt x="44" y="427"/>
                  <a:pt x="117" y="486"/>
                </a:cubicBezTo>
                <a:cubicBezTo>
                  <a:pt x="117" y="618"/>
                  <a:pt x="117" y="618"/>
                  <a:pt x="117" y="618"/>
                </a:cubicBezTo>
                <a:cubicBezTo>
                  <a:pt x="250" y="545"/>
                  <a:pt x="250" y="545"/>
                  <a:pt x="250" y="545"/>
                </a:cubicBezTo>
                <a:cubicBezTo>
                  <a:pt x="279" y="545"/>
                  <a:pt x="294" y="545"/>
                  <a:pt x="309" y="545"/>
                </a:cubicBezTo>
                <a:cubicBezTo>
                  <a:pt x="485" y="545"/>
                  <a:pt x="633" y="427"/>
                  <a:pt x="633" y="265"/>
                </a:cubicBezTo>
                <a:cubicBezTo>
                  <a:pt x="633" y="118"/>
                  <a:pt x="485" y="0"/>
                  <a:pt x="309" y="0"/>
                </a:cubicBezTo>
                <a:close/>
                <a:moveTo>
                  <a:pt x="309" y="501"/>
                </a:moveTo>
                <a:lnTo>
                  <a:pt x="309" y="501"/>
                </a:lnTo>
                <a:cubicBezTo>
                  <a:pt x="294" y="501"/>
                  <a:pt x="265" y="501"/>
                  <a:pt x="250" y="501"/>
                </a:cubicBezTo>
                <a:cubicBezTo>
                  <a:pt x="162" y="560"/>
                  <a:pt x="162" y="560"/>
                  <a:pt x="162" y="560"/>
                </a:cubicBezTo>
                <a:cubicBezTo>
                  <a:pt x="162" y="457"/>
                  <a:pt x="162" y="457"/>
                  <a:pt x="162" y="457"/>
                </a:cubicBezTo>
                <a:cubicBezTo>
                  <a:pt x="88" y="427"/>
                  <a:pt x="44" y="354"/>
                  <a:pt x="44" y="265"/>
                </a:cubicBezTo>
                <a:cubicBezTo>
                  <a:pt x="44" y="133"/>
                  <a:pt x="162" y="30"/>
                  <a:pt x="309" y="30"/>
                </a:cubicBezTo>
                <a:cubicBezTo>
                  <a:pt x="471" y="30"/>
                  <a:pt x="588" y="133"/>
                  <a:pt x="588" y="265"/>
                </a:cubicBezTo>
                <a:cubicBezTo>
                  <a:pt x="588" y="398"/>
                  <a:pt x="471" y="501"/>
                  <a:pt x="309" y="50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0" name="稻壳儿小白白(http://dwz.cn/Wu2UP)"/>
          <p:cNvSpPr/>
          <p:nvPr/>
        </p:nvSpPr>
        <p:spPr>
          <a:xfrm>
            <a:off x="1847902" y="3922164"/>
            <a:ext cx="534924" cy="536639"/>
          </a:xfrm>
          <a:custGeom>
            <a:avLst/>
            <a:gdLst>
              <a:gd name="T0" fmla="*/ 197839943 w 619"/>
              <a:gd name="T1" fmla="*/ 0 h 619"/>
              <a:gd name="T2" fmla="*/ 197839943 w 619"/>
              <a:gd name="T3" fmla="*/ 0 h 619"/>
              <a:gd name="T4" fmla="*/ 0 w 619"/>
              <a:gd name="T5" fmla="*/ 170758491 h 619"/>
              <a:gd name="T6" fmla="*/ 75550453 w 619"/>
              <a:gd name="T7" fmla="*/ 313163863 h 619"/>
              <a:gd name="T8" fmla="*/ 75550453 w 619"/>
              <a:gd name="T9" fmla="*/ 398220813 h 619"/>
              <a:gd name="T10" fmla="*/ 160064317 w 619"/>
              <a:gd name="T11" fmla="*/ 351181815 h 619"/>
              <a:gd name="T12" fmla="*/ 197839943 w 619"/>
              <a:gd name="T13" fmla="*/ 351181815 h 619"/>
              <a:gd name="T14" fmla="*/ 395679887 w 619"/>
              <a:gd name="T15" fmla="*/ 170758491 h 619"/>
              <a:gd name="T16" fmla="*/ 197839943 w 619"/>
              <a:gd name="T17" fmla="*/ 0 h 619"/>
              <a:gd name="T18" fmla="*/ 197839943 w 619"/>
              <a:gd name="T19" fmla="*/ 322829498 h 619"/>
              <a:gd name="T20" fmla="*/ 197839943 w 619"/>
              <a:gd name="T21" fmla="*/ 322829498 h 619"/>
              <a:gd name="T22" fmla="*/ 150460778 w 619"/>
              <a:gd name="T23" fmla="*/ 322829498 h 619"/>
              <a:gd name="T24" fmla="*/ 94118202 w 619"/>
              <a:gd name="T25" fmla="*/ 360847451 h 619"/>
              <a:gd name="T26" fmla="*/ 94118202 w 619"/>
              <a:gd name="T27" fmla="*/ 294477181 h 619"/>
              <a:gd name="T28" fmla="*/ 18567749 w 619"/>
              <a:gd name="T29" fmla="*/ 170758491 h 619"/>
              <a:gd name="T30" fmla="*/ 197839943 w 619"/>
              <a:gd name="T31" fmla="*/ 19331271 h 619"/>
              <a:gd name="T32" fmla="*/ 377112138 w 619"/>
              <a:gd name="T33" fmla="*/ 170758491 h 619"/>
              <a:gd name="T34" fmla="*/ 197839943 w 619"/>
              <a:gd name="T35" fmla="*/ 322829498 h 61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619" h="619">
                <a:moveTo>
                  <a:pt x="309" y="0"/>
                </a:moveTo>
                <a:lnTo>
                  <a:pt x="309" y="0"/>
                </a:lnTo>
                <a:cubicBezTo>
                  <a:pt x="132" y="0"/>
                  <a:pt x="0" y="118"/>
                  <a:pt x="0" y="265"/>
                </a:cubicBezTo>
                <a:cubicBezTo>
                  <a:pt x="0" y="354"/>
                  <a:pt x="44" y="427"/>
                  <a:pt x="118" y="486"/>
                </a:cubicBezTo>
                <a:cubicBezTo>
                  <a:pt x="118" y="618"/>
                  <a:pt x="118" y="618"/>
                  <a:pt x="118" y="618"/>
                </a:cubicBezTo>
                <a:cubicBezTo>
                  <a:pt x="250" y="545"/>
                  <a:pt x="250" y="545"/>
                  <a:pt x="250" y="545"/>
                </a:cubicBezTo>
                <a:cubicBezTo>
                  <a:pt x="265" y="545"/>
                  <a:pt x="294" y="545"/>
                  <a:pt x="309" y="545"/>
                </a:cubicBezTo>
                <a:cubicBezTo>
                  <a:pt x="486" y="545"/>
                  <a:pt x="618" y="427"/>
                  <a:pt x="618" y="265"/>
                </a:cubicBezTo>
                <a:cubicBezTo>
                  <a:pt x="618" y="118"/>
                  <a:pt x="486" y="0"/>
                  <a:pt x="309" y="0"/>
                </a:cubicBezTo>
                <a:close/>
                <a:moveTo>
                  <a:pt x="309" y="501"/>
                </a:moveTo>
                <a:lnTo>
                  <a:pt x="309" y="501"/>
                </a:lnTo>
                <a:cubicBezTo>
                  <a:pt x="280" y="501"/>
                  <a:pt x="265" y="501"/>
                  <a:pt x="235" y="501"/>
                </a:cubicBezTo>
                <a:cubicBezTo>
                  <a:pt x="147" y="560"/>
                  <a:pt x="147" y="560"/>
                  <a:pt x="147" y="560"/>
                </a:cubicBezTo>
                <a:cubicBezTo>
                  <a:pt x="147" y="457"/>
                  <a:pt x="147" y="457"/>
                  <a:pt x="147" y="457"/>
                </a:cubicBezTo>
                <a:cubicBezTo>
                  <a:pt x="73" y="427"/>
                  <a:pt x="29" y="354"/>
                  <a:pt x="29" y="265"/>
                </a:cubicBezTo>
                <a:cubicBezTo>
                  <a:pt x="29" y="133"/>
                  <a:pt x="162" y="30"/>
                  <a:pt x="309" y="30"/>
                </a:cubicBezTo>
                <a:cubicBezTo>
                  <a:pt x="456" y="30"/>
                  <a:pt x="589" y="133"/>
                  <a:pt x="589" y="265"/>
                </a:cubicBezTo>
                <a:cubicBezTo>
                  <a:pt x="589" y="398"/>
                  <a:pt x="456" y="501"/>
                  <a:pt x="309" y="50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1" name="稻壳儿小白白(http://dwz.cn/Wu2UP)"/>
          <p:cNvSpPr/>
          <p:nvPr/>
        </p:nvSpPr>
        <p:spPr>
          <a:xfrm>
            <a:off x="9844330" y="3131780"/>
            <a:ext cx="485204" cy="344614"/>
          </a:xfrm>
          <a:custGeom>
            <a:avLst/>
            <a:gdLst>
              <a:gd name="T0" fmla="*/ 28859342 w 561"/>
              <a:gd name="T1" fmla="*/ 207852792 h 399"/>
              <a:gd name="T2" fmla="*/ 28859342 w 561"/>
              <a:gd name="T3" fmla="*/ 207852792 h 399"/>
              <a:gd name="T4" fmla="*/ 0 w 561"/>
              <a:gd name="T5" fmla="*/ 226399824 h 399"/>
              <a:gd name="T6" fmla="*/ 28859342 w 561"/>
              <a:gd name="T7" fmla="*/ 254539459 h 399"/>
              <a:gd name="T8" fmla="*/ 57077222 w 561"/>
              <a:gd name="T9" fmla="*/ 226399824 h 399"/>
              <a:gd name="T10" fmla="*/ 28859342 w 561"/>
              <a:gd name="T11" fmla="*/ 207852792 h 399"/>
              <a:gd name="T12" fmla="*/ 28859342 w 561"/>
              <a:gd name="T13" fmla="*/ 103606509 h 399"/>
              <a:gd name="T14" fmla="*/ 28859342 w 561"/>
              <a:gd name="T15" fmla="*/ 103606509 h 399"/>
              <a:gd name="T16" fmla="*/ 0 w 561"/>
              <a:gd name="T17" fmla="*/ 132385917 h 399"/>
              <a:gd name="T18" fmla="*/ 28859342 w 561"/>
              <a:gd name="T19" fmla="*/ 150932949 h 399"/>
              <a:gd name="T20" fmla="*/ 57077222 w 561"/>
              <a:gd name="T21" fmla="*/ 132385917 h 399"/>
              <a:gd name="T22" fmla="*/ 28859342 w 561"/>
              <a:gd name="T23" fmla="*/ 103606509 h 399"/>
              <a:gd name="T24" fmla="*/ 339899893 w 561"/>
              <a:gd name="T25" fmla="*/ 113199912 h 399"/>
              <a:gd name="T26" fmla="*/ 339899893 w 561"/>
              <a:gd name="T27" fmla="*/ 113199912 h 399"/>
              <a:gd name="T28" fmla="*/ 113513785 w 561"/>
              <a:gd name="T29" fmla="*/ 113199912 h 399"/>
              <a:gd name="T30" fmla="*/ 103894271 w 561"/>
              <a:gd name="T31" fmla="*/ 132385917 h 399"/>
              <a:gd name="T32" fmla="*/ 113513785 w 561"/>
              <a:gd name="T33" fmla="*/ 141339547 h 399"/>
              <a:gd name="T34" fmla="*/ 339899893 w 561"/>
              <a:gd name="T35" fmla="*/ 141339547 h 399"/>
              <a:gd name="T36" fmla="*/ 359139721 w 561"/>
              <a:gd name="T37" fmla="*/ 132385917 h 399"/>
              <a:gd name="T38" fmla="*/ 339899893 w 561"/>
              <a:gd name="T39" fmla="*/ 113199912 h 399"/>
              <a:gd name="T40" fmla="*/ 113513785 w 561"/>
              <a:gd name="T41" fmla="*/ 37733037 h 399"/>
              <a:gd name="T42" fmla="*/ 113513785 w 561"/>
              <a:gd name="T43" fmla="*/ 37733037 h 399"/>
              <a:gd name="T44" fmla="*/ 339899893 w 561"/>
              <a:gd name="T45" fmla="*/ 37733037 h 399"/>
              <a:gd name="T46" fmla="*/ 359139721 w 561"/>
              <a:gd name="T47" fmla="*/ 28779408 h 399"/>
              <a:gd name="T48" fmla="*/ 339899893 w 561"/>
              <a:gd name="T49" fmla="*/ 19186805 h 399"/>
              <a:gd name="T50" fmla="*/ 113513785 w 561"/>
              <a:gd name="T51" fmla="*/ 19186805 h 399"/>
              <a:gd name="T52" fmla="*/ 103894271 w 561"/>
              <a:gd name="T53" fmla="*/ 28779408 h 399"/>
              <a:gd name="T54" fmla="*/ 113513785 w 561"/>
              <a:gd name="T55" fmla="*/ 37733037 h 399"/>
              <a:gd name="T56" fmla="*/ 28859342 w 561"/>
              <a:gd name="T57" fmla="*/ 0 h 399"/>
              <a:gd name="T58" fmla="*/ 28859342 w 561"/>
              <a:gd name="T59" fmla="*/ 0 h 399"/>
              <a:gd name="T60" fmla="*/ 0 w 561"/>
              <a:gd name="T61" fmla="*/ 28779408 h 399"/>
              <a:gd name="T62" fmla="*/ 28859342 w 561"/>
              <a:gd name="T63" fmla="*/ 56919843 h 399"/>
              <a:gd name="T64" fmla="*/ 57077222 w 561"/>
              <a:gd name="T65" fmla="*/ 28779408 h 399"/>
              <a:gd name="T66" fmla="*/ 28859342 w 561"/>
              <a:gd name="T67" fmla="*/ 0 h 399"/>
              <a:gd name="T68" fmla="*/ 339899893 w 561"/>
              <a:gd name="T69" fmla="*/ 216806421 h 399"/>
              <a:gd name="T70" fmla="*/ 339899893 w 561"/>
              <a:gd name="T71" fmla="*/ 216806421 h 399"/>
              <a:gd name="T72" fmla="*/ 113513785 w 561"/>
              <a:gd name="T73" fmla="*/ 216806421 h 399"/>
              <a:gd name="T74" fmla="*/ 103894271 w 561"/>
              <a:gd name="T75" fmla="*/ 226399824 h 399"/>
              <a:gd name="T76" fmla="*/ 113513785 w 561"/>
              <a:gd name="T77" fmla="*/ 244946856 h 399"/>
              <a:gd name="T78" fmla="*/ 339899893 w 561"/>
              <a:gd name="T79" fmla="*/ 244946856 h 399"/>
              <a:gd name="T80" fmla="*/ 359139721 w 561"/>
              <a:gd name="T81" fmla="*/ 226399824 h 399"/>
              <a:gd name="T82" fmla="*/ 339899893 w 561"/>
              <a:gd name="T83" fmla="*/ 216806421 h 399"/>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561" h="399">
                <a:moveTo>
                  <a:pt x="45" y="325"/>
                </a:moveTo>
                <a:lnTo>
                  <a:pt x="45" y="325"/>
                </a:lnTo>
                <a:cubicBezTo>
                  <a:pt x="30" y="325"/>
                  <a:pt x="0" y="339"/>
                  <a:pt x="0" y="354"/>
                </a:cubicBezTo>
                <a:cubicBezTo>
                  <a:pt x="0" y="383"/>
                  <a:pt x="30" y="398"/>
                  <a:pt x="45" y="398"/>
                </a:cubicBezTo>
                <a:cubicBezTo>
                  <a:pt x="59" y="398"/>
                  <a:pt x="89" y="383"/>
                  <a:pt x="89" y="354"/>
                </a:cubicBezTo>
                <a:cubicBezTo>
                  <a:pt x="89" y="339"/>
                  <a:pt x="59" y="325"/>
                  <a:pt x="45" y="325"/>
                </a:cubicBezTo>
                <a:close/>
                <a:moveTo>
                  <a:pt x="45" y="162"/>
                </a:moveTo>
                <a:lnTo>
                  <a:pt x="45" y="162"/>
                </a:lnTo>
                <a:cubicBezTo>
                  <a:pt x="30" y="162"/>
                  <a:pt x="0" y="177"/>
                  <a:pt x="0" y="207"/>
                </a:cubicBezTo>
                <a:cubicBezTo>
                  <a:pt x="0" y="221"/>
                  <a:pt x="30" y="236"/>
                  <a:pt x="45" y="236"/>
                </a:cubicBezTo>
                <a:cubicBezTo>
                  <a:pt x="59" y="236"/>
                  <a:pt x="89" y="221"/>
                  <a:pt x="89" y="207"/>
                </a:cubicBezTo>
                <a:cubicBezTo>
                  <a:pt x="89" y="177"/>
                  <a:pt x="59" y="162"/>
                  <a:pt x="45" y="162"/>
                </a:cubicBezTo>
                <a:close/>
                <a:moveTo>
                  <a:pt x="530" y="177"/>
                </a:moveTo>
                <a:lnTo>
                  <a:pt x="530" y="177"/>
                </a:lnTo>
                <a:cubicBezTo>
                  <a:pt x="177" y="177"/>
                  <a:pt x="177" y="177"/>
                  <a:pt x="177" y="177"/>
                </a:cubicBezTo>
                <a:cubicBezTo>
                  <a:pt x="177" y="177"/>
                  <a:pt x="162" y="192"/>
                  <a:pt x="162" y="207"/>
                </a:cubicBezTo>
                <a:lnTo>
                  <a:pt x="177" y="221"/>
                </a:lnTo>
                <a:cubicBezTo>
                  <a:pt x="530" y="221"/>
                  <a:pt x="530" y="221"/>
                  <a:pt x="530" y="221"/>
                </a:cubicBezTo>
                <a:cubicBezTo>
                  <a:pt x="545" y="221"/>
                  <a:pt x="560" y="207"/>
                  <a:pt x="560" y="207"/>
                </a:cubicBezTo>
                <a:cubicBezTo>
                  <a:pt x="560" y="192"/>
                  <a:pt x="545" y="177"/>
                  <a:pt x="530" y="177"/>
                </a:cubicBezTo>
                <a:close/>
                <a:moveTo>
                  <a:pt x="177" y="59"/>
                </a:moveTo>
                <a:lnTo>
                  <a:pt x="177" y="59"/>
                </a:lnTo>
                <a:cubicBezTo>
                  <a:pt x="530" y="59"/>
                  <a:pt x="530" y="59"/>
                  <a:pt x="530" y="59"/>
                </a:cubicBezTo>
                <a:cubicBezTo>
                  <a:pt x="545" y="59"/>
                  <a:pt x="560" y="59"/>
                  <a:pt x="560" y="45"/>
                </a:cubicBezTo>
                <a:cubicBezTo>
                  <a:pt x="560" y="30"/>
                  <a:pt x="545" y="30"/>
                  <a:pt x="530" y="30"/>
                </a:cubicBezTo>
                <a:cubicBezTo>
                  <a:pt x="177" y="30"/>
                  <a:pt x="177" y="30"/>
                  <a:pt x="177" y="30"/>
                </a:cubicBezTo>
                <a:cubicBezTo>
                  <a:pt x="177" y="30"/>
                  <a:pt x="162" y="30"/>
                  <a:pt x="162" y="45"/>
                </a:cubicBezTo>
                <a:cubicBezTo>
                  <a:pt x="162" y="59"/>
                  <a:pt x="177" y="59"/>
                  <a:pt x="177" y="59"/>
                </a:cubicBezTo>
                <a:close/>
                <a:moveTo>
                  <a:pt x="45" y="0"/>
                </a:moveTo>
                <a:lnTo>
                  <a:pt x="45" y="0"/>
                </a:lnTo>
                <a:cubicBezTo>
                  <a:pt x="30" y="0"/>
                  <a:pt x="0" y="30"/>
                  <a:pt x="0" y="45"/>
                </a:cubicBezTo>
                <a:cubicBezTo>
                  <a:pt x="0" y="59"/>
                  <a:pt x="30" y="89"/>
                  <a:pt x="45" y="89"/>
                </a:cubicBezTo>
                <a:cubicBezTo>
                  <a:pt x="59" y="89"/>
                  <a:pt x="89" y="59"/>
                  <a:pt x="89" y="45"/>
                </a:cubicBezTo>
                <a:cubicBezTo>
                  <a:pt x="89" y="30"/>
                  <a:pt x="59" y="0"/>
                  <a:pt x="45" y="0"/>
                </a:cubicBezTo>
                <a:close/>
                <a:moveTo>
                  <a:pt x="530" y="339"/>
                </a:moveTo>
                <a:lnTo>
                  <a:pt x="530" y="339"/>
                </a:lnTo>
                <a:cubicBezTo>
                  <a:pt x="177" y="339"/>
                  <a:pt x="177" y="339"/>
                  <a:pt x="177" y="339"/>
                </a:cubicBezTo>
                <a:lnTo>
                  <a:pt x="162" y="354"/>
                </a:lnTo>
                <a:cubicBezTo>
                  <a:pt x="162" y="369"/>
                  <a:pt x="177" y="383"/>
                  <a:pt x="177" y="383"/>
                </a:cubicBezTo>
                <a:cubicBezTo>
                  <a:pt x="530" y="383"/>
                  <a:pt x="530" y="383"/>
                  <a:pt x="530" y="383"/>
                </a:cubicBezTo>
                <a:cubicBezTo>
                  <a:pt x="545" y="383"/>
                  <a:pt x="560" y="369"/>
                  <a:pt x="560" y="354"/>
                </a:cubicBezTo>
                <a:cubicBezTo>
                  <a:pt x="560" y="354"/>
                  <a:pt x="545" y="339"/>
                  <a:pt x="530" y="33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2" name="稻壳儿小白白(http://dwz.cn/Wu2UP)"/>
          <p:cNvSpPr/>
          <p:nvPr/>
        </p:nvSpPr>
        <p:spPr>
          <a:xfrm>
            <a:off x="8964792" y="3070058"/>
            <a:ext cx="495490" cy="474916"/>
          </a:xfrm>
          <a:custGeom>
            <a:avLst/>
            <a:gdLst>
              <a:gd name="T0" fmla="*/ 346325939 w 575"/>
              <a:gd name="T1" fmla="*/ 334047098 h 546"/>
              <a:gd name="T2" fmla="*/ 346325939 w 575"/>
              <a:gd name="T3" fmla="*/ 334047098 h 546"/>
              <a:gd name="T4" fmla="*/ 177619188 w 575"/>
              <a:gd name="T5" fmla="*/ 334047098 h 546"/>
              <a:gd name="T6" fmla="*/ 159157599 w 575"/>
              <a:gd name="T7" fmla="*/ 343776883 h 546"/>
              <a:gd name="T8" fmla="*/ 177619188 w 575"/>
              <a:gd name="T9" fmla="*/ 353506668 h 546"/>
              <a:gd name="T10" fmla="*/ 346325939 w 575"/>
              <a:gd name="T11" fmla="*/ 353506668 h 546"/>
              <a:gd name="T12" fmla="*/ 365425042 w 575"/>
              <a:gd name="T13" fmla="*/ 343776883 h 546"/>
              <a:gd name="T14" fmla="*/ 346325939 w 575"/>
              <a:gd name="T15" fmla="*/ 334047098 h 546"/>
              <a:gd name="T16" fmla="*/ 196718291 w 575"/>
              <a:gd name="T17" fmla="*/ 123889054 h 546"/>
              <a:gd name="T18" fmla="*/ 196718291 w 575"/>
              <a:gd name="T19" fmla="*/ 123889054 h 546"/>
              <a:gd name="T20" fmla="*/ 196718291 w 575"/>
              <a:gd name="T21" fmla="*/ 105078619 h 546"/>
              <a:gd name="T22" fmla="*/ 112046956 w 575"/>
              <a:gd name="T23" fmla="*/ 0 h 546"/>
              <a:gd name="T24" fmla="*/ 103133722 w 575"/>
              <a:gd name="T25" fmla="*/ 0 h 546"/>
              <a:gd name="T26" fmla="*/ 93584569 w 575"/>
              <a:gd name="T27" fmla="*/ 0 h 546"/>
              <a:gd name="T28" fmla="*/ 0 w 575"/>
              <a:gd name="T29" fmla="*/ 105078619 h 546"/>
              <a:gd name="T30" fmla="*/ 0 w 575"/>
              <a:gd name="T31" fmla="*/ 123889054 h 546"/>
              <a:gd name="T32" fmla="*/ 18462387 w 575"/>
              <a:gd name="T33" fmla="*/ 123889054 h 546"/>
              <a:gd name="T34" fmla="*/ 84035416 w 575"/>
              <a:gd name="T35" fmla="*/ 47350655 h 546"/>
              <a:gd name="T36" fmla="*/ 84035416 w 575"/>
              <a:gd name="T37" fmla="*/ 353506668 h 546"/>
              <a:gd name="T38" fmla="*/ 112046956 w 575"/>
              <a:gd name="T39" fmla="*/ 353506668 h 546"/>
              <a:gd name="T40" fmla="*/ 112046956 w 575"/>
              <a:gd name="T41" fmla="*/ 47350655 h 546"/>
              <a:gd name="T42" fmla="*/ 177619188 w 575"/>
              <a:gd name="T43" fmla="*/ 123889054 h 546"/>
              <a:gd name="T44" fmla="*/ 196718291 w 575"/>
              <a:gd name="T45" fmla="*/ 123889054 h 546"/>
              <a:gd name="T46" fmla="*/ 196718291 w 575"/>
              <a:gd name="T47" fmla="*/ 47350655 h 546"/>
              <a:gd name="T48" fmla="*/ 196718291 w 575"/>
              <a:gd name="T49" fmla="*/ 47350655 h 546"/>
              <a:gd name="T50" fmla="*/ 346325939 w 575"/>
              <a:gd name="T51" fmla="*/ 47350655 h 546"/>
              <a:gd name="T52" fmla="*/ 365425042 w 575"/>
              <a:gd name="T53" fmla="*/ 38269200 h 546"/>
              <a:gd name="T54" fmla="*/ 346325939 w 575"/>
              <a:gd name="T55" fmla="*/ 28540220 h 546"/>
              <a:gd name="T56" fmla="*/ 196718291 w 575"/>
              <a:gd name="T57" fmla="*/ 28540220 h 546"/>
              <a:gd name="T58" fmla="*/ 187169138 w 575"/>
              <a:gd name="T59" fmla="*/ 38269200 h 546"/>
              <a:gd name="T60" fmla="*/ 196718291 w 575"/>
              <a:gd name="T61" fmla="*/ 47350655 h 546"/>
              <a:gd name="T62" fmla="*/ 346325939 w 575"/>
              <a:gd name="T63" fmla="*/ 258157029 h 546"/>
              <a:gd name="T64" fmla="*/ 346325939 w 575"/>
              <a:gd name="T65" fmla="*/ 258157029 h 546"/>
              <a:gd name="T66" fmla="*/ 177619188 w 575"/>
              <a:gd name="T67" fmla="*/ 258157029 h 546"/>
              <a:gd name="T68" fmla="*/ 159157599 w 575"/>
              <a:gd name="T69" fmla="*/ 267237678 h 546"/>
              <a:gd name="T70" fmla="*/ 177619188 w 575"/>
              <a:gd name="T71" fmla="*/ 276967464 h 546"/>
              <a:gd name="T72" fmla="*/ 346325939 w 575"/>
              <a:gd name="T73" fmla="*/ 276967464 h 546"/>
              <a:gd name="T74" fmla="*/ 365425042 w 575"/>
              <a:gd name="T75" fmla="*/ 267237678 h 546"/>
              <a:gd name="T76" fmla="*/ 346325939 w 575"/>
              <a:gd name="T77" fmla="*/ 258157029 h 546"/>
              <a:gd name="T78" fmla="*/ 346325939 w 575"/>
              <a:gd name="T79" fmla="*/ 105078619 h 546"/>
              <a:gd name="T80" fmla="*/ 346325939 w 575"/>
              <a:gd name="T81" fmla="*/ 105078619 h 546"/>
              <a:gd name="T82" fmla="*/ 252742168 w 575"/>
              <a:gd name="T83" fmla="*/ 105078619 h 546"/>
              <a:gd name="T84" fmla="*/ 233643064 w 575"/>
              <a:gd name="T85" fmla="*/ 114808404 h 546"/>
              <a:gd name="T86" fmla="*/ 252742168 w 575"/>
              <a:gd name="T87" fmla="*/ 123889054 h 546"/>
              <a:gd name="T88" fmla="*/ 346325939 w 575"/>
              <a:gd name="T89" fmla="*/ 123889054 h 546"/>
              <a:gd name="T90" fmla="*/ 365425042 w 575"/>
              <a:gd name="T91" fmla="*/ 114808404 h 546"/>
              <a:gd name="T92" fmla="*/ 346325939 w 575"/>
              <a:gd name="T93" fmla="*/ 105078619 h 546"/>
              <a:gd name="T94" fmla="*/ 346325939 w 575"/>
              <a:gd name="T95" fmla="*/ 181617824 h 546"/>
              <a:gd name="T96" fmla="*/ 346325939 w 575"/>
              <a:gd name="T97" fmla="*/ 181617824 h 546"/>
              <a:gd name="T98" fmla="*/ 177619188 w 575"/>
              <a:gd name="T99" fmla="*/ 181617824 h 546"/>
              <a:gd name="T100" fmla="*/ 159157599 w 575"/>
              <a:gd name="T101" fmla="*/ 190698474 h 546"/>
              <a:gd name="T102" fmla="*/ 177619188 w 575"/>
              <a:gd name="T103" fmla="*/ 200428259 h 546"/>
              <a:gd name="T104" fmla="*/ 346325939 w 575"/>
              <a:gd name="T105" fmla="*/ 200428259 h 546"/>
              <a:gd name="T106" fmla="*/ 365425042 w 575"/>
              <a:gd name="T107" fmla="*/ 190698474 h 546"/>
              <a:gd name="T108" fmla="*/ 346325939 w 575"/>
              <a:gd name="T109" fmla="*/ 181617824 h 54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0" t="0" r="r" b="b"/>
            <a:pathLst>
              <a:path w="575" h="546">
                <a:moveTo>
                  <a:pt x="544" y="515"/>
                </a:moveTo>
                <a:lnTo>
                  <a:pt x="544" y="515"/>
                </a:lnTo>
                <a:cubicBezTo>
                  <a:pt x="279" y="515"/>
                  <a:pt x="279" y="515"/>
                  <a:pt x="279" y="515"/>
                </a:cubicBezTo>
                <a:cubicBezTo>
                  <a:pt x="265" y="515"/>
                  <a:pt x="250" y="515"/>
                  <a:pt x="250" y="530"/>
                </a:cubicBezTo>
                <a:cubicBezTo>
                  <a:pt x="250" y="545"/>
                  <a:pt x="265" y="545"/>
                  <a:pt x="279" y="545"/>
                </a:cubicBezTo>
                <a:cubicBezTo>
                  <a:pt x="544" y="545"/>
                  <a:pt x="544" y="545"/>
                  <a:pt x="544" y="545"/>
                </a:cubicBezTo>
                <a:cubicBezTo>
                  <a:pt x="559" y="545"/>
                  <a:pt x="574" y="545"/>
                  <a:pt x="574" y="530"/>
                </a:cubicBezTo>
                <a:cubicBezTo>
                  <a:pt x="574" y="515"/>
                  <a:pt x="559" y="515"/>
                  <a:pt x="544" y="515"/>
                </a:cubicBezTo>
                <a:close/>
                <a:moveTo>
                  <a:pt x="309" y="191"/>
                </a:moveTo>
                <a:lnTo>
                  <a:pt x="309" y="191"/>
                </a:lnTo>
                <a:cubicBezTo>
                  <a:pt x="309" y="177"/>
                  <a:pt x="309" y="177"/>
                  <a:pt x="309" y="162"/>
                </a:cubicBezTo>
                <a:cubicBezTo>
                  <a:pt x="176" y="0"/>
                  <a:pt x="176" y="0"/>
                  <a:pt x="176" y="0"/>
                </a:cubicBezTo>
                <a:cubicBezTo>
                  <a:pt x="162" y="0"/>
                  <a:pt x="162" y="0"/>
                  <a:pt x="162" y="0"/>
                </a:cubicBezTo>
                <a:cubicBezTo>
                  <a:pt x="147" y="0"/>
                  <a:pt x="147" y="0"/>
                  <a:pt x="147" y="0"/>
                </a:cubicBezTo>
                <a:cubicBezTo>
                  <a:pt x="0" y="162"/>
                  <a:pt x="0" y="162"/>
                  <a:pt x="0" y="162"/>
                </a:cubicBezTo>
                <a:cubicBezTo>
                  <a:pt x="0" y="177"/>
                  <a:pt x="0" y="177"/>
                  <a:pt x="0" y="191"/>
                </a:cubicBezTo>
                <a:cubicBezTo>
                  <a:pt x="14" y="191"/>
                  <a:pt x="29" y="191"/>
                  <a:pt x="29" y="191"/>
                </a:cubicBezTo>
                <a:cubicBezTo>
                  <a:pt x="132" y="73"/>
                  <a:pt x="132" y="73"/>
                  <a:pt x="132" y="73"/>
                </a:cubicBezTo>
                <a:cubicBezTo>
                  <a:pt x="132" y="545"/>
                  <a:pt x="132" y="545"/>
                  <a:pt x="132" y="545"/>
                </a:cubicBezTo>
                <a:cubicBezTo>
                  <a:pt x="176" y="545"/>
                  <a:pt x="176" y="545"/>
                  <a:pt x="176" y="545"/>
                </a:cubicBezTo>
                <a:cubicBezTo>
                  <a:pt x="176" y="73"/>
                  <a:pt x="176" y="73"/>
                  <a:pt x="176" y="73"/>
                </a:cubicBezTo>
                <a:cubicBezTo>
                  <a:pt x="279" y="191"/>
                  <a:pt x="279" y="191"/>
                  <a:pt x="279" y="191"/>
                </a:cubicBezTo>
                <a:cubicBezTo>
                  <a:pt x="294" y="191"/>
                  <a:pt x="294" y="191"/>
                  <a:pt x="309" y="191"/>
                </a:cubicBezTo>
                <a:close/>
                <a:moveTo>
                  <a:pt x="309" y="73"/>
                </a:moveTo>
                <a:lnTo>
                  <a:pt x="309" y="73"/>
                </a:lnTo>
                <a:cubicBezTo>
                  <a:pt x="544" y="73"/>
                  <a:pt x="544" y="73"/>
                  <a:pt x="544" y="73"/>
                </a:cubicBezTo>
                <a:cubicBezTo>
                  <a:pt x="559" y="73"/>
                  <a:pt x="574" y="73"/>
                  <a:pt x="574" y="59"/>
                </a:cubicBezTo>
                <a:cubicBezTo>
                  <a:pt x="574" y="44"/>
                  <a:pt x="559" y="44"/>
                  <a:pt x="544" y="44"/>
                </a:cubicBezTo>
                <a:cubicBezTo>
                  <a:pt x="309" y="44"/>
                  <a:pt x="309" y="44"/>
                  <a:pt x="309" y="44"/>
                </a:cubicBezTo>
                <a:cubicBezTo>
                  <a:pt x="309" y="44"/>
                  <a:pt x="294" y="44"/>
                  <a:pt x="294" y="59"/>
                </a:cubicBezTo>
                <a:cubicBezTo>
                  <a:pt x="294" y="73"/>
                  <a:pt x="309" y="73"/>
                  <a:pt x="309" y="73"/>
                </a:cubicBezTo>
                <a:close/>
                <a:moveTo>
                  <a:pt x="544" y="398"/>
                </a:moveTo>
                <a:lnTo>
                  <a:pt x="544" y="398"/>
                </a:lnTo>
                <a:cubicBezTo>
                  <a:pt x="279" y="398"/>
                  <a:pt x="279" y="398"/>
                  <a:pt x="279" y="398"/>
                </a:cubicBezTo>
                <a:cubicBezTo>
                  <a:pt x="265" y="398"/>
                  <a:pt x="250" y="398"/>
                  <a:pt x="250" y="412"/>
                </a:cubicBezTo>
                <a:cubicBezTo>
                  <a:pt x="250" y="427"/>
                  <a:pt x="265" y="427"/>
                  <a:pt x="279" y="427"/>
                </a:cubicBezTo>
                <a:cubicBezTo>
                  <a:pt x="544" y="427"/>
                  <a:pt x="544" y="427"/>
                  <a:pt x="544" y="427"/>
                </a:cubicBezTo>
                <a:cubicBezTo>
                  <a:pt x="559" y="427"/>
                  <a:pt x="574" y="427"/>
                  <a:pt x="574" y="412"/>
                </a:cubicBezTo>
                <a:cubicBezTo>
                  <a:pt x="574" y="398"/>
                  <a:pt x="559" y="398"/>
                  <a:pt x="544" y="398"/>
                </a:cubicBezTo>
                <a:close/>
                <a:moveTo>
                  <a:pt x="544" y="162"/>
                </a:moveTo>
                <a:lnTo>
                  <a:pt x="544" y="162"/>
                </a:lnTo>
                <a:cubicBezTo>
                  <a:pt x="397" y="162"/>
                  <a:pt x="397" y="162"/>
                  <a:pt x="397" y="162"/>
                </a:cubicBezTo>
                <a:cubicBezTo>
                  <a:pt x="383" y="162"/>
                  <a:pt x="367" y="162"/>
                  <a:pt x="367" y="177"/>
                </a:cubicBezTo>
                <a:cubicBezTo>
                  <a:pt x="367" y="191"/>
                  <a:pt x="383" y="191"/>
                  <a:pt x="397" y="191"/>
                </a:cubicBezTo>
                <a:cubicBezTo>
                  <a:pt x="544" y="191"/>
                  <a:pt x="544" y="191"/>
                  <a:pt x="544" y="191"/>
                </a:cubicBezTo>
                <a:cubicBezTo>
                  <a:pt x="559" y="191"/>
                  <a:pt x="574" y="191"/>
                  <a:pt x="574" y="177"/>
                </a:cubicBezTo>
                <a:cubicBezTo>
                  <a:pt x="574" y="162"/>
                  <a:pt x="559" y="162"/>
                  <a:pt x="544" y="162"/>
                </a:cubicBezTo>
                <a:close/>
                <a:moveTo>
                  <a:pt x="544" y="280"/>
                </a:moveTo>
                <a:lnTo>
                  <a:pt x="544" y="280"/>
                </a:lnTo>
                <a:cubicBezTo>
                  <a:pt x="279" y="280"/>
                  <a:pt x="279" y="280"/>
                  <a:pt x="279" y="280"/>
                </a:cubicBezTo>
                <a:cubicBezTo>
                  <a:pt x="265" y="280"/>
                  <a:pt x="250" y="280"/>
                  <a:pt x="250" y="294"/>
                </a:cubicBezTo>
                <a:cubicBezTo>
                  <a:pt x="250" y="309"/>
                  <a:pt x="265" y="309"/>
                  <a:pt x="279" y="309"/>
                </a:cubicBezTo>
                <a:cubicBezTo>
                  <a:pt x="544" y="309"/>
                  <a:pt x="544" y="309"/>
                  <a:pt x="544" y="309"/>
                </a:cubicBezTo>
                <a:cubicBezTo>
                  <a:pt x="559" y="309"/>
                  <a:pt x="574" y="309"/>
                  <a:pt x="574" y="294"/>
                </a:cubicBezTo>
                <a:cubicBezTo>
                  <a:pt x="574" y="280"/>
                  <a:pt x="559" y="280"/>
                  <a:pt x="544" y="280"/>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3" name="稻壳儿小白白(http://dwz.cn/Wu2UP)"/>
          <p:cNvSpPr/>
          <p:nvPr/>
        </p:nvSpPr>
        <p:spPr>
          <a:xfrm>
            <a:off x="8080110" y="3070058"/>
            <a:ext cx="486918" cy="474916"/>
          </a:xfrm>
          <a:custGeom>
            <a:avLst/>
            <a:gdLst>
              <a:gd name="T0" fmla="*/ 200284477 w 560"/>
              <a:gd name="T1" fmla="*/ 228968479 h 546"/>
              <a:gd name="T2" fmla="*/ 200284477 w 560"/>
              <a:gd name="T3" fmla="*/ 228968479 h 546"/>
              <a:gd name="T4" fmla="*/ 181487252 w 560"/>
              <a:gd name="T5" fmla="*/ 228968479 h 546"/>
              <a:gd name="T6" fmla="*/ 114726028 w 560"/>
              <a:gd name="T7" fmla="*/ 305507683 h 546"/>
              <a:gd name="T8" fmla="*/ 114726028 w 560"/>
              <a:gd name="T9" fmla="*/ 0 h 546"/>
              <a:gd name="T10" fmla="*/ 85558449 w 560"/>
              <a:gd name="T11" fmla="*/ 0 h 546"/>
              <a:gd name="T12" fmla="*/ 85558449 w 560"/>
              <a:gd name="T13" fmla="*/ 315236663 h 546"/>
              <a:gd name="T14" fmla="*/ 18797225 w 560"/>
              <a:gd name="T15" fmla="*/ 228968479 h 546"/>
              <a:gd name="T16" fmla="*/ 0 w 560"/>
              <a:gd name="T17" fmla="*/ 228968479 h 546"/>
              <a:gd name="T18" fmla="*/ 0 w 560"/>
              <a:gd name="T19" fmla="*/ 248427244 h 546"/>
              <a:gd name="T20" fmla="*/ 85558449 w 560"/>
              <a:gd name="T21" fmla="*/ 353506668 h 546"/>
              <a:gd name="T22" fmla="*/ 95280707 w 560"/>
              <a:gd name="T23" fmla="*/ 353506668 h 546"/>
              <a:gd name="T24" fmla="*/ 105002965 w 560"/>
              <a:gd name="T25" fmla="*/ 353506668 h 546"/>
              <a:gd name="T26" fmla="*/ 200284477 w 560"/>
              <a:gd name="T27" fmla="*/ 248427244 h 546"/>
              <a:gd name="T28" fmla="*/ 200284477 w 560"/>
              <a:gd name="T29" fmla="*/ 228968479 h 546"/>
              <a:gd name="T30" fmla="*/ 171764994 w 560"/>
              <a:gd name="T31" fmla="*/ 28540220 h 546"/>
              <a:gd name="T32" fmla="*/ 171764994 w 560"/>
              <a:gd name="T33" fmla="*/ 28540220 h 546"/>
              <a:gd name="T34" fmla="*/ 352604149 w 560"/>
              <a:gd name="T35" fmla="*/ 28540220 h 546"/>
              <a:gd name="T36" fmla="*/ 362326408 w 560"/>
              <a:gd name="T37" fmla="*/ 9729785 h 546"/>
              <a:gd name="T38" fmla="*/ 352604149 w 560"/>
              <a:gd name="T39" fmla="*/ 0 h 546"/>
              <a:gd name="T40" fmla="*/ 171764994 w 560"/>
              <a:gd name="T41" fmla="*/ 0 h 546"/>
              <a:gd name="T42" fmla="*/ 162041931 w 560"/>
              <a:gd name="T43" fmla="*/ 9729785 h 546"/>
              <a:gd name="T44" fmla="*/ 171764994 w 560"/>
              <a:gd name="T45" fmla="*/ 28540220 h 546"/>
              <a:gd name="T46" fmla="*/ 352604149 w 560"/>
              <a:gd name="T47" fmla="*/ 305507683 h 546"/>
              <a:gd name="T48" fmla="*/ 352604149 w 560"/>
              <a:gd name="T49" fmla="*/ 305507683 h 546"/>
              <a:gd name="T50" fmla="*/ 200284477 w 560"/>
              <a:gd name="T51" fmla="*/ 305507683 h 546"/>
              <a:gd name="T52" fmla="*/ 190561414 w 560"/>
              <a:gd name="T53" fmla="*/ 315236663 h 546"/>
              <a:gd name="T54" fmla="*/ 200284477 w 560"/>
              <a:gd name="T55" fmla="*/ 334047098 h 546"/>
              <a:gd name="T56" fmla="*/ 352604149 w 560"/>
              <a:gd name="T57" fmla="*/ 334047098 h 546"/>
              <a:gd name="T58" fmla="*/ 362326408 w 560"/>
              <a:gd name="T59" fmla="*/ 315236663 h 546"/>
              <a:gd name="T60" fmla="*/ 352604149 w 560"/>
              <a:gd name="T61" fmla="*/ 305507683 h 546"/>
              <a:gd name="T62" fmla="*/ 352604149 w 560"/>
              <a:gd name="T63" fmla="*/ 228968479 h 546"/>
              <a:gd name="T64" fmla="*/ 352604149 w 560"/>
              <a:gd name="T65" fmla="*/ 228968479 h 546"/>
              <a:gd name="T66" fmla="*/ 247600379 w 560"/>
              <a:gd name="T67" fmla="*/ 228968479 h 546"/>
              <a:gd name="T68" fmla="*/ 238526218 w 560"/>
              <a:gd name="T69" fmla="*/ 238698264 h 546"/>
              <a:gd name="T70" fmla="*/ 247600379 w 560"/>
              <a:gd name="T71" fmla="*/ 258157029 h 546"/>
              <a:gd name="T72" fmla="*/ 352604149 w 560"/>
              <a:gd name="T73" fmla="*/ 258157029 h 546"/>
              <a:gd name="T74" fmla="*/ 362326408 w 560"/>
              <a:gd name="T75" fmla="*/ 238698264 h 546"/>
              <a:gd name="T76" fmla="*/ 352604149 w 560"/>
              <a:gd name="T77" fmla="*/ 228968479 h 546"/>
              <a:gd name="T78" fmla="*/ 352604149 w 560"/>
              <a:gd name="T79" fmla="*/ 76539205 h 546"/>
              <a:gd name="T80" fmla="*/ 352604149 w 560"/>
              <a:gd name="T81" fmla="*/ 76539205 h 546"/>
              <a:gd name="T82" fmla="*/ 171764994 w 560"/>
              <a:gd name="T83" fmla="*/ 76539205 h 546"/>
              <a:gd name="T84" fmla="*/ 162041931 w 560"/>
              <a:gd name="T85" fmla="*/ 85619854 h 546"/>
              <a:gd name="T86" fmla="*/ 171764994 w 560"/>
              <a:gd name="T87" fmla="*/ 105078619 h 546"/>
              <a:gd name="T88" fmla="*/ 352604149 w 560"/>
              <a:gd name="T89" fmla="*/ 105078619 h 546"/>
              <a:gd name="T90" fmla="*/ 362326408 w 560"/>
              <a:gd name="T91" fmla="*/ 85619854 h 546"/>
              <a:gd name="T92" fmla="*/ 352604149 w 560"/>
              <a:gd name="T93" fmla="*/ 76539205 h 546"/>
              <a:gd name="T94" fmla="*/ 352604149 w 560"/>
              <a:gd name="T95" fmla="*/ 152429274 h 546"/>
              <a:gd name="T96" fmla="*/ 352604149 w 560"/>
              <a:gd name="T97" fmla="*/ 152429274 h 546"/>
              <a:gd name="T98" fmla="*/ 171764994 w 560"/>
              <a:gd name="T99" fmla="*/ 152429274 h 546"/>
              <a:gd name="T100" fmla="*/ 162041931 w 560"/>
              <a:gd name="T101" fmla="*/ 162159059 h 546"/>
              <a:gd name="T102" fmla="*/ 171764994 w 560"/>
              <a:gd name="T103" fmla="*/ 181617824 h 546"/>
              <a:gd name="T104" fmla="*/ 352604149 w 560"/>
              <a:gd name="T105" fmla="*/ 181617824 h 546"/>
              <a:gd name="T106" fmla="*/ 362326408 w 560"/>
              <a:gd name="T107" fmla="*/ 162159059 h 546"/>
              <a:gd name="T108" fmla="*/ 352604149 w 560"/>
              <a:gd name="T109" fmla="*/ 152429274 h 54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0" t="0" r="r" b="b"/>
            <a:pathLst>
              <a:path w="560" h="546">
                <a:moveTo>
                  <a:pt x="309" y="353"/>
                </a:moveTo>
                <a:lnTo>
                  <a:pt x="309" y="353"/>
                </a:lnTo>
                <a:cubicBezTo>
                  <a:pt x="294" y="353"/>
                  <a:pt x="280" y="353"/>
                  <a:pt x="280" y="353"/>
                </a:cubicBezTo>
                <a:cubicBezTo>
                  <a:pt x="177" y="471"/>
                  <a:pt x="177" y="471"/>
                  <a:pt x="177" y="471"/>
                </a:cubicBezTo>
                <a:cubicBezTo>
                  <a:pt x="177" y="0"/>
                  <a:pt x="177" y="0"/>
                  <a:pt x="177" y="0"/>
                </a:cubicBezTo>
                <a:cubicBezTo>
                  <a:pt x="132" y="0"/>
                  <a:pt x="132" y="0"/>
                  <a:pt x="132" y="0"/>
                </a:cubicBezTo>
                <a:cubicBezTo>
                  <a:pt x="132" y="486"/>
                  <a:pt x="132" y="486"/>
                  <a:pt x="132" y="486"/>
                </a:cubicBezTo>
                <a:cubicBezTo>
                  <a:pt x="29" y="353"/>
                  <a:pt x="29" y="353"/>
                  <a:pt x="29" y="353"/>
                </a:cubicBezTo>
                <a:cubicBezTo>
                  <a:pt x="15" y="353"/>
                  <a:pt x="15" y="353"/>
                  <a:pt x="0" y="353"/>
                </a:cubicBezTo>
                <a:cubicBezTo>
                  <a:pt x="0" y="368"/>
                  <a:pt x="0" y="383"/>
                  <a:pt x="0" y="383"/>
                </a:cubicBezTo>
                <a:cubicBezTo>
                  <a:pt x="132" y="545"/>
                  <a:pt x="132" y="545"/>
                  <a:pt x="132" y="545"/>
                </a:cubicBezTo>
                <a:cubicBezTo>
                  <a:pt x="147" y="545"/>
                  <a:pt x="147" y="545"/>
                  <a:pt x="147" y="545"/>
                </a:cubicBezTo>
                <a:cubicBezTo>
                  <a:pt x="162" y="545"/>
                  <a:pt x="162" y="545"/>
                  <a:pt x="162" y="545"/>
                </a:cubicBezTo>
                <a:cubicBezTo>
                  <a:pt x="309" y="383"/>
                  <a:pt x="309" y="383"/>
                  <a:pt x="309" y="383"/>
                </a:cubicBezTo>
                <a:cubicBezTo>
                  <a:pt x="309" y="383"/>
                  <a:pt x="309" y="368"/>
                  <a:pt x="309" y="353"/>
                </a:cubicBezTo>
                <a:close/>
                <a:moveTo>
                  <a:pt x="265" y="44"/>
                </a:moveTo>
                <a:lnTo>
                  <a:pt x="265" y="44"/>
                </a:lnTo>
                <a:cubicBezTo>
                  <a:pt x="544" y="44"/>
                  <a:pt x="544" y="44"/>
                  <a:pt x="544" y="44"/>
                </a:cubicBezTo>
                <a:cubicBezTo>
                  <a:pt x="559" y="44"/>
                  <a:pt x="559" y="30"/>
                  <a:pt x="559" y="15"/>
                </a:cubicBezTo>
                <a:cubicBezTo>
                  <a:pt x="559" y="15"/>
                  <a:pt x="559" y="0"/>
                  <a:pt x="544" y="0"/>
                </a:cubicBezTo>
                <a:cubicBezTo>
                  <a:pt x="265" y="0"/>
                  <a:pt x="265" y="0"/>
                  <a:pt x="265" y="0"/>
                </a:cubicBezTo>
                <a:lnTo>
                  <a:pt x="250" y="15"/>
                </a:lnTo>
                <a:cubicBezTo>
                  <a:pt x="250" y="30"/>
                  <a:pt x="265" y="44"/>
                  <a:pt x="265" y="44"/>
                </a:cubicBezTo>
                <a:close/>
                <a:moveTo>
                  <a:pt x="544" y="471"/>
                </a:moveTo>
                <a:lnTo>
                  <a:pt x="544" y="471"/>
                </a:lnTo>
                <a:cubicBezTo>
                  <a:pt x="309" y="471"/>
                  <a:pt x="309" y="471"/>
                  <a:pt x="309" y="471"/>
                </a:cubicBezTo>
                <a:cubicBezTo>
                  <a:pt x="294" y="471"/>
                  <a:pt x="294" y="486"/>
                  <a:pt x="294" y="486"/>
                </a:cubicBezTo>
                <a:cubicBezTo>
                  <a:pt x="294" y="501"/>
                  <a:pt x="294" y="515"/>
                  <a:pt x="309" y="515"/>
                </a:cubicBezTo>
                <a:cubicBezTo>
                  <a:pt x="544" y="515"/>
                  <a:pt x="544" y="515"/>
                  <a:pt x="544" y="515"/>
                </a:cubicBezTo>
                <a:cubicBezTo>
                  <a:pt x="559" y="515"/>
                  <a:pt x="559" y="501"/>
                  <a:pt x="559" y="486"/>
                </a:cubicBezTo>
                <a:cubicBezTo>
                  <a:pt x="559" y="486"/>
                  <a:pt x="559" y="471"/>
                  <a:pt x="544" y="471"/>
                </a:cubicBezTo>
                <a:close/>
                <a:moveTo>
                  <a:pt x="544" y="353"/>
                </a:moveTo>
                <a:lnTo>
                  <a:pt x="544" y="353"/>
                </a:lnTo>
                <a:cubicBezTo>
                  <a:pt x="382" y="353"/>
                  <a:pt x="382" y="353"/>
                  <a:pt x="382" y="353"/>
                </a:cubicBezTo>
                <a:lnTo>
                  <a:pt x="368" y="368"/>
                </a:lnTo>
                <a:cubicBezTo>
                  <a:pt x="368" y="383"/>
                  <a:pt x="382" y="398"/>
                  <a:pt x="382" y="398"/>
                </a:cubicBezTo>
                <a:cubicBezTo>
                  <a:pt x="544" y="398"/>
                  <a:pt x="544" y="398"/>
                  <a:pt x="544" y="398"/>
                </a:cubicBezTo>
                <a:cubicBezTo>
                  <a:pt x="559" y="398"/>
                  <a:pt x="559" y="383"/>
                  <a:pt x="559" y="368"/>
                </a:cubicBezTo>
                <a:cubicBezTo>
                  <a:pt x="559" y="368"/>
                  <a:pt x="559" y="353"/>
                  <a:pt x="544" y="353"/>
                </a:cubicBezTo>
                <a:close/>
                <a:moveTo>
                  <a:pt x="544" y="118"/>
                </a:moveTo>
                <a:lnTo>
                  <a:pt x="544" y="118"/>
                </a:lnTo>
                <a:cubicBezTo>
                  <a:pt x="265" y="118"/>
                  <a:pt x="265" y="118"/>
                  <a:pt x="265" y="118"/>
                </a:cubicBezTo>
                <a:lnTo>
                  <a:pt x="250" y="132"/>
                </a:lnTo>
                <a:cubicBezTo>
                  <a:pt x="250" y="147"/>
                  <a:pt x="265" y="162"/>
                  <a:pt x="265" y="162"/>
                </a:cubicBezTo>
                <a:cubicBezTo>
                  <a:pt x="544" y="162"/>
                  <a:pt x="544" y="162"/>
                  <a:pt x="544" y="162"/>
                </a:cubicBezTo>
                <a:cubicBezTo>
                  <a:pt x="559" y="162"/>
                  <a:pt x="559" y="147"/>
                  <a:pt x="559" y="132"/>
                </a:cubicBezTo>
                <a:cubicBezTo>
                  <a:pt x="559" y="132"/>
                  <a:pt x="559" y="118"/>
                  <a:pt x="544" y="118"/>
                </a:cubicBezTo>
                <a:close/>
                <a:moveTo>
                  <a:pt x="544" y="235"/>
                </a:moveTo>
                <a:lnTo>
                  <a:pt x="544" y="235"/>
                </a:lnTo>
                <a:cubicBezTo>
                  <a:pt x="265" y="235"/>
                  <a:pt x="265" y="235"/>
                  <a:pt x="265" y="235"/>
                </a:cubicBezTo>
                <a:lnTo>
                  <a:pt x="250" y="250"/>
                </a:lnTo>
                <a:cubicBezTo>
                  <a:pt x="250" y="265"/>
                  <a:pt x="265" y="280"/>
                  <a:pt x="265" y="280"/>
                </a:cubicBezTo>
                <a:cubicBezTo>
                  <a:pt x="544" y="280"/>
                  <a:pt x="544" y="280"/>
                  <a:pt x="544" y="280"/>
                </a:cubicBezTo>
                <a:cubicBezTo>
                  <a:pt x="559" y="280"/>
                  <a:pt x="559" y="265"/>
                  <a:pt x="559" y="250"/>
                </a:cubicBezTo>
                <a:cubicBezTo>
                  <a:pt x="559" y="250"/>
                  <a:pt x="559" y="235"/>
                  <a:pt x="544" y="23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4" name="稻壳儿小白白(http://dwz.cn/Wu2UP)"/>
          <p:cNvSpPr/>
          <p:nvPr/>
        </p:nvSpPr>
        <p:spPr>
          <a:xfrm>
            <a:off x="7162852" y="3080345"/>
            <a:ext cx="473202" cy="449199"/>
          </a:xfrm>
          <a:custGeom>
            <a:avLst/>
            <a:gdLst>
              <a:gd name="T0" fmla="*/ 198984298 w 546"/>
              <a:gd name="T1" fmla="*/ 306020849 h 516"/>
              <a:gd name="T2" fmla="*/ 198984298 w 546"/>
              <a:gd name="T3" fmla="*/ 306020849 h 516"/>
              <a:gd name="T4" fmla="*/ 9659362 w 546"/>
              <a:gd name="T5" fmla="*/ 306020849 h 516"/>
              <a:gd name="T6" fmla="*/ 0 w 546"/>
              <a:gd name="T7" fmla="*/ 324863219 h 516"/>
              <a:gd name="T8" fmla="*/ 9659362 w 546"/>
              <a:gd name="T9" fmla="*/ 334609244 h 516"/>
              <a:gd name="T10" fmla="*/ 198984298 w 546"/>
              <a:gd name="T11" fmla="*/ 334609244 h 516"/>
              <a:gd name="T12" fmla="*/ 208643660 w 546"/>
              <a:gd name="T13" fmla="*/ 324863219 h 516"/>
              <a:gd name="T14" fmla="*/ 198984298 w 546"/>
              <a:gd name="T15" fmla="*/ 306020849 h 516"/>
              <a:gd name="T16" fmla="*/ 9659362 w 546"/>
              <a:gd name="T17" fmla="*/ 28587589 h 516"/>
              <a:gd name="T18" fmla="*/ 9659362 w 546"/>
              <a:gd name="T19" fmla="*/ 28587589 h 516"/>
              <a:gd name="T20" fmla="*/ 341299591 w 546"/>
              <a:gd name="T21" fmla="*/ 28587589 h 516"/>
              <a:gd name="T22" fmla="*/ 350959755 w 546"/>
              <a:gd name="T23" fmla="*/ 18842370 h 516"/>
              <a:gd name="T24" fmla="*/ 341299591 w 546"/>
              <a:gd name="T25" fmla="*/ 0 h 516"/>
              <a:gd name="T26" fmla="*/ 9659362 w 546"/>
              <a:gd name="T27" fmla="*/ 0 h 516"/>
              <a:gd name="T28" fmla="*/ 0 w 546"/>
              <a:gd name="T29" fmla="*/ 18842370 h 516"/>
              <a:gd name="T30" fmla="*/ 9659362 w 546"/>
              <a:gd name="T31" fmla="*/ 28587589 h 516"/>
              <a:gd name="T32" fmla="*/ 341299591 w 546"/>
              <a:gd name="T33" fmla="*/ 210511250 h 516"/>
              <a:gd name="T34" fmla="*/ 341299591 w 546"/>
              <a:gd name="T35" fmla="*/ 210511250 h 516"/>
              <a:gd name="T36" fmla="*/ 9659362 w 546"/>
              <a:gd name="T37" fmla="*/ 210511250 h 516"/>
              <a:gd name="T38" fmla="*/ 0 w 546"/>
              <a:gd name="T39" fmla="*/ 219607594 h 516"/>
              <a:gd name="T40" fmla="*/ 9659362 w 546"/>
              <a:gd name="T41" fmla="*/ 229353619 h 516"/>
              <a:gd name="T42" fmla="*/ 341299591 w 546"/>
              <a:gd name="T43" fmla="*/ 229353619 h 516"/>
              <a:gd name="T44" fmla="*/ 350959755 w 546"/>
              <a:gd name="T45" fmla="*/ 219607594 h 516"/>
              <a:gd name="T46" fmla="*/ 341299591 w 546"/>
              <a:gd name="T47" fmla="*/ 210511250 h 516"/>
              <a:gd name="T48" fmla="*/ 341299591 w 546"/>
              <a:gd name="T49" fmla="*/ 105255625 h 516"/>
              <a:gd name="T50" fmla="*/ 341299591 w 546"/>
              <a:gd name="T51" fmla="*/ 105255625 h 516"/>
              <a:gd name="T52" fmla="*/ 9659362 w 546"/>
              <a:gd name="T53" fmla="*/ 105255625 h 516"/>
              <a:gd name="T54" fmla="*/ 0 w 546"/>
              <a:gd name="T55" fmla="*/ 114351969 h 516"/>
              <a:gd name="T56" fmla="*/ 9659362 w 546"/>
              <a:gd name="T57" fmla="*/ 133844020 h 516"/>
              <a:gd name="T58" fmla="*/ 341299591 w 546"/>
              <a:gd name="T59" fmla="*/ 133844020 h 516"/>
              <a:gd name="T60" fmla="*/ 350959755 w 546"/>
              <a:gd name="T61" fmla="*/ 114351969 h 516"/>
              <a:gd name="T62" fmla="*/ 341299591 w 546"/>
              <a:gd name="T63" fmla="*/ 105255625 h 51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46" h="516">
                <a:moveTo>
                  <a:pt x="309" y="471"/>
                </a:moveTo>
                <a:lnTo>
                  <a:pt x="309" y="471"/>
                </a:lnTo>
                <a:cubicBezTo>
                  <a:pt x="15" y="471"/>
                  <a:pt x="15" y="471"/>
                  <a:pt x="15" y="471"/>
                </a:cubicBezTo>
                <a:cubicBezTo>
                  <a:pt x="0" y="471"/>
                  <a:pt x="0" y="486"/>
                  <a:pt x="0" y="500"/>
                </a:cubicBezTo>
                <a:cubicBezTo>
                  <a:pt x="0" y="500"/>
                  <a:pt x="0" y="515"/>
                  <a:pt x="15" y="515"/>
                </a:cubicBezTo>
                <a:cubicBezTo>
                  <a:pt x="309" y="515"/>
                  <a:pt x="309" y="515"/>
                  <a:pt x="309" y="515"/>
                </a:cubicBezTo>
                <a:cubicBezTo>
                  <a:pt x="324" y="515"/>
                  <a:pt x="324" y="500"/>
                  <a:pt x="324" y="500"/>
                </a:cubicBezTo>
                <a:cubicBezTo>
                  <a:pt x="324" y="486"/>
                  <a:pt x="324" y="471"/>
                  <a:pt x="309" y="471"/>
                </a:cubicBezTo>
                <a:close/>
                <a:moveTo>
                  <a:pt x="15" y="44"/>
                </a:moveTo>
                <a:lnTo>
                  <a:pt x="15" y="44"/>
                </a:lnTo>
                <a:cubicBezTo>
                  <a:pt x="530" y="44"/>
                  <a:pt x="530" y="44"/>
                  <a:pt x="530" y="44"/>
                </a:cubicBezTo>
                <a:lnTo>
                  <a:pt x="545" y="29"/>
                </a:lnTo>
                <a:cubicBezTo>
                  <a:pt x="545" y="15"/>
                  <a:pt x="530" y="0"/>
                  <a:pt x="530" y="0"/>
                </a:cubicBezTo>
                <a:cubicBezTo>
                  <a:pt x="15" y="0"/>
                  <a:pt x="15" y="0"/>
                  <a:pt x="15" y="0"/>
                </a:cubicBezTo>
                <a:cubicBezTo>
                  <a:pt x="0" y="0"/>
                  <a:pt x="0" y="15"/>
                  <a:pt x="0" y="29"/>
                </a:cubicBezTo>
                <a:cubicBezTo>
                  <a:pt x="0" y="29"/>
                  <a:pt x="0" y="44"/>
                  <a:pt x="15" y="44"/>
                </a:cubicBezTo>
                <a:close/>
                <a:moveTo>
                  <a:pt x="530" y="324"/>
                </a:moveTo>
                <a:lnTo>
                  <a:pt x="530" y="324"/>
                </a:lnTo>
                <a:cubicBezTo>
                  <a:pt x="15" y="324"/>
                  <a:pt x="15" y="324"/>
                  <a:pt x="15" y="324"/>
                </a:cubicBezTo>
                <a:cubicBezTo>
                  <a:pt x="0" y="324"/>
                  <a:pt x="0" y="324"/>
                  <a:pt x="0" y="338"/>
                </a:cubicBezTo>
                <a:cubicBezTo>
                  <a:pt x="0" y="353"/>
                  <a:pt x="0" y="353"/>
                  <a:pt x="15" y="353"/>
                </a:cubicBezTo>
                <a:cubicBezTo>
                  <a:pt x="530" y="353"/>
                  <a:pt x="530" y="353"/>
                  <a:pt x="530" y="353"/>
                </a:cubicBezTo>
                <a:cubicBezTo>
                  <a:pt x="530" y="353"/>
                  <a:pt x="545" y="353"/>
                  <a:pt x="545" y="338"/>
                </a:cubicBezTo>
                <a:cubicBezTo>
                  <a:pt x="545" y="324"/>
                  <a:pt x="530" y="324"/>
                  <a:pt x="530" y="324"/>
                </a:cubicBezTo>
                <a:close/>
                <a:moveTo>
                  <a:pt x="530" y="162"/>
                </a:moveTo>
                <a:lnTo>
                  <a:pt x="530" y="162"/>
                </a:lnTo>
                <a:cubicBezTo>
                  <a:pt x="15" y="162"/>
                  <a:pt x="15" y="162"/>
                  <a:pt x="15" y="162"/>
                </a:cubicBezTo>
                <a:cubicBezTo>
                  <a:pt x="0" y="162"/>
                  <a:pt x="0" y="176"/>
                  <a:pt x="0" y="176"/>
                </a:cubicBezTo>
                <a:cubicBezTo>
                  <a:pt x="0" y="191"/>
                  <a:pt x="0" y="206"/>
                  <a:pt x="15" y="206"/>
                </a:cubicBezTo>
                <a:cubicBezTo>
                  <a:pt x="530" y="206"/>
                  <a:pt x="530" y="206"/>
                  <a:pt x="530" y="206"/>
                </a:cubicBezTo>
                <a:cubicBezTo>
                  <a:pt x="530" y="206"/>
                  <a:pt x="545" y="191"/>
                  <a:pt x="545" y="176"/>
                </a:cubicBezTo>
                <a:lnTo>
                  <a:pt x="530" y="16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5" name="稻壳儿小白白(http://dwz.cn/Wu2UP)"/>
          <p:cNvSpPr/>
          <p:nvPr/>
        </p:nvSpPr>
        <p:spPr>
          <a:xfrm>
            <a:off x="6305602" y="3080345"/>
            <a:ext cx="473202" cy="449199"/>
          </a:xfrm>
          <a:custGeom>
            <a:avLst/>
            <a:gdLst>
              <a:gd name="T0" fmla="*/ 9048400 w 545"/>
              <a:gd name="T1" fmla="*/ 28587589 h 516"/>
              <a:gd name="T2" fmla="*/ 9048400 w 545"/>
              <a:gd name="T3" fmla="*/ 28587589 h 516"/>
              <a:gd name="T4" fmla="*/ 342553709 w 545"/>
              <a:gd name="T5" fmla="*/ 28587589 h 516"/>
              <a:gd name="T6" fmla="*/ 351602110 w 545"/>
              <a:gd name="T7" fmla="*/ 18842370 h 516"/>
              <a:gd name="T8" fmla="*/ 342553709 w 545"/>
              <a:gd name="T9" fmla="*/ 0 h 516"/>
              <a:gd name="T10" fmla="*/ 9048400 w 545"/>
              <a:gd name="T11" fmla="*/ 0 h 516"/>
              <a:gd name="T12" fmla="*/ 0 w 545"/>
              <a:gd name="T13" fmla="*/ 18842370 h 516"/>
              <a:gd name="T14" fmla="*/ 9048400 w 545"/>
              <a:gd name="T15" fmla="*/ 28587589 h 516"/>
              <a:gd name="T16" fmla="*/ 66571466 w 545"/>
              <a:gd name="T17" fmla="*/ 105255625 h 516"/>
              <a:gd name="T18" fmla="*/ 66571466 w 545"/>
              <a:gd name="T19" fmla="*/ 105255625 h 516"/>
              <a:gd name="T20" fmla="*/ 47181921 w 545"/>
              <a:gd name="T21" fmla="*/ 114351969 h 516"/>
              <a:gd name="T22" fmla="*/ 66571466 w 545"/>
              <a:gd name="T23" fmla="*/ 133844020 h 516"/>
              <a:gd name="T24" fmla="*/ 294725416 w 545"/>
              <a:gd name="T25" fmla="*/ 133844020 h 516"/>
              <a:gd name="T26" fmla="*/ 304420188 w 545"/>
              <a:gd name="T27" fmla="*/ 114351969 h 516"/>
              <a:gd name="T28" fmla="*/ 294725416 w 545"/>
              <a:gd name="T29" fmla="*/ 105255625 h 516"/>
              <a:gd name="T30" fmla="*/ 66571466 w 545"/>
              <a:gd name="T31" fmla="*/ 105255625 h 516"/>
              <a:gd name="T32" fmla="*/ 342553709 w 545"/>
              <a:gd name="T33" fmla="*/ 210511250 h 516"/>
              <a:gd name="T34" fmla="*/ 342553709 w 545"/>
              <a:gd name="T35" fmla="*/ 210511250 h 516"/>
              <a:gd name="T36" fmla="*/ 9048400 w 545"/>
              <a:gd name="T37" fmla="*/ 210511250 h 516"/>
              <a:gd name="T38" fmla="*/ 0 w 545"/>
              <a:gd name="T39" fmla="*/ 219607594 h 516"/>
              <a:gd name="T40" fmla="*/ 9048400 w 545"/>
              <a:gd name="T41" fmla="*/ 229353619 h 516"/>
              <a:gd name="T42" fmla="*/ 342553709 w 545"/>
              <a:gd name="T43" fmla="*/ 229353619 h 516"/>
              <a:gd name="T44" fmla="*/ 351602110 w 545"/>
              <a:gd name="T45" fmla="*/ 219607594 h 516"/>
              <a:gd name="T46" fmla="*/ 342553709 w 545"/>
              <a:gd name="T47" fmla="*/ 210511250 h 516"/>
              <a:gd name="T48" fmla="*/ 266286667 w 545"/>
              <a:gd name="T49" fmla="*/ 306020849 h 516"/>
              <a:gd name="T50" fmla="*/ 266286667 w 545"/>
              <a:gd name="T51" fmla="*/ 306020849 h 516"/>
              <a:gd name="T52" fmla="*/ 85315442 w 545"/>
              <a:gd name="T53" fmla="*/ 306020849 h 516"/>
              <a:gd name="T54" fmla="*/ 75620670 w 545"/>
              <a:gd name="T55" fmla="*/ 324863219 h 516"/>
              <a:gd name="T56" fmla="*/ 85315442 w 545"/>
              <a:gd name="T57" fmla="*/ 334609244 h 516"/>
              <a:gd name="T58" fmla="*/ 266286667 w 545"/>
              <a:gd name="T59" fmla="*/ 334609244 h 516"/>
              <a:gd name="T60" fmla="*/ 275335872 w 545"/>
              <a:gd name="T61" fmla="*/ 324863219 h 516"/>
              <a:gd name="T62" fmla="*/ 266286667 w 545"/>
              <a:gd name="T63" fmla="*/ 306020849 h 51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45" h="516">
                <a:moveTo>
                  <a:pt x="14" y="44"/>
                </a:moveTo>
                <a:lnTo>
                  <a:pt x="14" y="44"/>
                </a:lnTo>
                <a:cubicBezTo>
                  <a:pt x="530" y="44"/>
                  <a:pt x="530" y="44"/>
                  <a:pt x="530" y="44"/>
                </a:cubicBezTo>
                <a:cubicBezTo>
                  <a:pt x="544" y="44"/>
                  <a:pt x="544" y="29"/>
                  <a:pt x="544" y="29"/>
                </a:cubicBezTo>
                <a:cubicBezTo>
                  <a:pt x="544" y="15"/>
                  <a:pt x="544" y="0"/>
                  <a:pt x="530" y="0"/>
                </a:cubicBezTo>
                <a:cubicBezTo>
                  <a:pt x="14" y="0"/>
                  <a:pt x="14" y="0"/>
                  <a:pt x="14" y="0"/>
                </a:cubicBezTo>
                <a:cubicBezTo>
                  <a:pt x="14" y="0"/>
                  <a:pt x="0" y="15"/>
                  <a:pt x="0" y="29"/>
                </a:cubicBezTo>
                <a:lnTo>
                  <a:pt x="14" y="44"/>
                </a:lnTo>
                <a:close/>
                <a:moveTo>
                  <a:pt x="103" y="162"/>
                </a:moveTo>
                <a:lnTo>
                  <a:pt x="103" y="162"/>
                </a:lnTo>
                <a:cubicBezTo>
                  <a:pt x="88" y="162"/>
                  <a:pt x="73" y="176"/>
                  <a:pt x="73" y="176"/>
                </a:cubicBezTo>
                <a:cubicBezTo>
                  <a:pt x="73" y="191"/>
                  <a:pt x="88" y="206"/>
                  <a:pt x="103" y="206"/>
                </a:cubicBezTo>
                <a:cubicBezTo>
                  <a:pt x="456" y="206"/>
                  <a:pt x="456" y="206"/>
                  <a:pt x="456" y="206"/>
                </a:cubicBezTo>
                <a:cubicBezTo>
                  <a:pt x="456" y="206"/>
                  <a:pt x="471" y="191"/>
                  <a:pt x="471" y="176"/>
                </a:cubicBezTo>
                <a:lnTo>
                  <a:pt x="456" y="162"/>
                </a:lnTo>
                <a:lnTo>
                  <a:pt x="103" y="162"/>
                </a:lnTo>
                <a:close/>
                <a:moveTo>
                  <a:pt x="530" y="324"/>
                </a:moveTo>
                <a:lnTo>
                  <a:pt x="530" y="324"/>
                </a:lnTo>
                <a:cubicBezTo>
                  <a:pt x="14" y="324"/>
                  <a:pt x="14" y="324"/>
                  <a:pt x="14" y="324"/>
                </a:cubicBezTo>
                <a:cubicBezTo>
                  <a:pt x="14" y="324"/>
                  <a:pt x="0" y="324"/>
                  <a:pt x="0" y="338"/>
                </a:cubicBezTo>
                <a:cubicBezTo>
                  <a:pt x="0" y="353"/>
                  <a:pt x="14" y="353"/>
                  <a:pt x="14" y="353"/>
                </a:cubicBezTo>
                <a:cubicBezTo>
                  <a:pt x="530" y="353"/>
                  <a:pt x="530" y="353"/>
                  <a:pt x="530" y="353"/>
                </a:cubicBezTo>
                <a:cubicBezTo>
                  <a:pt x="544" y="353"/>
                  <a:pt x="544" y="353"/>
                  <a:pt x="544" y="338"/>
                </a:cubicBezTo>
                <a:cubicBezTo>
                  <a:pt x="544" y="324"/>
                  <a:pt x="544" y="324"/>
                  <a:pt x="530" y="324"/>
                </a:cubicBezTo>
                <a:close/>
                <a:moveTo>
                  <a:pt x="412" y="471"/>
                </a:moveTo>
                <a:lnTo>
                  <a:pt x="412" y="471"/>
                </a:lnTo>
                <a:cubicBezTo>
                  <a:pt x="132" y="471"/>
                  <a:pt x="132" y="471"/>
                  <a:pt x="132" y="471"/>
                </a:cubicBezTo>
                <a:cubicBezTo>
                  <a:pt x="132" y="471"/>
                  <a:pt x="117" y="486"/>
                  <a:pt x="117" y="500"/>
                </a:cubicBezTo>
                <a:lnTo>
                  <a:pt x="132" y="515"/>
                </a:lnTo>
                <a:cubicBezTo>
                  <a:pt x="412" y="515"/>
                  <a:pt x="412" y="515"/>
                  <a:pt x="412" y="515"/>
                </a:cubicBezTo>
                <a:cubicBezTo>
                  <a:pt x="426" y="515"/>
                  <a:pt x="426" y="500"/>
                  <a:pt x="426" y="500"/>
                </a:cubicBezTo>
                <a:cubicBezTo>
                  <a:pt x="426" y="486"/>
                  <a:pt x="426" y="471"/>
                  <a:pt x="412" y="471"/>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6" name="稻壳儿小白白(http://dwz.cn/Wu2UP)"/>
          <p:cNvSpPr/>
          <p:nvPr/>
        </p:nvSpPr>
        <p:spPr>
          <a:xfrm>
            <a:off x="5386630" y="3080345"/>
            <a:ext cx="474917" cy="449199"/>
          </a:xfrm>
          <a:custGeom>
            <a:avLst/>
            <a:gdLst>
              <a:gd name="T0" fmla="*/ 9114276 w 545"/>
              <a:gd name="T1" fmla="*/ 133844020 h 516"/>
              <a:gd name="T2" fmla="*/ 9114276 w 545"/>
              <a:gd name="T3" fmla="*/ 133844020 h 516"/>
              <a:gd name="T4" fmla="*/ 239575717 w 545"/>
              <a:gd name="T5" fmla="*/ 133844020 h 516"/>
              <a:gd name="T6" fmla="*/ 258455404 w 545"/>
              <a:gd name="T7" fmla="*/ 114351969 h 516"/>
              <a:gd name="T8" fmla="*/ 239575717 w 545"/>
              <a:gd name="T9" fmla="*/ 105255625 h 516"/>
              <a:gd name="T10" fmla="*/ 9114276 w 545"/>
              <a:gd name="T11" fmla="*/ 105255625 h 516"/>
              <a:gd name="T12" fmla="*/ 0 w 545"/>
              <a:gd name="T13" fmla="*/ 114351969 h 516"/>
              <a:gd name="T14" fmla="*/ 9114276 w 545"/>
              <a:gd name="T15" fmla="*/ 133844020 h 516"/>
              <a:gd name="T16" fmla="*/ 9114276 w 545"/>
              <a:gd name="T17" fmla="*/ 28587589 h 516"/>
              <a:gd name="T18" fmla="*/ 9114276 w 545"/>
              <a:gd name="T19" fmla="*/ 28587589 h 516"/>
              <a:gd name="T20" fmla="*/ 345041027 w 545"/>
              <a:gd name="T21" fmla="*/ 28587589 h 516"/>
              <a:gd name="T22" fmla="*/ 354155303 w 545"/>
              <a:gd name="T23" fmla="*/ 18842370 h 516"/>
              <a:gd name="T24" fmla="*/ 345041027 w 545"/>
              <a:gd name="T25" fmla="*/ 0 h 516"/>
              <a:gd name="T26" fmla="*/ 9114276 w 545"/>
              <a:gd name="T27" fmla="*/ 0 h 516"/>
              <a:gd name="T28" fmla="*/ 0 w 545"/>
              <a:gd name="T29" fmla="*/ 18842370 h 516"/>
              <a:gd name="T30" fmla="*/ 9114276 w 545"/>
              <a:gd name="T31" fmla="*/ 28587589 h 516"/>
              <a:gd name="T32" fmla="*/ 201165208 w 545"/>
              <a:gd name="T33" fmla="*/ 306020849 h 516"/>
              <a:gd name="T34" fmla="*/ 201165208 w 545"/>
              <a:gd name="T35" fmla="*/ 306020849 h 516"/>
              <a:gd name="T36" fmla="*/ 9114276 w 545"/>
              <a:gd name="T37" fmla="*/ 306020849 h 516"/>
              <a:gd name="T38" fmla="*/ 0 w 545"/>
              <a:gd name="T39" fmla="*/ 324863219 h 516"/>
              <a:gd name="T40" fmla="*/ 9114276 w 545"/>
              <a:gd name="T41" fmla="*/ 334609244 h 516"/>
              <a:gd name="T42" fmla="*/ 201165208 w 545"/>
              <a:gd name="T43" fmla="*/ 334609244 h 516"/>
              <a:gd name="T44" fmla="*/ 220044895 w 545"/>
              <a:gd name="T45" fmla="*/ 324863219 h 516"/>
              <a:gd name="T46" fmla="*/ 201165208 w 545"/>
              <a:gd name="T47" fmla="*/ 306020849 h 516"/>
              <a:gd name="T48" fmla="*/ 345041027 w 545"/>
              <a:gd name="T49" fmla="*/ 210511250 h 516"/>
              <a:gd name="T50" fmla="*/ 345041027 w 545"/>
              <a:gd name="T51" fmla="*/ 210511250 h 516"/>
              <a:gd name="T52" fmla="*/ 9114276 w 545"/>
              <a:gd name="T53" fmla="*/ 210511250 h 516"/>
              <a:gd name="T54" fmla="*/ 0 w 545"/>
              <a:gd name="T55" fmla="*/ 219607594 h 516"/>
              <a:gd name="T56" fmla="*/ 9114276 w 545"/>
              <a:gd name="T57" fmla="*/ 229353619 h 516"/>
              <a:gd name="T58" fmla="*/ 345041027 w 545"/>
              <a:gd name="T59" fmla="*/ 229353619 h 516"/>
              <a:gd name="T60" fmla="*/ 354155303 w 545"/>
              <a:gd name="T61" fmla="*/ 219607594 h 516"/>
              <a:gd name="T62" fmla="*/ 345041027 w 545"/>
              <a:gd name="T63" fmla="*/ 210511250 h 51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45" h="516">
                <a:moveTo>
                  <a:pt x="14" y="206"/>
                </a:moveTo>
                <a:lnTo>
                  <a:pt x="14" y="206"/>
                </a:lnTo>
                <a:cubicBezTo>
                  <a:pt x="368" y="206"/>
                  <a:pt x="368" y="206"/>
                  <a:pt x="368" y="206"/>
                </a:cubicBezTo>
                <a:cubicBezTo>
                  <a:pt x="383" y="206"/>
                  <a:pt x="397" y="191"/>
                  <a:pt x="397" y="176"/>
                </a:cubicBezTo>
                <a:cubicBezTo>
                  <a:pt x="397" y="176"/>
                  <a:pt x="383" y="162"/>
                  <a:pt x="368" y="162"/>
                </a:cubicBezTo>
                <a:cubicBezTo>
                  <a:pt x="14" y="162"/>
                  <a:pt x="14" y="162"/>
                  <a:pt x="14" y="162"/>
                </a:cubicBezTo>
                <a:lnTo>
                  <a:pt x="0" y="176"/>
                </a:lnTo>
                <a:cubicBezTo>
                  <a:pt x="0" y="191"/>
                  <a:pt x="14" y="206"/>
                  <a:pt x="14" y="206"/>
                </a:cubicBezTo>
                <a:close/>
                <a:moveTo>
                  <a:pt x="14" y="44"/>
                </a:moveTo>
                <a:lnTo>
                  <a:pt x="14" y="44"/>
                </a:lnTo>
                <a:cubicBezTo>
                  <a:pt x="530" y="44"/>
                  <a:pt x="530" y="44"/>
                  <a:pt x="530" y="44"/>
                </a:cubicBezTo>
                <a:cubicBezTo>
                  <a:pt x="544" y="44"/>
                  <a:pt x="544" y="29"/>
                  <a:pt x="544" y="29"/>
                </a:cubicBezTo>
                <a:cubicBezTo>
                  <a:pt x="544" y="15"/>
                  <a:pt x="544" y="0"/>
                  <a:pt x="530" y="0"/>
                </a:cubicBezTo>
                <a:cubicBezTo>
                  <a:pt x="14" y="0"/>
                  <a:pt x="14" y="0"/>
                  <a:pt x="14" y="0"/>
                </a:cubicBezTo>
                <a:cubicBezTo>
                  <a:pt x="14" y="0"/>
                  <a:pt x="0" y="15"/>
                  <a:pt x="0" y="29"/>
                </a:cubicBezTo>
                <a:lnTo>
                  <a:pt x="14" y="44"/>
                </a:lnTo>
                <a:close/>
                <a:moveTo>
                  <a:pt x="309" y="471"/>
                </a:moveTo>
                <a:lnTo>
                  <a:pt x="309" y="471"/>
                </a:lnTo>
                <a:cubicBezTo>
                  <a:pt x="14" y="471"/>
                  <a:pt x="14" y="471"/>
                  <a:pt x="14" y="471"/>
                </a:cubicBezTo>
                <a:cubicBezTo>
                  <a:pt x="14" y="471"/>
                  <a:pt x="0" y="486"/>
                  <a:pt x="0" y="500"/>
                </a:cubicBezTo>
                <a:lnTo>
                  <a:pt x="14" y="515"/>
                </a:lnTo>
                <a:cubicBezTo>
                  <a:pt x="309" y="515"/>
                  <a:pt x="309" y="515"/>
                  <a:pt x="309" y="515"/>
                </a:cubicBezTo>
                <a:cubicBezTo>
                  <a:pt x="324" y="515"/>
                  <a:pt x="338" y="500"/>
                  <a:pt x="338" y="500"/>
                </a:cubicBezTo>
                <a:cubicBezTo>
                  <a:pt x="338" y="486"/>
                  <a:pt x="324" y="471"/>
                  <a:pt x="309" y="471"/>
                </a:cubicBezTo>
                <a:close/>
                <a:moveTo>
                  <a:pt x="530" y="324"/>
                </a:moveTo>
                <a:lnTo>
                  <a:pt x="530" y="324"/>
                </a:lnTo>
                <a:cubicBezTo>
                  <a:pt x="14" y="324"/>
                  <a:pt x="14" y="324"/>
                  <a:pt x="14" y="324"/>
                </a:cubicBezTo>
                <a:cubicBezTo>
                  <a:pt x="14" y="324"/>
                  <a:pt x="0" y="324"/>
                  <a:pt x="0" y="338"/>
                </a:cubicBezTo>
                <a:cubicBezTo>
                  <a:pt x="0" y="353"/>
                  <a:pt x="14" y="353"/>
                  <a:pt x="14" y="353"/>
                </a:cubicBezTo>
                <a:cubicBezTo>
                  <a:pt x="530" y="353"/>
                  <a:pt x="530" y="353"/>
                  <a:pt x="530" y="353"/>
                </a:cubicBezTo>
                <a:cubicBezTo>
                  <a:pt x="544" y="353"/>
                  <a:pt x="544" y="353"/>
                  <a:pt x="544" y="338"/>
                </a:cubicBezTo>
                <a:cubicBezTo>
                  <a:pt x="544" y="324"/>
                  <a:pt x="544" y="324"/>
                  <a:pt x="530" y="324"/>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7" name="稻壳儿小白白(http://dwz.cn/Wu2UP)"/>
          <p:cNvSpPr/>
          <p:nvPr/>
        </p:nvSpPr>
        <p:spPr>
          <a:xfrm>
            <a:off x="4556812" y="3032339"/>
            <a:ext cx="437198" cy="552069"/>
          </a:xfrm>
          <a:custGeom>
            <a:avLst/>
            <a:gdLst>
              <a:gd name="T0" fmla="*/ 230467071 w 501"/>
              <a:gd name="T1" fmla="*/ 363389792 h 634"/>
              <a:gd name="T2" fmla="*/ 240260152 w 501"/>
              <a:gd name="T3" fmla="*/ 191120592 h 634"/>
              <a:gd name="T4" fmla="*/ 210880101 w 501"/>
              <a:gd name="T5" fmla="*/ 191120592 h 634"/>
              <a:gd name="T6" fmla="*/ 230467071 w 501"/>
              <a:gd name="T7" fmla="*/ 363389792 h 634"/>
              <a:gd name="T8" fmla="*/ 95973001 w 501"/>
              <a:gd name="T9" fmla="*/ 363389792 h 634"/>
              <a:gd name="T10" fmla="*/ 114907099 w 501"/>
              <a:gd name="T11" fmla="*/ 191120592 h 634"/>
              <a:gd name="T12" fmla="*/ 86179920 w 501"/>
              <a:gd name="T13" fmla="*/ 191120592 h 634"/>
              <a:gd name="T14" fmla="*/ 95973001 w 501"/>
              <a:gd name="T15" fmla="*/ 363389792 h 634"/>
              <a:gd name="T16" fmla="*/ 163219632 w 501"/>
              <a:gd name="T17" fmla="*/ 363389792 h 634"/>
              <a:gd name="T18" fmla="*/ 173013521 w 501"/>
              <a:gd name="T19" fmla="*/ 191120592 h 634"/>
              <a:gd name="T20" fmla="*/ 153426551 w 501"/>
              <a:gd name="T21" fmla="*/ 191120592 h 634"/>
              <a:gd name="T22" fmla="*/ 163219632 w 501"/>
              <a:gd name="T23" fmla="*/ 363389792 h 634"/>
              <a:gd name="T24" fmla="*/ 307506782 w 501"/>
              <a:gd name="T25" fmla="*/ 57206449 h 634"/>
              <a:gd name="T26" fmla="*/ 230467071 w 501"/>
              <a:gd name="T27" fmla="*/ 28603224 h 634"/>
              <a:gd name="T28" fmla="*/ 124700180 w 501"/>
              <a:gd name="T29" fmla="*/ 0 h 634"/>
              <a:gd name="T30" fmla="*/ 95973001 w 501"/>
              <a:gd name="T31" fmla="*/ 57206449 h 634"/>
              <a:gd name="T32" fmla="*/ 0 w 501"/>
              <a:gd name="T33" fmla="*/ 76058647 h 634"/>
              <a:gd name="T34" fmla="*/ 18933290 w 501"/>
              <a:gd name="T35" fmla="*/ 133914950 h 634"/>
              <a:gd name="T36" fmla="*/ 77039712 w 501"/>
              <a:gd name="T37" fmla="*/ 411495069 h 634"/>
              <a:gd name="T38" fmla="*/ 307506782 w 501"/>
              <a:gd name="T39" fmla="*/ 363389792 h 634"/>
              <a:gd name="T40" fmla="*/ 326440072 w 501"/>
              <a:gd name="T41" fmla="*/ 105311725 h 634"/>
              <a:gd name="T42" fmla="*/ 307506782 w 501"/>
              <a:gd name="T43" fmla="*/ 57206449 h 634"/>
              <a:gd name="T44" fmla="*/ 124700180 w 501"/>
              <a:gd name="T45" fmla="*/ 38354250 h 634"/>
              <a:gd name="T46" fmla="*/ 191946811 w 501"/>
              <a:gd name="T47" fmla="*/ 28603224 h 634"/>
              <a:gd name="T48" fmla="*/ 201739892 w 501"/>
              <a:gd name="T49" fmla="*/ 57206449 h 634"/>
              <a:gd name="T50" fmla="*/ 124700180 w 501"/>
              <a:gd name="T51" fmla="*/ 38354250 h 634"/>
              <a:gd name="T52" fmla="*/ 278779603 w 501"/>
              <a:gd name="T53" fmla="*/ 363389792 h 634"/>
              <a:gd name="T54" fmla="*/ 77039712 w 501"/>
              <a:gd name="T55" fmla="*/ 382891844 h 634"/>
              <a:gd name="T56" fmla="*/ 47660469 w 501"/>
              <a:gd name="T57" fmla="*/ 133914950 h 634"/>
              <a:gd name="T58" fmla="*/ 278779603 w 501"/>
              <a:gd name="T59" fmla="*/ 363389792 h 634"/>
              <a:gd name="T60" fmla="*/ 287919812 w 501"/>
              <a:gd name="T61" fmla="*/ 105311725 h 634"/>
              <a:gd name="T62" fmla="*/ 18933290 w 501"/>
              <a:gd name="T63" fmla="*/ 95560699 h 634"/>
              <a:gd name="T64" fmla="*/ 287919812 w 501"/>
              <a:gd name="T65" fmla="*/ 76058647 h 634"/>
              <a:gd name="T66" fmla="*/ 287919812 w 501"/>
              <a:gd name="T67" fmla="*/ 105311725 h 63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501" h="634">
                <a:moveTo>
                  <a:pt x="353" y="559"/>
                </a:moveTo>
                <a:lnTo>
                  <a:pt x="353" y="559"/>
                </a:lnTo>
                <a:cubicBezTo>
                  <a:pt x="353" y="559"/>
                  <a:pt x="368" y="545"/>
                  <a:pt x="368" y="530"/>
                </a:cubicBezTo>
                <a:cubicBezTo>
                  <a:pt x="368" y="294"/>
                  <a:pt x="368" y="294"/>
                  <a:pt x="368" y="294"/>
                </a:cubicBezTo>
                <a:lnTo>
                  <a:pt x="353" y="279"/>
                </a:lnTo>
                <a:cubicBezTo>
                  <a:pt x="339" y="279"/>
                  <a:pt x="323" y="294"/>
                  <a:pt x="323" y="294"/>
                </a:cubicBezTo>
                <a:cubicBezTo>
                  <a:pt x="323" y="530"/>
                  <a:pt x="323" y="530"/>
                  <a:pt x="323" y="530"/>
                </a:cubicBezTo>
                <a:cubicBezTo>
                  <a:pt x="323" y="545"/>
                  <a:pt x="339" y="559"/>
                  <a:pt x="353" y="559"/>
                </a:cubicBezTo>
                <a:close/>
                <a:moveTo>
                  <a:pt x="147" y="559"/>
                </a:moveTo>
                <a:lnTo>
                  <a:pt x="147" y="559"/>
                </a:lnTo>
                <a:cubicBezTo>
                  <a:pt x="162" y="559"/>
                  <a:pt x="176" y="545"/>
                  <a:pt x="176" y="530"/>
                </a:cubicBezTo>
                <a:cubicBezTo>
                  <a:pt x="176" y="294"/>
                  <a:pt x="176" y="294"/>
                  <a:pt x="176" y="294"/>
                </a:cubicBezTo>
                <a:cubicBezTo>
                  <a:pt x="176" y="294"/>
                  <a:pt x="162" y="279"/>
                  <a:pt x="147" y="279"/>
                </a:cubicBezTo>
                <a:lnTo>
                  <a:pt x="132" y="294"/>
                </a:lnTo>
                <a:cubicBezTo>
                  <a:pt x="132" y="530"/>
                  <a:pt x="132" y="530"/>
                  <a:pt x="132" y="530"/>
                </a:cubicBezTo>
                <a:cubicBezTo>
                  <a:pt x="132" y="545"/>
                  <a:pt x="147" y="559"/>
                  <a:pt x="147" y="559"/>
                </a:cubicBezTo>
                <a:close/>
                <a:moveTo>
                  <a:pt x="250" y="559"/>
                </a:moveTo>
                <a:lnTo>
                  <a:pt x="250" y="559"/>
                </a:lnTo>
                <a:cubicBezTo>
                  <a:pt x="265" y="559"/>
                  <a:pt x="265" y="545"/>
                  <a:pt x="265" y="530"/>
                </a:cubicBezTo>
                <a:cubicBezTo>
                  <a:pt x="265" y="294"/>
                  <a:pt x="265" y="294"/>
                  <a:pt x="265" y="294"/>
                </a:cubicBezTo>
                <a:cubicBezTo>
                  <a:pt x="265" y="294"/>
                  <a:pt x="265" y="279"/>
                  <a:pt x="250" y="279"/>
                </a:cubicBezTo>
                <a:cubicBezTo>
                  <a:pt x="235" y="279"/>
                  <a:pt x="235" y="294"/>
                  <a:pt x="235" y="294"/>
                </a:cubicBezTo>
                <a:cubicBezTo>
                  <a:pt x="235" y="530"/>
                  <a:pt x="235" y="530"/>
                  <a:pt x="235" y="530"/>
                </a:cubicBezTo>
                <a:cubicBezTo>
                  <a:pt x="235" y="545"/>
                  <a:pt x="235" y="559"/>
                  <a:pt x="250" y="559"/>
                </a:cubicBezTo>
                <a:close/>
                <a:moveTo>
                  <a:pt x="471" y="88"/>
                </a:moveTo>
                <a:lnTo>
                  <a:pt x="471" y="88"/>
                </a:lnTo>
                <a:cubicBezTo>
                  <a:pt x="353" y="88"/>
                  <a:pt x="353" y="88"/>
                  <a:pt x="353" y="88"/>
                </a:cubicBezTo>
                <a:cubicBezTo>
                  <a:pt x="353" y="44"/>
                  <a:pt x="353" y="44"/>
                  <a:pt x="353" y="44"/>
                </a:cubicBezTo>
                <a:cubicBezTo>
                  <a:pt x="353" y="29"/>
                  <a:pt x="323" y="0"/>
                  <a:pt x="309" y="0"/>
                </a:cubicBezTo>
                <a:cubicBezTo>
                  <a:pt x="191" y="0"/>
                  <a:pt x="191" y="0"/>
                  <a:pt x="191" y="0"/>
                </a:cubicBezTo>
                <a:cubicBezTo>
                  <a:pt x="176" y="0"/>
                  <a:pt x="147" y="29"/>
                  <a:pt x="147" y="44"/>
                </a:cubicBezTo>
                <a:cubicBezTo>
                  <a:pt x="147" y="88"/>
                  <a:pt x="147" y="88"/>
                  <a:pt x="147" y="88"/>
                </a:cubicBezTo>
                <a:cubicBezTo>
                  <a:pt x="29" y="88"/>
                  <a:pt x="29" y="88"/>
                  <a:pt x="29" y="88"/>
                </a:cubicBezTo>
                <a:cubicBezTo>
                  <a:pt x="14" y="88"/>
                  <a:pt x="0" y="103"/>
                  <a:pt x="0" y="117"/>
                </a:cubicBezTo>
                <a:cubicBezTo>
                  <a:pt x="0" y="162"/>
                  <a:pt x="0" y="162"/>
                  <a:pt x="0" y="162"/>
                </a:cubicBezTo>
                <a:cubicBezTo>
                  <a:pt x="0" y="176"/>
                  <a:pt x="14" y="206"/>
                  <a:pt x="29" y="206"/>
                </a:cubicBezTo>
                <a:cubicBezTo>
                  <a:pt x="29" y="559"/>
                  <a:pt x="29" y="559"/>
                  <a:pt x="29" y="559"/>
                </a:cubicBezTo>
                <a:cubicBezTo>
                  <a:pt x="29" y="604"/>
                  <a:pt x="73" y="633"/>
                  <a:pt x="118" y="633"/>
                </a:cubicBezTo>
                <a:cubicBezTo>
                  <a:pt x="382" y="633"/>
                  <a:pt x="382" y="633"/>
                  <a:pt x="382" y="633"/>
                </a:cubicBezTo>
                <a:cubicBezTo>
                  <a:pt x="427" y="633"/>
                  <a:pt x="471" y="604"/>
                  <a:pt x="471" y="559"/>
                </a:cubicBezTo>
                <a:cubicBezTo>
                  <a:pt x="471" y="206"/>
                  <a:pt x="471" y="206"/>
                  <a:pt x="471" y="206"/>
                </a:cubicBezTo>
                <a:cubicBezTo>
                  <a:pt x="486" y="206"/>
                  <a:pt x="500" y="176"/>
                  <a:pt x="500" y="162"/>
                </a:cubicBezTo>
                <a:cubicBezTo>
                  <a:pt x="500" y="117"/>
                  <a:pt x="500" y="117"/>
                  <a:pt x="500" y="117"/>
                </a:cubicBezTo>
                <a:cubicBezTo>
                  <a:pt x="500" y="103"/>
                  <a:pt x="486" y="88"/>
                  <a:pt x="471" y="88"/>
                </a:cubicBezTo>
                <a:close/>
                <a:moveTo>
                  <a:pt x="191" y="59"/>
                </a:moveTo>
                <a:lnTo>
                  <a:pt x="191" y="59"/>
                </a:lnTo>
                <a:lnTo>
                  <a:pt x="206" y="44"/>
                </a:lnTo>
                <a:cubicBezTo>
                  <a:pt x="294" y="44"/>
                  <a:pt x="294" y="44"/>
                  <a:pt x="294" y="44"/>
                </a:cubicBezTo>
                <a:lnTo>
                  <a:pt x="309" y="59"/>
                </a:lnTo>
                <a:cubicBezTo>
                  <a:pt x="309" y="88"/>
                  <a:pt x="309" y="88"/>
                  <a:pt x="309" y="88"/>
                </a:cubicBezTo>
                <a:cubicBezTo>
                  <a:pt x="294" y="88"/>
                  <a:pt x="191" y="88"/>
                  <a:pt x="191" y="88"/>
                </a:cubicBezTo>
                <a:lnTo>
                  <a:pt x="191" y="59"/>
                </a:lnTo>
                <a:close/>
                <a:moveTo>
                  <a:pt x="427" y="559"/>
                </a:moveTo>
                <a:lnTo>
                  <a:pt x="427" y="559"/>
                </a:lnTo>
                <a:cubicBezTo>
                  <a:pt x="427" y="574"/>
                  <a:pt x="412" y="589"/>
                  <a:pt x="382" y="589"/>
                </a:cubicBezTo>
                <a:cubicBezTo>
                  <a:pt x="118" y="589"/>
                  <a:pt x="118" y="589"/>
                  <a:pt x="118" y="589"/>
                </a:cubicBezTo>
                <a:cubicBezTo>
                  <a:pt x="88" y="589"/>
                  <a:pt x="73" y="574"/>
                  <a:pt x="73" y="559"/>
                </a:cubicBezTo>
                <a:cubicBezTo>
                  <a:pt x="73" y="206"/>
                  <a:pt x="73" y="206"/>
                  <a:pt x="73" y="206"/>
                </a:cubicBezTo>
                <a:cubicBezTo>
                  <a:pt x="103" y="206"/>
                  <a:pt x="412" y="206"/>
                  <a:pt x="427" y="206"/>
                </a:cubicBezTo>
                <a:lnTo>
                  <a:pt x="427" y="559"/>
                </a:lnTo>
                <a:close/>
                <a:moveTo>
                  <a:pt x="441" y="162"/>
                </a:moveTo>
                <a:lnTo>
                  <a:pt x="441" y="162"/>
                </a:lnTo>
                <a:cubicBezTo>
                  <a:pt x="59" y="162"/>
                  <a:pt x="59" y="162"/>
                  <a:pt x="59" y="162"/>
                </a:cubicBezTo>
                <a:cubicBezTo>
                  <a:pt x="44" y="162"/>
                  <a:pt x="29" y="147"/>
                  <a:pt x="29" y="147"/>
                </a:cubicBezTo>
                <a:cubicBezTo>
                  <a:pt x="29" y="132"/>
                  <a:pt x="44" y="117"/>
                  <a:pt x="59" y="117"/>
                </a:cubicBezTo>
                <a:cubicBezTo>
                  <a:pt x="441" y="117"/>
                  <a:pt x="441" y="117"/>
                  <a:pt x="441" y="117"/>
                </a:cubicBezTo>
                <a:cubicBezTo>
                  <a:pt x="456" y="117"/>
                  <a:pt x="471" y="132"/>
                  <a:pt x="471" y="147"/>
                </a:cubicBezTo>
                <a:cubicBezTo>
                  <a:pt x="471" y="147"/>
                  <a:pt x="456" y="162"/>
                  <a:pt x="441" y="16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8" name="稻壳儿小白白(http://dwz.cn/Wu2UP)"/>
          <p:cNvSpPr/>
          <p:nvPr/>
        </p:nvSpPr>
        <p:spPr>
          <a:xfrm>
            <a:off x="3612123" y="3056342"/>
            <a:ext cx="552069" cy="510921"/>
          </a:xfrm>
          <a:custGeom>
            <a:avLst/>
            <a:gdLst>
              <a:gd name="T0" fmla="*/ 364039646 w 634"/>
              <a:gd name="T1" fmla="*/ 47576110 h 590"/>
              <a:gd name="T2" fmla="*/ 364039646 w 634"/>
              <a:gd name="T3" fmla="*/ 47576110 h 590"/>
              <a:gd name="T4" fmla="*/ 287331145 w 634"/>
              <a:gd name="T5" fmla="*/ 47576110 h 590"/>
              <a:gd name="T6" fmla="*/ 287331145 w 634"/>
              <a:gd name="T7" fmla="*/ 19287829 h 590"/>
              <a:gd name="T8" fmla="*/ 258727921 w 634"/>
              <a:gd name="T9" fmla="*/ 0 h 590"/>
              <a:gd name="T10" fmla="*/ 153417002 w 634"/>
              <a:gd name="T11" fmla="*/ 0 h 590"/>
              <a:gd name="T12" fmla="*/ 134564803 w 634"/>
              <a:gd name="T13" fmla="*/ 19287829 h 590"/>
              <a:gd name="T14" fmla="*/ 134564803 w 634"/>
              <a:gd name="T15" fmla="*/ 47576110 h 590"/>
              <a:gd name="T16" fmla="*/ 57856302 w 634"/>
              <a:gd name="T17" fmla="*/ 47576110 h 590"/>
              <a:gd name="T18" fmla="*/ 0 w 634"/>
              <a:gd name="T19" fmla="*/ 94509159 h 590"/>
              <a:gd name="T20" fmla="*/ 0 w 634"/>
              <a:gd name="T21" fmla="*/ 322102335 h 590"/>
              <a:gd name="T22" fmla="*/ 57856302 w 634"/>
              <a:gd name="T23" fmla="*/ 378678897 h 590"/>
              <a:gd name="T24" fmla="*/ 364039646 w 634"/>
              <a:gd name="T25" fmla="*/ 378678897 h 590"/>
              <a:gd name="T26" fmla="*/ 411495069 w 634"/>
              <a:gd name="T27" fmla="*/ 322102335 h 590"/>
              <a:gd name="T28" fmla="*/ 411495069 w 634"/>
              <a:gd name="T29" fmla="*/ 94509159 h 590"/>
              <a:gd name="T30" fmla="*/ 364039646 w 634"/>
              <a:gd name="T31" fmla="*/ 47576110 h 590"/>
              <a:gd name="T32" fmla="*/ 153417002 w 634"/>
              <a:gd name="T33" fmla="*/ 37932597 h 590"/>
              <a:gd name="T34" fmla="*/ 153417002 w 634"/>
              <a:gd name="T35" fmla="*/ 37932597 h 590"/>
              <a:gd name="T36" fmla="*/ 172268394 w 634"/>
              <a:gd name="T37" fmla="*/ 19287829 h 590"/>
              <a:gd name="T38" fmla="*/ 248976895 w 634"/>
              <a:gd name="T39" fmla="*/ 19287829 h 590"/>
              <a:gd name="T40" fmla="*/ 258727921 w 634"/>
              <a:gd name="T41" fmla="*/ 37932597 h 590"/>
              <a:gd name="T42" fmla="*/ 258727921 w 634"/>
              <a:gd name="T43" fmla="*/ 47576110 h 590"/>
              <a:gd name="T44" fmla="*/ 153417002 w 634"/>
              <a:gd name="T45" fmla="*/ 47576110 h 590"/>
              <a:gd name="T46" fmla="*/ 153417002 w 634"/>
              <a:gd name="T47" fmla="*/ 37932597 h 590"/>
              <a:gd name="T48" fmla="*/ 382891844 w 634"/>
              <a:gd name="T49" fmla="*/ 322102335 h 590"/>
              <a:gd name="T50" fmla="*/ 382891844 w 634"/>
              <a:gd name="T51" fmla="*/ 322102335 h 590"/>
              <a:gd name="T52" fmla="*/ 364039646 w 634"/>
              <a:gd name="T53" fmla="*/ 350390616 h 590"/>
              <a:gd name="T54" fmla="*/ 57856302 w 634"/>
              <a:gd name="T55" fmla="*/ 350390616 h 590"/>
              <a:gd name="T56" fmla="*/ 28603224 w 634"/>
              <a:gd name="T57" fmla="*/ 322102335 h 590"/>
              <a:gd name="T58" fmla="*/ 28603224 w 634"/>
              <a:gd name="T59" fmla="*/ 189661380 h 590"/>
              <a:gd name="T60" fmla="*/ 163168028 w 634"/>
              <a:gd name="T61" fmla="*/ 189661380 h 590"/>
              <a:gd name="T62" fmla="*/ 153417002 w 634"/>
              <a:gd name="T63" fmla="*/ 198661833 h 590"/>
              <a:gd name="T64" fmla="*/ 210622644 w 634"/>
              <a:gd name="T65" fmla="*/ 246237943 h 590"/>
              <a:gd name="T66" fmla="*/ 258727921 w 634"/>
              <a:gd name="T67" fmla="*/ 198661833 h 590"/>
              <a:gd name="T68" fmla="*/ 258727921 w 634"/>
              <a:gd name="T69" fmla="*/ 189661380 h 590"/>
              <a:gd name="T70" fmla="*/ 382891844 w 634"/>
              <a:gd name="T71" fmla="*/ 189661380 h 590"/>
              <a:gd name="T72" fmla="*/ 382891844 w 634"/>
              <a:gd name="T73" fmla="*/ 322102335 h 590"/>
              <a:gd name="T74" fmla="*/ 182020226 w 634"/>
              <a:gd name="T75" fmla="*/ 198661833 h 590"/>
              <a:gd name="T76" fmla="*/ 182020226 w 634"/>
              <a:gd name="T77" fmla="*/ 198661833 h 590"/>
              <a:gd name="T78" fmla="*/ 182020226 w 634"/>
              <a:gd name="T79" fmla="*/ 189661380 h 590"/>
              <a:gd name="T80" fmla="*/ 230124696 w 634"/>
              <a:gd name="T81" fmla="*/ 189661380 h 590"/>
              <a:gd name="T82" fmla="*/ 230124696 w 634"/>
              <a:gd name="T83" fmla="*/ 198661833 h 590"/>
              <a:gd name="T84" fmla="*/ 210622644 w 634"/>
              <a:gd name="T85" fmla="*/ 227593175 h 590"/>
              <a:gd name="T86" fmla="*/ 182020226 w 634"/>
              <a:gd name="T87" fmla="*/ 198661833 h 590"/>
              <a:gd name="T88" fmla="*/ 382891844 w 634"/>
              <a:gd name="T89" fmla="*/ 160730038 h 590"/>
              <a:gd name="T90" fmla="*/ 382891844 w 634"/>
              <a:gd name="T91" fmla="*/ 160730038 h 590"/>
              <a:gd name="T92" fmla="*/ 28603224 w 634"/>
              <a:gd name="T93" fmla="*/ 160730038 h 590"/>
              <a:gd name="T94" fmla="*/ 28603224 w 634"/>
              <a:gd name="T95" fmla="*/ 94509159 h 590"/>
              <a:gd name="T96" fmla="*/ 57856302 w 634"/>
              <a:gd name="T97" fmla="*/ 75864392 h 590"/>
              <a:gd name="T98" fmla="*/ 364039646 w 634"/>
              <a:gd name="T99" fmla="*/ 75864392 h 590"/>
              <a:gd name="T100" fmla="*/ 382891844 w 634"/>
              <a:gd name="T101" fmla="*/ 94509159 h 590"/>
              <a:gd name="T102" fmla="*/ 382891844 w 634"/>
              <a:gd name="T103" fmla="*/ 160730038 h 59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634" h="590">
                <a:moveTo>
                  <a:pt x="560" y="74"/>
                </a:moveTo>
                <a:lnTo>
                  <a:pt x="560" y="74"/>
                </a:lnTo>
                <a:cubicBezTo>
                  <a:pt x="442" y="74"/>
                  <a:pt x="442" y="74"/>
                  <a:pt x="442" y="74"/>
                </a:cubicBezTo>
                <a:cubicBezTo>
                  <a:pt x="442" y="30"/>
                  <a:pt x="442" y="30"/>
                  <a:pt x="442" y="30"/>
                </a:cubicBezTo>
                <a:cubicBezTo>
                  <a:pt x="442" y="15"/>
                  <a:pt x="412" y="0"/>
                  <a:pt x="398" y="0"/>
                </a:cubicBezTo>
                <a:cubicBezTo>
                  <a:pt x="236" y="0"/>
                  <a:pt x="236" y="0"/>
                  <a:pt x="236" y="0"/>
                </a:cubicBezTo>
                <a:cubicBezTo>
                  <a:pt x="221" y="0"/>
                  <a:pt x="207" y="15"/>
                  <a:pt x="207" y="30"/>
                </a:cubicBezTo>
                <a:cubicBezTo>
                  <a:pt x="207" y="74"/>
                  <a:pt x="207" y="74"/>
                  <a:pt x="207" y="74"/>
                </a:cubicBezTo>
                <a:cubicBezTo>
                  <a:pt x="89" y="74"/>
                  <a:pt x="89" y="74"/>
                  <a:pt x="89" y="74"/>
                </a:cubicBezTo>
                <a:cubicBezTo>
                  <a:pt x="44" y="74"/>
                  <a:pt x="0" y="103"/>
                  <a:pt x="0" y="147"/>
                </a:cubicBezTo>
                <a:cubicBezTo>
                  <a:pt x="0" y="501"/>
                  <a:pt x="0" y="501"/>
                  <a:pt x="0" y="501"/>
                </a:cubicBezTo>
                <a:cubicBezTo>
                  <a:pt x="0" y="545"/>
                  <a:pt x="44" y="589"/>
                  <a:pt x="89" y="589"/>
                </a:cubicBezTo>
                <a:cubicBezTo>
                  <a:pt x="560" y="589"/>
                  <a:pt x="560" y="589"/>
                  <a:pt x="560" y="589"/>
                </a:cubicBezTo>
                <a:cubicBezTo>
                  <a:pt x="604" y="589"/>
                  <a:pt x="633" y="545"/>
                  <a:pt x="633" y="501"/>
                </a:cubicBezTo>
                <a:cubicBezTo>
                  <a:pt x="633" y="147"/>
                  <a:pt x="633" y="147"/>
                  <a:pt x="633" y="147"/>
                </a:cubicBezTo>
                <a:cubicBezTo>
                  <a:pt x="633" y="103"/>
                  <a:pt x="604" y="74"/>
                  <a:pt x="560" y="74"/>
                </a:cubicBezTo>
                <a:close/>
                <a:moveTo>
                  <a:pt x="236" y="59"/>
                </a:moveTo>
                <a:lnTo>
                  <a:pt x="236" y="59"/>
                </a:lnTo>
                <a:cubicBezTo>
                  <a:pt x="236" y="45"/>
                  <a:pt x="251" y="30"/>
                  <a:pt x="265" y="30"/>
                </a:cubicBezTo>
                <a:cubicBezTo>
                  <a:pt x="383" y="30"/>
                  <a:pt x="383" y="30"/>
                  <a:pt x="383" y="30"/>
                </a:cubicBezTo>
                <a:cubicBezTo>
                  <a:pt x="383" y="30"/>
                  <a:pt x="398" y="45"/>
                  <a:pt x="398" y="59"/>
                </a:cubicBezTo>
                <a:cubicBezTo>
                  <a:pt x="398" y="74"/>
                  <a:pt x="398" y="74"/>
                  <a:pt x="398" y="74"/>
                </a:cubicBezTo>
                <a:cubicBezTo>
                  <a:pt x="236" y="74"/>
                  <a:pt x="236" y="74"/>
                  <a:pt x="236" y="74"/>
                </a:cubicBezTo>
                <a:lnTo>
                  <a:pt x="236" y="59"/>
                </a:lnTo>
                <a:close/>
                <a:moveTo>
                  <a:pt x="589" y="501"/>
                </a:moveTo>
                <a:lnTo>
                  <a:pt x="589" y="501"/>
                </a:lnTo>
                <a:cubicBezTo>
                  <a:pt x="589" y="530"/>
                  <a:pt x="574" y="545"/>
                  <a:pt x="560" y="545"/>
                </a:cubicBezTo>
                <a:cubicBezTo>
                  <a:pt x="89" y="545"/>
                  <a:pt x="89" y="545"/>
                  <a:pt x="89" y="545"/>
                </a:cubicBezTo>
                <a:cubicBezTo>
                  <a:pt x="59" y="545"/>
                  <a:pt x="44" y="530"/>
                  <a:pt x="44" y="501"/>
                </a:cubicBezTo>
                <a:cubicBezTo>
                  <a:pt x="44" y="295"/>
                  <a:pt x="44" y="295"/>
                  <a:pt x="44" y="295"/>
                </a:cubicBezTo>
                <a:cubicBezTo>
                  <a:pt x="251" y="295"/>
                  <a:pt x="251" y="295"/>
                  <a:pt x="251" y="295"/>
                </a:cubicBezTo>
                <a:cubicBezTo>
                  <a:pt x="236" y="295"/>
                  <a:pt x="236" y="309"/>
                  <a:pt x="236" y="309"/>
                </a:cubicBezTo>
                <a:cubicBezTo>
                  <a:pt x="236" y="354"/>
                  <a:pt x="280" y="383"/>
                  <a:pt x="324" y="383"/>
                </a:cubicBezTo>
                <a:cubicBezTo>
                  <a:pt x="369" y="383"/>
                  <a:pt x="398" y="354"/>
                  <a:pt x="398" y="309"/>
                </a:cubicBezTo>
                <a:lnTo>
                  <a:pt x="398" y="295"/>
                </a:lnTo>
                <a:cubicBezTo>
                  <a:pt x="589" y="295"/>
                  <a:pt x="589" y="295"/>
                  <a:pt x="589" y="295"/>
                </a:cubicBezTo>
                <a:lnTo>
                  <a:pt x="589" y="501"/>
                </a:lnTo>
                <a:close/>
                <a:moveTo>
                  <a:pt x="280" y="309"/>
                </a:moveTo>
                <a:lnTo>
                  <a:pt x="280" y="309"/>
                </a:lnTo>
                <a:lnTo>
                  <a:pt x="280" y="295"/>
                </a:lnTo>
                <a:cubicBezTo>
                  <a:pt x="354" y="295"/>
                  <a:pt x="354" y="295"/>
                  <a:pt x="354" y="295"/>
                </a:cubicBezTo>
                <a:lnTo>
                  <a:pt x="354" y="309"/>
                </a:lnTo>
                <a:cubicBezTo>
                  <a:pt x="354" y="324"/>
                  <a:pt x="339" y="354"/>
                  <a:pt x="324" y="354"/>
                </a:cubicBezTo>
                <a:cubicBezTo>
                  <a:pt x="295" y="354"/>
                  <a:pt x="280" y="324"/>
                  <a:pt x="280" y="309"/>
                </a:cubicBezTo>
                <a:close/>
                <a:moveTo>
                  <a:pt x="589" y="250"/>
                </a:moveTo>
                <a:lnTo>
                  <a:pt x="589" y="250"/>
                </a:lnTo>
                <a:cubicBezTo>
                  <a:pt x="44" y="250"/>
                  <a:pt x="44" y="250"/>
                  <a:pt x="44" y="250"/>
                </a:cubicBezTo>
                <a:cubicBezTo>
                  <a:pt x="44" y="147"/>
                  <a:pt x="44" y="147"/>
                  <a:pt x="44" y="147"/>
                </a:cubicBezTo>
                <a:cubicBezTo>
                  <a:pt x="44" y="133"/>
                  <a:pt x="59" y="118"/>
                  <a:pt x="89" y="118"/>
                </a:cubicBezTo>
                <a:cubicBezTo>
                  <a:pt x="560" y="118"/>
                  <a:pt x="560" y="118"/>
                  <a:pt x="560" y="118"/>
                </a:cubicBezTo>
                <a:cubicBezTo>
                  <a:pt x="574" y="118"/>
                  <a:pt x="589" y="133"/>
                  <a:pt x="589" y="147"/>
                </a:cubicBezTo>
                <a:lnTo>
                  <a:pt x="589" y="25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39" name="稻壳儿小白白(http://dwz.cn/Wu2UP)"/>
          <p:cNvSpPr/>
          <p:nvPr/>
        </p:nvSpPr>
        <p:spPr>
          <a:xfrm>
            <a:off x="2732584" y="3044340"/>
            <a:ext cx="550355" cy="522923"/>
          </a:xfrm>
          <a:custGeom>
            <a:avLst/>
            <a:gdLst>
              <a:gd name="T0" fmla="*/ 199626678 w 634"/>
              <a:gd name="T1" fmla="*/ 28275297 h 604"/>
              <a:gd name="T2" fmla="*/ 199626678 w 634"/>
              <a:gd name="T3" fmla="*/ 28275297 h 604"/>
              <a:gd name="T4" fmla="*/ 9044785 w 634"/>
              <a:gd name="T5" fmla="*/ 141376483 h 604"/>
              <a:gd name="T6" fmla="*/ 9044785 w 634"/>
              <a:gd name="T7" fmla="*/ 141376483 h 604"/>
              <a:gd name="T8" fmla="*/ 180245455 w 634"/>
              <a:gd name="T9" fmla="*/ 217205615 h 604"/>
              <a:gd name="T10" fmla="*/ 218361673 w 634"/>
              <a:gd name="T11" fmla="*/ 217205615 h 604"/>
              <a:gd name="T12" fmla="*/ 389562343 w 634"/>
              <a:gd name="T13" fmla="*/ 141376483 h 604"/>
              <a:gd name="T14" fmla="*/ 389562343 w 634"/>
              <a:gd name="T15" fmla="*/ 103461516 h 604"/>
              <a:gd name="T16" fmla="*/ 218361673 w 634"/>
              <a:gd name="T17" fmla="*/ 8996758 h 604"/>
              <a:gd name="T18" fmla="*/ 180245455 w 634"/>
              <a:gd name="T19" fmla="*/ 8996758 h 604"/>
              <a:gd name="T20" fmla="*/ 9044785 w 634"/>
              <a:gd name="T21" fmla="*/ 103461516 h 604"/>
              <a:gd name="T22" fmla="*/ 9044785 w 634"/>
              <a:gd name="T23" fmla="*/ 141376483 h 604"/>
              <a:gd name="T24" fmla="*/ 199626678 w 634"/>
              <a:gd name="T25" fmla="*/ 28275297 h 604"/>
              <a:gd name="T26" fmla="*/ 199626678 w 634"/>
              <a:gd name="T27" fmla="*/ 28275297 h 604"/>
              <a:gd name="T28" fmla="*/ 379872133 w 634"/>
              <a:gd name="T29" fmla="*/ 122740055 h 604"/>
              <a:gd name="T30" fmla="*/ 199626678 w 634"/>
              <a:gd name="T31" fmla="*/ 198569186 h 604"/>
              <a:gd name="T32" fmla="*/ 28426008 w 634"/>
              <a:gd name="T33" fmla="*/ 122740055 h 604"/>
              <a:gd name="T34" fmla="*/ 199626678 w 634"/>
              <a:gd name="T35" fmla="*/ 28275297 h 604"/>
              <a:gd name="T36" fmla="*/ 199626678 w 634"/>
              <a:gd name="T37" fmla="*/ 359224208 h 604"/>
              <a:gd name="T38" fmla="*/ 199626678 w 634"/>
              <a:gd name="T39" fmla="*/ 359224208 h 604"/>
              <a:gd name="T40" fmla="*/ 28426008 w 634"/>
              <a:gd name="T41" fmla="*/ 283395076 h 604"/>
              <a:gd name="T42" fmla="*/ 0 w 634"/>
              <a:gd name="T43" fmla="*/ 274398318 h 604"/>
              <a:gd name="T44" fmla="*/ 9044785 w 634"/>
              <a:gd name="T45" fmla="*/ 302673615 h 604"/>
              <a:gd name="T46" fmla="*/ 180245455 w 634"/>
              <a:gd name="T47" fmla="*/ 378502746 h 604"/>
              <a:gd name="T48" fmla="*/ 218361673 w 634"/>
              <a:gd name="T49" fmla="*/ 378502746 h 604"/>
              <a:gd name="T50" fmla="*/ 389562343 w 634"/>
              <a:gd name="T51" fmla="*/ 302673615 h 604"/>
              <a:gd name="T52" fmla="*/ 408943566 w 634"/>
              <a:gd name="T53" fmla="*/ 274398318 h 604"/>
              <a:gd name="T54" fmla="*/ 379872133 w 634"/>
              <a:gd name="T55" fmla="*/ 283395076 h 604"/>
              <a:gd name="T56" fmla="*/ 199626678 w 634"/>
              <a:gd name="T57" fmla="*/ 359224208 h 604"/>
              <a:gd name="T58" fmla="*/ 9044785 w 634"/>
              <a:gd name="T59" fmla="*/ 217205615 h 604"/>
              <a:gd name="T60" fmla="*/ 9044785 w 634"/>
              <a:gd name="T61" fmla="*/ 217205615 h 604"/>
              <a:gd name="T62" fmla="*/ 180245455 w 634"/>
              <a:gd name="T63" fmla="*/ 302673615 h 604"/>
              <a:gd name="T64" fmla="*/ 218361673 w 634"/>
              <a:gd name="T65" fmla="*/ 302673615 h 604"/>
              <a:gd name="T66" fmla="*/ 389562343 w 634"/>
              <a:gd name="T67" fmla="*/ 217205615 h 604"/>
              <a:gd name="T68" fmla="*/ 408943566 w 634"/>
              <a:gd name="T69" fmla="*/ 188930318 h 604"/>
              <a:gd name="T70" fmla="*/ 379872133 w 634"/>
              <a:gd name="T71" fmla="*/ 198569186 h 604"/>
              <a:gd name="T72" fmla="*/ 199626678 w 634"/>
              <a:gd name="T73" fmla="*/ 283395076 h 604"/>
              <a:gd name="T74" fmla="*/ 28426008 w 634"/>
              <a:gd name="T75" fmla="*/ 198569186 h 604"/>
              <a:gd name="T76" fmla="*/ 0 w 634"/>
              <a:gd name="T77" fmla="*/ 188930318 h 604"/>
              <a:gd name="T78" fmla="*/ 9044785 w 634"/>
              <a:gd name="T79" fmla="*/ 217205615 h 60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634" h="604">
                <a:moveTo>
                  <a:pt x="309" y="44"/>
                </a:moveTo>
                <a:lnTo>
                  <a:pt x="309" y="44"/>
                </a:lnTo>
                <a:close/>
                <a:moveTo>
                  <a:pt x="14" y="220"/>
                </a:moveTo>
                <a:lnTo>
                  <a:pt x="14" y="220"/>
                </a:lnTo>
                <a:cubicBezTo>
                  <a:pt x="279" y="338"/>
                  <a:pt x="279" y="338"/>
                  <a:pt x="279" y="338"/>
                </a:cubicBezTo>
                <a:cubicBezTo>
                  <a:pt x="309" y="353"/>
                  <a:pt x="324" y="353"/>
                  <a:pt x="338" y="338"/>
                </a:cubicBezTo>
                <a:cubicBezTo>
                  <a:pt x="603" y="220"/>
                  <a:pt x="603" y="220"/>
                  <a:pt x="603" y="220"/>
                </a:cubicBezTo>
                <a:cubicBezTo>
                  <a:pt x="633" y="206"/>
                  <a:pt x="633" y="176"/>
                  <a:pt x="603" y="161"/>
                </a:cubicBezTo>
                <a:cubicBezTo>
                  <a:pt x="338" y="14"/>
                  <a:pt x="338" y="14"/>
                  <a:pt x="338" y="14"/>
                </a:cubicBezTo>
                <a:cubicBezTo>
                  <a:pt x="324" y="0"/>
                  <a:pt x="309" y="14"/>
                  <a:pt x="279" y="14"/>
                </a:cubicBezTo>
                <a:cubicBezTo>
                  <a:pt x="14" y="161"/>
                  <a:pt x="14" y="161"/>
                  <a:pt x="14" y="161"/>
                </a:cubicBezTo>
                <a:cubicBezTo>
                  <a:pt x="0" y="176"/>
                  <a:pt x="0" y="206"/>
                  <a:pt x="14" y="220"/>
                </a:cubicBezTo>
                <a:close/>
                <a:moveTo>
                  <a:pt x="309" y="44"/>
                </a:moveTo>
                <a:lnTo>
                  <a:pt x="309" y="44"/>
                </a:lnTo>
                <a:cubicBezTo>
                  <a:pt x="588" y="191"/>
                  <a:pt x="588" y="191"/>
                  <a:pt x="588" y="191"/>
                </a:cubicBezTo>
                <a:cubicBezTo>
                  <a:pt x="309" y="309"/>
                  <a:pt x="309" y="309"/>
                  <a:pt x="309" y="309"/>
                </a:cubicBezTo>
                <a:cubicBezTo>
                  <a:pt x="44" y="191"/>
                  <a:pt x="44" y="191"/>
                  <a:pt x="44" y="191"/>
                </a:cubicBezTo>
                <a:lnTo>
                  <a:pt x="309" y="44"/>
                </a:lnTo>
                <a:close/>
                <a:moveTo>
                  <a:pt x="309" y="559"/>
                </a:moveTo>
                <a:lnTo>
                  <a:pt x="309" y="559"/>
                </a:lnTo>
                <a:cubicBezTo>
                  <a:pt x="44" y="441"/>
                  <a:pt x="44" y="441"/>
                  <a:pt x="44" y="441"/>
                </a:cubicBezTo>
                <a:cubicBezTo>
                  <a:pt x="44" y="441"/>
                  <a:pt x="14" y="427"/>
                  <a:pt x="0" y="427"/>
                </a:cubicBezTo>
                <a:cubicBezTo>
                  <a:pt x="0" y="441"/>
                  <a:pt x="0" y="456"/>
                  <a:pt x="14" y="471"/>
                </a:cubicBezTo>
                <a:cubicBezTo>
                  <a:pt x="279" y="589"/>
                  <a:pt x="279" y="589"/>
                  <a:pt x="279" y="589"/>
                </a:cubicBezTo>
                <a:cubicBezTo>
                  <a:pt x="309" y="603"/>
                  <a:pt x="324" y="603"/>
                  <a:pt x="338" y="589"/>
                </a:cubicBezTo>
                <a:cubicBezTo>
                  <a:pt x="603" y="471"/>
                  <a:pt x="603" y="471"/>
                  <a:pt x="603" y="471"/>
                </a:cubicBezTo>
                <a:cubicBezTo>
                  <a:pt x="618" y="471"/>
                  <a:pt x="633" y="441"/>
                  <a:pt x="633" y="427"/>
                </a:cubicBezTo>
                <a:cubicBezTo>
                  <a:pt x="618" y="427"/>
                  <a:pt x="588" y="441"/>
                  <a:pt x="588" y="441"/>
                </a:cubicBezTo>
                <a:lnTo>
                  <a:pt x="309" y="559"/>
                </a:lnTo>
                <a:close/>
                <a:moveTo>
                  <a:pt x="14" y="338"/>
                </a:moveTo>
                <a:lnTo>
                  <a:pt x="14" y="338"/>
                </a:lnTo>
                <a:cubicBezTo>
                  <a:pt x="279" y="471"/>
                  <a:pt x="279" y="471"/>
                  <a:pt x="279" y="471"/>
                </a:cubicBezTo>
                <a:cubicBezTo>
                  <a:pt x="309" y="471"/>
                  <a:pt x="324" y="471"/>
                  <a:pt x="338" y="471"/>
                </a:cubicBezTo>
                <a:cubicBezTo>
                  <a:pt x="603" y="338"/>
                  <a:pt x="603" y="338"/>
                  <a:pt x="603" y="338"/>
                </a:cubicBezTo>
                <a:cubicBezTo>
                  <a:pt x="618" y="338"/>
                  <a:pt x="633" y="309"/>
                  <a:pt x="633" y="294"/>
                </a:cubicBezTo>
                <a:cubicBezTo>
                  <a:pt x="618" y="309"/>
                  <a:pt x="588" y="309"/>
                  <a:pt x="588" y="309"/>
                </a:cubicBezTo>
                <a:cubicBezTo>
                  <a:pt x="309" y="441"/>
                  <a:pt x="309" y="441"/>
                  <a:pt x="309" y="441"/>
                </a:cubicBezTo>
                <a:cubicBezTo>
                  <a:pt x="44" y="309"/>
                  <a:pt x="44" y="309"/>
                  <a:pt x="44" y="309"/>
                </a:cubicBezTo>
                <a:cubicBezTo>
                  <a:pt x="44" y="309"/>
                  <a:pt x="14" y="309"/>
                  <a:pt x="0" y="294"/>
                </a:cubicBezTo>
                <a:cubicBezTo>
                  <a:pt x="0" y="309"/>
                  <a:pt x="0" y="338"/>
                  <a:pt x="14" y="338"/>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0" name="稻壳儿小白白(http://dwz.cn/Wu2UP)"/>
          <p:cNvSpPr/>
          <p:nvPr/>
        </p:nvSpPr>
        <p:spPr>
          <a:xfrm>
            <a:off x="1847902" y="3070058"/>
            <a:ext cx="534924" cy="474916"/>
          </a:xfrm>
          <a:custGeom>
            <a:avLst/>
            <a:gdLst>
              <a:gd name="T0" fmla="*/ 348300721 w 619"/>
              <a:gd name="T1" fmla="*/ 190698474 h 546"/>
              <a:gd name="T2" fmla="*/ 348300721 w 619"/>
              <a:gd name="T3" fmla="*/ 190698474 h 546"/>
              <a:gd name="T4" fmla="*/ 320129433 w 619"/>
              <a:gd name="T5" fmla="*/ 190698474 h 546"/>
              <a:gd name="T6" fmla="*/ 320129433 w 619"/>
              <a:gd name="T7" fmla="*/ 47350655 h 546"/>
              <a:gd name="T8" fmla="*/ 273390397 w 619"/>
              <a:gd name="T9" fmla="*/ 0 h 546"/>
              <a:gd name="T10" fmla="*/ 122289490 w 619"/>
              <a:gd name="T11" fmla="*/ 0 h 546"/>
              <a:gd name="T12" fmla="*/ 75550453 w 619"/>
              <a:gd name="T13" fmla="*/ 47350655 h 546"/>
              <a:gd name="T14" fmla="*/ 75550453 w 619"/>
              <a:gd name="T15" fmla="*/ 190698474 h 546"/>
              <a:gd name="T16" fmla="*/ 46739037 w 619"/>
              <a:gd name="T17" fmla="*/ 190698474 h 546"/>
              <a:gd name="T18" fmla="*/ 0 w 619"/>
              <a:gd name="T19" fmla="*/ 238698264 h 546"/>
              <a:gd name="T20" fmla="*/ 0 w 619"/>
              <a:gd name="T21" fmla="*/ 267237678 h 546"/>
              <a:gd name="T22" fmla="*/ 46739037 w 619"/>
              <a:gd name="T23" fmla="*/ 315236663 h 546"/>
              <a:gd name="T24" fmla="*/ 75550453 w 619"/>
              <a:gd name="T25" fmla="*/ 315236663 h 546"/>
              <a:gd name="T26" fmla="*/ 122289490 w 619"/>
              <a:gd name="T27" fmla="*/ 353506668 h 546"/>
              <a:gd name="T28" fmla="*/ 273390397 w 619"/>
              <a:gd name="T29" fmla="*/ 353506668 h 546"/>
              <a:gd name="T30" fmla="*/ 320129433 w 619"/>
              <a:gd name="T31" fmla="*/ 315236663 h 546"/>
              <a:gd name="T32" fmla="*/ 348300721 w 619"/>
              <a:gd name="T33" fmla="*/ 315236663 h 546"/>
              <a:gd name="T34" fmla="*/ 395679887 w 619"/>
              <a:gd name="T35" fmla="*/ 267237678 h 546"/>
              <a:gd name="T36" fmla="*/ 395679887 w 619"/>
              <a:gd name="T37" fmla="*/ 238698264 h 546"/>
              <a:gd name="T38" fmla="*/ 348300721 w 619"/>
              <a:gd name="T39" fmla="*/ 190698474 h 546"/>
              <a:gd name="T40" fmla="*/ 94118202 w 619"/>
              <a:gd name="T41" fmla="*/ 47350655 h 546"/>
              <a:gd name="T42" fmla="*/ 94118202 w 619"/>
              <a:gd name="T43" fmla="*/ 47350655 h 546"/>
              <a:gd name="T44" fmla="*/ 122289490 w 619"/>
              <a:gd name="T45" fmla="*/ 28540220 h 546"/>
              <a:gd name="T46" fmla="*/ 273390397 w 619"/>
              <a:gd name="T47" fmla="*/ 28540220 h 546"/>
              <a:gd name="T48" fmla="*/ 301561685 w 619"/>
              <a:gd name="T49" fmla="*/ 47350655 h 546"/>
              <a:gd name="T50" fmla="*/ 301561685 w 619"/>
              <a:gd name="T51" fmla="*/ 190698474 h 546"/>
              <a:gd name="T52" fmla="*/ 94118202 w 619"/>
              <a:gd name="T53" fmla="*/ 190698474 h 546"/>
              <a:gd name="T54" fmla="*/ 94118202 w 619"/>
              <a:gd name="T55" fmla="*/ 47350655 h 546"/>
              <a:gd name="T56" fmla="*/ 273390397 w 619"/>
              <a:gd name="T57" fmla="*/ 334047098 h 546"/>
              <a:gd name="T58" fmla="*/ 273390397 w 619"/>
              <a:gd name="T59" fmla="*/ 334047098 h 546"/>
              <a:gd name="T60" fmla="*/ 122289490 w 619"/>
              <a:gd name="T61" fmla="*/ 334047098 h 546"/>
              <a:gd name="T62" fmla="*/ 94118202 w 619"/>
              <a:gd name="T63" fmla="*/ 305507683 h 546"/>
              <a:gd name="T64" fmla="*/ 122289490 w 619"/>
              <a:gd name="T65" fmla="*/ 276967464 h 546"/>
              <a:gd name="T66" fmla="*/ 273390397 w 619"/>
              <a:gd name="T67" fmla="*/ 276967464 h 546"/>
              <a:gd name="T68" fmla="*/ 301561685 w 619"/>
              <a:gd name="T69" fmla="*/ 305507683 h 546"/>
              <a:gd name="T70" fmla="*/ 273390397 w 619"/>
              <a:gd name="T71" fmla="*/ 334047098 h 546"/>
              <a:gd name="T72" fmla="*/ 377112138 w 619"/>
              <a:gd name="T73" fmla="*/ 267237678 h 546"/>
              <a:gd name="T74" fmla="*/ 377112138 w 619"/>
              <a:gd name="T75" fmla="*/ 267237678 h 546"/>
              <a:gd name="T76" fmla="*/ 348300721 w 619"/>
              <a:gd name="T77" fmla="*/ 295777898 h 546"/>
              <a:gd name="T78" fmla="*/ 320129433 w 619"/>
              <a:gd name="T79" fmla="*/ 295777898 h 546"/>
              <a:gd name="T80" fmla="*/ 273390397 w 619"/>
              <a:gd name="T81" fmla="*/ 258157029 h 546"/>
              <a:gd name="T82" fmla="*/ 122289490 w 619"/>
              <a:gd name="T83" fmla="*/ 258157029 h 546"/>
              <a:gd name="T84" fmla="*/ 75550453 w 619"/>
              <a:gd name="T85" fmla="*/ 295777898 h 546"/>
              <a:gd name="T86" fmla="*/ 46739037 w 619"/>
              <a:gd name="T87" fmla="*/ 295777898 h 546"/>
              <a:gd name="T88" fmla="*/ 18567749 w 619"/>
              <a:gd name="T89" fmla="*/ 267237678 h 546"/>
              <a:gd name="T90" fmla="*/ 18567749 w 619"/>
              <a:gd name="T91" fmla="*/ 238698264 h 546"/>
              <a:gd name="T92" fmla="*/ 46739037 w 619"/>
              <a:gd name="T93" fmla="*/ 219887829 h 546"/>
              <a:gd name="T94" fmla="*/ 348300721 w 619"/>
              <a:gd name="T95" fmla="*/ 219887829 h 546"/>
              <a:gd name="T96" fmla="*/ 377112138 w 619"/>
              <a:gd name="T97" fmla="*/ 238698264 h 546"/>
              <a:gd name="T98" fmla="*/ 377112138 w 619"/>
              <a:gd name="T99" fmla="*/ 267237678 h 54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19" h="546">
                <a:moveTo>
                  <a:pt x="544" y="294"/>
                </a:moveTo>
                <a:lnTo>
                  <a:pt x="544" y="294"/>
                </a:lnTo>
                <a:cubicBezTo>
                  <a:pt x="500" y="294"/>
                  <a:pt x="500" y="294"/>
                  <a:pt x="500" y="294"/>
                </a:cubicBezTo>
                <a:cubicBezTo>
                  <a:pt x="500" y="73"/>
                  <a:pt x="500" y="73"/>
                  <a:pt x="500" y="73"/>
                </a:cubicBezTo>
                <a:cubicBezTo>
                  <a:pt x="500" y="30"/>
                  <a:pt x="471" y="0"/>
                  <a:pt x="427" y="0"/>
                </a:cubicBezTo>
                <a:cubicBezTo>
                  <a:pt x="191" y="0"/>
                  <a:pt x="191" y="0"/>
                  <a:pt x="191" y="0"/>
                </a:cubicBezTo>
                <a:cubicBezTo>
                  <a:pt x="147" y="0"/>
                  <a:pt x="118" y="30"/>
                  <a:pt x="118" y="73"/>
                </a:cubicBezTo>
                <a:cubicBezTo>
                  <a:pt x="118" y="73"/>
                  <a:pt x="118" y="280"/>
                  <a:pt x="118" y="294"/>
                </a:cubicBezTo>
                <a:cubicBezTo>
                  <a:pt x="73" y="294"/>
                  <a:pt x="73" y="294"/>
                  <a:pt x="73" y="294"/>
                </a:cubicBezTo>
                <a:cubicBezTo>
                  <a:pt x="29" y="294"/>
                  <a:pt x="0" y="324"/>
                  <a:pt x="0" y="368"/>
                </a:cubicBezTo>
                <a:cubicBezTo>
                  <a:pt x="0" y="412"/>
                  <a:pt x="0" y="412"/>
                  <a:pt x="0" y="412"/>
                </a:cubicBezTo>
                <a:cubicBezTo>
                  <a:pt x="0" y="456"/>
                  <a:pt x="29" y="486"/>
                  <a:pt x="73" y="486"/>
                </a:cubicBezTo>
                <a:cubicBezTo>
                  <a:pt x="118" y="486"/>
                  <a:pt x="118" y="486"/>
                  <a:pt x="118" y="486"/>
                </a:cubicBezTo>
                <a:cubicBezTo>
                  <a:pt x="118" y="530"/>
                  <a:pt x="162" y="545"/>
                  <a:pt x="191" y="545"/>
                </a:cubicBezTo>
                <a:cubicBezTo>
                  <a:pt x="427" y="545"/>
                  <a:pt x="427" y="545"/>
                  <a:pt x="427" y="545"/>
                </a:cubicBezTo>
                <a:cubicBezTo>
                  <a:pt x="456" y="545"/>
                  <a:pt x="500" y="530"/>
                  <a:pt x="500" y="486"/>
                </a:cubicBezTo>
                <a:cubicBezTo>
                  <a:pt x="544" y="486"/>
                  <a:pt x="544" y="486"/>
                  <a:pt x="544" y="486"/>
                </a:cubicBezTo>
                <a:cubicBezTo>
                  <a:pt x="589" y="486"/>
                  <a:pt x="618" y="456"/>
                  <a:pt x="618" y="412"/>
                </a:cubicBezTo>
                <a:cubicBezTo>
                  <a:pt x="618" y="368"/>
                  <a:pt x="618" y="368"/>
                  <a:pt x="618" y="368"/>
                </a:cubicBezTo>
                <a:cubicBezTo>
                  <a:pt x="618" y="324"/>
                  <a:pt x="589" y="294"/>
                  <a:pt x="544" y="294"/>
                </a:cubicBezTo>
                <a:close/>
                <a:moveTo>
                  <a:pt x="147" y="73"/>
                </a:moveTo>
                <a:lnTo>
                  <a:pt x="147" y="73"/>
                </a:lnTo>
                <a:cubicBezTo>
                  <a:pt x="147" y="59"/>
                  <a:pt x="177" y="44"/>
                  <a:pt x="191" y="44"/>
                </a:cubicBezTo>
                <a:cubicBezTo>
                  <a:pt x="427" y="44"/>
                  <a:pt x="427" y="44"/>
                  <a:pt x="427" y="44"/>
                </a:cubicBezTo>
                <a:cubicBezTo>
                  <a:pt x="441" y="44"/>
                  <a:pt x="471" y="59"/>
                  <a:pt x="471" y="73"/>
                </a:cubicBezTo>
                <a:cubicBezTo>
                  <a:pt x="471" y="294"/>
                  <a:pt x="471" y="294"/>
                  <a:pt x="471" y="294"/>
                </a:cubicBezTo>
                <a:cubicBezTo>
                  <a:pt x="147" y="294"/>
                  <a:pt x="147" y="294"/>
                  <a:pt x="147" y="294"/>
                </a:cubicBezTo>
                <a:lnTo>
                  <a:pt x="147" y="73"/>
                </a:lnTo>
                <a:close/>
                <a:moveTo>
                  <a:pt x="427" y="515"/>
                </a:moveTo>
                <a:lnTo>
                  <a:pt x="427" y="515"/>
                </a:lnTo>
                <a:cubicBezTo>
                  <a:pt x="191" y="515"/>
                  <a:pt x="191" y="515"/>
                  <a:pt x="191" y="515"/>
                </a:cubicBezTo>
                <a:cubicBezTo>
                  <a:pt x="177" y="515"/>
                  <a:pt x="147" y="486"/>
                  <a:pt x="147" y="471"/>
                </a:cubicBezTo>
                <a:cubicBezTo>
                  <a:pt x="147" y="456"/>
                  <a:pt x="177" y="427"/>
                  <a:pt x="191" y="427"/>
                </a:cubicBezTo>
                <a:cubicBezTo>
                  <a:pt x="427" y="427"/>
                  <a:pt x="427" y="427"/>
                  <a:pt x="427" y="427"/>
                </a:cubicBezTo>
                <a:cubicBezTo>
                  <a:pt x="441" y="427"/>
                  <a:pt x="471" y="456"/>
                  <a:pt x="471" y="471"/>
                </a:cubicBezTo>
                <a:cubicBezTo>
                  <a:pt x="471" y="486"/>
                  <a:pt x="441" y="515"/>
                  <a:pt x="427" y="515"/>
                </a:cubicBezTo>
                <a:close/>
                <a:moveTo>
                  <a:pt x="589" y="412"/>
                </a:moveTo>
                <a:lnTo>
                  <a:pt x="589" y="412"/>
                </a:lnTo>
                <a:cubicBezTo>
                  <a:pt x="589" y="427"/>
                  <a:pt x="559" y="456"/>
                  <a:pt x="544" y="456"/>
                </a:cubicBezTo>
                <a:cubicBezTo>
                  <a:pt x="500" y="456"/>
                  <a:pt x="500" y="456"/>
                  <a:pt x="500" y="456"/>
                </a:cubicBezTo>
                <a:cubicBezTo>
                  <a:pt x="500" y="412"/>
                  <a:pt x="456" y="398"/>
                  <a:pt x="427" y="398"/>
                </a:cubicBezTo>
                <a:cubicBezTo>
                  <a:pt x="191" y="398"/>
                  <a:pt x="191" y="398"/>
                  <a:pt x="191" y="398"/>
                </a:cubicBezTo>
                <a:cubicBezTo>
                  <a:pt x="162" y="398"/>
                  <a:pt x="118" y="412"/>
                  <a:pt x="118" y="456"/>
                </a:cubicBezTo>
                <a:cubicBezTo>
                  <a:pt x="73" y="456"/>
                  <a:pt x="73" y="456"/>
                  <a:pt x="73" y="456"/>
                </a:cubicBezTo>
                <a:cubicBezTo>
                  <a:pt x="59" y="456"/>
                  <a:pt x="29" y="427"/>
                  <a:pt x="29" y="412"/>
                </a:cubicBezTo>
                <a:cubicBezTo>
                  <a:pt x="29" y="368"/>
                  <a:pt x="29" y="368"/>
                  <a:pt x="29" y="368"/>
                </a:cubicBezTo>
                <a:cubicBezTo>
                  <a:pt x="29" y="353"/>
                  <a:pt x="59" y="339"/>
                  <a:pt x="73" y="339"/>
                </a:cubicBezTo>
                <a:cubicBezTo>
                  <a:pt x="544" y="339"/>
                  <a:pt x="544" y="339"/>
                  <a:pt x="544" y="339"/>
                </a:cubicBezTo>
                <a:cubicBezTo>
                  <a:pt x="559" y="339"/>
                  <a:pt x="589" y="353"/>
                  <a:pt x="589" y="368"/>
                </a:cubicBezTo>
                <a:lnTo>
                  <a:pt x="589" y="41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1" name="稻壳儿小白白(http://dwz.cn/Wu2UP)"/>
          <p:cNvSpPr/>
          <p:nvPr/>
        </p:nvSpPr>
        <p:spPr>
          <a:xfrm>
            <a:off x="9832329" y="2147657"/>
            <a:ext cx="512635" cy="552069"/>
          </a:xfrm>
          <a:custGeom>
            <a:avLst/>
            <a:gdLst>
              <a:gd name="T0" fmla="*/ 296143959 w 589"/>
              <a:gd name="T1" fmla="*/ 229474843 h 634"/>
              <a:gd name="T2" fmla="*/ 296143959 w 589"/>
              <a:gd name="T3" fmla="*/ 153417002 h 634"/>
              <a:gd name="T4" fmla="*/ 296143959 w 589"/>
              <a:gd name="T5" fmla="*/ 229474843 h 634"/>
              <a:gd name="T6" fmla="*/ 276661058 w 589"/>
              <a:gd name="T7" fmla="*/ 182020226 h 634"/>
              <a:gd name="T8" fmla="*/ 305885409 w 589"/>
              <a:gd name="T9" fmla="*/ 200871618 h 634"/>
              <a:gd name="T10" fmla="*/ 276661058 w 589"/>
              <a:gd name="T11" fmla="*/ 182020226 h 634"/>
              <a:gd name="T12" fmla="*/ 296143959 w 589"/>
              <a:gd name="T13" fmla="*/ 334786568 h 634"/>
              <a:gd name="T14" fmla="*/ 296143959 w 589"/>
              <a:gd name="T15" fmla="*/ 258727921 h 634"/>
              <a:gd name="T16" fmla="*/ 296143959 w 589"/>
              <a:gd name="T17" fmla="*/ 334786568 h 634"/>
              <a:gd name="T18" fmla="*/ 276661058 w 589"/>
              <a:gd name="T19" fmla="*/ 277580119 h 634"/>
              <a:gd name="T20" fmla="*/ 305885409 w 589"/>
              <a:gd name="T21" fmla="*/ 306183343 h 634"/>
              <a:gd name="T22" fmla="*/ 276661058 w 589"/>
              <a:gd name="T23" fmla="*/ 277580119 h 634"/>
              <a:gd name="T24" fmla="*/ 190935006 w 589"/>
              <a:gd name="T25" fmla="*/ 334786568 h 634"/>
              <a:gd name="T26" fmla="*/ 190935006 w 589"/>
              <a:gd name="T27" fmla="*/ 258727921 h 634"/>
              <a:gd name="T28" fmla="*/ 190935006 w 589"/>
              <a:gd name="T29" fmla="*/ 334786568 h 634"/>
              <a:gd name="T30" fmla="*/ 181193555 w 589"/>
              <a:gd name="T31" fmla="*/ 277580119 h 634"/>
              <a:gd name="T32" fmla="*/ 200676456 w 589"/>
              <a:gd name="T33" fmla="*/ 306183343 h 634"/>
              <a:gd name="T34" fmla="*/ 181193555 w 589"/>
              <a:gd name="T35" fmla="*/ 277580119 h 634"/>
              <a:gd name="T36" fmla="*/ 334461029 w 589"/>
              <a:gd name="T37" fmla="*/ 0 h 634"/>
              <a:gd name="T38" fmla="*/ 0 w 589"/>
              <a:gd name="T39" fmla="*/ 47455423 h 634"/>
              <a:gd name="T40" fmla="*/ 47408983 w 589"/>
              <a:gd name="T41" fmla="*/ 411495069 h 634"/>
              <a:gd name="T42" fmla="*/ 381870011 w 589"/>
              <a:gd name="T43" fmla="*/ 354288620 h 634"/>
              <a:gd name="T44" fmla="*/ 334461029 w 589"/>
              <a:gd name="T45" fmla="*/ 0 h 634"/>
              <a:gd name="T46" fmla="*/ 353295198 w 589"/>
              <a:gd name="T47" fmla="*/ 354288620 h 634"/>
              <a:gd name="T48" fmla="*/ 47408983 w 589"/>
              <a:gd name="T49" fmla="*/ 382891844 h 634"/>
              <a:gd name="T50" fmla="*/ 28575619 w 589"/>
              <a:gd name="T51" fmla="*/ 105311725 h 634"/>
              <a:gd name="T52" fmla="*/ 353295198 w 589"/>
              <a:gd name="T53" fmla="*/ 354288620 h 634"/>
              <a:gd name="T54" fmla="*/ 353295198 w 589"/>
              <a:gd name="T55" fmla="*/ 76708501 h 634"/>
              <a:gd name="T56" fmla="*/ 28575619 w 589"/>
              <a:gd name="T57" fmla="*/ 47455423 h 634"/>
              <a:gd name="T58" fmla="*/ 334461029 w 589"/>
              <a:gd name="T59" fmla="*/ 28603224 h 634"/>
              <a:gd name="T60" fmla="*/ 353295198 w 589"/>
              <a:gd name="T61" fmla="*/ 76708501 h 634"/>
              <a:gd name="T62" fmla="*/ 190935006 w 589"/>
              <a:gd name="T63" fmla="*/ 229474843 h 634"/>
              <a:gd name="T64" fmla="*/ 190935006 w 589"/>
              <a:gd name="T65" fmla="*/ 153417002 h 634"/>
              <a:gd name="T66" fmla="*/ 190935006 w 589"/>
              <a:gd name="T67" fmla="*/ 229474843 h 634"/>
              <a:gd name="T68" fmla="*/ 181193555 w 589"/>
              <a:gd name="T69" fmla="*/ 182020226 h 634"/>
              <a:gd name="T70" fmla="*/ 200676456 w 589"/>
              <a:gd name="T71" fmla="*/ 200871618 h 634"/>
              <a:gd name="T72" fmla="*/ 181193555 w 589"/>
              <a:gd name="T73" fmla="*/ 182020226 h 634"/>
              <a:gd name="T74" fmla="*/ 85726052 w 589"/>
              <a:gd name="T75" fmla="*/ 334786568 h 634"/>
              <a:gd name="T76" fmla="*/ 85726052 w 589"/>
              <a:gd name="T77" fmla="*/ 258727921 h 634"/>
              <a:gd name="T78" fmla="*/ 85726052 w 589"/>
              <a:gd name="T79" fmla="*/ 334786568 h 634"/>
              <a:gd name="T80" fmla="*/ 75984602 w 589"/>
              <a:gd name="T81" fmla="*/ 277580119 h 634"/>
              <a:gd name="T82" fmla="*/ 105208953 w 589"/>
              <a:gd name="T83" fmla="*/ 306183343 h 634"/>
              <a:gd name="T84" fmla="*/ 75984602 w 589"/>
              <a:gd name="T85" fmla="*/ 277580119 h 634"/>
              <a:gd name="T86" fmla="*/ 85726052 w 589"/>
              <a:gd name="T87" fmla="*/ 229474843 h 634"/>
              <a:gd name="T88" fmla="*/ 85726052 w 589"/>
              <a:gd name="T89" fmla="*/ 153417002 h 634"/>
              <a:gd name="T90" fmla="*/ 85726052 w 589"/>
              <a:gd name="T91" fmla="*/ 229474843 h 634"/>
              <a:gd name="T92" fmla="*/ 75984602 w 589"/>
              <a:gd name="T93" fmla="*/ 182020226 h 634"/>
              <a:gd name="T94" fmla="*/ 105208953 w 589"/>
              <a:gd name="T95" fmla="*/ 200871618 h 634"/>
              <a:gd name="T96" fmla="*/ 75984602 w 589"/>
              <a:gd name="T97" fmla="*/ 182020226 h 63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589" h="634">
                <a:moveTo>
                  <a:pt x="456" y="353"/>
                </a:moveTo>
                <a:lnTo>
                  <a:pt x="456" y="353"/>
                </a:lnTo>
                <a:cubicBezTo>
                  <a:pt x="485" y="353"/>
                  <a:pt x="515" y="324"/>
                  <a:pt x="515" y="294"/>
                </a:cubicBezTo>
                <a:cubicBezTo>
                  <a:pt x="515" y="265"/>
                  <a:pt x="485" y="236"/>
                  <a:pt x="456" y="236"/>
                </a:cubicBezTo>
                <a:cubicBezTo>
                  <a:pt x="412" y="236"/>
                  <a:pt x="397" y="265"/>
                  <a:pt x="397" y="294"/>
                </a:cubicBezTo>
                <a:cubicBezTo>
                  <a:pt x="397" y="324"/>
                  <a:pt x="412" y="353"/>
                  <a:pt x="456" y="353"/>
                </a:cubicBezTo>
                <a:close/>
                <a:moveTo>
                  <a:pt x="426" y="280"/>
                </a:moveTo>
                <a:lnTo>
                  <a:pt x="426" y="280"/>
                </a:lnTo>
                <a:cubicBezTo>
                  <a:pt x="471" y="280"/>
                  <a:pt x="471" y="280"/>
                  <a:pt x="471" y="280"/>
                </a:cubicBezTo>
                <a:cubicBezTo>
                  <a:pt x="471" y="309"/>
                  <a:pt x="471" y="309"/>
                  <a:pt x="471" y="309"/>
                </a:cubicBezTo>
                <a:cubicBezTo>
                  <a:pt x="426" y="309"/>
                  <a:pt x="426" y="309"/>
                  <a:pt x="426" y="309"/>
                </a:cubicBezTo>
                <a:lnTo>
                  <a:pt x="426" y="280"/>
                </a:lnTo>
                <a:close/>
                <a:moveTo>
                  <a:pt x="456" y="515"/>
                </a:moveTo>
                <a:lnTo>
                  <a:pt x="456" y="515"/>
                </a:lnTo>
                <a:cubicBezTo>
                  <a:pt x="485" y="515"/>
                  <a:pt x="515" y="486"/>
                  <a:pt x="515" y="456"/>
                </a:cubicBezTo>
                <a:cubicBezTo>
                  <a:pt x="515" y="412"/>
                  <a:pt x="485" y="398"/>
                  <a:pt x="456" y="398"/>
                </a:cubicBezTo>
                <a:cubicBezTo>
                  <a:pt x="412" y="398"/>
                  <a:pt x="397" y="412"/>
                  <a:pt x="397" y="456"/>
                </a:cubicBezTo>
                <a:cubicBezTo>
                  <a:pt x="397" y="486"/>
                  <a:pt x="412" y="515"/>
                  <a:pt x="456" y="515"/>
                </a:cubicBezTo>
                <a:close/>
                <a:moveTo>
                  <a:pt x="426" y="427"/>
                </a:moveTo>
                <a:lnTo>
                  <a:pt x="426" y="427"/>
                </a:lnTo>
                <a:cubicBezTo>
                  <a:pt x="471" y="427"/>
                  <a:pt x="471" y="427"/>
                  <a:pt x="471" y="427"/>
                </a:cubicBezTo>
                <a:cubicBezTo>
                  <a:pt x="471" y="471"/>
                  <a:pt x="471" y="471"/>
                  <a:pt x="471" y="471"/>
                </a:cubicBezTo>
                <a:cubicBezTo>
                  <a:pt x="426" y="471"/>
                  <a:pt x="426" y="471"/>
                  <a:pt x="426" y="471"/>
                </a:cubicBezTo>
                <a:lnTo>
                  <a:pt x="426" y="427"/>
                </a:lnTo>
                <a:close/>
                <a:moveTo>
                  <a:pt x="294" y="515"/>
                </a:moveTo>
                <a:lnTo>
                  <a:pt x="294" y="515"/>
                </a:lnTo>
                <a:cubicBezTo>
                  <a:pt x="324" y="515"/>
                  <a:pt x="353" y="486"/>
                  <a:pt x="353" y="456"/>
                </a:cubicBezTo>
                <a:cubicBezTo>
                  <a:pt x="353" y="412"/>
                  <a:pt x="324" y="398"/>
                  <a:pt x="294" y="398"/>
                </a:cubicBezTo>
                <a:cubicBezTo>
                  <a:pt x="265" y="398"/>
                  <a:pt x="235" y="412"/>
                  <a:pt x="235" y="456"/>
                </a:cubicBezTo>
                <a:cubicBezTo>
                  <a:pt x="235" y="486"/>
                  <a:pt x="265" y="515"/>
                  <a:pt x="294" y="515"/>
                </a:cubicBezTo>
                <a:close/>
                <a:moveTo>
                  <a:pt x="279" y="427"/>
                </a:moveTo>
                <a:lnTo>
                  <a:pt x="279" y="427"/>
                </a:lnTo>
                <a:cubicBezTo>
                  <a:pt x="309" y="427"/>
                  <a:pt x="309" y="427"/>
                  <a:pt x="309" y="427"/>
                </a:cubicBezTo>
                <a:cubicBezTo>
                  <a:pt x="309" y="471"/>
                  <a:pt x="309" y="471"/>
                  <a:pt x="309" y="471"/>
                </a:cubicBezTo>
                <a:cubicBezTo>
                  <a:pt x="279" y="471"/>
                  <a:pt x="279" y="471"/>
                  <a:pt x="279" y="471"/>
                </a:cubicBezTo>
                <a:lnTo>
                  <a:pt x="279" y="427"/>
                </a:lnTo>
                <a:close/>
                <a:moveTo>
                  <a:pt x="515" y="0"/>
                </a:moveTo>
                <a:lnTo>
                  <a:pt x="515" y="0"/>
                </a:lnTo>
                <a:cubicBezTo>
                  <a:pt x="73" y="0"/>
                  <a:pt x="73" y="0"/>
                  <a:pt x="73" y="0"/>
                </a:cubicBezTo>
                <a:cubicBezTo>
                  <a:pt x="29" y="0"/>
                  <a:pt x="0" y="30"/>
                  <a:pt x="0" y="73"/>
                </a:cubicBezTo>
                <a:cubicBezTo>
                  <a:pt x="0" y="545"/>
                  <a:pt x="0" y="545"/>
                  <a:pt x="0" y="545"/>
                </a:cubicBezTo>
                <a:cubicBezTo>
                  <a:pt x="0" y="589"/>
                  <a:pt x="29" y="633"/>
                  <a:pt x="73" y="633"/>
                </a:cubicBezTo>
                <a:cubicBezTo>
                  <a:pt x="515" y="633"/>
                  <a:pt x="515" y="633"/>
                  <a:pt x="515" y="633"/>
                </a:cubicBezTo>
                <a:cubicBezTo>
                  <a:pt x="559" y="633"/>
                  <a:pt x="588" y="589"/>
                  <a:pt x="588" y="545"/>
                </a:cubicBezTo>
                <a:cubicBezTo>
                  <a:pt x="588" y="73"/>
                  <a:pt x="588" y="73"/>
                  <a:pt x="588" y="73"/>
                </a:cubicBezTo>
                <a:cubicBezTo>
                  <a:pt x="588" y="30"/>
                  <a:pt x="559" y="0"/>
                  <a:pt x="515" y="0"/>
                </a:cubicBezTo>
                <a:close/>
                <a:moveTo>
                  <a:pt x="544" y="545"/>
                </a:moveTo>
                <a:lnTo>
                  <a:pt x="544" y="545"/>
                </a:lnTo>
                <a:cubicBezTo>
                  <a:pt x="544" y="574"/>
                  <a:pt x="530" y="589"/>
                  <a:pt x="515" y="589"/>
                </a:cubicBezTo>
                <a:cubicBezTo>
                  <a:pt x="73" y="589"/>
                  <a:pt x="73" y="589"/>
                  <a:pt x="73" y="589"/>
                </a:cubicBezTo>
                <a:cubicBezTo>
                  <a:pt x="59" y="589"/>
                  <a:pt x="44" y="574"/>
                  <a:pt x="44" y="545"/>
                </a:cubicBezTo>
                <a:cubicBezTo>
                  <a:pt x="44" y="162"/>
                  <a:pt x="44" y="162"/>
                  <a:pt x="44" y="162"/>
                </a:cubicBezTo>
                <a:cubicBezTo>
                  <a:pt x="544" y="162"/>
                  <a:pt x="544" y="162"/>
                  <a:pt x="544" y="162"/>
                </a:cubicBezTo>
                <a:lnTo>
                  <a:pt x="544" y="545"/>
                </a:lnTo>
                <a:close/>
                <a:moveTo>
                  <a:pt x="544" y="118"/>
                </a:moveTo>
                <a:lnTo>
                  <a:pt x="544" y="118"/>
                </a:lnTo>
                <a:cubicBezTo>
                  <a:pt x="44" y="118"/>
                  <a:pt x="44" y="118"/>
                  <a:pt x="44" y="118"/>
                </a:cubicBezTo>
                <a:cubicBezTo>
                  <a:pt x="44" y="73"/>
                  <a:pt x="44" y="73"/>
                  <a:pt x="44" y="73"/>
                </a:cubicBezTo>
                <a:cubicBezTo>
                  <a:pt x="44" y="59"/>
                  <a:pt x="59" y="44"/>
                  <a:pt x="73" y="44"/>
                </a:cubicBezTo>
                <a:cubicBezTo>
                  <a:pt x="515" y="44"/>
                  <a:pt x="515" y="44"/>
                  <a:pt x="515" y="44"/>
                </a:cubicBezTo>
                <a:cubicBezTo>
                  <a:pt x="530" y="44"/>
                  <a:pt x="544" y="59"/>
                  <a:pt x="544" y="73"/>
                </a:cubicBezTo>
                <a:lnTo>
                  <a:pt x="544" y="118"/>
                </a:lnTo>
                <a:close/>
                <a:moveTo>
                  <a:pt x="294" y="353"/>
                </a:moveTo>
                <a:lnTo>
                  <a:pt x="294" y="353"/>
                </a:lnTo>
                <a:cubicBezTo>
                  <a:pt x="324" y="353"/>
                  <a:pt x="353" y="324"/>
                  <a:pt x="353" y="294"/>
                </a:cubicBezTo>
                <a:cubicBezTo>
                  <a:pt x="353" y="265"/>
                  <a:pt x="324" y="236"/>
                  <a:pt x="294" y="236"/>
                </a:cubicBezTo>
                <a:cubicBezTo>
                  <a:pt x="265" y="236"/>
                  <a:pt x="235" y="265"/>
                  <a:pt x="235" y="294"/>
                </a:cubicBezTo>
                <a:cubicBezTo>
                  <a:pt x="235" y="324"/>
                  <a:pt x="265" y="353"/>
                  <a:pt x="294" y="353"/>
                </a:cubicBezTo>
                <a:close/>
                <a:moveTo>
                  <a:pt x="279" y="280"/>
                </a:moveTo>
                <a:lnTo>
                  <a:pt x="279" y="280"/>
                </a:lnTo>
                <a:cubicBezTo>
                  <a:pt x="309" y="280"/>
                  <a:pt x="309" y="280"/>
                  <a:pt x="309" y="280"/>
                </a:cubicBezTo>
                <a:cubicBezTo>
                  <a:pt x="309" y="309"/>
                  <a:pt x="309" y="309"/>
                  <a:pt x="309" y="309"/>
                </a:cubicBezTo>
                <a:cubicBezTo>
                  <a:pt x="279" y="309"/>
                  <a:pt x="279" y="309"/>
                  <a:pt x="279" y="309"/>
                </a:cubicBezTo>
                <a:lnTo>
                  <a:pt x="279" y="280"/>
                </a:lnTo>
                <a:close/>
                <a:moveTo>
                  <a:pt x="132" y="515"/>
                </a:moveTo>
                <a:lnTo>
                  <a:pt x="132" y="515"/>
                </a:lnTo>
                <a:cubicBezTo>
                  <a:pt x="176" y="515"/>
                  <a:pt x="191" y="486"/>
                  <a:pt x="191" y="456"/>
                </a:cubicBezTo>
                <a:cubicBezTo>
                  <a:pt x="191" y="412"/>
                  <a:pt x="176" y="398"/>
                  <a:pt x="132" y="398"/>
                </a:cubicBezTo>
                <a:cubicBezTo>
                  <a:pt x="103" y="398"/>
                  <a:pt x="73" y="412"/>
                  <a:pt x="73" y="456"/>
                </a:cubicBezTo>
                <a:cubicBezTo>
                  <a:pt x="73" y="486"/>
                  <a:pt x="103" y="515"/>
                  <a:pt x="132" y="515"/>
                </a:cubicBezTo>
                <a:close/>
                <a:moveTo>
                  <a:pt x="117" y="427"/>
                </a:moveTo>
                <a:lnTo>
                  <a:pt x="117" y="427"/>
                </a:lnTo>
                <a:cubicBezTo>
                  <a:pt x="162" y="427"/>
                  <a:pt x="162" y="427"/>
                  <a:pt x="162" y="427"/>
                </a:cubicBezTo>
                <a:cubicBezTo>
                  <a:pt x="162" y="471"/>
                  <a:pt x="162" y="471"/>
                  <a:pt x="162" y="471"/>
                </a:cubicBezTo>
                <a:cubicBezTo>
                  <a:pt x="117" y="471"/>
                  <a:pt x="117" y="471"/>
                  <a:pt x="117" y="471"/>
                </a:cubicBezTo>
                <a:lnTo>
                  <a:pt x="117" y="427"/>
                </a:lnTo>
                <a:close/>
                <a:moveTo>
                  <a:pt x="132" y="353"/>
                </a:moveTo>
                <a:lnTo>
                  <a:pt x="132" y="353"/>
                </a:lnTo>
                <a:cubicBezTo>
                  <a:pt x="176" y="353"/>
                  <a:pt x="191" y="324"/>
                  <a:pt x="191" y="294"/>
                </a:cubicBezTo>
                <a:cubicBezTo>
                  <a:pt x="191" y="265"/>
                  <a:pt x="176" y="236"/>
                  <a:pt x="132" y="236"/>
                </a:cubicBezTo>
                <a:cubicBezTo>
                  <a:pt x="103" y="236"/>
                  <a:pt x="73" y="265"/>
                  <a:pt x="73" y="294"/>
                </a:cubicBezTo>
                <a:cubicBezTo>
                  <a:pt x="73" y="324"/>
                  <a:pt x="103" y="353"/>
                  <a:pt x="132" y="353"/>
                </a:cubicBezTo>
                <a:close/>
                <a:moveTo>
                  <a:pt x="117" y="280"/>
                </a:moveTo>
                <a:lnTo>
                  <a:pt x="117" y="280"/>
                </a:lnTo>
                <a:cubicBezTo>
                  <a:pt x="162" y="280"/>
                  <a:pt x="162" y="280"/>
                  <a:pt x="162" y="280"/>
                </a:cubicBezTo>
                <a:cubicBezTo>
                  <a:pt x="162" y="309"/>
                  <a:pt x="162" y="309"/>
                  <a:pt x="162" y="309"/>
                </a:cubicBezTo>
                <a:cubicBezTo>
                  <a:pt x="117" y="309"/>
                  <a:pt x="117" y="309"/>
                  <a:pt x="117" y="309"/>
                </a:cubicBezTo>
                <a:lnTo>
                  <a:pt x="117" y="280"/>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2" name="稻壳儿小白白(http://dwz.cn/Wu2UP)"/>
          <p:cNvSpPr/>
          <p:nvPr/>
        </p:nvSpPr>
        <p:spPr>
          <a:xfrm>
            <a:off x="8925358" y="2147657"/>
            <a:ext cx="550355" cy="552069"/>
          </a:xfrm>
          <a:custGeom>
            <a:avLst/>
            <a:gdLst>
              <a:gd name="T0" fmla="*/ 190581893 w 634"/>
              <a:gd name="T1" fmla="*/ 0 h 634"/>
              <a:gd name="T2" fmla="*/ 190581893 w 634"/>
              <a:gd name="T3" fmla="*/ 0 h 634"/>
              <a:gd name="T4" fmla="*/ 171846898 w 634"/>
              <a:gd name="T5" fmla="*/ 0 h 634"/>
              <a:gd name="T6" fmla="*/ 171846898 w 634"/>
              <a:gd name="T7" fmla="*/ 38354250 h 634"/>
              <a:gd name="T8" fmla="*/ 0 w 634"/>
              <a:gd name="T9" fmla="*/ 220373670 h 634"/>
              <a:gd name="T10" fmla="*/ 190581893 w 634"/>
              <a:gd name="T11" fmla="*/ 411495069 h 634"/>
              <a:gd name="T12" fmla="*/ 352092354 w 634"/>
              <a:gd name="T13" fmla="*/ 296432318 h 634"/>
              <a:gd name="T14" fmla="*/ 380518362 w 634"/>
              <a:gd name="T15" fmla="*/ 306183343 h 634"/>
              <a:gd name="T16" fmla="*/ 408943566 w 634"/>
              <a:gd name="T17" fmla="*/ 210622644 h 634"/>
              <a:gd name="T18" fmla="*/ 190581893 w 634"/>
              <a:gd name="T19" fmla="*/ 0 h 634"/>
              <a:gd name="T20" fmla="*/ 190581893 w 634"/>
              <a:gd name="T21" fmla="*/ 382891844 h 634"/>
              <a:gd name="T22" fmla="*/ 190581893 w 634"/>
              <a:gd name="T23" fmla="*/ 382891844 h 634"/>
              <a:gd name="T24" fmla="*/ 29071433 w 634"/>
              <a:gd name="T25" fmla="*/ 220373670 h 634"/>
              <a:gd name="T26" fmla="*/ 171846898 w 634"/>
              <a:gd name="T27" fmla="*/ 66957475 h 634"/>
              <a:gd name="T28" fmla="*/ 171846898 w 634"/>
              <a:gd name="T29" fmla="*/ 239225869 h 634"/>
              <a:gd name="T30" fmla="*/ 333357359 w 634"/>
              <a:gd name="T31" fmla="*/ 287331145 h 634"/>
              <a:gd name="T32" fmla="*/ 190581893 w 634"/>
              <a:gd name="T33" fmla="*/ 382891844 h 634"/>
              <a:gd name="T34" fmla="*/ 361782563 w 634"/>
              <a:gd name="T35" fmla="*/ 277580119 h 634"/>
              <a:gd name="T36" fmla="*/ 361782563 w 634"/>
              <a:gd name="T37" fmla="*/ 277580119 h 634"/>
              <a:gd name="T38" fmla="*/ 190581893 w 634"/>
              <a:gd name="T39" fmla="*/ 220373670 h 634"/>
              <a:gd name="T40" fmla="*/ 190581893 w 634"/>
              <a:gd name="T41" fmla="*/ 28603224 h 634"/>
              <a:gd name="T42" fmla="*/ 380518362 w 634"/>
              <a:gd name="T43" fmla="*/ 210622644 h 634"/>
              <a:gd name="T44" fmla="*/ 361782563 w 634"/>
              <a:gd name="T45" fmla="*/ 277580119 h 634"/>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634" h="634">
                <a:moveTo>
                  <a:pt x="295" y="0"/>
                </a:moveTo>
                <a:lnTo>
                  <a:pt x="295" y="0"/>
                </a:lnTo>
                <a:cubicBezTo>
                  <a:pt x="266" y="0"/>
                  <a:pt x="266" y="0"/>
                  <a:pt x="266" y="0"/>
                </a:cubicBezTo>
                <a:cubicBezTo>
                  <a:pt x="266" y="59"/>
                  <a:pt x="266" y="59"/>
                  <a:pt x="266" y="59"/>
                </a:cubicBezTo>
                <a:cubicBezTo>
                  <a:pt x="118" y="73"/>
                  <a:pt x="0" y="191"/>
                  <a:pt x="0" y="339"/>
                </a:cubicBezTo>
                <a:cubicBezTo>
                  <a:pt x="0" y="501"/>
                  <a:pt x="133" y="633"/>
                  <a:pt x="295" y="633"/>
                </a:cubicBezTo>
                <a:cubicBezTo>
                  <a:pt x="412" y="633"/>
                  <a:pt x="501" y="560"/>
                  <a:pt x="545" y="456"/>
                </a:cubicBezTo>
                <a:cubicBezTo>
                  <a:pt x="589" y="471"/>
                  <a:pt x="589" y="471"/>
                  <a:pt x="589" y="471"/>
                </a:cubicBezTo>
                <a:cubicBezTo>
                  <a:pt x="619" y="442"/>
                  <a:pt x="633" y="383"/>
                  <a:pt x="633" y="324"/>
                </a:cubicBezTo>
                <a:cubicBezTo>
                  <a:pt x="633" y="147"/>
                  <a:pt x="471" y="0"/>
                  <a:pt x="295" y="0"/>
                </a:cubicBezTo>
                <a:close/>
                <a:moveTo>
                  <a:pt x="295" y="589"/>
                </a:moveTo>
                <a:lnTo>
                  <a:pt x="295" y="589"/>
                </a:lnTo>
                <a:cubicBezTo>
                  <a:pt x="148" y="589"/>
                  <a:pt x="45" y="486"/>
                  <a:pt x="45" y="339"/>
                </a:cubicBezTo>
                <a:cubicBezTo>
                  <a:pt x="45" y="221"/>
                  <a:pt x="148" y="118"/>
                  <a:pt x="266" y="103"/>
                </a:cubicBezTo>
                <a:cubicBezTo>
                  <a:pt x="266" y="368"/>
                  <a:pt x="266" y="368"/>
                  <a:pt x="266" y="368"/>
                </a:cubicBezTo>
                <a:cubicBezTo>
                  <a:pt x="516" y="442"/>
                  <a:pt x="516" y="442"/>
                  <a:pt x="516" y="442"/>
                </a:cubicBezTo>
                <a:cubicBezTo>
                  <a:pt x="471" y="530"/>
                  <a:pt x="383" y="589"/>
                  <a:pt x="295" y="589"/>
                </a:cubicBezTo>
                <a:close/>
                <a:moveTo>
                  <a:pt x="560" y="427"/>
                </a:moveTo>
                <a:lnTo>
                  <a:pt x="560" y="427"/>
                </a:lnTo>
                <a:cubicBezTo>
                  <a:pt x="295" y="339"/>
                  <a:pt x="295" y="339"/>
                  <a:pt x="295" y="339"/>
                </a:cubicBezTo>
                <a:cubicBezTo>
                  <a:pt x="295" y="44"/>
                  <a:pt x="295" y="44"/>
                  <a:pt x="295" y="44"/>
                </a:cubicBezTo>
                <a:cubicBezTo>
                  <a:pt x="457" y="44"/>
                  <a:pt x="589" y="177"/>
                  <a:pt x="589" y="324"/>
                </a:cubicBezTo>
                <a:cubicBezTo>
                  <a:pt x="589" y="368"/>
                  <a:pt x="575" y="398"/>
                  <a:pt x="560" y="42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3" name="稻壳儿小白白(http://dwz.cn/Wu2UP)"/>
          <p:cNvSpPr/>
          <p:nvPr/>
        </p:nvSpPr>
        <p:spPr>
          <a:xfrm>
            <a:off x="8040676" y="2147657"/>
            <a:ext cx="550355" cy="552069"/>
          </a:xfrm>
          <a:custGeom>
            <a:avLst/>
            <a:gdLst>
              <a:gd name="T0" fmla="*/ 199626678 w 634"/>
              <a:gd name="T1" fmla="*/ 258727921 h 634"/>
              <a:gd name="T2" fmla="*/ 199626678 w 634"/>
              <a:gd name="T3" fmla="*/ 258727921 h 634"/>
              <a:gd name="T4" fmla="*/ 218361673 w 634"/>
              <a:gd name="T5" fmla="*/ 239225869 h 634"/>
              <a:gd name="T6" fmla="*/ 218361673 w 634"/>
              <a:gd name="T7" fmla="*/ 85809673 h 634"/>
              <a:gd name="T8" fmla="*/ 199626678 w 634"/>
              <a:gd name="T9" fmla="*/ 76708501 h 634"/>
              <a:gd name="T10" fmla="*/ 189935665 w 634"/>
              <a:gd name="T11" fmla="*/ 85809673 h 634"/>
              <a:gd name="T12" fmla="*/ 189935665 w 634"/>
              <a:gd name="T13" fmla="*/ 239225869 h 634"/>
              <a:gd name="T14" fmla="*/ 199626678 w 634"/>
              <a:gd name="T15" fmla="*/ 258727921 h 634"/>
              <a:gd name="T16" fmla="*/ 275213689 w 634"/>
              <a:gd name="T17" fmla="*/ 258727921 h 634"/>
              <a:gd name="T18" fmla="*/ 275213689 w 634"/>
              <a:gd name="T19" fmla="*/ 258727921 h 634"/>
              <a:gd name="T20" fmla="*/ 294594913 w 634"/>
              <a:gd name="T21" fmla="*/ 239225869 h 634"/>
              <a:gd name="T22" fmla="*/ 294594913 w 634"/>
              <a:gd name="T23" fmla="*/ 124163924 h 634"/>
              <a:gd name="T24" fmla="*/ 275213689 w 634"/>
              <a:gd name="T25" fmla="*/ 115062751 h 634"/>
              <a:gd name="T26" fmla="*/ 266168904 w 634"/>
              <a:gd name="T27" fmla="*/ 124163924 h 634"/>
              <a:gd name="T28" fmla="*/ 266168904 w 634"/>
              <a:gd name="T29" fmla="*/ 239225869 h 634"/>
              <a:gd name="T30" fmla="*/ 275213689 w 634"/>
              <a:gd name="T31" fmla="*/ 258727921 h 634"/>
              <a:gd name="T32" fmla="*/ 123393439 w 634"/>
              <a:gd name="T33" fmla="*/ 258727921 h 634"/>
              <a:gd name="T34" fmla="*/ 123393439 w 634"/>
              <a:gd name="T35" fmla="*/ 258727921 h 634"/>
              <a:gd name="T36" fmla="*/ 142774662 w 634"/>
              <a:gd name="T37" fmla="*/ 239225869 h 634"/>
              <a:gd name="T38" fmla="*/ 142774662 w 634"/>
              <a:gd name="T39" fmla="*/ 191120592 h 634"/>
              <a:gd name="T40" fmla="*/ 123393439 w 634"/>
              <a:gd name="T41" fmla="*/ 182020226 h 634"/>
              <a:gd name="T42" fmla="*/ 113703229 w 634"/>
              <a:gd name="T43" fmla="*/ 191120592 h 634"/>
              <a:gd name="T44" fmla="*/ 113703229 w 634"/>
              <a:gd name="T45" fmla="*/ 239225869 h 634"/>
              <a:gd name="T46" fmla="*/ 123393439 w 634"/>
              <a:gd name="T47" fmla="*/ 258727921 h 634"/>
              <a:gd name="T48" fmla="*/ 0 w 634"/>
              <a:gd name="T49" fmla="*/ 0 h 634"/>
              <a:gd name="T50" fmla="*/ 0 w 634"/>
              <a:gd name="T51" fmla="*/ 0 h 634"/>
              <a:gd name="T52" fmla="*/ 0 w 634"/>
              <a:gd name="T53" fmla="*/ 28603224 h 634"/>
              <a:gd name="T54" fmla="*/ 28426008 w 634"/>
              <a:gd name="T55" fmla="*/ 28603224 h 634"/>
              <a:gd name="T56" fmla="*/ 28426008 w 634"/>
              <a:gd name="T57" fmla="*/ 267829093 h 634"/>
              <a:gd name="T58" fmla="*/ 75587011 w 634"/>
              <a:gd name="T59" fmla="*/ 315934369 h 634"/>
              <a:gd name="T60" fmla="*/ 151819447 w 634"/>
              <a:gd name="T61" fmla="*/ 315934369 h 634"/>
              <a:gd name="T62" fmla="*/ 104658444 w 634"/>
              <a:gd name="T63" fmla="*/ 411495069 h 634"/>
              <a:gd name="T64" fmla="*/ 142774662 w 634"/>
              <a:gd name="T65" fmla="*/ 411495069 h 634"/>
              <a:gd name="T66" fmla="*/ 189935665 w 634"/>
              <a:gd name="T67" fmla="*/ 315934369 h 634"/>
              <a:gd name="T68" fmla="*/ 218361673 w 634"/>
              <a:gd name="T69" fmla="*/ 315934369 h 634"/>
              <a:gd name="T70" fmla="*/ 266168904 w 634"/>
              <a:gd name="T71" fmla="*/ 411495069 h 634"/>
              <a:gd name="T72" fmla="*/ 304285122 w 634"/>
              <a:gd name="T73" fmla="*/ 411495069 h 634"/>
              <a:gd name="T74" fmla="*/ 256477891 w 634"/>
              <a:gd name="T75" fmla="*/ 315934369 h 634"/>
              <a:gd name="T76" fmla="*/ 332711130 w 634"/>
              <a:gd name="T77" fmla="*/ 315934369 h 634"/>
              <a:gd name="T78" fmla="*/ 379872133 w 634"/>
              <a:gd name="T79" fmla="*/ 267829093 h 634"/>
              <a:gd name="T80" fmla="*/ 379872133 w 634"/>
              <a:gd name="T81" fmla="*/ 28603224 h 634"/>
              <a:gd name="T82" fmla="*/ 408943566 w 634"/>
              <a:gd name="T83" fmla="*/ 28603224 h 634"/>
              <a:gd name="T84" fmla="*/ 408943566 w 634"/>
              <a:gd name="T85" fmla="*/ 0 h 634"/>
              <a:gd name="T86" fmla="*/ 0 w 634"/>
              <a:gd name="T87" fmla="*/ 0 h 634"/>
              <a:gd name="T88" fmla="*/ 351446125 w 634"/>
              <a:gd name="T89" fmla="*/ 267829093 h 634"/>
              <a:gd name="T90" fmla="*/ 351446125 w 634"/>
              <a:gd name="T91" fmla="*/ 267829093 h 634"/>
              <a:gd name="T92" fmla="*/ 332711130 w 634"/>
              <a:gd name="T93" fmla="*/ 296432318 h 634"/>
              <a:gd name="T94" fmla="*/ 75587011 w 634"/>
              <a:gd name="T95" fmla="*/ 296432318 h 634"/>
              <a:gd name="T96" fmla="*/ 47161003 w 634"/>
              <a:gd name="T97" fmla="*/ 267829093 h 634"/>
              <a:gd name="T98" fmla="*/ 47161003 w 634"/>
              <a:gd name="T99" fmla="*/ 28603224 h 634"/>
              <a:gd name="T100" fmla="*/ 351446125 w 634"/>
              <a:gd name="T101" fmla="*/ 28603224 h 634"/>
              <a:gd name="T102" fmla="*/ 351446125 w 634"/>
              <a:gd name="T103" fmla="*/ 267829093 h 634"/>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634" h="634">
                <a:moveTo>
                  <a:pt x="309" y="398"/>
                </a:moveTo>
                <a:lnTo>
                  <a:pt x="309" y="398"/>
                </a:lnTo>
                <a:cubicBezTo>
                  <a:pt x="324" y="398"/>
                  <a:pt x="338" y="383"/>
                  <a:pt x="338" y="368"/>
                </a:cubicBezTo>
                <a:cubicBezTo>
                  <a:pt x="338" y="132"/>
                  <a:pt x="338" y="132"/>
                  <a:pt x="338" y="132"/>
                </a:cubicBezTo>
                <a:cubicBezTo>
                  <a:pt x="338" y="132"/>
                  <a:pt x="324" y="118"/>
                  <a:pt x="309" y="118"/>
                </a:cubicBezTo>
                <a:lnTo>
                  <a:pt x="294" y="132"/>
                </a:lnTo>
                <a:cubicBezTo>
                  <a:pt x="294" y="368"/>
                  <a:pt x="294" y="368"/>
                  <a:pt x="294" y="368"/>
                </a:cubicBezTo>
                <a:cubicBezTo>
                  <a:pt x="294" y="383"/>
                  <a:pt x="309" y="398"/>
                  <a:pt x="309" y="398"/>
                </a:cubicBezTo>
                <a:close/>
                <a:moveTo>
                  <a:pt x="426" y="398"/>
                </a:moveTo>
                <a:lnTo>
                  <a:pt x="426" y="398"/>
                </a:lnTo>
                <a:cubicBezTo>
                  <a:pt x="442" y="398"/>
                  <a:pt x="456" y="383"/>
                  <a:pt x="456" y="368"/>
                </a:cubicBezTo>
                <a:cubicBezTo>
                  <a:pt x="456" y="191"/>
                  <a:pt x="456" y="191"/>
                  <a:pt x="456" y="191"/>
                </a:cubicBezTo>
                <a:cubicBezTo>
                  <a:pt x="456" y="191"/>
                  <a:pt x="442" y="177"/>
                  <a:pt x="426" y="177"/>
                </a:cubicBezTo>
                <a:lnTo>
                  <a:pt x="412" y="191"/>
                </a:lnTo>
                <a:cubicBezTo>
                  <a:pt x="412" y="368"/>
                  <a:pt x="412" y="368"/>
                  <a:pt x="412" y="368"/>
                </a:cubicBezTo>
                <a:cubicBezTo>
                  <a:pt x="412" y="383"/>
                  <a:pt x="426" y="398"/>
                  <a:pt x="426" y="398"/>
                </a:cubicBezTo>
                <a:close/>
                <a:moveTo>
                  <a:pt x="191" y="398"/>
                </a:moveTo>
                <a:lnTo>
                  <a:pt x="191" y="398"/>
                </a:lnTo>
                <a:cubicBezTo>
                  <a:pt x="206" y="398"/>
                  <a:pt x="221" y="383"/>
                  <a:pt x="221" y="368"/>
                </a:cubicBezTo>
                <a:cubicBezTo>
                  <a:pt x="221" y="294"/>
                  <a:pt x="221" y="294"/>
                  <a:pt x="221" y="294"/>
                </a:cubicBezTo>
                <a:cubicBezTo>
                  <a:pt x="221" y="280"/>
                  <a:pt x="206" y="280"/>
                  <a:pt x="191" y="280"/>
                </a:cubicBezTo>
                <a:cubicBezTo>
                  <a:pt x="191" y="280"/>
                  <a:pt x="176" y="280"/>
                  <a:pt x="176" y="294"/>
                </a:cubicBezTo>
                <a:cubicBezTo>
                  <a:pt x="176" y="368"/>
                  <a:pt x="176" y="368"/>
                  <a:pt x="176" y="368"/>
                </a:cubicBezTo>
                <a:cubicBezTo>
                  <a:pt x="176" y="383"/>
                  <a:pt x="191" y="398"/>
                  <a:pt x="191" y="398"/>
                </a:cubicBezTo>
                <a:close/>
                <a:moveTo>
                  <a:pt x="0" y="0"/>
                </a:moveTo>
                <a:lnTo>
                  <a:pt x="0" y="0"/>
                </a:lnTo>
                <a:cubicBezTo>
                  <a:pt x="0" y="44"/>
                  <a:pt x="0" y="44"/>
                  <a:pt x="0" y="44"/>
                </a:cubicBezTo>
                <a:cubicBezTo>
                  <a:pt x="44" y="44"/>
                  <a:pt x="44" y="44"/>
                  <a:pt x="44" y="44"/>
                </a:cubicBezTo>
                <a:cubicBezTo>
                  <a:pt x="44" y="73"/>
                  <a:pt x="44" y="412"/>
                  <a:pt x="44" y="412"/>
                </a:cubicBezTo>
                <a:cubicBezTo>
                  <a:pt x="44" y="456"/>
                  <a:pt x="73" y="486"/>
                  <a:pt x="117" y="486"/>
                </a:cubicBezTo>
                <a:cubicBezTo>
                  <a:pt x="235" y="486"/>
                  <a:pt x="235" y="486"/>
                  <a:pt x="235" y="486"/>
                </a:cubicBezTo>
                <a:cubicBezTo>
                  <a:pt x="162" y="633"/>
                  <a:pt x="162" y="633"/>
                  <a:pt x="162" y="633"/>
                </a:cubicBezTo>
                <a:cubicBezTo>
                  <a:pt x="221" y="633"/>
                  <a:pt x="221" y="633"/>
                  <a:pt x="221" y="633"/>
                </a:cubicBezTo>
                <a:cubicBezTo>
                  <a:pt x="294" y="486"/>
                  <a:pt x="294" y="486"/>
                  <a:pt x="294" y="486"/>
                </a:cubicBezTo>
                <a:cubicBezTo>
                  <a:pt x="338" y="486"/>
                  <a:pt x="338" y="486"/>
                  <a:pt x="338" y="486"/>
                </a:cubicBezTo>
                <a:cubicBezTo>
                  <a:pt x="412" y="633"/>
                  <a:pt x="412" y="633"/>
                  <a:pt x="412" y="633"/>
                </a:cubicBezTo>
                <a:cubicBezTo>
                  <a:pt x="471" y="633"/>
                  <a:pt x="471" y="633"/>
                  <a:pt x="471" y="633"/>
                </a:cubicBezTo>
                <a:cubicBezTo>
                  <a:pt x="397" y="486"/>
                  <a:pt x="397" y="486"/>
                  <a:pt x="397" y="486"/>
                </a:cubicBezTo>
                <a:cubicBezTo>
                  <a:pt x="515" y="486"/>
                  <a:pt x="515" y="486"/>
                  <a:pt x="515" y="486"/>
                </a:cubicBezTo>
                <a:cubicBezTo>
                  <a:pt x="559" y="486"/>
                  <a:pt x="588" y="456"/>
                  <a:pt x="588" y="412"/>
                </a:cubicBezTo>
                <a:cubicBezTo>
                  <a:pt x="588" y="412"/>
                  <a:pt x="588" y="73"/>
                  <a:pt x="588" y="44"/>
                </a:cubicBezTo>
                <a:cubicBezTo>
                  <a:pt x="633" y="44"/>
                  <a:pt x="633" y="44"/>
                  <a:pt x="633" y="44"/>
                </a:cubicBezTo>
                <a:cubicBezTo>
                  <a:pt x="633" y="0"/>
                  <a:pt x="633" y="0"/>
                  <a:pt x="633" y="0"/>
                </a:cubicBezTo>
                <a:lnTo>
                  <a:pt x="0" y="0"/>
                </a:lnTo>
                <a:close/>
                <a:moveTo>
                  <a:pt x="544" y="412"/>
                </a:moveTo>
                <a:lnTo>
                  <a:pt x="544" y="412"/>
                </a:lnTo>
                <a:cubicBezTo>
                  <a:pt x="544" y="442"/>
                  <a:pt x="530" y="456"/>
                  <a:pt x="515" y="456"/>
                </a:cubicBezTo>
                <a:cubicBezTo>
                  <a:pt x="117" y="456"/>
                  <a:pt x="117" y="456"/>
                  <a:pt x="117" y="456"/>
                </a:cubicBezTo>
                <a:cubicBezTo>
                  <a:pt x="88" y="456"/>
                  <a:pt x="73" y="442"/>
                  <a:pt x="73" y="412"/>
                </a:cubicBezTo>
                <a:cubicBezTo>
                  <a:pt x="73" y="412"/>
                  <a:pt x="73" y="59"/>
                  <a:pt x="73" y="44"/>
                </a:cubicBezTo>
                <a:cubicBezTo>
                  <a:pt x="544" y="44"/>
                  <a:pt x="544" y="44"/>
                  <a:pt x="544" y="44"/>
                </a:cubicBezTo>
                <a:cubicBezTo>
                  <a:pt x="544" y="73"/>
                  <a:pt x="544" y="412"/>
                  <a:pt x="544" y="41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4" name="稻壳儿小白白(http://dwz.cn/Wu2UP)"/>
          <p:cNvSpPr/>
          <p:nvPr/>
        </p:nvSpPr>
        <p:spPr>
          <a:xfrm>
            <a:off x="7238290" y="2147657"/>
            <a:ext cx="382334" cy="512635"/>
          </a:xfrm>
          <a:custGeom>
            <a:avLst/>
            <a:gdLst>
              <a:gd name="T0" fmla="*/ 225427167 w 443"/>
              <a:gd name="T1" fmla="*/ 0 h 590"/>
              <a:gd name="T2" fmla="*/ 225427167 w 443"/>
              <a:gd name="T3" fmla="*/ 0 h 590"/>
              <a:gd name="T4" fmla="*/ 56835469 w 443"/>
              <a:gd name="T5" fmla="*/ 0 h 590"/>
              <a:gd name="T6" fmla="*/ 0 w 443"/>
              <a:gd name="T7" fmla="*/ 47248177 h 590"/>
              <a:gd name="T8" fmla="*/ 0 w 443"/>
              <a:gd name="T9" fmla="*/ 333328574 h 590"/>
              <a:gd name="T10" fmla="*/ 56835469 w 443"/>
              <a:gd name="T11" fmla="*/ 381223579 h 590"/>
              <a:gd name="T12" fmla="*/ 141131318 w 443"/>
              <a:gd name="T13" fmla="*/ 295140809 h 590"/>
              <a:gd name="T14" fmla="*/ 225427167 w 443"/>
              <a:gd name="T15" fmla="*/ 381223579 h 590"/>
              <a:gd name="T16" fmla="*/ 282262636 w 443"/>
              <a:gd name="T17" fmla="*/ 333328574 h 590"/>
              <a:gd name="T18" fmla="*/ 282262636 w 443"/>
              <a:gd name="T19" fmla="*/ 47248177 h 590"/>
              <a:gd name="T20" fmla="*/ 225427167 w 443"/>
              <a:gd name="T21" fmla="*/ 0 h 590"/>
              <a:gd name="T22" fmla="*/ 254163753 w 443"/>
              <a:gd name="T23" fmla="*/ 333328574 h 590"/>
              <a:gd name="T24" fmla="*/ 254163753 w 443"/>
              <a:gd name="T25" fmla="*/ 333328574 h 590"/>
              <a:gd name="T26" fmla="*/ 225427167 w 443"/>
              <a:gd name="T27" fmla="*/ 352745468 h 590"/>
              <a:gd name="T28" fmla="*/ 141131318 w 443"/>
              <a:gd name="T29" fmla="*/ 266662698 h 590"/>
              <a:gd name="T30" fmla="*/ 56835469 w 443"/>
              <a:gd name="T31" fmla="*/ 352745468 h 590"/>
              <a:gd name="T32" fmla="*/ 28098883 w 443"/>
              <a:gd name="T33" fmla="*/ 333328574 h 590"/>
              <a:gd name="T34" fmla="*/ 28098883 w 443"/>
              <a:gd name="T35" fmla="*/ 47248177 h 590"/>
              <a:gd name="T36" fmla="*/ 56835469 w 443"/>
              <a:gd name="T37" fmla="*/ 28478915 h 590"/>
              <a:gd name="T38" fmla="*/ 225427167 w 443"/>
              <a:gd name="T39" fmla="*/ 28478915 h 590"/>
              <a:gd name="T40" fmla="*/ 254163753 w 443"/>
              <a:gd name="T41" fmla="*/ 47248177 h 590"/>
              <a:gd name="T42" fmla="*/ 254163753 w 443"/>
              <a:gd name="T43" fmla="*/ 333328574 h 590"/>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0" t="0" r="r" b="b"/>
            <a:pathLst>
              <a:path w="443" h="590">
                <a:moveTo>
                  <a:pt x="353" y="0"/>
                </a:moveTo>
                <a:lnTo>
                  <a:pt x="353" y="0"/>
                </a:lnTo>
                <a:cubicBezTo>
                  <a:pt x="89" y="0"/>
                  <a:pt x="89" y="0"/>
                  <a:pt x="89" y="0"/>
                </a:cubicBezTo>
                <a:cubicBezTo>
                  <a:pt x="44" y="0"/>
                  <a:pt x="0" y="30"/>
                  <a:pt x="0" y="73"/>
                </a:cubicBezTo>
                <a:cubicBezTo>
                  <a:pt x="0" y="515"/>
                  <a:pt x="0" y="515"/>
                  <a:pt x="0" y="515"/>
                </a:cubicBezTo>
                <a:cubicBezTo>
                  <a:pt x="0" y="560"/>
                  <a:pt x="44" y="589"/>
                  <a:pt x="89" y="589"/>
                </a:cubicBezTo>
                <a:cubicBezTo>
                  <a:pt x="221" y="456"/>
                  <a:pt x="221" y="456"/>
                  <a:pt x="221" y="456"/>
                </a:cubicBezTo>
                <a:cubicBezTo>
                  <a:pt x="353" y="589"/>
                  <a:pt x="353" y="589"/>
                  <a:pt x="353" y="589"/>
                </a:cubicBezTo>
                <a:cubicBezTo>
                  <a:pt x="398" y="589"/>
                  <a:pt x="442" y="560"/>
                  <a:pt x="442" y="515"/>
                </a:cubicBezTo>
                <a:cubicBezTo>
                  <a:pt x="442" y="73"/>
                  <a:pt x="442" y="73"/>
                  <a:pt x="442" y="73"/>
                </a:cubicBezTo>
                <a:cubicBezTo>
                  <a:pt x="442" y="30"/>
                  <a:pt x="398" y="0"/>
                  <a:pt x="353" y="0"/>
                </a:cubicBezTo>
                <a:close/>
                <a:moveTo>
                  <a:pt x="398" y="515"/>
                </a:moveTo>
                <a:lnTo>
                  <a:pt x="398" y="515"/>
                </a:lnTo>
                <a:cubicBezTo>
                  <a:pt x="398" y="530"/>
                  <a:pt x="383" y="545"/>
                  <a:pt x="353" y="545"/>
                </a:cubicBezTo>
                <a:cubicBezTo>
                  <a:pt x="221" y="412"/>
                  <a:pt x="221" y="412"/>
                  <a:pt x="221" y="412"/>
                </a:cubicBezTo>
                <a:cubicBezTo>
                  <a:pt x="89" y="545"/>
                  <a:pt x="89" y="545"/>
                  <a:pt x="89" y="545"/>
                </a:cubicBezTo>
                <a:cubicBezTo>
                  <a:pt x="59" y="545"/>
                  <a:pt x="44" y="530"/>
                  <a:pt x="44" y="515"/>
                </a:cubicBezTo>
                <a:cubicBezTo>
                  <a:pt x="44" y="73"/>
                  <a:pt x="44" y="73"/>
                  <a:pt x="44" y="73"/>
                </a:cubicBezTo>
                <a:cubicBezTo>
                  <a:pt x="44" y="59"/>
                  <a:pt x="59" y="44"/>
                  <a:pt x="89" y="44"/>
                </a:cubicBezTo>
                <a:cubicBezTo>
                  <a:pt x="353" y="44"/>
                  <a:pt x="353" y="44"/>
                  <a:pt x="353" y="44"/>
                </a:cubicBezTo>
                <a:cubicBezTo>
                  <a:pt x="383" y="44"/>
                  <a:pt x="398" y="59"/>
                  <a:pt x="398" y="73"/>
                </a:cubicBezTo>
                <a:lnTo>
                  <a:pt x="398" y="51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5" name="稻壳儿小白白(http://dwz.cn/Wu2UP)"/>
          <p:cNvSpPr/>
          <p:nvPr/>
        </p:nvSpPr>
        <p:spPr>
          <a:xfrm>
            <a:off x="6266169" y="2147657"/>
            <a:ext cx="552069" cy="552069"/>
          </a:xfrm>
          <a:custGeom>
            <a:avLst/>
            <a:gdLst>
              <a:gd name="T0" fmla="*/ 364039646 w 634"/>
              <a:gd name="T1" fmla="*/ 47455423 h 634"/>
              <a:gd name="T2" fmla="*/ 364039646 w 634"/>
              <a:gd name="T3" fmla="*/ 47455423 h 634"/>
              <a:gd name="T4" fmla="*/ 182020226 w 634"/>
              <a:gd name="T5" fmla="*/ 47455423 h 634"/>
              <a:gd name="T6" fmla="*/ 134564803 w 634"/>
              <a:gd name="T7" fmla="*/ 0 h 634"/>
              <a:gd name="T8" fmla="*/ 57856302 w 634"/>
              <a:gd name="T9" fmla="*/ 0 h 634"/>
              <a:gd name="T10" fmla="*/ 0 w 634"/>
              <a:gd name="T11" fmla="*/ 47455423 h 634"/>
              <a:gd name="T12" fmla="*/ 0 w 634"/>
              <a:gd name="T13" fmla="*/ 354288620 h 634"/>
              <a:gd name="T14" fmla="*/ 57856302 w 634"/>
              <a:gd name="T15" fmla="*/ 411495069 h 634"/>
              <a:gd name="T16" fmla="*/ 364039646 w 634"/>
              <a:gd name="T17" fmla="*/ 411495069 h 634"/>
              <a:gd name="T18" fmla="*/ 411495069 w 634"/>
              <a:gd name="T19" fmla="*/ 354288620 h 634"/>
              <a:gd name="T20" fmla="*/ 411495069 w 634"/>
              <a:gd name="T21" fmla="*/ 105311725 h 634"/>
              <a:gd name="T22" fmla="*/ 364039646 w 634"/>
              <a:gd name="T23" fmla="*/ 47455423 h 634"/>
              <a:gd name="T24" fmla="*/ 382891844 w 634"/>
              <a:gd name="T25" fmla="*/ 354288620 h 634"/>
              <a:gd name="T26" fmla="*/ 382891844 w 634"/>
              <a:gd name="T27" fmla="*/ 354288620 h 634"/>
              <a:gd name="T28" fmla="*/ 364039646 w 634"/>
              <a:gd name="T29" fmla="*/ 382891844 h 634"/>
              <a:gd name="T30" fmla="*/ 57856302 w 634"/>
              <a:gd name="T31" fmla="*/ 382891844 h 634"/>
              <a:gd name="T32" fmla="*/ 29253078 w 634"/>
              <a:gd name="T33" fmla="*/ 354288620 h 634"/>
              <a:gd name="T34" fmla="*/ 29253078 w 634"/>
              <a:gd name="T35" fmla="*/ 153417002 h 634"/>
              <a:gd name="T36" fmla="*/ 382891844 w 634"/>
              <a:gd name="T37" fmla="*/ 153417002 h 634"/>
              <a:gd name="T38" fmla="*/ 382891844 w 634"/>
              <a:gd name="T39" fmla="*/ 354288620 h 634"/>
              <a:gd name="T40" fmla="*/ 382891844 w 634"/>
              <a:gd name="T41" fmla="*/ 124163924 h 634"/>
              <a:gd name="T42" fmla="*/ 382891844 w 634"/>
              <a:gd name="T43" fmla="*/ 124163924 h 634"/>
              <a:gd name="T44" fmla="*/ 29253078 w 634"/>
              <a:gd name="T45" fmla="*/ 124163924 h 634"/>
              <a:gd name="T46" fmla="*/ 29253078 w 634"/>
              <a:gd name="T47" fmla="*/ 47455423 h 634"/>
              <a:gd name="T48" fmla="*/ 57856302 w 634"/>
              <a:gd name="T49" fmla="*/ 28603224 h 634"/>
              <a:gd name="T50" fmla="*/ 134564803 w 634"/>
              <a:gd name="T51" fmla="*/ 28603224 h 634"/>
              <a:gd name="T52" fmla="*/ 153417002 w 634"/>
              <a:gd name="T53" fmla="*/ 47455423 h 634"/>
              <a:gd name="T54" fmla="*/ 153417002 w 634"/>
              <a:gd name="T55" fmla="*/ 76708501 h 634"/>
              <a:gd name="T56" fmla="*/ 364039646 w 634"/>
              <a:gd name="T57" fmla="*/ 76708501 h 634"/>
              <a:gd name="T58" fmla="*/ 382891844 w 634"/>
              <a:gd name="T59" fmla="*/ 105311725 h 634"/>
              <a:gd name="T60" fmla="*/ 382891844 w 634"/>
              <a:gd name="T61" fmla="*/ 124163924 h 634"/>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0" t="0" r="r" b="b"/>
            <a:pathLst>
              <a:path w="634" h="634">
                <a:moveTo>
                  <a:pt x="560" y="73"/>
                </a:moveTo>
                <a:lnTo>
                  <a:pt x="560" y="73"/>
                </a:lnTo>
                <a:cubicBezTo>
                  <a:pt x="280" y="73"/>
                  <a:pt x="280" y="73"/>
                  <a:pt x="280" y="73"/>
                </a:cubicBezTo>
                <a:cubicBezTo>
                  <a:pt x="280" y="30"/>
                  <a:pt x="251" y="0"/>
                  <a:pt x="207" y="0"/>
                </a:cubicBezTo>
                <a:cubicBezTo>
                  <a:pt x="89" y="0"/>
                  <a:pt x="89" y="0"/>
                  <a:pt x="89" y="0"/>
                </a:cubicBezTo>
                <a:cubicBezTo>
                  <a:pt x="45" y="0"/>
                  <a:pt x="0" y="30"/>
                  <a:pt x="0" y="73"/>
                </a:cubicBezTo>
                <a:cubicBezTo>
                  <a:pt x="0" y="545"/>
                  <a:pt x="0" y="545"/>
                  <a:pt x="0" y="545"/>
                </a:cubicBezTo>
                <a:cubicBezTo>
                  <a:pt x="0" y="589"/>
                  <a:pt x="45" y="633"/>
                  <a:pt x="89" y="633"/>
                </a:cubicBezTo>
                <a:cubicBezTo>
                  <a:pt x="560" y="633"/>
                  <a:pt x="560" y="633"/>
                  <a:pt x="560" y="633"/>
                </a:cubicBezTo>
                <a:cubicBezTo>
                  <a:pt x="604" y="633"/>
                  <a:pt x="633" y="589"/>
                  <a:pt x="633" y="545"/>
                </a:cubicBezTo>
                <a:cubicBezTo>
                  <a:pt x="633" y="162"/>
                  <a:pt x="633" y="162"/>
                  <a:pt x="633" y="162"/>
                </a:cubicBezTo>
                <a:cubicBezTo>
                  <a:pt x="633" y="118"/>
                  <a:pt x="604" y="73"/>
                  <a:pt x="560" y="73"/>
                </a:cubicBezTo>
                <a:close/>
                <a:moveTo>
                  <a:pt x="589" y="545"/>
                </a:moveTo>
                <a:lnTo>
                  <a:pt x="589" y="545"/>
                </a:lnTo>
                <a:cubicBezTo>
                  <a:pt x="589" y="574"/>
                  <a:pt x="575" y="589"/>
                  <a:pt x="560" y="589"/>
                </a:cubicBezTo>
                <a:cubicBezTo>
                  <a:pt x="89" y="589"/>
                  <a:pt x="89" y="589"/>
                  <a:pt x="89" y="589"/>
                </a:cubicBezTo>
                <a:cubicBezTo>
                  <a:pt x="59" y="589"/>
                  <a:pt x="45" y="574"/>
                  <a:pt x="45" y="545"/>
                </a:cubicBezTo>
                <a:cubicBezTo>
                  <a:pt x="45" y="236"/>
                  <a:pt x="45" y="236"/>
                  <a:pt x="45" y="236"/>
                </a:cubicBezTo>
                <a:cubicBezTo>
                  <a:pt x="589" y="236"/>
                  <a:pt x="589" y="236"/>
                  <a:pt x="589" y="236"/>
                </a:cubicBezTo>
                <a:lnTo>
                  <a:pt x="589" y="545"/>
                </a:lnTo>
                <a:close/>
                <a:moveTo>
                  <a:pt x="589" y="191"/>
                </a:moveTo>
                <a:lnTo>
                  <a:pt x="589" y="191"/>
                </a:lnTo>
                <a:cubicBezTo>
                  <a:pt x="45" y="191"/>
                  <a:pt x="45" y="191"/>
                  <a:pt x="45" y="191"/>
                </a:cubicBezTo>
                <a:cubicBezTo>
                  <a:pt x="45" y="73"/>
                  <a:pt x="45" y="73"/>
                  <a:pt x="45" y="73"/>
                </a:cubicBezTo>
                <a:cubicBezTo>
                  <a:pt x="45" y="59"/>
                  <a:pt x="59" y="44"/>
                  <a:pt x="89" y="44"/>
                </a:cubicBezTo>
                <a:cubicBezTo>
                  <a:pt x="207" y="44"/>
                  <a:pt x="207" y="44"/>
                  <a:pt x="207" y="44"/>
                </a:cubicBezTo>
                <a:cubicBezTo>
                  <a:pt x="221" y="44"/>
                  <a:pt x="236" y="59"/>
                  <a:pt x="236" y="73"/>
                </a:cubicBezTo>
                <a:cubicBezTo>
                  <a:pt x="236" y="118"/>
                  <a:pt x="236" y="118"/>
                  <a:pt x="236" y="118"/>
                </a:cubicBezTo>
                <a:cubicBezTo>
                  <a:pt x="560" y="118"/>
                  <a:pt x="560" y="118"/>
                  <a:pt x="560" y="118"/>
                </a:cubicBezTo>
                <a:cubicBezTo>
                  <a:pt x="575" y="118"/>
                  <a:pt x="589" y="132"/>
                  <a:pt x="589" y="162"/>
                </a:cubicBezTo>
                <a:lnTo>
                  <a:pt x="589" y="19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6" name="稻壳儿小白白(http://dwz.cn/Wu2UP)"/>
          <p:cNvSpPr/>
          <p:nvPr/>
        </p:nvSpPr>
        <p:spPr>
          <a:xfrm>
            <a:off x="5398632" y="2147657"/>
            <a:ext cx="510921" cy="552069"/>
          </a:xfrm>
          <a:custGeom>
            <a:avLst/>
            <a:gdLst>
              <a:gd name="T0" fmla="*/ 331745848 w 590"/>
              <a:gd name="T1" fmla="*/ 0 h 634"/>
              <a:gd name="T2" fmla="*/ 331745848 w 590"/>
              <a:gd name="T3" fmla="*/ 0 h 634"/>
              <a:gd name="T4" fmla="*/ 57219624 w 590"/>
              <a:gd name="T5" fmla="*/ 0 h 634"/>
              <a:gd name="T6" fmla="*/ 0 w 590"/>
              <a:gd name="T7" fmla="*/ 47455423 h 634"/>
              <a:gd name="T8" fmla="*/ 0 w 590"/>
              <a:gd name="T9" fmla="*/ 354288620 h 634"/>
              <a:gd name="T10" fmla="*/ 57219624 w 590"/>
              <a:gd name="T11" fmla="*/ 411495069 h 634"/>
              <a:gd name="T12" fmla="*/ 331745848 w 590"/>
              <a:gd name="T13" fmla="*/ 411495069 h 634"/>
              <a:gd name="T14" fmla="*/ 378678897 w 590"/>
              <a:gd name="T15" fmla="*/ 354288620 h 634"/>
              <a:gd name="T16" fmla="*/ 378678897 w 590"/>
              <a:gd name="T17" fmla="*/ 47455423 h 634"/>
              <a:gd name="T18" fmla="*/ 331745848 w 590"/>
              <a:gd name="T19" fmla="*/ 0 h 634"/>
              <a:gd name="T20" fmla="*/ 57219624 w 590"/>
              <a:gd name="T21" fmla="*/ 28603224 h 634"/>
              <a:gd name="T22" fmla="*/ 57219624 w 590"/>
              <a:gd name="T23" fmla="*/ 28603224 h 634"/>
              <a:gd name="T24" fmla="*/ 331745848 w 590"/>
              <a:gd name="T25" fmla="*/ 28603224 h 634"/>
              <a:gd name="T26" fmla="*/ 340747102 w 590"/>
              <a:gd name="T27" fmla="*/ 28603224 h 634"/>
              <a:gd name="T28" fmla="*/ 293814053 w 590"/>
              <a:gd name="T29" fmla="*/ 76708501 h 634"/>
              <a:gd name="T30" fmla="*/ 95152221 w 590"/>
              <a:gd name="T31" fmla="*/ 76708501 h 634"/>
              <a:gd name="T32" fmla="*/ 37932597 w 590"/>
              <a:gd name="T33" fmla="*/ 28603224 h 634"/>
              <a:gd name="T34" fmla="*/ 57219624 w 590"/>
              <a:gd name="T35" fmla="*/ 28603224 h 634"/>
              <a:gd name="T36" fmla="*/ 360034130 w 590"/>
              <a:gd name="T37" fmla="*/ 354288620 h 634"/>
              <a:gd name="T38" fmla="*/ 360034130 w 590"/>
              <a:gd name="T39" fmla="*/ 354288620 h 634"/>
              <a:gd name="T40" fmla="*/ 331745848 w 590"/>
              <a:gd name="T41" fmla="*/ 382891844 h 634"/>
              <a:gd name="T42" fmla="*/ 57219624 w 590"/>
              <a:gd name="T43" fmla="*/ 382891844 h 634"/>
              <a:gd name="T44" fmla="*/ 28288281 w 590"/>
              <a:gd name="T45" fmla="*/ 354288620 h 634"/>
              <a:gd name="T46" fmla="*/ 28288281 w 590"/>
              <a:gd name="T47" fmla="*/ 57856302 h 634"/>
              <a:gd name="T48" fmla="*/ 75864392 w 590"/>
              <a:gd name="T49" fmla="*/ 105311725 h 634"/>
              <a:gd name="T50" fmla="*/ 302814506 w 590"/>
              <a:gd name="T51" fmla="*/ 105311725 h 634"/>
              <a:gd name="T52" fmla="*/ 360034130 w 590"/>
              <a:gd name="T53" fmla="*/ 57856302 h 634"/>
              <a:gd name="T54" fmla="*/ 360034130 w 590"/>
              <a:gd name="T55" fmla="*/ 354288620 h 634"/>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590" h="634">
                <a:moveTo>
                  <a:pt x="516" y="0"/>
                </a:moveTo>
                <a:lnTo>
                  <a:pt x="516" y="0"/>
                </a:lnTo>
                <a:cubicBezTo>
                  <a:pt x="89" y="0"/>
                  <a:pt x="89" y="0"/>
                  <a:pt x="89" y="0"/>
                </a:cubicBezTo>
                <a:cubicBezTo>
                  <a:pt x="44" y="0"/>
                  <a:pt x="0" y="30"/>
                  <a:pt x="0" y="73"/>
                </a:cubicBezTo>
                <a:cubicBezTo>
                  <a:pt x="0" y="545"/>
                  <a:pt x="0" y="545"/>
                  <a:pt x="0" y="545"/>
                </a:cubicBezTo>
                <a:cubicBezTo>
                  <a:pt x="0" y="589"/>
                  <a:pt x="44" y="633"/>
                  <a:pt x="89" y="633"/>
                </a:cubicBezTo>
                <a:cubicBezTo>
                  <a:pt x="516" y="633"/>
                  <a:pt x="516" y="633"/>
                  <a:pt x="516" y="633"/>
                </a:cubicBezTo>
                <a:cubicBezTo>
                  <a:pt x="560" y="633"/>
                  <a:pt x="589" y="589"/>
                  <a:pt x="589" y="545"/>
                </a:cubicBezTo>
                <a:cubicBezTo>
                  <a:pt x="589" y="73"/>
                  <a:pt x="589" y="73"/>
                  <a:pt x="589" y="73"/>
                </a:cubicBezTo>
                <a:cubicBezTo>
                  <a:pt x="589" y="30"/>
                  <a:pt x="560" y="0"/>
                  <a:pt x="516" y="0"/>
                </a:cubicBezTo>
                <a:close/>
                <a:moveTo>
                  <a:pt x="89" y="44"/>
                </a:moveTo>
                <a:lnTo>
                  <a:pt x="89" y="44"/>
                </a:lnTo>
                <a:cubicBezTo>
                  <a:pt x="516" y="44"/>
                  <a:pt x="516" y="44"/>
                  <a:pt x="516" y="44"/>
                </a:cubicBezTo>
                <a:cubicBezTo>
                  <a:pt x="530" y="44"/>
                  <a:pt x="530" y="44"/>
                  <a:pt x="530" y="44"/>
                </a:cubicBezTo>
                <a:cubicBezTo>
                  <a:pt x="457" y="118"/>
                  <a:pt x="457" y="118"/>
                  <a:pt x="457" y="118"/>
                </a:cubicBezTo>
                <a:cubicBezTo>
                  <a:pt x="148" y="118"/>
                  <a:pt x="148" y="118"/>
                  <a:pt x="148" y="118"/>
                </a:cubicBezTo>
                <a:cubicBezTo>
                  <a:pt x="59" y="44"/>
                  <a:pt x="59" y="44"/>
                  <a:pt x="59" y="44"/>
                </a:cubicBezTo>
                <a:cubicBezTo>
                  <a:pt x="74" y="44"/>
                  <a:pt x="74" y="44"/>
                  <a:pt x="89" y="44"/>
                </a:cubicBezTo>
                <a:close/>
                <a:moveTo>
                  <a:pt x="560" y="545"/>
                </a:moveTo>
                <a:lnTo>
                  <a:pt x="560" y="545"/>
                </a:lnTo>
                <a:cubicBezTo>
                  <a:pt x="560" y="574"/>
                  <a:pt x="530" y="589"/>
                  <a:pt x="516" y="589"/>
                </a:cubicBezTo>
                <a:cubicBezTo>
                  <a:pt x="89" y="589"/>
                  <a:pt x="89" y="589"/>
                  <a:pt x="89" y="589"/>
                </a:cubicBezTo>
                <a:cubicBezTo>
                  <a:pt x="59" y="589"/>
                  <a:pt x="44" y="574"/>
                  <a:pt x="44" y="545"/>
                </a:cubicBezTo>
                <a:cubicBezTo>
                  <a:pt x="44" y="89"/>
                  <a:pt x="44" y="89"/>
                  <a:pt x="44" y="89"/>
                </a:cubicBezTo>
                <a:cubicBezTo>
                  <a:pt x="118" y="162"/>
                  <a:pt x="118" y="162"/>
                  <a:pt x="118" y="162"/>
                </a:cubicBezTo>
                <a:cubicBezTo>
                  <a:pt x="471" y="162"/>
                  <a:pt x="471" y="162"/>
                  <a:pt x="471" y="162"/>
                </a:cubicBezTo>
                <a:cubicBezTo>
                  <a:pt x="560" y="89"/>
                  <a:pt x="560" y="89"/>
                  <a:pt x="560" y="89"/>
                </a:cubicBezTo>
                <a:lnTo>
                  <a:pt x="560" y="54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7" name="稻壳儿小白白(http://dwz.cn/Wu2UP)"/>
          <p:cNvSpPr/>
          <p:nvPr/>
        </p:nvSpPr>
        <p:spPr>
          <a:xfrm>
            <a:off x="4517379" y="2187090"/>
            <a:ext cx="498919" cy="500634"/>
          </a:xfrm>
          <a:custGeom>
            <a:avLst/>
            <a:gdLst>
              <a:gd name="T0" fmla="*/ 351136111 w 575"/>
              <a:gd name="T1" fmla="*/ 143133134 h 576"/>
              <a:gd name="T2" fmla="*/ 351136111 w 575"/>
              <a:gd name="T3" fmla="*/ 143133134 h 576"/>
              <a:gd name="T4" fmla="*/ 171049665 w 575"/>
              <a:gd name="T5" fmla="*/ 314763326 h 576"/>
              <a:gd name="T6" fmla="*/ 56801241 w 575"/>
              <a:gd name="T7" fmla="*/ 314763326 h 576"/>
              <a:gd name="T8" fmla="*/ 56801241 w 575"/>
              <a:gd name="T9" fmla="*/ 209842486 h 576"/>
              <a:gd name="T10" fmla="*/ 218168986 w 575"/>
              <a:gd name="T11" fmla="*/ 47926724 h 576"/>
              <a:gd name="T12" fmla="*/ 294334870 w 575"/>
              <a:gd name="T13" fmla="*/ 47926724 h 576"/>
              <a:gd name="T14" fmla="*/ 294334870 w 575"/>
              <a:gd name="T15" fmla="*/ 124351311 h 576"/>
              <a:gd name="T16" fmla="*/ 132967125 w 575"/>
              <a:gd name="T17" fmla="*/ 286266268 h 576"/>
              <a:gd name="T18" fmla="*/ 94884585 w 575"/>
              <a:gd name="T19" fmla="*/ 286266268 h 576"/>
              <a:gd name="T20" fmla="*/ 94884585 w 575"/>
              <a:gd name="T21" fmla="*/ 248054779 h 576"/>
              <a:gd name="T22" fmla="*/ 236887686 w 575"/>
              <a:gd name="T23" fmla="*/ 104920841 h 576"/>
              <a:gd name="T24" fmla="*/ 218168986 w 575"/>
              <a:gd name="T25" fmla="*/ 86139018 h 576"/>
              <a:gd name="T26" fmla="*/ 75519941 w 575"/>
              <a:gd name="T27" fmla="*/ 229272152 h 576"/>
              <a:gd name="T28" fmla="*/ 75519941 w 575"/>
              <a:gd name="T29" fmla="*/ 295981504 h 576"/>
              <a:gd name="T30" fmla="*/ 151685825 w 575"/>
              <a:gd name="T31" fmla="*/ 295981504 h 576"/>
              <a:gd name="T32" fmla="*/ 313053571 w 575"/>
              <a:gd name="T33" fmla="*/ 143133134 h 576"/>
              <a:gd name="T34" fmla="*/ 313053571 w 575"/>
              <a:gd name="T35" fmla="*/ 29144901 h 576"/>
              <a:gd name="T36" fmla="*/ 209133009 w 575"/>
              <a:gd name="T37" fmla="*/ 29144901 h 576"/>
              <a:gd name="T38" fmla="*/ 37437400 w 575"/>
              <a:gd name="T39" fmla="*/ 200127250 h 576"/>
              <a:gd name="T40" fmla="*/ 37437400 w 575"/>
              <a:gd name="T41" fmla="*/ 334193797 h 576"/>
              <a:gd name="T42" fmla="*/ 180086446 w 575"/>
              <a:gd name="T43" fmla="*/ 343260385 h 576"/>
              <a:gd name="T44" fmla="*/ 370500755 w 575"/>
              <a:gd name="T45" fmla="*/ 152848370 h 576"/>
              <a:gd name="T46" fmla="*/ 351136111 w 575"/>
              <a:gd name="T47" fmla="*/ 143133134 h 57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75" h="576">
                <a:moveTo>
                  <a:pt x="544" y="221"/>
                </a:moveTo>
                <a:lnTo>
                  <a:pt x="544" y="221"/>
                </a:lnTo>
                <a:cubicBezTo>
                  <a:pt x="265" y="486"/>
                  <a:pt x="265" y="486"/>
                  <a:pt x="265" y="486"/>
                </a:cubicBezTo>
                <a:cubicBezTo>
                  <a:pt x="220" y="530"/>
                  <a:pt x="147" y="530"/>
                  <a:pt x="88" y="486"/>
                </a:cubicBezTo>
                <a:cubicBezTo>
                  <a:pt x="44" y="442"/>
                  <a:pt x="44" y="368"/>
                  <a:pt x="88" y="324"/>
                </a:cubicBezTo>
                <a:cubicBezTo>
                  <a:pt x="338" y="74"/>
                  <a:pt x="338" y="74"/>
                  <a:pt x="338" y="74"/>
                </a:cubicBezTo>
                <a:cubicBezTo>
                  <a:pt x="383" y="45"/>
                  <a:pt x="426" y="45"/>
                  <a:pt x="456" y="74"/>
                </a:cubicBezTo>
                <a:cubicBezTo>
                  <a:pt x="485" y="103"/>
                  <a:pt x="485" y="162"/>
                  <a:pt x="456" y="192"/>
                </a:cubicBezTo>
                <a:cubicBezTo>
                  <a:pt x="206" y="442"/>
                  <a:pt x="206" y="442"/>
                  <a:pt x="206" y="442"/>
                </a:cubicBezTo>
                <a:cubicBezTo>
                  <a:pt x="191" y="457"/>
                  <a:pt x="162" y="457"/>
                  <a:pt x="147" y="442"/>
                </a:cubicBezTo>
                <a:cubicBezTo>
                  <a:pt x="132" y="427"/>
                  <a:pt x="132" y="398"/>
                  <a:pt x="147" y="383"/>
                </a:cubicBezTo>
                <a:cubicBezTo>
                  <a:pt x="367" y="162"/>
                  <a:pt x="367" y="162"/>
                  <a:pt x="367" y="162"/>
                </a:cubicBezTo>
                <a:cubicBezTo>
                  <a:pt x="338" y="133"/>
                  <a:pt x="338" y="133"/>
                  <a:pt x="338" y="133"/>
                </a:cubicBezTo>
                <a:cubicBezTo>
                  <a:pt x="117" y="354"/>
                  <a:pt x="117" y="354"/>
                  <a:pt x="117" y="354"/>
                </a:cubicBezTo>
                <a:cubicBezTo>
                  <a:pt x="88" y="383"/>
                  <a:pt x="88" y="427"/>
                  <a:pt x="117" y="457"/>
                </a:cubicBezTo>
                <a:cubicBezTo>
                  <a:pt x="147" y="501"/>
                  <a:pt x="206" y="501"/>
                  <a:pt x="235" y="457"/>
                </a:cubicBezTo>
                <a:cubicBezTo>
                  <a:pt x="485" y="221"/>
                  <a:pt x="485" y="221"/>
                  <a:pt x="485" y="221"/>
                </a:cubicBezTo>
                <a:cubicBezTo>
                  <a:pt x="530" y="162"/>
                  <a:pt x="530" y="88"/>
                  <a:pt x="485" y="45"/>
                </a:cubicBezTo>
                <a:cubicBezTo>
                  <a:pt x="441" y="0"/>
                  <a:pt x="367" y="0"/>
                  <a:pt x="324" y="45"/>
                </a:cubicBezTo>
                <a:cubicBezTo>
                  <a:pt x="58" y="309"/>
                  <a:pt x="58" y="309"/>
                  <a:pt x="58" y="309"/>
                </a:cubicBezTo>
                <a:cubicBezTo>
                  <a:pt x="0" y="368"/>
                  <a:pt x="14" y="457"/>
                  <a:pt x="58" y="516"/>
                </a:cubicBezTo>
                <a:cubicBezTo>
                  <a:pt x="117" y="575"/>
                  <a:pt x="206" y="575"/>
                  <a:pt x="279" y="530"/>
                </a:cubicBezTo>
                <a:cubicBezTo>
                  <a:pt x="574" y="236"/>
                  <a:pt x="574" y="236"/>
                  <a:pt x="574" y="236"/>
                </a:cubicBezTo>
                <a:lnTo>
                  <a:pt x="544" y="221"/>
                </a:ln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8" name="稻壳儿小白白(http://dwz.cn/Wu2UP)"/>
          <p:cNvSpPr/>
          <p:nvPr/>
        </p:nvSpPr>
        <p:spPr>
          <a:xfrm>
            <a:off x="3752712" y="2147657"/>
            <a:ext cx="269176" cy="552069"/>
          </a:xfrm>
          <a:custGeom>
            <a:avLst/>
            <a:gdLst>
              <a:gd name="T0" fmla="*/ 180991889 w 310"/>
              <a:gd name="T1" fmla="*/ 47455423 h 634"/>
              <a:gd name="T2" fmla="*/ 180991889 w 310"/>
              <a:gd name="T3" fmla="*/ 47455423 h 634"/>
              <a:gd name="T4" fmla="*/ 180991889 w 310"/>
              <a:gd name="T5" fmla="*/ 306183343 h 634"/>
              <a:gd name="T6" fmla="*/ 104716524 w 310"/>
              <a:gd name="T7" fmla="*/ 382891844 h 634"/>
              <a:gd name="T8" fmla="*/ 29088370 w 310"/>
              <a:gd name="T9" fmla="*/ 306183343 h 634"/>
              <a:gd name="T10" fmla="*/ 29088370 w 310"/>
              <a:gd name="T11" fmla="*/ 76708501 h 634"/>
              <a:gd name="T12" fmla="*/ 76275366 w 310"/>
              <a:gd name="T13" fmla="*/ 28603224 h 634"/>
              <a:gd name="T14" fmla="*/ 124108770 w 310"/>
              <a:gd name="T15" fmla="*/ 76708501 h 634"/>
              <a:gd name="T16" fmla="*/ 124108770 w 310"/>
              <a:gd name="T17" fmla="*/ 306183343 h 634"/>
              <a:gd name="T18" fmla="*/ 104716524 w 310"/>
              <a:gd name="T19" fmla="*/ 334786568 h 634"/>
              <a:gd name="T20" fmla="*/ 76275366 w 310"/>
              <a:gd name="T21" fmla="*/ 306183343 h 634"/>
              <a:gd name="T22" fmla="*/ 76275366 w 310"/>
              <a:gd name="T23" fmla="*/ 105311725 h 634"/>
              <a:gd name="T24" fmla="*/ 47833404 w 310"/>
              <a:gd name="T25" fmla="*/ 105311725 h 634"/>
              <a:gd name="T26" fmla="*/ 47833404 w 310"/>
              <a:gd name="T27" fmla="*/ 306183343 h 634"/>
              <a:gd name="T28" fmla="*/ 104716524 w 310"/>
              <a:gd name="T29" fmla="*/ 354288620 h 634"/>
              <a:gd name="T30" fmla="*/ 152550732 w 310"/>
              <a:gd name="T31" fmla="*/ 306183343 h 634"/>
              <a:gd name="T32" fmla="*/ 152550732 w 310"/>
              <a:gd name="T33" fmla="*/ 76708501 h 634"/>
              <a:gd name="T34" fmla="*/ 76275366 w 310"/>
              <a:gd name="T35" fmla="*/ 0 h 634"/>
              <a:gd name="T36" fmla="*/ 0 w 310"/>
              <a:gd name="T37" fmla="*/ 76708501 h 634"/>
              <a:gd name="T38" fmla="*/ 0 w 310"/>
              <a:gd name="T39" fmla="*/ 315934369 h 634"/>
              <a:gd name="T40" fmla="*/ 104716524 w 310"/>
              <a:gd name="T41" fmla="*/ 411495069 h 634"/>
              <a:gd name="T42" fmla="*/ 199737728 w 310"/>
              <a:gd name="T43" fmla="*/ 315934369 h 634"/>
              <a:gd name="T44" fmla="*/ 199737728 w 310"/>
              <a:gd name="T45" fmla="*/ 47455423 h 634"/>
              <a:gd name="T46" fmla="*/ 180991889 w 310"/>
              <a:gd name="T47" fmla="*/ 47455423 h 63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310" h="634">
                <a:moveTo>
                  <a:pt x="280" y="73"/>
                </a:moveTo>
                <a:lnTo>
                  <a:pt x="280" y="73"/>
                </a:lnTo>
                <a:cubicBezTo>
                  <a:pt x="280" y="471"/>
                  <a:pt x="280" y="471"/>
                  <a:pt x="280" y="471"/>
                </a:cubicBezTo>
                <a:cubicBezTo>
                  <a:pt x="280" y="530"/>
                  <a:pt x="221" y="589"/>
                  <a:pt x="162" y="589"/>
                </a:cubicBezTo>
                <a:cubicBezTo>
                  <a:pt x="89" y="589"/>
                  <a:pt x="45" y="530"/>
                  <a:pt x="45" y="471"/>
                </a:cubicBezTo>
                <a:cubicBezTo>
                  <a:pt x="45" y="118"/>
                  <a:pt x="45" y="118"/>
                  <a:pt x="45" y="118"/>
                </a:cubicBezTo>
                <a:cubicBezTo>
                  <a:pt x="45" y="73"/>
                  <a:pt x="74" y="44"/>
                  <a:pt x="118" y="44"/>
                </a:cubicBezTo>
                <a:cubicBezTo>
                  <a:pt x="162" y="44"/>
                  <a:pt x="192" y="73"/>
                  <a:pt x="192" y="118"/>
                </a:cubicBezTo>
                <a:cubicBezTo>
                  <a:pt x="192" y="471"/>
                  <a:pt x="192" y="471"/>
                  <a:pt x="192" y="471"/>
                </a:cubicBezTo>
                <a:cubicBezTo>
                  <a:pt x="192" y="486"/>
                  <a:pt x="177" y="515"/>
                  <a:pt x="162" y="515"/>
                </a:cubicBezTo>
                <a:cubicBezTo>
                  <a:pt x="133" y="515"/>
                  <a:pt x="118" y="486"/>
                  <a:pt x="118" y="471"/>
                </a:cubicBezTo>
                <a:cubicBezTo>
                  <a:pt x="118" y="162"/>
                  <a:pt x="118" y="162"/>
                  <a:pt x="118" y="162"/>
                </a:cubicBezTo>
                <a:cubicBezTo>
                  <a:pt x="74" y="162"/>
                  <a:pt x="74" y="162"/>
                  <a:pt x="74" y="162"/>
                </a:cubicBezTo>
                <a:cubicBezTo>
                  <a:pt x="74" y="471"/>
                  <a:pt x="74" y="471"/>
                  <a:pt x="74" y="471"/>
                </a:cubicBezTo>
                <a:cubicBezTo>
                  <a:pt x="74" y="515"/>
                  <a:pt x="118" y="545"/>
                  <a:pt x="162" y="545"/>
                </a:cubicBezTo>
                <a:cubicBezTo>
                  <a:pt x="207" y="545"/>
                  <a:pt x="236" y="515"/>
                  <a:pt x="236" y="471"/>
                </a:cubicBezTo>
                <a:cubicBezTo>
                  <a:pt x="236" y="118"/>
                  <a:pt x="236" y="118"/>
                  <a:pt x="236" y="118"/>
                </a:cubicBezTo>
                <a:cubicBezTo>
                  <a:pt x="236" y="59"/>
                  <a:pt x="177" y="0"/>
                  <a:pt x="118" y="0"/>
                </a:cubicBezTo>
                <a:cubicBezTo>
                  <a:pt x="59" y="0"/>
                  <a:pt x="0" y="59"/>
                  <a:pt x="0" y="118"/>
                </a:cubicBezTo>
                <a:cubicBezTo>
                  <a:pt x="0" y="486"/>
                  <a:pt x="0" y="486"/>
                  <a:pt x="0" y="486"/>
                </a:cubicBezTo>
                <a:cubicBezTo>
                  <a:pt x="15" y="574"/>
                  <a:pt x="74" y="633"/>
                  <a:pt x="162" y="633"/>
                </a:cubicBezTo>
                <a:cubicBezTo>
                  <a:pt x="236" y="633"/>
                  <a:pt x="309" y="574"/>
                  <a:pt x="309" y="486"/>
                </a:cubicBezTo>
                <a:cubicBezTo>
                  <a:pt x="309" y="73"/>
                  <a:pt x="309" y="73"/>
                  <a:pt x="309" y="73"/>
                </a:cubicBezTo>
                <a:lnTo>
                  <a:pt x="280" y="73"/>
                </a:ln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49" name="稻壳儿小白白(http://dwz.cn/Wu2UP)"/>
          <p:cNvSpPr/>
          <p:nvPr/>
        </p:nvSpPr>
        <p:spPr>
          <a:xfrm>
            <a:off x="2744586" y="2164802"/>
            <a:ext cx="510921" cy="510921"/>
          </a:xfrm>
          <a:custGeom>
            <a:avLst/>
            <a:gdLst>
              <a:gd name="T0" fmla="*/ 293814053 w 590"/>
              <a:gd name="T1" fmla="*/ 265783013 h 589"/>
              <a:gd name="T2" fmla="*/ 360034130 w 590"/>
              <a:gd name="T3" fmla="*/ 209013209 h 589"/>
              <a:gd name="T4" fmla="*/ 322102335 w 590"/>
              <a:gd name="T5" fmla="*/ 209013209 h 589"/>
              <a:gd name="T6" fmla="*/ 180017065 w 590"/>
              <a:gd name="T7" fmla="*/ 66445753 h 589"/>
              <a:gd name="T8" fmla="*/ 180017065 w 590"/>
              <a:gd name="T9" fmla="*/ 0 h 589"/>
              <a:gd name="T10" fmla="*/ 0 w 590"/>
              <a:gd name="T11" fmla="*/ 179983753 h 589"/>
              <a:gd name="T12" fmla="*/ 66220878 w 590"/>
              <a:gd name="T13" fmla="*/ 179983753 h 589"/>
              <a:gd name="T14" fmla="*/ 208305346 w 590"/>
              <a:gd name="T15" fmla="*/ 322552013 h 589"/>
              <a:gd name="T16" fmla="*/ 208305346 w 590"/>
              <a:gd name="T17" fmla="*/ 360612463 h 589"/>
              <a:gd name="T18" fmla="*/ 264882711 w 590"/>
              <a:gd name="T19" fmla="*/ 294167513 h 589"/>
              <a:gd name="T20" fmla="*/ 369035384 w 590"/>
              <a:gd name="T21" fmla="*/ 379321013 h 589"/>
              <a:gd name="T22" fmla="*/ 378678897 w 590"/>
              <a:gd name="T23" fmla="*/ 370289216 h 589"/>
              <a:gd name="T24" fmla="*/ 293814053 w 590"/>
              <a:gd name="T25" fmla="*/ 265783013 h 589"/>
              <a:gd name="T26" fmla="*/ 226950114 w 590"/>
              <a:gd name="T27" fmla="*/ 303843463 h 589"/>
              <a:gd name="T28" fmla="*/ 85507905 w 590"/>
              <a:gd name="T29" fmla="*/ 161276006 h 589"/>
              <a:gd name="T30" fmla="*/ 161372297 w 590"/>
              <a:gd name="T31" fmla="*/ 85153500 h 589"/>
              <a:gd name="T32" fmla="*/ 302814506 w 590"/>
              <a:gd name="T33" fmla="*/ 227721759 h 589"/>
              <a:gd name="T34" fmla="*/ 226950114 w 590"/>
              <a:gd name="T35" fmla="*/ 303843463 h 5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590" h="589">
                <a:moveTo>
                  <a:pt x="457" y="412"/>
                </a:moveTo>
                <a:lnTo>
                  <a:pt x="560" y="324"/>
                </a:lnTo>
                <a:lnTo>
                  <a:pt x="501" y="324"/>
                </a:lnTo>
                <a:lnTo>
                  <a:pt x="280" y="103"/>
                </a:lnTo>
                <a:lnTo>
                  <a:pt x="280" y="0"/>
                </a:lnTo>
                <a:lnTo>
                  <a:pt x="0" y="279"/>
                </a:lnTo>
                <a:lnTo>
                  <a:pt x="103" y="279"/>
                </a:lnTo>
                <a:lnTo>
                  <a:pt x="324" y="500"/>
                </a:lnTo>
                <a:lnTo>
                  <a:pt x="324" y="559"/>
                </a:lnTo>
                <a:lnTo>
                  <a:pt x="412" y="456"/>
                </a:lnTo>
                <a:lnTo>
                  <a:pt x="574" y="588"/>
                </a:lnTo>
                <a:lnTo>
                  <a:pt x="589" y="574"/>
                </a:lnTo>
                <a:lnTo>
                  <a:pt x="457" y="412"/>
                </a:lnTo>
                <a:close/>
                <a:moveTo>
                  <a:pt x="353" y="471"/>
                </a:moveTo>
                <a:lnTo>
                  <a:pt x="133" y="250"/>
                </a:lnTo>
                <a:lnTo>
                  <a:pt x="251" y="132"/>
                </a:lnTo>
                <a:lnTo>
                  <a:pt x="471" y="353"/>
                </a:lnTo>
                <a:lnTo>
                  <a:pt x="353" y="471"/>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0" name="稻壳儿小白白(http://dwz.cn/Wu2UP)"/>
          <p:cNvSpPr/>
          <p:nvPr/>
        </p:nvSpPr>
        <p:spPr>
          <a:xfrm>
            <a:off x="1825614" y="2200806"/>
            <a:ext cx="550354" cy="526352"/>
          </a:xfrm>
          <a:custGeom>
            <a:avLst/>
            <a:gdLst>
              <a:gd name="T0" fmla="*/ 399897996 w 634"/>
              <a:gd name="T1" fmla="*/ 9114656 h 604"/>
              <a:gd name="T2" fmla="*/ 399897996 w 634"/>
              <a:gd name="T3" fmla="*/ 9114656 h 604"/>
              <a:gd name="T4" fmla="*/ 342399864 w 634"/>
              <a:gd name="T5" fmla="*/ 9114656 h 604"/>
              <a:gd name="T6" fmla="*/ 124039424 w 634"/>
              <a:gd name="T7" fmla="*/ 229829578 h 604"/>
              <a:gd name="T8" fmla="*/ 47807137 w 634"/>
              <a:gd name="T9" fmla="*/ 287774941 h 604"/>
              <a:gd name="T10" fmla="*/ 0 w 634"/>
              <a:gd name="T11" fmla="*/ 316422848 h 604"/>
              <a:gd name="T12" fmla="*/ 162155567 w 634"/>
              <a:gd name="T13" fmla="*/ 326188667 h 604"/>
              <a:gd name="T14" fmla="*/ 180890525 w 634"/>
              <a:gd name="T15" fmla="*/ 278009123 h 604"/>
              <a:gd name="T16" fmla="*/ 399897996 w 634"/>
              <a:gd name="T17" fmla="*/ 67060826 h 604"/>
              <a:gd name="T18" fmla="*/ 399897996 w 634"/>
              <a:gd name="T19" fmla="*/ 9114656 h 604"/>
              <a:gd name="T20" fmla="*/ 152465376 w 634"/>
              <a:gd name="T21" fmla="*/ 316422848 h 604"/>
              <a:gd name="T22" fmla="*/ 152465376 w 634"/>
              <a:gd name="T23" fmla="*/ 316422848 h 604"/>
              <a:gd name="T24" fmla="*/ 47807137 w 634"/>
              <a:gd name="T25" fmla="*/ 326188667 h 604"/>
              <a:gd name="T26" fmla="*/ 66542096 w 634"/>
              <a:gd name="T27" fmla="*/ 296890404 h 604"/>
              <a:gd name="T28" fmla="*/ 142774382 w 634"/>
              <a:gd name="T29" fmla="*/ 249362022 h 604"/>
              <a:gd name="T30" fmla="*/ 162155567 w 634"/>
              <a:gd name="T31" fmla="*/ 268243304 h 604"/>
              <a:gd name="T32" fmla="*/ 152465376 w 634"/>
              <a:gd name="T33" fmla="*/ 316422848 h 604"/>
              <a:gd name="T34" fmla="*/ 171200334 w 634"/>
              <a:gd name="T35" fmla="*/ 249362022 h 604"/>
              <a:gd name="T36" fmla="*/ 171200334 w 634"/>
              <a:gd name="T37" fmla="*/ 249362022 h 604"/>
              <a:gd name="T38" fmla="*/ 162155567 w 634"/>
              <a:gd name="T39" fmla="*/ 229829578 h 604"/>
              <a:gd name="T40" fmla="*/ 180890525 w 634"/>
              <a:gd name="T41" fmla="*/ 201182478 h 604"/>
              <a:gd name="T42" fmla="*/ 200271710 w 634"/>
              <a:gd name="T43" fmla="*/ 220714922 h 604"/>
              <a:gd name="T44" fmla="*/ 171200334 w 634"/>
              <a:gd name="T45" fmla="*/ 249362022 h 604"/>
              <a:gd name="T46" fmla="*/ 380516811 w 634"/>
              <a:gd name="T47" fmla="*/ 47528382 h 604"/>
              <a:gd name="T48" fmla="*/ 380516811 w 634"/>
              <a:gd name="T49" fmla="*/ 47528382 h 604"/>
              <a:gd name="T50" fmla="*/ 219006668 w 634"/>
              <a:gd name="T51" fmla="*/ 201182478 h 604"/>
              <a:gd name="T52" fmla="*/ 200271710 w 634"/>
              <a:gd name="T53" fmla="*/ 191415853 h 604"/>
              <a:gd name="T54" fmla="*/ 361781050 w 634"/>
              <a:gd name="T55" fmla="*/ 28647100 h 604"/>
              <a:gd name="T56" fmla="*/ 380516811 w 634"/>
              <a:gd name="T57" fmla="*/ 28647100 h 604"/>
              <a:gd name="T58" fmla="*/ 380516811 w 634"/>
              <a:gd name="T59" fmla="*/ 47528382 h 604"/>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634" h="604">
                <a:moveTo>
                  <a:pt x="619" y="14"/>
                </a:moveTo>
                <a:lnTo>
                  <a:pt x="619" y="14"/>
                </a:lnTo>
                <a:cubicBezTo>
                  <a:pt x="589" y="0"/>
                  <a:pt x="560" y="0"/>
                  <a:pt x="530" y="14"/>
                </a:cubicBezTo>
                <a:cubicBezTo>
                  <a:pt x="192" y="353"/>
                  <a:pt x="192" y="353"/>
                  <a:pt x="192" y="353"/>
                </a:cubicBezTo>
                <a:cubicBezTo>
                  <a:pt x="162" y="353"/>
                  <a:pt x="103" y="368"/>
                  <a:pt x="74" y="442"/>
                </a:cubicBezTo>
                <a:cubicBezTo>
                  <a:pt x="59" y="486"/>
                  <a:pt x="0" y="486"/>
                  <a:pt x="0" y="486"/>
                </a:cubicBezTo>
                <a:cubicBezTo>
                  <a:pt x="103" y="603"/>
                  <a:pt x="236" y="530"/>
                  <a:pt x="251" y="501"/>
                </a:cubicBezTo>
                <a:cubicBezTo>
                  <a:pt x="280" y="486"/>
                  <a:pt x="280" y="456"/>
                  <a:pt x="280" y="427"/>
                </a:cubicBezTo>
                <a:cubicBezTo>
                  <a:pt x="619" y="103"/>
                  <a:pt x="619" y="103"/>
                  <a:pt x="619" y="103"/>
                </a:cubicBezTo>
                <a:cubicBezTo>
                  <a:pt x="633" y="73"/>
                  <a:pt x="633" y="44"/>
                  <a:pt x="619" y="14"/>
                </a:cubicBezTo>
                <a:close/>
                <a:moveTo>
                  <a:pt x="236" y="486"/>
                </a:moveTo>
                <a:lnTo>
                  <a:pt x="236" y="486"/>
                </a:lnTo>
                <a:cubicBezTo>
                  <a:pt x="207" y="501"/>
                  <a:pt x="118" y="530"/>
                  <a:pt x="74" y="501"/>
                </a:cubicBezTo>
                <a:cubicBezTo>
                  <a:pt x="74" y="501"/>
                  <a:pt x="89" y="486"/>
                  <a:pt x="103" y="456"/>
                </a:cubicBezTo>
                <a:cubicBezTo>
                  <a:pt x="133" y="368"/>
                  <a:pt x="221" y="383"/>
                  <a:pt x="221" y="383"/>
                </a:cubicBezTo>
                <a:cubicBezTo>
                  <a:pt x="251" y="412"/>
                  <a:pt x="251" y="412"/>
                  <a:pt x="251" y="412"/>
                </a:cubicBezTo>
                <a:cubicBezTo>
                  <a:pt x="251" y="412"/>
                  <a:pt x="265" y="442"/>
                  <a:pt x="236" y="486"/>
                </a:cubicBezTo>
                <a:close/>
                <a:moveTo>
                  <a:pt x="265" y="383"/>
                </a:moveTo>
                <a:lnTo>
                  <a:pt x="265" y="383"/>
                </a:lnTo>
                <a:lnTo>
                  <a:pt x="251" y="353"/>
                </a:lnTo>
                <a:cubicBezTo>
                  <a:pt x="280" y="309"/>
                  <a:pt x="280" y="309"/>
                  <a:pt x="280" y="309"/>
                </a:cubicBezTo>
                <a:cubicBezTo>
                  <a:pt x="310" y="339"/>
                  <a:pt x="310" y="339"/>
                  <a:pt x="310" y="339"/>
                </a:cubicBezTo>
                <a:lnTo>
                  <a:pt x="265" y="383"/>
                </a:lnTo>
                <a:close/>
                <a:moveTo>
                  <a:pt x="589" y="73"/>
                </a:moveTo>
                <a:lnTo>
                  <a:pt x="589" y="73"/>
                </a:lnTo>
                <a:cubicBezTo>
                  <a:pt x="339" y="309"/>
                  <a:pt x="339" y="309"/>
                  <a:pt x="339" y="309"/>
                </a:cubicBezTo>
                <a:cubicBezTo>
                  <a:pt x="310" y="294"/>
                  <a:pt x="310" y="294"/>
                  <a:pt x="310" y="294"/>
                </a:cubicBezTo>
                <a:cubicBezTo>
                  <a:pt x="560" y="44"/>
                  <a:pt x="560" y="44"/>
                  <a:pt x="560" y="44"/>
                </a:cubicBezTo>
                <a:cubicBezTo>
                  <a:pt x="574" y="30"/>
                  <a:pt x="574" y="30"/>
                  <a:pt x="589" y="44"/>
                </a:cubicBezTo>
                <a:cubicBezTo>
                  <a:pt x="589" y="44"/>
                  <a:pt x="589" y="59"/>
                  <a:pt x="589" y="73"/>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1" name="稻壳儿小白白(http://dwz.cn/Wu2UP)"/>
          <p:cNvSpPr/>
          <p:nvPr/>
        </p:nvSpPr>
        <p:spPr>
          <a:xfrm>
            <a:off x="9996921" y="1268118"/>
            <a:ext cx="178308" cy="550355"/>
          </a:xfrm>
          <a:custGeom>
            <a:avLst/>
            <a:gdLst>
              <a:gd name="T0" fmla="*/ 103055101 w 207"/>
              <a:gd name="T1" fmla="*/ 0 h 634"/>
              <a:gd name="T2" fmla="*/ 103055101 w 207"/>
              <a:gd name="T3" fmla="*/ 0 h 634"/>
              <a:gd name="T4" fmla="*/ 27990432 w 207"/>
              <a:gd name="T5" fmla="*/ 0 h 634"/>
              <a:gd name="T6" fmla="*/ 0 w 207"/>
              <a:gd name="T7" fmla="*/ 18734995 h 634"/>
              <a:gd name="T8" fmla="*/ 0 w 207"/>
              <a:gd name="T9" fmla="*/ 304285122 h 634"/>
              <a:gd name="T10" fmla="*/ 55980066 w 207"/>
              <a:gd name="T11" fmla="*/ 390208571 h 634"/>
              <a:gd name="T12" fmla="*/ 75064669 w 207"/>
              <a:gd name="T13" fmla="*/ 390208571 h 634"/>
              <a:gd name="T14" fmla="*/ 131044735 w 207"/>
              <a:gd name="T15" fmla="*/ 304285122 h 634"/>
              <a:gd name="T16" fmla="*/ 131044735 w 207"/>
              <a:gd name="T17" fmla="*/ 18734995 h 634"/>
              <a:gd name="T18" fmla="*/ 103055101 w 207"/>
              <a:gd name="T19" fmla="*/ 0 h 634"/>
              <a:gd name="T20" fmla="*/ 65522368 w 207"/>
              <a:gd name="T21" fmla="*/ 371473577 h 634"/>
              <a:gd name="T22" fmla="*/ 65522368 w 207"/>
              <a:gd name="T23" fmla="*/ 371473577 h 634"/>
              <a:gd name="T24" fmla="*/ 27990432 w 207"/>
              <a:gd name="T25" fmla="*/ 304285122 h 634"/>
              <a:gd name="T26" fmla="*/ 103055101 w 207"/>
              <a:gd name="T27" fmla="*/ 304285122 h 634"/>
              <a:gd name="T28" fmla="*/ 65522368 w 207"/>
              <a:gd name="T29" fmla="*/ 371473577 h 634"/>
              <a:gd name="T30" fmla="*/ 103055101 w 207"/>
              <a:gd name="T31" fmla="*/ 275859114 h 634"/>
              <a:gd name="T32" fmla="*/ 103055101 w 207"/>
              <a:gd name="T33" fmla="*/ 275859114 h 634"/>
              <a:gd name="T34" fmla="*/ 27990432 w 207"/>
              <a:gd name="T35" fmla="*/ 275859114 h 634"/>
              <a:gd name="T36" fmla="*/ 27990432 w 207"/>
              <a:gd name="T37" fmla="*/ 114349457 h 634"/>
              <a:gd name="T38" fmla="*/ 103055101 w 207"/>
              <a:gd name="T39" fmla="*/ 114349457 h 634"/>
              <a:gd name="T40" fmla="*/ 103055101 w 207"/>
              <a:gd name="T41" fmla="*/ 275859114 h 634"/>
              <a:gd name="T42" fmla="*/ 103055101 w 207"/>
              <a:gd name="T43" fmla="*/ 85923449 h 634"/>
              <a:gd name="T44" fmla="*/ 103055101 w 207"/>
              <a:gd name="T45" fmla="*/ 85923449 h 634"/>
              <a:gd name="T46" fmla="*/ 27990432 w 207"/>
              <a:gd name="T47" fmla="*/ 85923449 h 634"/>
              <a:gd name="T48" fmla="*/ 27990432 w 207"/>
              <a:gd name="T49" fmla="*/ 38116218 h 634"/>
              <a:gd name="T50" fmla="*/ 37531936 w 207"/>
              <a:gd name="T51" fmla="*/ 18734995 h 634"/>
              <a:gd name="T52" fmla="*/ 93512800 w 207"/>
              <a:gd name="T53" fmla="*/ 18734995 h 634"/>
              <a:gd name="T54" fmla="*/ 103055101 w 207"/>
              <a:gd name="T55" fmla="*/ 38116218 h 634"/>
              <a:gd name="T56" fmla="*/ 103055101 w 207"/>
              <a:gd name="T57" fmla="*/ 85923449 h 63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207" h="634">
                <a:moveTo>
                  <a:pt x="162" y="0"/>
                </a:moveTo>
                <a:lnTo>
                  <a:pt x="162" y="0"/>
                </a:lnTo>
                <a:cubicBezTo>
                  <a:pt x="44" y="0"/>
                  <a:pt x="44" y="0"/>
                  <a:pt x="44" y="0"/>
                </a:cubicBezTo>
                <a:cubicBezTo>
                  <a:pt x="15" y="0"/>
                  <a:pt x="0" y="15"/>
                  <a:pt x="0" y="29"/>
                </a:cubicBezTo>
                <a:cubicBezTo>
                  <a:pt x="0" y="471"/>
                  <a:pt x="0" y="471"/>
                  <a:pt x="0" y="471"/>
                </a:cubicBezTo>
                <a:cubicBezTo>
                  <a:pt x="88" y="604"/>
                  <a:pt x="88" y="604"/>
                  <a:pt x="88" y="604"/>
                </a:cubicBezTo>
                <a:cubicBezTo>
                  <a:pt x="88" y="633"/>
                  <a:pt x="118" y="633"/>
                  <a:pt x="118" y="604"/>
                </a:cubicBezTo>
                <a:cubicBezTo>
                  <a:pt x="206" y="471"/>
                  <a:pt x="206" y="471"/>
                  <a:pt x="206" y="471"/>
                </a:cubicBezTo>
                <a:cubicBezTo>
                  <a:pt x="206" y="29"/>
                  <a:pt x="206" y="29"/>
                  <a:pt x="206" y="29"/>
                </a:cubicBezTo>
                <a:cubicBezTo>
                  <a:pt x="206" y="15"/>
                  <a:pt x="192" y="0"/>
                  <a:pt x="162" y="0"/>
                </a:cubicBezTo>
                <a:close/>
                <a:moveTo>
                  <a:pt x="103" y="575"/>
                </a:moveTo>
                <a:lnTo>
                  <a:pt x="103" y="575"/>
                </a:lnTo>
                <a:cubicBezTo>
                  <a:pt x="44" y="471"/>
                  <a:pt x="44" y="471"/>
                  <a:pt x="44" y="471"/>
                </a:cubicBezTo>
                <a:cubicBezTo>
                  <a:pt x="162" y="471"/>
                  <a:pt x="162" y="471"/>
                  <a:pt x="162" y="471"/>
                </a:cubicBezTo>
                <a:lnTo>
                  <a:pt x="103" y="575"/>
                </a:lnTo>
                <a:close/>
                <a:moveTo>
                  <a:pt x="162" y="427"/>
                </a:moveTo>
                <a:lnTo>
                  <a:pt x="162" y="427"/>
                </a:lnTo>
                <a:cubicBezTo>
                  <a:pt x="118" y="427"/>
                  <a:pt x="59" y="427"/>
                  <a:pt x="44" y="427"/>
                </a:cubicBezTo>
                <a:cubicBezTo>
                  <a:pt x="44" y="177"/>
                  <a:pt x="44" y="177"/>
                  <a:pt x="44" y="177"/>
                </a:cubicBezTo>
                <a:cubicBezTo>
                  <a:pt x="162" y="177"/>
                  <a:pt x="162" y="177"/>
                  <a:pt x="162" y="177"/>
                </a:cubicBezTo>
                <a:lnTo>
                  <a:pt x="162" y="427"/>
                </a:lnTo>
                <a:close/>
                <a:moveTo>
                  <a:pt x="162" y="133"/>
                </a:moveTo>
                <a:lnTo>
                  <a:pt x="162" y="133"/>
                </a:lnTo>
                <a:cubicBezTo>
                  <a:pt x="44" y="133"/>
                  <a:pt x="44" y="133"/>
                  <a:pt x="44" y="133"/>
                </a:cubicBezTo>
                <a:cubicBezTo>
                  <a:pt x="44" y="59"/>
                  <a:pt x="44" y="59"/>
                  <a:pt x="44" y="59"/>
                </a:cubicBezTo>
                <a:cubicBezTo>
                  <a:pt x="44" y="29"/>
                  <a:pt x="44" y="29"/>
                  <a:pt x="59" y="29"/>
                </a:cubicBezTo>
                <a:cubicBezTo>
                  <a:pt x="147" y="29"/>
                  <a:pt x="147" y="29"/>
                  <a:pt x="147" y="29"/>
                </a:cubicBezTo>
                <a:cubicBezTo>
                  <a:pt x="162" y="29"/>
                  <a:pt x="162" y="29"/>
                  <a:pt x="162" y="59"/>
                </a:cubicBezTo>
                <a:lnTo>
                  <a:pt x="162" y="133"/>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2" name="稻壳儿小白白(http://dwz.cn/Wu2UP)"/>
          <p:cNvSpPr/>
          <p:nvPr/>
        </p:nvSpPr>
        <p:spPr>
          <a:xfrm>
            <a:off x="8925358" y="1268118"/>
            <a:ext cx="550355" cy="534924"/>
          </a:xfrm>
          <a:custGeom>
            <a:avLst/>
            <a:gdLst>
              <a:gd name="T0" fmla="*/ 380518362 w 634"/>
              <a:gd name="T1" fmla="*/ 151100907 h 619"/>
              <a:gd name="T2" fmla="*/ 380518362 w 634"/>
              <a:gd name="T3" fmla="*/ 151100907 h 619"/>
              <a:gd name="T4" fmla="*/ 380518362 w 634"/>
              <a:gd name="T5" fmla="*/ 348940850 h 619"/>
              <a:gd name="T6" fmla="*/ 352092354 w 634"/>
              <a:gd name="T7" fmla="*/ 377112138 h 619"/>
              <a:gd name="T8" fmla="*/ 57497441 w 634"/>
              <a:gd name="T9" fmla="*/ 377112138 h 619"/>
              <a:gd name="T10" fmla="*/ 29071433 w 634"/>
              <a:gd name="T11" fmla="*/ 348940850 h 619"/>
              <a:gd name="T12" fmla="*/ 29071433 w 634"/>
              <a:gd name="T13" fmla="*/ 47379166 h 619"/>
              <a:gd name="T14" fmla="*/ 57497441 w 634"/>
              <a:gd name="T15" fmla="*/ 18567749 h 619"/>
              <a:gd name="T16" fmla="*/ 257124119 w 634"/>
              <a:gd name="T17" fmla="*/ 18567749 h 619"/>
              <a:gd name="T18" fmla="*/ 257124119 w 634"/>
              <a:gd name="T19" fmla="*/ 0 h 619"/>
              <a:gd name="T20" fmla="*/ 57497441 w 634"/>
              <a:gd name="T21" fmla="*/ 0 h 619"/>
              <a:gd name="T22" fmla="*/ 0 w 634"/>
              <a:gd name="T23" fmla="*/ 47379166 h 619"/>
              <a:gd name="T24" fmla="*/ 0 w 634"/>
              <a:gd name="T25" fmla="*/ 348940850 h 619"/>
              <a:gd name="T26" fmla="*/ 57497441 w 634"/>
              <a:gd name="T27" fmla="*/ 395679887 h 619"/>
              <a:gd name="T28" fmla="*/ 352092354 w 634"/>
              <a:gd name="T29" fmla="*/ 395679887 h 619"/>
              <a:gd name="T30" fmla="*/ 408943566 w 634"/>
              <a:gd name="T31" fmla="*/ 348940850 h 619"/>
              <a:gd name="T32" fmla="*/ 408943566 w 634"/>
              <a:gd name="T33" fmla="*/ 151100907 h 619"/>
              <a:gd name="T34" fmla="*/ 380518362 w 634"/>
              <a:gd name="T35" fmla="*/ 151100907 h 619"/>
              <a:gd name="T36" fmla="*/ 104658444 w 634"/>
              <a:gd name="T37" fmla="*/ 226651360 h 619"/>
              <a:gd name="T38" fmla="*/ 104658444 w 634"/>
              <a:gd name="T39" fmla="*/ 226651360 h 619"/>
              <a:gd name="T40" fmla="*/ 47807231 w 634"/>
              <a:gd name="T41" fmla="*/ 330373102 h 619"/>
              <a:gd name="T42" fmla="*/ 66542226 w 634"/>
              <a:gd name="T43" fmla="*/ 348940850 h 619"/>
              <a:gd name="T44" fmla="*/ 180891684 w 634"/>
              <a:gd name="T45" fmla="*/ 292598275 h 619"/>
              <a:gd name="T46" fmla="*/ 190581893 w 634"/>
              <a:gd name="T47" fmla="*/ 292598275 h 619"/>
              <a:gd name="T48" fmla="*/ 390208571 w 634"/>
              <a:gd name="T49" fmla="*/ 94118202 h 619"/>
              <a:gd name="T50" fmla="*/ 390208571 w 634"/>
              <a:gd name="T51" fmla="*/ 56342575 h 619"/>
              <a:gd name="T52" fmla="*/ 342401340 w 634"/>
              <a:gd name="T53" fmla="*/ 18567749 h 619"/>
              <a:gd name="T54" fmla="*/ 304285122 w 634"/>
              <a:gd name="T55" fmla="*/ 18567749 h 619"/>
              <a:gd name="T56" fmla="*/ 114349457 w 634"/>
              <a:gd name="T57" fmla="*/ 207443482 h 619"/>
              <a:gd name="T58" fmla="*/ 104658444 w 634"/>
              <a:gd name="T59" fmla="*/ 226651360 h 619"/>
              <a:gd name="T60" fmla="*/ 313976136 w 634"/>
              <a:gd name="T61" fmla="*/ 47379166 h 619"/>
              <a:gd name="T62" fmla="*/ 313976136 w 634"/>
              <a:gd name="T63" fmla="*/ 47379166 h 619"/>
              <a:gd name="T64" fmla="*/ 333357359 w 634"/>
              <a:gd name="T65" fmla="*/ 47379166 h 619"/>
              <a:gd name="T66" fmla="*/ 361782563 w 634"/>
              <a:gd name="T67" fmla="*/ 65946915 h 619"/>
              <a:gd name="T68" fmla="*/ 361782563 w 634"/>
              <a:gd name="T69" fmla="*/ 85153992 h 619"/>
              <a:gd name="T70" fmla="*/ 333357359 w 634"/>
              <a:gd name="T71" fmla="*/ 113326080 h 619"/>
              <a:gd name="T72" fmla="*/ 295240337 w 634"/>
              <a:gd name="T73" fmla="*/ 65946915 h 619"/>
              <a:gd name="T74" fmla="*/ 313976136 w 634"/>
              <a:gd name="T75" fmla="*/ 47379166 h 619"/>
              <a:gd name="T76" fmla="*/ 276505342 w 634"/>
              <a:gd name="T77" fmla="*/ 85153992 h 619"/>
              <a:gd name="T78" fmla="*/ 276505342 w 634"/>
              <a:gd name="T79" fmla="*/ 85153992 h 619"/>
              <a:gd name="T80" fmla="*/ 313976136 w 634"/>
              <a:gd name="T81" fmla="*/ 131893029 h 619"/>
              <a:gd name="T82" fmla="*/ 171846898 w 634"/>
              <a:gd name="T83" fmla="*/ 273390397 h 619"/>
              <a:gd name="T84" fmla="*/ 133730681 w 634"/>
              <a:gd name="T85" fmla="*/ 226651360 h 619"/>
              <a:gd name="T86" fmla="*/ 276505342 w 634"/>
              <a:gd name="T87" fmla="*/ 85153992 h 619"/>
              <a:gd name="T88" fmla="*/ 152465675 w 634"/>
              <a:gd name="T89" fmla="*/ 282993936 h 619"/>
              <a:gd name="T90" fmla="*/ 152465675 w 634"/>
              <a:gd name="T91" fmla="*/ 282993936 h 619"/>
              <a:gd name="T92" fmla="*/ 85923449 w 634"/>
              <a:gd name="T93" fmla="*/ 330373102 h 619"/>
              <a:gd name="T94" fmla="*/ 76232436 w 634"/>
              <a:gd name="T95" fmla="*/ 320769563 h 619"/>
              <a:gd name="T96" fmla="*/ 114349457 w 634"/>
              <a:gd name="T97" fmla="*/ 254822648 h 619"/>
              <a:gd name="T98" fmla="*/ 152465675 w 634"/>
              <a:gd name="T99" fmla="*/ 282993936 h 619"/>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34" h="619">
                <a:moveTo>
                  <a:pt x="589" y="236"/>
                </a:moveTo>
                <a:lnTo>
                  <a:pt x="589" y="236"/>
                </a:lnTo>
                <a:cubicBezTo>
                  <a:pt x="589" y="545"/>
                  <a:pt x="589" y="545"/>
                  <a:pt x="589" y="545"/>
                </a:cubicBezTo>
                <a:cubicBezTo>
                  <a:pt x="589" y="559"/>
                  <a:pt x="575" y="589"/>
                  <a:pt x="545" y="589"/>
                </a:cubicBezTo>
                <a:cubicBezTo>
                  <a:pt x="89" y="589"/>
                  <a:pt x="89" y="589"/>
                  <a:pt x="89" y="589"/>
                </a:cubicBezTo>
                <a:cubicBezTo>
                  <a:pt x="59" y="589"/>
                  <a:pt x="45" y="559"/>
                  <a:pt x="45" y="545"/>
                </a:cubicBezTo>
                <a:cubicBezTo>
                  <a:pt x="45" y="74"/>
                  <a:pt x="45" y="74"/>
                  <a:pt x="45" y="74"/>
                </a:cubicBezTo>
                <a:cubicBezTo>
                  <a:pt x="45" y="59"/>
                  <a:pt x="59" y="29"/>
                  <a:pt x="89" y="29"/>
                </a:cubicBezTo>
                <a:cubicBezTo>
                  <a:pt x="398" y="29"/>
                  <a:pt x="398" y="29"/>
                  <a:pt x="398" y="29"/>
                </a:cubicBezTo>
                <a:cubicBezTo>
                  <a:pt x="398" y="0"/>
                  <a:pt x="398" y="0"/>
                  <a:pt x="398" y="0"/>
                </a:cubicBezTo>
                <a:cubicBezTo>
                  <a:pt x="89" y="0"/>
                  <a:pt x="89" y="0"/>
                  <a:pt x="89" y="0"/>
                </a:cubicBezTo>
                <a:cubicBezTo>
                  <a:pt x="45" y="0"/>
                  <a:pt x="0" y="29"/>
                  <a:pt x="0" y="74"/>
                </a:cubicBezTo>
                <a:cubicBezTo>
                  <a:pt x="0" y="545"/>
                  <a:pt x="0" y="545"/>
                  <a:pt x="0" y="545"/>
                </a:cubicBezTo>
                <a:cubicBezTo>
                  <a:pt x="0" y="589"/>
                  <a:pt x="45" y="618"/>
                  <a:pt x="89" y="618"/>
                </a:cubicBezTo>
                <a:cubicBezTo>
                  <a:pt x="545" y="618"/>
                  <a:pt x="545" y="618"/>
                  <a:pt x="545" y="618"/>
                </a:cubicBezTo>
                <a:cubicBezTo>
                  <a:pt x="589" y="618"/>
                  <a:pt x="633" y="589"/>
                  <a:pt x="633" y="545"/>
                </a:cubicBezTo>
                <a:cubicBezTo>
                  <a:pt x="633" y="236"/>
                  <a:pt x="633" y="236"/>
                  <a:pt x="633" y="236"/>
                </a:cubicBezTo>
                <a:lnTo>
                  <a:pt x="589" y="236"/>
                </a:lnTo>
                <a:close/>
                <a:moveTo>
                  <a:pt x="162" y="354"/>
                </a:moveTo>
                <a:lnTo>
                  <a:pt x="162" y="354"/>
                </a:lnTo>
                <a:cubicBezTo>
                  <a:pt x="74" y="516"/>
                  <a:pt x="74" y="516"/>
                  <a:pt x="74" y="516"/>
                </a:cubicBezTo>
                <a:cubicBezTo>
                  <a:pt x="74" y="545"/>
                  <a:pt x="89" y="559"/>
                  <a:pt x="103" y="545"/>
                </a:cubicBezTo>
                <a:cubicBezTo>
                  <a:pt x="280" y="457"/>
                  <a:pt x="280" y="457"/>
                  <a:pt x="280" y="457"/>
                </a:cubicBezTo>
                <a:lnTo>
                  <a:pt x="295" y="457"/>
                </a:lnTo>
                <a:cubicBezTo>
                  <a:pt x="604" y="147"/>
                  <a:pt x="604" y="147"/>
                  <a:pt x="604" y="147"/>
                </a:cubicBezTo>
                <a:cubicBezTo>
                  <a:pt x="619" y="133"/>
                  <a:pt x="619" y="103"/>
                  <a:pt x="604" y="88"/>
                </a:cubicBezTo>
                <a:cubicBezTo>
                  <a:pt x="530" y="29"/>
                  <a:pt x="530" y="29"/>
                  <a:pt x="530" y="29"/>
                </a:cubicBezTo>
                <a:cubicBezTo>
                  <a:pt x="516" y="15"/>
                  <a:pt x="486" y="15"/>
                  <a:pt x="471" y="29"/>
                </a:cubicBezTo>
                <a:cubicBezTo>
                  <a:pt x="177" y="324"/>
                  <a:pt x="177" y="324"/>
                  <a:pt x="177" y="324"/>
                </a:cubicBezTo>
                <a:cubicBezTo>
                  <a:pt x="162" y="339"/>
                  <a:pt x="162" y="339"/>
                  <a:pt x="162" y="354"/>
                </a:cubicBezTo>
                <a:close/>
                <a:moveTo>
                  <a:pt x="486" y="74"/>
                </a:moveTo>
                <a:lnTo>
                  <a:pt x="486" y="74"/>
                </a:lnTo>
                <a:cubicBezTo>
                  <a:pt x="501" y="59"/>
                  <a:pt x="516" y="59"/>
                  <a:pt x="516" y="74"/>
                </a:cubicBezTo>
                <a:cubicBezTo>
                  <a:pt x="560" y="103"/>
                  <a:pt x="560" y="103"/>
                  <a:pt x="560" y="103"/>
                </a:cubicBezTo>
                <a:cubicBezTo>
                  <a:pt x="575" y="118"/>
                  <a:pt x="575" y="133"/>
                  <a:pt x="560" y="133"/>
                </a:cubicBezTo>
                <a:cubicBezTo>
                  <a:pt x="516" y="177"/>
                  <a:pt x="516" y="177"/>
                  <a:pt x="516" y="177"/>
                </a:cubicBezTo>
                <a:cubicBezTo>
                  <a:pt x="457" y="103"/>
                  <a:pt x="457" y="103"/>
                  <a:pt x="457" y="103"/>
                </a:cubicBezTo>
                <a:lnTo>
                  <a:pt x="486" y="74"/>
                </a:lnTo>
                <a:close/>
                <a:moveTo>
                  <a:pt x="428" y="133"/>
                </a:moveTo>
                <a:lnTo>
                  <a:pt x="428" y="133"/>
                </a:lnTo>
                <a:cubicBezTo>
                  <a:pt x="486" y="206"/>
                  <a:pt x="486" y="206"/>
                  <a:pt x="486" y="206"/>
                </a:cubicBezTo>
                <a:cubicBezTo>
                  <a:pt x="266" y="427"/>
                  <a:pt x="266" y="427"/>
                  <a:pt x="266" y="427"/>
                </a:cubicBezTo>
                <a:cubicBezTo>
                  <a:pt x="251" y="398"/>
                  <a:pt x="207" y="368"/>
                  <a:pt x="207" y="354"/>
                </a:cubicBezTo>
                <a:lnTo>
                  <a:pt x="428" y="133"/>
                </a:lnTo>
                <a:close/>
                <a:moveTo>
                  <a:pt x="236" y="442"/>
                </a:moveTo>
                <a:lnTo>
                  <a:pt x="236" y="442"/>
                </a:lnTo>
                <a:cubicBezTo>
                  <a:pt x="133" y="516"/>
                  <a:pt x="133" y="516"/>
                  <a:pt x="133" y="516"/>
                </a:cubicBezTo>
                <a:cubicBezTo>
                  <a:pt x="118" y="516"/>
                  <a:pt x="118" y="501"/>
                  <a:pt x="118" y="501"/>
                </a:cubicBezTo>
                <a:cubicBezTo>
                  <a:pt x="177" y="398"/>
                  <a:pt x="177" y="398"/>
                  <a:pt x="177" y="398"/>
                </a:cubicBezTo>
                <a:lnTo>
                  <a:pt x="236" y="442"/>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3" name="稻壳儿小白白(http://dwz.cn/Wu2UP)"/>
          <p:cNvSpPr/>
          <p:nvPr/>
        </p:nvSpPr>
        <p:spPr>
          <a:xfrm>
            <a:off x="8080110" y="1268118"/>
            <a:ext cx="474916" cy="534924"/>
          </a:xfrm>
          <a:custGeom>
            <a:avLst/>
            <a:gdLst>
              <a:gd name="T0" fmla="*/ 268219399 w 545"/>
              <a:gd name="T1" fmla="*/ 235614770 h 619"/>
              <a:gd name="T2" fmla="*/ 76820037 w 545"/>
              <a:gd name="T3" fmla="*/ 245219109 h 619"/>
              <a:gd name="T4" fmla="*/ 268219399 w 545"/>
              <a:gd name="T5" fmla="*/ 263786858 h 619"/>
              <a:gd name="T6" fmla="*/ 268219399 w 545"/>
              <a:gd name="T7" fmla="*/ 235614770 h 619"/>
              <a:gd name="T8" fmla="*/ 268219399 w 545"/>
              <a:gd name="T9" fmla="*/ 301561685 h 619"/>
              <a:gd name="T10" fmla="*/ 76820037 w 545"/>
              <a:gd name="T11" fmla="*/ 311166024 h 619"/>
              <a:gd name="T12" fmla="*/ 268219399 w 545"/>
              <a:gd name="T13" fmla="*/ 320769563 h 619"/>
              <a:gd name="T14" fmla="*/ 268219399 w 545"/>
              <a:gd name="T15" fmla="*/ 301561685 h 619"/>
              <a:gd name="T16" fmla="*/ 306629820 w 545"/>
              <a:gd name="T17" fmla="*/ 47379166 h 619"/>
              <a:gd name="T18" fmla="*/ 268219399 w 545"/>
              <a:gd name="T19" fmla="*/ 18567749 h 619"/>
              <a:gd name="T20" fmla="*/ 172519718 w 545"/>
              <a:gd name="T21" fmla="*/ 0 h 619"/>
              <a:gd name="T22" fmla="*/ 85934292 w 545"/>
              <a:gd name="T23" fmla="*/ 18567749 h 619"/>
              <a:gd name="T24" fmla="*/ 47524677 w 545"/>
              <a:gd name="T25" fmla="*/ 47379166 h 619"/>
              <a:gd name="T26" fmla="*/ 0 w 545"/>
              <a:gd name="T27" fmla="*/ 348940850 h 619"/>
              <a:gd name="T28" fmla="*/ 306629820 w 545"/>
              <a:gd name="T29" fmla="*/ 395679887 h 619"/>
              <a:gd name="T30" fmla="*/ 354153691 w 545"/>
              <a:gd name="T31" fmla="*/ 94118202 h 619"/>
              <a:gd name="T32" fmla="*/ 115230459 w 545"/>
              <a:gd name="T33" fmla="*/ 47379166 h 619"/>
              <a:gd name="T34" fmla="*/ 143874685 w 545"/>
              <a:gd name="T35" fmla="*/ 47379166 h 619"/>
              <a:gd name="T36" fmla="*/ 210930139 w 545"/>
              <a:gd name="T37" fmla="*/ 47379166 h 619"/>
              <a:gd name="T38" fmla="*/ 239574366 w 545"/>
              <a:gd name="T39" fmla="*/ 94118202 h 619"/>
              <a:gd name="T40" fmla="*/ 115230459 w 545"/>
              <a:gd name="T41" fmla="*/ 47379166 h 619"/>
              <a:gd name="T42" fmla="*/ 325508658 w 545"/>
              <a:gd name="T43" fmla="*/ 348940850 h 619"/>
              <a:gd name="T44" fmla="*/ 47524677 w 545"/>
              <a:gd name="T45" fmla="*/ 377112138 h 619"/>
              <a:gd name="T46" fmla="*/ 18879644 w 545"/>
              <a:gd name="T47" fmla="*/ 94118202 h 619"/>
              <a:gd name="T48" fmla="*/ 85934292 w 545"/>
              <a:gd name="T49" fmla="*/ 75550453 h 619"/>
              <a:gd name="T50" fmla="*/ 268219399 w 545"/>
              <a:gd name="T51" fmla="*/ 122929619 h 619"/>
              <a:gd name="T52" fmla="*/ 306629820 w 545"/>
              <a:gd name="T53" fmla="*/ 75550453 h 619"/>
              <a:gd name="T54" fmla="*/ 325508658 w 545"/>
              <a:gd name="T55" fmla="*/ 348940850 h 619"/>
              <a:gd name="T56" fmla="*/ 268219399 w 545"/>
              <a:gd name="T57" fmla="*/ 169668656 h 619"/>
              <a:gd name="T58" fmla="*/ 76820037 w 545"/>
              <a:gd name="T59" fmla="*/ 188876534 h 619"/>
              <a:gd name="T60" fmla="*/ 268219399 w 545"/>
              <a:gd name="T61" fmla="*/ 197839943 h 619"/>
              <a:gd name="T62" fmla="*/ 268219399 w 545"/>
              <a:gd name="T63" fmla="*/ 169668656 h 619"/>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545" h="619">
                <a:moveTo>
                  <a:pt x="412" y="368"/>
                </a:moveTo>
                <a:lnTo>
                  <a:pt x="412" y="368"/>
                </a:lnTo>
                <a:cubicBezTo>
                  <a:pt x="132" y="368"/>
                  <a:pt x="132" y="368"/>
                  <a:pt x="132" y="368"/>
                </a:cubicBezTo>
                <a:cubicBezTo>
                  <a:pt x="118" y="368"/>
                  <a:pt x="118" y="383"/>
                  <a:pt x="118" y="383"/>
                </a:cubicBezTo>
                <a:cubicBezTo>
                  <a:pt x="118" y="398"/>
                  <a:pt x="118" y="412"/>
                  <a:pt x="132" y="412"/>
                </a:cubicBezTo>
                <a:cubicBezTo>
                  <a:pt x="412" y="412"/>
                  <a:pt x="412" y="412"/>
                  <a:pt x="412" y="412"/>
                </a:cubicBezTo>
                <a:cubicBezTo>
                  <a:pt x="412" y="412"/>
                  <a:pt x="427" y="398"/>
                  <a:pt x="427" y="383"/>
                </a:cubicBezTo>
                <a:lnTo>
                  <a:pt x="412" y="368"/>
                </a:lnTo>
                <a:close/>
                <a:moveTo>
                  <a:pt x="412" y="471"/>
                </a:moveTo>
                <a:lnTo>
                  <a:pt x="412" y="471"/>
                </a:lnTo>
                <a:cubicBezTo>
                  <a:pt x="132" y="471"/>
                  <a:pt x="132" y="471"/>
                  <a:pt x="132" y="471"/>
                </a:cubicBezTo>
                <a:cubicBezTo>
                  <a:pt x="118" y="471"/>
                  <a:pt x="118" y="471"/>
                  <a:pt x="118" y="486"/>
                </a:cubicBezTo>
                <a:cubicBezTo>
                  <a:pt x="118" y="501"/>
                  <a:pt x="118" y="501"/>
                  <a:pt x="132" y="501"/>
                </a:cubicBezTo>
                <a:cubicBezTo>
                  <a:pt x="412" y="501"/>
                  <a:pt x="412" y="501"/>
                  <a:pt x="412" y="501"/>
                </a:cubicBezTo>
                <a:cubicBezTo>
                  <a:pt x="412" y="501"/>
                  <a:pt x="427" y="501"/>
                  <a:pt x="427" y="486"/>
                </a:cubicBezTo>
                <a:cubicBezTo>
                  <a:pt x="427" y="471"/>
                  <a:pt x="412" y="471"/>
                  <a:pt x="412" y="471"/>
                </a:cubicBezTo>
                <a:close/>
                <a:moveTo>
                  <a:pt x="471" y="74"/>
                </a:moveTo>
                <a:lnTo>
                  <a:pt x="471" y="74"/>
                </a:lnTo>
                <a:cubicBezTo>
                  <a:pt x="412" y="74"/>
                  <a:pt x="412" y="74"/>
                  <a:pt x="412" y="74"/>
                </a:cubicBezTo>
                <a:cubicBezTo>
                  <a:pt x="412" y="29"/>
                  <a:pt x="412" y="29"/>
                  <a:pt x="412" y="29"/>
                </a:cubicBezTo>
                <a:cubicBezTo>
                  <a:pt x="353" y="29"/>
                  <a:pt x="353" y="29"/>
                  <a:pt x="353" y="29"/>
                </a:cubicBezTo>
                <a:cubicBezTo>
                  <a:pt x="339" y="15"/>
                  <a:pt x="309" y="0"/>
                  <a:pt x="265" y="0"/>
                </a:cubicBezTo>
                <a:cubicBezTo>
                  <a:pt x="235" y="0"/>
                  <a:pt x="206" y="15"/>
                  <a:pt x="191" y="29"/>
                </a:cubicBezTo>
                <a:cubicBezTo>
                  <a:pt x="132" y="29"/>
                  <a:pt x="132" y="29"/>
                  <a:pt x="132" y="29"/>
                </a:cubicBezTo>
                <a:cubicBezTo>
                  <a:pt x="132" y="74"/>
                  <a:pt x="132" y="74"/>
                  <a:pt x="132" y="74"/>
                </a:cubicBezTo>
                <a:cubicBezTo>
                  <a:pt x="73" y="74"/>
                  <a:pt x="73" y="74"/>
                  <a:pt x="73" y="74"/>
                </a:cubicBezTo>
                <a:cubicBezTo>
                  <a:pt x="29" y="74"/>
                  <a:pt x="0" y="103"/>
                  <a:pt x="0" y="147"/>
                </a:cubicBezTo>
                <a:cubicBezTo>
                  <a:pt x="0" y="545"/>
                  <a:pt x="0" y="545"/>
                  <a:pt x="0" y="545"/>
                </a:cubicBezTo>
                <a:cubicBezTo>
                  <a:pt x="0" y="589"/>
                  <a:pt x="29" y="618"/>
                  <a:pt x="73" y="618"/>
                </a:cubicBezTo>
                <a:cubicBezTo>
                  <a:pt x="471" y="618"/>
                  <a:pt x="471" y="618"/>
                  <a:pt x="471" y="618"/>
                </a:cubicBezTo>
                <a:cubicBezTo>
                  <a:pt x="515" y="618"/>
                  <a:pt x="544" y="589"/>
                  <a:pt x="544" y="545"/>
                </a:cubicBezTo>
                <a:cubicBezTo>
                  <a:pt x="544" y="147"/>
                  <a:pt x="544" y="147"/>
                  <a:pt x="544" y="147"/>
                </a:cubicBezTo>
                <a:cubicBezTo>
                  <a:pt x="544" y="103"/>
                  <a:pt x="515" y="74"/>
                  <a:pt x="471" y="74"/>
                </a:cubicBezTo>
                <a:close/>
                <a:moveTo>
                  <a:pt x="177" y="74"/>
                </a:moveTo>
                <a:lnTo>
                  <a:pt x="177" y="74"/>
                </a:lnTo>
                <a:cubicBezTo>
                  <a:pt x="221" y="74"/>
                  <a:pt x="221" y="74"/>
                  <a:pt x="221" y="74"/>
                </a:cubicBezTo>
                <a:cubicBezTo>
                  <a:pt x="221" y="59"/>
                  <a:pt x="235" y="29"/>
                  <a:pt x="265" y="29"/>
                </a:cubicBezTo>
                <a:cubicBezTo>
                  <a:pt x="294" y="29"/>
                  <a:pt x="324" y="59"/>
                  <a:pt x="324" y="74"/>
                </a:cubicBezTo>
                <a:cubicBezTo>
                  <a:pt x="368" y="74"/>
                  <a:pt x="368" y="74"/>
                  <a:pt x="368" y="74"/>
                </a:cubicBezTo>
                <a:cubicBezTo>
                  <a:pt x="368" y="147"/>
                  <a:pt x="368" y="147"/>
                  <a:pt x="368" y="147"/>
                </a:cubicBezTo>
                <a:cubicBezTo>
                  <a:pt x="177" y="147"/>
                  <a:pt x="177" y="147"/>
                  <a:pt x="177" y="147"/>
                </a:cubicBezTo>
                <a:lnTo>
                  <a:pt x="177" y="74"/>
                </a:lnTo>
                <a:close/>
                <a:moveTo>
                  <a:pt x="500" y="545"/>
                </a:moveTo>
                <a:lnTo>
                  <a:pt x="500" y="545"/>
                </a:lnTo>
                <a:cubicBezTo>
                  <a:pt x="500" y="559"/>
                  <a:pt x="486" y="589"/>
                  <a:pt x="471" y="589"/>
                </a:cubicBezTo>
                <a:cubicBezTo>
                  <a:pt x="73" y="589"/>
                  <a:pt x="73" y="589"/>
                  <a:pt x="73" y="589"/>
                </a:cubicBezTo>
                <a:cubicBezTo>
                  <a:pt x="59" y="589"/>
                  <a:pt x="29" y="559"/>
                  <a:pt x="29" y="545"/>
                </a:cubicBezTo>
                <a:cubicBezTo>
                  <a:pt x="29" y="147"/>
                  <a:pt x="29" y="147"/>
                  <a:pt x="29" y="147"/>
                </a:cubicBezTo>
                <a:cubicBezTo>
                  <a:pt x="29" y="133"/>
                  <a:pt x="59" y="118"/>
                  <a:pt x="73" y="118"/>
                </a:cubicBezTo>
                <a:cubicBezTo>
                  <a:pt x="132" y="118"/>
                  <a:pt x="132" y="118"/>
                  <a:pt x="132" y="118"/>
                </a:cubicBezTo>
                <a:cubicBezTo>
                  <a:pt x="132" y="192"/>
                  <a:pt x="132" y="192"/>
                  <a:pt x="132" y="192"/>
                </a:cubicBezTo>
                <a:cubicBezTo>
                  <a:pt x="412" y="192"/>
                  <a:pt x="412" y="192"/>
                  <a:pt x="412" y="192"/>
                </a:cubicBezTo>
                <a:cubicBezTo>
                  <a:pt x="412" y="118"/>
                  <a:pt x="412" y="118"/>
                  <a:pt x="412" y="118"/>
                </a:cubicBezTo>
                <a:cubicBezTo>
                  <a:pt x="471" y="118"/>
                  <a:pt x="471" y="118"/>
                  <a:pt x="471" y="118"/>
                </a:cubicBezTo>
                <a:cubicBezTo>
                  <a:pt x="486" y="118"/>
                  <a:pt x="500" y="133"/>
                  <a:pt x="500" y="147"/>
                </a:cubicBezTo>
                <a:lnTo>
                  <a:pt x="500" y="545"/>
                </a:lnTo>
                <a:close/>
                <a:moveTo>
                  <a:pt x="412" y="265"/>
                </a:moveTo>
                <a:lnTo>
                  <a:pt x="412" y="265"/>
                </a:lnTo>
                <a:cubicBezTo>
                  <a:pt x="132" y="265"/>
                  <a:pt x="132" y="265"/>
                  <a:pt x="132" y="265"/>
                </a:cubicBezTo>
                <a:cubicBezTo>
                  <a:pt x="118" y="265"/>
                  <a:pt x="118" y="280"/>
                  <a:pt x="118" y="295"/>
                </a:cubicBezTo>
                <a:cubicBezTo>
                  <a:pt x="118" y="295"/>
                  <a:pt x="118" y="309"/>
                  <a:pt x="132" y="309"/>
                </a:cubicBezTo>
                <a:cubicBezTo>
                  <a:pt x="412" y="309"/>
                  <a:pt x="412" y="309"/>
                  <a:pt x="412" y="309"/>
                </a:cubicBezTo>
                <a:lnTo>
                  <a:pt x="427" y="295"/>
                </a:lnTo>
                <a:cubicBezTo>
                  <a:pt x="427" y="280"/>
                  <a:pt x="412" y="265"/>
                  <a:pt x="412" y="265"/>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4" name="稻壳儿小白白(http://dwz.cn/Wu2UP)"/>
          <p:cNvSpPr/>
          <p:nvPr/>
        </p:nvSpPr>
        <p:spPr>
          <a:xfrm>
            <a:off x="7162852" y="1268118"/>
            <a:ext cx="534924" cy="534924"/>
          </a:xfrm>
          <a:custGeom>
            <a:avLst/>
            <a:gdLst>
              <a:gd name="T0" fmla="*/ 348940850 w 619"/>
              <a:gd name="T1" fmla="*/ 0 h 619"/>
              <a:gd name="T2" fmla="*/ 348940850 w 619"/>
              <a:gd name="T3" fmla="*/ 0 h 619"/>
              <a:gd name="T4" fmla="*/ 207443482 w 619"/>
              <a:gd name="T5" fmla="*/ 37775627 h 619"/>
              <a:gd name="T6" fmla="*/ 188235604 w 619"/>
              <a:gd name="T7" fmla="*/ 37775627 h 619"/>
              <a:gd name="T8" fmla="*/ 46739037 w 619"/>
              <a:gd name="T9" fmla="*/ 0 h 619"/>
              <a:gd name="T10" fmla="*/ 0 w 619"/>
              <a:gd name="T11" fmla="*/ 47379166 h 619"/>
              <a:gd name="T12" fmla="*/ 0 w 619"/>
              <a:gd name="T13" fmla="*/ 311166024 h 619"/>
              <a:gd name="T14" fmla="*/ 46739037 w 619"/>
              <a:gd name="T15" fmla="*/ 357904260 h 619"/>
              <a:gd name="T16" fmla="*/ 188235604 w 619"/>
              <a:gd name="T17" fmla="*/ 395679887 h 619"/>
              <a:gd name="T18" fmla="*/ 207443482 w 619"/>
              <a:gd name="T19" fmla="*/ 395679887 h 619"/>
              <a:gd name="T20" fmla="*/ 348940850 w 619"/>
              <a:gd name="T21" fmla="*/ 357904260 h 619"/>
              <a:gd name="T22" fmla="*/ 395679887 w 619"/>
              <a:gd name="T23" fmla="*/ 311166024 h 619"/>
              <a:gd name="T24" fmla="*/ 395679887 w 619"/>
              <a:gd name="T25" fmla="*/ 47379166 h 619"/>
              <a:gd name="T26" fmla="*/ 348940850 w 619"/>
              <a:gd name="T27" fmla="*/ 0 h 619"/>
              <a:gd name="T28" fmla="*/ 188235604 w 619"/>
              <a:gd name="T29" fmla="*/ 377112138 h 619"/>
              <a:gd name="T30" fmla="*/ 188235604 w 619"/>
              <a:gd name="T31" fmla="*/ 377112138 h 619"/>
              <a:gd name="T32" fmla="*/ 46739037 w 619"/>
              <a:gd name="T33" fmla="*/ 339337311 h 619"/>
              <a:gd name="T34" fmla="*/ 18567749 w 619"/>
              <a:gd name="T35" fmla="*/ 311166024 h 619"/>
              <a:gd name="T36" fmla="*/ 18567749 w 619"/>
              <a:gd name="T37" fmla="*/ 47379166 h 619"/>
              <a:gd name="T38" fmla="*/ 46739037 w 619"/>
              <a:gd name="T39" fmla="*/ 18567749 h 619"/>
              <a:gd name="T40" fmla="*/ 188235604 w 619"/>
              <a:gd name="T41" fmla="*/ 56342575 h 619"/>
              <a:gd name="T42" fmla="*/ 188235604 w 619"/>
              <a:gd name="T43" fmla="*/ 377112138 h 619"/>
              <a:gd name="T44" fmla="*/ 377112138 w 619"/>
              <a:gd name="T45" fmla="*/ 311166024 h 619"/>
              <a:gd name="T46" fmla="*/ 377112138 w 619"/>
              <a:gd name="T47" fmla="*/ 311166024 h 619"/>
              <a:gd name="T48" fmla="*/ 348940850 w 619"/>
              <a:gd name="T49" fmla="*/ 339337311 h 619"/>
              <a:gd name="T50" fmla="*/ 207443482 w 619"/>
              <a:gd name="T51" fmla="*/ 377112138 h 619"/>
              <a:gd name="T52" fmla="*/ 207443482 w 619"/>
              <a:gd name="T53" fmla="*/ 56342575 h 619"/>
              <a:gd name="T54" fmla="*/ 348940850 w 619"/>
              <a:gd name="T55" fmla="*/ 18567749 h 619"/>
              <a:gd name="T56" fmla="*/ 377112138 w 619"/>
              <a:gd name="T57" fmla="*/ 47379166 h 619"/>
              <a:gd name="T58" fmla="*/ 377112138 w 619"/>
              <a:gd name="T59" fmla="*/ 311166024 h 619"/>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619" h="619">
                <a:moveTo>
                  <a:pt x="545" y="0"/>
                </a:moveTo>
                <a:lnTo>
                  <a:pt x="545" y="0"/>
                </a:lnTo>
                <a:cubicBezTo>
                  <a:pt x="545" y="0"/>
                  <a:pt x="427" y="29"/>
                  <a:pt x="324" y="59"/>
                </a:cubicBezTo>
                <a:cubicBezTo>
                  <a:pt x="309" y="59"/>
                  <a:pt x="309" y="59"/>
                  <a:pt x="294" y="59"/>
                </a:cubicBezTo>
                <a:cubicBezTo>
                  <a:pt x="191" y="29"/>
                  <a:pt x="73" y="0"/>
                  <a:pt x="73" y="0"/>
                </a:cubicBezTo>
                <a:cubicBezTo>
                  <a:pt x="29" y="0"/>
                  <a:pt x="0" y="29"/>
                  <a:pt x="0" y="74"/>
                </a:cubicBezTo>
                <a:cubicBezTo>
                  <a:pt x="0" y="486"/>
                  <a:pt x="0" y="486"/>
                  <a:pt x="0" y="486"/>
                </a:cubicBezTo>
                <a:cubicBezTo>
                  <a:pt x="0" y="530"/>
                  <a:pt x="29" y="545"/>
                  <a:pt x="73" y="559"/>
                </a:cubicBezTo>
                <a:cubicBezTo>
                  <a:pt x="73" y="559"/>
                  <a:pt x="177" y="589"/>
                  <a:pt x="294" y="618"/>
                </a:cubicBezTo>
                <a:cubicBezTo>
                  <a:pt x="309" y="618"/>
                  <a:pt x="309" y="618"/>
                  <a:pt x="324" y="618"/>
                </a:cubicBezTo>
                <a:cubicBezTo>
                  <a:pt x="441" y="589"/>
                  <a:pt x="545" y="559"/>
                  <a:pt x="545" y="559"/>
                </a:cubicBezTo>
                <a:cubicBezTo>
                  <a:pt x="589" y="559"/>
                  <a:pt x="618" y="530"/>
                  <a:pt x="618" y="486"/>
                </a:cubicBezTo>
                <a:cubicBezTo>
                  <a:pt x="618" y="74"/>
                  <a:pt x="618" y="74"/>
                  <a:pt x="618" y="74"/>
                </a:cubicBezTo>
                <a:cubicBezTo>
                  <a:pt x="618" y="29"/>
                  <a:pt x="589" y="0"/>
                  <a:pt x="545" y="0"/>
                </a:cubicBezTo>
                <a:close/>
                <a:moveTo>
                  <a:pt x="294" y="589"/>
                </a:moveTo>
                <a:lnTo>
                  <a:pt x="294" y="589"/>
                </a:lnTo>
                <a:cubicBezTo>
                  <a:pt x="177" y="559"/>
                  <a:pt x="73" y="530"/>
                  <a:pt x="73" y="530"/>
                </a:cubicBezTo>
                <a:cubicBezTo>
                  <a:pt x="44" y="516"/>
                  <a:pt x="29" y="501"/>
                  <a:pt x="29" y="486"/>
                </a:cubicBezTo>
                <a:cubicBezTo>
                  <a:pt x="29" y="74"/>
                  <a:pt x="29" y="74"/>
                  <a:pt x="29" y="74"/>
                </a:cubicBezTo>
                <a:cubicBezTo>
                  <a:pt x="29" y="59"/>
                  <a:pt x="59" y="29"/>
                  <a:pt x="73" y="29"/>
                </a:cubicBezTo>
                <a:cubicBezTo>
                  <a:pt x="294" y="88"/>
                  <a:pt x="294" y="88"/>
                  <a:pt x="294" y="88"/>
                </a:cubicBezTo>
                <a:lnTo>
                  <a:pt x="294" y="589"/>
                </a:lnTo>
                <a:close/>
                <a:moveTo>
                  <a:pt x="589" y="486"/>
                </a:moveTo>
                <a:lnTo>
                  <a:pt x="589" y="486"/>
                </a:lnTo>
                <a:cubicBezTo>
                  <a:pt x="589" y="501"/>
                  <a:pt x="559" y="516"/>
                  <a:pt x="545" y="530"/>
                </a:cubicBezTo>
                <a:cubicBezTo>
                  <a:pt x="545" y="530"/>
                  <a:pt x="441" y="559"/>
                  <a:pt x="324" y="589"/>
                </a:cubicBezTo>
                <a:cubicBezTo>
                  <a:pt x="324" y="88"/>
                  <a:pt x="324" y="88"/>
                  <a:pt x="324" y="88"/>
                </a:cubicBezTo>
                <a:cubicBezTo>
                  <a:pt x="545" y="29"/>
                  <a:pt x="545" y="29"/>
                  <a:pt x="545" y="29"/>
                </a:cubicBezTo>
                <a:cubicBezTo>
                  <a:pt x="559" y="29"/>
                  <a:pt x="589" y="59"/>
                  <a:pt x="589" y="74"/>
                </a:cubicBezTo>
                <a:lnTo>
                  <a:pt x="589" y="486"/>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5" name="稻壳儿小白白(http://dwz.cn/Wu2UP)"/>
          <p:cNvSpPr/>
          <p:nvPr/>
        </p:nvSpPr>
        <p:spPr>
          <a:xfrm>
            <a:off x="6266169" y="1268118"/>
            <a:ext cx="552069" cy="534924"/>
          </a:xfrm>
          <a:custGeom>
            <a:avLst/>
            <a:gdLst>
              <a:gd name="T0" fmla="*/ 364039646 w 634"/>
              <a:gd name="T1" fmla="*/ 0 h 619"/>
              <a:gd name="T2" fmla="*/ 364039646 w 634"/>
              <a:gd name="T3" fmla="*/ 0 h 619"/>
              <a:gd name="T4" fmla="*/ 57856302 w 634"/>
              <a:gd name="T5" fmla="*/ 0 h 619"/>
              <a:gd name="T6" fmla="*/ 0 w 634"/>
              <a:gd name="T7" fmla="*/ 47379166 h 619"/>
              <a:gd name="T8" fmla="*/ 0 w 634"/>
              <a:gd name="T9" fmla="*/ 348940850 h 619"/>
              <a:gd name="T10" fmla="*/ 57856302 w 634"/>
              <a:gd name="T11" fmla="*/ 395679887 h 619"/>
              <a:gd name="T12" fmla="*/ 364039646 w 634"/>
              <a:gd name="T13" fmla="*/ 395679887 h 619"/>
              <a:gd name="T14" fmla="*/ 411495069 w 634"/>
              <a:gd name="T15" fmla="*/ 348940850 h 619"/>
              <a:gd name="T16" fmla="*/ 411495069 w 634"/>
              <a:gd name="T17" fmla="*/ 47379166 h 619"/>
              <a:gd name="T18" fmla="*/ 364039646 w 634"/>
              <a:gd name="T19" fmla="*/ 0 h 619"/>
              <a:gd name="T20" fmla="*/ 57856302 w 634"/>
              <a:gd name="T21" fmla="*/ 377112138 h 619"/>
              <a:gd name="T22" fmla="*/ 57856302 w 634"/>
              <a:gd name="T23" fmla="*/ 377112138 h 619"/>
              <a:gd name="T24" fmla="*/ 29253078 w 634"/>
              <a:gd name="T25" fmla="*/ 348940850 h 619"/>
              <a:gd name="T26" fmla="*/ 29253078 w 634"/>
              <a:gd name="T27" fmla="*/ 339337311 h 619"/>
              <a:gd name="T28" fmla="*/ 134564803 w 634"/>
              <a:gd name="T29" fmla="*/ 245219109 h 619"/>
              <a:gd name="T30" fmla="*/ 258727921 w 634"/>
              <a:gd name="T31" fmla="*/ 377112138 h 619"/>
              <a:gd name="T32" fmla="*/ 57856302 w 634"/>
              <a:gd name="T33" fmla="*/ 377112138 h 619"/>
              <a:gd name="T34" fmla="*/ 382891844 w 634"/>
              <a:gd name="T35" fmla="*/ 348940850 h 619"/>
              <a:gd name="T36" fmla="*/ 382891844 w 634"/>
              <a:gd name="T37" fmla="*/ 348940850 h 619"/>
              <a:gd name="T38" fmla="*/ 364039646 w 634"/>
              <a:gd name="T39" fmla="*/ 377112138 h 619"/>
              <a:gd name="T40" fmla="*/ 297082171 w 634"/>
              <a:gd name="T41" fmla="*/ 377112138 h 619"/>
              <a:gd name="T42" fmla="*/ 201522278 w 634"/>
              <a:gd name="T43" fmla="*/ 282993936 h 619"/>
              <a:gd name="T44" fmla="*/ 306183343 w 634"/>
              <a:gd name="T45" fmla="*/ 169668656 h 619"/>
              <a:gd name="T46" fmla="*/ 382891844 w 634"/>
              <a:gd name="T47" fmla="*/ 245219109 h 619"/>
              <a:gd name="T48" fmla="*/ 382891844 w 634"/>
              <a:gd name="T49" fmla="*/ 348940850 h 619"/>
              <a:gd name="T50" fmla="*/ 382891844 w 634"/>
              <a:gd name="T51" fmla="*/ 217047821 h 619"/>
              <a:gd name="T52" fmla="*/ 382891844 w 634"/>
              <a:gd name="T53" fmla="*/ 217047821 h 619"/>
              <a:gd name="T54" fmla="*/ 306183343 w 634"/>
              <a:gd name="T55" fmla="*/ 131893029 h 619"/>
              <a:gd name="T56" fmla="*/ 182020226 w 634"/>
              <a:gd name="T57" fmla="*/ 263786858 h 619"/>
              <a:gd name="T58" fmla="*/ 134564803 w 634"/>
              <a:gd name="T59" fmla="*/ 207443482 h 619"/>
              <a:gd name="T60" fmla="*/ 29253078 w 634"/>
              <a:gd name="T61" fmla="*/ 301561685 h 619"/>
              <a:gd name="T62" fmla="*/ 29253078 w 634"/>
              <a:gd name="T63" fmla="*/ 47379166 h 619"/>
              <a:gd name="T64" fmla="*/ 57856302 w 634"/>
              <a:gd name="T65" fmla="*/ 18567749 h 619"/>
              <a:gd name="T66" fmla="*/ 364039646 w 634"/>
              <a:gd name="T67" fmla="*/ 18567749 h 619"/>
              <a:gd name="T68" fmla="*/ 382891844 w 634"/>
              <a:gd name="T69" fmla="*/ 47379166 h 619"/>
              <a:gd name="T70" fmla="*/ 382891844 w 634"/>
              <a:gd name="T71" fmla="*/ 217047821 h 619"/>
              <a:gd name="T72" fmla="*/ 105311725 w 634"/>
              <a:gd name="T73" fmla="*/ 47379166 h 619"/>
              <a:gd name="T74" fmla="*/ 105311725 w 634"/>
              <a:gd name="T75" fmla="*/ 47379166 h 619"/>
              <a:gd name="T76" fmla="*/ 57856302 w 634"/>
              <a:gd name="T77" fmla="*/ 94118202 h 619"/>
              <a:gd name="T78" fmla="*/ 105311725 w 634"/>
              <a:gd name="T79" fmla="*/ 151100907 h 619"/>
              <a:gd name="T80" fmla="*/ 153417002 w 634"/>
              <a:gd name="T81" fmla="*/ 94118202 h 619"/>
              <a:gd name="T82" fmla="*/ 105311725 w 634"/>
              <a:gd name="T83" fmla="*/ 47379166 h 619"/>
              <a:gd name="T84" fmla="*/ 105311725 w 634"/>
              <a:gd name="T85" fmla="*/ 122929619 h 619"/>
              <a:gd name="T86" fmla="*/ 105311725 w 634"/>
              <a:gd name="T87" fmla="*/ 122929619 h 619"/>
              <a:gd name="T88" fmla="*/ 76708501 w 634"/>
              <a:gd name="T89" fmla="*/ 94118202 h 619"/>
              <a:gd name="T90" fmla="*/ 105311725 w 634"/>
              <a:gd name="T91" fmla="*/ 75550453 h 619"/>
              <a:gd name="T92" fmla="*/ 134564803 w 634"/>
              <a:gd name="T93" fmla="*/ 94118202 h 619"/>
              <a:gd name="T94" fmla="*/ 105311725 w 634"/>
              <a:gd name="T95" fmla="*/ 122929619 h 6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634" h="619">
                <a:moveTo>
                  <a:pt x="560" y="0"/>
                </a:moveTo>
                <a:lnTo>
                  <a:pt x="560" y="0"/>
                </a:lnTo>
                <a:cubicBezTo>
                  <a:pt x="89" y="0"/>
                  <a:pt x="89" y="0"/>
                  <a:pt x="89" y="0"/>
                </a:cubicBezTo>
                <a:cubicBezTo>
                  <a:pt x="45" y="0"/>
                  <a:pt x="0" y="29"/>
                  <a:pt x="0" y="74"/>
                </a:cubicBezTo>
                <a:cubicBezTo>
                  <a:pt x="0" y="545"/>
                  <a:pt x="0" y="545"/>
                  <a:pt x="0" y="545"/>
                </a:cubicBezTo>
                <a:cubicBezTo>
                  <a:pt x="0" y="589"/>
                  <a:pt x="45" y="618"/>
                  <a:pt x="89" y="618"/>
                </a:cubicBezTo>
                <a:cubicBezTo>
                  <a:pt x="560" y="618"/>
                  <a:pt x="560" y="618"/>
                  <a:pt x="560" y="618"/>
                </a:cubicBezTo>
                <a:cubicBezTo>
                  <a:pt x="604" y="618"/>
                  <a:pt x="633" y="589"/>
                  <a:pt x="633" y="545"/>
                </a:cubicBezTo>
                <a:cubicBezTo>
                  <a:pt x="633" y="74"/>
                  <a:pt x="633" y="74"/>
                  <a:pt x="633" y="74"/>
                </a:cubicBezTo>
                <a:cubicBezTo>
                  <a:pt x="633" y="29"/>
                  <a:pt x="604" y="0"/>
                  <a:pt x="560" y="0"/>
                </a:cubicBezTo>
                <a:close/>
                <a:moveTo>
                  <a:pt x="89" y="589"/>
                </a:moveTo>
                <a:lnTo>
                  <a:pt x="89" y="589"/>
                </a:lnTo>
                <a:cubicBezTo>
                  <a:pt x="59" y="589"/>
                  <a:pt x="45" y="559"/>
                  <a:pt x="45" y="545"/>
                </a:cubicBezTo>
                <a:cubicBezTo>
                  <a:pt x="45" y="530"/>
                  <a:pt x="45" y="530"/>
                  <a:pt x="45" y="530"/>
                </a:cubicBezTo>
                <a:cubicBezTo>
                  <a:pt x="207" y="383"/>
                  <a:pt x="207" y="383"/>
                  <a:pt x="207" y="383"/>
                </a:cubicBezTo>
                <a:cubicBezTo>
                  <a:pt x="398" y="589"/>
                  <a:pt x="398" y="589"/>
                  <a:pt x="398" y="589"/>
                </a:cubicBezTo>
                <a:lnTo>
                  <a:pt x="89" y="589"/>
                </a:lnTo>
                <a:close/>
                <a:moveTo>
                  <a:pt x="589" y="545"/>
                </a:moveTo>
                <a:lnTo>
                  <a:pt x="589" y="545"/>
                </a:lnTo>
                <a:cubicBezTo>
                  <a:pt x="589" y="559"/>
                  <a:pt x="575" y="589"/>
                  <a:pt x="560" y="589"/>
                </a:cubicBezTo>
                <a:cubicBezTo>
                  <a:pt x="457" y="589"/>
                  <a:pt x="457" y="589"/>
                  <a:pt x="457" y="589"/>
                </a:cubicBezTo>
                <a:cubicBezTo>
                  <a:pt x="310" y="442"/>
                  <a:pt x="310" y="442"/>
                  <a:pt x="310" y="442"/>
                </a:cubicBezTo>
                <a:cubicBezTo>
                  <a:pt x="471" y="265"/>
                  <a:pt x="471" y="265"/>
                  <a:pt x="471" y="265"/>
                </a:cubicBezTo>
                <a:cubicBezTo>
                  <a:pt x="589" y="383"/>
                  <a:pt x="589" y="383"/>
                  <a:pt x="589" y="383"/>
                </a:cubicBezTo>
                <a:lnTo>
                  <a:pt x="589" y="545"/>
                </a:lnTo>
                <a:close/>
                <a:moveTo>
                  <a:pt x="589" y="339"/>
                </a:moveTo>
                <a:lnTo>
                  <a:pt x="589" y="339"/>
                </a:lnTo>
                <a:cubicBezTo>
                  <a:pt x="471" y="206"/>
                  <a:pt x="471" y="206"/>
                  <a:pt x="471" y="206"/>
                </a:cubicBezTo>
                <a:cubicBezTo>
                  <a:pt x="280" y="412"/>
                  <a:pt x="280" y="412"/>
                  <a:pt x="280" y="412"/>
                </a:cubicBezTo>
                <a:cubicBezTo>
                  <a:pt x="207" y="324"/>
                  <a:pt x="207" y="324"/>
                  <a:pt x="207" y="324"/>
                </a:cubicBezTo>
                <a:cubicBezTo>
                  <a:pt x="45" y="471"/>
                  <a:pt x="45" y="471"/>
                  <a:pt x="45" y="471"/>
                </a:cubicBezTo>
                <a:cubicBezTo>
                  <a:pt x="45" y="74"/>
                  <a:pt x="45" y="74"/>
                  <a:pt x="45" y="74"/>
                </a:cubicBezTo>
                <a:cubicBezTo>
                  <a:pt x="45" y="59"/>
                  <a:pt x="59" y="29"/>
                  <a:pt x="89" y="29"/>
                </a:cubicBezTo>
                <a:cubicBezTo>
                  <a:pt x="560" y="29"/>
                  <a:pt x="560" y="29"/>
                  <a:pt x="560" y="29"/>
                </a:cubicBezTo>
                <a:cubicBezTo>
                  <a:pt x="575" y="29"/>
                  <a:pt x="589" y="59"/>
                  <a:pt x="589" y="74"/>
                </a:cubicBezTo>
                <a:lnTo>
                  <a:pt x="589" y="339"/>
                </a:lnTo>
                <a:close/>
                <a:moveTo>
                  <a:pt x="162" y="74"/>
                </a:moveTo>
                <a:lnTo>
                  <a:pt x="162" y="74"/>
                </a:lnTo>
                <a:cubicBezTo>
                  <a:pt x="118" y="74"/>
                  <a:pt x="89" y="103"/>
                  <a:pt x="89" y="147"/>
                </a:cubicBezTo>
                <a:cubicBezTo>
                  <a:pt x="89" y="192"/>
                  <a:pt x="118" y="236"/>
                  <a:pt x="162" y="236"/>
                </a:cubicBezTo>
                <a:cubicBezTo>
                  <a:pt x="207" y="236"/>
                  <a:pt x="236" y="192"/>
                  <a:pt x="236" y="147"/>
                </a:cubicBezTo>
                <a:cubicBezTo>
                  <a:pt x="236" y="103"/>
                  <a:pt x="207" y="74"/>
                  <a:pt x="162" y="74"/>
                </a:cubicBezTo>
                <a:close/>
                <a:moveTo>
                  <a:pt x="162" y="192"/>
                </a:moveTo>
                <a:lnTo>
                  <a:pt x="162" y="192"/>
                </a:lnTo>
                <a:cubicBezTo>
                  <a:pt x="148" y="192"/>
                  <a:pt x="118" y="177"/>
                  <a:pt x="118" y="147"/>
                </a:cubicBezTo>
                <a:cubicBezTo>
                  <a:pt x="118" y="133"/>
                  <a:pt x="148" y="118"/>
                  <a:pt x="162" y="118"/>
                </a:cubicBezTo>
                <a:cubicBezTo>
                  <a:pt x="177" y="118"/>
                  <a:pt x="207" y="133"/>
                  <a:pt x="207" y="147"/>
                </a:cubicBezTo>
                <a:cubicBezTo>
                  <a:pt x="207" y="177"/>
                  <a:pt x="177" y="192"/>
                  <a:pt x="162" y="192"/>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6" name="稻壳儿小白白(http://dwz.cn/Wu2UP)"/>
          <p:cNvSpPr/>
          <p:nvPr/>
        </p:nvSpPr>
        <p:spPr>
          <a:xfrm>
            <a:off x="5386630" y="1268118"/>
            <a:ext cx="550355" cy="534924"/>
          </a:xfrm>
          <a:custGeom>
            <a:avLst/>
            <a:gdLst>
              <a:gd name="T0" fmla="*/ 304285122 w 634"/>
              <a:gd name="T1" fmla="*/ 169668656 h 619"/>
              <a:gd name="T2" fmla="*/ 304285122 w 634"/>
              <a:gd name="T3" fmla="*/ 169668656 h 619"/>
              <a:gd name="T4" fmla="*/ 104658444 w 634"/>
              <a:gd name="T5" fmla="*/ 169668656 h 619"/>
              <a:gd name="T6" fmla="*/ 85277221 w 634"/>
              <a:gd name="T7" fmla="*/ 188876534 h 619"/>
              <a:gd name="T8" fmla="*/ 104658444 w 634"/>
              <a:gd name="T9" fmla="*/ 197839943 h 619"/>
              <a:gd name="T10" fmla="*/ 304285122 w 634"/>
              <a:gd name="T11" fmla="*/ 197839943 h 619"/>
              <a:gd name="T12" fmla="*/ 313329907 w 634"/>
              <a:gd name="T13" fmla="*/ 188876534 h 619"/>
              <a:gd name="T14" fmla="*/ 304285122 w 634"/>
              <a:gd name="T15" fmla="*/ 169668656 h 619"/>
              <a:gd name="T16" fmla="*/ 304285122 w 634"/>
              <a:gd name="T17" fmla="*/ 245219109 h 619"/>
              <a:gd name="T18" fmla="*/ 304285122 w 634"/>
              <a:gd name="T19" fmla="*/ 245219109 h 619"/>
              <a:gd name="T20" fmla="*/ 104658444 w 634"/>
              <a:gd name="T21" fmla="*/ 245219109 h 619"/>
              <a:gd name="T22" fmla="*/ 85277221 w 634"/>
              <a:gd name="T23" fmla="*/ 263786858 h 619"/>
              <a:gd name="T24" fmla="*/ 104658444 w 634"/>
              <a:gd name="T25" fmla="*/ 273390397 h 619"/>
              <a:gd name="T26" fmla="*/ 304285122 w 634"/>
              <a:gd name="T27" fmla="*/ 273390397 h 619"/>
              <a:gd name="T28" fmla="*/ 313329907 w 634"/>
              <a:gd name="T29" fmla="*/ 263786858 h 619"/>
              <a:gd name="T30" fmla="*/ 304285122 w 634"/>
              <a:gd name="T31" fmla="*/ 245219109 h 619"/>
              <a:gd name="T32" fmla="*/ 351446125 w 634"/>
              <a:gd name="T33" fmla="*/ 0 h 619"/>
              <a:gd name="T34" fmla="*/ 351446125 w 634"/>
              <a:gd name="T35" fmla="*/ 0 h 619"/>
              <a:gd name="T36" fmla="*/ 47161003 w 634"/>
              <a:gd name="T37" fmla="*/ 0 h 619"/>
              <a:gd name="T38" fmla="*/ 0 w 634"/>
              <a:gd name="T39" fmla="*/ 47379166 h 619"/>
              <a:gd name="T40" fmla="*/ 0 w 634"/>
              <a:gd name="T41" fmla="*/ 348940850 h 619"/>
              <a:gd name="T42" fmla="*/ 47161003 w 634"/>
              <a:gd name="T43" fmla="*/ 395679887 h 619"/>
              <a:gd name="T44" fmla="*/ 351446125 w 634"/>
              <a:gd name="T45" fmla="*/ 395679887 h 619"/>
              <a:gd name="T46" fmla="*/ 408943566 w 634"/>
              <a:gd name="T47" fmla="*/ 348940850 h 619"/>
              <a:gd name="T48" fmla="*/ 408943566 w 634"/>
              <a:gd name="T49" fmla="*/ 47379166 h 619"/>
              <a:gd name="T50" fmla="*/ 351446125 w 634"/>
              <a:gd name="T51" fmla="*/ 0 h 619"/>
              <a:gd name="T52" fmla="*/ 379872133 w 634"/>
              <a:gd name="T53" fmla="*/ 348940850 h 619"/>
              <a:gd name="T54" fmla="*/ 379872133 w 634"/>
              <a:gd name="T55" fmla="*/ 348940850 h 619"/>
              <a:gd name="T56" fmla="*/ 351446125 w 634"/>
              <a:gd name="T57" fmla="*/ 377112138 h 619"/>
              <a:gd name="T58" fmla="*/ 47161003 w 634"/>
              <a:gd name="T59" fmla="*/ 377112138 h 619"/>
              <a:gd name="T60" fmla="*/ 28426008 w 634"/>
              <a:gd name="T61" fmla="*/ 348940850 h 619"/>
              <a:gd name="T62" fmla="*/ 28426008 w 634"/>
              <a:gd name="T63" fmla="*/ 47379166 h 619"/>
              <a:gd name="T64" fmla="*/ 47161003 w 634"/>
              <a:gd name="T65" fmla="*/ 18567749 h 619"/>
              <a:gd name="T66" fmla="*/ 351446125 w 634"/>
              <a:gd name="T67" fmla="*/ 18567749 h 619"/>
              <a:gd name="T68" fmla="*/ 379872133 w 634"/>
              <a:gd name="T69" fmla="*/ 47379166 h 619"/>
              <a:gd name="T70" fmla="*/ 379872133 w 634"/>
              <a:gd name="T71" fmla="*/ 348940850 h 619"/>
              <a:gd name="T72" fmla="*/ 304285122 w 634"/>
              <a:gd name="T73" fmla="*/ 94118202 h 619"/>
              <a:gd name="T74" fmla="*/ 304285122 w 634"/>
              <a:gd name="T75" fmla="*/ 94118202 h 619"/>
              <a:gd name="T76" fmla="*/ 104658444 w 634"/>
              <a:gd name="T77" fmla="*/ 94118202 h 619"/>
              <a:gd name="T78" fmla="*/ 85277221 w 634"/>
              <a:gd name="T79" fmla="*/ 113326080 h 619"/>
              <a:gd name="T80" fmla="*/ 104658444 w 634"/>
              <a:gd name="T81" fmla="*/ 122929619 h 619"/>
              <a:gd name="T82" fmla="*/ 304285122 w 634"/>
              <a:gd name="T83" fmla="*/ 122929619 h 619"/>
              <a:gd name="T84" fmla="*/ 313329907 w 634"/>
              <a:gd name="T85" fmla="*/ 113326080 h 619"/>
              <a:gd name="T86" fmla="*/ 304285122 w 634"/>
              <a:gd name="T87" fmla="*/ 94118202 h 619"/>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4" h="619">
                <a:moveTo>
                  <a:pt x="471" y="265"/>
                </a:moveTo>
                <a:lnTo>
                  <a:pt x="471" y="265"/>
                </a:lnTo>
                <a:cubicBezTo>
                  <a:pt x="162" y="265"/>
                  <a:pt x="162" y="265"/>
                  <a:pt x="162" y="265"/>
                </a:cubicBezTo>
                <a:cubicBezTo>
                  <a:pt x="147" y="265"/>
                  <a:pt x="132" y="280"/>
                  <a:pt x="132" y="295"/>
                </a:cubicBezTo>
                <a:cubicBezTo>
                  <a:pt x="132" y="295"/>
                  <a:pt x="147" y="309"/>
                  <a:pt x="162" y="309"/>
                </a:cubicBezTo>
                <a:cubicBezTo>
                  <a:pt x="471" y="309"/>
                  <a:pt x="471" y="309"/>
                  <a:pt x="471" y="309"/>
                </a:cubicBezTo>
                <a:cubicBezTo>
                  <a:pt x="485" y="309"/>
                  <a:pt x="485" y="295"/>
                  <a:pt x="485" y="295"/>
                </a:cubicBezTo>
                <a:cubicBezTo>
                  <a:pt x="485" y="280"/>
                  <a:pt x="485" y="265"/>
                  <a:pt x="471" y="265"/>
                </a:cubicBezTo>
                <a:close/>
                <a:moveTo>
                  <a:pt x="471" y="383"/>
                </a:moveTo>
                <a:lnTo>
                  <a:pt x="471" y="383"/>
                </a:lnTo>
                <a:cubicBezTo>
                  <a:pt x="162" y="383"/>
                  <a:pt x="162" y="383"/>
                  <a:pt x="162" y="383"/>
                </a:cubicBezTo>
                <a:cubicBezTo>
                  <a:pt x="147" y="383"/>
                  <a:pt x="132" y="398"/>
                  <a:pt x="132" y="412"/>
                </a:cubicBezTo>
                <a:cubicBezTo>
                  <a:pt x="132" y="412"/>
                  <a:pt x="147" y="427"/>
                  <a:pt x="162" y="427"/>
                </a:cubicBezTo>
                <a:cubicBezTo>
                  <a:pt x="471" y="427"/>
                  <a:pt x="471" y="427"/>
                  <a:pt x="471" y="427"/>
                </a:cubicBezTo>
                <a:cubicBezTo>
                  <a:pt x="485" y="427"/>
                  <a:pt x="485" y="412"/>
                  <a:pt x="485" y="412"/>
                </a:cubicBezTo>
                <a:cubicBezTo>
                  <a:pt x="485" y="398"/>
                  <a:pt x="485" y="383"/>
                  <a:pt x="471" y="383"/>
                </a:cubicBezTo>
                <a:close/>
                <a:moveTo>
                  <a:pt x="544" y="0"/>
                </a:moveTo>
                <a:lnTo>
                  <a:pt x="544" y="0"/>
                </a:lnTo>
                <a:cubicBezTo>
                  <a:pt x="73" y="0"/>
                  <a:pt x="73" y="0"/>
                  <a:pt x="73" y="0"/>
                </a:cubicBezTo>
                <a:cubicBezTo>
                  <a:pt x="29" y="0"/>
                  <a:pt x="0" y="29"/>
                  <a:pt x="0" y="74"/>
                </a:cubicBezTo>
                <a:cubicBezTo>
                  <a:pt x="0" y="545"/>
                  <a:pt x="0" y="545"/>
                  <a:pt x="0" y="545"/>
                </a:cubicBezTo>
                <a:cubicBezTo>
                  <a:pt x="0" y="589"/>
                  <a:pt x="29" y="618"/>
                  <a:pt x="73" y="618"/>
                </a:cubicBezTo>
                <a:cubicBezTo>
                  <a:pt x="544" y="618"/>
                  <a:pt x="544" y="618"/>
                  <a:pt x="544" y="618"/>
                </a:cubicBezTo>
                <a:cubicBezTo>
                  <a:pt x="588" y="618"/>
                  <a:pt x="633" y="589"/>
                  <a:pt x="633" y="545"/>
                </a:cubicBezTo>
                <a:cubicBezTo>
                  <a:pt x="633" y="74"/>
                  <a:pt x="633" y="74"/>
                  <a:pt x="633" y="74"/>
                </a:cubicBezTo>
                <a:cubicBezTo>
                  <a:pt x="633" y="29"/>
                  <a:pt x="588" y="0"/>
                  <a:pt x="544" y="0"/>
                </a:cubicBezTo>
                <a:close/>
                <a:moveTo>
                  <a:pt x="588" y="545"/>
                </a:moveTo>
                <a:lnTo>
                  <a:pt x="588" y="545"/>
                </a:lnTo>
                <a:cubicBezTo>
                  <a:pt x="588" y="559"/>
                  <a:pt x="574" y="589"/>
                  <a:pt x="544" y="589"/>
                </a:cubicBezTo>
                <a:cubicBezTo>
                  <a:pt x="73" y="589"/>
                  <a:pt x="73" y="589"/>
                  <a:pt x="73" y="589"/>
                </a:cubicBezTo>
                <a:cubicBezTo>
                  <a:pt x="58" y="589"/>
                  <a:pt x="44" y="559"/>
                  <a:pt x="44" y="545"/>
                </a:cubicBezTo>
                <a:cubicBezTo>
                  <a:pt x="44" y="74"/>
                  <a:pt x="44" y="74"/>
                  <a:pt x="44" y="74"/>
                </a:cubicBezTo>
                <a:cubicBezTo>
                  <a:pt x="44" y="59"/>
                  <a:pt x="58" y="29"/>
                  <a:pt x="73" y="29"/>
                </a:cubicBezTo>
                <a:cubicBezTo>
                  <a:pt x="544" y="29"/>
                  <a:pt x="544" y="29"/>
                  <a:pt x="544" y="29"/>
                </a:cubicBezTo>
                <a:cubicBezTo>
                  <a:pt x="574" y="29"/>
                  <a:pt x="588" y="59"/>
                  <a:pt x="588" y="74"/>
                </a:cubicBezTo>
                <a:lnTo>
                  <a:pt x="588" y="545"/>
                </a:lnTo>
                <a:close/>
                <a:moveTo>
                  <a:pt x="471" y="147"/>
                </a:moveTo>
                <a:lnTo>
                  <a:pt x="471" y="147"/>
                </a:lnTo>
                <a:cubicBezTo>
                  <a:pt x="162" y="147"/>
                  <a:pt x="162" y="147"/>
                  <a:pt x="162" y="147"/>
                </a:cubicBezTo>
                <a:cubicBezTo>
                  <a:pt x="147" y="147"/>
                  <a:pt x="132" y="162"/>
                  <a:pt x="132" y="177"/>
                </a:cubicBezTo>
                <a:cubicBezTo>
                  <a:pt x="132" y="177"/>
                  <a:pt x="147" y="192"/>
                  <a:pt x="162" y="192"/>
                </a:cubicBezTo>
                <a:cubicBezTo>
                  <a:pt x="471" y="192"/>
                  <a:pt x="471" y="192"/>
                  <a:pt x="471" y="192"/>
                </a:cubicBezTo>
                <a:cubicBezTo>
                  <a:pt x="485" y="192"/>
                  <a:pt x="485" y="177"/>
                  <a:pt x="485" y="177"/>
                </a:cubicBezTo>
                <a:cubicBezTo>
                  <a:pt x="485" y="162"/>
                  <a:pt x="485" y="147"/>
                  <a:pt x="471" y="147"/>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7" name="稻壳儿小白白(http://dwz.cn/Wu2UP)"/>
          <p:cNvSpPr/>
          <p:nvPr/>
        </p:nvSpPr>
        <p:spPr>
          <a:xfrm>
            <a:off x="4584244" y="1268118"/>
            <a:ext cx="382334" cy="534924"/>
          </a:xfrm>
          <a:custGeom>
            <a:avLst/>
            <a:gdLst>
              <a:gd name="T0" fmla="*/ 216486541 w 443"/>
              <a:gd name="T1" fmla="*/ 197839943 h 619"/>
              <a:gd name="T2" fmla="*/ 216486541 w 443"/>
              <a:gd name="T3" fmla="*/ 197839943 h 619"/>
              <a:gd name="T4" fmla="*/ 65776095 w 443"/>
              <a:gd name="T5" fmla="*/ 197839943 h 619"/>
              <a:gd name="T6" fmla="*/ 56835469 w 443"/>
              <a:gd name="T7" fmla="*/ 207443482 h 619"/>
              <a:gd name="T8" fmla="*/ 65776095 w 443"/>
              <a:gd name="T9" fmla="*/ 226651360 h 619"/>
              <a:gd name="T10" fmla="*/ 216486541 w 443"/>
              <a:gd name="T11" fmla="*/ 226651360 h 619"/>
              <a:gd name="T12" fmla="*/ 225427167 w 443"/>
              <a:gd name="T13" fmla="*/ 207443482 h 619"/>
              <a:gd name="T14" fmla="*/ 216486541 w 443"/>
              <a:gd name="T15" fmla="*/ 197839943 h 619"/>
              <a:gd name="T16" fmla="*/ 216486541 w 443"/>
              <a:gd name="T17" fmla="*/ 273390397 h 619"/>
              <a:gd name="T18" fmla="*/ 216486541 w 443"/>
              <a:gd name="T19" fmla="*/ 273390397 h 619"/>
              <a:gd name="T20" fmla="*/ 65776095 w 443"/>
              <a:gd name="T21" fmla="*/ 273390397 h 619"/>
              <a:gd name="T22" fmla="*/ 56835469 w 443"/>
              <a:gd name="T23" fmla="*/ 282993936 h 619"/>
              <a:gd name="T24" fmla="*/ 65776095 w 443"/>
              <a:gd name="T25" fmla="*/ 301561685 h 619"/>
              <a:gd name="T26" fmla="*/ 216486541 w 443"/>
              <a:gd name="T27" fmla="*/ 301561685 h 619"/>
              <a:gd name="T28" fmla="*/ 225427167 w 443"/>
              <a:gd name="T29" fmla="*/ 282993936 h 619"/>
              <a:gd name="T30" fmla="*/ 216486541 w 443"/>
              <a:gd name="T31" fmla="*/ 273390397 h 619"/>
              <a:gd name="T32" fmla="*/ 216486541 w 443"/>
              <a:gd name="T33" fmla="*/ 122929619 h 619"/>
              <a:gd name="T34" fmla="*/ 216486541 w 443"/>
              <a:gd name="T35" fmla="*/ 122929619 h 619"/>
              <a:gd name="T36" fmla="*/ 65776095 w 443"/>
              <a:gd name="T37" fmla="*/ 122929619 h 619"/>
              <a:gd name="T38" fmla="*/ 56835469 w 443"/>
              <a:gd name="T39" fmla="*/ 131893029 h 619"/>
              <a:gd name="T40" fmla="*/ 65776095 w 443"/>
              <a:gd name="T41" fmla="*/ 151100907 h 619"/>
              <a:gd name="T42" fmla="*/ 216486541 w 443"/>
              <a:gd name="T43" fmla="*/ 151100907 h 619"/>
              <a:gd name="T44" fmla="*/ 225427167 w 443"/>
              <a:gd name="T45" fmla="*/ 131893029 h 619"/>
              <a:gd name="T46" fmla="*/ 216486541 w 443"/>
              <a:gd name="T47" fmla="*/ 122929619 h 619"/>
              <a:gd name="T48" fmla="*/ 225427167 w 443"/>
              <a:gd name="T49" fmla="*/ 18567749 h 619"/>
              <a:gd name="T50" fmla="*/ 225427167 w 443"/>
              <a:gd name="T51" fmla="*/ 18567749 h 619"/>
              <a:gd name="T52" fmla="*/ 225427167 w 443"/>
              <a:gd name="T53" fmla="*/ 0 h 619"/>
              <a:gd name="T54" fmla="*/ 206907413 w 443"/>
              <a:gd name="T55" fmla="*/ 0 h 619"/>
              <a:gd name="T56" fmla="*/ 206907413 w 443"/>
              <a:gd name="T57" fmla="*/ 18567749 h 619"/>
              <a:gd name="T58" fmla="*/ 150710446 w 443"/>
              <a:gd name="T59" fmla="*/ 18567749 h 619"/>
              <a:gd name="T60" fmla="*/ 150710446 w 443"/>
              <a:gd name="T61" fmla="*/ 0 h 619"/>
              <a:gd name="T62" fmla="*/ 131552190 w 443"/>
              <a:gd name="T63" fmla="*/ 0 h 619"/>
              <a:gd name="T64" fmla="*/ 131552190 w 443"/>
              <a:gd name="T65" fmla="*/ 18567749 h 619"/>
              <a:gd name="T66" fmla="*/ 75355223 w 443"/>
              <a:gd name="T67" fmla="*/ 18567749 h 619"/>
              <a:gd name="T68" fmla="*/ 75355223 w 443"/>
              <a:gd name="T69" fmla="*/ 0 h 619"/>
              <a:gd name="T70" fmla="*/ 56835469 w 443"/>
              <a:gd name="T71" fmla="*/ 0 h 619"/>
              <a:gd name="T72" fmla="*/ 56835469 w 443"/>
              <a:gd name="T73" fmla="*/ 18567749 h 619"/>
              <a:gd name="T74" fmla="*/ 0 w 443"/>
              <a:gd name="T75" fmla="*/ 75550453 h 619"/>
              <a:gd name="T76" fmla="*/ 0 w 443"/>
              <a:gd name="T77" fmla="*/ 348940850 h 619"/>
              <a:gd name="T78" fmla="*/ 56835469 w 443"/>
              <a:gd name="T79" fmla="*/ 395679887 h 619"/>
              <a:gd name="T80" fmla="*/ 225427167 w 443"/>
              <a:gd name="T81" fmla="*/ 395679887 h 619"/>
              <a:gd name="T82" fmla="*/ 282262636 w 443"/>
              <a:gd name="T83" fmla="*/ 348940850 h 619"/>
              <a:gd name="T84" fmla="*/ 282262636 w 443"/>
              <a:gd name="T85" fmla="*/ 75550453 h 619"/>
              <a:gd name="T86" fmla="*/ 225427167 w 443"/>
              <a:gd name="T87" fmla="*/ 18567749 h 619"/>
              <a:gd name="T88" fmla="*/ 254163753 w 443"/>
              <a:gd name="T89" fmla="*/ 348940850 h 619"/>
              <a:gd name="T90" fmla="*/ 254163753 w 443"/>
              <a:gd name="T91" fmla="*/ 348940850 h 619"/>
              <a:gd name="T92" fmla="*/ 225427167 w 443"/>
              <a:gd name="T93" fmla="*/ 377112138 h 619"/>
              <a:gd name="T94" fmla="*/ 56835469 w 443"/>
              <a:gd name="T95" fmla="*/ 377112138 h 619"/>
              <a:gd name="T96" fmla="*/ 28098883 w 443"/>
              <a:gd name="T97" fmla="*/ 348940850 h 619"/>
              <a:gd name="T98" fmla="*/ 28098883 w 443"/>
              <a:gd name="T99" fmla="*/ 75550453 h 619"/>
              <a:gd name="T100" fmla="*/ 56835469 w 443"/>
              <a:gd name="T101" fmla="*/ 47379166 h 619"/>
              <a:gd name="T102" fmla="*/ 225427167 w 443"/>
              <a:gd name="T103" fmla="*/ 47379166 h 619"/>
              <a:gd name="T104" fmla="*/ 254163753 w 443"/>
              <a:gd name="T105" fmla="*/ 75550453 h 619"/>
              <a:gd name="T106" fmla="*/ 254163753 w 443"/>
              <a:gd name="T107" fmla="*/ 348940850 h 619"/>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443" h="619">
                <a:moveTo>
                  <a:pt x="339" y="309"/>
                </a:moveTo>
                <a:lnTo>
                  <a:pt x="339" y="309"/>
                </a:lnTo>
                <a:cubicBezTo>
                  <a:pt x="103" y="309"/>
                  <a:pt x="103" y="309"/>
                  <a:pt x="103" y="309"/>
                </a:cubicBezTo>
                <a:cubicBezTo>
                  <a:pt x="89" y="309"/>
                  <a:pt x="89" y="324"/>
                  <a:pt x="89" y="324"/>
                </a:cubicBezTo>
                <a:cubicBezTo>
                  <a:pt x="89" y="339"/>
                  <a:pt x="89" y="354"/>
                  <a:pt x="103" y="354"/>
                </a:cubicBezTo>
                <a:cubicBezTo>
                  <a:pt x="339" y="354"/>
                  <a:pt x="339" y="354"/>
                  <a:pt x="339" y="354"/>
                </a:cubicBezTo>
                <a:cubicBezTo>
                  <a:pt x="353" y="354"/>
                  <a:pt x="353" y="339"/>
                  <a:pt x="353" y="324"/>
                </a:cubicBezTo>
                <a:cubicBezTo>
                  <a:pt x="353" y="324"/>
                  <a:pt x="353" y="309"/>
                  <a:pt x="339" y="309"/>
                </a:cubicBezTo>
                <a:close/>
                <a:moveTo>
                  <a:pt x="339" y="427"/>
                </a:moveTo>
                <a:lnTo>
                  <a:pt x="339" y="427"/>
                </a:lnTo>
                <a:cubicBezTo>
                  <a:pt x="103" y="427"/>
                  <a:pt x="103" y="427"/>
                  <a:pt x="103" y="427"/>
                </a:cubicBezTo>
                <a:cubicBezTo>
                  <a:pt x="89" y="427"/>
                  <a:pt x="89" y="442"/>
                  <a:pt x="89" y="442"/>
                </a:cubicBezTo>
                <a:cubicBezTo>
                  <a:pt x="89" y="457"/>
                  <a:pt x="89" y="471"/>
                  <a:pt x="103" y="471"/>
                </a:cubicBezTo>
                <a:cubicBezTo>
                  <a:pt x="339" y="471"/>
                  <a:pt x="339" y="471"/>
                  <a:pt x="339" y="471"/>
                </a:cubicBezTo>
                <a:cubicBezTo>
                  <a:pt x="353" y="471"/>
                  <a:pt x="353" y="457"/>
                  <a:pt x="353" y="442"/>
                </a:cubicBezTo>
                <a:cubicBezTo>
                  <a:pt x="353" y="442"/>
                  <a:pt x="353" y="427"/>
                  <a:pt x="339" y="427"/>
                </a:cubicBezTo>
                <a:close/>
                <a:moveTo>
                  <a:pt x="339" y="192"/>
                </a:moveTo>
                <a:lnTo>
                  <a:pt x="339" y="192"/>
                </a:lnTo>
                <a:cubicBezTo>
                  <a:pt x="103" y="192"/>
                  <a:pt x="103" y="192"/>
                  <a:pt x="103" y="192"/>
                </a:cubicBezTo>
                <a:cubicBezTo>
                  <a:pt x="89" y="192"/>
                  <a:pt x="89" y="206"/>
                  <a:pt x="89" y="206"/>
                </a:cubicBezTo>
                <a:cubicBezTo>
                  <a:pt x="89" y="221"/>
                  <a:pt x="89" y="236"/>
                  <a:pt x="103" y="236"/>
                </a:cubicBezTo>
                <a:cubicBezTo>
                  <a:pt x="339" y="236"/>
                  <a:pt x="339" y="236"/>
                  <a:pt x="339" y="236"/>
                </a:cubicBezTo>
                <a:cubicBezTo>
                  <a:pt x="353" y="236"/>
                  <a:pt x="353" y="221"/>
                  <a:pt x="353" y="206"/>
                </a:cubicBezTo>
                <a:cubicBezTo>
                  <a:pt x="353" y="206"/>
                  <a:pt x="353" y="192"/>
                  <a:pt x="339" y="192"/>
                </a:cubicBezTo>
                <a:close/>
                <a:moveTo>
                  <a:pt x="353" y="29"/>
                </a:moveTo>
                <a:lnTo>
                  <a:pt x="353" y="29"/>
                </a:lnTo>
                <a:cubicBezTo>
                  <a:pt x="353" y="0"/>
                  <a:pt x="353" y="0"/>
                  <a:pt x="353" y="0"/>
                </a:cubicBezTo>
                <a:cubicBezTo>
                  <a:pt x="324" y="0"/>
                  <a:pt x="324" y="0"/>
                  <a:pt x="324" y="0"/>
                </a:cubicBezTo>
                <a:cubicBezTo>
                  <a:pt x="324" y="29"/>
                  <a:pt x="324" y="29"/>
                  <a:pt x="324" y="29"/>
                </a:cubicBezTo>
                <a:cubicBezTo>
                  <a:pt x="236" y="29"/>
                  <a:pt x="236" y="29"/>
                  <a:pt x="236" y="29"/>
                </a:cubicBezTo>
                <a:cubicBezTo>
                  <a:pt x="236" y="0"/>
                  <a:pt x="236" y="0"/>
                  <a:pt x="236" y="0"/>
                </a:cubicBezTo>
                <a:cubicBezTo>
                  <a:pt x="206" y="0"/>
                  <a:pt x="206" y="0"/>
                  <a:pt x="206" y="0"/>
                </a:cubicBezTo>
                <a:cubicBezTo>
                  <a:pt x="206" y="29"/>
                  <a:pt x="206" y="29"/>
                  <a:pt x="206" y="29"/>
                </a:cubicBezTo>
                <a:cubicBezTo>
                  <a:pt x="118" y="29"/>
                  <a:pt x="118" y="29"/>
                  <a:pt x="118" y="29"/>
                </a:cubicBezTo>
                <a:cubicBezTo>
                  <a:pt x="118" y="0"/>
                  <a:pt x="118" y="0"/>
                  <a:pt x="118" y="0"/>
                </a:cubicBezTo>
                <a:cubicBezTo>
                  <a:pt x="89" y="0"/>
                  <a:pt x="89" y="0"/>
                  <a:pt x="89" y="0"/>
                </a:cubicBezTo>
                <a:cubicBezTo>
                  <a:pt x="89" y="29"/>
                  <a:pt x="89" y="29"/>
                  <a:pt x="89" y="29"/>
                </a:cubicBezTo>
                <a:cubicBezTo>
                  <a:pt x="44" y="29"/>
                  <a:pt x="0" y="74"/>
                  <a:pt x="0" y="118"/>
                </a:cubicBezTo>
                <a:cubicBezTo>
                  <a:pt x="0" y="545"/>
                  <a:pt x="0" y="545"/>
                  <a:pt x="0" y="545"/>
                </a:cubicBezTo>
                <a:cubicBezTo>
                  <a:pt x="0" y="589"/>
                  <a:pt x="44" y="618"/>
                  <a:pt x="89" y="618"/>
                </a:cubicBezTo>
                <a:cubicBezTo>
                  <a:pt x="353" y="618"/>
                  <a:pt x="353" y="618"/>
                  <a:pt x="353" y="618"/>
                </a:cubicBezTo>
                <a:cubicBezTo>
                  <a:pt x="398" y="618"/>
                  <a:pt x="442" y="589"/>
                  <a:pt x="442" y="545"/>
                </a:cubicBezTo>
                <a:cubicBezTo>
                  <a:pt x="442" y="118"/>
                  <a:pt x="442" y="118"/>
                  <a:pt x="442" y="118"/>
                </a:cubicBezTo>
                <a:cubicBezTo>
                  <a:pt x="442" y="74"/>
                  <a:pt x="398" y="29"/>
                  <a:pt x="353" y="29"/>
                </a:cubicBezTo>
                <a:close/>
                <a:moveTo>
                  <a:pt x="398" y="545"/>
                </a:moveTo>
                <a:lnTo>
                  <a:pt x="398" y="545"/>
                </a:lnTo>
                <a:cubicBezTo>
                  <a:pt x="398" y="559"/>
                  <a:pt x="383" y="589"/>
                  <a:pt x="353" y="589"/>
                </a:cubicBezTo>
                <a:cubicBezTo>
                  <a:pt x="89" y="589"/>
                  <a:pt x="89" y="589"/>
                  <a:pt x="89" y="589"/>
                </a:cubicBezTo>
                <a:cubicBezTo>
                  <a:pt x="59" y="589"/>
                  <a:pt x="44" y="559"/>
                  <a:pt x="44" y="545"/>
                </a:cubicBezTo>
                <a:cubicBezTo>
                  <a:pt x="44" y="118"/>
                  <a:pt x="44" y="118"/>
                  <a:pt x="44" y="118"/>
                </a:cubicBezTo>
                <a:cubicBezTo>
                  <a:pt x="44" y="88"/>
                  <a:pt x="59" y="74"/>
                  <a:pt x="89" y="74"/>
                </a:cubicBezTo>
                <a:cubicBezTo>
                  <a:pt x="353" y="74"/>
                  <a:pt x="353" y="74"/>
                  <a:pt x="353" y="74"/>
                </a:cubicBezTo>
                <a:cubicBezTo>
                  <a:pt x="383" y="74"/>
                  <a:pt x="398" y="88"/>
                  <a:pt x="398" y="118"/>
                </a:cubicBezTo>
                <a:lnTo>
                  <a:pt x="398" y="545"/>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8" name="稻壳儿小白白(http://dwz.cn/Wu2UP)"/>
          <p:cNvSpPr/>
          <p:nvPr/>
        </p:nvSpPr>
        <p:spPr>
          <a:xfrm>
            <a:off x="3649842" y="1268118"/>
            <a:ext cx="474916" cy="534924"/>
          </a:xfrm>
          <a:custGeom>
            <a:avLst/>
            <a:gdLst>
              <a:gd name="T0" fmla="*/ 267886814 w 546"/>
              <a:gd name="T1" fmla="*/ 235614770 h 619"/>
              <a:gd name="T2" fmla="*/ 267886814 w 546"/>
              <a:gd name="T3" fmla="*/ 235614770 h 619"/>
              <a:gd name="T4" fmla="*/ 153077604 w 546"/>
              <a:gd name="T5" fmla="*/ 235614770 h 619"/>
              <a:gd name="T6" fmla="*/ 143348624 w 546"/>
              <a:gd name="T7" fmla="*/ 245219109 h 619"/>
              <a:gd name="T8" fmla="*/ 153077604 w 546"/>
              <a:gd name="T9" fmla="*/ 263786858 h 619"/>
              <a:gd name="T10" fmla="*/ 267886814 w 546"/>
              <a:gd name="T11" fmla="*/ 263786858 h 619"/>
              <a:gd name="T12" fmla="*/ 276967464 w 546"/>
              <a:gd name="T13" fmla="*/ 245219109 h 619"/>
              <a:gd name="T14" fmla="*/ 267886814 w 546"/>
              <a:gd name="T15" fmla="*/ 235614770 h 619"/>
              <a:gd name="T16" fmla="*/ 267886814 w 546"/>
              <a:gd name="T17" fmla="*/ 169668656 h 619"/>
              <a:gd name="T18" fmla="*/ 267886814 w 546"/>
              <a:gd name="T19" fmla="*/ 169668656 h 619"/>
              <a:gd name="T20" fmla="*/ 153077604 w 546"/>
              <a:gd name="T21" fmla="*/ 169668656 h 619"/>
              <a:gd name="T22" fmla="*/ 143348624 w 546"/>
              <a:gd name="T23" fmla="*/ 188876534 h 619"/>
              <a:gd name="T24" fmla="*/ 153077604 w 546"/>
              <a:gd name="T25" fmla="*/ 197839943 h 619"/>
              <a:gd name="T26" fmla="*/ 267886814 w 546"/>
              <a:gd name="T27" fmla="*/ 197839943 h 619"/>
              <a:gd name="T28" fmla="*/ 276967464 w 546"/>
              <a:gd name="T29" fmla="*/ 188876534 h 619"/>
              <a:gd name="T30" fmla="*/ 267886814 w 546"/>
              <a:gd name="T31" fmla="*/ 169668656 h 619"/>
              <a:gd name="T32" fmla="*/ 267886814 w 546"/>
              <a:gd name="T33" fmla="*/ 0 h 619"/>
              <a:gd name="T34" fmla="*/ 267886814 w 546"/>
              <a:gd name="T35" fmla="*/ 0 h 619"/>
              <a:gd name="T36" fmla="*/ 114808404 w 546"/>
              <a:gd name="T37" fmla="*/ 0 h 619"/>
              <a:gd name="T38" fmla="*/ 67457750 w 546"/>
              <a:gd name="T39" fmla="*/ 47379166 h 619"/>
              <a:gd name="T40" fmla="*/ 47998985 w 546"/>
              <a:gd name="T41" fmla="*/ 47379166 h 619"/>
              <a:gd name="T42" fmla="*/ 0 w 546"/>
              <a:gd name="T43" fmla="*/ 94118202 h 619"/>
              <a:gd name="T44" fmla="*/ 0 w 546"/>
              <a:gd name="T45" fmla="*/ 348940850 h 619"/>
              <a:gd name="T46" fmla="*/ 47998985 w 546"/>
              <a:gd name="T47" fmla="*/ 395679887 h 619"/>
              <a:gd name="T48" fmla="*/ 238698264 w 546"/>
              <a:gd name="T49" fmla="*/ 395679887 h 619"/>
              <a:gd name="T50" fmla="*/ 296426228 w 546"/>
              <a:gd name="T51" fmla="*/ 348940850 h 619"/>
              <a:gd name="T52" fmla="*/ 306156014 w 546"/>
              <a:gd name="T53" fmla="*/ 348940850 h 619"/>
              <a:gd name="T54" fmla="*/ 353506668 w 546"/>
              <a:gd name="T55" fmla="*/ 301561685 h 619"/>
              <a:gd name="T56" fmla="*/ 353506668 w 546"/>
              <a:gd name="T57" fmla="*/ 122929619 h 619"/>
              <a:gd name="T58" fmla="*/ 353506668 w 546"/>
              <a:gd name="T59" fmla="*/ 94118202 h 619"/>
              <a:gd name="T60" fmla="*/ 267886814 w 546"/>
              <a:gd name="T61" fmla="*/ 0 h 619"/>
              <a:gd name="T62" fmla="*/ 238698264 w 546"/>
              <a:gd name="T63" fmla="*/ 377112138 h 619"/>
              <a:gd name="T64" fmla="*/ 238698264 w 546"/>
              <a:gd name="T65" fmla="*/ 377112138 h 619"/>
              <a:gd name="T66" fmla="*/ 47998985 w 546"/>
              <a:gd name="T67" fmla="*/ 377112138 h 619"/>
              <a:gd name="T68" fmla="*/ 29188550 w 546"/>
              <a:gd name="T69" fmla="*/ 348940850 h 619"/>
              <a:gd name="T70" fmla="*/ 29188550 w 546"/>
              <a:gd name="T71" fmla="*/ 94118202 h 619"/>
              <a:gd name="T72" fmla="*/ 47998985 w 546"/>
              <a:gd name="T73" fmla="*/ 75550453 h 619"/>
              <a:gd name="T74" fmla="*/ 67457750 w 546"/>
              <a:gd name="T75" fmla="*/ 75550453 h 619"/>
              <a:gd name="T76" fmla="*/ 67457750 w 546"/>
              <a:gd name="T77" fmla="*/ 301561685 h 619"/>
              <a:gd name="T78" fmla="*/ 114808404 w 546"/>
              <a:gd name="T79" fmla="*/ 348940850 h 619"/>
              <a:gd name="T80" fmla="*/ 267886814 w 546"/>
              <a:gd name="T81" fmla="*/ 348940850 h 619"/>
              <a:gd name="T82" fmla="*/ 238698264 w 546"/>
              <a:gd name="T83" fmla="*/ 377112138 h 619"/>
              <a:gd name="T84" fmla="*/ 334696234 w 546"/>
              <a:gd name="T85" fmla="*/ 301561685 h 619"/>
              <a:gd name="T86" fmla="*/ 334696234 w 546"/>
              <a:gd name="T87" fmla="*/ 301561685 h 619"/>
              <a:gd name="T88" fmla="*/ 306156014 w 546"/>
              <a:gd name="T89" fmla="*/ 320769563 h 619"/>
              <a:gd name="T90" fmla="*/ 114808404 w 546"/>
              <a:gd name="T91" fmla="*/ 320769563 h 619"/>
              <a:gd name="T92" fmla="*/ 86268185 w 546"/>
              <a:gd name="T93" fmla="*/ 301561685 h 619"/>
              <a:gd name="T94" fmla="*/ 86268185 w 546"/>
              <a:gd name="T95" fmla="*/ 47379166 h 619"/>
              <a:gd name="T96" fmla="*/ 114808404 w 546"/>
              <a:gd name="T97" fmla="*/ 18567749 h 619"/>
              <a:gd name="T98" fmla="*/ 238698264 w 546"/>
              <a:gd name="T99" fmla="*/ 18567749 h 619"/>
              <a:gd name="T100" fmla="*/ 238698264 w 546"/>
              <a:gd name="T101" fmla="*/ 75550453 h 619"/>
              <a:gd name="T102" fmla="*/ 296426228 w 546"/>
              <a:gd name="T103" fmla="*/ 122929619 h 619"/>
              <a:gd name="T104" fmla="*/ 334696234 w 546"/>
              <a:gd name="T105" fmla="*/ 122929619 h 619"/>
              <a:gd name="T106" fmla="*/ 334696234 w 546"/>
              <a:gd name="T107" fmla="*/ 301561685 h 619"/>
              <a:gd name="T108" fmla="*/ 296426228 w 546"/>
              <a:gd name="T109" fmla="*/ 94118202 h 619"/>
              <a:gd name="T110" fmla="*/ 296426228 w 546"/>
              <a:gd name="T111" fmla="*/ 94118202 h 619"/>
              <a:gd name="T112" fmla="*/ 267886814 w 546"/>
              <a:gd name="T113" fmla="*/ 56342575 h 619"/>
              <a:gd name="T114" fmla="*/ 267886814 w 546"/>
              <a:gd name="T115" fmla="*/ 18567749 h 619"/>
              <a:gd name="T116" fmla="*/ 334696234 w 546"/>
              <a:gd name="T117" fmla="*/ 94118202 h 619"/>
              <a:gd name="T118" fmla="*/ 296426228 w 546"/>
              <a:gd name="T119" fmla="*/ 94118202 h 61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546" h="619">
                <a:moveTo>
                  <a:pt x="413" y="368"/>
                </a:moveTo>
                <a:lnTo>
                  <a:pt x="413" y="368"/>
                </a:lnTo>
                <a:cubicBezTo>
                  <a:pt x="236" y="368"/>
                  <a:pt x="236" y="368"/>
                  <a:pt x="236" y="368"/>
                </a:cubicBezTo>
                <a:cubicBezTo>
                  <a:pt x="221" y="368"/>
                  <a:pt x="221" y="383"/>
                  <a:pt x="221" y="383"/>
                </a:cubicBezTo>
                <a:cubicBezTo>
                  <a:pt x="221" y="398"/>
                  <a:pt x="221" y="412"/>
                  <a:pt x="236" y="412"/>
                </a:cubicBezTo>
                <a:cubicBezTo>
                  <a:pt x="413" y="412"/>
                  <a:pt x="413" y="412"/>
                  <a:pt x="413" y="412"/>
                </a:cubicBezTo>
                <a:cubicBezTo>
                  <a:pt x="427" y="412"/>
                  <a:pt x="427" y="398"/>
                  <a:pt x="427" y="383"/>
                </a:cubicBezTo>
                <a:cubicBezTo>
                  <a:pt x="427" y="383"/>
                  <a:pt x="427" y="368"/>
                  <a:pt x="413" y="368"/>
                </a:cubicBezTo>
                <a:close/>
                <a:moveTo>
                  <a:pt x="413" y="265"/>
                </a:moveTo>
                <a:lnTo>
                  <a:pt x="413" y="265"/>
                </a:lnTo>
                <a:cubicBezTo>
                  <a:pt x="236" y="265"/>
                  <a:pt x="236" y="265"/>
                  <a:pt x="236" y="265"/>
                </a:cubicBezTo>
                <a:cubicBezTo>
                  <a:pt x="221" y="265"/>
                  <a:pt x="221" y="280"/>
                  <a:pt x="221" y="295"/>
                </a:cubicBezTo>
                <a:cubicBezTo>
                  <a:pt x="221" y="295"/>
                  <a:pt x="221" y="309"/>
                  <a:pt x="236" y="309"/>
                </a:cubicBezTo>
                <a:cubicBezTo>
                  <a:pt x="413" y="309"/>
                  <a:pt x="413" y="309"/>
                  <a:pt x="413" y="309"/>
                </a:cubicBezTo>
                <a:cubicBezTo>
                  <a:pt x="427" y="309"/>
                  <a:pt x="427" y="295"/>
                  <a:pt x="427" y="295"/>
                </a:cubicBezTo>
                <a:cubicBezTo>
                  <a:pt x="427" y="280"/>
                  <a:pt x="427" y="265"/>
                  <a:pt x="413" y="265"/>
                </a:cubicBezTo>
                <a:close/>
                <a:moveTo>
                  <a:pt x="413" y="0"/>
                </a:moveTo>
                <a:lnTo>
                  <a:pt x="413" y="0"/>
                </a:lnTo>
                <a:lnTo>
                  <a:pt x="177" y="0"/>
                </a:lnTo>
                <a:cubicBezTo>
                  <a:pt x="133" y="0"/>
                  <a:pt x="104" y="29"/>
                  <a:pt x="104" y="74"/>
                </a:cubicBezTo>
                <a:cubicBezTo>
                  <a:pt x="74" y="74"/>
                  <a:pt x="74" y="74"/>
                  <a:pt x="74" y="74"/>
                </a:cubicBezTo>
                <a:cubicBezTo>
                  <a:pt x="30" y="74"/>
                  <a:pt x="0" y="118"/>
                  <a:pt x="0" y="147"/>
                </a:cubicBezTo>
                <a:cubicBezTo>
                  <a:pt x="0" y="545"/>
                  <a:pt x="0" y="545"/>
                  <a:pt x="0" y="545"/>
                </a:cubicBezTo>
                <a:cubicBezTo>
                  <a:pt x="0" y="589"/>
                  <a:pt x="45" y="618"/>
                  <a:pt x="74" y="618"/>
                </a:cubicBezTo>
                <a:cubicBezTo>
                  <a:pt x="368" y="618"/>
                  <a:pt x="368" y="618"/>
                  <a:pt x="368" y="618"/>
                </a:cubicBezTo>
                <a:cubicBezTo>
                  <a:pt x="413" y="618"/>
                  <a:pt x="457" y="589"/>
                  <a:pt x="457" y="545"/>
                </a:cubicBezTo>
                <a:cubicBezTo>
                  <a:pt x="472" y="545"/>
                  <a:pt x="472" y="545"/>
                  <a:pt x="472" y="545"/>
                </a:cubicBezTo>
                <a:cubicBezTo>
                  <a:pt x="516" y="545"/>
                  <a:pt x="545" y="501"/>
                  <a:pt x="545" y="471"/>
                </a:cubicBezTo>
                <a:cubicBezTo>
                  <a:pt x="545" y="192"/>
                  <a:pt x="545" y="192"/>
                  <a:pt x="545" y="192"/>
                </a:cubicBezTo>
                <a:cubicBezTo>
                  <a:pt x="545" y="147"/>
                  <a:pt x="545" y="147"/>
                  <a:pt x="545" y="147"/>
                </a:cubicBezTo>
                <a:lnTo>
                  <a:pt x="413" y="0"/>
                </a:lnTo>
                <a:close/>
                <a:moveTo>
                  <a:pt x="368" y="589"/>
                </a:moveTo>
                <a:lnTo>
                  <a:pt x="368" y="589"/>
                </a:lnTo>
                <a:cubicBezTo>
                  <a:pt x="74" y="589"/>
                  <a:pt x="74" y="589"/>
                  <a:pt x="74" y="589"/>
                </a:cubicBezTo>
                <a:cubicBezTo>
                  <a:pt x="59" y="589"/>
                  <a:pt x="45" y="559"/>
                  <a:pt x="45" y="545"/>
                </a:cubicBezTo>
                <a:cubicBezTo>
                  <a:pt x="45" y="147"/>
                  <a:pt x="45" y="147"/>
                  <a:pt x="45" y="147"/>
                </a:cubicBezTo>
                <a:cubicBezTo>
                  <a:pt x="45" y="133"/>
                  <a:pt x="59" y="118"/>
                  <a:pt x="74" y="118"/>
                </a:cubicBezTo>
                <a:cubicBezTo>
                  <a:pt x="104" y="118"/>
                  <a:pt x="104" y="118"/>
                  <a:pt x="104" y="118"/>
                </a:cubicBezTo>
                <a:cubicBezTo>
                  <a:pt x="104" y="471"/>
                  <a:pt x="104" y="471"/>
                  <a:pt x="104" y="471"/>
                </a:cubicBezTo>
                <a:cubicBezTo>
                  <a:pt x="104" y="501"/>
                  <a:pt x="133" y="545"/>
                  <a:pt x="177" y="545"/>
                </a:cubicBezTo>
                <a:cubicBezTo>
                  <a:pt x="413" y="545"/>
                  <a:pt x="413" y="545"/>
                  <a:pt x="413" y="545"/>
                </a:cubicBezTo>
                <a:cubicBezTo>
                  <a:pt x="413" y="559"/>
                  <a:pt x="398" y="589"/>
                  <a:pt x="368" y="589"/>
                </a:cubicBezTo>
                <a:close/>
                <a:moveTo>
                  <a:pt x="516" y="471"/>
                </a:moveTo>
                <a:lnTo>
                  <a:pt x="516" y="471"/>
                </a:lnTo>
                <a:cubicBezTo>
                  <a:pt x="516" y="486"/>
                  <a:pt x="486" y="501"/>
                  <a:pt x="472" y="501"/>
                </a:cubicBezTo>
                <a:cubicBezTo>
                  <a:pt x="177" y="501"/>
                  <a:pt x="177" y="501"/>
                  <a:pt x="177" y="501"/>
                </a:cubicBezTo>
                <a:cubicBezTo>
                  <a:pt x="163" y="501"/>
                  <a:pt x="133" y="486"/>
                  <a:pt x="133" y="471"/>
                </a:cubicBezTo>
                <a:cubicBezTo>
                  <a:pt x="133" y="74"/>
                  <a:pt x="133" y="74"/>
                  <a:pt x="133" y="74"/>
                </a:cubicBezTo>
                <a:cubicBezTo>
                  <a:pt x="133" y="59"/>
                  <a:pt x="163" y="29"/>
                  <a:pt x="177" y="29"/>
                </a:cubicBezTo>
                <a:cubicBezTo>
                  <a:pt x="368" y="29"/>
                  <a:pt x="368" y="29"/>
                  <a:pt x="368" y="29"/>
                </a:cubicBezTo>
                <a:cubicBezTo>
                  <a:pt x="368" y="74"/>
                  <a:pt x="368" y="118"/>
                  <a:pt x="368" y="118"/>
                </a:cubicBezTo>
                <a:cubicBezTo>
                  <a:pt x="368" y="147"/>
                  <a:pt x="413" y="192"/>
                  <a:pt x="457" y="192"/>
                </a:cubicBezTo>
                <a:cubicBezTo>
                  <a:pt x="457" y="192"/>
                  <a:pt x="472" y="192"/>
                  <a:pt x="516" y="192"/>
                </a:cubicBezTo>
                <a:lnTo>
                  <a:pt x="516" y="471"/>
                </a:lnTo>
                <a:close/>
                <a:moveTo>
                  <a:pt x="457" y="147"/>
                </a:moveTo>
                <a:lnTo>
                  <a:pt x="457" y="147"/>
                </a:lnTo>
                <a:cubicBezTo>
                  <a:pt x="427" y="147"/>
                  <a:pt x="413" y="118"/>
                  <a:pt x="413" y="88"/>
                </a:cubicBezTo>
                <a:cubicBezTo>
                  <a:pt x="413" y="88"/>
                  <a:pt x="413" y="74"/>
                  <a:pt x="413" y="29"/>
                </a:cubicBezTo>
                <a:cubicBezTo>
                  <a:pt x="516" y="147"/>
                  <a:pt x="516" y="147"/>
                  <a:pt x="516" y="147"/>
                </a:cubicBezTo>
                <a:lnTo>
                  <a:pt x="457" y="14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59" name="稻壳儿小白白(http://dwz.cn/Wu2UP)"/>
          <p:cNvSpPr/>
          <p:nvPr/>
        </p:nvSpPr>
        <p:spPr>
          <a:xfrm>
            <a:off x="2768589" y="1268118"/>
            <a:ext cx="437197" cy="534924"/>
          </a:xfrm>
          <a:custGeom>
            <a:avLst/>
            <a:gdLst>
              <a:gd name="T0" fmla="*/ 230465693 w 501"/>
              <a:gd name="T1" fmla="*/ 0 h 619"/>
              <a:gd name="T2" fmla="*/ 230465693 w 501"/>
              <a:gd name="T3" fmla="*/ 0 h 619"/>
              <a:gd name="T4" fmla="*/ 201738585 w 501"/>
              <a:gd name="T5" fmla="*/ 0 h 619"/>
              <a:gd name="T6" fmla="*/ 47660351 w 501"/>
              <a:gd name="T7" fmla="*/ 0 h 619"/>
              <a:gd name="T8" fmla="*/ 0 w 501"/>
              <a:gd name="T9" fmla="*/ 47379166 h 619"/>
              <a:gd name="T10" fmla="*/ 0 w 501"/>
              <a:gd name="T11" fmla="*/ 348940850 h 619"/>
              <a:gd name="T12" fmla="*/ 47660351 w 501"/>
              <a:gd name="T13" fmla="*/ 395679887 h 619"/>
              <a:gd name="T14" fmla="*/ 278778107 w 501"/>
              <a:gd name="T15" fmla="*/ 395679887 h 619"/>
              <a:gd name="T16" fmla="*/ 326438458 w 501"/>
              <a:gd name="T17" fmla="*/ 348940850 h 619"/>
              <a:gd name="T18" fmla="*/ 326438458 w 501"/>
              <a:gd name="T19" fmla="*/ 122929619 h 619"/>
              <a:gd name="T20" fmla="*/ 326438458 w 501"/>
              <a:gd name="T21" fmla="*/ 94118202 h 619"/>
              <a:gd name="T22" fmla="*/ 230465693 w 501"/>
              <a:gd name="T23" fmla="*/ 0 h 619"/>
              <a:gd name="T24" fmla="*/ 307505214 w 501"/>
              <a:gd name="T25" fmla="*/ 348940850 h 619"/>
              <a:gd name="T26" fmla="*/ 307505214 w 501"/>
              <a:gd name="T27" fmla="*/ 348940850 h 619"/>
              <a:gd name="T28" fmla="*/ 278778107 w 501"/>
              <a:gd name="T29" fmla="*/ 377112138 h 619"/>
              <a:gd name="T30" fmla="*/ 47660351 w 501"/>
              <a:gd name="T31" fmla="*/ 377112138 h 619"/>
              <a:gd name="T32" fmla="*/ 18933243 w 501"/>
              <a:gd name="T33" fmla="*/ 348940850 h 619"/>
              <a:gd name="T34" fmla="*/ 18933243 w 501"/>
              <a:gd name="T35" fmla="*/ 47379166 h 619"/>
              <a:gd name="T36" fmla="*/ 47660351 w 501"/>
              <a:gd name="T37" fmla="*/ 18567749 h 619"/>
              <a:gd name="T38" fmla="*/ 201738585 w 501"/>
              <a:gd name="T39" fmla="*/ 18567749 h 619"/>
              <a:gd name="T40" fmla="*/ 201738585 w 501"/>
              <a:gd name="T41" fmla="*/ 75550453 h 619"/>
              <a:gd name="T42" fmla="*/ 249398936 w 501"/>
              <a:gd name="T43" fmla="*/ 122929619 h 619"/>
              <a:gd name="T44" fmla="*/ 307505214 w 501"/>
              <a:gd name="T45" fmla="*/ 122929619 h 619"/>
              <a:gd name="T46" fmla="*/ 307505214 w 501"/>
              <a:gd name="T47" fmla="*/ 348940850 h 619"/>
              <a:gd name="T48" fmla="*/ 249398936 w 501"/>
              <a:gd name="T49" fmla="*/ 94118202 h 619"/>
              <a:gd name="T50" fmla="*/ 249398936 w 501"/>
              <a:gd name="T51" fmla="*/ 94118202 h 619"/>
              <a:gd name="T52" fmla="*/ 230465693 w 501"/>
              <a:gd name="T53" fmla="*/ 75550453 h 619"/>
              <a:gd name="T54" fmla="*/ 230465693 w 501"/>
              <a:gd name="T55" fmla="*/ 18567749 h 619"/>
              <a:gd name="T56" fmla="*/ 307505214 w 501"/>
              <a:gd name="T57" fmla="*/ 94118202 h 619"/>
              <a:gd name="T58" fmla="*/ 249398936 w 501"/>
              <a:gd name="T59" fmla="*/ 94118202 h 619"/>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501" h="619">
                <a:moveTo>
                  <a:pt x="353" y="0"/>
                </a:moveTo>
                <a:lnTo>
                  <a:pt x="353" y="0"/>
                </a:lnTo>
                <a:cubicBezTo>
                  <a:pt x="339" y="0"/>
                  <a:pt x="339" y="0"/>
                  <a:pt x="309" y="0"/>
                </a:cubicBezTo>
                <a:cubicBezTo>
                  <a:pt x="73" y="0"/>
                  <a:pt x="73" y="0"/>
                  <a:pt x="73" y="0"/>
                </a:cubicBezTo>
                <a:cubicBezTo>
                  <a:pt x="29" y="0"/>
                  <a:pt x="0" y="29"/>
                  <a:pt x="0" y="74"/>
                </a:cubicBezTo>
                <a:cubicBezTo>
                  <a:pt x="0" y="545"/>
                  <a:pt x="0" y="545"/>
                  <a:pt x="0" y="545"/>
                </a:cubicBezTo>
                <a:cubicBezTo>
                  <a:pt x="0" y="589"/>
                  <a:pt x="29" y="618"/>
                  <a:pt x="73" y="618"/>
                </a:cubicBezTo>
                <a:cubicBezTo>
                  <a:pt x="427" y="618"/>
                  <a:pt x="427" y="618"/>
                  <a:pt x="427" y="618"/>
                </a:cubicBezTo>
                <a:cubicBezTo>
                  <a:pt x="471" y="618"/>
                  <a:pt x="500" y="589"/>
                  <a:pt x="500" y="545"/>
                </a:cubicBezTo>
                <a:cubicBezTo>
                  <a:pt x="500" y="192"/>
                  <a:pt x="500" y="192"/>
                  <a:pt x="500" y="192"/>
                </a:cubicBezTo>
                <a:cubicBezTo>
                  <a:pt x="500" y="192"/>
                  <a:pt x="500" y="177"/>
                  <a:pt x="500" y="147"/>
                </a:cubicBezTo>
                <a:lnTo>
                  <a:pt x="353" y="0"/>
                </a:lnTo>
                <a:close/>
                <a:moveTo>
                  <a:pt x="471" y="545"/>
                </a:moveTo>
                <a:lnTo>
                  <a:pt x="471" y="545"/>
                </a:lnTo>
                <a:cubicBezTo>
                  <a:pt x="471" y="559"/>
                  <a:pt x="441" y="589"/>
                  <a:pt x="427" y="589"/>
                </a:cubicBezTo>
                <a:cubicBezTo>
                  <a:pt x="73" y="589"/>
                  <a:pt x="73" y="589"/>
                  <a:pt x="73" y="589"/>
                </a:cubicBezTo>
                <a:cubicBezTo>
                  <a:pt x="59" y="589"/>
                  <a:pt x="29" y="559"/>
                  <a:pt x="29" y="545"/>
                </a:cubicBezTo>
                <a:cubicBezTo>
                  <a:pt x="29" y="74"/>
                  <a:pt x="29" y="74"/>
                  <a:pt x="29" y="74"/>
                </a:cubicBezTo>
                <a:cubicBezTo>
                  <a:pt x="29" y="59"/>
                  <a:pt x="59" y="29"/>
                  <a:pt x="73" y="29"/>
                </a:cubicBezTo>
                <a:cubicBezTo>
                  <a:pt x="309" y="29"/>
                  <a:pt x="309" y="29"/>
                  <a:pt x="309" y="29"/>
                </a:cubicBezTo>
                <a:cubicBezTo>
                  <a:pt x="309" y="88"/>
                  <a:pt x="309" y="118"/>
                  <a:pt x="309" y="118"/>
                </a:cubicBezTo>
                <a:cubicBezTo>
                  <a:pt x="309" y="162"/>
                  <a:pt x="339" y="192"/>
                  <a:pt x="382" y="192"/>
                </a:cubicBezTo>
                <a:cubicBezTo>
                  <a:pt x="382" y="192"/>
                  <a:pt x="427" y="192"/>
                  <a:pt x="471" y="192"/>
                </a:cubicBezTo>
                <a:lnTo>
                  <a:pt x="471" y="545"/>
                </a:lnTo>
                <a:close/>
                <a:moveTo>
                  <a:pt x="382" y="147"/>
                </a:moveTo>
                <a:lnTo>
                  <a:pt x="382" y="147"/>
                </a:lnTo>
                <a:cubicBezTo>
                  <a:pt x="368" y="147"/>
                  <a:pt x="353" y="133"/>
                  <a:pt x="353" y="118"/>
                </a:cubicBezTo>
                <a:cubicBezTo>
                  <a:pt x="353" y="118"/>
                  <a:pt x="353" y="88"/>
                  <a:pt x="353" y="29"/>
                </a:cubicBezTo>
                <a:cubicBezTo>
                  <a:pt x="471" y="147"/>
                  <a:pt x="471" y="147"/>
                  <a:pt x="471" y="147"/>
                </a:cubicBezTo>
                <a:lnTo>
                  <a:pt x="382" y="147"/>
                </a:ln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
        <p:nvSpPr>
          <p:cNvPr id="160" name="稻壳儿小白白(http://dwz.cn/Wu2UP)"/>
          <p:cNvSpPr/>
          <p:nvPr/>
        </p:nvSpPr>
        <p:spPr>
          <a:xfrm>
            <a:off x="1901052" y="1268118"/>
            <a:ext cx="435483" cy="534924"/>
          </a:xfrm>
          <a:custGeom>
            <a:avLst/>
            <a:gdLst>
              <a:gd name="T0" fmla="*/ 228662378 w 501"/>
              <a:gd name="T1" fmla="*/ 0 h 619"/>
              <a:gd name="T2" fmla="*/ 228662378 w 501"/>
              <a:gd name="T3" fmla="*/ 0 h 619"/>
              <a:gd name="T4" fmla="*/ 200160568 w 501"/>
              <a:gd name="T5" fmla="*/ 0 h 619"/>
              <a:gd name="T6" fmla="*/ 47286783 w 501"/>
              <a:gd name="T7" fmla="*/ 0 h 619"/>
              <a:gd name="T8" fmla="*/ 0 w 501"/>
              <a:gd name="T9" fmla="*/ 47379166 h 619"/>
              <a:gd name="T10" fmla="*/ 0 w 501"/>
              <a:gd name="T11" fmla="*/ 348940850 h 619"/>
              <a:gd name="T12" fmla="*/ 47286783 w 501"/>
              <a:gd name="T13" fmla="*/ 395679887 h 619"/>
              <a:gd name="T14" fmla="*/ 276597058 w 501"/>
              <a:gd name="T15" fmla="*/ 395679887 h 619"/>
              <a:gd name="T16" fmla="*/ 323883841 w 501"/>
              <a:gd name="T17" fmla="*/ 348940850 h 619"/>
              <a:gd name="T18" fmla="*/ 323883841 w 501"/>
              <a:gd name="T19" fmla="*/ 94118202 h 619"/>
              <a:gd name="T20" fmla="*/ 228662378 w 501"/>
              <a:gd name="T21" fmla="*/ 0 h 619"/>
              <a:gd name="T22" fmla="*/ 305098868 w 501"/>
              <a:gd name="T23" fmla="*/ 348940850 h 619"/>
              <a:gd name="T24" fmla="*/ 305098868 w 501"/>
              <a:gd name="T25" fmla="*/ 348940850 h 619"/>
              <a:gd name="T26" fmla="*/ 276597058 w 501"/>
              <a:gd name="T27" fmla="*/ 377112138 h 619"/>
              <a:gd name="T28" fmla="*/ 47286783 w 501"/>
              <a:gd name="T29" fmla="*/ 377112138 h 619"/>
              <a:gd name="T30" fmla="*/ 18784973 w 501"/>
              <a:gd name="T31" fmla="*/ 348940850 h 619"/>
              <a:gd name="T32" fmla="*/ 18784973 w 501"/>
              <a:gd name="T33" fmla="*/ 47379166 h 619"/>
              <a:gd name="T34" fmla="*/ 47286783 w 501"/>
              <a:gd name="T35" fmla="*/ 18567749 h 619"/>
              <a:gd name="T36" fmla="*/ 200160568 w 501"/>
              <a:gd name="T37" fmla="*/ 18567749 h 619"/>
              <a:gd name="T38" fmla="*/ 200160568 w 501"/>
              <a:gd name="T39" fmla="*/ 75550453 h 619"/>
              <a:gd name="T40" fmla="*/ 247447351 w 501"/>
              <a:gd name="T41" fmla="*/ 122929619 h 619"/>
              <a:gd name="T42" fmla="*/ 305098868 w 501"/>
              <a:gd name="T43" fmla="*/ 122929619 h 619"/>
              <a:gd name="T44" fmla="*/ 305098868 w 501"/>
              <a:gd name="T45" fmla="*/ 348940850 h 619"/>
              <a:gd name="T46" fmla="*/ 247447351 w 501"/>
              <a:gd name="T47" fmla="*/ 94118202 h 619"/>
              <a:gd name="T48" fmla="*/ 247447351 w 501"/>
              <a:gd name="T49" fmla="*/ 94118202 h 619"/>
              <a:gd name="T50" fmla="*/ 228662378 w 501"/>
              <a:gd name="T51" fmla="*/ 75550453 h 619"/>
              <a:gd name="T52" fmla="*/ 228662378 w 501"/>
              <a:gd name="T53" fmla="*/ 18567749 h 619"/>
              <a:gd name="T54" fmla="*/ 305098868 w 501"/>
              <a:gd name="T55" fmla="*/ 94118202 h 619"/>
              <a:gd name="T56" fmla="*/ 247447351 w 501"/>
              <a:gd name="T57" fmla="*/ 94118202 h 619"/>
              <a:gd name="T58" fmla="*/ 238378411 w 501"/>
              <a:gd name="T59" fmla="*/ 273390397 h 619"/>
              <a:gd name="T60" fmla="*/ 238378411 w 501"/>
              <a:gd name="T61" fmla="*/ 273390397 h 619"/>
              <a:gd name="T62" fmla="*/ 85505431 w 501"/>
              <a:gd name="T63" fmla="*/ 273390397 h 619"/>
              <a:gd name="T64" fmla="*/ 76436490 w 501"/>
              <a:gd name="T65" fmla="*/ 282993936 h 619"/>
              <a:gd name="T66" fmla="*/ 85505431 w 501"/>
              <a:gd name="T67" fmla="*/ 301561685 h 619"/>
              <a:gd name="T68" fmla="*/ 238378411 w 501"/>
              <a:gd name="T69" fmla="*/ 301561685 h 619"/>
              <a:gd name="T70" fmla="*/ 247447351 w 501"/>
              <a:gd name="T71" fmla="*/ 282993936 h 619"/>
              <a:gd name="T72" fmla="*/ 238378411 w 501"/>
              <a:gd name="T73" fmla="*/ 273390397 h 619"/>
              <a:gd name="T74" fmla="*/ 238378411 w 501"/>
              <a:gd name="T75" fmla="*/ 197839943 h 619"/>
              <a:gd name="T76" fmla="*/ 238378411 w 501"/>
              <a:gd name="T77" fmla="*/ 197839943 h 619"/>
              <a:gd name="T78" fmla="*/ 85505431 w 501"/>
              <a:gd name="T79" fmla="*/ 197839943 h 619"/>
              <a:gd name="T80" fmla="*/ 76436490 w 501"/>
              <a:gd name="T81" fmla="*/ 207443482 h 619"/>
              <a:gd name="T82" fmla="*/ 85505431 w 501"/>
              <a:gd name="T83" fmla="*/ 226651360 h 619"/>
              <a:gd name="T84" fmla="*/ 238378411 w 501"/>
              <a:gd name="T85" fmla="*/ 226651360 h 619"/>
              <a:gd name="T86" fmla="*/ 247447351 w 501"/>
              <a:gd name="T87" fmla="*/ 207443482 h 619"/>
              <a:gd name="T88" fmla="*/ 238378411 w 501"/>
              <a:gd name="T89" fmla="*/ 197839943 h 619"/>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501" h="619">
                <a:moveTo>
                  <a:pt x="353" y="0"/>
                </a:moveTo>
                <a:lnTo>
                  <a:pt x="353" y="0"/>
                </a:lnTo>
                <a:cubicBezTo>
                  <a:pt x="338" y="0"/>
                  <a:pt x="338" y="0"/>
                  <a:pt x="309" y="0"/>
                </a:cubicBezTo>
                <a:cubicBezTo>
                  <a:pt x="73" y="0"/>
                  <a:pt x="73" y="0"/>
                  <a:pt x="73" y="0"/>
                </a:cubicBezTo>
                <a:cubicBezTo>
                  <a:pt x="29" y="0"/>
                  <a:pt x="0" y="29"/>
                  <a:pt x="0" y="74"/>
                </a:cubicBezTo>
                <a:cubicBezTo>
                  <a:pt x="0" y="545"/>
                  <a:pt x="0" y="545"/>
                  <a:pt x="0" y="545"/>
                </a:cubicBezTo>
                <a:cubicBezTo>
                  <a:pt x="0" y="589"/>
                  <a:pt x="29" y="618"/>
                  <a:pt x="73" y="618"/>
                </a:cubicBezTo>
                <a:cubicBezTo>
                  <a:pt x="427" y="618"/>
                  <a:pt x="427" y="618"/>
                  <a:pt x="427" y="618"/>
                </a:cubicBezTo>
                <a:cubicBezTo>
                  <a:pt x="471" y="618"/>
                  <a:pt x="500" y="589"/>
                  <a:pt x="500" y="545"/>
                </a:cubicBezTo>
                <a:cubicBezTo>
                  <a:pt x="500" y="147"/>
                  <a:pt x="500" y="147"/>
                  <a:pt x="500" y="147"/>
                </a:cubicBezTo>
                <a:lnTo>
                  <a:pt x="353" y="0"/>
                </a:lnTo>
                <a:close/>
                <a:moveTo>
                  <a:pt x="471" y="545"/>
                </a:moveTo>
                <a:lnTo>
                  <a:pt x="471" y="545"/>
                </a:lnTo>
                <a:cubicBezTo>
                  <a:pt x="471" y="559"/>
                  <a:pt x="441" y="589"/>
                  <a:pt x="427" y="589"/>
                </a:cubicBezTo>
                <a:cubicBezTo>
                  <a:pt x="73" y="589"/>
                  <a:pt x="73" y="589"/>
                  <a:pt x="73" y="589"/>
                </a:cubicBezTo>
                <a:cubicBezTo>
                  <a:pt x="59" y="589"/>
                  <a:pt x="29" y="559"/>
                  <a:pt x="29" y="545"/>
                </a:cubicBezTo>
                <a:cubicBezTo>
                  <a:pt x="29" y="74"/>
                  <a:pt x="29" y="74"/>
                  <a:pt x="29" y="74"/>
                </a:cubicBezTo>
                <a:cubicBezTo>
                  <a:pt x="29" y="59"/>
                  <a:pt x="59" y="29"/>
                  <a:pt x="73" y="29"/>
                </a:cubicBezTo>
                <a:cubicBezTo>
                  <a:pt x="309" y="29"/>
                  <a:pt x="309" y="29"/>
                  <a:pt x="309" y="29"/>
                </a:cubicBezTo>
                <a:cubicBezTo>
                  <a:pt x="309" y="88"/>
                  <a:pt x="309" y="118"/>
                  <a:pt x="309" y="118"/>
                </a:cubicBezTo>
                <a:cubicBezTo>
                  <a:pt x="309" y="162"/>
                  <a:pt x="338" y="192"/>
                  <a:pt x="382" y="192"/>
                </a:cubicBezTo>
                <a:cubicBezTo>
                  <a:pt x="382" y="192"/>
                  <a:pt x="427" y="192"/>
                  <a:pt x="471" y="192"/>
                </a:cubicBezTo>
                <a:lnTo>
                  <a:pt x="471" y="545"/>
                </a:lnTo>
                <a:close/>
                <a:moveTo>
                  <a:pt x="382" y="147"/>
                </a:moveTo>
                <a:lnTo>
                  <a:pt x="382" y="147"/>
                </a:lnTo>
                <a:cubicBezTo>
                  <a:pt x="368" y="147"/>
                  <a:pt x="353" y="133"/>
                  <a:pt x="353" y="118"/>
                </a:cubicBezTo>
                <a:cubicBezTo>
                  <a:pt x="353" y="118"/>
                  <a:pt x="353" y="88"/>
                  <a:pt x="353" y="29"/>
                </a:cubicBezTo>
                <a:cubicBezTo>
                  <a:pt x="471" y="147"/>
                  <a:pt x="471" y="147"/>
                  <a:pt x="471" y="147"/>
                </a:cubicBezTo>
                <a:lnTo>
                  <a:pt x="382" y="147"/>
                </a:lnTo>
                <a:close/>
                <a:moveTo>
                  <a:pt x="368" y="427"/>
                </a:moveTo>
                <a:lnTo>
                  <a:pt x="368" y="427"/>
                </a:lnTo>
                <a:cubicBezTo>
                  <a:pt x="132" y="427"/>
                  <a:pt x="132" y="427"/>
                  <a:pt x="132" y="427"/>
                </a:cubicBezTo>
                <a:cubicBezTo>
                  <a:pt x="118" y="427"/>
                  <a:pt x="118" y="442"/>
                  <a:pt x="118" y="442"/>
                </a:cubicBezTo>
                <a:cubicBezTo>
                  <a:pt x="118" y="457"/>
                  <a:pt x="118" y="471"/>
                  <a:pt x="132" y="471"/>
                </a:cubicBezTo>
                <a:cubicBezTo>
                  <a:pt x="368" y="471"/>
                  <a:pt x="368" y="471"/>
                  <a:pt x="368" y="471"/>
                </a:cubicBezTo>
                <a:cubicBezTo>
                  <a:pt x="382" y="471"/>
                  <a:pt x="382" y="457"/>
                  <a:pt x="382" y="442"/>
                </a:cubicBezTo>
                <a:cubicBezTo>
                  <a:pt x="382" y="442"/>
                  <a:pt x="382" y="427"/>
                  <a:pt x="368" y="427"/>
                </a:cubicBezTo>
                <a:close/>
                <a:moveTo>
                  <a:pt x="368" y="309"/>
                </a:moveTo>
                <a:lnTo>
                  <a:pt x="368" y="309"/>
                </a:lnTo>
                <a:cubicBezTo>
                  <a:pt x="132" y="309"/>
                  <a:pt x="132" y="309"/>
                  <a:pt x="132" y="309"/>
                </a:cubicBezTo>
                <a:cubicBezTo>
                  <a:pt x="118" y="309"/>
                  <a:pt x="118" y="324"/>
                  <a:pt x="118" y="324"/>
                </a:cubicBezTo>
                <a:cubicBezTo>
                  <a:pt x="118" y="339"/>
                  <a:pt x="118" y="354"/>
                  <a:pt x="132" y="354"/>
                </a:cubicBezTo>
                <a:cubicBezTo>
                  <a:pt x="368" y="354"/>
                  <a:pt x="368" y="354"/>
                  <a:pt x="368" y="354"/>
                </a:cubicBezTo>
                <a:cubicBezTo>
                  <a:pt x="382" y="354"/>
                  <a:pt x="382" y="339"/>
                  <a:pt x="382" y="324"/>
                </a:cubicBezTo>
                <a:cubicBezTo>
                  <a:pt x="382" y="324"/>
                  <a:pt x="382" y="309"/>
                  <a:pt x="368" y="309"/>
                </a:cubicBezTo>
                <a:close/>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wrap="none" lIns="121908" tIns="60955" rIns="121908" bIns="60955" anchor="ctr"/>
          <a:lstStyle/>
          <a:p>
            <a:endParaRPr lang="zh-CN" altLang="en-US"/>
          </a:p>
        </p:txBody>
      </p:sp>
    </p:spTree>
    <p:extLst>
      <p:ext uri="{BB962C8B-B14F-4D97-AF65-F5344CB8AC3E}">
        <p14:creationId xmlns:p14="http://schemas.microsoft.com/office/powerpoint/2010/main" val="1851778670"/>
      </p:ext>
    </p:extLst>
  </p:cSld>
  <p:clrMapOvr>
    <a:masterClrMapping/>
  </p:clrMapOvr>
</p:sld>
</file>

<file path=ppt/slides/vr_icons_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637E3FE-8629-4016-8A23-3BD8E11AD568}"/>
              </a:ext>
            </a:extLst>
          </p:cNvPr>
          <p:cNvSpPr>
            <a:spLocks noGrp="1"/>
          </p:cNvSpPr>
          <p:nvPr>
            <p:ph type="title"/>
          </p:nvPr>
        </p:nvSpPr>
        <p:spPr/>
        <p:txBody xmlns:p="http://schemas.openxmlformats.org/presentationml/2006/main" xmlns:a="http://schemas.openxmlformats.org/drawingml/2006/main">
          <a:bodyPr/>
          <a:lstStyle/>
          <a:p>
            <a:r>
              <a:t>I05 线框生活与工具图标（结构示例）</a:t>
            </a:r>
          </a:p>
        </p:txBody>
      </p:sp>
      <p:pic>
        <p:nvPicPr>
          <p:cNvPr id="101" name="稻壳儿小白白(http://dwz.cn/Wu2UP)"/>
          <p:cNvPicPr>
            <a:picLocks noChangeArrowheads="1"/>
          </p:cNvPicPr>
          <p:nvPr/>
        </p:nvPicPr>
        <p:blipFill>
          <a:blip r:embed="rId3">
            <a:duotone>
              <a:srgbClr val="336699"/>
              <a:srgbClr val="336699"/>
            </a:duotone>
          </a:blip>
          <a:srcRect/>
          <a:stretch>
            <a:fillRect/>
          </a:stretch>
        </p:blipFill>
        <p:spPr>
          <a:xfrm>
            <a:off x="901922" y="1813750"/>
            <a:ext cx="500634"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2" name="稻壳儿小白白(http://dwz.cn/Wu2UP)"/>
          <p:cNvPicPr>
            <a:picLocks noChangeArrowheads="1"/>
          </p:cNvPicPr>
          <p:nvPr/>
        </p:nvPicPr>
        <p:blipFill>
          <a:blip r:embed="rId4">
            <a:duotone>
              <a:srgbClr val="336699"/>
              <a:srgbClr val="336699"/>
            </a:duotone>
          </a:blip>
          <a:srcRect/>
          <a:stretch>
            <a:fillRect/>
          </a:stretch>
        </p:blipFill>
        <p:spPr>
          <a:xfrm>
            <a:off x="1863756" y="1820608"/>
            <a:ext cx="368618"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03" name="稻壳儿小白白(http://dwz.cn/Wu2UP)"/>
          <p:cNvSpPr>
            <a:spLocks noEditPoints="1"/>
          </p:cNvSpPr>
          <p:nvPr/>
        </p:nvSpPr>
        <p:spPr>
          <a:xfrm>
            <a:off x="4630959" y="3932872"/>
            <a:ext cx="433769" cy="497205"/>
          </a:xfrm>
          <a:custGeom>
            <a:avLst/>
            <a:gdLst>
              <a:gd name="T0" fmla="*/ 1396830024 w 108"/>
              <a:gd name="T1" fmla="*/ 266175351 h 123"/>
              <a:gd name="T2" fmla="*/ 1327681349 w 108"/>
              <a:gd name="T3" fmla="*/ 70044372 h 123"/>
              <a:gd name="T4" fmla="*/ 1230867996 w 108"/>
              <a:gd name="T5" fmla="*/ 0 h 123"/>
              <a:gd name="T6" fmla="*/ 276598422 w 108"/>
              <a:gd name="T7" fmla="*/ 0 h 123"/>
              <a:gd name="T8" fmla="*/ 165958309 w 108"/>
              <a:gd name="T9" fmla="*/ 70044372 h 123"/>
              <a:gd name="T10" fmla="*/ 110640112 w 108"/>
              <a:gd name="T11" fmla="*/ 266175351 h 123"/>
              <a:gd name="T12" fmla="*/ 0 w 108"/>
              <a:gd name="T13" fmla="*/ 378248591 h 123"/>
              <a:gd name="T14" fmla="*/ 0 w 108"/>
              <a:gd name="T15" fmla="*/ 546360324 h 123"/>
              <a:gd name="T16" fmla="*/ 110640112 w 108"/>
              <a:gd name="T17" fmla="*/ 644423942 h 123"/>
              <a:gd name="T18" fmla="*/ 165958309 w 108"/>
              <a:gd name="T19" fmla="*/ 644423942 h 123"/>
              <a:gd name="T20" fmla="*/ 165958309 w 108"/>
              <a:gd name="T21" fmla="*/ 658433565 h 123"/>
              <a:gd name="T22" fmla="*/ 276598422 w 108"/>
              <a:gd name="T23" fmla="*/ 1625067607 h 123"/>
              <a:gd name="T24" fmla="*/ 373411774 w 108"/>
              <a:gd name="T25" fmla="*/ 1723131225 h 123"/>
              <a:gd name="T26" fmla="*/ 1120231603 w 108"/>
              <a:gd name="T27" fmla="*/ 1723131225 h 123"/>
              <a:gd name="T28" fmla="*/ 1230867996 w 108"/>
              <a:gd name="T29" fmla="*/ 1625067607 h 123"/>
              <a:gd name="T30" fmla="*/ 1327681349 w 108"/>
              <a:gd name="T31" fmla="*/ 658433565 h 123"/>
              <a:gd name="T32" fmla="*/ 1327681349 w 108"/>
              <a:gd name="T33" fmla="*/ 644423942 h 123"/>
              <a:gd name="T34" fmla="*/ 1382999545 w 108"/>
              <a:gd name="T35" fmla="*/ 644423942 h 123"/>
              <a:gd name="T36" fmla="*/ 1493639658 w 108"/>
              <a:gd name="T37" fmla="*/ 546360324 h 123"/>
              <a:gd name="T38" fmla="*/ 1493639658 w 108"/>
              <a:gd name="T39" fmla="*/ 378248591 h 123"/>
              <a:gd name="T40" fmla="*/ 1396830024 w 108"/>
              <a:gd name="T41" fmla="*/ 266175351 h 123"/>
              <a:gd name="T42" fmla="*/ 276598422 w 108"/>
              <a:gd name="T43" fmla="*/ 112073241 h 123"/>
              <a:gd name="T44" fmla="*/ 1230867996 w 108"/>
              <a:gd name="T45" fmla="*/ 112073241 h 123"/>
              <a:gd name="T46" fmla="*/ 1272359433 w 108"/>
              <a:gd name="T47" fmla="*/ 266175351 h 123"/>
              <a:gd name="T48" fmla="*/ 221280225 w 108"/>
              <a:gd name="T49" fmla="*/ 266175351 h 123"/>
              <a:gd name="T50" fmla="*/ 276598422 w 108"/>
              <a:gd name="T51" fmla="*/ 112073241 h 123"/>
              <a:gd name="T52" fmla="*/ 1120231603 w 108"/>
              <a:gd name="T53" fmla="*/ 1611057984 h 123"/>
              <a:gd name="T54" fmla="*/ 373411774 w 108"/>
              <a:gd name="T55" fmla="*/ 1611057984 h 123"/>
              <a:gd name="T56" fmla="*/ 359581295 w 108"/>
              <a:gd name="T57" fmla="*/ 1456955874 h 123"/>
              <a:gd name="T58" fmla="*/ 1134058363 w 108"/>
              <a:gd name="T59" fmla="*/ 1456955874 h 123"/>
              <a:gd name="T60" fmla="*/ 1120231603 w 108"/>
              <a:gd name="T61" fmla="*/ 1611057984 h 123"/>
              <a:gd name="T62" fmla="*/ 1147888842 w 108"/>
              <a:gd name="T63" fmla="*/ 1400921125 h 123"/>
              <a:gd name="T64" fmla="*/ 359581295 w 108"/>
              <a:gd name="T65" fmla="*/ 1400921125 h 123"/>
              <a:gd name="T66" fmla="*/ 290428900 w 108"/>
              <a:gd name="T67" fmla="*/ 868570424 h 123"/>
              <a:gd name="T68" fmla="*/ 1203210757 w 108"/>
              <a:gd name="T69" fmla="*/ 868570424 h 123"/>
              <a:gd name="T70" fmla="*/ 1147888842 w 108"/>
              <a:gd name="T71" fmla="*/ 1400921125 h 123"/>
              <a:gd name="T72" fmla="*/ 1203210757 w 108"/>
              <a:gd name="T73" fmla="*/ 812531932 h 123"/>
              <a:gd name="T74" fmla="*/ 290428900 w 108"/>
              <a:gd name="T75" fmla="*/ 812531932 h 123"/>
              <a:gd name="T76" fmla="*/ 276598422 w 108"/>
              <a:gd name="T77" fmla="*/ 644423942 h 123"/>
              <a:gd name="T78" fmla="*/ 1230867996 w 108"/>
              <a:gd name="T79" fmla="*/ 644423942 h 123"/>
              <a:gd name="T80" fmla="*/ 1203210757 w 108"/>
              <a:gd name="T81" fmla="*/ 812531932 h 123"/>
              <a:gd name="T82" fmla="*/ 1382999545 w 108"/>
              <a:gd name="T83" fmla="*/ 546360324 h 123"/>
              <a:gd name="T84" fmla="*/ 110640112 w 108"/>
              <a:gd name="T85" fmla="*/ 546360324 h 123"/>
              <a:gd name="T86" fmla="*/ 110640112 w 108"/>
              <a:gd name="T87" fmla="*/ 378248591 h 123"/>
              <a:gd name="T88" fmla="*/ 1382999545 w 108"/>
              <a:gd name="T89" fmla="*/ 378248591 h 123"/>
              <a:gd name="T90" fmla="*/ 1382999545 w 108"/>
              <a:gd name="T91" fmla="*/ 546360324 h 123"/>
              <a:gd name="T92" fmla="*/ 1382999545 w 108"/>
              <a:gd name="T93" fmla="*/ 546360324 h 123"/>
              <a:gd name="T94" fmla="*/ 1382999545 w 108"/>
              <a:gd name="T95" fmla="*/ 546360324 h 12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08" h="123">
                <a:moveTo>
                  <a:pt x="101" y="19"/>
                </a:moveTo>
                <a:cubicBezTo>
                  <a:pt x="96" y="5"/>
                  <a:pt x="96" y="5"/>
                  <a:pt x="96" y="5"/>
                </a:cubicBezTo>
                <a:cubicBezTo>
                  <a:pt x="95" y="2"/>
                  <a:pt x="92" y="0"/>
                  <a:pt x="89" y="0"/>
                </a:cubicBezTo>
                <a:cubicBezTo>
                  <a:pt x="20" y="0"/>
                  <a:pt x="20" y="0"/>
                  <a:pt x="20" y="0"/>
                </a:cubicBezTo>
                <a:cubicBezTo>
                  <a:pt x="16" y="0"/>
                  <a:pt x="13" y="2"/>
                  <a:pt x="12" y="5"/>
                </a:cubicBezTo>
                <a:cubicBezTo>
                  <a:pt x="8" y="19"/>
                  <a:pt x="8" y="19"/>
                  <a:pt x="8" y="19"/>
                </a:cubicBezTo>
                <a:cubicBezTo>
                  <a:pt x="4" y="20"/>
                  <a:pt x="0" y="23"/>
                  <a:pt x="0" y="27"/>
                </a:cubicBezTo>
                <a:cubicBezTo>
                  <a:pt x="0" y="39"/>
                  <a:pt x="0" y="39"/>
                  <a:pt x="0" y="39"/>
                </a:cubicBezTo>
                <a:cubicBezTo>
                  <a:pt x="0" y="43"/>
                  <a:pt x="4" y="46"/>
                  <a:pt x="8" y="46"/>
                </a:cubicBezTo>
                <a:cubicBezTo>
                  <a:pt x="12" y="46"/>
                  <a:pt x="12" y="46"/>
                  <a:pt x="12" y="46"/>
                </a:cubicBezTo>
                <a:cubicBezTo>
                  <a:pt x="12" y="47"/>
                  <a:pt x="12" y="47"/>
                  <a:pt x="12" y="47"/>
                </a:cubicBezTo>
                <a:cubicBezTo>
                  <a:pt x="20" y="116"/>
                  <a:pt x="20" y="116"/>
                  <a:pt x="20" y="116"/>
                </a:cubicBezTo>
                <a:cubicBezTo>
                  <a:pt x="20" y="120"/>
                  <a:pt x="23" y="123"/>
                  <a:pt x="27" y="123"/>
                </a:cubicBezTo>
                <a:cubicBezTo>
                  <a:pt x="81" y="123"/>
                  <a:pt x="81" y="123"/>
                  <a:pt x="81" y="123"/>
                </a:cubicBezTo>
                <a:cubicBezTo>
                  <a:pt x="85" y="123"/>
                  <a:pt x="88" y="120"/>
                  <a:pt x="89" y="116"/>
                </a:cubicBezTo>
                <a:cubicBezTo>
                  <a:pt x="96" y="47"/>
                  <a:pt x="96" y="47"/>
                  <a:pt x="96" y="47"/>
                </a:cubicBezTo>
                <a:cubicBezTo>
                  <a:pt x="96" y="46"/>
                  <a:pt x="96" y="46"/>
                  <a:pt x="96" y="46"/>
                </a:cubicBezTo>
                <a:cubicBezTo>
                  <a:pt x="100" y="46"/>
                  <a:pt x="100" y="46"/>
                  <a:pt x="100" y="46"/>
                </a:cubicBezTo>
                <a:cubicBezTo>
                  <a:pt x="104" y="46"/>
                  <a:pt x="108" y="43"/>
                  <a:pt x="108" y="39"/>
                </a:cubicBezTo>
                <a:cubicBezTo>
                  <a:pt x="108" y="27"/>
                  <a:pt x="108" y="27"/>
                  <a:pt x="108" y="27"/>
                </a:cubicBezTo>
                <a:cubicBezTo>
                  <a:pt x="108" y="23"/>
                  <a:pt x="105" y="20"/>
                  <a:pt x="101" y="19"/>
                </a:cubicBezTo>
                <a:close/>
                <a:moveTo>
                  <a:pt x="20" y="8"/>
                </a:moveTo>
                <a:cubicBezTo>
                  <a:pt x="89" y="8"/>
                  <a:pt x="89" y="8"/>
                  <a:pt x="89" y="8"/>
                </a:cubicBezTo>
                <a:cubicBezTo>
                  <a:pt x="92" y="19"/>
                  <a:pt x="92" y="19"/>
                  <a:pt x="92" y="19"/>
                </a:cubicBezTo>
                <a:cubicBezTo>
                  <a:pt x="16" y="19"/>
                  <a:pt x="16" y="19"/>
                  <a:pt x="16" y="19"/>
                </a:cubicBezTo>
                <a:lnTo>
                  <a:pt x="20" y="8"/>
                </a:lnTo>
                <a:close/>
                <a:moveTo>
                  <a:pt x="81" y="115"/>
                </a:moveTo>
                <a:cubicBezTo>
                  <a:pt x="27" y="115"/>
                  <a:pt x="27" y="115"/>
                  <a:pt x="27" y="115"/>
                </a:cubicBezTo>
                <a:cubicBezTo>
                  <a:pt x="26" y="104"/>
                  <a:pt x="26" y="104"/>
                  <a:pt x="26" y="104"/>
                </a:cubicBezTo>
                <a:cubicBezTo>
                  <a:pt x="82" y="104"/>
                  <a:pt x="82" y="104"/>
                  <a:pt x="82" y="104"/>
                </a:cubicBezTo>
                <a:lnTo>
                  <a:pt x="81" y="115"/>
                </a:lnTo>
                <a:close/>
                <a:moveTo>
                  <a:pt x="83" y="100"/>
                </a:moveTo>
                <a:cubicBezTo>
                  <a:pt x="26" y="100"/>
                  <a:pt x="26" y="100"/>
                  <a:pt x="26" y="100"/>
                </a:cubicBezTo>
                <a:cubicBezTo>
                  <a:pt x="21" y="62"/>
                  <a:pt x="21" y="62"/>
                  <a:pt x="21" y="62"/>
                </a:cubicBezTo>
                <a:cubicBezTo>
                  <a:pt x="87" y="62"/>
                  <a:pt x="87" y="62"/>
                  <a:pt x="87" y="62"/>
                </a:cubicBezTo>
                <a:lnTo>
                  <a:pt x="83" y="100"/>
                </a:lnTo>
                <a:close/>
                <a:moveTo>
                  <a:pt x="87" y="58"/>
                </a:moveTo>
                <a:cubicBezTo>
                  <a:pt x="21" y="58"/>
                  <a:pt x="21" y="58"/>
                  <a:pt x="21" y="58"/>
                </a:cubicBezTo>
                <a:cubicBezTo>
                  <a:pt x="20" y="46"/>
                  <a:pt x="20" y="46"/>
                  <a:pt x="20" y="46"/>
                </a:cubicBezTo>
                <a:cubicBezTo>
                  <a:pt x="89" y="46"/>
                  <a:pt x="89" y="46"/>
                  <a:pt x="89" y="46"/>
                </a:cubicBezTo>
                <a:lnTo>
                  <a:pt x="87" y="58"/>
                </a:lnTo>
                <a:close/>
                <a:moveTo>
                  <a:pt x="100" y="39"/>
                </a:moveTo>
                <a:cubicBezTo>
                  <a:pt x="8" y="39"/>
                  <a:pt x="8" y="39"/>
                  <a:pt x="8" y="39"/>
                </a:cubicBezTo>
                <a:cubicBezTo>
                  <a:pt x="8" y="27"/>
                  <a:pt x="8" y="27"/>
                  <a:pt x="8" y="27"/>
                </a:cubicBezTo>
                <a:cubicBezTo>
                  <a:pt x="100" y="27"/>
                  <a:pt x="100" y="27"/>
                  <a:pt x="100" y="27"/>
                </a:cubicBezTo>
                <a:lnTo>
                  <a:pt x="100" y="39"/>
                </a:lnTo>
                <a:close/>
                <a:moveTo>
                  <a:pt x="100" y="39"/>
                </a:moveTo>
                <a:cubicBezTo>
                  <a:pt x="100" y="39"/>
                  <a:pt x="100" y="39"/>
                  <a:pt x="100" y="39"/>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04" name="稻壳儿小白白(http://dwz.cn/Wu2UP)"/>
          <p:cNvPicPr>
            <a:picLocks noChangeArrowheads="1"/>
          </p:cNvPicPr>
          <p:nvPr/>
        </p:nvPicPr>
        <p:blipFill>
          <a:blip r:embed="rId5">
            <a:duotone>
              <a:srgbClr val="336699"/>
              <a:srgbClr val="336699"/>
            </a:duotone>
          </a:blip>
          <a:srcRect/>
          <a:stretch>
            <a:fillRect/>
          </a:stretch>
        </p:blipFill>
        <p:spPr>
          <a:xfrm>
            <a:off x="2693574" y="1813750"/>
            <a:ext cx="342900"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5" name="稻壳儿小白白(http://dwz.cn/Wu2UP)"/>
          <p:cNvPicPr>
            <a:picLocks noChangeArrowheads="1"/>
          </p:cNvPicPr>
          <p:nvPr/>
        </p:nvPicPr>
        <p:blipFill>
          <a:blip r:embed="rId6">
            <a:duotone>
              <a:srgbClr val="336699"/>
              <a:srgbClr val="336699"/>
            </a:duotone>
          </a:blip>
          <a:srcRect/>
          <a:stretch>
            <a:fillRect/>
          </a:stretch>
        </p:blipFill>
        <p:spPr>
          <a:xfrm>
            <a:off x="3502818" y="1834324"/>
            <a:ext cx="493776" cy="466344"/>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06" name="稻壳儿小白白(http://dwz.cn/Wu2UP)"/>
          <p:cNvPicPr>
            <a:picLocks noChangeArrowheads="1"/>
          </p:cNvPicPr>
          <p:nvPr/>
        </p:nvPicPr>
        <p:blipFill>
          <a:blip r:embed="rId7">
            <a:duotone>
              <a:srgbClr val="336699"/>
              <a:srgbClr val="336699"/>
            </a:duotone>
          </a:blip>
          <a:srcRect/>
          <a:stretch>
            <a:fillRect/>
          </a:stretch>
        </p:blipFill>
        <p:spPr>
          <a:xfrm>
            <a:off x="4457795" y="1820608"/>
            <a:ext cx="486918"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07" name="稻壳儿小白白(http://dwz.cn/Wu2UP)"/>
          <p:cNvSpPr>
            <a:spLocks noEditPoints="1"/>
          </p:cNvSpPr>
          <p:nvPr/>
        </p:nvSpPr>
        <p:spPr>
          <a:xfrm>
            <a:off x="4380642" y="5194744"/>
            <a:ext cx="521208" cy="478345"/>
          </a:xfrm>
          <a:custGeom>
            <a:avLst/>
            <a:gdLst>
              <a:gd name="T0" fmla="*/ 1623503811 w 129"/>
              <a:gd name="T1" fmla="*/ 197242226 h 118"/>
              <a:gd name="T2" fmla="*/ 937714247 w 129"/>
              <a:gd name="T3" fmla="*/ 197242226 h 118"/>
              <a:gd name="T4" fmla="*/ 153953141 w 129"/>
              <a:gd name="T5" fmla="*/ 972120524 h 118"/>
              <a:gd name="T6" fmla="*/ 153953141 w 129"/>
              <a:gd name="T7" fmla="*/ 1507492280 h 118"/>
              <a:gd name="T8" fmla="*/ 685789564 w 129"/>
              <a:gd name="T9" fmla="*/ 1507492280 h 118"/>
              <a:gd name="T10" fmla="*/ 1469550670 w 129"/>
              <a:gd name="T11" fmla="*/ 732613983 h 118"/>
              <a:gd name="T12" fmla="*/ 1469550670 w 129"/>
              <a:gd name="T13" fmla="*/ 352216384 h 118"/>
              <a:gd name="T14" fmla="*/ 1091667388 w 129"/>
              <a:gd name="T15" fmla="*/ 352216384 h 118"/>
              <a:gd name="T16" fmla="*/ 503845623 w 129"/>
              <a:gd name="T17" fmla="*/ 943943063 h 118"/>
              <a:gd name="T18" fmla="*/ 503845623 w 129"/>
              <a:gd name="T19" fmla="*/ 1014384838 h 118"/>
              <a:gd name="T20" fmla="*/ 573822623 w 129"/>
              <a:gd name="T21" fmla="*/ 1014384838 h 118"/>
              <a:gd name="T22" fmla="*/ 1161644388 w 129"/>
              <a:gd name="T23" fmla="*/ 422661913 h 118"/>
              <a:gd name="T24" fmla="*/ 1385574529 w 129"/>
              <a:gd name="T25" fmla="*/ 422661913 h 118"/>
              <a:gd name="T26" fmla="*/ 1385574529 w 129"/>
              <a:gd name="T27" fmla="*/ 648081600 h 118"/>
              <a:gd name="T28" fmla="*/ 601817164 w 129"/>
              <a:gd name="T29" fmla="*/ 1437046751 h 118"/>
              <a:gd name="T30" fmla="*/ 223930141 w 129"/>
              <a:gd name="T31" fmla="*/ 1437046751 h 118"/>
              <a:gd name="T32" fmla="*/ 223930141 w 129"/>
              <a:gd name="T33" fmla="*/ 1056652906 h 118"/>
              <a:gd name="T34" fmla="*/ 1007691247 w 129"/>
              <a:gd name="T35" fmla="*/ 281774609 h 118"/>
              <a:gd name="T36" fmla="*/ 1539527670 w 129"/>
              <a:gd name="T37" fmla="*/ 281774609 h 118"/>
              <a:gd name="T38" fmla="*/ 1539527670 w 129"/>
              <a:gd name="T39" fmla="*/ 817146366 h 118"/>
              <a:gd name="T40" fmla="*/ 951709647 w 129"/>
              <a:gd name="T41" fmla="*/ 1394782437 h 118"/>
              <a:gd name="T42" fmla="*/ 951709647 w 129"/>
              <a:gd name="T43" fmla="*/ 1479314820 h 118"/>
              <a:gd name="T44" fmla="*/ 1021686647 w 129"/>
              <a:gd name="T45" fmla="*/ 1479314820 h 118"/>
              <a:gd name="T46" fmla="*/ 1623503811 w 129"/>
              <a:gd name="T47" fmla="*/ 887588141 h 118"/>
              <a:gd name="T48" fmla="*/ 1623503811 w 129"/>
              <a:gd name="T49" fmla="*/ 197242226 h 118"/>
              <a:gd name="T50" fmla="*/ 1623503811 w 129"/>
              <a:gd name="T51" fmla="*/ 197242226 h 118"/>
              <a:gd name="T52" fmla="*/ 1623503811 w 129"/>
              <a:gd name="T53" fmla="*/ 197242226 h 118"/>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118">
                <a:moveTo>
                  <a:pt x="116" y="14"/>
                </a:moveTo>
                <a:cubicBezTo>
                  <a:pt x="102" y="0"/>
                  <a:pt x="80" y="0"/>
                  <a:pt x="67" y="14"/>
                </a:cubicBezTo>
                <a:cubicBezTo>
                  <a:pt x="11" y="69"/>
                  <a:pt x="11" y="69"/>
                  <a:pt x="11" y="69"/>
                </a:cubicBezTo>
                <a:cubicBezTo>
                  <a:pt x="0" y="80"/>
                  <a:pt x="0" y="97"/>
                  <a:pt x="11" y="107"/>
                </a:cubicBezTo>
                <a:cubicBezTo>
                  <a:pt x="21" y="118"/>
                  <a:pt x="38" y="118"/>
                  <a:pt x="49" y="107"/>
                </a:cubicBezTo>
                <a:cubicBezTo>
                  <a:pt x="105" y="52"/>
                  <a:pt x="105" y="52"/>
                  <a:pt x="105" y="52"/>
                </a:cubicBezTo>
                <a:cubicBezTo>
                  <a:pt x="112" y="44"/>
                  <a:pt x="112" y="32"/>
                  <a:pt x="105" y="25"/>
                </a:cubicBezTo>
                <a:cubicBezTo>
                  <a:pt x="97" y="17"/>
                  <a:pt x="85" y="17"/>
                  <a:pt x="78" y="25"/>
                </a:cubicBezTo>
                <a:cubicBezTo>
                  <a:pt x="36" y="67"/>
                  <a:pt x="36" y="67"/>
                  <a:pt x="36" y="67"/>
                </a:cubicBezTo>
                <a:cubicBezTo>
                  <a:pt x="34" y="68"/>
                  <a:pt x="34" y="71"/>
                  <a:pt x="36" y="72"/>
                </a:cubicBezTo>
                <a:cubicBezTo>
                  <a:pt x="37" y="74"/>
                  <a:pt x="39" y="74"/>
                  <a:pt x="41" y="72"/>
                </a:cubicBezTo>
                <a:cubicBezTo>
                  <a:pt x="83" y="30"/>
                  <a:pt x="83" y="30"/>
                  <a:pt x="83" y="30"/>
                </a:cubicBezTo>
                <a:cubicBezTo>
                  <a:pt x="88" y="26"/>
                  <a:pt x="95" y="26"/>
                  <a:pt x="99" y="30"/>
                </a:cubicBezTo>
                <a:cubicBezTo>
                  <a:pt x="104" y="35"/>
                  <a:pt x="104" y="42"/>
                  <a:pt x="99" y="46"/>
                </a:cubicBezTo>
                <a:cubicBezTo>
                  <a:pt x="43" y="102"/>
                  <a:pt x="43" y="102"/>
                  <a:pt x="43" y="102"/>
                </a:cubicBezTo>
                <a:cubicBezTo>
                  <a:pt x="36" y="109"/>
                  <a:pt x="24" y="109"/>
                  <a:pt x="16" y="102"/>
                </a:cubicBezTo>
                <a:cubicBezTo>
                  <a:pt x="9" y="94"/>
                  <a:pt x="9" y="82"/>
                  <a:pt x="16" y="75"/>
                </a:cubicBezTo>
                <a:cubicBezTo>
                  <a:pt x="72" y="20"/>
                  <a:pt x="72" y="20"/>
                  <a:pt x="72" y="20"/>
                </a:cubicBezTo>
                <a:cubicBezTo>
                  <a:pt x="82" y="9"/>
                  <a:pt x="99" y="9"/>
                  <a:pt x="110" y="20"/>
                </a:cubicBezTo>
                <a:cubicBezTo>
                  <a:pt x="120" y="30"/>
                  <a:pt x="120" y="47"/>
                  <a:pt x="110" y="58"/>
                </a:cubicBezTo>
                <a:cubicBezTo>
                  <a:pt x="68" y="99"/>
                  <a:pt x="68" y="99"/>
                  <a:pt x="68" y="99"/>
                </a:cubicBezTo>
                <a:cubicBezTo>
                  <a:pt x="67" y="101"/>
                  <a:pt x="67" y="103"/>
                  <a:pt x="68" y="105"/>
                </a:cubicBezTo>
                <a:cubicBezTo>
                  <a:pt x="70" y="106"/>
                  <a:pt x="72" y="106"/>
                  <a:pt x="73" y="105"/>
                </a:cubicBezTo>
                <a:cubicBezTo>
                  <a:pt x="116" y="63"/>
                  <a:pt x="116" y="63"/>
                  <a:pt x="116" y="63"/>
                </a:cubicBezTo>
                <a:cubicBezTo>
                  <a:pt x="129" y="49"/>
                  <a:pt x="129" y="27"/>
                  <a:pt x="116" y="14"/>
                </a:cubicBezTo>
                <a:close/>
                <a:moveTo>
                  <a:pt x="116" y="14"/>
                </a:moveTo>
                <a:cubicBezTo>
                  <a:pt x="116" y="14"/>
                  <a:pt x="116" y="14"/>
                  <a:pt x="116" y="14"/>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08" name="稻壳儿小白白(http://dwz.cn/Wu2UP)"/>
          <p:cNvSpPr>
            <a:spLocks noEditPoints="1"/>
          </p:cNvSpPr>
          <p:nvPr/>
        </p:nvSpPr>
        <p:spPr>
          <a:xfrm>
            <a:off x="5405913" y="1817179"/>
            <a:ext cx="339471" cy="497205"/>
          </a:xfrm>
          <a:custGeom>
            <a:avLst/>
            <a:gdLst>
              <a:gd name="T0" fmla="*/ 519642090 w 85"/>
              <a:gd name="T1" fmla="*/ 1527003989 h 123"/>
              <a:gd name="T2" fmla="*/ 546992063 w 85"/>
              <a:gd name="T3" fmla="*/ 1498984743 h 123"/>
              <a:gd name="T4" fmla="*/ 601688311 w 85"/>
              <a:gd name="T5" fmla="*/ 1498984743 h 123"/>
              <a:gd name="T6" fmla="*/ 629038284 w 85"/>
              <a:gd name="T7" fmla="*/ 1527003989 h 123"/>
              <a:gd name="T8" fmla="*/ 601688311 w 85"/>
              <a:gd name="T9" fmla="*/ 1555019492 h 123"/>
              <a:gd name="T10" fmla="*/ 546992063 w 85"/>
              <a:gd name="T11" fmla="*/ 1555019492 h 123"/>
              <a:gd name="T12" fmla="*/ 519642090 w 85"/>
              <a:gd name="T13" fmla="*/ 1527003989 h 123"/>
              <a:gd name="T14" fmla="*/ 656388257 w 85"/>
              <a:gd name="T15" fmla="*/ 168111733 h 123"/>
              <a:gd name="T16" fmla="*/ 505967104 w 85"/>
              <a:gd name="T17" fmla="*/ 168111733 h 123"/>
              <a:gd name="T18" fmla="*/ 478617131 w 85"/>
              <a:gd name="T19" fmla="*/ 196127236 h 123"/>
              <a:gd name="T20" fmla="*/ 505967104 w 85"/>
              <a:gd name="T21" fmla="*/ 210136859 h 123"/>
              <a:gd name="T22" fmla="*/ 656388257 w 85"/>
              <a:gd name="T23" fmla="*/ 210136859 h 123"/>
              <a:gd name="T24" fmla="*/ 683738230 w 85"/>
              <a:gd name="T25" fmla="*/ 196127236 h 123"/>
              <a:gd name="T26" fmla="*/ 656388257 w 85"/>
              <a:gd name="T27" fmla="*/ 168111733 h 123"/>
              <a:gd name="T28" fmla="*/ 1162355360 w 85"/>
              <a:gd name="T29" fmla="*/ 168111733 h 123"/>
              <a:gd name="T30" fmla="*/ 1162355360 w 85"/>
              <a:gd name="T31" fmla="*/ 1555019492 h 123"/>
              <a:gd name="T32" fmla="*/ 998259221 w 85"/>
              <a:gd name="T33" fmla="*/ 1723131225 h 123"/>
              <a:gd name="T34" fmla="*/ 164096140 w 85"/>
              <a:gd name="T35" fmla="*/ 1723131225 h 123"/>
              <a:gd name="T36" fmla="*/ 0 w 85"/>
              <a:gd name="T37" fmla="*/ 1555019492 h 123"/>
              <a:gd name="T38" fmla="*/ 0 w 85"/>
              <a:gd name="T39" fmla="*/ 168111733 h 123"/>
              <a:gd name="T40" fmla="*/ 164096140 w 85"/>
              <a:gd name="T41" fmla="*/ 0 h 123"/>
              <a:gd name="T42" fmla="*/ 998259221 w 85"/>
              <a:gd name="T43" fmla="*/ 0 h 123"/>
              <a:gd name="T44" fmla="*/ 1162355360 w 85"/>
              <a:gd name="T45" fmla="*/ 168111733 h 123"/>
              <a:gd name="T46" fmla="*/ 1052955469 w 85"/>
              <a:gd name="T47" fmla="*/ 1456955874 h 123"/>
              <a:gd name="T48" fmla="*/ 109399892 w 85"/>
              <a:gd name="T49" fmla="*/ 1456955874 h 123"/>
              <a:gd name="T50" fmla="*/ 109399892 w 85"/>
              <a:gd name="T51" fmla="*/ 1555019492 h 123"/>
              <a:gd name="T52" fmla="*/ 164096140 w 85"/>
              <a:gd name="T53" fmla="*/ 1611057984 h 123"/>
              <a:gd name="T54" fmla="*/ 998259221 w 85"/>
              <a:gd name="T55" fmla="*/ 1611057984 h 123"/>
              <a:gd name="T56" fmla="*/ 1052955469 w 85"/>
              <a:gd name="T57" fmla="*/ 1555019492 h 123"/>
              <a:gd name="T58" fmla="*/ 1052955469 w 85"/>
              <a:gd name="T59" fmla="*/ 1456955874 h 123"/>
              <a:gd name="T60" fmla="*/ 1052955469 w 85"/>
              <a:gd name="T61" fmla="*/ 322210100 h 123"/>
              <a:gd name="T62" fmla="*/ 109399892 w 85"/>
              <a:gd name="T63" fmla="*/ 322210100 h 123"/>
              <a:gd name="T64" fmla="*/ 109399892 w 85"/>
              <a:gd name="T65" fmla="*/ 1400921125 h 123"/>
              <a:gd name="T66" fmla="*/ 1052955469 w 85"/>
              <a:gd name="T67" fmla="*/ 1400921125 h 123"/>
              <a:gd name="T68" fmla="*/ 1052955469 w 85"/>
              <a:gd name="T69" fmla="*/ 322210100 h 123"/>
              <a:gd name="T70" fmla="*/ 1052955469 w 85"/>
              <a:gd name="T71" fmla="*/ 168111733 h 123"/>
              <a:gd name="T72" fmla="*/ 998259221 w 85"/>
              <a:gd name="T73" fmla="*/ 112073241 h 123"/>
              <a:gd name="T74" fmla="*/ 164096140 w 85"/>
              <a:gd name="T75" fmla="*/ 112073241 h 123"/>
              <a:gd name="T76" fmla="*/ 109399892 w 85"/>
              <a:gd name="T77" fmla="*/ 168111733 h 123"/>
              <a:gd name="T78" fmla="*/ 109399892 w 85"/>
              <a:gd name="T79" fmla="*/ 266175351 h 123"/>
              <a:gd name="T80" fmla="*/ 1052955469 w 85"/>
              <a:gd name="T81" fmla="*/ 266175351 h 123"/>
              <a:gd name="T82" fmla="*/ 1052955469 w 85"/>
              <a:gd name="T83" fmla="*/ 168111733 h 123"/>
              <a:gd name="T84" fmla="*/ 1052955469 w 85"/>
              <a:gd name="T85" fmla="*/ 168111733 h 123"/>
              <a:gd name="T86" fmla="*/ 1052955469 w 85"/>
              <a:gd name="T87" fmla="*/ 168111733 h 12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85" h="123">
                <a:moveTo>
                  <a:pt x="38" y="109"/>
                </a:moveTo>
                <a:cubicBezTo>
                  <a:pt x="38" y="108"/>
                  <a:pt x="39" y="107"/>
                  <a:pt x="40" y="107"/>
                </a:cubicBezTo>
                <a:cubicBezTo>
                  <a:pt x="44" y="107"/>
                  <a:pt x="44" y="107"/>
                  <a:pt x="44" y="107"/>
                </a:cubicBezTo>
                <a:cubicBezTo>
                  <a:pt x="45" y="107"/>
                  <a:pt x="46" y="108"/>
                  <a:pt x="46" y="109"/>
                </a:cubicBezTo>
                <a:cubicBezTo>
                  <a:pt x="46" y="110"/>
                  <a:pt x="45" y="111"/>
                  <a:pt x="44" y="111"/>
                </a:cubicBezTo>
                <a:cubicBezTo>
                  <a:pt x="40" y="111"/>
                  <a:pt x="40" y="111"/>
                  <a:pt x="40" y="111"/>
                </a:cubicBezTo>
                <a:cubicBezTo>
                  <a:pt x="39" y="111"/>
                  <a:pt x="38" y="110"/>
                  <a:pt x="38" y="109"/>
                </a:cubicBezTo>
                <a:close/>
                <a:moveTo>
                  <a:pt x="48" y="12"/>
                </a:moveTo>
                <a:cubicBezTo>
                  <a:pt x="37" y="12"/>
                  <a:pt x="37" y="12"/>
                  <a:pt x="37" y="12"/>
                </a:cubicBezTo>
                <a:cubicBezTo>
                  <a:pt x="36" y="12"/>
                  <a:pt x="35" y="12"/>
                  <a:pt x="35" y="14"/>
                </a:cubicBezTo>
                <a:cubicBezTo>
                  <a:pt x="35" y="15"/>
                  <a:pt x="36" y="15"/>
                  <a:pt x="37" y="15"/>
                </a:cubicBezTo>
                <a:cubicBezTo>
                  <a:pt x="48" y="15"/>
                  <a:pt x="48" y="15"/>
                  <a:pt x="48" y="15"/>
                </a:cubicBezTo>
                <a:cubicBezTo>
                  <a:pt x="49" y="15"/>
                  <a:pt x="50" y="15"/>
                  <a:pt x="50" y="14"/>
                </a:cubicBezTo>
                <a:cubicBezTo>
                  <a:pt x="50" y="12"/>
                  <a:pt x="49" y="12"/>
                  <a:pt x="48" y="12"/>
                </a:cubicBezTo>
                <a:close/>
                <a:moveTo>
                  <a:pt x="85" y="12"/>
                </a:moveTo>
                <a:cubicBezTo>
                  <a:pt x="85" y="111"/>
                  <a:pt x="85" y="111"/>
                  <a:pt x="85" y="111"/>
                </a:cubicBezTo>
                <a:cubicBezTo>
                  <a:pt x="85" y="118"/>
                  <a:pt x="79" y="123"/>
                  <a:pt x="73" y="123"/>
                </a:cubicBezTo>
                <a:cubicBezTo>
                  <a:pt x="12" y="123"/>
                  <a:pt x="12" y="123"/>
                  <a:pt x="12" y="123"/>
                </a:cubicBezTo>
                <a:cubicBezTo>
                  <a:pt x="5" y="123"/>
                  <a:pt x="0" y="118"/>
                  <a:pt x="0" y="111"/>
                </a:cubicBezTo>
                <a:cubicBezTo>
                  <a:pt x="0" y="12"/>
                  <a:pt x="0" y="12"/>
                  <a:pt x="0" y="12"/>
                </a:cubicBezTo>
                <a:cubicBezTo>
                  <a:pt x="0" y="5"/>
                  <a:pt x="5" y="0"/>
                  <a:pt x="12" y="0"/>
                </a:cubicBezTo>
                <a:cubicBezTo>
                  <a:pt x="73" y="0"/>
                  <a:pt x="73" y="0"/>
                  <a:pt x="73" y="0"/>
                </a:cubicBezTo>
                <a:cubicBezTo>
                  <a:pt x="79" y="0"/>
                  <a:pt x="85" y="5"/>
                  <a:pt x="85" y="12"/>
                </a:cubicBezTo>
                <a:close/>
                <a:moveTo>
                  <a:pt x="77" y="104"/>
                </a:moveTo>
                <a:cubicBezTo>
                  <a:pt x="8" y="104"/>
                  <a:pt x="8" y="104"/>
                  <a:pt x="8" y="104"/>
                </a:cubicBezTo>
                <a:cubicBezTo>
                  <a:pt x="8" y="111"/>
                  <a:pt x="8" y="111"/>
                  <a:pt x="8" y="111"/>
                </a:cubicBezTo>
                <a:cubicBezTo>
                  <a:pt x="8" y="113"/>
                  <a:pt x="10" y="115"/>
                  <a:pt x="12" y="115"/>
                </a:cubicBezTo>
                <a:cubicBezTo>
                  <a:pt x="73" y="115"/>
                  <a:pt x="73" y="115"/>
                  <a:pt x="73" y="115"/>
                </a:cubicBezTo>
                <a:cubicBezTo>
                  <a:pt x="75" y="115"/>
                  <a:pt x="77" y="113"/>
                  <a:pt x="77" y="111"/>
                </a:cubicBezTo>
                <a:lnTo>
                  <a:pt x="77" y="104"/>
                </a:lnTo>
                <a:close/>
                <a:moveTo>
                  <a:pt x="77" y="23"/>
                </a:moveTo>
                <a:cubicBezTo>
                  <a:pt x="8" y="23"/>
                  <a:pt x="8" y="23"/>
                  <a:pt x="8" y="23"/>
                </a:cubicBezTo>
                <a:cubicBezTo>
                  <a:pt x="8" y="100"/>
                  <a:pt x="8" y="100"/>
                  <a:pt x="8" y="100"/>
                </a:cubicBezTo>
                <a:cubicBezTo>
                  <a:pt x="77" y="100"/>
                  <a:pt x="77" y="100"/>
                  <a:pt x="77" y="100"/>
                </a:cubicBezTo>
                <a:lnTo>
                  <a:pt x="77" y="23"/>
                </a:lnTo>
                <a:close/>
                <a:moveTo>
                  <a:pt x="77" y="12"/>
                </a:moveTo>
                <a:cubicBezTo>
                  <a:pt x="77" y="9"/>
                  <a:pt x="75" y="8"/>
                  <a:pt x="73" y="8"/>
                </a:cubicBezTo>
                <a:cubicBezTo>
                  <a:pt x="12" y="8"/>
                  <a:pt x="12" y="8"/>
                  <a:pt x="12" y="8"/>
                </a:cubicBezTo>
                <a:cubicBezTo>
                  <a:pt x="10" y="8"/>
                  <a:pt x="8" y="9"/>
                  <a:pt x="8" y="12"/>
                </a:cubicBezTo>
                <a:cubicBezTo>
                  <a:pt x="8" y="19"/>
                  <a:pt x="8" y="19"/>
                  <a:pt x="8" y="19"/>
                </a:cubicBezTo>
                <a:cubicBezTo>
                  <a:pt x="77" y="19"/>
                  <a:pt x="77" y="19"/>
                  <a:pt x="77" y="19"/>
                </a:cubicBezTo>
                <a:lnTo>
                  <a:pt x="77" y="12"/>
                </a:lnTo>
                <a:close/>
                <a:moveTo>
                  <a:pt x="77" y="12"/>
                </a:moveTo>
                <a:cubicBezTo>
                  <a:pt x="77" y="12"/>
                  <a:pt x="77" y="12"/>
                  <a:pt x="77" y="12"/>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09" name="稻壳儿小白白(http://dwz.cn/Wu2UP)"/>
          <p:cNvPicPr>
            <a:picLocks noChangeArrowheads="1"/>
          </p:cNvPicPr>
          <p:nvPr/>
        </p:nvPicPr>
        <p:blipFill>
          <a:blip r:embed="rId8">
            <a:duotone>
              <a:srgbClr val="336699"/>
              <a:srgbClr val="336699"/>
            </a:duotone>
          </a:blip>
          <a:srcRect/>
          <a:stretch>
            <a:fillRect/>
          </a:stretch>
        </p:blipFill>
        <p:spPr>
          <a:xfrm>
            <a:off x="6203156" y="1820608"/>
            <a:ext cx="334327"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10" name="稻壳儿小白白(http://dwz.cn/Wu2UP)"/>
          <p:cNvSpPr>
            <a:spLocks noEditPoints="1"/>
          </p:cNvSpPr>
          <p:nvPr/>
        </p:nvSpPr>
        <p:spPr>
          <a:xfrm>
            <a:off x="6998684" y="1885759"/>
            <a:ext cx="497205" cy="361759"/>
          </a:xfrm>
          <a:custGeom>
            <a:avLst/>
            <a:gdLst>
              <a:gd name="T0" fmla="*/ 1400921125 w 123"/>
              <a:gd name="T1" fmla="*/ 453275095 h 89"/>
              <a:gd name="T2" fmla="*/ 910599293 w 123"/>
              <a:gd name="T3" fmla="*/ 0 h 89"/>
              <a:gd name="T4" fmla="*/ 476312209 w 123"/>
              <a:gd name="T5" fmla="*/ 283295052 h 89"/>
              <a:gd name="T6" fmla="*/ 406267837 w 123"/>
              <a:gd name="T7" fmla="*/ 283295052 h 89"/>
              <a:gd name="T8" fmla="*/ 168111733 w 123"/>
              <a:gd name="T9" fmla="*/ 524098858 h 89"/>
              <a:gd name="T10" fmla="*/ 182121356 w 123"/>
              <a:gd name="T11" fmla="*/ 594922621 h 89"/>
              <a:gd name="T12" fmla="*/ 0 w 123"/>
              <a:gd name="T13" fmla="*/ 906550189 h 89"/>
              <a:gd name="T14" fmla="*/ 350229346 w 123"/>
              <a:gd name="T15" fmla="*/ 1260669005 h 89"/>
              <a:gd name="T16" fmla="*/ 1316863387 w 123"/>
              <a:gd name="T17" fmla="*/ 1260669005 h 89"/>
              <a:gd name="T18" fmla="*/ 1723131225 w 123"/>
              <a:gd name="T19" fmla="*/ 849888921 h 89"/>
              <a:gd name="T20" fmla="*/ 1400921125 w 123"/>
              <a:gd name="T21" fmla="*/ 453275095 h 89"/>
              <a:gd name="T22" fmla="*/ 1316863387 w 123"/>
              <a:gd name="T23" fmla="*/ 1147350231 h 89"/>
              <a:gd name="T24" fmla="*/ 1316863387 w 123"/>
              <a:gd name="T25" fmla="*/ 1147350231 h 89"/>
              <a:gd name="T26" fmla="*/ 350229346 w 123"/>
              <a:gd name="T27" fmla="*/ 1147350231 h 89"/>
              <a:gd name="T28" fmla="*/ 112073241 w 123"/>
              <a:gd name="T29" fmla="*/ 906550189 h 89"/>
              <a:gd name="T30" fmla="*/ 224146482 w 123"/>
              <a:gd name="T31" fmla="*/ 694075137 h 89"/>
              <a:gd name="T32" fmla="*/ 280184974 w 123"/>
              <a:gd name="T33" fmla="*/ 566593868 h 89"/>
              <a:gd name="T34" fmla="*/ 266175351 w 123"/>
              <a:gd name="T35" fmla="*/ 524098858 h 89"/>
              <a:gd name="T36" fmla="*/ 406267837 w 123"/>
              <a:gd name="T37" fmla="*/ 382451332 h 89"/>
              <a:gd name="T38" fmla="*/ 476312209 w 123"/>
              <a:gd name="T39" fmla="*/ 396613826 h 89"/>
              <a:gd name="T40" fmla="*/ 574375827 w 123"/>
              <a:gd name="T41" fmla="*/ 339956321 h 89"/>
              <a:gd name="T42" fmla="*/ 910599293 w 123"/>
              <a:gd name="T43" fmla="*/ 113318774 h 89"/>
              <a:gd name="T44" fmla="*/ 1288847884 w 123"/>
              <a:gd name="T45" fmla="*/ 453275095 h 89"/>
              <a:gd name="T46" fmla="*/ 1372901879 w 123"/>
              <a:gd name="T47" fmla="*/ 552427610 h 89"/>
              <a:gd name="T48" fmla="*/ 1611057984 w 123"/>
              <a:gd name="T49" fmla="*/ 849888921 h 89"/>
              <a:gd name="T50" fmla="*/ 1316863387 w 123"/>
              <a:gd name="T51" fmla="*/ 1147350231 h 89"/>
              <a:gd name="T52" fmla="*/ 1316863387 w 123"/>
              <a:gd name="T53" fmla="*/ 1147350231 h 89"/>
              <a:gd name="T54" fmla="*/ 1316863387 w 123"/>
              <a:gd name="T55" fmla="*/ 1147350231 h 89"/>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23" h="89">
                <a:moveTo>
                  <a:pt x="100" y="32"/>
                </a:moveTo>
                <a:cubicBezTo>
                  <a:pt x="98" y="14"/>
                  <a:pt x="83" y="0"/>
                  <a:pt x="65" y="0"/>
                </a:cubicBezTo>
                <a:cubicBezTo>
                  <a:pt x="51" y="0"/>
                  <a:pt x="40" y="9"/>
                  <a:pt x="34" y="20"/>
                </a:cubicBezTo>
                <a:cubicBezTo>
                  <a:pt x="32" y="20"/>
                  <a:pt x="31" y="20"/>
                  <a:pt x="29" y="20"/>
                </a:cubicBezTo>
                <a:cubicBezTo>
                  <a:pt x="19" y="20"/>
                  <a:pt x="12" y="27"/>
                  <a:pt x="12" y="37"/>
                </a:cubicBezTo>
                <a:cubicBezTo>
                  <a:pt x="12" y="39"/>
                  <a:pt x="12" y="40"/>
                  <a:pt x="13" y="42"/>
                </a:cubicBezTo>
                <a:cubicBezTo>
                  <a:pt x="5" y="47"/>
                  <a:pt x="0" y="54"/>
                  <a:pt x="0" y="64"/>
                </a:cubicBezTo>
                <a:cubicBezTo>
                  <a:pt x="0" y="77"/>
                  <a:pt x="11" y="89"/>
                  <a:pt x="25" y="89"/>
                </a:cubicBezTo>
                <a:cubicBezTo>
                  <a:pt x="94" y="89"/>
                  <a:pt x="94" y="89"/>
                  <a:pt x="94" y="89"/>
                </a:cubicBezTo>
                <a:cubicBezTo>
                  <a:pt x="110" y="89"/>
                  <a:pt x="123" y="76"/>
                  <a:pt x="123" y="60"/>
                </a:cubicBezTo>
                <a:cubicBezTo>
                  <a:pt x="123" y="46"/>
                  <a:pt x="113" y="34"/>
                  <a:pt x="100" y="32"/>
                </a:cubicBezTo>
                <a:close/>
                <a:moveTo>
                  <a:pt x="94" y="81"/>
                </a:moveTo>
                <a:cubicBezTo>
                  <a:pt x="94" y="81"/>
                  <a:pt x="94" y="81"/>
                  <a:pt x="94" y="81"/>
                </a:cubicBezTo>
                <a:cubicBezTo>
                  <a:pt x="25" y="81"/>
                  <a:pt x="25" y="81"/>
                  <a:pt x="25" y="81"/>
                </a:cubicBezTo>
                <a:cubicBezTo>
                  <a:pt x="16" y="81"/>
                  <a:pt x="8" y="73"/>
                  <a:pt x="8" y="64"/>
                </a:cubicBezTo>
                <a:cubicBezTo>
                  <a:pt x="8" y="58"/>
                  <a:pt x="11" y="52"/>
                  <a:pt x="16" y="49"/>
                </a:cubicBezTo>
                <a:cubicBezTo>
                  <a:pt x="22" y="46"/>
                  <a:pt x="22" y="45"/>
                  <a:pt x="20" y="40"/>
                </a:cubicBezTo>
                <a:cubicBezTo>
                  <a:pt x="20" y="39"/>
                  <a:pt x="19" y="38"/>
                  <a:pt x="19" y="37"/>
                </a:cubicBezTo>
                <a:cubicBezTo>
                  <a:pt x="19" y="32"/>
                  <a:pt x="24" y="27"/>
                  <a:pt x="29" y="27"/>
                </a:cubicBezTo>
                <a:cubicBezTo>
                  <a:pt x="29" y="27"/>
                  <a:pt x="31" y="27"/>
                  <a:pt x="34" y="28"/>
                </a:cubicBezTo>
                <a:cubicBezTo>
                  <a:pt x="39" y="30"/>
                  <a:pt x="39" y="28"/>
                  <a:pt x="41" y="24"/>
                </a:cubicBezTo>
                <a:cubicBezTo>
                  <a:pt x="46" y="14"/>
                  <a:pt x="55" y="8"/>
                  <a:pt x="65" y="8"/>
                </a:cubicBezTo>
                <a:cubicBezTo>
                  <a:pt x="79" y="8"/>
                  <a:pt x="91" y="18"/>
                  <a:pt x="92" y="32"/>
                </a:cubicBezTo>
                <a:cubicBezTo>
                  <a:pt x="92" y="38"/>
                  <a:pt x="92" y="38"/>
                  <a:pt x="98" y="39"/>
                </a:cubicBezTo>
                <a:cubicBezTo>
                  <a:pt x="108" y="41"/>
                  <a:pt x="115" y="50"/>
                  <a:pt x="115" y="60"/>
                </a:cubicBezTo>
                <a:cubicBezTo>
                  <a:pt x="115" y="71"/>
                  <a:pt x="106" y="81"/>
                  <a:pt x="94" y="81"/>
                </a:cubicBezTo>
                <a:close/>
                <a:moveTo>
                  <a:pt x="94" y="81"/>
                </a:moveTo>
                <a:cubicBezTo>
                  <a:pt x="94" y="81"/>
                  <a:pt x="94" y="81"/>
                  <a:pt x="94" y="81"/>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11" name="稻壳儿小白白(http://dwz.cn/Wu2UP)"/>
          <p:cNvSpPr>
            <a:spLocks noEditPoints="1"/>
          </p:cNvSpPr>
          <p:nvPr/>
        </p:nvSpPr>
        <p:spPr>
          <a:xfrm>
            <a:off x="7951946" y="1849754"/>
            <a:ext cx="497205" cy="432054"/>
          </a:xfrm>
          <a:custGeom>
            <a:avLst/>
            <a:gdLst>
              <a:gd name="T0" fmla="*/ 1723131225 w 123"/>
              <a:gd name="T1" fmla="*/ 1397853214 h 107"/>
              <a:gd name="T2" fmla="*/ 1611057984 w 123"/>
              <a:gd name="T3" fmla="*/ 1495700958 h 107"/>
              <a:gd name="T4" fmla="*/ 1498984743 w 123"/>
              <a:gd name="T5" fmla="*/ 1397853214 h 107"/>
              <a:gd name="T6" fmla="*/ 1611057984 w 123"/>
              <a:gd name="T7" fmla="*/ 1174195354 h 107"/>
              <a:gd name="T8" fmla="*/ 1723131225 w 123"/>
              <a:gd name="T9" fmla="*/ 1397853214 h 107"/>
              <a:gd name="T10" fmla="*/ 1555019492 w 123"/>
              <a:gd name="T11" fmla="*/ 587097677 h 107"/>
              <a:gd name="T12" fmla="*/ 1555019492 w 123"/>
              <a:gd name="T13" fmla="*/ 1076343872 h 107"/>
              <a:gd name="T14" fmla="*/ 1611057984 w 123"/>
              <a:gd name="T15" fmla="*/ 1118281824 h 107"/>
              <a:gd name="T16" fmla="*/ 1667092733 w 123"/>
              <a:gd name="T17" fmla="*/ 1076343872 h 107"/>
              <a:gd name="T18" fmla="*/ 1667092733 w 123"/>
              <a:gd name="T19" fmla="*/ 587097677 h 107"/>
              <a:gd name="T20" fmla="*/ 1611057984 w 123"/>
              <a:gd name="T21" fmla="*/ 531184147 h 107"/>
              <a:gd name="T22" fmla="*/ 1555019492 w 123"/>
              <a:gd name="T23" fmla="*/ 587097677 h 107"/>
              <a:gd name="T24" fmla="*/ 1597048361 w 123"/>
              <a:gd name="T25" fmla="*/ 475270616 h 107"/>
              <a:gd name="T26" fmla="*/ 1456955874 w 123"/>
              <a:gd name="T27" fmla="*/ 503225512 h 107"/>
              <a:gd name="T28" fmla="*/ 1456955874 w 123"/>
              <a:gd name="T29" fmla="*/ 964516811 h 107"/>
              <a:gd name="T30" fmla="*/ 854560801 w 123"/>
              <a:gd name="T31" fmla="*/ 1230108885 h 107"/>
              <a:gd name="T32" fmla="*/ 266175351 w 123"/>
              <a:gd name="T33" fmla="*/ 964516811 h 107"/>
              <a:gd name="T34" fmla="*/ 266175351 w 123"/>
              <a:gd name="T35" fmla="*/ 503225512 h 107"/>
              <a:gd name="T36" fmla="*/ 126082864 w 123"/>
              <a:gd name="T37" fmla="*/ 475270616 h 107"/>
              <a:gd name="T38" fmla="*/ 0 w 123"/>
              <a:gd name="T39" fmla="*/ 321505604 h 107"/>
              <a:gd name="T40" fmla="*/ 126082864 w 123"/>
              <a:gd name="T41" fmla="*/ 167740591 h 107"/>
              <a:gd name="T42" fmla="*/ 826541555 w 123"/>
              <a:gd name="T43" fmla="*/ 0 h 107"/>
              <a:gd name="T44" fmla="*/ 854560801 w 123"/>
              <a:gd name="T45" fmla="*/ 0 h 107"/>
              <a:gd name="T46" fmla="*/ 896589670 w 123"/>
              <a:gd name="T47" fmla="*/ 0 h 107"/>
              <a:gd name="T48" fmla="*/ 1597048361 w 123"/>
              <a:gd name="T49" fmla="*/ 167740591 h 107"/>
              <a:gd name="T50" fmla="*/ 1723131225 w 123"/>
              <a:gd name="T51" fmla="*/ 321505604 h 107"/>
              <a:gd name="T52" fmla="*/ 1597048361 w 123"/>
              <a:gd name="T53" fmla="*/ 475270616 h 107"/>
              <a:gd name="T54" fmla="*/ 1344882633 w 123"/>
              <a:gd name="T55" fmla="*/ 531184147 h 107"/>
              <a:gd name="T56" fmla="*/ 896589670 w 123"/>
              <a:gd name="T57" fmla="*/ 643011207 h 107"/>
              <a:gd name="T58" fmla="*/ 854560801 w 123"/>
              <a:gd name="T59" fmla="*/ 643011207 h 107"/>
              <a:gd name="T60" fmla="*/ 826541555 w 123"/>
              <a:gd name="T61" fmla="*/ 643011207 h 107"/>
              <a:gd name="T62" fmla="*/ 378248591 w 123"/>
              <a:gd name="T63" fmla="*/ 531184147 h 107"/>
              <a:gd name="T64" fmla="*/ 378248591 w 123"/>
              <a:gd name="T65" fmla="*/ 964516811 h 107"/>
              <a:gd name="T66" fmla="*/ 854560801 w 123"/>
              <a:gd name="T67" fmla="*/ 1118281824 h 107"/>
              <a:gd name="T68" fmla="*/ 1344882633 w 123"/>
              <a:gd name="T69" fmla="*/ 964516811 h 107"/>
              <a:gd name="T70" fmla="*/ 1344882633 w 123"/>
              <a:gd name="T71" fmla="*/ 531184147 h 107"/>
              <a:gd name="T72" fmla="*/ 1569029115 w 123"/>
              <a:gd name="T73" fmla="*/ 377419134 h 107"/>
              <a:gd name="T74" fmla="*/ 1611057984 w 123"/>
              <a:gd name="T75" fmla="*/ 321505604 h 107"/>
              <a:gd name="T76" fmla="*/ 1569029115 w 123"/>
              <a:gd name="T77" fmla="*/ 265592073 h 107"/>
              <a:gd name="T78" fmla="*/ 868570424 w 123"/>
              <a:gd name="T79" fmla="*/ 111827061 h 107"/>
              <a:gd name="T80" fmla="*/ 854560801 w 123"/>
              <a:gd name="T81" fmla="*/ 97847743 h 107"/>
              <a:gd name="T82" fmla="*/ 854560801 w 123"/>
              <a:gd name="T83" fmla="*/ 111827061 h 107"/>
              <a:gd name="T84" fmla="*/ 154102110 w 123"/>
              <a:gd name="T85" fmla="*/ 265592073 h 107"/>
              <a:gd name="T86" fmla="*/ 112073241 w 123"/>
              <a:gd name="T87" fmla="*/ 321505604 h 107"/>
              <a:gd name="T88" fmla="*/ 154102110 w 123"/>
              <a:gd name="T89" fmla="*/ 377419134 h 107"/>
              <a:gd name="T90" fmla="*/ 854560801 w 123"/>
              <a:gd name="T91" fmla="*/ 531184147 h 107"/>
              <a:gd name="T92" fmla="*/ 854560801 w 123"/>
              <a:gd name="T93" fmla="*/ 531184147 h 107"/>
              <a:gd name="T94" fmla="*/ 868570424 w 123"/>
              <a:gd name="T95" fmla="*/ 531184147 h 107"/>
              <a:gd name="T96" fmla="*/ 1569029115 w 123"/>
              <a:gd name="T97" fmla="*/ 377419134 h 107"/>
              <a:gd name="T98" fmla="*/ 1569029115 w 123"/>
              <a:gd name="T99" fmla="*/ 377419134 h 107"/>
              <a:gd name="T100" fmla="*/ 1569029115 w 123"/>
              <a:gd name="T101" fmla="*/ 377419134 h 107"/>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0" t="0" r="r" b="b"/>
            <a:pathLst>
              <a:path w="123" h="107">
                <a:moveTo>
                  <a:pt x="123" y="100"/>
                </a:moveTo>
                <a:cubicBezTo>
                  <a:pt x="123" y="104"/>
                  <a:pt x="119" y="107"/>
                  <a:pt x="115" y="107"/>
                </a:cubicBezTo>
                <a:cubicBezTo>
                  <a:pt x="111" y="107"/>
                  <a:pt x="107" y="104"/>
                  <a:pt x="107" y="100"/>
                </a:cubicBezTo>
                <a:cubicBezTo>
                  <a:pt x="107" y="95"/>
                  <a:pt x="111" y="84"/>
                  <a:pt x="115" y="84"/>
                </a:cubicBezTo>
                <a:cubicBezTo>
                  <a:pt x="119" y="84"/>
                  <a:pt x="123" y="95"/>
                  <a:pt x="123" y="100"/>
                </a:cubicBezTo>
                <a:close/>
                <a:moveTo>
                  <a:pt x="111" y="42"/>
                </a:moveTo>
                <a:cubicBezTo>
                  <a:pt x="111" y="77"/>
                  <a:pt x="111" y="77"/>
                  <a:pt x="111" y="77"/>
                </a:cubicBezTo>
                <a:cubicBezTo>
                  <a:pt x="111" y="79"/>
                  <a:pt x="113" y="80"/>
                  <a:pt x="115" y="80"/>
                </a:cubicBezTo>
                <a:cubicBezTo>
                  <a:pt x="117" y="80"/>
                  <a:pt x="119" y="79"/>
                  <a:pt x="119" y="77"/>
                </a:cubicBezTo>
                <a:cubicBezTo>
                  <a:pt x="119" y="42"/>
                  <a:pt x="119" y="42"/>
                  <a:pt x="119" y="42"/>
                </a:cubicBezTo>
                <a:cubicBezTo>
                  <a:pt x="119" y="40"/>
                  <a:pt x="117" y="38"/>
                  <a:pt x="115" y="38"/>
                </a:cubicBezTo>
                <a:cubicBezTo>
                  <a:pt x="113" y="38"/>
                  <a:pt x="111" y="40"/>
                  <a:pt x="111" y="42"/>
                </a:cubicBezTo>
                <a:close/>
                <a:moveTo>
                  <a:pt x="114" y="34"/>
                </a:moveTo>
                <a:cubicBezTo>
                  <a:pt x="104" y="36"/>
                  <a:pt x="104" y="36"/>
                  <a:pt x="104" y="36"/>
                </a:cubicBezTo>
                <a:cubicBezTo>
                  <a:pt x="104" y="69"/>
                  <a:pt x="104" y="69"/>
                  <a:pt x="104" y="69"/>
                </a:cubicBezTo>
                <a:cubicBezTo>
                  <a:pt x="104" y="79"/>
                  <a:pt x="92" y="88"/>
                  <a:pt x="61" y="88"/>
                </a:cubicBezTo>
                <a:cubicBezTo>
                  <a:pt x="31" y="88"/>
                  <a:pt x="19" y="79"/>
                  <a:pt x="19" y="69"/>
                </a:cubicBezTo>
                <a:cubicBezTo>
                  <a:pt x="19" y="36"/>
                  <a:pt x="19" y="36"/>
                  <a:pt x="19" y="36"/>
                </a:cubicBezTo>
                <a:cubicBezTo>
                  <a:pt x="9" y="34"/>
                  <a:pt x="9" y="34"/>
                  <a:pt x="9" y="34"/>
                </a:cubicBezTo>
                <a:cubicBezTo>
                  <a:pt x="4" y="33"/>
                  <a:pt x="0" y="28"/>
                  <a:pt x="0" y="23"/>
                </a:cubicBezTo>
                <a:cubicBezTo>
                  <a:pt x="0" y="17"/>
                  <a:pt x="4" y="13"/>
                  <a:pt x="9" y="12"/>
                </a:cubicBezTo>
                <a:cubicBezTo>
                  <a:pt x="59" y="0"/>
                  <a:pt x="59" y="0"/>
                  <a:pt x="59" y="0"/>
                </a:cubicBezTo>
                <a:cubicBezTo>
                  <a:pt x="60" y="0"/>
                  <a:pt x="61" y="0"/>
                  <a:pt x="61" y="0"/>
                </a:cubicBezTo>
                <a:cubicBezTo>
                  <a:pt x="62" y="0"/>
                  <a:pt x="63" y="0"/>
                  <a:pt x="64" y="0"/>
                </a:cubicBezTo>
                <a:cubicBezTo>
                  <a:pt x="114" y="12"/>
                  <a:pt x="114" y="12"/>
                  <a:pt x="114" y="12"/>
                </a:cubicBezTo>
                <a:cubicBezTo>
                  <a:pt x="119" y="13"/>
                  <a:pt x="123" y="17"/>
                  <a:pt x="123" y="23"/>
                </a:cubicBezTo>
                <a:cubicBezTo>
                  <a:pt x="123" y="28"/>
                  <a:pt x="119" y="33"/>
                  <a:pt x="114" y="34"/>
                </a:cubicBezTo>
                <a:close/>
                <a:moveTo>
                  <a:pt x="96" y="38"/>
                </a:moveTo>
                <a:cubicBezTo>
                  <a:pt x="64" y="46"/>
                  <a:pt x="64" y="46"/>
                  <a:pt x="64" y="46"/>
                </a:cubicBezTo>
                <a:cubicBezTo>
                  <a:pt x="63" y="46"/>
                  <a:pt x="62" y="46"/>
                  <a:pt x="61" y="46"/>
                </a:cubicBezTo>
                <a:cubicBezTo>
                  <a:pt x="61" y="46"/>
                  <a:pt x="60" y="46"/>
                  <a:pt x="59" y="46"/>
                </a:cubicBezTo>
                <a:cubicBezTo>
                  <a:pt x="27" y="38"/>
                  <a:pt x="27" y="38"/>
                  <a:pt x="27" y="38"/>
                </a:cubicBezTo>
                <a:cubicBezTo>
                  <a:pt x="27" y="69"/>
                  <a:pt x="27" y="69"/>
                  <a:pt x="27" y="69"/>
                </a:cubicBezTo>
                <a:cubicBezTo>
                  <a:pt x="27" y="73"/>
                  <a:pt x="38" y="80"/>
                  <a:pt x="61" y="80"/>
                </a:cubicBezTo>
                <a:cubicBezTo>
                  <a:pt x="84" y="80"/>
                  <a:pt x="96" y="73"/>
                  <a:pt x="96" y="69"/>
                </a:cubicBezTo>
                <a:lnTo>
                  <a:pt x="96" y="38"/>
                </a:lnTo>
                <a:close/>
                <a:moveTo>
                  <a:pt x="112" y="27"/>
                </a:moveTo>
                <a:cubicBezTo>
                  <a:pt x="114" y="26"/>
                  <a:pt x="115" y="25"/>
                  <a:pt x="115" y="23"/>
                </a:cubicBezTo>
                <a:cubicBezTo>
                  <a:pt x="115" y="21"/>
                  <a:pt x="114" y="19"/>
                  <a:pt x="112" y="19"/>
                </a:cubicBezTo>
                <a:cubicBezTo>
                  <a:pt x="62" y="8"/>
                  <a:pt x="62" y="8"/>
                  <a:pt x="62" y="8"/>
                </a:cubicBezTo>
                <a:cubicBezTo>
                  <a:pt x="61" y="7"/>
                  <a:pt x="61" y="7"/>
                  <a:pt x="61" y="7"/>
                </a:cubicBezTo>
                <a:cubicBezTo>
                  <a:pt x="61" y="8"/>
                  <a:pt x="61" y="8"/>
                  <a:pt x="61" y="8"/>
                </a:cubicBezTo>
                <a:cubicBezTo>
                  <a:pt x="11" y="19"/>
                  <a:pt x="11" y="19"/>
                  <a:pt x="11" y="19"/>
                </a:cubicBezTo>
                <a:cubicBezTo>
                  <a:pt x="9" y="19"/>
                  <a:pt x="8" y="21"/>
                  <a:pt x="8" y="23"/>
                </a:cubicBezTo>
                <a:cubicBezTo>
                  <a:pt x="8" y="25"/>
                  <a:pt x="9" y="26"/>
                  <a:pt x="11" y="27"/>
                </a:cubicBezTo>
                <a:cubicBezTo>
                  <a:pt x="61" y="38"/>
                  <a:pt x="61" y="38"/>
                  <a:pt x="61" y="38"/>
                </a:cubicBezTo>
                <a:cubicBezTo>
                  <a:pt x="61" y="38"/>
                  <a:pt x="61" y="38"/>
                  <a:pt x="61" y="38"/>
                </a:cubicBezTo>
                <a:cubicBezTo>
                  <a:pt x="62" y="38"/>
                  <a:pt x="62" y="38"/>
                  <a:pt x="62" y="38"/>
                </a:cubicBezTo>
                <a:lnTo>
                  <a:pt x="112" y="27"/>
                </a:lnTo>
                <a:close/>
                <a:moveTo>
                  <a:pt x="112" y="27"/>
                </a:moveTo>
                <a:cubicBezTo>
                  <a:pt x="112" y="27"/>
                  <a:pt x="112" y="27"/>
                  <a:pt x="112" y="27"/>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12" name="稻壳儿小白白(http://dwz.cn/Wu2UP)"/>
          <p:cNvSpPr>
            <a:spLocks noEditPoints="1"/>
          </p:cNvSpPr>
          <p:nvPr/>
        </p:nvSpPr>
        <p:spPr>
          <a:xfrm>
            <a:off x="8905208" y="1832609"/>
            <a:ext cx="464629" cy="462915"/>
          </a:xfrm>
          <a:custGeom>
            <a:avLst/>
            <a:gdLst>
              <a:gd name="T0" fmla="*/ 1553431935 w 115"/>
              <a:gd name="T1" fmla="*/ 1427798753 h 114"/>
              <a:gd name="T2" fmla="*/ 1091601224 w 115"/>
              <a:gd name="T3" fmla="*/ 1244020145 h 114"/>
              <a:gd name="T4" fmla="*/ 1287530992 w 115"/>
              <a:gd name="T5" fmla="*/ 834059132 h 114"/>
              <a:gd name="T6" fmla="*/ 1161576141 w 115"/>
              <a:gd name="T7" fmla="*/ 169637743 h 114"/>
              <a:gd name="T8" fmla="*/ 797710313 w 115"/>
              <a:gd name="T9" fmla="*/ 0 h 114"/>
              <a:gd name="T10" fmla="*/ 447835728 w 115"/>
              <a:gd name="T11" fmla="*/ 169637743 h 114"/>
              <a:gd name="T12" fmla="*/ 321880877 w 115"/>
              <a:gd name="T13" fmla="*/ 834059132 h 114"/>
              <a:gd name="T14" fmla="*/ 503815662 w 115"/>
              <a:gd name="T15" fmla="*/ 1244020145 h 114"/>
              <a:gd name="T16" fmla="*/ 41984950 w 115"/>
              <a:gd name="T17" fmla="*/ 1427798753 h 114"/>
              <a:gd name="T18" fmla="*/ 13994983 w 115"/>
              <a:gd name="T19" fmla="*/ 1540891836 h 114"/>
              <a:gd name="T20" fmla="*/ 97964884 w 115"/>
              <a:gd name="T21" fmla="*/ 1611573602 h 114"/>
              <a:gd name="T22" fmla="*/ 1497452002 w 115"/>
              <a:gd name="T23" fmla="*/ 1611573602 h 114"/>
              <a:gd name="T24" fmla="*/ 1595416886 w 115"/>
              <a:gd name="T25" fmla="*/ 1540891836 h 114"/>
              <a:gd name="T26" fmla="*/ 1553431935 w 115"/>
              <a:gd name="T27" fmla="*/ 1427798753 h 114"/>
              <a:gd name="T28" fmla="*/ 405850778 w 115"/>
              <a:gd name="T29" fmla="*/ 537191201 h 114"/>
              <a:gd name="T30" fmla="*/ 797710313 w 115"/>
              <a:gd name="T31" fmla="*/ 98955977 h 114"/>
              <a:gd name="T32" fmla="*/ 1189566108 w 115"/>
              <a:gd name="T33" fmla="*/ 537191201 h 114"/>
              <a:gd name="T34" fmla="*/ 1007631323 w 115"/>
              <a:gd name="T35" fmla="*/ 1173338378 h 114"/>
              <a:gd name="T36" fmla="*/ 993636340 w 115"/>
              <a:gd name="T37" fmla="*/ 1201612589 h 114"/>
              <a:gd name="T38" fmla="*/ 601780546 w 115"/>
              <a:gd name="T39" fmla="*/ 1201612589 h 114"/>
              <a:gd name="T40" fmla="*/ 587785562 w 115"/>
              <a:gd name="T41" fmla="*/ 1173338378 h 114"/>
              <a:gd name="T42" fmla="*/ 405850778 w 115"/>
              <a:gd name="T43" fmla="*/ 537191201 h 114"/>
              <a:gd name="T44" fmla="*/ 97964884 w 115"/>
              <a:gd name="T45" fmla="*/ 1512617625 h 114"/>
              <a:gd name="T46" fmla="*/ 531805629 w 115"/>
              <a:gd name="T47" fmla="*/ 1342979882 h 114"/>
              <a:gd name="T48" fmla="*/ 657760479 w 115"/>
              <a:gd name="T49" fmla="*/ 1314705671 h 114"/>
              <a:gd name="T50" fmla="*/ 797710313 w 115"/>
              <a:gd name="T51" fmla="*/ 1357113227 h 114"/>
              <a:gd name="T52" fmla="*/ 951651390 w 115"/>
              <a:gd name="T53" fmla="*/ 1314705671 h 114"/>
              <a:gd name="T54" fmla="*/ 1077606241 w 115"/>
              <a:gd name="T55" fmla="*/ 1342979882 h 114"/>
              <a:gd name="T56" fmla="*/ 1497452002 w 115"/>
              <a:gd name="T57" fmla="*/ 1512617625 h 114"/>
              <a:gd name="T58" fmla="*/ 97964884 w 115"/>
              <a:gd name="T59" fmla="*/ 1512617625 h 114"/>
              <a:gd name="T60" fmla="*/ 97964884 w 115"/>
              <a:gd name="T61" fmla="*/ 1512617625 h 114"/>
              <a:gd name="T62" fmla="*/ 97964884 w 115"/>
              <a:gd name="T63" fmla="*/ 1512617625 h 114"/>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0" t="0" r="r" b="b"/>
            <a:pathLst>
              <a:path w="115" h="114">
                <a:moveTo>
                  <a:pt x="111" y="101"/>
                </a:moveTo>
                <a:cubicBezTo>
                  <a:pt x="110" y="101"/>
                  <a:pt x="97" y="92"/>
                  <a:pt x="78" y="88"/>
                </a:cubicBezTo>
                <a:cubicBezTo>
                  <a:pt x="85" y="79"/>
                  <a:pt x="90" y="67"/>
                  <a:pt x="92" y="59"/>
                </a:cubicBezTo>
                <a:cubicBezTo>
                  <a:pt x="94" y="48"/>
                  <a:pt x="93" y="26"/>
                  <a:pt x="83" y="12"/>
                </a:cubicBezTo>
                <a:cubicBezTo>
                  <a:pt x="76" y="4"/>
                  <a:pt x="68" y="0"/>
                  <a:pt x="57" y="0"/>
                </a:cubicBezTo>
                <a:cubicBezTo>
                  <a:pt x="47" y="0"/>
                  <a:pt x="38" y="4"/>
                  <a:pt x="32" y="12"/>
                </a:cubicBezTo>
                <a:cubicBezTo>
                  <a:pt x="21" y="26"/>
                  <a:pt x="20" y="48"/>
                  <a:pt x="23" y="59"/>
                </a:cubicBezTo>
                <a:cubicBezTo>
                  <a:pt x="25" y="67"/>
                  <a:pt x="29" y="79"/>
                  <a:pt x="36" y="88"/>
                </a:cubicBezTo>
                <a:cubicBezTo>
                  <a:pt x="17" y="92"/>
                  <a:pt x="4" y="101"/>
                  <a:pt x="3" y="101"/>
                </a:cubicBezTo>
                <a:cubicBezTo>
                  <a:pt x="1" y="103"/>
                  <a:pt x="0" y="106"/>
                  <a:pt x="1" y="109"/>
                </a:cubicBezTo>
                <a:cubicBezTo>
                  <a:pt x="1" y="112"/>
                  <a:pt x="4" y="114"/>
                  <a:pt x="7" y="114"/>
                </a:cubicBezTo>
                <a:cubicBezTo>
                  <a:pt x="107" y="114"/>
                  <a:pt x="107" y="114"/>
                  <a:pt x="107" y="114"/>
                </a:cubicBezTo>
                <a:cubicBezTo>
                  <a:pt x="110" y="114"/>
                  <a:pt x="113" y="112"/>
                  <a:pt x="114" y="109"/>
                </a:cubicBezTo>
                <a:cubicBezTo>
                  <a:pt x="115" y="106"/>
                  <a:pt x="114" y="103"/>
                  <a:pt x="111" y="101"/>
                </a:cubicBezTo>
                <a:close/>
                <a:moveTo>
                  <a:pt x="29" y="38"/>
                </a:moveTo>
                <a:cubicBezTo>
                  <a:pt x="31" y="23"/>
                  <a:pt x="40" y="7"/>
                  <a:pt x="57" y="7"/>
                </a:cubicBezTo>
                <a:cubicBezTo>
                  <a:pt x="75" y="7"/>
                  <a:pt x="83" y="23"/>
                  <a:pt x="85" y="38"/>
                </a:cubicBezTo>
                <a:cubicBezTo>
                  <a:pt x="87" y="54"/>
                  <a:pt x="82" y="71"/>
                  <a:pt x="72" y="83"/>
                </a:cubicBezTo>
                <a:cubicBezTo>
                  <a:pt x="71" y="85"/>
                  <a:pt x="71" y="85"/>
                  <a:pt x="71" y="85"/>
                </a:cubicBezTo>
                <a:cubicBezTo>
                  <a:pt x="63" y="95"/>
                  <a:pt x="52" y="95"/>
                  <a:pt x="43" y="85"/>
                </a:cubicBezTo>
                <a:cubicBezTo>
                  <a:pt x="42" y="83"/>
                  <a:pt x="42" y="83"/>
                  <a:pt x="42" y="83"/>
                </a:cubicBezTo>
                <a:cubicBezTo>
                  <a:pt x="32" y="71"/>
                  <a:pt x="27" y="54"/>
                  <a:pt x="29" y="38"/>
                </a:cubicBezTo>
                <a:close/>
                <a:moveTo>
                  <a:pt x="7" y="107"/>
                </a:moveTo>
                <a:cubicBezTo>
                  <a:pt x="8" y="107"/>
                  <a:pt x="20" y="99"/>
                  <a:pt x="38" y="95"/>
                </a:cubicBezTo>
                <a:cubicBezTo>
                  <a:pt x="47" y="93"/>
                  <a:pt x="47" y="93"/>
                  <a:pt x="47" y="93"/>
                </a:cubicBezTo>
                <a:cubicBezTo>
                  <a:pt x="50" y="95"/>
                  <a:pt x="53" y="96"/>
                  <a:pt x="57" y="96"/>
                </a:cubicBezTo>
                <a:cubicBezTo>
                  <a:pt x="61" y="96"/>
                  <a:pt x="65" y="95"/>
                  <a:pt x="68" y="93"/>
                </a:cubicBezTo>
                <a:cubicBezTo>
                  <a:pt x="77" y="95"/>
                  <a:pt x="77" y="95"/>
                  <a:pt x="77" y="95"/>
                </a:cubicBezTo>
                <a:cubicBezTo>
                  <a:pt x="94" y="99"/>
                  <a:pt x="107" y="106"/>
                  <a:pt x="107" y="107"/>
                </a:cubicBezTo>
                <a:lnTo>
                  <a:pt x="7" y="107"/>
                </a:lnTo>
                <a:close/>
                <a:moveTo>
                  <a:pt x="7" y="107"/>
                </a:moveTo>
                <a:cubicBezTo>
                  <a:pt x="7" y="107"/>
                  <a:pt x="7" y="107"/>
                  <a:pt x="7" y="107"/>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13" name="稻壳儿小白白(http://dwz.cn/Wu2UP)"/>
          <p:cNvSpPr>
            <a:spLocks noEditPoints="1"/>
          </p:cNvSpPr>
          <p:nvPr/>
        </p:nvSpPr>
        <p:spPr>
          <a:xfrm>
            <a:off x="9827609" y="1827466"/>
            <a:ext cx="498919" cy="476631"/>
          </a:xfrm>
          <a:custGeom>
            <a:avLst/>
            <a:gdLst>
              <a:gd name="T0" fmla="*/ 1693280731 w 124"/>
              <a:gd name="T1" fmla="*/ 615468853 h 118"/>
              <a:gd name="T2" fmla="*/ 1596127142 w 124"/>
              <a:gd name="T3" fmla="*/ 531542302 h 118"/>
              <a:gd name="T4" fmla="*/ 1151987934 w 124"/>
              <a:gd name="T5" fmla="*/ 461599770 h 118"/>
              <a:gd name="T6" fmla="*/ 971554518 w 124"/>
              <a:gd name="T7" fmla="*/ 69938792 h 118"/>
              <a:gd name="T8" fmla="*/ 860519716 w 124"/>
              <a:gd name="T9" fmla="*/ 0 h 118"/>
              <a:gd name="T10" fmla="*/ 749484914 w 124"/>
              <a:gd name="T11" fmla="*/ 69938792 h 118"/>
              <a:gd name="T12" fmla="*/ 555174010 w 124"/>
              <a:gd name="T13" fmla="*/ 461599770 h 118"/>
              <a:gd name="T14" fmla="*/ 111034802 w 124"/>
              <a:gd name="T15" fmla="*/ 531542302 h 118"/>
              <a:gd name="T16" fmla="*/ 13881213 w 124"/>
              <a:gd name="T17" fmla="*/ 615468853 h 118"/>
              <a:gd name="T18" fmla="*/ 41639914 w 124"/>
              <a:gd name="T19" fmla="*/ 741358679 h 118"/>
              <a:gd name="T20" fmla="*/ 360863107 w 124"/>
              <a:gd name="T21" fmla="*/ 1063080864 h 118"/>
              <a:gd name="T22" fmla="*/ 291468218 w 124"/>
              <a:gd name="T23" fmla="*/ 1510696615 h 118"/>
              <a:gd name="T24" fmla="*/ 333104406 w 124"/>
              <a:gd name="T25" fmla="*/ 1636586442 h 118"/>
              <a:gd name="T26" fmla="*/ 402503020 w 124"/>
              <a:gd name="T27" fmla="*/ 1650574200 h 118"/>
              <a:gd name="T28" fmla="*/ 471897909 w 124"/>
              <a:gd name="T29" fmla="*/ 1636586442 h 118"/>
              <a:gd name="T30" fmla="*/ 860519716 w 124"/>
              <a:gd name="T31" fmla="*/ 1426766325 h 118"/>
              <a:gd name="T32" fmla="*/ 1235264035 w 124"/>
              <a:gd name="T33" fmla="*/ 1636586442 h 118"/>
              <a:gd name="T34" fmla="*/ 1304658924 w 124"/>
              <a:gd name="T35" fmla="*/ 1650574200 h 118"/>
              <a:gd name="T36" fmla="*/ 1374057538 w 124"/>
              <a:gd name="T37" fmla="*/ 1636586442 h 118"/>
              <a:gd name="T38" fmla="*/ 1415693726 w 124"/>
              <a:gd name="T39" fmla="*/ 1510696615 h 118"/>
              <a:gd name="T40" fmla="*/ 1346298837 w 124"/>
              <a:gd name="T41" fmla="*/ 1063080864 h 118"/>
              <a:gd name="T42" fmla="*/ 1665522030 w 124"/>
              <a:gd name="T43" fmla="*/ 741358679 h 118"/>
              <a:gd name="T44" fmla="*/ 1693280731 w 124"/>
              <a:gd name="T45" fmla="*/ 615468853 h 118"/>
              <a:gd name="T46" fmla="*/ 1263022736 w 124"/>
              <a:gd name="T47" fmla="*/ 979154313 h 118"/>
              <a:gd name="T48" fmla="*/ 1221382822 w 124"/>
              <a:gd name="T49" fmla="*/ 1077068623 h 118"/>
              <a:gd name="T50" fmla="*/ 1304658924 w 124"/>
              <a:gd name="T51" fmla="*/ 1538672132 h 118"/>
              <a:gd name="T52" fmla="*/ 916037117 w 124"/>
              <a:gd name="T53" fmla="*/ 1328852015 h 118"/>
              <a:gd name="T54" fmla="*/ 860519716 w 124"/>
              <a:gd name="T55" fmla="*/ 1314864257 h 118"/>
              <a:gd name="T56" fmla="*/ 791124827 w 124"/>
              <a:gd name="T57" fmla="*/ 1328852015 h 118"/>
              <a:gd name="T58" fmla="*/ 402503020 w 124"/>
              <a:gd name="T59" fmla="*/ 1538672132 h 118"/>
              <a:gd name="T60" fmla="*/ 485779122 w 124"/>
              <a:gd name="T61" fmla="*/ 1077068623 h 118"/>
              <a:gd name="T62" fmla="*/ 444139208 w 124"/>
              <a:gd name="T63" fmla="*/ 979154313 h 118"/>
              <a:gd name="T64" fmla="*/ 124916015 w 124"/>
              <a:gd name="T65" fmla="*/ 657432128 h 118"/>
              <a:gd name="T66" fmla="*/ 569055223 w 124"/>
              <a:gd name="T67" fmla="*/ 587493336 h 118"/>
              <a:gd name="T68" fmla="*/ 666208812 w 124"/>
              <a:gd name="T69" fmla="*/ 517554544 h 118"/>
              <a:gd name="T70" fmla="*/ 860519716 w 124"/>
              <a:gd name="T71" fmla="*/ 111902068 h 118"/>
              <a:gd name="T72" fmla="*/ 1040953132 w 124"/>
              <a:gd name="T73" fmla="*/ 517554544 h 118"/>
              <a:gd name="T74" fmla="*/ 1138106721 w 124"/>
              <a:gd name="T75" fmla="*/ 587493336 h 118"/>
              <a:gd name="T76" fmla="*/ 1582245929 w 124"/>
              <a:gd name="T77" fmla="*/ 657432128 h 118"/>
              <a:gd name="T78" fmla="*/ 1263022736 w 124"/>
              <a:gd name="T79" fmla="*/ 979154313 h 118"/>
              <a:gd name="T80" fmla="*/ 1263022736 w 124"/>
              <a:gd name="T81" fmla="*/ 979154313 h 118"/>
              <a:gd name="T82" fmla="*/ 1263022736 w 124"/>
              <a:gd name="T83" fmla="*/ 979154313 h 11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0" t="0" r="r" b="b"/>
            <a:pathLst>
              <a:path w="124" h="118">
                <a:moveTo>
                  <a:pt x="122" y="44"/>
                </a:moveTo>
                <a:cubicBezTo>
                  <a:pt x="121" y="41"/>
                  <a:pt x="119" y="39"/>
                  <a:pt x="115" y="38"/>
                </a:cubicBezTo>
                <a:cubicBezTo>
                  <a:pt x="83" y="33"/>
                  <a:pt x="83" y="33"/>
                  <a:pt x="83" y="33"/>
                </a:cubicBezTo>
                <a:cubicBezTo>
                  <a:pt x="70" y="5"/>
                  <a:pt x="70" y="5"/>
                  <a:pt x="70" y="5"/>
                </a:cubicBezTo>
                <a:cubicBezTo>
                  <a:pt x="68" y="1"/>
                  <a:pt x="65" y="0"/>
                  <a:pt x="62" y="0"/>
                </a:cubicBezTo>
                <a:cubicBezTo>
                  <a:pt x="58" y="0"/>
                  <a:pt x="55" y="1"/>
                  <a:pt x="54" y="5"/>
                </a:cubicBezTo>
                <a:cubicBezTo>
                  <a:pt x="40" y="33"/>
                  <a:pt x="40" y="33"/>
                  <a:pt x="40" y="33"/>
                </a:cubicBezTo>
                <a:cubicBezTo>
                  <a:pt x="8" y="38"/>
                  <a:pt x="8" y="38"/>
                  <a:pt x="8" y="38"/>
                </a:cubicBezTo>
                <a:cubicBezTo>
                  <a:pt x="4" y="39"/>
                  <a:pt x="2" y="41"/>
                  <a:pt x="1" y="44"/>
                </a:cubicBezTo>
                <a:cubicBezTo>
                  <a:pt x="0" y="47"/>
                  <a:pt x="0" y="50"/>
                  <a:pt x="3" y="53"/>
                </a:cubicBezTo>
                <a:cubicBezTo>
                  <a:pt x="26" y="76"/>
                  <a:pt x="26" y="76"/>
                  <a:pt x="26" y="76"/>
                </a:cubicBezTo>
                <a:cubicBezTo>
                  <a:pt x="21" y="108"/>
                  <a:pt x="21" y="108"/>
                  <a:pt x="21" y="108"/>
                </a:cubicBezTo>
                <a:cubicBezTo>
                  <a:pt x="20" y="112"/>
                  <a:pt x="22" y="115"/>
                  <a:pt x="24" y="117"/>
                </a:cubicBezTo>
                <a:cubicBezTo>
                  <a:pt x="26" y="118"/>
                  <a:pt x="28" y="118"/>
                  <a:pt x="29" y="118"/>
                </a:cubicBezTo>
                <a:cubicBezTo>
                  <a:pt x="31" y="118"/>
                  <a:pt x="32" y="118"/>
                  <a:pt x="34" y="117"/>
                </a:cubicBezTo>
                <a:cubicBezTo>
                  <a:pt x="62" y="102"/>
                  <a:pt x="62" y="102"/>
                  <a:pt x="62" y="102"/>
                </a:cubicBezTo>
                <a:cubicBezTo>
                  <a:pt x="89" y="117"/>
                  <a:pt x="89" y="117"/>
                  <a:pt x="89" y="117"/>
                </a:cubicBezTo>
                <a:cubicBezTo>
                  <a:pt x="91" y="118"/>
                  <a:pt x="92" y="118"/>
                  <a:pt x="94" y="118"/>
                </a:cubicBezTo>
                <a:cubicBezTo>
                  <a:pt x="96" y="118"/>
                  <a:pt x="97" y="118"/>
                  <a:pt x="99" y="117"/>
                </a:cubicBezTo>
                <a:cubicBezTo>
                  <a:pt x="102" y="115"/>
                  <a:pt x="103" y="112"/>
                  <a:pt x="102" y="108"/>
                </a:cubicBezTo>
                <a:cubicBezTo>
                  <a:pt x="97" y="76"/>
                  <a:pt x="97" y="76"/>
                  <a:pt x="97" y="76"/>
                </a:cubicBezTo>
                <a:cubicBezTo>
                  <a:pt x="120" y="53"/>
                  <a:pt x="120" y="53"/>
                  <a:pt x="120" y="53"/>
                </a:cubicBezTo>
                <a:cubicBezTo>
                  <a:pt x="123" y="50"/>
                  <a:pt x="124" y="47"/>
                  <a:pt x="122" y="44"/>
                </a:cubicBezTo>
                <a:close/>
                <a:moveTo>
                  <a:pt x="91" y="70"/>
                </a:moveTo>
                <a:cubicBezTo>
                  <a:pt x="89" y="72"/>
                  <a:pt x="88" y="75"/>
                  <a:pt x="88" y="77"/>
                </a:cubicBezTo>
                <a:cubicBezTo>
                  <a:pt x="94" y="110"/>
                  <a:pt x="94" y="110"/>
                  <a:pt x="94" y="110"/>
                </a:cubicBezTo>
                <a:cubicBezTo>
                  <a:pt x="66" y="95"/>
                  <a:pt x="66" y="95"/>
                  <a:pt x="66" y="95"/>
                </a:cubicBezTo>
                <a:cubicBezTo>
                  <a:pt x="65" y="94"/>
                  <a:pt x="63" y="94"/>
                  <a:pt x="62" y="94"/>
                </a:cubicBezTo>
                <a:cubicBezTo>
                  <a:pt x="60" y="94"/>
                  <a:pt x="59" y="94"/>
                  <a:pt x="57" y="95"/>
                </a:cubicBezTo>
                <a:cubicBezTo>
                  <a:pt x="29" y="110"/>
                  <a:pt x="29" y="110"/>
                  <a:pt x="29" y="110"/>
                </a:cubicBezTo>
                <a:cubicBezTo>
                  <a:pt x="35" y="77"/>
                  <a:pt x="35" y="77"/>
                  <a:pt x="35" y="77"/>
                </a:cubicBezTo>
                <a:cubicBezTo>
                  <a:pt x="35" y="75"/>
                  <a:pt x="34" y="72"/>
                  <a:pt x="32" y="70"/>
                </a:cubicBezTo>
                <a:cubicBezTo>
                  <a:pt x="9" y="47"/>
                  <a:pt x="9" y="47"/>
                  <a:pt x="9" y="47"/>
                </a:cubicBezTo>
                <a:cubicBezTo>
                  <a:pt x="41" y="42"/>
                  <a:pt x="41" y="42"/>
                  <a:pt x="41" y="42"/>
                </a:cubicBezTo>
                <a:cubicBezTo>
                  <a:pt x="44" y="41"/>
                  <a:pt x="46" y="40"/>
                  <a:pt x="48" y="37"/>
                </a:cubicBezTo>
                <a:cubicBezTo>
                  <a:pt x="62" y="8"/>
                  <a:pt x="62" y="8"/>
                  <a:pt x="62" y="8"/>
                </a:cubicBezTo>
                <a:cubicBezTo>
                  <a:pt x="75" y="37"/>
                  <a:pt x="75" y="37"/>
                  <a:pt x="75" y="37"/>
                </a:cubicBezTo>
                <a:cubicBezTo>
                  <a:pt x="77" y="40"/>
                  <a:pt x="79" y="41"/>
                  <a:pt x="82" y="42"/>
                </a:cubicBezTo>
                <a:cubicBezTo>
                  <a:pt x="114" y="47"/>
                  <a:pt x="114" y="47"/>
                  <a:pt x="114" y="47"/>
                </a:cubicBezTo>
                <a:lnTo>
                  <a:pt x="91" y="70"/>
                </a:lnTo>
                <a:close/>
                <a:moveTo>
                  <a:pt x="91" y="70"/>
                </a:moveTo>
                <a:cubicBezTo>
                  <a:pt x="91" y="70"/>
                  <a:pt x="91" y="70"/>
                  <a:pt x="91" y="70"/>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14" name="稻壳儿小白白(http://dwz.cn/Wu2UP)"/>
          <p:cNvPicPr>
            <a:picLocks noChangeArrowheads="1"/>
          </p:cNvPicPr>
          <p:nvPr/>
        </p:nvPicPr>
        <p:blipFill>
          <a:blip r:embed="rId9">
            <a:duotone>
              <a:srgbClr val="336699"/>
              <a:srgbClr val="336699"/>
            </a:duotone>
          </a:blip>
          <a:srcRect/>
          <a:stretch>
            <a:fillRect/>
          </a:stretch>
        </p:blipFill>
        <p:spPr>
          <a:xfrm>
            <a:off x="10784300" y="1853183"/>
            <a:ext cx="493776" cy="42862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15" name="稻壳儿小白白(http://dwz.cn/Wu2UP)"/>
          <p:cNvSpPr>
            <a:spLocks noEditPoints="1"/>
          </p:cNvSpPr>
          <p:nvPr/>
        </p:nvSpPr>
        <p:spPr>
          <a:xfrm>
            <a:off x="9987057" y="5194744"/>
            <a:ext cx="432054" cy="497205"/>
          </a:xfrm>
          <a:custGeom>
            <a:avLst/>
            <a:gdLst>
              <a:gd name="T0" fmla="*/ 740862690 w 107"/>
              <a:gd name="T1" fmla="*/ 0 h 123"/>
              <a:gd name="T2" fmla="*/ 0 w 107"/>
              <a:gd name="T3" fmla="*/ 350229346 h 123"/>
              <a:gd name="T4" fmla="*/ 0 w 107"/>
              <a:gd name="T5" fmla="*/ 1372901879 h 123"/>
              <a:gd name="T6" fmla="*/ 740862690 w 107"/>
              <a:gd name="T7" fmla="*/ 1723131225 h 123"/>
              <a:gd name="T8" fmla="*/ 1495700958 w 107"/>
              <a:gd name="T9" fmla="*/ 1372901879 h 123"/>
              <a:gd name="T10" fmla="*/ 1495700958 w 107"/>
              <a:gd name="T11" fmla="*/ 350229346 h 123"/>
              <a:gd name="T12" fmla="*/ 740862690 w 107"/>
              <a:gd name="T13" fmla="*/ 0 h 123"/>
              <a:gd name="T14" fmla="*/ 1383873897 w 107"/>
              <a:gd name="T15" fmla="*/ 1372901879 h 123"/>
              <a:gd name="T16" fmla="*/ 740862690 w 107"/>
              <a:gd name="T17" fmla="*/ 1611057984 h 123"/>
              <a:gd name="T18" fmla="*/ 97847743 w 107"/>
              <a:gd name="T19" fmla="*/ 1372901879 h 123"/>
              <a:gd name="T20" fmla="*/ 97847743 w 107"/>
              <a:gd name="T21" fmla="*/ 1162765020 h 123"/>
              <a:gd name="T22" fmla="*/ 740862690 w 107"/>
              <a:gd name="T23" fmla="*/ 1344882633 h 123"/>
              <a:gd name="T24" fmla="*/ 1383873897 w 107"/>
              <a:gd name="T25" fmla="*/ 1162765020 h 123"/>
              <a:gd name="T26" fmla="*/ 1383873897 w 107"/>
              <a:gd name="T27" fmla="*/ 1372901879 h 123"/>
              <a:gd name="T28" fmla="*/ 1383873897 w 107"/>
              <a:gd name="T29" fmla="*/ 1050688037 h 123"/>
              <a:gd name="T30" fmla="*/ 1383873897 w 107"/>
              <a:gd name="T31" fmla="*/ 1050688037 h 123"/>
              <a:gd name="T32" fmla="*/ 1383873897 w 107"/>
              <a:gd name="T33" fmla="*/ 1050688037 h 123"/>
              <a:gd name="T34" fmla="*/ 740862690 w 107"/>
              <a:gd name="T35" fmla="*/ 1288847884 h 123"/>
              <a:gd name="T36" fmla="*/ 97847743 w 107"/>
              <a:gd name="T37" fmla="*/ 1050688037 h 123"/>
              <a:gd name="T38" fmla="*/ 97847743 w 107"/>
              <a:gd name="T39" fmla="*/ 1050688037 h 123"/>
              <a:gd name="T40" fmla="*/ 97847743 w 107"/>
              <a:gd name="T41" fmla="*/ 840551178 h 123"/>
              <a:gd name="T42" fmla="*/ 740862690 w 107"/>
              <a:gd name="T43" fmla="*/ 1022672534 h 123"/>
              <a:gd name="T44" fmla="*/ 1383873897 w 107"/>
              <a:gd name="T45" fmla="*/ 840551178 h 123"/>
              <a:gd name="T46" fmla="*/ 1383873897 w 107"/>
              <a:gd name="T47" fmla="*/ 1050688037 h 123"/>
              <a:gd name="T48" fmla="*/ 1383873897 w 107"/>
              <a:gd name="T49" fmla="*/ 728477937 h 123"/>
              <a:gd name="T50" fmla="*/ 1383873897 w 107"/>
              <a:gd name="T51" fmla="*/ 728477937 h 123"/>
              <a:gd name="T52" fmla="*/ 1383873897 w 107"/>
              <a:gd name="T53" fmla="*/ 728477937 h 123"/>
              <a:gd name="T54" fmla="*/ 740862690 w 107"/>
              <a:gd name="T55" fmla="*/ 966634042 h 123"/>
              <a:gd name="T56" fmla="*/ 97847743 w 107"/>
              <a:gd name="T57" fmla="*/ 728477937 h 123"/>
              <a:gd name="T58" fmla="*/ 97847743 w 107"/>
              <a:gd name="T59" fmla="*/ 728477937 h 123"/>
              <a:gd name="T60" fmla="*/ 97847743 w 107"/>
              <a:gd name="T61" fmla="*/ 546360324 h 123"/>
              <a:gd name="T62" fmla="*/ 740862690 w 107"/>
              <a:gd name="T63" fmla="*/ 700458691 h 123"/>
              <a:gd name="T64" fmla="*/ 1383873897 w 107"/>
              <a:gd name="T65" fmla="*/ 546360324 h 123"/>
              <a:gd name="T66" fmla="*/ 1383873897 w 107"/>
              <a:gd name="T67" fmla="*/ 728477937 h 123"/>
              <a:gd name="T68" fmla="*/ 740862690 w 107"/>
              <a:gd name="T69" fmla="*/ 588385450 h 123"/>
              <a:gd name="T70" fmla="*/ 97847743 w 107"/>
              <a:gd name="T71" fmla="*/ 350229346 h 123"/>
              <a:gd name="T72" fmla="*/ 740862690 w 107"/>
              <a:gd name="T73" fmla="*/ 112073241 h 123"/>
              <a:gd name="T74" fmla="*/ 1383873897 w 107"/>
              <a:gd name="T75" fmla="*/ 350229346 h 123"/>
              <a:gd name="T76" fmla="*/ 740862690 w 107"/>
              <a:gd name="T77" fmla="*/ 588385450 h 123"/>
              <a:gd name="T78" fmla="*/ 740862690 w 107"/>
              <a:gd name="T79" fmla="*/ 588385450 h 123"/>
              <a:gd name="T80" fmla="*/ 740862690 w 107"/>
              <a:gd name="T81" fmla="*/ 588385450 h 123"/>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107" h="123">
                <a:moveTo>
                  <a:pt x="53" y="0"/>
                </a:moveTo>
                <a:cubicBezTo>
                  <a:pt x="27" y="0"/>
                  <a:pt x="0" y="8"/>
                  <a:pt x="0" y="25"/>
                </a:cubicBezTo>
                <a:cubicBezTo>
                  <a:pt x="0" y="98"/>
                  <a:pt x="0" y="98"/>
                  <a:pt x="0" y="98"/>
                </a:cubicBezTo>
                <a:cubicBezTo>
                  <a:pt x="0" y="115"/>
                  <a:pt x="27" y="123"/>
                  <a:pt x="53" y="123"/>
                </a:cubicBezTo>
                <a:cubicBezTo>
                  <a:pt x="79" y="123"/>
                  <a:pt x="107" y="115"/>
                  <a:pt x="107" y="98"/>
                </a:cubicBezTo>
                <a:cubicBezTo>
                  <a:pt x="107" y="25"/>
                  <a:pt x="107" y="25"/>
                  <a:pt x="107" y="25"/>
                </a:cubicBezTo>
                <a:cubicBezTo>
                  <a:pt x="107" y="8"/>
                  <a:pt x="79" y="0"/>
                  <a:pt x="53" y="0"/>
                </a:cubicBezTo>
                <a:close/>
                <a:moveTo>
                  <a:pt x="99" y="98"/>
                </a:moveTo>
                <a:cubicBezTo>
                  <a:pt x="99" y="107"/>
                  <a:pt x="79" y="115"/>
                  <a:pt x="53" y="115"/>
                </a:cubicBezTo>
                <a:cubicBezTo>
                  <a:pt x="28" y="115"/>
                  <a:pt x="7" y="107"/>
                  <a:pt x="7" y="98"/>
                </a:cubicBezTo>
                <a:cubicBezTo>
                  <a:pt x="7" y="83"/>
                  <a:pt x="7" y="83"/>
                  <a:pt x="7" y="83"/>
                </a:cubicBezTo>
                <a:cubicBezTo>
                  <a:pt x="15" y="92"/>
                  <a:pt x="34" y="96"/>
                  <a:pt x="53" y="96"/>
                </a:cubicBezTo>
                <a:cubicBezTo>
                  <a:pt x="72" y="96"/>
                  <a:pt x="91" y="92"/>
                  <a:pt x="99" y="83"/>
                </a:cubicBezTo>
                <a:lnTo>
                  <a:pt x="99" y="98"/>
                </a:lnTo>
                <a:close/>
                <a:moveTo>
                  <a:pt x="99" y="75"/>
                </a:moveTo>
                <a:cubicBezTo>
                  <a:pt x="99" y="75"/>
                  <a:pt x="99" y="75"/>
                  <a:pt x="99" y="75"/>
                </a:cubicBezTo>
                <a:cubicBezTo>
                  <a:pt x="99" y="75"/>
                  <a:pt x="99" y="75"/>
                  <a:pt x="99" y="75"/>
                </a:cubicBezTo>
                <a:cubicBezTo>
                  <a:pt x="99" y="84"/>
                  <a:pt x="79" y="92"/>
                  <a:pt x="53" y="92"/>
                </a:cubicBezTo>
                <a:cubicBezTo>
                  <a:pt x="28" y="92"/>
                  <a:pt x="7" y="84"/>
                  <a:pt x="7" y="75"/>
                </a:cubicBezTo>
                <a:cubicBezTo>
                  <a:pt x="7" y="75"/>
                  <a:pt x="7" y="75"/>
                  <a:pt x="7" y="75"/>
                </a:cubicBezTo>
                <a:cubicBezTo>
                  <a:pt x="7" y="60"/>
                  <a:pt x="7" y="60"/>
                  <a:pt x="7" y="60"/>
                </a:cubicBezTo>
                <a:cubicBezTo>
                  <a:pt x="15" y="69"/>
                  <a:pt x="34" y="73"/>
                  <a:pt x="53" y="73"/>
                </a:cubicBezTo>
                <a:cubicBezTo>
                  <a:pt x="72" y="73"/>
                  <a:pt x="91" y="69"/>
                  <a:pt x="99" y="60"/>
                </a:cubicBezTo>
                <a:lnTo>
                  <a:pt x="99" y="75"/>
                </a:lnTo>
                <a:close/>
                <a:moveTo>
                  <a:pt x="99" y="52"/>
                </a:moveTo>
                <a:cubicBezTo>
                  <a:pt x="99" y="52"/>
                  <a:pt x="99" y="52"/>
                  <a:pt x="99" y="52"/>
                </a:cubicBezTo>
                <a:cubicBezTo>
                  <a:pt x="99" y="52"/>
                  <a:pt x="99" y="52"/>
                  <a:pt x="99" y="52"/>
                </a:cubicBezTo>
                <a:cubicBezTo>
                  <a:pt x="99" y="61"/>
                  <a:pt x="79" y="69"/>
                  <a:pt x="53" y="69"/>
                </a:cubicBezTo>
                <a:cubicBezTo>
                  <a:pt x="28" y="69"/>
                  <a:pt x="7" y="61"/>
                  <a:pt x="7" y="52"/>
                </a:cubicBezTo>
                <a:cubicBezTo>
                  <a:pt x="7" y="52"/>
                  <a:pt x="7" y="52"/>
                  <a:pt x="7" y="52"/>
                </a:cubicBezTo>
                <a:cubicBezTo>
                  <a:pt x="7" y="39"/>
                  <a:pt x="7" y="39"/>
                  <a:pt x="7" y="39"/>
                </a:cubicBezTo>
                <a:cubicBezTo>
                  <a:pt x="17" y="46"/>
                  <a:pt x="36" y="50"/>
                  <a:pt x="53" y="50"/>
                </a:cubicBezTo>
                <a:cubicBezTo>
                  <a:pt x="71" y="50"/>
                  <a:pt x="89" y="46"/>
                  <a:pt x="99" y="39"/>
                </a:cubicBezTo>
                <a:lnTo>
                  <a:pt x="99" y="52"/>
                </a:lnTo>
                <a:close/>
                <a:moveTo>
                  <a:pt x="53" y="42"/>
                </a:moveTo>
                <a:cubicBezTo>
                  <a:pt x="28" y="42"/>
                  <a:pt x="7" y="34"/>
                  <a:pt x="7" y="25"/>
                </a:cubicBezTo>
                <a:cubicBezTo>
                  <a:pt x="7" y="15"/>
                  <a:pt x="28" y="8"/>
                  <a:pt x="53" y="8"/>
                </a:cubicBezTo>
                <a:cubicBezTo>
                  <a:pt x="79" y="8"/>
                  <a:pt x="99" y="15"/>
                  <a:pt x="99" y="25"/>
                </a:cubicBezTo>
                <a:cubicBezTo>
                  <a:pt x="99" y="34"/>
                  <a:pt x="79" y="42"/>
                  <a:pt x="53" y="42"/>
                </a:cubicBezTo>
                <a:close/>
                <a:moveTo>
                  <a:pt x="53" y="42"/>
                </a:moveTo>
                <a:cubicBezTo>
                  <a:pt x="53" y="42"/>
                  <a:pt x="53" y="42"/>
                  <a:pt x="53" y="42"/>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16" name="稻壳儿小白白(http://dwz.cn/Wu2UP)"/>
          <p:cNvPicPr>
            <a:picLocks noChangeArrowheads="1"/>
          </p:cNvPicPr>
          <p:nvPr/>
        </p:nvPicPr>
        <p:blipFill>
          <a:blip r:embed="rId10">
            <a:duotone>
              <a:srgbClr val="336699"/>
              <a:srgbClr val="336699"/>
            </a:duotone>
          </a:blip>
          <a:srcRect/>
          <a:stretch>
            <a:fillRect/>
          </a:stretch>
        </p:blipFill>
        <p:spPr>
          <a:xfrm>
            <a:off x="9592722" y="5402198"/>
            <a:ext cx="32576" cy="210884"/>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7" name="稻壳儿小白白(http://dwz.cn/Wu2UP)"/>
          <p:cNvPicPr>
            <a:picLocks noChangeArrowheads="1"/>
          </p:cNvPicPr>
          <p:nvPr/>
        </p:nvPicPr>
        <p:blipFill>
          <a:blip r:embed="rId11">
            <a:duotone>
              <a:srgbClr val="336699"/>
              <a:srgbClr val="336699"/>
            </a:duotone>
          </a:blip>
          <a:srcRect/>
          <a:stretch>
            <a:fillRect/>
          </a:stretch>
        </p:blipFill>
        <p:spPr>
          <a:xfrm>
            <a:off x="7861077" y="5223890"/>
            <a:ext cx="493776" cy="435483"/>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8" name="稻壳儿小白白(http://dwz.cn/Wu2UP)"/>
          <p:cNvPicPr>
            <a:picLocks noChangeArrowheads="1"/>
          </p:cNvPicPr>
          <p:nvPr/>
        </p:nvPicPr>
        <p:blipFill>
          <a:blip r:embed="rId12">
            <a:duotone>
              <a:srgbClr val="336699"/>
              <a:srgbClr val="336699"/>
            </a:duotone>
          </a:blip>
          <a:srcRect/>
          <a:stretch>
            <a:fillRect/>
          </a:stretch>
        </p:blipFill>
        <p:spPr>
          <a:xfrm>
            <a:off x="948213" y="2794444"/>
            <a:ext cx="493776" cy="46805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19" name="稻壳儿小白白(http://dwz.cn/Wu2UP)"/>
          <p:cNvPicPr>
            <a:picLocks noChangeArrowheads="1"/>
          </p:cNvPicPr>
          <p:nvPr/>
        </p:nvPicPr>
        <p:blipFill>
          <a:blip r:embed="rId13">
            <a:duotone>
              <a:srgbClr val="336699"/>
              <a:srgbClr val="336699"/>
            </a:duotone>
          </a:blip>
          <a:srcRect/>
          <a:stretch>
            <a:fillRect/>
          </a:stretch>
        </p:blipFill>
        <p:spPr>
          <a:xfrm>
            <a:off x="1850040" y="2782442"/>
            <a:ext cx="500634"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0" name="稻壳儿小白白(http://dwz.cn/Wu2UP)"/>
          <p:cNvSpPr>
            <a:spLocks noEditPoints="1"/>
          </p:cNvSpPr>
          <p:nvPr/>
        </p:nvSpPr>
        <p:spPr>
          <a:xfrm>
            <a:off x="2757011" y="2777299"/>
            <a:ext cx="497205" cy="497205"/>
          </a:xfrm>
          <a:custGeom>
            <a:avLst/>
            <a:gdLst>
              <a:gd name="T0" fmla="*/ 1695111979 w 123"/>
              <a:gd name="T1" fmla="*/ 14009623 h 123"/>
              <a:gd name="T2" fmla="*/ 1667092733 w 123"/>
              <a:gd name="T3" fmla="*/ 0 h 123"/>
              <a:gd name="T4" fmla="*/ 1639077230 w 123"/>
              <a:gd name="T5" fmla="*/ 14009623 h 123"/>
              <a:gd name="T6" fmla="*/ 28019246 w 123"/>
              <a:gd name="T7" fmla="*/ 1078707283 h 123"/>
              <a:gd name="T8" fmla="*/ 0 w 123"/>
              <a:gd name="T9" fmla="*/ 1134745774 h 123"/>
              <a:gd name="T10" fmla="*/ 28019246 w 123"/>
              <a:gd name="T11" fmla="*/ 1176770900 h 123"/>
              <a:gd name="T12" fmla="*/ 448292963 w 123"/>
              <a:gd name="T13" fmla="*/ 1344882633 h 123"/>
              <a:gd name="T14" fmla="*/ 644423942 w 123"/>
              <a:gd name="T15" fmla="*/ 1695111979 h 123"/>
              <a:gd name="T16" fmla="*/ 700458691 w 123"/>
              <a:gd name="T17" fmla="*/ 1723131225 h 123"/>
              <a:gd name="T18" fmla="*/ 700458691 w 123"/>
              <a:gd name="T19" fmla="*/ 1723131225 h 123"/>
              <a:gd name="T20" fmla="*/ 742487560 w 123"/>
              <a:gd name="T21" fmla="*/ 1695111979 h 123"/>
              <a:gd name="T22" fmla="*/ 854560801 w 123"/>
              <a:gd name="T23" fmla="*/ 1498984743 h 123"/>
              <a:gd name="T24" fmla="*/ 1372901879 w 123"/>
              <a:gd name="T25" fmla="*/ 1709121602 h 123"/>
              <a:gd name="T26" fmla="*/ 1400921125 w 123"/>
              <a:gd name="T27" fmla="*/ 1723131225 h 123"/>
              <a:gd name="T28" fmla="*/ 1414930748 w 123"/>
              <a:gd name="T29" fmla="*/ 1709121602 h 123"/>
              <a:gd name="T30" fmla="*/ 1442946251 w 123"/>
              <a:gd name="T31" fmla="*/ 1667092733 h 123"/>
              <a:gd name="T32" fmla="*/ 1723131225 w 123"/>
              <a:gd name="T33" fmla="*/ 56038492 h 123"/>
              <a:gd name="T34" fmla="*/ 1695111979 w 123"/>
              <a:gd name="T35" fmla="*/ 14009623 h 123"/>
              <a:gd name="T36" fmla="*/ 168111733 w 123"/>
              <a:gd name="T37" fmla="*/ 1120736151 h 123"/>
              <a:gd name="T38" fmla="*/ 1414930748 w 123"/>
              <a:gd name="T39" fmla="*/ 280184974 h 123"/>
              <a:gd name="T40" fmla="*/ 504331455 w 123"/>
              <a:gd name="T41" fmla="*/ 1246819015 h 123"/>
              <a:gd name="T42" fmla="*/ 490321832 w 123"/>
              <a:gd name="T43" fmla="*/ 1246819015 h 123"/>
              <a:gd name="T44" fmla="*/ 168111733 w 123"/>
              <a:gd name="T45" fmla="*/ 1120736151 h 123"/>
              <a:gd name="T46" fmla="*/ 546360324 w 123"/>
              <a:gd name="T47" fmla="*/ 1288847884 h 123"/>
              <a:gd name="T48" fmla="*/ 546360324 w 123"/>
              <a:gd name="T49" fmla="*/ 1288847884 h 123"/>
              <a:gd name="T50" fmla="*/ 1569029115 w 123"/>
              <a:gd name="T51" fmla="*/ 196127236 h 123"/>
              <a:gd name="T52" fmla="*/ 700458691 w 123"/>
              <a:gd name="T53" fmla="*/ 1555019492 h 123"/>
              <a:gd name="T54" fmla="*/ 546360324 w 123"/>
              <a:gd name="T55" fmla="*/ 1288847884 h 123"/>
              <a:gd name="T56" fmla="*/ 1358892256 w 123"/>
              <a:gd name="T57" fmla="*/ 1583038738 h 123"/>
              <a:gd name="T58" fmla="*/ 896589670 w 123"/>
              <a:gd name="T59" fmla="*/ 1400921125 h 123"/>
              <a:gd name="T60" fmla="*/ 854560801 w 123"/>
              <a:gd name="T61" fmla="*/ 1400921125 h 123"/>
              <a:gd name="T62" fmla="*/ 1569029115 w 123"/>
              <a:gd name="T63" fmla="*/ 308200477 h 123"/>
              <a:gd name="T64" fmla="*/ 1358892256 w 123"/>
              <a:gd name="T65" fmla="*/ 1583038738 h 123"/>
              <a:gd name="T66" fmla="*/ 1358892256 w 123"/>
              <a:gd name="T67" fmla="*/ 1583038738 h 123"/>
              <a:gd name="T68" fmla="*/ 1358892256 w 123"/>
              <a:gd name="T69" fmla="*/ 1583038738 h 123"/>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0" t="0" r="r" b="b"/>
            <a:pathLst>
              <a:path w="123" h="123">
                <a:moveTo>
                  <a:pt x="121" y="1"/>
                </a:moveTo>
                <a:cubicBezTo>
                  <a:pt x="120" y="0"/>
                  <a:pt x="119" y="0"/>
                  <a:pt x="119" y="0"/>
                </a:cubicBezTo>
                <a:cubicBezTo>
                  <a:pt x="118" y="0"/>
                  <a:pt x="117" y="0"/>
                  <a:pt x="117" y="1"/>
                </a:cubicBezTo>
                <a:cubicBezTo>
                  <a:pt x="2" y="77"/>
                  <a:pt x="2" y="77"/>
                  <a:pt x="2" y="77"/>
                </a:cubicBezTo>
                <a:cubicBezTo>
                  <a:pt x="0" y="78"/>
                  <a:pt x="0" y="79"/>
                  <a:pt x="0" y="81"/>
                </a:cubicBezTo>
                <a:cubicBezTo>
                  <a:pt x="0" y="82"/>
                  <a:pt x="1" y="83"/>
                  <a:pt x="2" y="84"/>
                </a:cubicBezTo>
                <a:cubicBezTo>
                  <a:pt x="32" y="96"/>
                  <a:pt x="32" y="96"/>
                  <a:pt x="32" y="96"/>
                </a:cubicBezTo>
                <a:cubicBezTo>
                  <a:pt x="46" y="121"/>
                  <a:pt x="46" y="121"/>
                  <a:pt x="46" y="121"/>
                </a:cubicBezTo>
                <a:cubicBezTo>
                  <a:pt x="47" y="122"/>
                  <a:pt x="48" y="123"/>
                  <a:pt x="50" y="123"/>
                </a:cubicBezTo>
                <a:cubicBezTo>
                  <a:pt x="50" y="123"/>
                  <a:pt x="50" y="123"/>
                  <a:pt x="50" y="123"/>
                </a:cubicBezTo>
                <a:cubicBezTo>
                  <a:pt x="51" y="123"/>
                  <a:pt x="52" y="122"/>
                  <a:pt x="53" y="121"/>
                </a:cubicBezTo>
                <a:cubicBezTo>
                  <a:pt x="61" y="107"/>
                  <a:pt x="61" y="107"/>
                  <a:pt x="61" y="107"/>
                </a:cubicBezTo>
                <a:cubicBezTo>
                  <a:pt x="98" y="122"/>
                  <a:pt x="98" y="122"/>
                  <a:pt x="98" y="122"/>
                </a:cubicBezTo>
                <a:cubicBezTo>
                  <a:pt x="99" y="123"/>
                  <a:pt x="99" y="123"/>
                  <a:pt x="100" y="123"/>
                </a:cubicBezTo>
                <a:cubicBezTo>
                  <a:pt x="100" y="123"/>
                  <a:pt x="101" y="122"/>
                  <a:pt x="101" y="122"/>
                </a:cubicBezTo>
                <a:cubicBezTo>
                  <a:pt x="102" y="122"/>
                  <a:pt x="103" y="121"/>
                  <a:pt x="103" y="119"/>
                </a:cubicBezTo>
                <a:cubicBezTo>
                  <a:pt x="123" y="4"/>
                  <a:pt x="123" y="4"/>
                  <a:pt x="123" y="4"/>
                </a:cubicBezTo>
                <a:cubicBezTo>
                  <a:pt x="123" y="3"/>
                  <a:pt x="122" y="1"/>
                  <a:pt x="121" y="1"/>
                </a:cubicBezTo>
                <a:close/>
                <a:moveTo>
                  <a:pt x="12" y="80"/>
                </a:moveTo>
                <a:cubicBezTo>
                  <a:pt x="101" y="20"/>
                  <a:pt x="101" y="20"/>
                  <a:pt x="101" y="20"/>
                </a:cubicBezTo>
                <a:cubicBezTo>
                  <a:pt x="36" y="89"/>
                  <a:pt x="36" y="89"/>
                  <a:pt x="36" y="89"/>
                </a:cubicBezTo>
                <a:cubicBezTo>
                  <a:pt x="36" y="89"/>
                  <a:pt x="35" y="89"/>
                  <a:pt x="35" y="89"/>
                </a:cubicBezTo>
                <a:lnTo>
                  <a:pt x="12" y="80"/>
                </a:lnTo>
                <a:close/>
                <a:moveTo>
                  <a:pt x="39" y="92"/>
                </a:moveTo>
                <a:cubicBezTo>
                  <a:pt x="39" y="92"/>
                  <a:pt x="39" y="92"/>
                  <a:pt x="39" y="92"/>
                </a:cubicBezTo>
                <a:cubicBezTo>
                  <a:pt x="112" y="14"/>
                  <a:pt x="112" y="14"/>
                  <a:pt x="112" y="14"/>
                </a:cubicBezTo>
                <a:cubicBezTo>
                  <a:pt x="50" y="111"/>
                  <a:pt x="50" y="111"/>
                  <a:pt x="50" y="111"/>
                </a:cubicBezTo>
                <a:lnTo>
                  <a:pt x="39" y="92"/>
                </a:lnTo>
                <a:close/>
                <a:moveTo>
                  <a:pt x="97" y="113"/>
                </a:moveTo>
                <a:cubicBezTo>
                  <a:pt x="64" y="100"/>
                  <a:pt x="64" y="100"/>
                  <a:pt x="64" y="100"/>
                </a:cubicBezTo>
                <a:cubicBezTo>
                  <a:pt x="63" y="100"/>
                  <a:pt x="62" y="100"/>
                  <a:pt x="61" y="100"/>
                </a:cubicBezTo>
                <a:cubicBezTo>
                  <a:pt x="112" y="22"/>
                  <a:pt x="112" y="22"/>
                  <a:pt x="112" y="22"/>
                </a:cubicBezTo>
                <a:lnTo>
                  <a:pt x="97" y="113"/>
                </a:lnTo>
                <a:close/>
                <a:moveTo>
                  <a:pt x="97" y="113"/>
                </a:moveTo>
                <a:cubicBezTo>
                  <a:pt x="97" y="113"/>
                  <a:pt x="97" y="113"/>
                  <a:pt x="97" y="113"/>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1" name="稻壳儿小白白(http://dwz.cn/Wu2UP)"/>
          <p:cNvPicPr>
            <a:picLocks noChangeArrowheads="1"/>
          </p:cNvPicPr>
          <p:nvPr/>
        </p:nvPicPr>
        <p:blipFill>
          <a:blip r:embed="rId14">
            <a:duotone>
              <a:srgbClr val="336699"/>
              <a:srgbClr val="336699"/>
            </a:duotone>
          </a:blip>
          <a:srcRect/>
          <a:stretch>
            <a:fillRect/>
          </a:stretch>
        </p:blipFill>
        <p:spPr>
          <a:xfrm>
            <a:off x="3660552" y="2782442"/>
            <a:ext cx="468059"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22" name="稻壳儿小白白(http://dwz.cn/Wu2UP)"/>
          <p:cNvPicPr>
            <a:picLocks noChangeArrowheads="1"/>
          </p:cNvPicPr>
          <p:nvPr/>
        </p:nvPicPr>
        <p:blipFill>
          <a:blip r:embed="rId15">
            <a:duotone>
              <a:srgbClr val="336699"/>
              <a:srgbClr val="336699"/>
            </a:duotone>
          </a:blip>
          <a:srcRect/>
          <a:stretch>
            <a:fillRect/>
          </a:stretch>
        </p:blipFill>
        <p:spPr>
          <a:xfrm>
            <a:off x="4536662" y="2782442"/>
            <a:ext cx="486918"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23" name="稻壳儿小白白(http://dwz.cn/Wu2UP)"/>
          <p:cNvPicPr>
            <a:picLocks noChangeArrowheads="1"/>
          </p:cNvPicPr>
          <p:nvPr/>
        </p:nvPicPr>
        <p:blipFill>
          <a:blip r:embed="rId16">
            <a:duotone>
              <a:srgbClr val="336699"/>
              <a:srgbClr val="336699"/>
            </a:duotone>
          </a:blip>
          <a:srcRect/>
          <a:stretch>
            <a:fillRect/>
          </a:stretch>
        </p:blipFill>
        <p:spPr>
          <a:xfrm>
            <a:off x="5431631" y="2782442"/>
            <a:ext cx="342900"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4" name="稻壳儿小白白(http://dwz.cn/Wu2UP)"/>
          <p:cNvSpPr>
            <a:spLocks noEditPoints="1"/>
          </p:cNvSpPr>
          <p:nvPr/>
        </p:nvSpPr>
        <p:spPr>
          <a:xfrm>
            <a:off x="6186011" y="2806445"/>
            <a:ext cx="498919" cy="430340"/>
          </a:xfrm>
          <a:custGeom>
            <a:avLst/>
            <a:gdLst>
              <a:gd name="T0" fmla="*/ 1665522030 w 124"/>
              <a:gd name="T1" fmla="*/ 235752310 h 107"/>
              <a:gd name="T2" fmla="*/ 1401816238 w 124"/>
              <a:gd name="T3" fmla="*/ 27736004 h 107"/>
              <a:gd name="T4" fmla="*/ 1346298837 w 124"/>
              <a:gd name="T5" fmla="*/ 0 h 107"/>
              <a:gd name="T6" fmla="*/ 374744320 w 124"/>
              <a:gd name="T7" fmla="*/ 0 h 107"/>
              <a:gd name="T8" fmla="*/ 319226919 w 124"/>
              <a:gd name="T9" fmla="*/ 27736004 h 107"/>
              <a:gd name="T10" fmla="*/ 55517401 w 124"/>
              <a:gd name="T11" fmla="*/ 235752310 h 107"/>
              <a:gd name="T12" fmla="*/ 13881213 w 124"/>
              <a:gd name="T13" fmla="*/ 360564328 h 107"/>
              <a:gd name="T14" fmla="*/ 124916015 w 124"/>
              <a:gd name="T15" fmla="*/ 679524649 h 107"/>
              <a:gd name="T16" fmla="*/ 180433416 w 124"/>
              <a:gd name="T17" fmla="*/ 734996657 h 107"/>
              <a:gd name="T18" fmla="*/ 222069604 w 124"/>
              <a:gd name="T19" fmla="*/ 748860935 h 107"/>
              <a:gd name="T20" fmla="*/ 277587005 w 124"/>
              <a:gd name="T21" fmla="*/ 734996657 h 107"/>
              <a:gd name="T22" fmla="*/ 277587005 w 124"/>
              <a:gd name="T23" fmla="*/ 1386781578 h 107"/>
              <a:gd name="T24" fmla="*/ 374744320 w 124"/>
              <a:gd name="T25" fmla="*/ 1483857592 h 107"/>
              <a:gd name="T26" fmla="*/ 1346298837 w 124"/>
              <a:gd name="T27" fmla="*/ 1483857592 h 107"/>
              <a:gd name="T28" fmla="*/ 1443452426 w 124"/>
              <a:gd name="T29" fmla="*/ 1386781578 h 107"/>
              <a:gd name="T30" fmla="*/ 1443452426 w 124"/>
              <a:gd name="T31" fmla="*/ 734996657 h 107"/>
              <a:gd name="T32" fmla="*/ 1498969827 w 124"/>
              <a:gd name="T33" fmla="*/ 748860935 h 107"/>
              <a:gd name="T34" fmla="*/ 1540609741 w 124"/>
              <a:gd name="T35" fmla="*/ 734996657 h 107"/>
              <a:gd name="T36" fmla="*/ 1596127142 w 124"/>
              <a:gd name="T37" fmla="*/ 679524649 h 107"/>
              <a:gd name="T38" fmla="*/ 1707161944 w 124"/>
              <a:gd name="T39" fmla="*/ 360564328 h 107"/>
              <a:gd name="T40" fmla="*/ 1665522030 w 124"/>
              <a:gd name="T41" fmla="*/ 235752310 h 107"/>
              <a:gd name="T42" fmla="*/ 1054830619 w 124"/>
              <a:gd name="T43" fmla="*/ 110944016 h 107"/>
              <a:gd name="T44" fmla="*/ 860519716 w 124"/>
              <a:gd name="T45" fmla="*/ 208016306 h 107"/>
              <a:gd name="T46" fmla="*/ 666208812 w 124"/>
              <a:gd name="T47" fmla="*/ 110944016 h 107"/>
              <a:gd name="T48" fmla="*/ 1054830619 w 124"/>
              <a:gd name="T49" fmla="*/ 110944016 h 107"/>
              <a:gd name="T50" fmla="*/ 1498969827 w 124"/>
              <a:gd name="T51" fmla="*/ 637920643 h 107"/>
              <a:gd name="T52" fmla="*/ 1346298837 w 124"/>
              <a:gd name="T53" fmla="*/ 526976627 h 107"/>
              <a:gd name="T54" fmla="*/ 1346298837 w 124"/>
              <a:gd name="T55" fmla="*/ 1386781578 h 107"/>
              <a:gd name="T56" fmla="*/ 374744320 w 124"/>
              <a:gd name="T57" fmla="*/ 1386781578 h 107"/>
              <a:gd name="T58" fmla="*/ 374744320 w 124"/>
              <a:gd name="T59" fmla="*/ 526976627 h 107"/>
              <a:gd name="T60" fmla="*/ 222069604 w 124"/>
              <a:gd name="T61" fmla="*/ 637920643 h 107"/>
              <a:gd name="T62" fmla="*/ 111034802 w 124"/>
              <a:gd name="T63" fmla="*/ 318960322 h 107"/>
              <a:gd name="T64" fmla="*/ 374744320 w 124"/>
              <a:gd name="T65" fmla="*/ 110944016 h 107"/>
              <a:gd name="T66" fmla="*/ 610691411 w 124"/>
              <a:gd name="T67" fmla="*/ 110944016 h 107"/>
              <a:gd name="T68" fmla="*/ 860519716 w 124"/>
              <a:gd name="T69" fmla="*/ 263488314 h 107"/>
              <a:gd name="T70" fmla="*/ 1110348020 w 124"/>
              <a:gd name="T71" fmla="*/ 110944016 h 107"/>
              <a:gd name="T72" fmla="*/ 1346298837 w 124"/>
              <a:gd name="T73" fmla="*/ 110944016 h 107"/>
              <a:gd name="T74" fmla="*/ 1610004629 w 124"/>
              <a:gd name="T75" fmla="*/ 318960322 h 107"/>
              <a:gd name="T76" fmla="*/ 1498969827 w 124"/>
              <a:gd name="T77" fmla="*/ 637920643 h 107"/>
              <a:gd name="T78" fmla="*/ 1498969827 w 124"/>
              <a:gd name="T79" fmla="*/ 637920643 h 107"/>
              <a:gd name="T80" fmla="*/ 1498969827 w 124"/>
              <a:gd name="T81" fmla="*/ 637920643 h 107"/>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124" h="107">
                <a:moveTo>
                  <a:pt x="120" y="17"/>
                </a:moveTo>
                <a:cubicBezTo>
                  <a:pt x="101" y="2"/>
                  <a:pt x="101" y="2"/>
                  <a:pt x="101" y="2"/>
                </a:cubicBezTo>
                <a:cubicBezTo>
                  <a:pt x="100" y="1"/>
                  <a:pt x="98" y="0"/>
                  <a:pt x="97" y="0"/>
                </a:cubicBezTo>
                <a:cubicBezTo>
                  <a:pt x="27" y="0"/>
                  <a:pt x="27" y="0"/>
                  <a:pt x="27" y="0"/>
                </a:cubicBezTo>
                <a:cubicBezTo>
                  <a:pt x="26" y="0"/>
                  <a:pt x="24" y="1"/>
                  <a:pt x="23" y="2"/>
                </a:cubicBezTo>
                <a:cubicBezTo>
                  <a:pt x="4" y="17"/>
                  <a:pt x="4" y="17"/>
                  <a:pt x="4" y="17"/>
                </a:cubicBezTo>
                <a:cubicBezTo>
                  <a:pt x="1" y="19"/>
                  <a:pt x="0" y="22"/>
                  <a:pt x="1" y="26"/>
                </a:cubicBezTo>
                <a:cubicBezTo>
                  <a:pt x="9" y="49"/>
                  <a:pt x="9" y="49"/>
                  <a:pt x="9" y="49"/>
                </a:cubicBezTo>
                <a:cubicBezTo>
                  <a:pt x="9" y="51"/>
                  <a:pt x="11" y="53"/>
                  <a:pt x="13" y="53"/>
                </a:cubicBezTo>
                <a:cubicBezTo>
                  <a:pt x="14" y="54"/>
                  <a:pt x="15" y="54"/>
                  <a:pt x="16" y="54"/>
                </a:cubicBezTo>
                <a:cubicBezTo>
                  <a:pt x="17" y="54"/>
                  <a:pt x="19" y="53"/>
                  <a:pt x="20" y="53"/>
                </a:cubicBezTo>
                <a:cubicBezTo>
                  <a:pt x="20" y="100"/>
                  <a:pt x="20" y="100"/>
                  <a:pt x="20" y="100"/>
                </a:cubicBezTo>
                <a:cubicBezTo>
                  <a:pt x="20" y="104"/>
                  <a:pt x="23" y="107"/>
                  <a:pt x="27" y="107"/>
                </a:cubicBezTo>
                <a:cubicBezTo>
                  <a:pt x="97" y="107"/>
                  <a:pt x="97" y="107"/>
                  <a:pt x="97" y="107"/>
                </a:cubicBezTo>
                <a:cubicBezTo>
                  <a:pt x="101" y="107"/>
                  <a:pt x="104" y="104"/>
                  <a:pt x="104" y="100"/>
                </a:cubicBezTo>
                <a:cubicBezTo>
                  <a:pt x="104" y="53"/>
                  <a:pt x="104" y="53"/>
                  <a:pt x="104" y="53"/>
                </a:cubicBezTo>
                <a:cubicBezTo>
                  <a:pt x="105" y="53"/>
                  <a:pt x="107" y="54"/>
                  <a:pt x="108" y="54"/>
                </a:cubicBezTo>
                <a:cubicBezTo>
                  <a:pt x="109" y="54"/>
                  <a:pt x="110" y="54"/>
                  <a:pt x="111" y="53"/>
                </a:cubicBezTo>
                <a:cubicBezTo>
                  <a:pt x="113" y="53"/>
                  <a:pt x="115" y="51"/>
                  <a:pt x="115" y="49"/>
                </a:cubicBezTo>
                <a:cubicBezTo>
                  <a:pt x="123" y="26"/>
                  <a:pt x="123" y="26"/>
                  <a:pt x="123" y="26"/>
                </a:cubicBezTo>
                <a:cubicBezTo>
                  <a:pt x="124" y="22"/>
                  <a:pt x="123" y="19"/>
                  <a:pt x="120" y="17"/>
                </a:cubicBezTo>
                <a:close/>
                <a:moveTo>
                  <a:pt x="76" y="8"/>
                </a:moveTo>
                <a:cubicBezTo>
                  <a:pt x="74" y="12"/>
                  <a:pt x="69" y="15"/>
                  <a:pt x="62" y="15"/>
                </a:cubicBezTo>
                <a:cubicBezTo>
                  <a:pt x="55" y="15"/>
                  <a:pt x="50" y="12"/>
                  <a:pt x="48" y="8"/>
                </a:cubicBezTo>
                <a:lnTo>
                  <a:pt x="76" y="8"/>
                </a:lnTo>
                <a:close/>
                <a:moveTo>
                  <a:pt x="108" y="46"/>
                </a:moveTo>
                <a:cubicBezTo>
                  <a:pt x="97" y="38"/>
                  <a:pt x="97" y="38"/>
                  <a:pt x="97" y="38"/>
                </a:cubicBezTo>
                <a:cubicBezTo>
                  <a:pt x="97" y="100"/>
                  <a:pt x="97" y="100"/>
                  <a:pt x="97" y="100"/>
                </a:cubicBezTo>
                <a:cubicBezTo>
                  <a:pt x="27" y="100"/>
                  <a:pt x="27" y="100"/>
                  <a:pt x="27" y="100"/>
                </a:cubicBezTo>
                <a:cubicBezTo>
                  <a:pt x="27" y="38"/>
                  <a:pt x="27" y="38"/>
                  <a:pt x="27" y="38"/>
                </a:cubicBezTo>
                <a:cubicBezTo>
                  <a:pt x="16" y="46"/>
                  <a:pt x="16" y="46"/>
                  <a:pt x="16" y="46"/>
                </a:cubicBezTo>
                <a:cubicBezTo>
                  <a:pt x="8" y="23"/>
                  <a:pt x="8" y="23"/>
                  <a:pt x="8" y="23"/>
                </a:cubicBezTo>
                <a:cubicBezTo>
                  <a:pt x="27" y="8"/>
                  <a:pt x="27" y="8"/>
                  <a:pt x="27" y="8"/>
                </a:cubicBezTo>
                <a:cubicBezTo>
                  <a:pt x="44" y="8"/>
                  <a:pt x="44" y="8"/>
                  <a:pt x="44" y="8"/>
                </a:cubicBezTo>
                <a:cubicBezTo>
                  <a:pt x="46" y="14"/>
                  <a:pt x="53" y="19"/>
                  <a:pt x="62" y="19"/>
                </a:cubicBezTo>
                <a:cubicBezTo>
                  <a:pt x="71" y="19"/>
                  <a:pt x="78" y="14"/>
                  <a:pt x="80" y="8"/>
                </a:cubicBezTo>
                <a:cubicBezTo>
                  <a:pt x="97" y="8"/>
                  <a:pt x="97" y="8"/>
                  <a:pt x="97" y="8"/>
                </a:cubicBezTo>
                <a:cubicBezTo>
                  <a:pt x="116" y="23"/>
                  <a:pt x="116" y="23"/>
                  <a:pt x="116" y="23"/>
                </a:cubicBezTo>
                <a:lnTo>
                  <a:pt x="108" y="46"/>
                </a:lnTo>
                <a:close/>
                <a:moveTo>
                  <a:pt x="108" y="46"/>
                </a:moveTo>
                <a:cubicBezTo>
                  <a:pt x="108" y="46"/>
                  <a:pt x="108" y="46"/>
                  <a:pt x="108" y="46"/>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5" name="稻壳儿小白白(http://dwz.cn/Wu2UP)"/>
          <p:cNvPicPr>
            <a:picLocks noChangeArrowheads="1"/>
          </p:cNvPicPr>
          <p:nvPr/>
        </p:nvPicPr>
        <p:blipFill>
          <a:blip r:embed="rId17">
            <a:duotone>
              <a:srgbClr val="336699"/>
              <a:srgbClr val="336699"/>
            </a:duotone>
          </a:blip>
          <a:srcRect/>
          <a:stretch>
            <a:fillRect/>
          </a:stretch>
        </p:blipFill>
        <p:spPr>
          <a:xfrm>
            <a:off x="7123842" y="2768726"/>
            <a:ext cx="507492" cy="50749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26" name="稻壳儿小白白(http://dwz.cn/Wu2UP)"/>
          <p:cNvSpPr>
            <a:spLocks noEditPoints="1"/>
          </p:cNvSpPr>
          <p:nvPr/>
        </p:nvSpPr>
        <p:spPr>
          <a:xfrm>
            <a:off x="8063388" y="2780728"/>
            <a:ext cx="497205" cy="497205"/>
          </a:xfrm>
          <a:custGeom>
            <a:avLst/>
            <a:gdLst>
              <a:gd name="T0" fmla="*/ 1078707283 w 123"/>
              <a:gd name="T1" fmla="*/ 196127236 h 123"/>
              <a:gd name="T2" fmla="*/ 714468314 w 123"/>
              <a:gd name="T3" fmla="*/ 476312209 h 123"/>
              <a:gd name="T4" fmla="*/ 0 w 123"/>
              <a:gd name="T5" fmla="*/ 756497183 h 123"/>
              <a:gd name="T6" fmla="*/ 322210100 w 123"/>
              <a:gd name="T7" fmla="*/ 1120736151 h 123"/>
              <a:gd name="T8" fmla="*/ 434283340 w 123"/>
              <a:gd name="T9" fmla="*/ 1723131225 h 123"/>
              <a:gd name="T10" fmla="*/ 756497183 w 123"/>
              <a:gd name="T11" fmla="*/ 1611057984 h 123"/>
              <a:gd name="T12" fmla="*/ 700458691 w 123"/>
              <a:gd name="T13" fmla="*/ 1442946251 h 123"/>
              <a:gd name="T14" fmla="*/ 700458691 w 123"/>
              <a:gd name="T15" fmla="*/ 1064697660 h 123"/>
              <a:gd name="T16" fmla="*/ 714468314 w 123"/>
              <a:gd name="T17" fmla="*/ 1036682157 h 123"/>
              <a:gd name="T18" fmla="*/ 728477937 w 123"/>
              <a:gd name="T19" fmla="*/ 1022672534 h 123"/>
              <a:gd name="T20" fmla="*/ 742487560 w 123"/>
              <a:gd name="T21" fmla="*/ 1022672534 h 123"/>
              <a:gd name="T22" fmla="*/ 1078707283 w 123"/>
              <a:gd name="T23" fmla="*/ 1316863387 h 123"/>
              <a:gd name="T24" fmla="*/ 1723131225 w 123"/>
              <a:gd name="T25" fmla="*/ 756497183 h 123"/>
              <a:gd name="T26" fmla="*/ 1078707283 w 123"/>
              <a:gd name="T27" fmla="*/ 756497183 h 123"/>
              <a:gd name="T28" fmla="*/ 1232809392 w 123"/>
              <a:gd name="T29" fmla="*/ 588385450 h 123"/>
              <a:gd name="T30" fmla="*/ 1232809392 w 123"/>
              <a:gd name="T31" fmla="*/ 910599293 h 123"/>
              <a:gd name="T32" fmla="*/ 1078707283 w 123"/>
              <a:gd name="T33" fmla="*/ 756497183 h 123"/>
              <a:gd name="T34" fmla="*/ 210136859 w 123"/>
              <a:gd name="T35" fmla="*/ 588385450 h 123"/>
              <a:gd name="T36" fmla="*/ 532350701 w 123"/>
              <a:gd name="T37" fmla="*/ 756497183 h 123"/>
              <a:gd name="T38" fmla="*/ 210136859 w 123"/>
              <a:gd name="T39" fmla="*/ 910599293 h 123"/>
              <a:gd name="T40" fmla="*/ 644423942 w 123"/>
              <a:gd name="T41" fmla="*/ 1611057984 h 123"/>
              <a:gd name="T42" fmla="*/ 434283340 w 123"/>
              <a:gd name="T43" fmla="*/ 1120736151 h 123"/>
              <a:gd name="T44" fmla="*/ 434283340 w 123"/>
              <a:gd name="T45" fmla="*/ 1022672534 h 123"/>
              <a:gd name="T46" fmla="*/ 602395073 w 123"/>
              <a:gd name="T47" fmla="*/ 1022672534 h 123"/>
              <a:gd name="T48" fmla="*/ 588385450 w 123"/>
              <a:gd name="T49" fmla="*/ 1442946251 h 123"/>
              <a:gd name="T50" fmla="*/ 644423942 w 123"/>
              <a:gd name="T51" fmla="*/ 1569029115 h 123"/>
              <a:gd name="T52" fmla="*/ 714468314 w 123"/>
              <a:gd name="T53" fmla="*/ 910599293 h 123"/>
              <a:gd name="T54" fmla="*/ 700458691 w 123"/>
              <a:gd name="T55" fmla="*/ 910599293 h 123"/>
              <a:gd name="T56" fmla="*/ 700458691 w 123"/>
              <a:gd name="T57" fmla="*/ 588385450 h 123"/>
              <a:gd name="T58" fmla="*/ 994653288 w 123"/>
              <a:gd name="T59" fmla="*/ 476312209 h 123"/>
              <a:gd name="T60" fmla="*/ 994653288 w 123"/>
              <a:gd name="T61" fmla="*/ 1022672534 h 123"/>
              <a:gd name="T62" fmla="*/ 1344882633 w 123"/>
              <a:gd name="T63" fmla="*/ 1400921125 h 123"/>
              <a:gd name="T64" fmla="*/ 1232809392 w 123"/>
              <a:gd name="T65" fmla="*/ 1022672534 h 123"/>
              <a:gd name="T66" fmla="*/ 1232809392 w 123"/>
              <a:gd name="T67" fmla="*/ 476312209 h 123"/>
              <a:gd name="T68" fmla="*/ 1344882633 w 123"/>
              <a:gd name="T69" fmla="*/ 112073241 h 123"/>
              <a:gd name="T70" fmla="*/ 1344882633 w 123"/>
              <a:gd name="T71" fmla="*/ 1400921125 h 123"/>
              <a:gd name="T72" fmla="*/ 1344882633 w 123"/>
              <a:gd name="T73" fmla="*/ 1400921125 h 123"/>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0" t="0" r="r" b="b"/>
            <a:pathLst>
              <a:path w="123" h="123">
                <a:moveTo>
                  <a:pt x="96" y="0"/>
                </a:moveTo>
                <a:cubicBezTo>
                  <a:pt x="88" y="0"/>
                  <a:pt x="82" y="5"/>
                  <a:pt x="77" y="14"/>
                </a:cubicBezTo>
                <a:cubicBezTo>
                  <a:pt x="77" y="14"/>
                  <a:pt x="77" y="14"/>
                  <a:pt x="77" y="14"/>
                </a:cubicBezTo>
                <a:cubicBezTo>
                  <a:pt x="71" y="26"/>
                  <a:pt x="61" y="34"/>
                  <a:pt x="51" y="34"/>
                </a:cubicBezTo>
                <a:cubicBezTo>
                  <a:pt x="15" y="34"/>
                  <a:pt x="15" y="34"/>
                  <a:pt x="15" y="34"/>
                </a:cubicBezTo>
                <a:cubicBezTo>
                  <a:pt x="7" y="34"/>
                  <a:pt x="0" y="43"/>
                  <a:pt x="0" y="54"/>
                </a:cubicBezTo>
                <a:cubicBezTo>
                  <a:pt x="0" y="64"/>
                  <a:pt x="7" y="73"/>
                  <a:pt x="15" y="73"/>
                </a:cubicBezTo>
                <a:cubicBezTo>
                  <a:pt x="20" y="73"/>
                  <a:pt x="23" y="76"/>
                  <a:pt x="23" y="80"/>
                </a:cubicBezTo>
                <a:cubicBezTo>
                  <a:pt x="23" y="115"/>
                  <a:pt x="23" y="115"/>
                  <a:pt x="23" y="115"/>
                </a:cubicBezTo>
                <a:cubicBezTo>
                  <a:pt x="23" y="119"/>
                  <a:pt x="26" y="123"/>
                  <a:pt x="31" y="123"/>
                </a:cubicBezTo>
                <a:cubicBezTo>
                  <a:pt x="46" y="123"/>
                  <a:pt x="46" y="123"/>
                  <a:pt x="46" y="123"/>
                </a:cubicBezTo>
                <a:cubicBezTo>
                  <a:pt x="50" y="123"/>
                  <a:pt x="54" y="119"/>
                  <a:pt x="54" y="115"/>
                </a:cubicBezTo>
                <a:cubicBezTo>
                  <a:pt x="54" y="111"/>
                  <a:pt x="54" y="111"/>
                  <a:pt x="54" y="111"/>
                </a:cubicBezTo>
                <a:cubicBezTo>
                  <a:pt x="54" y="107"/>
                  <a:pt x="50" y="106"/>
                  <a:pt x="50" y="103"/>
                </a:cubicBezTo>
                <a:cubicBezTo>
                  <a:pt x="50" y="77"/>
                  <a:pt x="50" y="77"/>
                  <a:pt x="50" y="77"/>
                </a:cubicBezTo>
                <a:cubicBezTo>
                  <a:pt x="50" y="76"/>
                  <a:pt x="50" y="76"/>
                  <a:pt x="50" y="76"/>
                </a:cubicBezTo>
                <a:cubicBezTo>
                  <a:pt x="50" y="76"/>
                  <a:pt x="50" y="75"/>
                  <a:pt x="50" y="75"/>
                </a:cubicBezTo>
                <a:cubicBezTo>
                  <a:pt x="50" y="75"/>
                  <a:pt x="51" y="75"/>
                  <a:pt x="51" y="74"/>
                </a:cubicBezTo>
                <a:cubicBezTo>
                  <a:pt x="51" y="74"/>
                  <a:pt x="51" y="74"/>
                  <a:pt x="52" y="73"/>
                </a:cubicBezTo>
                <a:cubicBezTo>
                  <a:pt x="52" y="73"/>
                  <a:pt x="52" y="73"/>
                  <a:pt x="52" y="73"/>
                </a:cubicBezTo>
                <a:cubicBezTo>
                  <a:pt x="52" y="73"/>
                  <a:pt x="52" y="73"/>
                  <a:pt x="52" y="73"/>
                </a:cubicBezTo>
                <a:cubicBezTo>
                  <a:pt x="52" y="73"/>
                  <a:pt x="53" y="73"/>
                  <a:pt x="53" y="73"/>
                </a:cubicBezTo>
                <a:cubicBezTo>
                  <a:pt x="63" y="74"/>
                  <a:pt x="71" y="82"/>
                  <a:pt x="77" y="94"/>
                </a:cubicBezTo>
                <a:cubicBezTo>
                  <a:pt x="77" y="94"/>
                  <a:pt x="77" y="94"/>
                  <a:pt x="77" y="94"/>
                </a:cubicBezTo>
                <a:cubicBezTo>
                  <a:pt x="82" y="102"/>
                  <a:pt x="88" y="107"/>
                  <a:pt x="96" y="107"/>
                </a:cubicBezTo>
                <a:cubicBezTo>
                  <a:pt x="114" y="107"/>
                  <a:pt x="123" y="80"/>
                  <a:pt x="123" y="54"/>
                </a:cubicBezTo>
                <a:cubicBezTo>
                  <a:pt x="123" y="27"/>
                  <a:pt x="114" y="0"/>
                  <a:pt x="96" y="0"/>
                </a:cubicBezTo>
                <a:close/>
                <a:moveTo>
                  <a:pt x="77" y="54"/>
                </a:moveTo>
                <a:cubicBezTo>
                  <a:pt x="77" y="50"/>
                  <a:pt x="77" y="46"/>
                  <a:pt x="77" y="42"/>
                </a:cubicBezTo>
                <a:cubicBezTo>
                  <a:pt x="88" y="42"/>
                  <a:pt x="88" y="42"/>
                  <a:pt x="88" y="42"/>
                </a:cubicBezTo>
                <a:cubicBezTo>
                  <a:pt x="92" y="42"/>
                  <a:pt x="96" y="47"/>
                  <a:pt x="96" y="54"/>
                </a:cubicBezTo>
                <a:cubicBezTo>
                  <a:pt x="96" y="60"/>
                  <a:pt x="92" y="65"/>
                  <a:pt x="88" y="65"/>
                </a:cubicBezTo>
                <a:cubicBezTo>
                  <a:pt x="77" y="65"/>
                  <a:pt x="77" y="65"/>
                  <a:pt x="77" y="65"/>
                </a:cubicBezTo>
                <a:cubicBezTo>
                  <a:pt x="77" y="61"/>
                  <a:pt x="77" y="58"/>
                  <a:pt x="77" y="54"/>
                </a:cubicBezTo>
                <a:close/>
                <a:moveTo>
                  <a:pt x="8" y="54"/>
                </a:moveTo>
                <a:cubicBezTo>
                  <a:pt x="8" y="47"/>
                  <a:pt x="11" y="42"/>
                  <a:pt x="15" y="42"/>
                </a:cubicBezTo>
                <a:cubicBezTo>
                  <a:pt x="42" y="42"/>
                  <a:pt x="42" y="42"/>
                  <a:pt x="42" y="42"/>
                </a:cubicBezTo>
                <a:cubicBezTo>
                  <a:pt x="40" y="45"/>
                  <a:pt x="38" y="49"/>
                  <a:pt x="38" y="54"/>
                </a:cubicBezTo>
                <a:cubicBezTo>
                  <a:pt x="38" y="58"/>
                  <a:pt x="40" y="62"/>
                  <a:pt x="42" y="65"/>
                </a:cubicBezTo>
                <a:cubicBezTo>
                  <a:pt x="15" y="65"/>
                  <a:pt x="15" y="65"/>
                  <a:pt x="15" y="65"/>
                </a:cubicBezTo>
                <a:cubicBezTo>
                  <a:pt x="11" y="65"/>
                  <a:pt x="8" y="60"/>
                  <a:pt x="8" y="54"/>
                </a:cubicBezTo>
                <a:close/>
                <a:moveTo>
                  <a:pt x="46" y="115"/>
                </a:moveTo>
                <a:cubicBezTo>
                  <a:pt x="31" y="115"/>
                  <a:pt x="31" y="115"/>
                  <a:pt x="31" y="115"/>
                </a:cubicBezTo>
                <a:cubicBezTo>
                  <a:pt x="31" y="80"/>
                  <a:pt x="31" y="80"/>
                  <a:pt x="31" y="80"/>
                </a:cubicBezTo>
                <a:cubicBezTo>
                  <a:pt x="31" y="78"/>
                  <a:pt x="30" y="75"/>
                  <a:pt x="29" y="73"/>
                </a:cubicBezTo>
                <a:cubicBezTo>
                  <a:pt x="31" y="73"/>
                  <a:pt x="31" y="73"/>
                  <a:pt x="31" y="73"/>
                </a:cubicBezTo>
                <a:cubicBezTo>
                  <a:pt x="31" y="73"/>
                  <a:pt x="31" y="73"/>
                  <a:pt x="31" y="73"/>
                </a:cubicBezTo>
                <a:cubicBezTo>
                  <a:pt x="43" y="73"/>
                  <a:pt x="43" y="73"/>
                  <a:pt x="43" y="73"/>
                </a:cubicBezTo>
                <a:cubicBezTo>
                  <a:pt x="42" y="74"/>
                  <a:pt x="42" y="75"/>
                  <a:pt x="42" y="77"/>
                </a:cubicBezTo>
                <a:cubicBezTo>
                  <a:pt x="42" y="103"/>
                  <a:pt x="42" y="103"/>
                  <a:pt x="42" y="103"/>
                </a:cubicBezTo>
                <a:cubicBezTo>
                  <a:pt x="42" y="107"/>
                  <a:pt x="44" y="110"/>
                  <a:pt x="46" y="111"/>
                </a:cubicBezTo>
                <a:cubicBezTo>
                  <a:pt x="46" y="111"/>
                  <a:pt x="46" y="111"/>
                  <a:pt x="46" y="112"/>
                </a:cubicBezTo>
                <a:lnTo>
                  <a:pt x="46" y="115"/>
                </a:lnTo>
                <a:close/>
                <a:moveTo>
                  <a:pt x="51" y="65"/>
                </a:moveTo>
                <a:cubicBezTo>
                  <a:pt x="50" y="65"/>
                  <a:pt x="50" y="65"/>
                  <a:pt x="50" y="65"/>
                </a:cubicBezTo>
                <a:cubicBezTo>
                  <a:pt x="50" y="65"/>
                  <a:pt x="50" y="65"/>
                  <a:pt x="50" y="65"/>
                </a:cubicBezTo>
                <a:cubicBezTo>
                  <a:pt x="46" y="65"/>
                  <a:pt x="42" y="60"/>
                  <a:pt x="42" y="54"/>
                </a:cubicBezTo>
                <a:cubicBezTo>
                  <a:pt x="42" y="47"/>
                  <a:pt x="46" y="42"/>
                  <a:pt x="50" y="42"/>
                </a:cubicBezTo>
                <a:cubicBezTo>
                  <a:pt x="51" y="42"/>
                  <a:pt x="51" y="42"/>
                  <a:pt x="51" y="42"/>
                </a:cubicBezTo>
                <a:cubicBezTo>
                  <a:pt x="58" y="42"/>
                  <a:pt x="65" y="39"/>
                  <a:pt x="71" y="34"/>
                </a:cubicBezTo>
                <a:cubicBezTo>
                  <a:pt x="70" y="40"/>
                  <a:pt x="69" y="47"/>
                  <a:pt x="69" y="54"/>
                </a:cubicBezTo>
                <a:cubicBezTo>
                  <a:pt x="69" y="60"/>
                  <a:pt x="70" y="67"/>
                  <a:pt x="71" y="73"/>
                </a:cubicBezTo>
                <a:cubicBezTo>
                  <a:pt x="65" y="68"/>
                  <a:pt x="58" y="65"/>
                  <a:pt x="51" y="65"/>
                </a:cubicBezTo>
                <a:close/>
                <a:moveTo>
                  <a:pt x="96" y="100"/>
                </a:moveTo>
                <a:cubicBezTo>
                  <a:pt x="88" y="100"/>
                  <a:pt x="82" y="89"/>
                  <a:pt x="79" y="73"/>
                </a:cubicBezTo>
                <a:cubicBezTo>
                  <a:pt x="88" y="73"/>
                  <a:pt x="88" y="73"/>
                  <a:pt x="88" y="73"/>
                </a:cubicBezTo>
                <a:cubicBezTo>
                  <a:pt x="97" y="73"/>
                  <a:pt x="104" y="64"/>
                  <a:pt x="104" y="54"/>
                </a:cubicBezTo>
                <a:cubicBezTo>
                  <a:pt x="104" y="43"/>
                  <a:pt x="97" y="34"/>
                  <a:pt x="88" y="34"/>
                </a:cubicBezTo>
                <a:cubicBezTo>
                  <a:pt x="79" y="34"/>
                  <a:pt x="79" y="34"/>
                  <a:pt x="79" y="34"/>
                </a:cubicBezTo>
                <a:cubicBezTo>
                  <a:pt x="82" y="19"/>
                  <a:pt x="88" y="8"/>
                  <a:pt x="96" y="8"/>
                </a:cubicBezTo>
                <a:cubicBezTo>
                  <a:pt x="107" y="8"/>
                  <a:pt x="115" y="28"/>
                  <a:pt x="115" y="54"/>
                </a:cubicBezTo>
                <a:cubicBezTo>
                  <a:pt x="115" y="79"/>
                  <a:pt x="107" y="100"/>
                  <a:pt x="96" y="100"/>
                </a:cubicBezTo>
                <a:close/>
                <a:moveTo>
                  <a:pt x="96" y="100"/>
                </a:moveTo>
                <a:cubicBezTo>
                  <a:pt x="96" y="100"/>
                  <a:pt x="96" y="100"/>
                  <a:pt x="96" y="100"/>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27" name="稻壳儿小白白(http://dwz.cn/Wu2UP)"/>
          <p:cNvSpPr>
            <a:spLocks noEditPoints="1"/>
          </p:cNvSpPr>
          <p:nvPr/>
        </p:nvSpPr>
        <p:spPr>
          <a:xfrm>
            <a:off x="8968644" y="2857880"/>
            <a:ext cx="497205" cy="339471"/>
          </a:xfrm>
          <a:custGeom>
            <a:avLst/>
            <a:gdLst>
              <a:gd name="T0" fmla="*/ 1611057984 w 123"/>
              <a:gd name="T1" fmla="*/ 56009721 h 84"/>
              <a:gd name="T2" fmla="*/ 1569029115 w 123"/>
              <a:gd name="T3" fmla="*/ 56009721 h 84"/>
              <a:gd name="T4" fmla="*/ 1498984743 w 123"/>
              <a:gd name="T5" fmla="*/ 84014582 h 84"/>
              <a:gd name="T6" fmla="*/ 1344882633 w 123"/>
              <a:gd name="T7" fmla="*/ 224035144 h 84"/>
              <a:gd name="T8" fmla="*/ 1344882633 w 123"/>
              <a:gd name="T9" fmla="*/ 168029164 h 84"/>
              <a:gd name="T10" fmla="*/ 1190780523 w 123"/>
              <a:gd name="T11" fmla="*/ 0 h 84"/>
              <a:gd name="T12" fmla="*/ 168111733 w 123"/>
              <a:gd name="T13" fmla="*/ 0 h 84"/>
              <a:gd name="T14" fmla="*/ 0 w 123"/>
              <a:gd name="T15" fmla="*/ 168029164 h 84"/>
              <a:gd name="T16" fmla="*/ 0 w 123"/>
              <a:gd name="T17" fmla="*/ 1022166190 h 84"/>
              <a:gd name="T18" fmla="*/ 168111733 w 123"/>
              <a:gd name="T19" fmla="*/ 1176192924 h 84"/>
              <a:gd name="T20" fmla="*/ 1190780523 w 123"/>
              <a:gd name="T21" fmla="*/ 1176192924 h 84"/>
              <a:gd name="T22" fmla="*/ 1344882633 w 123"/>
              <a:gd name="T23" fmla="*/ 1022166190 h 84"/>
              <a:gd name="T24" fmla="*/ 1344882633 w 123"/>
              <a:gd name="T25" fmla="*/ 952157780 h 84"/>
              <a:gd name="T26" fmla="*/ 1498984743 w 123"/>
              <a:gd name="T27" fmla="*/ 1092178342 h 84"/>
              <a:gd name="T28" fmla="*/ 1569029115 w 123"/>
              <a:gd name="T29" fmla="*/ 1134185633 h 84"/>
              <a:gd name="T30" fmla="*/ 1611057984 w 123"/>
              <a:gd name="T31" fmla="*/ 1134185633 h 84"/>
              <a:gd name="T32" fmla="*/ 1723131225 w 123"/>
              <a:gd name="T33" fmla="*/ 1022166190 h 84"/>
              <a:gd name="T34" fmla="*/ 1723131225 w 123"/>
              <a:gd name="T35" fmla="*/ 168029164 h 84"/>
              <a:gd name="T36" fmla="*/ 1611057984 w 123"/>
              <a:gd name="T37" fmla="*/ 56009721 h 84"/>
              <a:gd name="T38" fmla="*/ 168111733 w 123"/>
              <a:gd name="T39" fmla="*/ 1078175912 h 84"/>
              <a:gd name="T40" fmla="*/ 112073241 w 123"/>
              <a:gd name="T41" fmla="*/ 1022166190 h 84"/>
              <a:gd name="T42" fmla="*/ 112073241 w 123"/>
              <a:gd name="T43" fmla="*/ 168029164 h 84"/>
              <a:gd name="T44" fmla="*/ 168111733 w 123"/>
              <a:gd name="T45" fmla="*/ 112019443 h 84"/>
              <a:gd name="T46" fmla="*/ 1190780523 w 123"/>
              <a:gd name="T47" fmla="*/ 112019443 h 84"/>
              <a:gd name="T48" fmla="*/ 1246819015 w 123"/>
              <a:gd name="T49" fmla="*/ 168029164 h 84"/>
              <a:gd name="T50" fmla="*/ 1246819015 w 123"/>
              <a:gd name="T51" fmla="*/ 1022166190 h 84"/>
              <a:gd name="T52" fmla="*/ 1190780523 w 123"/>
              <a:gd name="T53" fmla="*/ 1078175912 h 84"/>
              <a:gd name="T54" fmla="*/ 168111733 w 123"/>
              <a:gd name="T55" fmla="*/ 1078175912 h 84"/>
              <a:gd name="T56" fmla="*/ 1611057984 w 123"/>
              <a:gd name="T57" fmla="*/ 1022166190 h 84"/>
              <a:gd name="T58" fmla="*/ 1569029115 w 123"/>
              <a:gd name="T59" fmla="*/ 1022166190 h 84"/>
              <a:gd name="T60" fmla="*/ 1344882633 w 123"/>
              <a:gd name="T61" fmla="*/ 812133477 h 84"/>
              <a:gd name="T62" fmla="*/ 1344882633 w 123"/>
              <a:gd name="T63" fmla="*/ 812133477 h 84"/>
              <a:gd name="T64" fmla="*/ 1288847884 w 123"/>
              <a:gd name="T65" fmla="*/ 756123755 h 84"/>
              <a:gd name="T66" fmla="*/ 1288847884 w 123"/>
              <a:gd name="T67" fmla="*/ 434071599 h 84"/>
              <a:gd name="T68" fmla="*/ 1569029115 w 123"/>
              <a:gd name="T69" fmla="*/ 168029164 h 84"/>
              <a:gd name="T70" fmla="*/ 1611057984 w 123"/>
              <a:gd name="T71" fmla="*/ 168029164 h 84"/>
              <a:gd name="T72" fmla="*/ 1611057984 w 123"/>
              <a:gd name="T73" fmla="*/ 1022166190 h 84"/>
              <a:gd name="T74" fmla="*/ 1611057984 w 123"/>
              <a:gd name="T75" fmla="*/ 1022166190 h 84"/>
              <a:gd name="T76" fmla="*/ 1611057984 w 123"/>
              <a:gd name="T77" fmla="*/ 1022166190 h 8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23" h="84">
                <a:moveTo>
                  <a:pt x="115" y="4"/>
                </a:moveTo>
                <a:cubicBezTo>
                  <a:pt x="112" y="4"/>
                  <a:pt x="112" y="4"/>
                  <a:pt x="112" y="4"/>
                </a:cubicBezTo>
                <a:cubicBezTo>
                  <a:pt x="110" y="4"/>
                  <a:pt x="108" y="5"/>
                  <a:pt x="107" y="6"/>
                </a:cubicBezTo>
                <a:cubicBezTo>
                  <a:pt x="96" y="16"/>
                  <a:pt x="96" y="16"/>
                  <a:pt x="96" y="16"/>
                </a:cubicBezTo>
                <a:cubicBezTo>
                  <a:pt x="96" y="12"/>
                  <a:pt x="96" y="12"/>
                  <a:pt x="96" y="12"/>
                </a:cubicBezTo>
                <a:cubicBezTo>
                  <a:pt x="96" y="5"/>
                  <a:pt x="91" y="0"/>
                  <a:pt x="85" y="0"/>
                </a:cubicBezTo>
                <a:cubicBezTo>
                  <a:pt x="12" y="0"/>
                  <a:pt x="12" y="0"/>
                  <a:pt x="12" y="0"/>
                </a:cubicBezTo>
                <a:cubicBezTo>
                  <a:pt x="6" y="0"/>
                  <a:pt x="0" y="5"/>
                  <a:pt x="0" y="12"/>
                </a:cubicBezTo>
                <a:cubicBezTo>
                  <a:pt x="0" y="73"/>
                  <a:pt x="0" y="73"/>
                  <a:pt x="0" y="73"/>
                </a:cubicBezTo>
                <a:cubicBezTo>
                  <a:pt x="0" y="79"/>
                  <a:pt x="6" y="84"/>
                  <a:pt x="12" y="84"/>
                </a:cubicBezTo>
                <a:cubicBezTo>
                  <a:pt x="85" y="84"/>
                  <a:pt x="85" y="84"/>
                  <a:pt x="85" y="84"/>
                </a:cubicBezTo>
                <a:cubicBezTo>
                  <a:pt x="91" y="84"/>
                  <a:pt x="96" y="79"/>
                  <a:pt x="96" y="73"/>
                </a:cubicBezTo>
                <a:cubicBezTo>
                  <a:pt x="96" y="68"/>
                  <a:pt x="96" y="68"/>
                  <a:pt x="96" y="68"/>
                </a:cubicBezTo>
                <a:cubicBezTo>
                  <a:pt x="107" y="78"/>
                  <a:pt x="107" y="78"/>
                  <a:pt x="107" y="78"/>
                </a:cubicBezTo>
                <a:cubicBezTo>
                  <a:pt x="108" y="80"/>
                  <a:pt x="110" y="81"/>
                  <a:pt x="112" y="81"/>
                </a:cubicBezTo>
                <a:cubicBezTo>
                  <a:pt x="115" y="81"/>
                  <a:pt x="115" y="81"/>
                  <a:pt x="115" y="81"/>
                </a:cubicBezTo>
                <a:cubicBezTo>
                  <a:pt x="120" y="81"/>
                  <a:pt x="123" y="77"/>
                  <a:pt x="123" y="73"/>
                </a:cubicBezTo>
                <a:cubicBezTo>
                  <a:pt x="123" y="12"/>
                  <a:pt x="123" y="12"/>
                  <a:pt x="123" y="12"/>
                </a:cubicBezTo>
                <a:cubicBezTo>
                  <a:pt x="123" y="7"/>
                  <a:pt x="120" y="4"/>
                  <a:pt x="115" y="4"/>
                </a:cubicBezTo>
                <a:close/>
                <a:moveTo>
                  <a:pt x="12" y="77"/>
                </a:moveTo>
                <a:cubicBezTo>
                  <a:pt x="10" y="77"/>
                  <a:pt x="8" y="75"/>
                  <a:pt x="8" y="73"/>
                </a:cubicBezTo>
                <a:cubicBezTo>
                  <a:pt x="8" y="12"/>
                  <a:pt x="8" y="12"/>
                  <a:pt x="8" y="12"/>
                </a:cubicBezTo>
                <a:cubicBezTo>
                  <a:pt x="8" y="9"/>
                  <a:pt x="10" y="8"/>
                  <a:pt x="12" y="8"/>
                </a:cubicBezTo>
                <a:cubicBezTo>
                  <a:pt x="85" y="8"/>
                  <a:pt x="85" y="8"/>
                  <a:pt x="85" y="8"/>
                </a:cubicBezTo>
                <a:cubicBezTo>
                  <a:pt x="87" y="8"/>
                  <a:pt x="89" y="9"/>
                  <a:pt x="89" y="12"/>
                </a:cubicBezTo>
                <a:cubicBezTo>
                  <a:pt x="89" y="73"/>
                  <a:pt x="89" y="73"/>
                  <a:pt x="89" y="73"/>
                </a:cubicBezTo>
                <a:cubicBezTo>
                  <a:pt x="89" y="75"/>
                  <a:pt x="87" y="77"/>
                  <a:pt x="85" y="77"/>
                </a:cubicBezTo>
                <a:lnTo>
                  <a:pt x="12" y="77"/>
                </a:lnTo>
                <a:close/>
                <a:moveTo>
                  <a:pt x="115" y="73"/>
                </a:moveTo>
                <a:cubicBezTo>
                  <a:pt x="112" y="73"/>
                  <a:pt x="112" y="73"/>
                  <a:pt x="112" y="73"/>
                </a:cubicBezTo>
                <a:cubicBezTo>
                  <a:pt x="96" y="58"/>
                  <a:pt x="96" y="58"/>
                  <a:pt x="96" y="58"/>
                </a:cubicBezTo>
                <a:cubicBezTo>
                  <a:pt x="96" y="58"/>
                  <a:pt x="96" y="58"/>
                  <a:pt x="96" y="58"/>
                </a:cubicBezTo>
                <a:cubicBezTo>
                  <a:pt x="92" y="54"/>
                  <a:pt x="92" y="54"/>
                  <a:pt x="92" y="54"/>
                </a:cubicBezTo>
                <a:cubicBezTo>
                  <a:pt x="92" y="31"/>
                  <a:pt x="92" y="31"/>
                  <a:pt x="92" y="31"/>
                </a:cubicBezTo>
                <a:cubicBezTo>
                  <a:pt x="112" y="12"/>
                  <a:pt x="112" y="12"/>
                  <a:pt x="112" y="12"/>
                </a:cubicBezTo>
                <a:cubicBezTo>
                  <a:pt x="115" y="12"/>
                  <a:pt x="115" y="12"/>
                  <a:pt x="115" y="12"/>
                </a:cubicBezTo>
                <a:lnTo>
                  <a:pt x="115" y="73"/>
                </a:lnTo>
                <a:close/>
                <a:moveTo>
                  <a:pt x="115" y="73"/>
                </a:moveTo>
                <a:cubicBezTo>
                  <a:pt x="115" y="73"/>
                  <a:pt x="115" y="73"/>
                  <a:pt x="115" y="73"/>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28" name="稻壳儿小白白(http://dwz.cn/Wu2UP)"/>
          <p:cNvSpPr>
            <a:spLocks noEditPoints="1"/>
          </p:cNvSpPr>
          <p:nvPr/>
        </p:nvSpPr>
        <p:spPr>
          <a:xfrm>
            <a:off x="9873900" y="2839021"/>
            <a:ext cx="495491" cy="373761"/>
          </a:xfrm>
          <a:custGeom>
            <a:avLst/>
            <a:gdLst>
              <a:gd name="T0" fmla="*/ 1405189314 w 123"/>
              <a:gd name="T1" fmla="*/ 28299155 h 92"/>
              <a:gd name="T2" fmla="*/ 375646662 w 123"/>
              <a:gd name="T3" fmla="*/ 0 h 92"/>
              <a:gd name="T4" fmla="*/ 27825679 w 123"/>
              <a:gd name="T5" fmla="*/ 311305748 h 92"/>
              <a:gd name="T6" fmla="*/ 27825679 w 123"/>
              <a:gd name="T7" fmla="*/ 452809044 h 92"/>
              <a:gd name="T8" fmla="*/ 848679470 w 123"/>
              <a:gd name="T9" fmla="*/ 1301825061 h 92"/>
              <a:gd name="T10" fmla="*/ 1683446101 w 123"/>
              <a:gd name="T11" fmla="*/ 452809044 h 92"/>
              <a:gd name="T12" fmla="*/ 1669533262 w 123"/>
              <a:gd name="T13" fmla="*/ 311305748 h 92"/>
              <a:gd name="T14" fmla="*/ 1196500454 w 123"/>
              <a:gd name="T15" fmla="*/ 198105367 h 92"/>
              <a:gd name="T16" fmla="*/ 1293886600 w 123"/>
              <a:gd name="T17" fmla="*/ 113200380 h 92"/>
              <a:gd name="T18" fmla="*/ 1057372061 w 123"/>
              <a:gd name="T19" fmla="*/ 382055515 h 92"/>
              <a:gd name="T20" fmla="*/ 1293886600 w 123"/>
              <a:gd name="T21" fmla="*/ 382055515 h 92"/>
              <a:gd name="T22" fmla="*/ 1015633543 w 123"/>
              <a:gd name="T23" fmla="*/ 353756360 h 92"/>
              <a:gd name="T24" fmla="*/ 1043459221 w 123"/>
              <a:gd name="T25" fmla="*/ 127351838 h 92"/>
              <a:gd name="T26" fmla="*/ 973895024 w 123"/>
              <a:gd name="T27" fmla="*/ 382055515 h 92"/>
              <a:gd name="T28" fmla="*/ 848679470 w 123"/>
              <a:gd name="T29" fmla="*/ 283006593 h 92"/>
              <a:gd name="T30" fmla="*/ 973895024 w 123"/>
              <a:gd name="T31" fmla="*/ 113200380 h 92"/>
              <a:gd name="T32" fmla="*/ 737376756 w 123"/>
              <a:gd name="T33" fmla="*/ 113200380 h 92"/>
              <a:gd name="T34" fmla="*/ 806940952 w 123"/>
              <a:gd name="T35" fmla="*/ 240555980 h 92"/>
              <a:gd name="T36" fmla="*/ 556509844 w 123"/>
              <a:gd name="T37" fmla="*/ 226404522 h 92"/>
              <a:gd name="T38" fmla="*/ 806940952 w 123"/>
              <a:gd name="T39" fmla="*/ 240555980 h 92"/>
              <a:gd name="T40" fmla="*/ 417385180 w 123"/>
              <a:gd name="T41" fmla="*/ 382055515 h 92"/>
              <a:gd name="T42" fmla="*/ 653899719 w 123"/>
              <a:gd name="T43" fmla="*/ 382055515 h 92"/>
              <a:gd name="T44" fmla="*/ 514771326 w 123"/>
              <a:gd name="T45" fmla="*/ 198105367 h 92"/>
              <a:gd name="T46" fmla="*/ 598248362 w 123"/>
              <a:gd name="T47" fmla="*/ 113200380 h 92"/>
              <a:gd name="T48" fmla="*/ 473032808 w 123"/>
              <a:gd name="T49" fmla="*/ 240555980 h 92"/>
              <a:gd name="T50" fmla="*/ 111302715 w 123"/>
              <a:gd name="T51" fmla="*/ 382055515 h 92"/>
              <a:gd name="T52" fmla="*/ 153041233 w 123"/>
              <a:gd name="T53" fmla="*/ 438657586 h 92"/>
              <a:gd name="T54" fmla="*/ 681725398 w 123"/>
              <a:gd name="T55" fmla="*/ 1004670772 h 92"/>
              <a:gd name="T56" fmla="*/ 403472341 w 123"/>
              <a:gd name="T57" fmla="*/ 438657586 h 92"/>
              <a:gd name="T58" fmla="*/ 793028113 w 123"/>
              <a:gd name="T59" fmla="*/ 1103719694 h 92"/>
              <a:gd name="T60" fmla="*/ 723463916 w 123"/>
              <a:gd name="T61" fmla="*/ 438657586 h 92"/>
              <a:gd name="T62" fmla="*/ 848679470 w 123"/>
              <a:gd name="T63" fmla="*/ 1117871152 h 92"/>
              <a:gd name="T64" fmla="*/ 904330828 w 123"/>
              <a:gd name="T65" fmla="*/ 1103719694 h 92"/>
              <a:gd name="T66" fmla="*/ 1307799439 w 123"/>
              <a:gd name="T67" fmla="*/ 438657586 h 92"/>
              <a:gd name="T68" fmla="*/ 1029546382 w 123"/>
              <a:gd name="T69" fmla="*/ 1004670772 h 92"/>
              <a:gd name="T70" fmla="*/ 1558230547 w 123"/>
              <a:gd name="T71" fmla="*/ 438657586 h 92"/>
              <a:gd name="T72" fmla="*/ 1377363636 w 123"/>
              <a:gd name="T73" fmla="*/ 382055515 h 92"/>
              <a:gd name="T74" fmla="*/ 1349537957 w 123"/>
              <a:gd name="T75" fmla="*/ 127351838 h 92"/>
              <a:gd name="T76" fmla="*/ 1377363636 w 123"/>
              <a:gd name="T77" fmla="*/ 382055515 h 92"/>
              <a:gd name="T78" fmla="*/ 1377363636 w 123"/>
              <a:gd name="T79" fmla="*/ 382055515 h 92"/>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23" h="92">
                <a:moveTo>
                  <a:pt x="120" y="22"/>
                </a:moveTo>
                <a:cubicBezTo>
                  <a:pt x="101" y="2"/>
                  <a:pt x="101" y="2"/>
                  <a:pt x="101" y="2"/>
                </a:cubicBezTo>
                <a:cubicBezTo>
                  <a:pt x="100" y="1"/>
                  <a:pt x="98" y="0"/>
                  <a:pt x="96" y="0"/>
                </a:cubicBezTo>
                <a:cubicBezTo>
                  <a:pt x="27" y="0"/>
                  <a:pt x="27" y="0"/>
                  <a:pt x="27" y="0"/>
                </a:cubicBezTo>
                <a:cubicBezTo>
                  <a:pt x="25" y="0"/>
                  <a:pt x="23" y="1"/>
                  <a:pt x="22" y="2"/>
                </a:cubicBezTo>
                <a:cubicBezTo>
                  <a:pt x="2" y="22"/>
                  <a:pt x="2" y="22"/>
                  <a:pt x="2" y="22"/>
                </a:cubicBezTo>
                <a:cubicBezTo>
                  <a:pt x="1" y="23"/>
                  <a:pt x="0" y="25"/>
                  <a:pt x="0" y="27"/>
                </a:cubicBezTo>
                <a:cubicBezTo>
                  <a:pt x="0" y="29"/>
                  <a:pt x="1" y="31"/>
                  <a:pt x="2" y="32"/>
                </a:cubicBezTo>
                <a:cubicBezTo>
                  <a:pt x="56" y="90"/>
                  <a:pt x="56" y="90"/>
                  <a:pt x="56" y="90"/>
                </a:cubicBezTo>
                <a:cubicBezTo>
                  <a:pt x="57" y="91"/>
                  <a:pt x="59" y="92"/>
                  <a:pt x="61" y="92"/>
                </a:cubicBezTo>
                <a:cubicBezTo>
                  <a:pt x="64" y="92"/>
                  <a:pt x="66" y="91"/>
                  <a:pt x="67" y="90"/>
                </a:cubicBezTo>
                <a:cubicBezTo>
                  <a:pt x="121" y="32"/>
                  <a:pt x="121" y="32"/>
                  <a:pt x="121" y="32"/>
                </a:cubicBezTo>
                <a:cubicBezTo>
                  <a:pt x="122" y="31"/>
                  <a:pt x="123" y="29"/>
                  <a:pt x="123" y="27"/>
                </a:cubicBezTo>
                <a:cubicBezTo>
                  <a:pt x="123" y="25"/>
                  <a:pt x="122" y="23"/>
                  <a:pt x="120" y="22"/>
                </a:cubicBezTo>
                <a:close/>
                <a:moveTo>
                  <a:pt x="93" y="8"/>
                </a:moveTo>
                <a:cubicBezTo>
                  <a:pt x="86" y="14"/>
                  <a:pt x="86" y="14"/>
                  <a:pt x="86" y="14"/>
                </a:cubicBezTo>
                <a:cubicBezTo>
                  <a:pt x="79" y="8"/>
                  <a:pt x="79" y="8"/>
                  <a:pt x="79" y="8"/>
                </a:cubicBezTo>
                <a:lnTo>
                  <a:pt x="93" y="8"/>
                </a:lnTo>
                <a:close/>
                <a:moveTo>
                  <a:pt x="93" y="27"/>
                </a:moveTo>
                <a:cubicBezTo>
                  <a:pt x="76" y="27"/>
                  <a:pt x="76" y="27"/>
                  <a:pt x="76" y="27"/>
                </a:cubicBezTo>
                <a:cubicBezTo>
                  <a:pt x="85" y="19"/>
                  <a:pt x="85" y="19"/>
                  <a:pt x="85" y="19"/>
                </a:cubicBezTo>
                <a:lnTo>
                  <a:pt x="93" y="27"/>
                </a:lnTo>
                <a:close/>
                <a:moveTo>
                  <a:pt x="83" y="16"/>
                </a:moveTo>
                <a:cubicBezTo>
                  <a:pt x="73" y="25"/>
                  <a:pt x="73" y="25"/>
                  <a:pt x="73" y="25"/>
                </a:cubicBezTo>
                <a:cubicBezTo>
                  <a:pt x="64" y="17"/>
                  <a:pt x="64" y="17"/>
                  <a:pt x="64" y="17"/>
                </a:cubicBezTo>
                <a:cubicBezTo>
                  <a:pt x="75" y="9"/>
                  <a:pt x="75" y="9"/>
                  <a:pt x="75" y="9"/>
                </a:cubicBezTo>
                <a:lnTo>
                  <a:pt x="83" y="16"/>
                </a:lnTo>
                <a:close/>
                <a:moveTo>
                  <a:pt x="70" y="27"/>
                </a:moveTo>
                <a:cubicBezTo>
                  <a:pt x="53" y="27"/>
                  <a:pt x="53" y="27"/>
                  <a:pt x="53" y="27"/>
                </a:cubicBezTo>
                <a:cubicBezTo>
                  <a:pt x="61" y="20"/>
                  <a:pt x="61" y="20"/>
                  <a:pt x="61" y="20"/>
                </a:cubicBezTo>
                <a:lnTo>
                  <a:pt x="70" y="27"/>
                </a:lnTo>
                <a:close/>
                <a:moveTo>
                  <a:pt x="70" y="8"/>
                </a:moveTo>
                <a:cubicBezTo>
                  <a:pt x="61" y="15"/>
                  <a:pt x="61" y="15"/>
                  <a:pt x="61" y="15"/>
                </a:cubicBezTo>
                <a:cubicBezTo>
                  <a:pt x="53" y="8"/>
                  <a:pt x="53" y="8"/>
                  <a:pt x="53" y="8"/>
                </a:cubicBezTo>
                <a:lnTo>
                  <a:pt x="70" y="8"/>
                </a:lnTo>
                <a:close/>
                <a:moveTo>
                  <a:pt x="58" y="17"/>
                </a:moveTo>
                <a:cubicBezTo>
                  <a:pt x="50" y="25"/>
                  <a:pt x="50" y="25"/>
                  <a:pt x="50" y="25"/>
                </a:cubicBezTo>
                <a:cubicBezTo>
                  <a:pt x="40" y="16"/>
                  <a:pt x="40" y="16"/>
                  <a:pt x="40" y="16"/>
                </a:cubicBezTo>
                <a:cubicBezTo>
                  <a:pt x="48" y="9"/>
                  <a:pt x="48" y="9"/>
                  <a:pt x="48" y="9"/>
                </a:cubicBezTo>
                <a:lnTo>
                  <a:pt x="58" y="17"/>
                </a:lnTo>
                <a:close/>
                <a:moveTo>
                  <a:pt x="47" y="27"/>
                </a:moveTo>
                <a:cubicBezTo>
                  <a:pt x="30" y="27"/>
                  <a:pt x="30" y="27"/>
                  <a:pt x="30" y="27"/>
                </a:cubicBezTo>
                <a:cubicBezTo>
                  <a:pt x="37" y="19"/>
                  <a:pt x="37" y="19"/>
                  <a:pt x="37" y="19"/>
                </a:cubicBezTo>
                <a:lnTo>
                  <a:pt x="47" y="27"/>
                </a:lnTo>
                <a:close/>
                <a:moveTo>
                  <a:pt x="43" y="8"/>
                </a:moveTo>
                <a:cubicBezTo>
                  <a:pt x="37" y="14"/>
                  <a:pt x="37" y="14"/>
                  <a:pt x="37" y="14"/>
                </a:cubicBezTo>
                <a:cubicBezTo>
                  <a:pt x="30" y="8"/>
                  <a:pt x="30" y="8"/>
                  <a:pt x="30" y="8"/>
                </a:cubicBezTo>
                <a:lnTo>
                  <a:pt x="43" y="8"/>
                </a:lnTo>
                <a:close/>
                <a:moveTo>
                  <a:pt x="26" y="9"/>
                </a:moveTo>
                <a:cubicBezTo>
                  <a:pt x="34" y="17"/>
                  <a:pt x="34" y="17"/>
                  <a:pt x="34" y="17"/>
                </a:cubicBezTo>
                <a:cubicBezTo>
                  <a:pt x="24" y="27"/>
                  <a:pt x="24" y="27"/>
                  <a:pt x="24" y="27"/>
                </a:cubicBezTo>
                <a:cubicBezTo>
                  <a:pt x="8" y="27"/>
                  <a:pt x="8" y="27"/>
                  <a:pt x="8" y="27"/>
                </a:cubicBezTo>
                <a:lnTo>
                  <a:pt x="26" y="9"/>
                </a:lnTo>
                <a:close/>
                <a:moveTo>
                  <a:pt x="11" y="31"/>
                </a:moveTo>
                <a:cubicBezTo>
                  <a:pt x="25" y="31"/>
                  <a:pt x="25" y="31"/>
                  <a:pt x="25" y="31"/>
                </a:cubicBezTo>
                <a:cubicBezTo>
                  <a:pt x="49" y="71"/>
                  <a:pt x="49" y="71"/>
                  <a:pt x="49" y="71"/>
                </a:cubicBezTo>
                <a:lnTo>
                  <a:pt x="11" y="31"/>
                </a:lnTo>
                <a:close/>
                <a:moveTo>
                  <a:pt x="29" y="31"/>
                </a:moveTo>
                <a:cubicBezTo>
                  <a:pt x="48" y="31"/>
                  <a:pt x="48" y="31"/>
                  <a:pt x="48" y="31"/>
                </a:cubicBezTo>
                <a:cubicBezTo>
                  <a:pt x="57" y="78"/>
                  <a:pt x="57" y="78"/>
                  <a:pt x="57" y="78"/>
                </a:cubicBezTo>
                <a:lnTo>
                  <a:pt x="29" y="31"/>
                </a:lnTo>
                <a:close/>
                <a:moveTo>
                  <a:pt x="52" y="31"/>
                </a:moveTo>
                <a:cubicBezTo>
                  <a:pt x="71" y="31"/>
                  <a:pt x="71" y="31"/>
                  <a:pt x="71" y="31"/>
                </a:cubicBezTo>
                <a:cubicBezTo>
                  <a:pt x="61" y="79"/>
                  <a:pt x="61" y="79"/>
                  <a:pt x="61" y="79"/>
                </a:cubicBezTo>
                <a:lnTo>
                  <a:pt x="52" y="31"/>
                </a:lnTo>
                <a:close/>
                <a:moveTo>
                  <a:pt x="65" y="78"/>
                </a:moveTo>
                <a:cubicBezTo>
                  <a:pt x="75" y="31"/>
                  <a:pt x="75" y="31"/>
                  <a:pt x="75" y="31"/>
                </a:cubicBezTo>
                <a:cubicBezTo>
                  <a:pt x="94" y="31"/>
                  <a:pt x="94" y="31"/>
                  <a:pt x="94" y="31"/>
                </a:cubicBezTo>
                <a:lnTo>
                  <a:pt x="65" y="78"/>
                </a:lnTo>
                <a:close/>
                <a:moveTo>
                  <a:pt x="74" y="71"/>
                </a:moveTo>
                <a:cubicBezTo>
                  <a:pt x="98" y="31"/>
                  <a:pt x="98" y="31"/>
                  <a:pt x="98" y="31"/>
                </a:cubicBezTo>
                <a:cubicBezTo>
                  <a:pt x="112" y="31"/>
                  <a:pt x="112" y="31"/>
                  <a:pt x="112" y="31"/>
                </a:cubicBezTo>
                <a:lnTo>
                  <a:pt x="74" y="71"/>
                </a:lnTo>
                <a:close/>
                <a:moveTo>
                  <a:pt x="99" y="27"/>
                </a:moveTo>
                <a:cubicBezTo>
                  <a:pt x="88" y="17"/>
                  <a:pt x="88" y="17"/>
                  <a:pt x="88" y="17"/>
                </a:cubicBezTo>
                <a:cubicBezTo>
                  <a:pt x="97" y="9"/>
                  <a:pt x="97" y="9"/>
                  <a:pt x="97" y="9"/>
                </a:cubicBezTo>
                <a:cubicBezTo>
                  <a:pt x="115" y="27"/>
                  <a:pt x="115" y="27"/>
                  <a:pt x="115" y="27"/>
                </a:cubicBezTo>
                <a:lnTo>
                  <a:pt x="99" y="27"/>
                </a:lnTo>
                <a:close/>
                <a:moveTo>
                  <a:pt x="99" y="27"/>
                </a:moveTo>
                <a:cubicBezTo>
                  <a:pt x="99" y="27"/>
                  <a:pt x="99" y="27"/>
                  <a:pt x="99" y="27"/>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29" name="稻壳儿小白白(http://dwz.cn/Wu2UP)"/>
          <p:cNvPicPr>
            <a:picLocks noChangeArrowheads="1"/>
          </p:cNvPicPr>
          <p:nvPr/>
        </p:nvPicPr>
        <p:blipFill>
          <a:blip r:embed="rId18">
            <a:duotone>
              <a:srgbClr val="336699"/>
              <a:srgbClr val="336699"/>
            </a:duotone>
          </a:blip>
          <a:srcRect/>
          <a:stretch>
            <a:fillRect/>
          </a:stretch>
        </p:blipFill>
        <p:spPr>
          <a:xfrm>
            <a:off x="10777442" y="2775584"/>
            <a:ext cx="500634" cy="500634"/>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0" name="稻壳儿小白白(http://dwz.cn/Wu2UP)"/>
          <p:cNvPicPr>
            <a:picLocks noChangeArrowheads="1"/>
          </p:cNvPicPr>
          <p:nvPr/>
        </p:nvPicPr>
        <p:blipFill>
          <a:blip r:embed="rId19">
            <a:duotone>
              <a:srgbClr val="336699"/>
              <a:srgbClr val="336699"/>
            </a:duotone>
          </a:blip>
          <a:srcRect/>
          <a:stretch>
            <a:fillRect/>
          </a:stretch>
        </p:blipFill>
        <p:spPr>
          <a:xfrm>
            <a:off x="10784300" y="5198173"/>
            <a:ext cx="493776"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31" name="稻壳儿小白白(http://dwz.cn/Wu2UP)"/>
          <p:cNvSpPr>
            <a:spLocks noEditPoints="1"/>
          </p:cNvSpPr>
          <p:nvPr/>
        </p:nvSpPr>
        <p:spPr>
          <a:xfrm>
            <a:off x="6983253" y="5191315"/>
            <a:ext cx="498920" cy="498919"/>
          </a:xfrm>
          <a:custGeom>
            <a:avLst/>
            <a:gdLst>
              <a:gd name="T0" fmla="*/ 1692722571 w 123"/>
              <a:gd name="T1" fmla="*/ 28213484 h 123"/>
              <a:gd name="T2" fmla="*/ 1622192464 w 123"/>
              <a:gd name="T3" fmla="*/ 0 h 123"/>
              <a:gd name="T4" fmla="*/ 1608085691 w 123"/>
              <a:gd name="T5" fmla="*/ 0 h 123"/>
              <a:gd name="T6" fmla="*/ 691194299 w 123"/>
              <a:gd name="T7" fmla="*/ 169269637 h 123"/>
              <a:gd name="T8" fmla="*/ 606557419 w 123"/>
              <a:gd name="T9" fmla="*/ 268013076 h 123"/>
              <a:gd name="T10" fmla="*/ 606557419 w 123"/>
              <a:gd name="T11" fmla="*/ 1199005470 h 123"/>
              <a:gd name="T12" fmla="*/ 394967098 w 123"/>
              <a:gd name="T13" fmla="*/ 1142582258 h 123"/>
              <a:gd name="T14" fmla="*/ 253906883 w 123"/>
              <a:gd name="T15" fmla="*/ 1156689000 h 123"/>
              <a:gd name="T16" fmla="*/ 28213545 w 123"/>
              <a:gd name="T17" fmla="*/ 1354172121 h 123"/>
              <a:gd name="T18" fmla="*/ 28213545 w 123"/>
              <a:gd name="T19" fmla="*/ 1551655242 h 123"/>
              <a:gd name="T20" fmla="*/ 324436990 w 123"/>
              <a:gd name="T21" fmla="*/ 1735031621 h 123"/>
              <a:gd name="T22" fmla="*/ 451390432 w 123"/>
              <a:gd name="T23" fmla="*/ 1706818137 h 123"/>
              <a:gd name="T24" fmla="*/ 677087526 w 123"/>
              <a:gd name="T25" fmla="*/ 1523441758 h 123"/>
              <a:gd name="T26" fmla="*/ 705301071 w 123"/>
              <a:gd name="T27" fmla="*/ 1410595333 h 123"/>
              <a:gd name="T28" fmla="*/ 705301071 w 123"/>
              <a:gd name="T29" fmla="*/ 1410595333 h 123"/>
              <a:gd name="T30" fmla="*/ 705301071 w 123"/>
              <a:gd name="T31" fmla="*/ 536026152 h 123"/>
              <a:gd name="T32" fmla="*/ 733510861 w 123"/>
              <a:gd name="T33" fmla="*/ 536026152 h 123"/>
              <a:gd name="T34" fmla="*/ 1622192464 w 123"/>
              <a:gd name="T35" fmla="*/ 380859501 h 123"/>
              <a:gd name="T36" fmla="*/ 1622192464 w 123"/>
              <a:gd name="T37" fmla="*/ 1043838819 h 123"/>
              <a:gd name="T38" fmla="*/ 1424705159 w 123"/>
              <a:gd name="T39" fmla="*/ 973308865 h 123"/>
              <a:gd name="T40" fmla="*/ 1283648701 w 123"/>
              <a:gd name="T41" fmla="*/ 1001522349 h 123"/>
              <a:gd name="T42" fmla="*/ 1057951607 w 123"/>
              <a:gd name="T43" fmla="*/ 1184898728 h 123"/>
              <a:gd name="T44" fmla="*/ 1043844834 w 123"/>
              <a:gd name="T45" fmla="*/ 1382381849 h 123"/>
              <a:gd name="T46" fmla="*/ 1354175052 w 123"/>
              <a:gd name="T47" fmla="*/ 1565761984 h 123"/>
              <a:gd name="T48" fmla="*/ 1481132250 w 123"/>
              <a:gd name="T49" fmla="*/ 1551655242 h 123"/>
              <a:gd name="T50" fmla="*/ 1706825588 w 123"/>
              <a:gd name="T51" fmla="*/ 1354172121 h 123"/>
              <a:gd name="T52" fmla="*/ 1735039133 w 123"/>
              <a:gd name="T53" fmla="*/ 1241321940 h 123"/>
              <a:gd name="T54" fmla="*/ 1735039133 w 123"/>
              <a:gd name="T55" fmla="*/ 1241321940 h 123"/>
              <a:gd name="T56" fmla="*/ 1735039133 w 123"/>
              <a:gd name="T57" fmla="*/ 112846425 h 123"/>
              <a:gd name="T58" fmla="*/ 1692722571 w 123"/>
              <a:gd name="T59" fmla="*/ 28213484 h 123"/>
              <a:gd name="T60" fmla="*/ 423180643 w 123"/>
              <a:gd name="T61" fmla="*/ 1608078455 h 123"/>
              <a:gd name="T62" fmla="*/ 126953442 w 123"/>
              <a:gd name="T63" fmla="*/ 1509335016 h 123"/>
              <a:gd name="T64" fmla="*/ 296227201 w 123"/>
              <a:gd name="T65" fmla="*/ 1255428682 h 123"/>
              <a:gd name="T66" fmla="*/ 592450646 w 123"/>
              <a:gd name="T67" fmla="*/ 1354172121 h 123"/>
              <a:gd name="T68" fmla="*/ 423180643 w 123"/>
              <a:gd name="T69" fmla="*/ 1608078455 h 123"/>
              <a:gd name="T70" fmla="*/ 1622192464 w 123"/>
              <a:gd name="T71" fmla="*/ 268013076 h 123"/>
              <a:gd name="T72" fmla="*/ 705301071 w 123"/>
              <a:gd name="T73" fmla="*/ 437282713 h 123"/>
              <a:gd name="T74" fmla="*/ 705301071 w 123"/>
              <a:gd name="T75" fmla="*/ 268013076 h 123"/>
              <a:gd name="T76" fmla="*/ 1622192464 w 123"/>
              <a:gd name="T77" fmla="*/ 112846425 h 123"/>
              <a:gd name="T78" fmla="*/ 1622192464 w 123"/>
              <a:gd name="T79" fmla="*/ 268013076 h 123"/>
              <a:gd name="T80" fmla="*/ 1452918705 w 123"/>
              <a:gd name="T81" fmla="*/ 1438805062 h 123"/>
              <a:gd name="T82" fmla="*/ 1142588487 w 123"/>
              <a:gd name="T83" fmla="*/ 1354172121 h 123"/>
              <a:gd name="T84" fmla="*/ 1311858490 w 123"/>
              <a:gd name="T85" fmla="*/ 1100265787 h 123"/>
              <a:gd name="T86" fmla="*/ 1622192464 w 123"/>
              <a:gd name="T87" fmla="*/ 1199005470 h 123"/>
              <a:gd name="T88" fmla="*/ 1452918705 w 123"/>
              <a:gd name="T89" fmla="*/ 1438805062 h 123"/>
              <a:gd name="T90" fmla="*/ 1452918705 w 123"/>
              <a:gd name="T91" fmla="*/ 1438805062 h 123"/>
              <a:gd name="T92" fmla="*/ 1452918705 w 123"/>
              <a:gd name="T93" fmla="*/ 1438805062 h 123"/>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0" t="0" r="r" b="b"/>
            <a:pathLst>
              <a:path w="123" h="123">
                <a:moveTo>
                  <a:pt x="120" y="2"/>
                </a:moveTo>
                <a:cubicBezTo>
                  <a:pt x="119" y="1"/>
                  <a:pt x="117" y="0"/>
                  <a:pt x="115" y="0"/>
                </a:cubicBezTo>
                <a:cubicBezTo>
                  <a:pt x="114" y="0"/>
                  <a:pt x="114" y="0"/>
                  <a:pt x="114" y="0"/>
                </a:cubicBezTo>
                <a:cubicBezTo>
                  <a:pt x="49" y="12"/>
                  <a:pt x="49" y="12"/>
                  <a:pt x="49" y="12"/>
                </a:cubicBezTo>
                <a:cubicBezTo>
                  <a:pt x="45" y="12"/>
                  <a:pt x="43" y="15"/>
                  <a:pt x="43" y="19"/>
                </a:cubicBezTo>
                <a:cubicBezTo>
                  <a:pt x="43" y="85"/>
                  <a:pt x="43" y="85"/>
                  <a:pt x="43" y="85"/>
                </a:cubicBezTo>
                <a:cubicBezTo>
                  <a:pt x="39" y="82"/>
                  <a:pt x="34" y="81"/>
                  <a:pt x="28" y="81"/>
                </a:cubicBezTo>
                <a:cubicBezTo>
                  <a:pt x="25" y="81"/>
                  <a:pt x="22" y="81"/>
                  <a:pt x="18" y="82"/>
                </a:cubicBezTo>
                <a:cubicBezTo>
                  <a:pt x="11" y="85"/>
                  <a:pt x="5" y="89"/>
                  <a:pt x="2" y="96"/>
                </a:cubicBezTo>
                <a:cubicBezTo>
                  <a:pt x="0" y="100"/>
                  <a:pt x="0" y="105"/>
                  <a:pt x="2" y="110"/>
                </a:cubicBezTo>
                <a:cubicBezTo>
                  <a:pt x="4" y="118"/>
                  <a:pt x="13" y="123"/>
                  <a:pt x="23" y="123"/>
                </a:cubicBezTo>
                <a:cubicBezTo>
                  <a:pt x="26" y="123"/>
                  <a:pt x="29" y="122"/>
                  <a:pt x="32" y="121"/>
                </a:cubicBezTo>
                <a:cubicBezTo>
                  <a:pt x="40" y="119"/>
                  <a:pt x="45" y="114"/>
                  <a:pt x="48" y="108"/>
                </a:cubicBezTo>
                <a:cubicBezTo>
                  <a:pt x="50" y="105"/>
                  <a:pt x="50" y="102"/>
                  <a:pt x="50" y="100"/>
                </a:cubicBezTo>
                <a:cubicBezTo>
                  <a:pt x="50" y="100"/>
                  <a:pt x="50" y="100"/>
                  <a:pt x="50" y="100"/>
                </a:cubicBezTo>
                <a:cubicBezTo>
                  <a:pt x="50" y="38"/>
                  <a:pt x="50" y="38"/>
                  <a:pt x="50" y="38"/>
                </a:cubicBezTo>
                <a:cubicBezTo>
                  <a:pt x="52" y="38"/>
                  <a:pt x="52" y="38"/>
                  <a:pt x="52" y="38"/>
                </a:cubicBezTo>
                <a:cubicBezTo>
                  <a:pt x="115" y="27"/>
                  <a:pt x="115" y="27"/>
                  <a:pt x="115" y="27"/>
                </a:cubicBezTo>
                <a:cubicBezTo>
                  <a:pt x="115" y="74"/>
                  <a:pt x="115" y="74"/>
                  <a:pt x="115" y="74"/>
                </a:cubicBezTo>
                <a:cubicBezTo>
                  <a:pt x="112" y="71"/>
                  <a:pt x="107" y="69"/>
                  <a:pt x="101" y="69"/>
                </a:cubicBezTo>
                <a:cubicBezTo>
                  <a:pt x="98" y="69"/>
                  <a:pt x="94" y="70"/>
                  <a:pt x="91" y="71"/>
                </a:cubicBezTo>
                <a:cubicBezTo>
                  <a:pt x="84" y="73"/>
                  <a:pt x="78" y="78"/>
                  <a:pt x="75" y="84"/>
                </a:cubicBezTo>
                <a:cubicBezTo>
                  <a:pt x="73" y="89"/>
                  <a:pt x="73" y="94"/>
                  <a:pt x="74" y="98"/>
                </a:cubicBezTo>
                <a:cubicBezTo>
                  <a:pt x="77" y="106"/>
                  <a:pt x="86" y="111"/>
                  <a:pt x="96" y="111"/>
                </a:cubicBezTo>
                <a:cubicBezTo>
                  <a:pt x="99" y="111"/>
                  <a:pt x="102" y="111"/>
                  <a:pt x="105" y="110"/>
                </a:cubicBezTo>
                <a:cubicBezTo>
                  <a:pt x="112" y="107"/>
                  <a:pt x="118" y="102"/>
                  <a:pt x="121" y="96"/>
                </a:cubicBezTo>
                <a:cubicBezTo>
                  <a:pt x="122" y="94"/>
                  <a:pt x="123" y="91"/>
                  <a:pt x="123" y="88"/>
                </a:cubicBezTo>
                <a:cubicBezTo>
                  <a:pt x="123" y="88"/>
                  <a:pt x="123" y="88"/>
                  <a:pt x="123" y="88"/>
                </a:cubicBezTo>
                <a:cubicBezTo>
                  <a:pt x="123" y="8"/>
                  <a:pt x="123" y="8"/>
                  <a:pt x="123" y="8"/>
                </a:cubicBezTo>
                <a:cubicBezTo>
                  <a:pt x="123" y="5"/>
                  <a:pt x="122" y="3"/>
                  <a:pt x="120" y="2"/>
                </a:cubicBezTo>
                <a:close/>
                <a:moveTo>
                  <a:pt x="30" y="114"/>
                </a:moveTo>
                <a:cubicBezTo>
                  <a:pt x="21" y="117"/>
                  <a:pt x="11" y="114"/>
                  <a:pt x="9" y="107"/>
                </a:cubicBezTo>
                <a:cubicBezTo>
                  <a:pt x="6" y="100"/>
                  <a:pt x="12" y="93"/>
                  <a:pt x="21" y="89"/>
                </a:cubicBezTo>
                <a:cubicBezTo>
                  <a:pt x="30" y="86"/>
                  <a:pt x="39" y="89"/>
                  <a:pt x="42" y="96"/>
                </a:cubicBezTo>
                <a:cubicBezTo>
                  <a:pt x="44" y="103"/>
                  <a:pt x="39" y="111"/>
                  <a:pt x="30" y="114"/>
                </a:cubicBezTo>
                <a:close/>
                <a:moveTo>
                  <a:pt x="115" y="19"/>
                </a:moveTo>
                <a:cubicBezTo>
                  <a:pt x="50" y="31"/>
                  <a:pt x="50" y="31"/>
                  <a:pt x="50" y="31"/>
                </a:cubicBezTo>
                <a:cubicBezTo>
                  <a:pt x="50" y="19"/>
                  <a:pt x="50" y="19"/>
                  <a:pt x="50" y="19"/>
                </a:cubicBezTo>
                <a:cubicBezTo>
                  <a:pt x="115" y="8"/>
                  <a:pt x="115" y="8"/>
                  <a:pt x="115" y="8"/>
                </a:cubicBezTo>
                <a:lnTo>
                  <a:pt x="115" y="19"/>
                </a:lnTo>
                <a:close/>
                <a:moveTo>
                  <a:pt x="103" y="102"/>
                </a:moveTo>
                <a:cubicBezTo>
                  <a:pt x="93" y="105"/>
                  <a:pt x="84" y="102"/>
                  <a:pt x="81" y="96"/>
                </a:cubicBezTo>
                <a:cubicBezTo>
                  <a:pt x="79" y="89"/>
                  <a:pt x="84" y="81"/>
                  <a:pt x="93" y="78"/>
                </a:cubicBezTo>
                <a:cubicBezTo>
                  <a:pt x="103" y="75"/>
                  <a:pt x="112" y="78"/>
                  <a:pt x="115" y="85"/>
                </a:cubicBezTo>
                <a:cubicBezTo>
                  <a:pt x="117" y="91"/>
                  <a:pt x="112" y="99"/>
                  <a:pt x="103" y="102"/>
                </a:cubicBezTo>
                <a:close/>
                <a:moveTo>
                  <a:pt x="103" y="102"/>
                </a:moveTo>
                <a:cubicBezTo>
                  <a:pt x="103" y="102"/>
                  <a:pt x="103" y="102"/>
                  <a:pt x="103" y="102"/>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32" name="稻壳儿小白白(http://dwz.cn/Wu2UP)"/>
          <p:cNvPicPr>
            <a:picLocks noChangeArrowheads="1"/>
          </p:cNvPicPr>
          <p:nvPr/>
        </p:nvPicPr>
        <p:blipFill>
          <a:blip r:embed="rId20">
            <a:duotone>
              <a:srgbClr val="336699"/>
              <a:srgbClr val="336699"/>
            </a:duotone>
          </a:blip>
          <a:srcRect/>
          <a:stretch>
            <a:fillRect/>
          </a:stretch>
        </p:blipFill>
        <p:spPr>
          <a:xfrm>
            <a:off x="3523392" y="5198173"/>
            <a:ext cx="493776"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3" name="稻壳儿小白白(http://dwz.cn/Wu2UP)"/>
          <p:cNvPicPr>
            <a:picLocks noChangeArrowheads="1"/>
          </p:cNvPicPr>
          <p:nvPr/>
        </p:nvPicPr>
        <p:blipFill>
          <a:blip r:embed="rId21">
            <a:duotone>
              <a:srgbClr val="336699"/>
              <a:srgbClr val="336699"/>
            </a:duotone>
          </a:blip>
          <a:srcRect/>
          <a:stretch>
            <a:fillRect/>
          </a:stretch>
        </p:blipFill>
        <p:spPr>
          <a:xfrm>
            <a:off x="5267039" y="5198173"/>
            <a:ext cx="493776"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4" name="稻壳儿小白白(http://dwz.cn/Wu2UP)"/>
          <p:cNvPicPr>
            <a:picLocks noChangeArrowheads="1"/>
          </p:cNvPicPr>
          <p:nvPr/>
        </p:nvPicPr>
        <p:blipFill>
          <a:blip r:embed="rId22">
            <a:duotone>
              <a:srgbClr val="336699"/>
              <a:srgbClr val="336699"/>
            </a:duotone>
          </a:blip>
          <a:srcRect/>
          <a:stretch>
            <a:fillRect/>
          </a:stretch>
        </p:blipFill>
        <p:spPr>
          <a:xfrm>
            <a:off x="948213" y="3934586"/>
            <a:ext cx="493776"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5" name="稻壳儿小白白(http://dwz.cn/Wu2UP)"/>
          <p:cNvPicPr>
            <a:picLocks noChangeArrowheads="1"/>
          </p:cNvPicPr>
          <p:nvPr/>
        </p:nvPicPr>
        <p:blipFill>
          <a:blip r:embed="rId23">
            <a:duotone>
              <a:srgbClr val="336699"/>
              <a:srgbClr val="336699"/>
            </a:duotone>
          </a:blip>
          <a:srcRect/>
          <a:stretch>
            <a:fillRect/>
          </a:stretch>
        </p:blipFill>
        <p:spPr>
          <a:xfrm>
            <a:off x="1863756" y="3927728"/>
            <a:ext cx="500634" cy="500634"/>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6" name="稻壳儿小白白(http://dwz.cn/Wu2UP)"/>
          <p:cNvPicPr>
            <a:picLocks noChangeArrowheads="1"/>
          </p:cNvPicPr>
          <p:nvPr/>
        </p:nvPicPr>
        <p:blipFill>
          <a:blip r:embed="rId24">
            <a:duotone>
              <a:srgbClr val="336699"/>
              <a:srgbClr val="336699"/>
            </a:duotone>
          </a:blip>
          <a:srcRect/>
          <a:stretch>
            <a:fillRect/>
          </a:stretch>
        </p:blipFill>
        <p:spPr>
          <a:xfrm>
            <a:off x="2786157" y="3999737"/>
            <a:ext cx="493776" cy="36861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7" name="稻壳儿小白白(http://dwz.cn/Wu2UP)"/>
          <p:cNvPicPr>
            <a:picLocks noChangeArrowheads="1"/>
          </p:cNvPicPr>
          <p:nvPr/>
        </p:nvPicPr>
        <p:blipFill>
          <a:blip r:embed="rId25">
            <a:duotone>
              <a:srgbClr val="336699"/>
              <a:srgbClr val="336699"/>
            </a:duotone>
          </a:blip>
          <a:srcRect/>
          <a:stretch>
            <a:fillRect/>
          </a:stretch>
        </p:blipFill>
        <p:spPr>
          <a:xfrm>
            <a:off x="3699986" y="3939730"/>
            <a:ext cx="500634" cy="481774"/>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8" name="稻壳儿小白白(http://dwz.cn/Wu2UP)"/>
          <p:cNvPicPr>
            <a:picLocks noChangeArrowheads="1"/>
          </p:cNvPicPr>
          <p:nvPr/>
        </p:nvPicPr>
        <p:blipFill>
          <a:blip r:embed="rId26">
            <a:duotone>
              <a:srgbClr val="336699"/>
              <a:srgbClr val="336699"/>
            </a:duotone>
          </a:blip>
          <a:srcRect/>
          <a:stretch>
            <a:fillRect/>
          </a:stretch>
        </p:blipFill>
        <p:spPr>
          <a:xfrm>
            <a:off x="5484780" y="3934586"/>
            <a:ext cx="435483"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39" name="稻壳儿小白白(http://dwz.cn/Wu2UP)"/>
          <p:cNvPicPr>
            <a:picLocks noChangeArrowheads="1"/>
          </p:cNvPicPr>
          <p:nvPr/>
        </p:nvPicPr>
        <p:blipFill>
          <a:blip r:embed="rId27">
            <a:duotone>
              <a:srgbClr val="336699"/>
              <a:srgbClr val="336699"/>
            </a:duotone>
          </a:blip>
          <a:srcRect/>
          <a:stretch>
            <a:fillRect/>
          </a:stretch>
        </p:blipFill>
        <p:spPr>
          <a:xfrm>
            <a:off x="6333458" y="3974020"/>
            <a:ext cx="493776" cy="414909"/>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40" name="稻壳儿小白白(http://dwz.cn/Wu2UP)"/>
          <p:cNvSpPr>
            <a:spLocks noEditPoints="1"/>
          </p:cNvSpPr>
          <p:nvPr/>
        </p:nvSpPr>
        <p:spPr>
          <a:xfrm>
            <a:off x="7249001" y="3948302"/>
            <a:ext cx="497205" cy="468059"/>
          </a:xfrm>
          <a:custGeom>
            <a:avLst/>
            <a:gdLst>
              <a:gd name="T0" fmla="*/ 1555019492 w 123"/>
              <a:gd name="T1" fmla="*/ 0 h 115"/>
              <a:gd name="T2" fmla="*/ 168111733 w 123"/>
              <a:gd name="T3" fmla="*/ 0 h 115"/>
              <a:gd name="T4" fmla="*/ 0 w 123"/>
              <a:gd name="T5" fmla="*/ 170427005 h 115"/>
              <a:gd name="T6" fmla="*/ 0 w 123"/>
              <a:gd name="T7" fmla="*/ 1249800546 h 115"/>
              <a:gd name="T8" fmla="*/ 168111733 w 123"/>
              <a:gd name="T9" fmla="*/ 1420227550 h 115"/>
              <a:gd name="T10" fmla="*/ 700458691 w 123"/>
              <a:gd name="T11" fmla="*/ 1420227550 h 115"/>
              <a:gd name="T12" fmla="*/ 700458691 w 123"/>
              <a:gd name="T13" fmla="*/ 1477035296 h 115"/>
              <a:gd name="T14" fmla="*/ 364238968 w 123"/>
              <a:gd name="T15" fmla="*/ 1533846810 h 115"/>
              <a:gd name="T16" fmla="*/ 322210100 w 123"/>
              <a:gd name="T17" fmla="*/ 1576454503 h 115"/>
              <a:gd name="T18" fmla="*/ 378248591 w 123"/>
              <a:gd name="T19" fmla="*/ 1633262248 h 115"/>
              <a:gd name="T20" fmla="*/ 1344882633 w 123"/>
              <a:gd name="T21" fmla="*/ 1633262248 h 115"/>
              <a:gd name="T22" fmla="*/ 1400921125 w 123"/>
              <a:gd name="T23" fmla="*/ 1576454503 h 115"/>
              <a:gd name="T24" fmla="*/ 1358892256 w 123"/>
              <a:gd name="T25" fmla="*/ 1533846810 h 115"/>
              <a:gd name="T26" fmla="*/ 1022672534 w 123"/>
              <a:gd name="T27" fmla="*/ 1477035296 h 115"/>
              <a:gd name="T28" fmla="*/ 1022672534 w 123"/>
              <a:gd name="T29" fmla="*/ 1420227550 h 115"/>
              <a:gd name="T30" fmla="*/ 1555019492 w 123"/>
              <a:gd name="T31" fmla="*/ 1420227550 h 115"/>
              <a:gd name="T32" fmla="*/ 1723131225 w 123"/>
              <a:gd name="T33" fmla="*/ 1249800546 h 115"/>
              <a:gd name="T34" fmla="*/ 1723131225 w 123"/>
              <a:gd name="T35" fmla="*/ 170427005 h 115"/>
              <a:gd name="T36" fmla="*/ 1555019492 w 123"/>
              <a:gd name="T37" fmla="*/ 0 h 115"/>
              <a:gd name="T38" fmla="*/ 1611057984 w 123"/>
              <a:gd name="T39" fmla="*/ 1249800546 h 115"/>
              <a:gd name="T40" fmla="*/ 1555019492 w 123"/>
              <a:gd name="T41" fmla="*/ 1306608291 h 115"/>
              <a:gd name="T42" fmla="*/ 168111733 w 123"/>
              <a:gd name="T43" fmla="*/ 1306608291 h 115"/>
              <a:gd name="T44" fmla="*/ 112073241 w 123"/>
              <a:gd name="T45" fmla="*/ 1249800546 h 115"/>
              <a:gd name="T46" fmla="*/ 112073241 w 123"/>
              <a:gd name="T47" fmla="*/ 170427005 h 115"/>
              <a:gd name="T48" fmla="*/ 168111733 w 123"/>
              <a:gd name="T49" fmla="*/ 113619259 h 115"/>
              <a:gd name="T50" fmla="*/ 1555019492 w 123"/>
              <a:gd name="T51" fmla="*/ 113619259 h 115"/>
              <a:gd name="T52" fmla="*/ 1611057984 w 123"/>
              <a:gd name="T53" fmla="*/ 170427005 h 115"/>
              <a:gd name="T54" fmla="*/ 1611057984 w 123"/>
              <a:gd name="T55" fmla="*/ 1249800546 h 115"/>
              <a:gd name="T56" fmla="*/ 1456955874 w 123"/>
              <a:gd name="T57" fmla="*/ 213034698 h 115"/>
              <a:gd name="T58" fmla="*/ 266175351 w 123"/>
              <a:gd name="T59" fmla="*/ 213034698 h 115"/>
              <a:gd name="T60" fmla="*/ 224146482 w 123"/>
              <a:gd name="T61" fmla="*/ 269842443 h 115"/>
              <a:gd name="T62" fmla="*/ 224146482 w 123"/>
              <a:gd name="T63" fmla="*/ 1036765848 h 115"/>
              <a:gd name="T64" fmla="*/ 266175351 w 123"/>
              <a:gd name="T65" fmla="*/ 1093577362 h 115"/>
              <a:gd name="T66" fmla="*/ 1456955874 w 123"/>
              <a:gd name="T67" fmla="*/ 1093577362 h 115"/>
              <a:gd name="T68" fmla="*/ 1512994366 w 123"/>
              <a:gd name="T69" fmla="*/ 1036765848 h 115"/>
              <a:gd name="T70" fmla="*/ 1512994366 w 123"/>
              <a:gd name="T71" fmla="*/ 269842443 h 115"/>
              <a:gd name="T72" fmla="*/ 1456955874 w 123"/>
              <a:gd name="T73" fmla="*/ 213034698 h 115"/>
              <a:gd name="T74" fmla="*/ 1456955874 w 123"/>
              <a:gd name="T75" fmla="*/ 1036765848 h 115"/>
              <a:gd name="T76" fmla="*/ 266175351 w 123"/>
              <a:gd name="T77" fmla="*/ 1036765848 h 115"/>
              <a:gd name="T78" fmla="*/ 266175351 w 123"/>
              <a:gd name="T79" fmla="*/ 269842443 h 115"/>
              <a:gd name="T80" fmla="*/ 1456955874 w 123"/>
              <a:gd name="T81" fmla="*/ 269842443 h 115"/>
              <a:gd name="T82" fmla="*/ 1456955874 w 123"/>
              <a:gd name="T83" fmla="*/ 1036765848 h 115"/>
              <a:gd name="T84" fmla="*/ 1456955874 w 123"/>
              <a:gd name="T85" fmla="*/ 1036765848 h 115"/>
              <a:gd name="T86" fmla="*/ 1456955874 w 123"/>
              <a:gd name="T87" fmla="*/ 1036765848 h 115"/>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123" h="115">
                <a:moveTo>
                  <a:pt x="111" y="0"/>
                </a:moveTo>
                <a:cubicBezTo>
                  <a:pt x="12" y="0"/>
                  <a:pt x="12" y="0"/>
                  <a:pt x="12" y="0"/>
                </a:cubicBezTo>
                <a:cubicBezTo>
                  <a:pt x="5" y="0"/>
                  <a:pt x="0" y="5"/>
                  <a:pt x="0" y="12"/>
                </a:cubicBezTo>
                <a:cubicBezTo>
                  <a:pt x="0" y="88"/>
                  <a:pt x="0" y="88"/>
                  <a:pt x="0" y="88"/>
                </a:cubicBezTo>
                <a:cubicBezTo>
                  <a:pt x="0" y="95"/>
                  <a:pt x="5" y="100"/>
                  <a:pt x="12" y="100"/>
                </a:cubicBezTo>
                <a:cubicBezTo>
                  <a:pt x="50" y="100"/>
                  <a:pt x="50" y="100"/>
                  <a:pt x="50" y="100"/>
                </a:cubicBezTo>
                <a:cubicBezTo>
                  <a:pt x="50" y="104"/>
                  <a:pt x="50" y="104"/>
                  <a:pt x="50" y="104"/>
                </a:cubicBezTo>
                <a:cubicBezTo>
                  <a:pt x="26" y="108"/>
                  <a:pt x="26" y="108"/>
                  <a:pt x="26" y="108"/>
                </a:cubicBezTo>
                <a:cubicBezTo>
                  <a:pt x="24" y="108"/>
                  <a:pt x="23" y="109"/>
                  <a:pt x="23" y="111"/>
                </a:cubicBezTo>
                <a:cubicBezTo>
                  <a:pt x="23" y="113"/>
                  <a:pt x="25" y="115"/>
                  <a:pt x="27" y="115"/>
                </a:cubicBezTo>
                <a:cubicBezTo>
                  <a:pt x="96" y="115"/>
                  <a:pt x="96" y="115"/>
                  <a:pt x="96" y="115"/>
                </a:cubicBezTo>
                <a:cubicBezTo>
                  <a:pt x="98" y="115"/>
                  <a:pt x="100" y="113"/>
                  <a:pt x="100" y="111"/>
                </a:cubicBezTo>
                <a:cubicBezTo>
                  <a:pt x="100" y="109"/>
                  <a:pt x="99" y="108"/>
                  <a:pt x="97" y="108"/>
                </a:cubicBezTo>
                <a:cubicBezTo>
                  <a:pt x="73" y="104"/>
                  <a:pt x="73" y="104"/>
                  <a:pt x="73" y="104"/>
                </a:cubicBezTo>
                <a:cubicBezTo>
                  <a:pt x="73" y="100"/>
                  <a:pt x="73" y="100"/>
                  <a:pt x="73" y="100"/>
                </a:cubicBezTo>
                <a:cubicBezTo>
                  <a:pt x="111" y="100"/>
                  <a:pt x="111" y="100"/>
                  <a:pt x="111" y="100"/>
                </a:cubicBezTo>
                <a:cubicBezTo>
                  <a:pt x="118" y="100"/>
                  <a:pt x="123" y="95"/>
                  <a:pt x="123" y="88"/>
                </a:cubicBezTo>
                <a:cubicBezTo>
                  <a:pt x="123" y="12"/>
                  <a:pt x="123" y="12"/>
                  <a:pt x="123" y="12"/>
                </a:cubicBezTo>
                <a:cubicBezTo>
                  <a:pt x="123" y="5"/>
                  <a:pt x="118" y="0"/>
                  <a:pt x="111" y="0"/>
                </a:cubicBezTo>
                <a:close/>
                <a:moveTo>
                  <a:pt x="115" y="88"/>
                </a:moveTo>
                <a:cubicBezTo>
                  <a:pt x="115" y="90"/>
                  <a:pt x="114" y="92"/>
                  <a:pt x="111" y="92"/>
                </a:cubicBezTo>
                <a:cubicBezTo>
                  <a:pt x="12" y="92"/>
                  <a:pt x="12" y="92"/>
                  <a:pt x="12" y="92"/>
                </a:cubicBezTo>
                <a:cubicBezTo>
                  <a:pt x="10" y="92"/>
                  <a:pt x="8" y="90"/>
                  <a:pt x="8" y="88"/>
                </a:cubicBezTo>
                <a:cubicBezTo>
                  <a:pt x="8" y="12"/>
                  <a:pt x="8" y="12"/>
                  <a:pt x="8" y="12"/>
                </a:cubicBezTo>
                <a:cubicBezTo>
                  <a:pt x="8" y="9"/>
                  <a:pt x="10" y="8"/>
                  <a:pt x="12" y="8"/>
                </a:cubicBezTo>
                <a:cubicBezTo>
                  <a:pt x="111" y="8"/>
                  <a:pt x="111" y="8"/>
                  <a:pt x="111" y="8"/>
                </a:cubicBezTo>
                <a:cubicBezTo>
                  <a:pt x="114" y="8"/>
                  <a:pt x="115" y="9"/>
                  <a:pt x="115" y="12"/>
                </a:cubicBezTo>
                <a:lnTo>
                  <a:pt x="115" y="88"/>
                </a:lnTo>
                <a:close/>
                <a:moveTo>
                  <a:pt x="104" y="15"/>
                </a:moveTo>
                <a:cubicBezTo>
                  <a:pt x="19" y="15"/>
                  <a:pt x="19" y="15"/>
                  <a:pt x="19" y="15"/>
                </a:cubicBezTo>
                <a:cubicBezTo>
                  <a:pt x="17" y="15"/>
                  <a:pt x="16" y="17"/>
                  <a:pt x="16" y="19"/>
                </a:cubicBezTo>
                <a:cubicBezTo>
                  <a:pt x="16" y="73"/>
                  <a:pt x="16" y="73"/>
                  <a:pt x="16" y="73"/>
                </a:cubicBezTo>
                <a:cubicBezTo>
                  <a:pt x="16" y="75"/>
                  <a:pt x="17" y="77"/>
                  <a:pt x="19" y="77"/>
                </a:cubicBezTo>
                <a:cubicBezTo>
                  <a:pt x="104" y="77"/>
                  <a:pt x="104" y="77"/>
                  <a:pt x="104" y="77"/>
                </a:cubicBezTo>
                <a:cubicBezTo>
                  <a:pt x="106" y="77"/>
                  <a:pt x="108" y="75"/>
                  <a:pt x="108" y="73"/>
                </a:cubicBezTo>
                <a:cubicBezTo>
                  <a:pt x="108" y="19"/>
                  <a:pt x="108" y="19"/>
                  <a:pt x="108" y="19"/>
                </a:cubicBezTo>
                <a:cubicBezTo>
                  <a:pt x="108" y="17"/>
                  <a:pt x="106" y="15"/>
                  <a:pt x="104" y="15"/>
                </a:cubicBezTo>
                <a:close/>
                <a:moveTo>
                  <a:pt x="104" y="73"/>
                </a:moveTo>
                <a:cubicBezTo>
                  <a:pt x="19" y="73"/>
                  <a:pt x="19" y="73"/>
                  <a:pt x="19" y="73"/>
                </a:cubicBezTo>
                <a:cubicBezTo>
                  <a:pt x="19" y="19"/>
                  <a:pt x="19" y="19"/>
                  <a:pt x="19" y="19"/>
                </a:cubicBezTo>
                <a:cubicBezTo>
                  <a:pt x="104" y="19"/>
                  <a:pt x="104" y="19"/>
                  <a:pt x="104" y="19"/>
                </a:cubicBezTo>
                <a:lnTo>
                  <a:pt x="104" y="73"/>
                </a:lnTo>
                <a:close/>
                <a:moveTo>
                  <a:pt x="104" y="73"/>
                </a:moveTo>
                <a:cubicBezTo>
                  <a:pt x="104" y="73"/>
                  <a:pt x="104" y="73"/>
                  <a:pt x="104" y="73"/>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41" name="稻壳儿小白白(http://dwz.cn/Wu2UP)"/>
          <p:cNvPicPr>
            <a:picLocks noChangeArrowheads="1"/>
          </p:cNvPicPr>
          <p:nvPr/>
        </p:nvPicPr>
        <p:blipFill>
          <a:blip r:embed="rId28">
            <a:duotone>
              <a:srgbClr val="336699"/>
              <a:srgbClr val="336699"/>
            </a:duotone>
          </a:blip>
          <a:srcRect/>
          <a:stretch>
            <a:fillRect/>
          </a:stretch>
        </p:blipFill>
        <p:spPr>
          <a:xfrm>
            <a:off x="8164544" y="3946588"/>
            <a:ext cx="500634" cy="468058"/>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2" name="稻壳儿小白白(http://dwz.cn/Wu2UP)"/>
          <p:cNvPicPr>
            <a:picLocks noChangeArrowheads="1"/>
          </p:cNvPicPr>
          <p:nvPr/>
        </p:nvPicPr>
        <p:blipFill>
          <a:blip r:embed="rId29">
            <a:duotone>
              <a:srgbClr val="336699"/>
              <a:srgbClr val="336699"/>
            </a:duotone>
          </a:blip>
          <a:srcRect/>
          <a:stretch>
            <a:fillRect/>
          </a:stretch>
        </p:blipFill>
        <p:spPr>
          <a:xfrm>
            <a:off x="9080087" y="3934586"/>
            <a:ext cx="368617" cy="493776"/>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43" name="稻壳儿小白白(http://dwz.cn/Wu2UP)"/>
          <p:cNvSpPr>
            <a:spLocks noEditPoints="1"/>
          </p:cNvSpPr>
          <p:nvPr/>
        </p:nvSpPr>
        <p:spPr>
          <a:xfrm>
            <a:off x="9868757" y="4018597"/>
            <a:ext cx="495490" cy="327469"/>
          </a:xfrm>
          <a:custGeom>
            <a:avLst/>
            <a:gdLst>
              <a:gd name="T0" fmla="*/ 1488659376 w 123"/>
              <a:gd name="T1" fmla="*/ 0 h 81"/>
              <a:gd name="T2" fmla="*/ 208692135 w 123"/>
              <a:gd name="T3" fmla="*/ 0 h 81"/>
              <a:gd name="T4" fmla="*/ 0 w 123"/>
              <a:gd name="T5" fmla="*/ 224204686 h 81"/>
              <a:gd name="T6" fmla="*/ 0 w 123"/>
              <a:gd name="T7" fmla="*/ 910826388 h 81"/>
              <a:gd name="T8" fmla="*/ 208692135 w 123"/>
              <a:gd name="T9" fmla="*/ 1135031073 h 81"/>
              <a:gd name="T10" fmla="*/ 1488659376 w 123"/>
              <a:gd name="T11" fmla="*/ 1135031073 h 81"/>
              <a:gd name="T12" fmla="*/ 1711264320 w 123"/>
              <a:gd name="T13" fmla="*/ 910826388 h 81"/>
              <a:gd name="T14" fmla="*/ 1711264320 w 123"/>
              <a:gd name="T15" fmla="*/ 224204686 h 81"/>
              <a:gd name="T16" fmla="*/ 1488659376 w 123"/>
              <a:gd name="T17" fmla="*/ 0 h 81"/>
              <a:gd name="T18" fmla="*/ 111302472 w 123"/>
              <a:gd name="T19" fmla="*/ 280253985 h 81"/>
              <a:gd name="T20" fmla="*/ 473031777 w 123"/>
              <a:gd name="T21" fmla="*/ 574523103 h 81"/>
              <a:gd name="T22" fmla="*/ 111302472 w 123"/>
              <a:gd name="T23" fmla="*/ 854777088 h 81"/>
              <a:gd name="T24" fmla="*/ 111302472 w 123"/>
              <a:gd name="T25" fmla="*/ 280253985 h 81"/>
              <a:gd name="T26" fmla="*/ 1599961848 w 123"/>
              <a:gd name="T27" fmla="*/ 910826388 h 81"/>
              <a:gd name="T28" fmla="*/ 1488659376 w 123"/>
              <a:gd name="T29" fmla="*/ 1022928731 h 81"/>
              <a:gd name="T30" fmla="*/ 208692135 w 123"/>
              <a:gd name="T31" fmla="*/ 1022928731 h 81"/>
              <a:gd name="T32" fmla="*/ 111302472 w 123"/>
              <a:gd name="T33" fmla="*/ 910826388 h 81"/>
              <a:gd name="T34" fmla="*/ 528683013 w 123"/>
              <a:gd name="T35" fmla="*/ 602545881 h 81"/>
              <a:gd name="T36" fmla="*/ 751287957 w 123"/>
              <a:gd name="T37" fmla="*/ 784712656 h 81"/>
              <a:gd name="T38" fmla="*/ 848677621 w 123"/>
              <a:gd name="T39" fmla="*/ 812739178 h 81"/>
              <a:gd name="T40" fmla="*/ 946063554 w 123"/>
              <a:gd name="T41" fmla="*/ 784712656 h 81"/>
              <a:gd name="T42" fmla="*/ 1182581307 w 123"/>
              <a:gd name="T43" fmla="*/ 602545881 h 81"/>
              <a:gd name="T44" fmla="*/ 1599961848 w 123"/>
              <a:gd name="T45" fmla="*/ 910826388 h 81"/>
              <a:gd name="T46" fmla="*/ 1599961848 w 123"/>
              <a:gd name="T47" fmla="*/ 854777088 h 81"/>
              <a:gd name="T48" fmla="*/ 1224319734 w 123"/>
              <a:gd name="T49" fmla="*/ 574523103 h 81"/>
              <a:gd name="T50" fmla="*/ 1599961848 w 123"/>
              <a:gd name="T51" fmla="*/ 280253985 h 81"/>
              <a:gd name="T52" fmla="*/ 1599961848 w 123"/>
              <a:gd name="T53" fmla="*/ 854777088 h 81"/>
              <a:gd name="T54" fmla="*/ 918237936 w 123"/>
              <a:gd name="T55" fmla="*/ 728663356 h 81"/>
              <a:gd name="T56" fmla="*/ 848677621 w 123"/>
              <a:gd name="T57" fmla="*/ 756686134 h 81"/>
              <a:gd name="T58" fmla="*/ 793026384 w 123"/>
              <a:gd name="T59" fmla="*/ 728663356 h 81"/>
              <a:gd name="T60" fmla="*/ 570421440 w 123"/>
              <a:gd name="T61" fmla="*/ 574523103 h 81"/>
              <a:gd name="T62" fmla="*/ 528683013 w 123"/>
              <a:gd name="T63" fmla="*/ 532485192 h 81"/>
              <a:gd name="T64" fmla="*/ 111302472 w 123"/>
              <a:gd name="T65" fmla="*/ 224204686 h 81"/>
              <a:gd name="T66" fmla="*/ 208692135 w 123"/>
              <a:gd name="T67" fmla="*/ 112102343 h 81"/>
              <a:gd name="T68" fmla="*/ 1488659376 w 123"/>
              <a:gd name="T69" fmla="*/ 112102343 h 81"/>
              <a:gd name="T70" fmla="*/ 1599961848 w 123"/>
              <a:gd name="T71" fmla="*/ 224204686 h 81"/>
              <a:gd name="T72" fmla="*/ 918237936 w 123"/>
              <a:gd name="T73" fmla="*/ 728663356 h 81"/>
              <a:gd name="T74" fmla="*/ 918237936 w 123"/>
              <a:gd name="T75" fmla="*/ 728663356 h 81"/>
              <a:gd name="T76" fmla="*/ 918237936 w 123"/>
              <a:gd name="T77" fmla="*/ 728663356 h 8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23" h="81">
                <a:moveTo>
                  <a:pt x="107" y="0"/>
                </a:moveTo>
                <a:cubicBezTo>
                  <a:pt x="15" y="0"/>
                  <a:pt x="15" y="0"/>
                  <a:pt x="15" y="0"/>
                </a:cubicBezTo>
                <a:cubicBezTo>
                  <a:pt x="7" y="0"/>
                  <a:pt x="0" y="7"/>
                  <a:pt x="0" y="16"/>
                </a:cubicBezTo>
                <a:cubicBezTo>
                  <a:pt x="0" y="65"/>
                  <a:pt x="0" y="65"/>
                  <a:pt x="0" y="65"/>
                </a:cubicBezTo>
                <a:cubicBezTo>
                  <a:pt x="0" y="74"/>
                  <a:pt x="7" y="81"/>
                  <a:pt x="15" y="81"/>
                </a:cubicBezTo>
                <a:cubicBezTo>
                  <a:pt x="107" y="81"/>
                  <a:pt x="107" y="81"/>
                  <a:pt x="107" y="81"/>
                </a:cubicBezTo>
                <a:cubicBezTo>
                  <a:pt x="116" y="81"/>
                  <a:pt x="123" y="74"/>
                  <a:pt x="123" y="65"/>
                </a:cubicBezTo>
                <a:cubicBezTo>
                  <a:pt x="123" y="16"/>
                  <a:pt x="123" y="16"/>
                  <a:pt x="123" y="16"/>
                </a:cubicBezTo>
                <a:cubicBezTo>
                  <a:pt x="123" y="7"/>
                  <a:pt x="116" y="0"/>
                  <a:pt x="107" y="0"/>
                </a:cubicBezTo>
                <a:close/>
                <a:moveTo>
                  <a:pt x="8" y="20"/>
                </a:moveTo>
                <a:cubicBezTo>
                  <a:pt x="34" y="41"/>
                  <a:pt x="34" y="41"/>
                  <a:pt x="34" y="41"/>
                </a:cubicBezTo>
                <a:cubicBezTo>
                  <a:pt x="8" y="61"/>
                  <a:pt x="8" y="61"/>
                  <a:pt x="8" y="61"/>
                </a:cubicBezTo>
                <a:lnTo>
                  <a:pt x="8" y="20"/>
                </a:lnTo>
                <a:close/>
                <a:moveTo>
                  <a:pt x="115" y="65"/>
                </a:moveTo>
                <a:cubicBezTo>
                  <a:pt x="115" y="70"/>
                  <a:pt x="112" y="73"/>
                  <a:pt x="107" y="73"/>
                </a:cubicBezTo>
                <a:cubicBezTo>
                  <a:pt x="15" y="73"/>
                  <a:pt x="15" y="73"/>
                  <a:pt x="15" y="73"/>
                </a:cubicBezTo>
                <a:cubicBezTo>
                  <a:pt x="11" y="73"/>
                  <a:pt x="8" y="70"/>
                  <a:pt x="8" y="65"/>
                </a:cubicBezTo>
                <a:cubicBezTo>
                  <a:pt x="38" y="43"/>
                  <a:pt x="38" y="43"/>
                  <a:pt x="38" y="43"/>
                </a:cubicBezTo>
                <a:cubicBezTo>
                  <a:pt x="54" y="56"/>
                  <a:pt x="54" y="56"/>
                  <a:pt x="54" y="56"/>
                </a:cubicBezTo>
                <a:cubicBezTo>
                  <a:pt x="56" y="57"/>
                  <a:pt x="59" y="58"/>
                  <a:pt x="61" y="58"/>
                </a:cubicBezTo>
                <a:cubicBezTo>
                  <a:pt x="64" y="58"/>
                  <a:pt x="66" y="57"/>
                  <a:pt x="68" y="56"/>
                </a:cubicBezTo>
                <a:cubicBezTo>
                  <a:pt x="85" y="43"/>
                  <a:pt x="85" y="43"/>
                  <a:pt x="85" y="43"/>
                </a:cubicBezTo>
                <a:lnTo>
                  <a:pt x="115" y="65"/>
                </a:lnTo>
                <a:close/>
                <a:moveTo>
                  <a:pt x="115" y="61"/>
                </a:moveTo>
                <a:cubicBezTo>
                  <a:pt x="88" y="41"/>
                  <a:pt x="88" y="41"/>
                  <a:pt x="88" y="41"/>
                </a:cubicBezTo>
                <a:cubicBezTo>
                  <a:pt x="115" y="20"/>
                  <a:pt x="115" y="20"/>
                  <a:pt x="115" y="20"/>
                </a:cubicBezTo>
                <a:lnTo>
                  <a:pt x="115" y="61"/>
                </a:lnTo>
                <a:close/>
                <a:moveTo>
                  <a:pt x="66" y="52"/>
                </a:moveTo>
                <a:cubicBezTo>
                  <a:pt x="65" y="53"/>
                  <a:pt x="63" y="54"/>
                  <a:pt x="61" y="54"/>
                </a:cubicBezTo>
                <a:cubicBezTo>
                  <a:pt x="60" y="54"/>
                  <a:pt x="58" y="53"/>
                  <a:pt x="57" y="52"/>
                </a:cubicBezTo>
                <a:cubicBezTo>
                  <a:pt x="41" y="41"/>
                  <a:pt x="41" y="41"/>
                  <a:pt x="41" y="41"/>
                </a:cubicBezTo>
                <a:cubicBezTo>
                  <a:pt x="38" y="38"/>
                  <a:pt x="38" y="38"/>
                  <a:pt x="38" y="38"/>
                </a:cubicBezTo>
                <a:cubicBezTo>
                  <a:pt x="8" y="16"/>
                  <a:pt x="8" y="16"/>
                  <a:pt x="8" y="16"/>
                </a:cubicBezTo>
                <a:cubicBezTo>
                  <a:pt x="8" y="11"/>
                  <a:pt x="11" y="8"/>
                  <a:pt x="15" y="8"/>
                </a:cubicBezTo>
                <a:cubicBezTo>
                  <a:pt x="107" y="8"/>
                  <a:pt x="107" y="8"/>
                  <a:pt x="107" y="8"/>
                </a:cubicBezTo>
                <a:cubicBezTo>
                  <a:pt x="112" y="8"/>
                  <a:pt x="115" y="11"/>
                  <a:pt x="115" y="16"/>
                </a:cubicBezTo>
                <a:lnTo>
                  <a:pt x="66" y="52"/>
                </a:lnTo>
                <a:close/>
                <a:moveTo>
                  <a:pt x="66" y="52"/>
                </a:moveTo>
                <a:cubicBezTo>
                  <a:pt x="66" y="52"/>
                  <a:pt x="66" y="52"/>
                  <a:pt x="66" y="52"/>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44" name="稻壳儿小白白(http://dwz.cn/Wu2UP)"/>
          <p:cNvSpPr>
            <a:spLocks noEditPoints="1"/>
          </p:cNvSpPr>
          <p:nvPr/>
        </p:nvSpPr>
        <p:spPr>
          <a:xfrm>
            <a:off x="10782585" y="3929443"/>
            <a:ext cx="507492" cy="497205"/>
          </a:xfrm>
          <a:custGeom>
            <a:avLst/>
            <a:gdLst>
              <a:gd name="T0" fmla="*/ 1251735283 w 126"/>
              <a:gd name="T1" fmla="*/ 0 h 123"/>
              <a:gd name="T2" fmla="*/ 737131384 w 126"/>
              <a:gd name="T3" fmla="*/ 364238968 h 123"/>
              <a:gd name="T4" fmla="*/ 737131384 w 126"/>
              <a:gd name="T5" fmla="*/ 364238968 h 123"/>
              <a:gd name="T6" fmla="*/ 180807078 w 126"/>
              <a:gd name="T7" fmla="*/ 924605173 h 123"/>
              <a:gd name="T8" fmla="*/ 0 w 126"/>
              <a:gd name="T9" fmla="*/ 1484975120 h 123"/>
              <a:gd name="T10" fmla="*/ 180807078 w 126"/>
              <a:gd name="T11" fmla="*/ 1723131225 h 123"/>
              <a:gd name="T12" fmla="*/ 695407248 w 126"/>
              <a:gd name="T13" fmla="*/ 1597048361 h 123"/>
              <a:gd name="T14" fmla="*/ 1599438907 w 126"/>
              <a:gd name="T15" fmla="*/ 714468314 h 123"/>
              <a:gd name="T16" fmla="*/ 848396991 w 126"/>
              <a:gd name="T17" fmla="*/ 1274838261 h 123"/>
              <a:gd name="T18" fmla="*/ 1321276754 w 126"/>
              <a:gd name="T19" fmla="*/ 630414319 h 123"/>
              <a:gd name="T20" fmla="*/ 1265642086 w 126"/>
              <a:gd name="T21" fmla="*/ 896589670 h 123"/>
              <a:gd name="T22" fmla="*/ 848396991 w 126"/>
              <a:gd name="T23" fmla="*/ 1316863387 h 123"/>
              <a:gd name="T24" fmla="*/ 778855521 w 126"/>
              <a:gd name="T25" fmla="*/ 1092716905 h 123"/>
              <a:gd name="T26" fmla="*/ 598052172 w 126"/>
              <a:gd name="T27" fmla="*/ 924605173 h 123"/>
              <a:gd name="T28" fmla="*/ 1223917949 w 126"/>
              <a:gd name="T29" fmla="*/ 476312209 h 123"/>
              <a:gd name="T30" fmla="*/ 778855521 w 126"/>
              <a:gd name="T31" fmla="*/ 1092716905 h 123"/>
              <a:gd name="T32" fmla="*/ 403338292 w 126"/>
              <a:gd name="T33" fmla="*/ 854560801 h 123"/>
              <a:gd name="T34" fmla="*/ 1057021403 w 126"/>
              <a:gd name="T35" fmla="*/ 392258214 h 123"/>
              <a:gd name="T36" fmla="*/ 222531214 w 126"/>
              <a:gd name="T37" fmla="*/ 1611057984 h 123"/>
              <a:gd name="T38" fmla="*/ 97358805 w 126"/>
              <a:gd name="T39" fmla="*/ 1541009869 h 123"/>
              <a:gd name="T40" fmla="*/ 166896546 w 126"/>
              <a:gd name="T41" fmla="*/ 1302853764 h 123"/>
              <a:gd name="T42" fmla="*/ 417245094 w 126"/>
              <a:gd name="T43" fmla="*/ 1555019492 h 123"/>
              <a:gd name="T44" fmla="*/ 472876033 w 126"/>
              <a:gd name="T45" fmla="*/ 1541009869 h 123"/>
              <a:gd name="T46" fmla="*/ 180807078 w 126"/>
              <a:gd name="T47" fmla="*/ 1246819015 h 123"/>
              <a:gd name="T48" fmla="*/ 250348548 w 126"/>
              <a:gd name="T49" fmla="*/ 1008662911 h 123"/>
              <a:gd name="T50" fmla="*/ 681500445 w 126"/>
              <a:gd name="T51" fmla="*/ 1484975120 h 123"/>
              <a:gd name="T52" fmla="*/ 472876033 w 126"/>
              <a:gd name="T53" fmla="*/ 1541009869 h 123"/>
              <a:gd name="T54" fmla="*/ 1432542361 w 126"/>
              <a:gd name="T55" fmla="*/ 728477937 h 123"/>
              <a:gd name="T56" fmla="*/ 1293459420 w 126"/>
              <a:gd name="T57" fmla="*/ 406267837 h 123"/>
              <a:gd name="T58" fmla="*/ 1070928206 w 126"/>
              <a:gd name="T59" fmla="*/ 182121356 h 123"/>
              <a:gd name="T60" fmla="*/ 1488173300 w 126"/>
              <a:gd name="T61" fmla="*/ 224146482 h 123"/>
              <a:gd name="T62" fmla="*/ 1529897437 w 126"/>
              <a:gd name="T63" fmla="*/ 630414319 h 123"/>
              <a:gd name="T64" fmla="*/ 1529897437 w 126"/>
              <a:gd name="T65" fmla="*/ 630414319 h 123"/>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126" h="123">
                <a:moveTo>
                  <a:pt x="112" y="10"/>
                </a:moveTo>
                <a:cubicBezTo>
                  <a:pt x="106" y="4"/>
                  <a:pt x="98" y="0"/>
                  <a:pt x="90" y="0"/>
                </a:cubicBezTo>
                <a:cubicBezTo>
                  <a:pt x="83" y="0"/>
                  <a:pt x="76" y="3"/>
                  <a:pt x="72" y="7"/>
                </a:cubicBezTo>
                <a:cubicBezTo>
                  <a:pt x="53" y="26"/>
                  <a:pt x="53" y="26"/>
                  <a:pt x="53" y="26"/>
                </a:cubicBezTo>
                <a:cubicBezTo>
                  <a:pt x="53" y="26"/>
                  <a:pt x="53" y="26"/>
                  <a:pt x="53" y="26"/>
                </a:cubicBezTo>
                <a:cubicBezTo>
                  <a:pt x="53" y="26"/>
                  <a:pt x="53" y="26"/>
                  <a:pt x="53" y="26"/>
                </a:cubicBezTo>
                <a:cubicBezTo>
                  <a:pt x="53" y="26"/>
                  <a:pt x="53" y="26"/>
                  <a:pt x="53" y="26"/>
                </a:cubicBezTo>
                <a:cubicBezTo>
                  <a:pt x="13" y="66"/>
                  <a:pt x="13" y="66"/>
                  <a:pt x="13" y="66"/>
                </a:cubicBezTo>
                <a:cubicBezTo>
                  <a:pt x="11" y="68"/>
                  <a:pt x="10" y="70"/>
                  <a:pt x="9" y="73"/>
                </a:cubicBezTo>
                <a:cubicBezTo>
                  <a:pt x="0" y="106"/>
                  <a:pt x="0" y="106"/>
                  <a:pt x="0" y="106"/>
                </a:cubicBezTo>
                <a:cubicBezTo>
                  <a:pt x="0" y="106"/>
                  <a:pt x="0" y="108"/>
                  <a:pt x="0" y="110"/>
                </a:cubicBezTo>
                <a:cubicBezTo>
                  <a:pt x="0" y="117"/>
                  <a:pt x="6" y="123"/>
                  <a:pt x="13" y="123"/>
                </a:cubicBezTo>
                <a:cubicBezTo>
                  <a:pt x="15" y="123"/>
                  <a:pt x="17" y="122"/>
                  <a:pt x="18" y="122"/>
                </a:cubicBezTo>
                <a:cubicBezTo>
                  <a:pt x="50" y="114"/>
                  <a:pt x="50" y="114"/>
                  <a:pt x="50" y="114"/>
                </a:cubicBezTo>
                <a:cubicBezTo>
                  <a:pt x="52" y="113"/>
                  <a:pt x="55" y="112"/>
                  <a:pt x="57" y="110"/>
                </a:cubicBezTo>
                <a:cubicBezTo>
                  <a:pt x="115" y="51"/>
                  <a:pt x="115" y="51"/>
                  <a:pt x="115" y="51"/>
                </a:cubicBezTo>
                <a:cubicBezTo>
                  <a:pt x="126" y="40"/>
                  <a:pt x="125" y="22"/>
                  <a:pt x="112" y="10"/>
                </a:cubicBezTo>
                <a:close/>
                <a:moveTo>
                  <a:pt x="61" y="91"/>
                </a:moveTo>
                <a:cubicBezTo>
                  <a:pt x="61" y="88"/>
                  <a:pt x="60" y="85"/>
                  <a:pt x="58" y="81"/>
                </a:cubicBezTo>
                <a:cubicBezTo>
                  <a:pt x="95" y="45"/>
                  <a:pt x="95" y="45"/>
                  <a:pt x="95" y="45"/>
                </a:cubicBezTo>
                <a:cubicBezTo>
                  <a:pt x="97" y="52"/>
                  <a:pt x="96" y="59"/>
                  <a:pt x="91" y="64"/>
                </a:cubicBezTo>
                <a:cubicBezTo>
                  <a:pt x="91" y="64"/>
                  <a:pt x="91" y="64"/>
                  <a:pt x="91" y="64"/>
                </a:cubicBezTo>
                <a:cubicBezTo>
                  <a:pt x="91" y="64"/>
                  <a:pt x="91" y="64"/>
                  <a:pt x="91" y="64"/>
                </a:cubicBezTo>
                <a:cubicBezTo>
                  <a:pt x="61" y="94"/>
                  <a:pt x="61" y="94"/>
                  <a:pt x="61" y="94"/>
                </a:cubicBezTo>
                <a:cubicBezTo>
                  <a:pt x="61" y="93"/>
                  <a:pt x="61" y="92"/>
                  <a:pt x="61" y="91"/>
                </a:cubicBezTo>
                <a:close/>
                <a:moveTo>
                  <a:pt x="56" y="78"/>
                </a:moveTo>
                <a:cubicBezTo>
                  <a:pt x="55" y="76"/>
                  <a:pt x="53" y="73"/>
                  <a:pt x="51" y="71"/>
                </a:cubicBezTo>
                <a:cubicBezTo>
                  <a:pt x="49" y="69"/>
                  <a:pt x="46" y="67"/>
                  <a:pt x="43" y="66"/>
                </a:cubicBezTo>
                <a:cubicBezTo>
                  <a:pt x="80" y="29"/>
                  <a:pt x="80" y="29"/>
                  <a:pt x="80" y="29"/>
                </a:cubicBezTo>
                <a:cubicBezTo>
                  <a:pt x="83" y="30"/>
                  <a:pt x="86" y="32"/>
                  <a:pt x="88" y="34"/>
                </a:cubicBezTo>
                <a:cubicBezTo>
                  <a:pt x="90" y="37"/>
                  <a:pt x="92" y="39"/>
                  <a:pt x="93" y="41"/>
                </a:cubicBezTo>
                <a:lnTo>
                  <a:pt x="56" y="78"/>
                </a:lnTo>
                <a:close/>
                <a:moveTo>
                  <a:pt x="40" y="64"/>
                </a:moveTo>
                <a:cubicBezTo>
                  <a:pt x="36" y="62"/>
                  <a:pt x="33" y="61"/>
                  <a:pt x="29" y="61"/>
                </a:cubicBezTo>
                <a:cubicBezTo>
                  <a:pt x="58" y="32"/>
                  <a:pt x="58" y="32"/>
                  <a:pt x="58" y="32"/>
                </a:cubicBezTo>
                <a:cubicBezTo>
                  <a:pt x="63" y="27"/>
                  <a:pt x="69" y="26"/>
                  <a:pt x="76" y="28"/>
                </a:cubicBezTo>
                <a:lnTo>
                  <a:pt x="40" y="64"/>
                </a:lnTo>
                <a:close/>
                <a:moveTo>
                  <a:pt x="16" y="115"/>
                </a:moveTo>
                <a:cubicBezTo>
                  <a:pt x="15" y="115"/>
                  <a:pt x="14" y="115"/>
                  <a:pt x="13" y="115"/>
                </a:cubicBezTo>
                <a:cubicBezTo>
                  <a:pt x="10" y="115"/>
                  <a:pt x="7" y="113"/>
                  <a:pt x="7" y="110"/>
                </a:cubicBezTo>
                <a:cubicBezTo>
                  <a:pt x="7" y="109"/>
                  <a:pt x="8" y="108"/>
                  <a:pt x="8" y="107"/>
                </a:cubicBezTo>
                <a:cubicBezTo>
                  <a:pt x="12" y="93"/>
                  <a:pt x="12" y="93"/>
                  <a:pt x="12" y="93"/>
                </a:cubicBezTo>
                <a:cubicBezTo>
                  <a:pt x="16" y="93"/>
                  <a:pt x="21" y="94"/>
                  <a:pt x="25" y="98"/>
                </a:cubicBezTo>
                <a:cubicBezTo>
                  <a:pt x="28" y="102"/>
                  <a:pt x="30" y="107"/>
                  <a:pt x="30" y="111"/>
                </a:cubicBezTo>
                <a:lnTo>
                  <a:pt x="16" y="115"/>
                </a:lnTo>
                <a:close/>
                <a:moveTo>
                  <a:pt x="34" y="110"/>
                </a:moveTo>
                <a:cubicBezTo>
                  <a:pt x="34" y="105"/>
                  <a:pt x="31" y="100"/>
                  <a:pt x="27" y="95"/>
                </a:cubicBezTo>
                <a:cubicBezTo>
                  <a:pt x="23" y="91"/>
                  <a:pt x="18" y="89"/>
                  <a:pt x="13" y="89"/>
                </a:cubicBezTo>
                <a:cubicBezTo>
                  <a:pt x="17" y="75"/>
                  <a:pt x="17" y="75"/>
                  <a:pt x="17" y="75"/>
                </a:cubicBezTo>
                <a:cubicBezTo>
                  <a:pt x="17" y="74"/>
                  <a:pt x="17" y="73"/>
                  <a:pt x="18" y="72"/>
                </a:cubicBezTo>
                <a:cubicBezTo>
                  <a:pt x="26" y="67"/>
                  <a:pt x="38" y="68"/>
                  <a:pt x="46" y="77"/>
                </a:cubicBezTo>
                <a:cubicBezTo>
                  <a:pt x="55" y="85"/>
                  <a:pt x="56" y="98"/>
                  <a:pt x="49" y="106"/>
                </a:cubicBezTo>
                <a:cubicBezTo>
                  <a:pt x="49" y="106"/>
                  <a:pt x="48" y="106"/>
                  <a:pt x="48" y="106"/>
                </a:cubicBezTo>
                <a:lnTo>
                  <a:pt x="34" y="110"/>
                </a:lnTo>
                <a:close/>
                <a:moveTo>
                  <a:pt x="110" y="45"/>
                </a:moveTo>
                <a:cubicBezTo>
                  <a:pt x="103" y="52"/>
                  <a:pt x="103" y="52"/>
                  <a:pt x="103" y="52"/>
                </a:cubicBezTo>
                <a:cubicBezTo>
                  <a:pt x="103" y="51"/>
                  <a:pt x="103" y="50"/>
                  <a:pt x="103" y="49"/>
                </a:cubicBezTo>
                <a:cubicBezTo>
                  <a:pt x="103" y="42"/>
                  <a:pt x="99" y="35"/>
                  <a:pt x="93" y="29"/>
                </a:cubicBezTo>
                <a:cubicBezTo>
                  <a:pt x="87" y="23"/>
                  <a:pt x="79" y="19"/>
                  <a:pt x="71" y="19"/>
                </a:cubicBezTo>
                <a:cubicBezTo>
                  <a:pt x="77" y="13"/>
                  <a:pt x="77" y="13"/>
                  <a:pt x="77" y="13"/>
                </a:cubicBezTo>
                <a:cubicBezTo>
                  <a:pt x="80" y="10"/>
                  <a:pt x="85" y="8"/>
                  <a:pt x="90" y="8"/>
                </a:cubicBezTo>
                <a:cubicBezTo>
                  <a:pt x="96" y="8"/>
                  <a:pt x="102" y="11"/>
                  <a:pt x="107" y="16"/>
                </a:cubicBezTo>
                <a:cubicBezTo>
                  <a:pt x="112" y="20"/>
                  <a:pt x="114" y="26"/>
                  <a:pt x="115" y="32"/>
                </a:cubicBezTo>
                <a:cubicBezTo>
                  <a:pt x="115" y="37"/>
                  <a:pt x="113" y="42"/>
                  <a:pt x="110" y="45"/>
                </a:cubicBezTo>
                <a:close/>
                <a:moveTo>
                  <a:pt x="110" y="45"/>
                </a:moveTo>
                <a:cubicBezTo>
                  <a:pt x="110" y="45"/>
                  <a:pt x="110" y="45"/>
                  <a:pt x="110" y="45"/>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pic>
        <p:nvPicPr>
          <p:cNvPr id="145" name="稻壳儿小白白(http://dwz.cn/Wu2UP)"/>
          <p:cNvPicPr>
            <a:picLocks noChangeArrowheads="1"/>
          </p:cNvPicPr>
          <p:nvPr/>
        </p:nvPicPr>
        <p:blipFill>
          <a:blip r:embed="rId30">
            <a:duotone>
              <a:srgbClr val="336699"/>
              <a:srgbClr val="336699"/>
            </a:duotone>
          </a:blip>
          <a:srcRect/>
          <a:stretch>
            <a:fillRect/>
          </a:stretch>
        </p:blipFill>
        <p:spPr>
          <a:xfrm>
            <a:off x="8730329" y="5290756"/>
            <a:ext cx="493776" cy="301752"/>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6" name="稻壳儿小白白(http://dwz.cn/Wu2UP)"/>
          <p:cNvPicPr>
            <a:picLocks noChangeArrowheads="1"/>
          </p:cNvPicPr>
          <p:nvPr/>
        </p:nvPicPr>
        <p:blipFill>
          <a:blip r:embed="rId31">
            <a:duotone>
              <a:srgbClr val="336699"/>
              <a:srgbClr val="336699"/>
            </a:duotone>
          </a:blip>
          <a:srcRect/>
          <a:stretch>
            <a:fillRect/>
          </a:stretch>
        </p:blipFill>
        <p:spPr>
          <a:xfrm>
            <a:off x="6124289" y="5237606"/>
            <a:ext cx="498919" cy="408051"/>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pic>
        <p:nvPicPr>
          <p:cNvPr id="147" name="稻壳儿小白白(http://dwz.cn/Wu2UP)"/>
          <p:cNvPicPr>
            <a:picLocks noChangeArrowheads="1"/>
          </p:cNvPicPr>
          <p:nvPr/>
        </p:nvPicPr>
        <p:blipFill>
          <a:blip r:embed="rId32">
            <a:duotone>
              <a:srgbClr val="336699"/>
              <a:srgbClr val="336699"/>
            </a:duotone>
          </a:blip>
          <a:srcRect/>
          <a:stretch>
            <a:fillRect/>
          </a:stretch>
        </p:blipFill>
        <p:spPr>
          <a:xfrm>
            <a:off x="948213" y="5230748"/>
            <a:ext cx="493776" cy="428625"/>
          </a:xfrm>
          <a:prstGeom prst="rect">
            <a:avLst/>
          </a:prstGeom>
          <a:noFill/>
          <a:ln>
            <a:noFill/>
          </a:ln>
          <a:extLst>
            <a:ext uri="{909E8E84-426E-40DD-AFC4-6F175D3DCCD1}">
              <a14:hiddenFill xmlns:a14="http://schemas.microsoft.com/office/drawing/2010/main">
                <a:solidFill>
                  <a:srgbClr val="336699"/>
                </a:solidFill>
              </a14:hiddenFill>
            </a:ext>
            <a:ext uri="{91240B29-F687-4F45-9708-019B960494DF}">
              <a14:hiddenLine xmlns:a14="http://schemas.microsoft.com/office/drawing/2010/main" w="9525">
                <a:solidFill>
                  <a:srgbClr val="336699"/>
                </a:solidFill>
                <a:miter lim="800000"/>
                <a:headEnd/>
                <a:tailEnd/>
              </a14:hiddenLine>
            </a:ext>
          </a:extLst>
        </p:spPr>
      </p:pic>
      <p:sp>
        <p:nvSpPr>
          <p:cNvPr id="148" name="稻壳儿小白白(http://dwz.cn/Wu2UP)"/>
          <p:cNvSpPr>
            <a:spLocks noEditPoints="1"/>
          </p:cNvSpPr>
          <p:nvPr/>
        </p:nvSpPr>
        <p:spPr>
          <a:xfrm>
            <a:off x="1808892" y="5247893"/>
            <a:ext cx="507492" cy="389192"/>
          </a:xfrm>
          <a:custGeom>
            <a:avLst/>
            <a:gdLst>
              <a:gd name="T0" fmla="*/ 1571621573 w 126"/>
              <a:gd name="T1" fmla="*/ 42271331 h 96"/>
              <a:gd name="T2" fmla="*/ 166896546 w 126"/>
              <a:gd name="T3" fmla="*/ 42271331 h 96"/>
              <a:gd name="T4" fmla="*/ 83448273 w 126"/>
              <a:gd name="T5" fmla="*/ 1183634796 h 96"/>
              <a:gd name="T6" fmla="*/ 514603899 w 126"/>
              <a:gd name="T7" fmla="*/ 1296360847 h 96"/>
              <a:gd name="T8" fmla="*/ 876214325 w 126"/>
              <a:gd name="T9" fmla="*/ 1352723873 h 96"/>
              <a:gd name="T10" fmla="*/ 1237824752 w 126"/>
              <a:gd name="T11" fmla="*/ 1296360847 h 96"/>
              <a:gd name="T12" fmla="*/ 1668980378 w 126"/>
              <a:gd name="T13" fmla="*/ 1183634796 h 96"/>
              <a:gd name="T14" fmla="*/ 1557714771 w 126"/>
              <a:gd name="T15" fmla="*/ 1155451407 h 96"/>
              <a:gd name="T16" fmla="*/ 180807078 w 126"/>
              <a:gd name="T17" fmla="*/ 155001135 h 96"/>
              <a:gd name="T18" fmla="*/ 1557714771 w 126"/>
              <a:gd name="T19" fmla="*/ 1155451407 h 96"/>
              <a:gd name="T20" fmla="*/ 737131384 w 126"/>
              <a:gd name="T21" fmla="*/ 479091347 h 96"/>
              <a:gd name="T22" fmla="*/ 514603899 w 126"/>
              <a:gd name="T23" fmla="*/ 521362678 h 96"/>
              <a:gd name="T24" fmla="*/ 472876033 w 126"/>
              <a:gd name="T25" fmla="*/ 648180424 h 96"/>
              <a:gd name="T26" fmla="*/ 472876033 w 126"/>
              <a:gd name="T27" fmla="*/ 479091347 h 96"/>
              <a:gd name="T28" fmla="*/ 737131384 w 126"/>
              <a:gd name="T29" fmla="*/ 422724568 h 96"/>
              <a:gd name="T30" fmla="*/ 1432542361 w 126"/>
              <a:gd name="T31" fmla="*/ 436816263 h 96"/>
              <a:gd name="T32" fmla="*/ 1432542361 w 126"/>
              <a:gd name="T33" fmla="*/ 281818881 h 96"/>
              <a:gd name="T34" fmla="*/ 1432542361 w 126"/>
              <a:gd name="T35" fmla="*/ 436816263 h 96"/>
              <a:gd name="T36" fmla="*/ 1460355966 w 126"/>
              <a:gd name="T37" fmla="*/ 352273601 h 96"/>
              <a:gd name="T38" fmla="*/ 1404725027 w 126"/>
              <a:gd name="T39" fmla="*/ 352273601 h 96"/>
              <a:gd name="T40" fmla="*/ 1571621573 w 126"/>
              <a:gd name="T41" fmla="*/ 845452890 h 96"/>
              <a:gd name="T42" fmla="*/ 1376907693 w 126"/>
              <a:gd name="T43" fmla="*/ 873632525 h 96"/>
              <a:gd name="T44" fmla="*/ 1376907693 w 126"/>
              <a:gd name="T45" fmla="*/ 817269500 h 96"/>
              <a:gd name="T46" fmla="*/ 1571621573 w 126"/>
              <a:gd name="T47" fmla="*/ 845452890 h 96"/>
              <a:gd name="T48" fmla="*/ 1543807968 w 126"/>
              <a:gd name="T49" fmla="*/ 704543449 h 96"/>
              <a:gd name="T50" fmla="*/ 1349090359 w 126"/>
              <a:gd name="T51" fmla="*/ 676363813 h 96"/>
              <a:gd name="T52" fmla="*/ 1543807968 w 126"/>
              <a:gd name="T53" fmla="*/ 648180424 h 96"/>
              <a:gd name="T54" fmla="*/ 1515990634 w 126"/>
              <a:gd name="T55" fmla="*/ 1000450271 h 96"/>
              <a:gd name="T56" fmla="*/ 1335183556 w 126"/>
              <a:gd name="T57" fmla="*/ 1028633661 h 96"/>
              <a:gd name="T58" fmla="*/ 1335183556 w 126"/>
              <a:gd name="T59" fmla="*/ 972270635 h 96"/>
              <a:gd name="T60" fmla="*/ 1515990634 w 126"/>
              <a:gd name="T61" fmla="*/ 1000450271 h 96"/>
              <a:gd name="T62" fmla="*/ 764948718 w 126"/>
              <a:gd name="T63" fmla="*/ 211364161 h 96"/>
              <a:gd name="T64" fmla="*/ 292072685 w 126"/>
              <a:gd name="T65" fmla="*/ 295906822 h 96"/>
              <a:gd name="T66" fmla="*/ 333796821 w 126"/>
              <a:gd name="T67" fmla="*/ 1042725356 h 96"/>
              <a:gd name="T68" fmla="*/ 1210011147 w 126"/>
              <a:gd name="T69" fmla="*/ 1042725356 h 96"/>
              <a:gd name="T70" fmla="*/ 1237824752 w 126"/>
              <a:gd name="T71" fmla="*/ 295906822 h 96"/>
              <a:gd name="T72" fmla="*/ 1196100615 w 126"/>
              <a:gd name="T73" fmla="*/ 986362330 h 96"/>
              <a:gd name="T74" fmla="*/ 347703624 w 126"/>
              <a:gd name="T75" fmla="*/ 309998517 h 96"/>
              <a:gd name="T76" fmla="*/ 1196100615 w 126"/>
              <a:gd name="T77" fmla="*/ 986362330 h 96"/>
              <a:gd name="T78" fmla="*/ 1196100615 w 126"/>
              <a:gd name="T79" fmla="*/ 986362330 h 9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0" t="0" r="r" b="b"/>
            <a:pathLst>
              <a:path w="126" h="96">
                <a:moveTo>
                  <a:pt x="120" y="9"/>
                </a:moveTo>
                <a:cubicBezTo>
                  <a:pt x="119" y="6"/>
                  <a:pt x="116" y="4"/>
                  <a:pt x="113" y="3"/>
                </a:cubicBezTo>
                <a:cubicBezTo>
                  <a:pt x="97" y="1"/>
                  <a:pt x="80" y="0"/>
                  <a:pt x="63" y="0"/>
                </a:cubicBezTo>
                <a:cubicBezTo>
                  <a:pt x="46" y="0"/>
                  <a:pt x="29" y="1"/>
                  <a:pt x="12" y="3"/>
                </a:cubicBezTo>
                <a:cubicBezTo>
                  <a:pt x="9" y="4"/>
                  <a:pt x="7" y="6"/>
                  <a:pt x="6" y="9"/>
                </a:cubicBezTo>
                <a:cubicBezTo>
                  <a:pt x="0" y="34"/>
                  <a:pt x="0" y="59"/>
                  <a:pt x="6" y="84"/>
                </a:cubicBezTo>
                <a:cubicBezTo>
                  <a:pt x="7" y="87"/>
                  <a:pt x="9" y="89"/>
                  <a:pt x="12" y="89"/>
                </a:cubicBezTo>
                <a:cubicBezTo>
                  <a:pt x="21" y="90"/>
                  <a:pt x="29" y="91"/>
                  <a:pt x="37" y="92"/>
                </a:cubicBezTo>
                <a:cubicBezTo>
                  <a:pt x="36" y="92"/>
                  <a:pt x="36" y="92"/>
                  <a:pt x="36" y="92"/>
                </a:cubicBezTo>
                <a:cubicBezTo>
                  <a:pt x="36" y="95"/>
                  <a:pt x="48" y="96"/>
                  <a:pt x="63" y="96"/>
                </a:cubicBezTo>
                <a:cubicBezTo>
                  <a:pt x="78" y="96"/>
                  <a:pt x="90" y="95"/>
                  <a:pt x="90" y="92"/>
                </a:cubicBezTo>
                <a:cubicBezTo>
                  <a:pt x="90" y="92"/>
                  <a:pt x="89" y="92"/>
                  <a:pt x="89" y="92"/>
                </a:cubicBezTo>
                <a:cubicBezTo>
                  <a:pt x="97" y="91"/>
                  <a:pt x="105" y="90"/>
                  <a:pt x="113" y="89"/>
                </a:cubicBezTo>
                <a:cubicBezTo>
                  <a:pt x="116" y="89"/>
                  <a:pt x="119" y="87"/>
                  <a:pt x="120" y="84"/>
                </a:cubicBezTo>
                <a:cubicBezTo>
                  <a:pt x="126" y="59"/>
                  <a:pt x="126" y="34"/>
                  <a:pt x="120" y="9"/>
                </a:cubicBezTo>
                <a:close/>
                <a:moveTo>
                  <a:pt x="112" y="82"/>
                </a:moveTo>
                <a:cubicBezTo>
                  <a:pt x="79" y="86"/>
                  <a:pt x="46" y="86"/>
                  <a:pt x="13" y="82"/>
                </a:cubicBezTo>
                <a:cubicBezTo>
                  <a:pt x="8" y="58"/>
                  <a:pt x="8" y="35"/>
                  <a:pt x="13" y="11"/>
                </a:cubicBezTo>
                <a:cubicBezTo>
                  <a:pt x="46" y="7"/>
                  <a:pt x="79" y="7"/>
                  <a:pt x="112" y="11"/>
                </a:cubicBezTo>
                <a:cubicBezTo>
                  <a:pt x="118" y="35"/>
                  <a:pt x="118" y="58"/>
                  <a:pt x="112" y="82"/>
                </a:cubicBezTo>
                <a:close/>
                <a:moveTo>
                  <a:pt x="55" y="32"/>
                </a:moveTo>
                <a:cubicBezTo>
                  <a:pt x="55" y="33"/>
                  <a:pt x="54" y="34"/>
                  <a:pt x="53" y="34"/>
                </a:cubicBezTo>
                <a:cubicBezTo>
                  <a:pt x="39" y="35"/>
                  <a:pt x="39" y="35"/>
                  <a:pt x="39" y="35"/>
                </a:cubicBezTo>
                <a:cubicBezTo>
                  <a:pt x="38" y="35"/>
                  <a:pt x="37" y="36"/>
                  <a:pt x="37" y="37"/>
                </a:cubicBezTo>
                <a:cubicBezTo>
                  <a:pt x="36" y="45"/>
                  <a:pt x="36" y="45"/>
                  <a:pt x="36" y="45"/>
                </a:cubicBezTo>
                <a:cubicBezTo>
                  <a:pt x="36" y="46"/>
                  <a:pt x="35" y="46"/>
                  <a:pt x="34" y="46"/>
                </a:cubicBezTo>
                <a:cubicBezTo>
                  <a:pt x="33" y="46"/>
                  <a:pt x="32" y="46"/>
                  <a:pt x="32" y="45"/>
                </a:cubicBezTo>
                <a:cubicBezTo>
                  <a:pt x="34" y="34"/>
                  <a:pt x="34" y="34"/>
                  <a:pt x="34" y="34"/>
                </a:cubicBezTo>
                <a:cubicBezTo>
                  <a:pt x="34" y="33"/>
                  <a:pt x="35" y="32"/>
                  <a:pt x="36" y="32"/>
                </a:cubicBezTo>
                <a:cubicBezTo>
                  <a:pt x="53" y="30"/>
                  <a:pt x="53" y="30"/>
                  <a:pt x="53" y="30"/>
                </a:cubicBezTo>
                <a:cubicBezTo>
                  <a:pt x="54" y="30"/>
                  <a:pt x="55" y="31"/>
                  <a:pt x="55" y="32"/>
                </a:cubicBezTo>
                <a:close/>
                <a:moveTo>
                  <a:pt x="103" y="31"/>
                </a:moveTo>
                <a:cubicBezTo>
                  <a:pt x="106" y="31"/>
                  <a:pt x="109" y="29"/>
                  <a:pt x="109" y="25"/>
                </a:cubicBezTo>
                <a:cubicBezTo>
                  <a:pt x="109" y="22"/>
                  <a:pt x="106" y="20"/>
                  <a:pt x="103" y="20"/>
                </a:cubicBezTo>
                <a:cubicBezTo>
                  <a:pt x="100" y="20"/>
                  <a:pt x="97" y="22"/>
                  <a:pt x="97" y="25"/>
                </a:cubicBezTo>
                <a:cubicBezTo>
                  <a:pt x="97" y="29"/>
                  <a:pt x="100" y="31"/>
                  <a:pt x="103" y="31"/>
                </a:cubicBezTo>
                <a:close/>
                <a:moveTo>
                  <a:pt x="103" y="23"/>
                </a:moveTo>
                <a:cubicBezTo>
                  <a:pt x="104" y="23"/>
                  <a:pt x="105" y="24"/>
                  <a:pt x="105" y="25"/>
                </a:cubicBezTo>
                <a:cubicBezTo>
                  <a:pt x="105" y="26"/>
                  <a:pt x="104" y="27"/>
                  <a:pt x="103" y="27"/>
                </a:cubicBezTo>
                <a:cubicBezTo>
                  <a:pt x="102" y="27"/>
                  <a:pt x="101" y="26"/>
                  <a:pt x="101" y="25"/>
                </a:cubicBezTo>
                <a:cubicBezTo>
                  <a:pt x="101" y="24"/>
                  <a:pt x="102" y="23"/>
                  <a:pt x="103" y="23"/>
                </a:cubicBezTo>
                <a:close/>
                <a:moveTo>
                  <a:pt x="113" y="60"/>
                </a:moveTo>
                <a:cubicBezTo>
                  <a:pt x="113" y="61"/>
                  <a:pt x="112" y="62"/>
                  <a:pt x="111" y="62"/>
                </a:cubicBezTo>
                <a:cubicBezTo>
                  <a:pt x="99" y="62"/>
                  <a:pt x="99" y="62"/>
                  <a:pt x="99" y="62"/>
                </a:cubicBezTo>
                <a:cubicBezTo>
                  <a:pt x="98" y="62"/>
                  <a:pt x="97" y="61"/>
                  <a:pt x="97" y="60"/>
                </a:cubicBezTo>
                <a:cubicBezTo>
                  <a:pt x="97" y="59"/>
                  <a:pt x="98" y="58"/>
                  <a:pt x="99" y="58"/>
                </a:cubicBezTo>
                <a:cubicBezTo>
                  <a:pt x="111" y="58"/>
                  <a:pt x="111" y="58"/>
                  <a:pt x="111" y="58"/>
                </a:cubicBezTo>
                <a:cubicBezTo>
                  <a:pt x="112" y="58"/>
                  <a:pt x="113" y="59"/>
                  <a:pt x="113" y="60"/>
                </a:cubicBezTo>
                <a:close/>
                <a:moveTo>
                  <a:pt x="113" y="48"/>
                </a:moveTo>
                <a:cubicBezTo>
                  <a:pt x="113" y="49"/>
                  <a:pt x="112" y="50"/>
                  <a:pt x="111" y="50"/>
                </a:cubicBezTo>
                <a:cubicBezTo>
                  <a:pt x="99" y="50"/>
                  <a:pt x="99" y="50"/>
                  <a:pt x="99" y="50"/>
                </a:cubicBezTo>
                <a:cubicBezTo>
                  <a:pt x="98" y="50"/>
                  <a:pt x="97" y="49"/>
                  <a:pt x="97" y="48"/>
                </a:cubicBezTo>
                <a:cubicBezTo>
                  <a:pt x="97" y="47"/>
                  <a:pt x="98" y="46"/>
                  <a:pt x="99" y="46"/>
                </a:cubicBezTo>
                <a:cubicBezTo>
                  <a:pt x="111" y="46"/>
                  <a:pt x="111" y="46"/>
                  <a:pt x="111" y="46"/>
                </a:cubicBezTo>
                <a:cubicBezTo>
                  <a:pt x="112" y="46"/>
                  <a:pt x="113" y="47"/>
                  <a:pt x="113" y="48"/>
                </a:cubicBezTo>
                <a:close/>
                <a:moveTo>
                  <a:pt x="109" y="71"/>
                </a:moveTo>
                <a:cubicBezTo>
                  <a:pt x="109" y="72"/>
                  <a:pt x="108" y="73"/>
                  <a:pt x="107" y="73"/>
                </a:cubicBezTo>
                <a:cubicBezTo>
                  <a:pt x="96" y="73"/>
                  <a:pt x="96" y="73"/>
                  <a:pt x="96" y="73"/>
                </a:cubicBezTo>
                <a:cubicBezTo>
                  <a:pt x="94" y="73"/>
                  <a:pt x="94" y="72"/>
                  <a:pt x="94" y="71"/>
                </a:cubicBezTo>
                <a:cubicBezTo>
                  <a:pt x="94" y="70"/>
                  <a:pt x="94" y="69"/>
                  <a:pt x="96" y="69"/>
                </a:cubicBezTo>
                <a:cubicBezTo>
                  <a:pt x="107" y="69"/>
                  <a:pt x="107" y="69"/>
                  <a:pt x="107" y="69"/>
                </a:cubicBezTo>
                <a:cubicBezTo>
                  <a:pt x="108" y="69"/>
                  <a:pt x="109" y="70"/>
                  <a:pt x="109" y="71"/>
                </a:cubicBezTo>
                <a:close/>
                <a:moveTo>
                  <a:pt x="87" y="18"/>
                </a:moveTo>
                <a:cubicBezTo>
                  <a:pt x="76" y="16"/>
                  <a:pt x="66" y="15"/>
                  <a:pt x="55" y="15"/>
                </a:cubicBezTo>
                <a:cubicBezTo>
                  <a:pt x="45" y="15"/>
                  <a:pt x="34" y="16"/>
                  <a:pt x="24" y="18"/>
                </a:cubicBezTo>
                <a:cubicBezTo>
                  <a:pt x="23" y="18"/>
                  <a:pt x="21" y="19"/>
                  <a:pt x="21" y="21"/>
                </a:cubicBezTo>
                <a:cubicBezTo>
                  <a:pt x="16" y="37"/>
                  <a:pt x="16" y="55"/>
                  <a:pt x="21" y="71"/>
                </a:cubicBezTo>
                <a:cubicBezTo>
                  <a:pt x="21" y="73"/>
                  <a:pt x="23" y="74"/>
                  <a:pt x="24" y="74"/>
                </a:cubicBezTo>
                <a:cubicBezTo>
                  <a:pt x="34" y="76"/>
                  <a:pt x="45" y="77"/>
                  <a:pt x="55" y="77"/>
                </a:cubicBezTo>
                <a:cubicBezTo>
                  <a:pt x="66" y="77"/>
                  <a:pt x="76" y="76"/>
                  <a:pt x="87" y="74"/>
                </a:cubicBezTo>
                <a:cubicBezTo>
                  <a:pt x="88" y="74"/>
                  <a:pt x="89" y="73"/>
                  <a:pt x="89" y="71"/>
                </a:cubicBezTo>
                <a:cubicBezTo>
                  <a:pt x="95" y="55"/>
                  <a:pt x="95" y="37"/>
                  <a:pt x="89" y="21"/>
                </a:cubicBezTo>
                <a:cubicBezTo>
                  <a:pt x="89" y="19"/>
                  <a:pt x="88" y="18"/>
                  <a:pt x="87" y="18"/>
                </a:cubicBezTo>
                <a:close/>
                <a:moveTo>
                  <a:pt x="86" y="70"/>
                </a:moveTo>
                <a:cubicBezTo>
                  <a:pt x="65" y="74"/>
                  <a:pt x="45" y="74"/>
                  <a:pt x="25" y="70"/>
                </a:cubicBezTo>
                <a:cubicBezTo>
                  <a:pt x="19" y="54"/>
                  <a:pt x="19" y="38"/>
                  <a:pt x="25" y="22"/>
                </a:cubicBezTo>
                <a:cubicBezTo>
                  <a:pt x="45" y="18"/>
                  <a:pt x="65" y="18"/>
                  <a:pt x="86" y="22"/>
                </a:cubicBezTo>
                <a:cubicBezTo>
                  <a:pt x="91" y="38"/>
                  <a:pt x="91" y="54"/>
                  <a:pt x="86" y="70"/>
                </a:cubicBezTo>
                <a:close/>
                <a:moveTo>
                  <a:pt x="86" y="70"/>
                </a:moveTo>
                <a:cubicBezTo>
                  <a:pt x="86" y="70"/>
                  <a:pt x="86" y="70"/>
                  <a:pt x="86" y="70"/>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
        <p:nvSpPr>
          <p:cNvPr id="149" name="稻壳儿小白白(http://dwz.cn/Wu2UP)"/>
          <p:cNvSpPr>
            <a:spLocks noEditPoints="1"/>
          </p:cNvSpPr>
          <p:nvPr/>
        </p:nvSpPr>
        <p:spPr>
          <a:xfrm>
            <a:off x="2679858" y="5205031"/>
            <a:ext cx="476631" cy="481774"/>
          </a:xfrm>
          <a:custGeom>
            <a:avLst/>
            <a:gdLst>
              <a:gd name="T0" fmla="*/ 0 w 118"/>
              <a:gd name="T1" fmla="*/ 829080804 h 119"/>
              <a:gd name="T2" fmla="*/ 1650574200 w 118"/>
              <a:gd name="T3" fmla="*/ 829080804 h 119"/>
              <a:gd name="T4" fmla="*/ 1552659891 w 118"/>
              <a:gd name="T5" fmla="*/ 800977323 h 119"/>
              <a:gd name="T6" fmla="*/ 1160998914 w 118"/>
              <a:gd name="T7" fmla="*/ 463724305 h 119"/>
              <a:gd name="T8" fmla="*/ 1552659891 w 118"/>
              <a:gd name="T9" fmla="*/ 800977323 h 119"/>
              <a:gd name="T10" fmla="*/ 573505578 w 118"/>
              <a:gd name="T11" fmla="*/ 1278751495 h 119"/>
              <a:gd name="T12" fmla="*/ 797309713 w 118"/>
              <a:gd name="T13" fmla="*/ 1559797551 h 119"/>
              <a:gd name="T14" fmla="*/ 853264487 w 118"/>
              <a:gd name="T15" fmla="*/ 112417673 h 119"/>
              <a:gd name="T16" fmla="*/ 853264487 w 118"/>
              <a:gd name="T17" fmla="*/ 477774172 h 119"/>
              <a:gd name="T18" fmla="*/ 853264487 w 118"/>
              <a:gd name="T19" fmla="*/ 112417673 h 119"/>
              <a:gd name="T20" fmla="*/ 1328852015 w 118"/>
              <a:gd name="T21" fmla="*/ 309149537 h 119"/>
              <a:gd name="T22" fmla="*/ 937191038 w 118"/>
              <a:gd name="T23" fmla="*/ 112417673 h 119"/>
              <a:gd name="T24" fmla="*/ 797309713 w 118"/>
              <a:gd name="T25" fmla="*/ 477774172 h 119"/>
              <a:gd name="T26" fmla="*/ 797309713 w 118"/>
              <a:gd name="T27" fmla="*/ 112417673 h 119"/>
              <a:gd name="T28" fmla="*/ 503566785 w 118"/>
              <a:gd name="T29" fmla="*/ 421567210 h 119"/>
              <a:gd name="T30" fmla="*/ 699395404 w 118"/>
              <a:gd name="T31" fmla="*/ 112417673 h 119"/>
              <a:gd name="T32" fmla="*/ 531542302 w 118"/>
              <a:gd name="T33" fmla="*/ 491827786 h 119"/>
              <a:gd name="T34" fmla="*/ 797309713 w 118"/>
              <a:gd name="T35" fmla="*/ 800977323 h 119"/>
              <a:gd name="T36" fmla="*/ 531542302 w 118"/>
              <a:gd name="T37" fmla="*/ 491827786 h 119"/>
              <a:gd name="T38" fmla="*/ 797309713 w 118"/>
              <a:gd name="T39" fmla="*/ 1180387437 h 119"/>
              <a:gd name="T40" fmla="*/ 475587528 w 118"/>
              <a:gd name="T41" fmla="*/ 857184285 h 119"/>
              <a:gd name="T42" fmla="*/ 699395404 w 118"/>
              <a:gd name="T43" fmla="*/ 1545743936 h 119"/>
              <a:gd name="T44" fmla="*/ 531542302 w 118"/>
              <a:gd name="T45" fmla="*/ 1292805110 h 119"/>
              <a:gd name="T46" fmla="*/ 853264487 w 118"/>
              <a:gd name="T47" fmla="*/ 1559797551 h 119"/>
              <a:gd name="T48" fmla="*/ 1077068623 w 118"/>
              <a:gd name="T49" fmla="*/ 1278751495 h 119"/>
              <a:gd name="T50" fmla="*/ 853264487 w 118"/>
              <a:gd name="T51" fmla="*/ 1559797551 h 119"/>
              <a:gd name="T52" fmla="*/ 1300876498 w 118"/>
              <a:gd name="T53" fmla="*/ 1391169167 h 119"/>
              <a:gd name="T54" fmla="*/ 1119031898 w 118"/>
              <a:gd name="T55" fmla="*/ 1292805110 h 119"/>
              <a:gd name="T56" fmla="*/ 853264487 w 118"/>
              <a:gd name="T57" fmla="*/ 1180387437 h 119"/>
              <a:gd name="T58" fmla="*/ 1174986672 w 118"/>
              <a:gd name="T59" fmla="*/ 857184285 h 119"/>
              <a:gd name="T60" fmla="*/ 853264487 w 118"/>
              <a:gd name="T61" fmla="*/ 800977323 h 119"/>
              <a:gd name="T62" fmla="*/ 1119031898 w 118"/>
              <a:gd name="T63" fmla="*/ 491827786 h 119"/>
              <a:gd name="T64" fmla="*/ 853264487 w 118"/>
              <a:gd name="T65" fmla="*/ 800977323 h 119"/>
              <a:gd name="T66" fmla="*/ 489575287 w 118"/>
              <a:gd name="T67" fmla="*/ 463724305 h 119"/>
              <a:gd name="T68" fmla="*/ 97914309 w 118"/>
              <a:gd name="T69" fmla="*/ 800977323 h 119"/>
              <a:gd name="T70" fmla="*/ 97914309 w 118"/>
              <a:gd name="T71" fmla="*/ 857184285 h 119"/>
              <a:gd name="T72" fmla="*/ 503566785 w 118"/>
              <a:gd name="T73" fmla="*/ 1250648014 h 119"/>
              <a:gd name="T74" fmla="*/ 97914309 w 118"/>
              <a:gd name="T75" fmla="*/ 857184285 h 119"/>
              <a:gd name="T76" fmla="*/ 1147007415 w 118"/>
              <a:gd name="T77" fmla="*/ 1250648014 h 119"/>
              <a:gd name="T78" fmla="*/ 1552659891 w 118"/>
              <a:gd name="T79" fmla="*/ 857184285 h 119"/>
              <a:gd name="T80" fmla="*/ 1328852015 w 118"/>
              <a:gd name="T81" fmla="*/ 1349015820 h 119"/>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0" t="0" r="r" b="b"/>
            <a:pathLst>
              <a:path w="118" h="119">
                <a:moveTo>
                  <a:pt x="59" y="0"/>
                </a:moveTo>
                <a:cubicBezTo>
                  <a:pt x="26" y="0"/>
                  <a:pt x="0" y="27"/>
                  <a:pt x="0" y="59"/>
                </a:cubicBezTo>
                <a:cubicBezTo>
                  <a:pt x="0" y="92"/>
                  <a:pt x="26" y="119"/>
                  <a:pt x="59" y="119"/>
                </a:cubicBezTo>
                <a:cubicBezTo>
                  <a:pt x="92" y="119"/>
                  <a:pt x="118" y="92"/>
                  <a:pt x="118" y="59"/>
                </a:cubicBezTo>
                <a:cubicBezTo>
                  <a:pt x="118" y="27"/>
                  <a:pt x="92" y="0"/>
                  <a:pt x="59" y="0"/>
                </a:cubicBezTo>
                <a:close/>
                <a:moveTo>
                  <a:pt x="111" y="57"/>
                </a:moveTo>
                <a:cubicBezTo>
                  <a:pt x="88" y="57"/>
                  <a:pt x="88" y="57"/>
                  <a:pt x="88" y="57"/>
                </a:cubicBezTo>
                <a:cubicBezTo>
                  <a:pt x="87" y="49"/>
                  <a:pt x="86" y="41"/>
                  <a:pt x="83" y="33"/>
                </a:cubicBezTo>
                <a:cubicBezTo>
                  <a:pt x="88" y="31"/>
                  <a:pt x="93" y="28"/>
                  <a:pt x="98" y="25"/>
                </a:cubicBezTo>
                <a:cubicBezTo>
                  <a:pt x="105" y="34"/>
                  <a:pt x="110" y="45"/>
                  <a:pt x="111" y="57"/>
                </a:cubicBezTo>
                <a:close/>
                <a:moveTo>
                  <a:pt x="57" y="111"/>
                </a:moveTo>
                <a:cubicBezTo>
                  <a:pt x="50" y="106"/>
                  <a:pt x="45" y="99"/>
                  <a:pt x="41" y="91"/>
                </a:cubicBezTo>
                <a:cubicBezTo>
                  <a:pt x="46" y="89"/>
                  <a:pt x="52" y="88"/>
                  <a:pt x="57" y="88"/>
                </a:cubicBezTo>
                <a:cubicBezTo>
                  <a:pt x="57" y="111"/>
                  <a:pt x="57" y="111"/>
                  <a:pt x="57" y="111"/>
                </a:cubicBezTo>
                <a:cubicBezTo>
                  <a:pt x="57" y="111"/>
                  <a:pt x="57" y="111"/>
                  <a:pt x="57" y="111"/>
                </a:cubicBezTo>
                <a:close/>
                <a:moveTo>
                  <a:pt x="61" y="8"/>
                </a:moveTo>
                <a:cubicBezTo>
                  <a:pt x="68" y="14"/>
                  <a:pt x="74" y="22"/>
                  <a:pt x="78" y="31"/>
                </a:cubicBezTo>
                <a:cubicBezTo>
                  <a:pt x="73" y="33"/>
                  <a:pt x="67" y="34"/>
                  <a:pt x="61" y="34"/>
                </a:cubicBezTo>
                <a:cubicBezTo>
                  <a:pt x="61" y="8"/>
                  <a:pt x="61" y="8"/>
                  <a:pt x="61" y="8"/>
                </a:cubicBezTo>
                <a:cubicBezTo>
                  <a:pt x="61" y="8"/>
                  <a:pt x="61" y="8"/>
                  <a:pt x="61" y="8"/>
                </a:cubicBezTo>
                <a:close/>
                <a:moveTo>
                  <a:pt x="67" y="8"/>
                </a:moveTo>
                <a:cubicBezTo>
                  <a:pt x="78" y="10"/>
                  <a:pt x="88" y="15"/>
                  <a:pt x="95" y="22"/>
                </a:cubicBezTo>
                <a:cubicBezTo>
                  <a:pt x="91" y="25"/>
                  <a:pt x="87" y="28"/>
                  <a:pt x="82" y="30"/>
                </a:cubicBezTo>
                <a:cubicBezTo>
                  <a:pt x="78" y="22"/>
                  <a:pt x="73" y="14"/>
                  <a:pt x="67" y="8"/>
                </a:cubicBezTo>
                <a:close/>
                <a:moveTo>
                  <a:pt x="57" y="8"/>
                </a:moveTo>
                <a:cubicBezTo>
                  <a:pt x="57" y="34"/>
                  <a:pt x="57" y="34"/>
                  <a:pt x="57" y="34"/>
                </a:cubicBezTo>
                <a:cubicBezTo>
                  <a:pt x="51" y="34"/>
                  <a:pt x="45" y="33"/>
                  <a:pt x="40" y="31"/>
                </a:cubicBezTo>
                <a:cubicBezTo>
                  <a:pt x="44" y="22"/>
                  <a:pt x="50" y="14"/>
                  <a:pt x="57" y="8"/>
                </a:cubicBezTo>
                <a:cubicBezTo>
                  <a:pt x="57" y="8"/>
                  <a:pt x="57" y="8"/>
                  <a:pt x="57" y="8"/>
                </a:cubicBezTo>
                <a:close/>
                <a:moveTo>
                  <a:pt x="36" y="30"/>
                </a:moveTo>
                <a:cubicBezTo>
                  <a:pt x="31" y="28"/>
                  <a:pt x="27" y="25"/>
                  <a:pt x="23" y="22"/>
                </a:cubicBezTo>
                <a:cubicBezTo>
                  <a:pt x="30" y="15"/>
                  <a:pt x="40" y="10"/>
                  <a:pt x="50" y="8"/>
                </a:cubicBezTo>
                <a:cubicBezTo>
                  <a:pt x="45" y="14"/>
                  <a:pt x="40" y="22"/>
                  <a:pt x="36" y="30"/>
                </a:cubicBezTo>
                <a:close/>
                <a:moveTo>
                  <a:pt x="38" y="35"/>
                </a:moveTo>
                <a:cubicBezTo>
                  <a:pt x="44" y="37"/>
                  <a:pt x="50" y="38"/>
                  <a:pt x="57" y="38"/>
                </a:cubicBezTo>
                <a:cubicBezTo>
                  <a:pt x="57" y="57"/>
                  <a:pt x="57" y="57"/>
                  <a:pt x="57" y="57"/>
                </a:cubicBezTo>
                <a:cubicBezTo>
                  <a:pt x="34" y="57"/>
                  <a:pt x="34" y="57"/>
                  <a:pt x="34" y="57"/>
                </a:cubicBezTo>
                <a:cubicBezTo>
                  <a:pt x="34" y="49"/>
                  <a:pt x="36" y="42"/>
                  <a:pt x="38" y="35"/>
                </a:cubicBezTo>
                <a:close/>
                <a:moveTo>
                  <a:pt x="57" y="61"/>
                </a:moveTo>
                <a:cubicBezTo>
                  <a:pt x="57" y="84"/>
                  <a:pt x="57" y="84"/>
                  <a:pt x="57" y="84"/>
                </a:cubicBezTo>
                <a:cubicBezTo>
                  <a:pt x="51" y="85"/>
                  <a:pt x="45" y="86"/>
                  <a:pt x="40" y="87"/>
                </a:cubicBezTo>
                <a:cubicBezTo>
                  <a:pt x="36" y="79"/>
                  <a:pt x="34" y="71"/>
                  <a:pt x="34" y="61"/>
                </a:cubicBezTo>
                <a:lnTo>
                  <a:pt x="57" y="61"/>
                </a:lnTo>
                <a:close/>
                <a:moveTo>
                  <a:pt x="50" y="110"/>
                </a:moveTo>
                <a:cubicBezTo>
                  <a:pt x="41" y="109"/>
                  <a:pt x="32" y="105"/>
                  <a:pt x="25" y="99"/>
                </a:cubicBezTo>
                <a:cubicBezTo>
                  <a:pt x="29" y="96"/>
                  <a:pt x="33" y="94"/>
                  <a:pt x="38" y="92"/>
                </a:cubicBezTo>
                <a:cubicBezTo>
                  <a:pt x="41" y="99"/>
                  <a:pt x="45" y="105"/>
                  <a:pt x="50" y="110"/>
                </a:cubicBezTo>
                <a:close/>
                <a:moveTo>
                  <a:pt x="61" y="111"/>
                </a:moveTo>
                <a:cubicBezTo>
                  <a:pt x="61" y="88"/>
                  <a:pt x="61" y="88"/>
                  <a:pt x="61" y="88"/>
                </a:cubicBezTo>
                <a:cubicBezTo>
                  <a:pt x="66" y="88"/>
                  <a:pt x="72" y="89"/>
                  <a:pt x="77" y="91"/>
                </a:cubicBezTo>
                <a:cubicBezTo>
                  <a:pt x="73" y="99"/>
                  <a:pt x="67" y="106"/>
                  <a:pt x="61" y="111"/>
                </a:cubicBezTo>
                <a:cubicBezTo>
                  <a:pt x="61" y="111"/>
                  <a:pt x="61" y="111"/>
                  <a:pt x="61" y="111"/>
                </a:cubicBezTo>
                <a:close/>
                <a:moveTo>
                  <a:pt x="80" y="92"/>
                </a:moveTo>
                <a:cubicBezTo>
                  <a:pt x="85" y="94"/>
                  <a:pt x="89" y="96"/>
                  <a:pt x="93" y="99"/>
                </a:cubicBezTo>
                <a:cubicBezTo>
                  <a:pt x="86" y="105"/>
                  <a:pt x="77" y="109"/>
                  <a:pt x="67" y="110"/>
                </a:cubicBezTo>
                <a:cubicBezTo>
                  <a:pt x="73" y="105"/>
                  <a:pt x="77" y="99"/>
                  <a:pt x="80" y="92"/>
                </a:cubicBezTo>
                <a:close/>
                <a:moveTo>
                  <a:pt x="78" y="87"/>
                </a:moveTo>
                <a:cubicBezTo>
                  <a:pt x="73" y="86"/>
                  <a:pt x="67" y="85"/>
                  <a:pt x="61" y="84"/>
                </a:cubicBezTo>
                <a:cubicBezTo>
                  <a:pt x="61" y="61"/>
                  <a:pt x="61" y="61"/>
                  <a:pt x="61" y="61"/>
                </a:cubicBezTo>
                <a:cubicBezTo>
                  <a:pt x="84" y="61"/>
                  <a:pt x="84" y="61"/>
                  <a:pt x="84" y="61"/>
                </a:cubicBezTo>
                <a:cubicBezTo>
                  <a:pt x="84" y="71"/>
                  <a:pt x="82" y="79"/>
                  <a:pt x="78" y="87"/>
                </a:cubicBezTo>
                <a:close/>
                <a:moveTo>
                  <a:pt x="61" y="57"/>
                </a:moveTo>
                <a:cubicBezTo>
                  <a:pt x="61" y="38"/>
                  <a:pt x="61" y="38"/>
                  <a:pt x="61" y="38"/>
                </a:cubicBezTo>
                <a:cubicBezTo>
                  <a:pt x="67" y="38"/>
                  <a:pt x="74" y="37"/>
                  <a:pt x="80" y="35"/>
                </a:cubicBezTo>
                <a:cubicBezTo>
                  <a:pt x="82" y="42"/>
                  <a:pt x="84" y="49"/>
                  <a:pt x="84" y="57"/>
                </a:cubicBezTo>
                <a:lnTo>
                  <a:pt x="61" y="57"/>
                </a:lnTo>
                <a:close/>
                <a:moveTo>
                  <a:pt x="20" y="25"/>
                </a:moveTo>
                <a:cubicBezTo>
                  <a:pt x="25" y="28"/>
                  <a:pt x="30" y="31"/>
                  <a:pt x="35" y="33"/>
                </a:cubicBezTo>
                <a:cubicBezTo>
                  <a:pt x="32" y="41"/>
                  <a:pt x="30" y="49"/>
                  <a:pt x="30" y="57"/>
                </a:cubicBezTo>
                <a:cubicBezTo>
                  <a:pt x="7" y="57"/>
                  <a:pt x="7" y="57"/>
                  <a:pt x="7" y="57"/>
                </a:cubicBezTo>
                <a:cubicBezTo>
                  <a:pt x="8" y="45"/>
                  <a:pt x="13" y="34"/>
                  <a:pt x="20" y="25"/>
                </a:cubicBezTo>
                <a:close/>
                <a:moveTo>
                  <a:pt x="7" y="61"/>
                </a:moveTo>
                <a:cubicBezTo>
                  <a:pt x="30" y="61"/>
                  <a:pt x="30" y="61"/>
                  <a:pt x="30" y="61"/>
                </a:cubicBezTo>
                <a:cubicBezTo>
                  <a:pt x="31" y="71"/>
                  <a:pt x="33" y="80"/>
                  <a:pt x="36" y="89"/>
                </a:cubicBezTo>
                <a:cubicBezTo>
                  <a:pt x="31" y="91"/>
                  <a:pt x="27" y="93"/>
                  <a:pt x="22" y="96"/>
                </a:cubicBezTo>
                <a:cubicBezTo>
                  <a:pt x="13" y="87"/>
                  <a:pt x="8" y="75"/>
                  <a:pt x="7" y="61"/>
                </a:cubicBezTo>
                <a:close/>
                <a:moveTo>
                  <a:pt x="95" y="96"/>
                </a:moveTo>
                <a:cubicBezTo>
                  <a:pt x="91" y="93"/>
                  <a:pt x="87" y="91"/>
                  <a:pt x="82" y="89"/>
                </a:cubicBezTo>
                <a:cubicBezTo>
                  <a:pt x="85" y="80"/>
                  <a:pt x="87" y="71"/>
                  <a:pt x="88" y="61"/>
                </a:cubicBezTo>
                <a:cubicBezTo>
                  <a:pt x="111" y="61"/>
                  <a:pt x="111" y="61"/>
                  <a:pt x="111" y="61"/>
                </a:cubicBezTo>
                <a:cubicBezTo>
                  <a:pt x="110" y="75"/>
                  <a:pt x="104" y="87"/>
                  <a:pt x="95" y="96"/>
                </a:cubicBezTo>
                <a:close/>
                <a:moveTo>
                  <a:pt x="95" y="96"/>
                </a:moveTo>
                <a:cubicBezTo>
                  <a:pt x="95" y="96"/>
                  <a:pt x="95" y="96"/>
                  <a:pt x="95" y="96"/>
                </a:cubicBezTo>
              </a:path>
            </a:pathLst>
          </a:custGeom>
          <a:solidFill>
            <a:schemeClr val="accent1"/>
          </a:solidFill>
          <a:ln>
            <a:noFill/>
          </a:ln>
          <a:extLst>
            <a:ext uri="{91240B29-F687-4F45-9708-019B960494DF}">
              <a14:hiddenLine xmlns:a14="http://schemas.microsoft.com/office/drawing/2010/main" w="9525">
                <a:solidFill>
                  <a:srgbClr val="336699"/>
                </a:solidFill>
                <a:round/>
                <a:headEnd/>
                <a:tailEnd/>
              </a14:hiddenLine>
            </a:ext>
          </a:extLst>
        </p:spPr>
        <p:txBody>
          <a:bodyPr/>
          <a:lstStyle/>
          <a:p>
            <a:endParaRPr lang="zh-CN" altLang="en-US"/>
          </a:p>
        </p:txBody>
      </p:sp>
    </p:spTree>
    <p:extLst>
      <p:ext uri="{BB962C8B-B14F-4D97-AF65-F5344CB8AC3E}">
        <p14:creationId xmlns:p14="http://schemas.microsoft.com/office/powerpoint/2010/main" val="1851778670"/>
      </p:ext>
    </p:extLst>
  </p:cSld>
  <p:clrMapOvr>
    <a:masterClrMapping/>
  </p:clrMapOvr>
</p:sld>
</file>

<file path=ppt/tags/vr_business_tag1.xml><?xml version="1.0" encoding="utf-8"?>
<p:tagLst xmlns:a="http://schemas.openxmlformats.org/drawingml/2006/main" xmlns:r="http://schemas.openxmlformats.org/officeDocument/2006/relationships" xmlns:p="http://schemas.openxmlformats.org/presentationml/2006/main">
  <p:tag name="THEMECOLOR" val="5"/>
</p:tagLst>
</file>

<file path=ppt/tags/vr_business_tag2.xml><?xml version="1.0" encoding="utf-8"?>
<p:tagLst xmlns:a="http://schemas.openxmlformats.org/drawingml/2006/main" xmlns:r="http://schemas.openxmlformats.org/officeDocument/2006/relationships" xmlns:p="http://schemas.openxmlformats.org/presentationml/2006/main">
  <p:tag name="THEMECOLOR" val="5"/>
</p:tagLst>
</file>

<file path=ppt/tags/vr_business_tag3.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4.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5.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17.xml><?xml version="1.0" encoding="utf-8"?>
<p:tagLst xmlns:a="http://schemas.openxmlformats.org/drawingml/2006/main" xmlns:r="http://schemas.openxmlformats.org/officeDocument/2006/relationships" xmlns:p="http://schemas.openxmlformats.org/presentationml/2006/main">
  <p:tag name="THEMECOLOR" val="5"/>
</p:tagLst>
</file>

<file path=ppt/tags/vr_business_tag18.xml><?xml version="1.0" encoding="utf-8"?>
<p:tagLst xmlns:a="http://schemas.openxmlformats.org/drawingml/2006/main" xmlns:r="http://schemas.openxmlformats.org/officeDocument/2006/relationships" xmlns:p="http://schemas.openxmlformats.org/presentationml/2006/main">
  <p:tag name="THEMECOLOR" val="5"/>
</p:tagLst>
</file>

<file path=ppt/tags/vr_business_tag20.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21.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22.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23.xml><?xml version="1.0" encoding="utf-8"?>
<p:tagLst xmlns:a="http://schemas.openxmlformats.org/drawingml/2006/main" xmlns:r="http://schemas.openxmlformats.org/officeDocument/2006/relationships" xmlns:p="http://schemas.openxmlformats.org/presentationml/2006/main">
  <p:tag name="ADJUSTMENTS" val="8.43165"/>
</p:tagLst>
</file>

<file path=ppt/tags/vr_business_tag32.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33.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4.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5.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6.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7.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8.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39.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0.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1.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2.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3.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4.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5.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6.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7.xml><?xml version="1.0" encoding="utf-8"?>
<p:tagLst xmlns:a="http://schemas.openxmlformats.org/drawingml/2006/main" xmlns:r="http://schemas.openxmlformats.org/officeDocument/2006/relationships" xmlns:p="http://schemas.openxmlformats.org/presentationml/2006/main">
  <p:tag name="ADJUSTMENTS" val="2.445991"/>
  <p:tag name="SHADOWSIZE" val="95"/>
</p:tagLst>
</file>

<file path=ppt/tags/vr_business_tag48.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49.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0.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1.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2.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3.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4.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5.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6.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ags/vr_business_tag57.xml><?xml version="1.0" encoding="utf-8"?>
<p:tagLst xmlns:a="http://schemas.openxmlformats.org/drawingml/2006/main" xmlns:r="http://schemas.openxmlformats.org/officeDocument/2006/relationships" xmlns:p="http://schemas.openxmlformats.org/presentationml/2006/main">
  <p:tag name="ADJUSTMENTS" val="2.157768"/>
  <p:tag name="SHADOWSIZE" val="95"/>
</p:tagLst>
</file>

<file path=ppt/theme/theme1.xml><?xml version="1.0" encoding="utf-8"?>
<a:theme xmlns:a="http://schemas.openxmlformats.org/drawingml/2006/main" name="Office Theme">
  <a:themeElements>
    <a:clrScheme name="自定义 12">
      <a:dk1>
        <a:sysClr val="windowText" lastClr="000000"/>
      </a:dk1>
      <a:lt1>
        <a:srgbClr val="FFFFFF"/>
      </a:lt1>
      <a:dk2>
        <a:srgbClr val="373545"/>
      </a:dk2>
      <a:lt2>
        <a:srgbClr val="FFFFFF"/>
      </a:lt2>
      <a:accent1>
        <a:srgbClr val="336699"/>
      </a:accent1>
      <a:accent2>
        <a:srgbClr val="3494BA"/>
      </a:accent2>
      <a:accent3>
        <a:srgbClr val="58B6C0"/>
      </a:accent3>
      <a:accent4>
        <a:srgbClr val="75BDA7"/>
      </a:accent4>
      <a:accent5>
        <a:srgbClr val="7A8C8E"/>
      </a:accent5>
      <a:accent6>
        <a:srgbClr val="2683C6"/>
      </a:accent6>
      <a:hlink>
        <a:srgbClr val="00B0F0"/>
      </a:hlink>
      <a:folHlink>
        <a:srgbClr val="A5A5A5"/>
      </a:folHlink>
    </a:clrScheme>
    <a:fontScheme name="自定义 2">
      <a:majorFont>
        <a:latin typeface="微软雅黑"/>
        <a:ea typeface="微软雅黑"/>
        <a:cs typeface=""/>
      </a:majorFont>
      <a:minorFont>
        <a:latin typeface="微软雅黑"/>
        <a:ea typeface="微软雅黑"/>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4598</TotalTime>
  <Words>6296</Words>
  <Application>Microsoft Office PowerPoint</Application>
  <PresentationFormat>宽屏</PresentationFormat>
  <Paragraphs>638</Paragraphs>
  <Slides>109</Slides>
  <Notes>34</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56</vt:i4>
      </vt:variant>
    </vt:vector>
  </HeadingPairs>
  <TitlesOfParts>
    <vt:vector size="66" baseType="lpstr">
      <vt:lpstr>等线</vt:lpstr>
      <vt:lpstr>方正兰亭纤黑简体</vt:lpstr>
      <vt:lpstr>思源黑体 CN Normal</vt:lpstr>
      <vt:lpstr>微软雅黑</vt:lpstr>
      <vt:lpstr>微软雅黑 Light</vt:lpstr>
      <vt:lpstr>Arial</vt:lpstr>
      <vt:lpstr>Impact</vt:lpstr>
      <vt:lpstr>Segoe UI Light</vt:lpstr>
      <vt:lpstr>Wingdings</vt:lpstr>
      <vt:lpstr>Office Theme</vt:lpstr>
      <vt:lpstr>迈景基因PPT模板使用规范</vt:lpstr>
      <vt:lpstr>PowerPoint 演示文稿</vt:lpstr>
      <vt:lpstr>PowerPoint 演示文稿</vt:lpstr>
      <vt:lpstr>PowerPoint 演示文稿</vt:lpstr>
      <vt:lpstr>文字：并列、递进关系</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图文</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表格</vt:lpstr>
      <vt:lpstr>PowerPoint 演示文稿</vt:lpstr>
      <vt:lpstr>PowerPoint 演示文稿</vt:lpstr>
      <vt:lpstr>PowerPoint 演示文稿</vt:lpstr>
      <vt:lpstr>PowerPoint 演示文稿</vt:lpstr>
      <vt:lpstr>PowerPoint 演示文稿</vt:lpstr>
      <vt:lpstr>PowerPoint 演示文稿</vt:lpstr>
      <vt:lpstr>图表（数据可视化）</vt:lpstr>
      <vt:lpstr>PowerPoint 演示文稿</vt:lpstr>
      <vt:lpstr>PowerPoint 演示文稿</vt:lpstr>
      <vt:lpstr>PowerPoint 演示文稿</vt:lpstr>
      <vt:lpstr>PowerPoint 演示文稿</vt:lpstr>
      <vt:lpstr>常用图标</vt:lpstr>
      <vt:lpstr>底色可拆分，转变</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景 迈</dc:creator>
  <cp:lastModifiedBy>景 迈</cp:lastModifiedBy>
  <cp:revision>332</cp:revision>
  <dcterms:created xsi:type="dcterms:W3CDTF">2021-01-13T08:12:30Z</dcterms:created>
  <dcterms:modified xsi:type="dcterms:W3CDTF">2021-07-20T02:05:02Z</dcterms:modified>
</cp:coreProperties>
</file>